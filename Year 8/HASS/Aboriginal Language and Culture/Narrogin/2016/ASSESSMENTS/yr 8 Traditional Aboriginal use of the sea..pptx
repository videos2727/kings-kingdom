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4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984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198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997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43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86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72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02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10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73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70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6D979-CD55-4EF2-BE9C-2DC3F6121968}" type="datetimeFigureOut">
              <a:rPr lang="en-AU" smtClean="0"/>
              <a:t>19/10/2016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559B4-36E7-47C3-86E9-EAFFBE2D14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12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Traditional Aboriginal use of the sea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727280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533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Australia is an island continent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Brainstorm what you think the traditional Aboriginal people used the sea for.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645024"/>
            <a:ext cx="240982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721099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568949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17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70186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Due to the fact that Aboriginal </a:t>
            </a:r>
            <a:r>
              <a:rPr lang="en-AU" dirty="0" smtClean="0"/>
              <a:t>people were isolated from the rest of the world by oceans.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3307"/>
          </a:xfrm>
        </p:spPr>
        <p:txBody>
          <a:bodyPr/>
          <a:lstStyle/>
          <a:p>
            <a:r>
              <a:rPr lang="en-AU" dirty="0" smtClean="0"/>
              <a:t>They had some watercraft such as bark and dug out canoes and rafts. </a:t>
            </a:r>
          </a:p>
          <a:p>
            <a:endParaRPr lang="en-AU" dirty="0"/>
          </a:p>
          <a:p>
            <a:r>
              <a:rPr lang="en-AU" dirty="0" smtClean="0"/>
              <a:t>But none of these watercraft were able to handle rough seas or make long journeys. 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4869160"/>
            <a:ext cx="2381250" cy="1698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99475"/>
            <a:ext cx="263842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55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Lots of Aboriginal groups occupied lots of the vast coastal areas of Australia.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r>
              <a:rPr lang="en-AU" dirty="0" smtClean="0"/>
              <a:t>Also many of the inland groups travelled to the coast when they did their seasonal migration. 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229" y="3284984"/>
            <a:ext cx="3061987" cy="2388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943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The lifestyle and food available at the coast varied.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Write down in your files why you think it was different.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495550"/>
            <a:ext cx="5112568" cy="294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20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Of course it was because Australia is so large.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There are different climates in Australia</a:t>
            </a:r>
          </a:p>
          <a:p>
            <a:pPr marL="0" indent="0" algn="ctr">
              <a:buNone/>
            </a:pPr>
            <a:r>
              <a:rPr lang="en-AU" dirty="0" smtClean="0"/>
              <a:t>And</a:t>
            </a:r>
          </a:p>
          <a:p>
            <a:pPr marL="0" indent="0">
              <a:buNone/>
            </a:pPr>
            <a:r>
              <a:rPr lang="en-AU" dirty="0" smtClean="0"/>
              <a:t>Different geographical regions</a:t>
            </a:r>
          </a:p>
        </p:txBody>
      </p:sp>
    </p:spTree>
    <p:extLst>
      <p:ext uri="{BB962C8B-B14F-4D97-AF65-F5344CB8AC3E}">
        <p14:creationId xmlns:p14="http://schemas.microsoft.com/office/powerpoint/2010/main" val="120015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Climate </a:t>
            </a:r>
            <a:r>
              <a:rPr lang="en-AU" dirty="0"/>
              <a:t>Z</a:t>
            </a:r>
            <a:r>
              <a:rPr lang="en-AU" dirty="0" smtClean="0"/>
              <a:t>ones in Australia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19188"/>
            <a:ext cx="6768752" cy="461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19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kinds of food do you think the Aboriginals found at the sea?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Do a brainstorm in your file about all the different food you think they ate at the sea. </a:t>
            </a:r>
            <a:endParaRPr lang="en-A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933056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284984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652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>
            <a:normAutofit fontScale="90000"/>
          </a:bodyPr>
          <a:lstStyle/>
          <a:p>
            <a:r>
              <a:rPr lang="en-AU" smtClean="0"/>
              <a:t> </a:t>
            </a:r>
            <a:r>
              <a:rPr lang="en-AU" dirty="0"/>
              <a:t>A</a:t>
            </a:r>
            <a:r>
              <a:rPr lang="en-AU" smtClean="0"/>
              <a:t>ll </a:t>
            </a:r>
            <a:r>
              <a:rPr lang="en-AU" dirty="0" smtClean="0"/>
              <a:t>traditional men and women were expert at fishing they caught and ate things like;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2856"/>
            <a:ext cx="8229600" cy="3993307"/>
          </a:xfrm>
        </p:spPr>
        <p:txBody>
          <a:bodyPr/>
          <a:lstStyle/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Fish, dugongs, seal, turtles, pipis, shellfish, oysters and crabs. </a:t>
            </a:r>
            <a:endParaRPr lang="en-A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653136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365104"/>
            <a:ext cx="271462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943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Ways they fished.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From their bark or dugout canoes</a:t>
            </a:r>
          </a:p>
          <a:p>
            <a:r>
              <a:rPr lang="en-AU" dirty="0" smtClean="0"/>
              <a:t>By diving deep to spear</a:t>
            </a:r>
          </a:p>
          <a:p>
            <a:r>
              <a:rPr lang="en-AU" dirty="0" smtClean="0"/>
              <a:t>Also using camouflage and tricks – the women would mime the actions and make seal sounds to trick the seals so the men could catch them. </a:t>
            </a:r>
          </a:p>
          <a:p>
            <a:endParaRPr lang="en-A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37112"/>
            <a:ext cx="27336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32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Traditional Aboriginals also used the sea to clean themselves.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777686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441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They also collected shells.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Do a brainstorm to show what you think they used shells for. </a:t>
            </a:r>
            <a:endParaRPr lang="en-AU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2209800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212976"/>
            <a:ext cx="263842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856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Shells were used for;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Utensils</a:t>
            </a:r>
          </a:p>
          <a:p>
            <a:r>
              <a:rPr lang="en-AU" dirty="0" smtClean="0"/>
              <a:t>Spear points</a:t>
            </a:r>
          </a:p>
          <a:p>
            <a:r>
              <a:rPr lang="en-AU" dirty="0" smtClean="0"/>
              <a:t>Blades</a:t>
            </a:r>
          </a:p>
          <a:p>
            <a:r>
              <a:rPr lang="en-AU" dirty="0" smtClean="0"/>
              <a:t>Playthings ornaments</a:t>
            </a:r>
          </a:p>
          <a:p>
            <a:r>
              <a:rPr lang="en-AU" dirty="0" smtClean="0"/>
              <a:t>Musical instruments</a:t>
            </a:r>
            <a:endParaRPr lang="en-A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268760"/>
            <a:ext cx="277177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3284984"/>
            <a:ext cx="17907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500563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843" y="4795838"/>
            <a:ext cx="247650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418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Traditional aboriginals also used the sea for fun just as we do.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628800"/>
            <a:ext cx="3168351" cy="249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562225"/>
            <a:ext cx="299846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316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They used the sand to put into their babies cradles.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It was soft</a:t>
            </a:r>
          </a:p>
          <a:p>
            <a:r>
              <a:rPr lang="en-AU" dirty="0" smtClean="0"/>
              <a:t>And it could be changed easily.</a:t>
            </a:r>
            <a:endParaRPr lang="en-AU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429000"/>
            <a:ext cx="2733675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23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They also used the sand for art.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do you think they used the sand for art?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352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They made non permanent sand pictures and patterns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They also used the sand and mixed it with gum to create rock art.</a:t>
            </a:r>
            <a:endParaRPr lang="en-A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780928"/>
            <a:ext cx="24955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2557463"/>
            <a:ext cx="179070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4509120"/>
            <a:ext cx="251460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267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Traditional Aboriginals used things they found at the coast for medicine.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What do you think they found and used?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008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Some things were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Seaweed</a:t>
            </a:r>
          </a:p>
          <a:p>
            <a:r>
              <a:rPr lang="en-AU" dirty="0" smtClean="0"/>
              <a:t>Leaves</a:t>
            </a:r>
          </a:p>
          <a:p>
            <a:r>
              <a:rPr lang="en-AU" dirty="0" smtClean="0"/>
              <a:t>Bark</a:t>
            </a:r>
          </a:p>
          <a:p>
            <a:r>
              <a:rPr lang="en-AU" dirty="0" smtClean="0"/>
              <a:t>Blossoms from coastal plants ( particularly in tropical rainforest areas)</a:t>
            </a:r>
            <a:endParaRPr lang="en-A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84784"/>
            <a:ext cx="17907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831" y="4005064"/>
            <a:ext cx="260985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293096"/>
            <a:ext cx="2314575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973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412</Words>
  <Application>Microsoft Office PowerPoint</Application>
  <PresentationFormat>On-screen Show (4:3)</PresentationFormat>
  <Paragraphs>53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Traditional Aboriginal use of the sea</vt:lpstr>
      <vt:lpstr>Australia is an island continent</vt:lpstr>
      <vt:lpstr>Due to the fact that Aboriginal people were isolated from the rest of the world by oceans.</vt:lpstr>
      <vt:lpstr>Lots of Aboriginal groups occupied lots of the vast coastal areas of Australia. </vt:lpstr>
      <vt:lpstr>The lifestyle and food available at the coast varied.</vt:lpstr>
      <vt:lpstr>Of course it was because Australia is so large. </vt:lpstr>
      <vt:lpstr>Climate Zones in Australia</vt:lpstr>
      <vt:lpstr>What kinds of food do you think the Aboriginals found at the sea?</vt:lpstr>
      <vt:lpstr> All traditional men and women were expert at fishing they caught and ate things like;</vt:lpstr>
      <vt:lpstr>Ways they fished.</vt:lpstr>
      <vt:lpstr>Traditional Aboriginals also used the sea to clean themselves. </vt:lpstr>
      <vt:lpstr>They also collected shells.</vt:lpstr>
      <vt:lpstr>Shells were used for;</vt:lpstr>
      <vt:lpstr>Traditional aboriginals also used the sea for fun just as we do.</vt:lpstr>
      <vt:lpstr>They used the sand to put into their babies cradles.</vt:lpstr>
      <vt:lpstr>They also used the sand for art.</vt:lpstr>
      <vt:lpstr>They made non permanent sand pictures and patterns</vt:lpstr>
      <vt:lpstr>Traditional Aboriginals used things they found at the coast for medicine.</vt:lpstr>
      <vt:lpstr>Some things were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Traditional Aboriginal use of the sea</dc:title>
  <dc:creator>WATSON Vicke</dc:creator>
  <cp:lastModifiedBy>RINTOUL Brooke</cp:lastModifiedBy>
  <cp:revision>8</cp:revision>
  <dcterms:created xsi:type="dcterms:W3CDTF">2016-06-14T12:21:50Z</dcterms:created>
  <dcterms:modified xsi:type="dcterms:W3CDTF">2016-10-19T01:47:49Z</dcterms:modified>
</cp:coreProperties>
</file>