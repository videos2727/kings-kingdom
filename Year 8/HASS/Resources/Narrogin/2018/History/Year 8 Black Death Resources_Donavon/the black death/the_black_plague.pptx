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9"/>
  </p:notes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60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5FC73-E1F4-4C69-B5F3-3C7BBE3E0354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F1E07-7A31-4A95-BFF3-B6053E616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36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 smtClean="0">
                <a:latin typeface="Kristen ITC" pitchFamily="66" charset="0"/>
              </a:rPr>
              <a:t>What</a:t>
            </a:r>
            <a:r>
              <a:rPr lang="en-GB" baseline="0" dirty="0" smtClean="0">
                <a:latin typeface="Kristen ITC" pitchFamily="66" charset="0"/>
              </a:rPr>
              <a:t> is happening in these pictures?</a:t>
            </a:r>
          </a:p>
          <a:p>
            <a:pPr>
              <a:buFont typeface="Arial" pitchFamily="34" charset="0"/>
              <a:buChar char="•"/>
            </a:pPr>
            <a:r>
              <a:rPr lang="en-GB" baseline="0" dirty="0" smtClean="0">
                <a:latin typeface="Kristen ITC" pitchFamily="66" charset="0"/>
              </a:rPr>
              <a:t>What do you think </a:t>
            </a:r>
            <a:r>
              <a:rPr lang="en-GB" baseline="0" dirty="0" err="1" smtClean="0">
                <a:latin typeface="Kristen ITC" pitchFamily="66" charset="0"/>
              </a:rPr>
              <a:t>todays</a:t>
            </a:r>
            <a:r>
              <a:rPr lang="en-GB" baseline="0" dirty="0" smtClean="0">
                <a:latin typeface="Kristen ITC" pitchFamily="66" charset="0"/>
              </a:rPr>
              <a:t> lesson is all about?</a:t>
            </a:r>
            <a:endParaRPr lang="en-GB" dirty="0">
              <a:latin typeface="Kristen ITC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F1E07-7A31-4A95-BFF3-B6053E61681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155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Click</a:t>
            </a:r>
            <a:r>
              <a:rPr lang="en-GB" baseline="0" dirty="0" smtClean="0"/>
              <a:t> on the picture for the quiz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F1E07-7A31-4A95-BFF3-B6053E61681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634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Click on the picture for an example of a poster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F1E07-7A31-4A95-BFF3-B6053E61681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550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769741-C55B-461D-99A2-290E1A9054AD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E16CC68-9E04-467D-AAF1-58CB3EEB5D03}" type="slidenum">
              <a:rPr lang="en-GB" smtClean="0"/>
              <a:t>‹#›</a:t>
            </a:fld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769741-C55B-461D-99A2-290E1A9054AD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E16CC68-9E04-467D-AAF1-58CB3EEB5D0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769741-C55B-461D-99A2-290E1A9054AD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E16CC68-9E04-467D-AAF1-58CB3EEB5D0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769741-C55B-461D-99A2-290E1A9054AD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E16CC68-9E04-467D-AAF1-58CB3EEB5D0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769741-C55B-461D-99A2-290E1A9054AD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E16CC68-9E04-467D-AAF1-58CB3EEB5D03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769741-C55B-461D-99A2-290E1A9054AD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E16CC68-9E04-467D-AAF1-58CB3EEB5D0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769741-C55B-461D-99A2-290E1A9054AD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E16CC68-9E04-467D-AAF1-58CB3EEB5D0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769741-C55B-461D-99A2-290E1A9054AD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E16CC68-9E04-467D-AAF1-58CB3EEB5D0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08769741-C55B-461D-99A2-290E1A9054AD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FE16CC68-9E04-467D-AAF1-58CB3EEB5D0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769741-C55B-461D-99A2-290E1A9054AD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E16CC68-9E04-467D-AAF1-58CB3EEB5D0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769741-C55B-461D-99A2-290E1A9054AD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E16CC68-9E04-467D-AAF1-58CB3EEB5D0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8769741-C55B-461D-99A2-290E1A9054AD}" type="datetimeFigureOut">
              <a:rPr lang="en-GB" smtClean="0"/>
              <a:t>26/04/2015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E16CC68-9E04-467D-AAF1-58CB3EEB5D03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iencemuseum.org.uk/broughttolife/themes/diseases/black_death.asp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jasrai\Desktop\Fizzah\HOMEWORK\the%20plague%20poster.doc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9330" name="Picture 2" descr="https://encrypted-tbn0.gstatic.com/images?q=tbn:ANd9GcSX080Kus4_tMXkaVDpLDF2N1G9e1X7dMAqFbY3RY0ztOM0Enr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0"/>
            <a:ext cx="4355976" cy="6858000"/>
          </a:xfrm>
          <a:prstGeom prst="rect">
            <a:avLst/>
          </a:prstGeom>
          <a:noFill/>
        </p:spPr>
      </p:pic>
      <p:pic>
        <p:nvPicPr>
          <p:cNvPr id="99332" name="Picture 4" descr="https://encrypted-tbn1.gstatic.com/images?q=tbn:ANd9GcQIamDosldDTG03vcWJJ8Lg9ZgXtvPtmEPO8H2Lkxv7JfXbBGk25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4804740" cy="3645024"/>
          </a:xfrm>
          <a:prstGeom prst="rect">
            <a:avLst/>
          </a:prstGeom>
          <a:noFill/>
        </p:spPr>
      </p:pic>
      <p:pic>
        <p:nvPicPr>
          <p:cNvPr id="99334" name="Picture 6" descr="https://encrypted-tbn1.gstatic.com/images?q=tbn:ANd9GcRWiJBqNAuYGZmgkAEXUdCooButnRgIQr8c9Y7RFoyk9kyA5Yx15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645024"/>
            <a:ext cx="4788024" cy="32129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  <a:latin typeface="Kristen ITC" pitchFamily="66" charset="0"/>
              </a:rPr>
              <a:t>The black plague</a:t>
            </a:r>
            <a:endParaRPr lang="en-GB" dirty="0">
              <a:solidFill>
                <a:schemeClr val="tx1"/>
              </a:solidFill>
              <a:latin typeface="Kristen ITC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>
                <a:solidFill>
                  <a:schemeClr val="accent2">
                    <a:lumMod val="75000"/>
                  </a:schemeClr>
                </a:solidFill>
                <a:latin typeface="Kristen ITC" pitchFamily="66" charset="0"/>
              </a:rPr>
              <a:t>LO: To understand what the black plague was and to understand what happened in the black plague.</a:t>
            </a:r>
            <a:endParaRPr lang="en-GB" sz="2400" dirty="0">
              <a:solidFill>
                <a:schemeClr val="accent2">
                  <a:lumMod val="75000"/>
                </a:schemeClr>
              </a:solidFill>
              <a:latin typeface="Kristen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27584" y="2204864"/>
            <a:ext cx="6385378" cy="2725400"/>
          </a:xfrm>
        </p:spPr>
        <p:txBody>
          <a:bodyPr>
            <a:normAutofit/>
          </a:bodyPr>
          <a:lstStyle/>
          <a:p>
            <a:r>
              <a:rPr lang="en-GB" sz="3200" dirty="0" smtClean="0">
                <a:solidFill>
                  <a:schemeClr val="accent1">
                    <a:lumMod val="75000"/>
                  </a:schemeClr>
                </a:solidFill>
                <a:latin typeface="Kristen ITC" pitchFamily="66" charset="0"/>
              </a:rPr>
              <a:t>Talk to your partner and tell them what you think the black plague is.</a:t>
            </a:r>
            <a:endParaRPr lang="en-GB" sz="3200" dirty="0">
              <a:solidFill>
                <a:schemeClr val="accent1">
                  <a:lumMod val="75000"/>
                </a:schemeClr>
              </a:solidFill>
              <a:latin typeface="Kristen ITC" pitchFamily="66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1560" y="404664"/>
            <a:ext cx="8156448" cy="1080120"/>
          </a:xfrm>
        </p:spPr>
        <p:txBody>
          <a:bodyPr/>
          <a:lstStyle/>
          <a:p>
            <a:r>
              <a:rPr lang="en-GB" dirty="0" smtClean="0">
                <a:solidFill>
                  <a:schemeClr val="accent3">
                    <a:lumMod val="75000"/>
                  </a:schemeClr>
                </a:solidFill>
                <a:latin typeface="Kristen ITC" pitchFamily="66" charset="0"/>
              </a:rPr>
              <a:t>What do you think the black plague is?</a:t>
            </a:r>
            <a:endParaRPr lang="en-GB" dirty="0">
              <a:solidFill>
                <a:schemeClr val="accent3">
                  <a:lumMod val="75000"/>
                </a:schemeClr>
              </a:solidFill>
              <a:latin typeface="Kristen ITC" pitchFamily="66" charset="0"/>
            </a:endParaRPr>
          </a:p>
        </p:txBody>
      </p:sp>
      <p:pic>
        <p:nvPicPr>
          <p:cNvPr id="4" name="Picture 2" descr="https://encrypted-tbn2.gstatic.com/images?q=tbn:ANd9GcR8WytKIkBAKFiAhSWrFRmAmZerAMzvLHbPeK9RIsTKRebpqwx6T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3933056"/>
            <a:ext cx="2738139" cy="208823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99592" y="1844824"/>
            <a:ext cx="7056784" cy="2941424"/>
          </a:xfrm>
        </p:spPr>
        <p:txBody>
          <a:bodyPr>
            <a:noAutofit/>
          </a:bodyPr>
          <a:lstStyle/>
          <a:p>
            <a:r>
              <a:rPr lang="en-GB" sz="28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Kristen ITC" pitchFamily="66" charset="0"/>
              </a:rPr>
              <a:t>With the class, you are going to do a quiz about the black plague. From this quiz you will get lots of information from it, so pay attention!!! Also I will be asking you questions about the black death so stay focused!!!!</a:t>
            </a:r>
            <a:endParaRPr lang="en-GB" sz="2800" dirty="0">
              <a:solidFill>
                <a:schemeClr val="accent4">
                  <a:lumMod val="60000"/>
                  <a:lumOff val="40000"/>
                </a:schemeClr>
              </a:solidFill>
              <a:latin typeface="Kristen ITC" pitchFamily="66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accent5">
                    <a:lumMod val="75000"/>
                  </a:schemeClr>
                </a:solidFill>
                <a:latin typeface="Kristen ITC" pitchFamily="66" charset="0"/>
              </a:rPr>
              <a:t>Black Plague Quiz</a:t>
            </a:r>
            <a:endParaRPr lang="en-GB" dirty="0">
              <a:solidFill>
                <a:schemeClr val="accent5">
                  <a:lumMod val="75000"/>
                </a:schemeClr>
              </a:solidFill>
              <a:latin typeface="Kristen ITC" pitchFamily="66" charset="0"/>
            </a:endParaRPr>
          </a:p>
        </p:txBody>
      </p:sp>
      <p:pic>
        <p:nvPicPr>
          <p:cNvPr id="104452" name="Picture 4" descr="https://encrypted-tbn1.gstatic.com/images?q=tbn:ANd9GcSgnWhAdTssApanDVCu2tvTbcb1Hg2UJDBdIRW0rtrqyNxopl4piA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4797152"/>
            <a:ext cx="2857500" cy="1600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99592" y="1844824"/>
            <a:ext cx="6696744" cy="2232248"/>
          </a:xfrm>
        </p:spPr>
        <p:txBody>
          <a:bodyPr>
            <a:noAutofit/>
          </a:bodyPr>
          <a:lstStyle/>
          <a:p>
            <a:pPr marL="512064" indent="-457200">
              <a:buFont typeface="+mj-lt"/>
              <a:buAutoNum type="arabicPeriod"/>
            </a:pPr>
            <a:r>
              <a:rPr lang="en-GB" sz="28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Kristen ITC" pitchFamily="66" charset="0"/>
              </a:rPr>
              <a:t>Why do people whip themselves?</a:t>
            </a:r>
          </a:p>
          <a:p>
            <a:pPr marL="512064" indent="-457200">
              <a:buFont typeface="+mj-lt"/>
              <a:buAutoNum type="arabicPeriod"/>
            </a:pPr>
            <a:r>
              <a:rPr lang="en-GB" sz="28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Kristen ITC" pitchFamily="66" charset="0"/>
              </a:rPr>
              <a:t>Why do people hold freshly plucked chickens?</a:t>
            </a:r>
          </a:p>
          <a:p>
            <a:pPr marL="512064" indent="-457200">
              <a:buFont typeface="+mj-lt"/>
              <a:buAutoNum type="arabicPeriod"/>
            </a:pPr>
            <a:r>
              <a:rPr lang="en-GB" sz="28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Kristen ITC" pitchFamily="66" charset="0"/>
              </a:rPr>
              <a:t>Why was the town loud and noisy?</a:t>
            </a:r>
          </a:p>
          <a:p>
            <a:pPr marL="512064" indent="-457200">
              <a:buFont typeface="+mj-lt"/>
              <a:buAutoNum type="arabicPeriod"/>
            </a:pPr>
            <a:r>
              <a:rPr lang="en-GB" sz="28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Kristen ITC" pitchFamily="66" charset="0"/>
              </a:rPr>
              <a:t>Why did people kill cats and dogs?</a:t>
            </a:r>
          </a:p>
          <a:p>
            <a:pPr marL="512064" indent="-457200">
              <a:buFont typeface="+mj-lt"/>
              <a:buAutoNum type="arabicPeriod"/>
            </a:pPr>
            <a:r>
              <a:rPr lang="en-GB" sz="28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Kristen ITC" pitchFamily="66" charset="0"/>
              </a:rPr>
              <a:t>Why do doctors cut buboes up?</a:t>
            </a:r>
            <a:endParaRPr lang="en-GB" sz="2800" dirty="0">
              <a:solidFill>
                <a:schemeClr val="bg2">
                  <a:lumMod val="60000"/>
                  <a:lumOff val="40000"/>
                </a:schemeClr>
              </a:solidFill>
              <a:latin typeface="Kristen ITC" pitchFamily="66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C000"/>
                </a:solidFill>
                <a:latin typeface="Kristen ITC" pitchFamily="66" charset="0"/>
              </a:rPr>
              <a:t>Questions</a:t>
            </a:r>
            <a:endParaRPr lang="en-GB" dirty="0">
              <a:solidFill>
                <a:srgbClr val="FFC000"/>
              </a:solidFill>
              <a:latin typeface="Kristen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55576" y="1700808"/>
            <a:ext cx="7825538" cy="2509376"/>
          </a:xfrm>
        </p:spPr>
        <p:txBody>
          <a:bodyPr>
            <a:noAutofit/>
          </a:bodyPr>
          <a:lstStyle/>
          <a:p>
            <a:r>
              <a:rPr lang="en-GB" sz="3600" dirty="0" smtClean="0">
                <a:solidFill>
                  <a:schemeClr val="accent6">
                    <a:lumMod val="75000"/>
                  </a:schemeClr>
                </a:solidFill>
                <a:latin typeface="Kristen ITC" pitchFamily="66" charset="0"/>
              </a:rPr>
              <a:t>Write a paragraph about what the black plague was all about and also write about what had happened in the black plague...</a:t>
            </a:r>
            <a:endParaRPr lang="en-GB" sz="3600" dirty="0">
              <a:solidFill>
                <a:schemeClr val="accent6">
                  <a:lumMod val="75000"/>
                </a:schemeClr>
              </a:solidFill>
              <a:latin typeface="Kristen ITC" pitchFamily="66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accent4">
                    <a:lumMod val="75000"/>
                  </a:schemeClr>
                </a:solidFill>
                <a:latin typeface="Kristen ITC" pitchFamily="66" charset="0"/>
              </a:rPr>
              <a:t>Task</a:t>
            </a:r>
            <a:endParaRPr lang="en-GB" dirty="0">
              <a:solidFill>
                <a:schemeClr val="accent4">
                  <a:lumMod val="75000"/>
                </a:schemeClr>
              </a:solidFill>
              <a:latin typeface="Kristen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99592" y="1628800"/>
            <a:ext cx="6984776" cy="2664296"/>
          </a:xfrm>
        </p:spPr>
        <p:txBody>
          <a:bodyPr>
            <a:noAutofit/>
          </a:bodyPr>
          <a:lstStyle/>
          <a:p>
            <a:r>
              <a:rPr lang="en-GB" sz="3600" dirty="0" smtClean="0">
                <a:solidFill>
                  <a:schemeClr val="accent4">
                    <a:lumMod val="75000"/>
                  </a:schemeClr>
                </a:solidFill>
                <a:latin typeface="Kristen ITC" pitchFamily="66" charset="0"/>
              </a:rPr>
              <a:t>Create a poster warning people about the dangers of the black plague.</a:t>
            </a:r>
          </a:p>
          <a:p>
            <a:r>
              <a:rPr lang="en-GB" sz="3600" dirty="0" smtClean="0">
                <a:solidFill>
                  <a:schemeClr val="accent4">
                    <a:lumMod val="75000"/>
                  </a:schemeClr>
                </a:solidFill>
                <a:latin typeface="Kristen ITC" pitchFamily="66" charset="0"/>
              </a:rPr>
              <a:t>This is due for next week.</a:t>
            </a:r>
            <a:endParaRPr lang="en-GB" sz="3600" dirty="0">
              <a:solidFill>
                <a:schemeClr val="accent4">
                  <a:lumMod val="75000"/>
                </a:schemeClr>
              </a:solidFill>
              <a:latin typeface="Kristen ITC" pitchFamily="66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Kristen ITC" pitchFamily="66" charset="0"/>
              </a:rPr>
              <a:t>Homework</a:t>
            </a:r>
            <a:endParaRPr lang="en-GB" dirty="0">
              <a:solidFill>
                <a:schemeClr val="accent5">
                  <a:lumMod val="60000"/>
                  <a:lumOff val="40000"/>
                </a:schemeClr>
              </a:solidFill>
              <a:latin typeface="Kristen ITC" pitchFamily="66" charset="0"/>
            </a:endParaRPr>
          </a:p>
        </p:txBody>
      </p:sp>
      <p:pic>
        <p:nvPicPr>
          <p:cNvPr id="109570" name="Picture 2" descr="https://encrypted-tbn0.gstatic.com/images?q=tbn:ANd9GcSASxBb2hgGRbvGohBDS7-pl20js0vcWDoXQz_zq4Rz3WkGhE1d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4509120"/>
            <a:ext cx="2505075" cy="1828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366092"/>
      </a:dk2>
      <a:lt2>
        <a:srgbClr val="EEECE1"/>
      </a:lt2>
      <a:accent1>
        <a:srgbClr val="FF5050"/>
      </a:accent1>
      <a:accent2>
        <a:srgbClr val="66CCFF"/>
      </a:accent2>
      <a:accent3>
        <a:srgbClr val="666699"/>
      </a:accent3>
      <a:accent4>
        <a:srgbClr val="9933FF"/>
      </a:accent4>
      <a:accent5>
        <a:srgbClr val="008080"/>
      </a:accent5>
      <a:accent6>
        <a:srgbClr val="0000CC"/>
      </a:accent6>
      <a:hlink>
        <a:srgbClr val="FF0000"/>
      </a:hlink>
      <a:folHlink>
        <a:srgbClr val="800080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48</TotalTime>
  <Words>216</Words>
  <Application>Microsoft Office PowerPoint</Application>
  <PresentationFormat>On-screen Show (4:3)</PresentationFormat>
  <Paragraphs>24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Consolas</vt:lpstr>
      <vt:lpstr>Corbel</vt:lpstr>
      <vt:lpstr>Kristen ITC</vt:lpstr>
      <vt:lpstr>Wingdings</vt:lpstr>
      <vt:lpstr>Wingdings 2</vt:lpstr>
      <vt:lpstr>Wingdings 3</vt:lpstr>
      <vt:lpstr>Metro</vt:lpstr>
      <vt:lpstr>PowerPoint Presentation</vt:lpstr>
      <vt:lpstr>The black plague</vt:lpstr>
      <vt:lpstr>What do you think the black plague is?</vt:lpstr>
      <vt:lpstr>Black Plague Quiz</vt:lpstr>
      <vt:lpstr>Questions</vt:lpstr>
      <vt:lpstr>Task</vt:lpstr>
      <vt:lpstr>Homework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jasrai</dc:creator>
  <cp:lastModifiedBy>Rebecca Donavon</cp:lastModifiedBy>
  <cp:revision>1</cp:revision>
  <dcterms:created xsi:type="dcterms:W3CDTF">2013-03-18T16:34:30Z</dcterms:created>
  <dcterms:modified xsi:type="dcterms:W3CDTF">2015-04-26T12:24:32Z</dcterms:modified>
</cp:coreProperties>
</file>