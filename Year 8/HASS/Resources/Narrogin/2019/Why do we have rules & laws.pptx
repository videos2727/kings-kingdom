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11/18/2019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Why do we have rules &amp; laws?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Think, pair, share – with the spinner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535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do we have rules &amp; Laws?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73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the difference between a rule &amp; a law?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15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ropical isl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08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Scenario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are King or Queen of an island. </a:t>
            </a:r>
            <a:endParaRPr lang="en-AU" dirty="0" smtClean="0"/>
          </a:p>
          <a:p>
            <a:r>
              <a:rPr lang="en-AU" dirty="0" smtClean="0"/>
              <a:t>There </a:t>
            </a:r>
            <a:r>
              <a:rPr lang="en-AU" dirty="0"/>
              <a:t>are other people on the island, but you’re in charge. • </a:t>
            </a:r>
            <a:endParaRPr lang="en-AU" dirty="0" smtClean="0"/>
          </a:p>
          <a:p>
            <a:r>
              <a:rPr lang="en-AU" dirty="0" smtClean="0"/>
              <a:t>What </a:t>
            </a:r>
            <a:r>
              <a:rPr lang="en-AU" dirty="0"/>
              <a:t>rules would you make and why? </a:t>
            </a:r>
            <a:endParaRPr lang="en-AU" dirty="0" smtClean="0"/>
          </a:p>
          <a:p>
            <a:r>
              <a:rPr lang="en-AU" dirty="0" smtClean="0"/>
              <a:t>How </a:t>
            </a:r>
            <a:r>
              <a:rPr lang="en-AU" dirty="0"/>
              <a:t>would you make the rules? </a:t>
            </a:r>
          </a:p>
          <a:p>
            <a:r>
              <a:rPr lang="en-AU" dirty="0" smtClean="0"/>
              <a:t>How </a:t>
            </a:r>
            <a:r>
              <a:rPr lang="en-AU" dirty="0"/>
              <a:t>would you make people follow the rules? </a:t>
            </a:r>
          </a:p>
          <a:p>
            <a:r>
              <a:rPr lang="en-AU" dirty="0" smtClean="0"/>
              <a:t>What </a:t>
            </a:r>
            <a:r>
              <a:rPr lang="en-AU" dirty="0"/>
              <a:t>would happen if they didn’t? Is it different for each rule? </a:t>
            </a:r>
          </a:p>
        </p:txBody>
      </p:sp>
    </p:spTree>
    <p:extLst>
      <p:ext uri="{BB962C8B-B14F-4D97-AF65-F5344CB8AC3E}">
        <p14:creationId xmlns:p14="http://schemas.microsoft.com/office/powerpoint/2010/main" val="876254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</TotalTime>
  <Words>98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Rockwell</vt:lpstr>
      <vt:lpstr>Rockwell Condensed</vt:lpstr>
      <vt:lpstr>Wingdings</vt:lpstr>
      <vt:lpstr>Wood Type</vt:lpstr>
      <vt:lpstr>Why do we have rules &amp; laws?</vt:lpstr>
      <vt:lpstr>why do we have rules &amp; Laws?</vt:lpstr>
      <vt:lpstr>What is the difference between a rule &amp; a law?</vt:lpstr>
      <vt:lpstr>PowerPoint Presentation</vt:lpstr>
      <vt:lpstr>Scenario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we have rules &amp; laws?</dc:title>
  <dc:creator>DONAVON Rebecca [Narrogin Senior High School]</dc:creator>
  <cp:lastModifiedBy>DONAVON Rebecca [Narrogin Senior High School]</cp:lastModifiedBy>
  <cp:revision>1</cp:revision>
  <dcterms:created xsi:type="dcterms:W3CDTF">2019-11-18T03:15:45Z</dcterms:created>
  <dcterms:modified xsi:type="dcterms:W3CDTF">2019-11-18T03:21:45Z</dcterms:modified>
</cp:coreProperties>
</file>