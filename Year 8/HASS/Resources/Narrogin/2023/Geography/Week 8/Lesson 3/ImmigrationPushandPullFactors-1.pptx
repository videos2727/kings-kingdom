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0" r:id="rId3"/>
    <p:sldId id="258" r:id="rId4"/>
    <p:sldId id="257" r:id="rId5"/>
    <p:sldId id="259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F96CBD6-0BBB-CD81-C8A6-6B425E3DFE80}" v="159" dt="2022-03-07T06:38:44.68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753"/>
    <p:restoredTop sz="94683"/>
  </p:normalViewPr>
  <p:slideViewPr>
    <p:cSldViewPr snapToGrid="0" snapToObjects="1">
      <p:cViewPr varScale="1">
        <p:scale>
          <a:sx n="90" d="100"/>
          <a:sy n="90" d="100"/>
        </p:scale>
        <p:origin x="232" y="2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ERIDAN Ellie [Narrogin Senior High School]" userId="S::ellie.sheridan@education.wa.edu.au::27b99e1c-805c-4f4d-b76c-e84354564903" providerId="AD" clId="Web-{EF96CBD6-0BBB-CD81-C8A6-6B425E3DFE80}"/>
    <pc:docChg chg="addSld delSld modSld">
      <pc:chgData name="SHERIDAN Ellie [Narrogin Senior High School]" userId="S::ellie.sheridan@education.wa.edu.au::27b99e1c-805c-4f4d-b76c-e84354564903" providerId="AD" clId="Web-{EF96CBD6-0BBB-CD81-C8A6-6B425E3DFE80}" dt="2022-03-07T06:38:44.689" v="153"/>
      <pc:docMkLst>
        <pc:docMk/>
      </pc:docMkLst>
      <pc:sldChg chg="modSp addAnim modAnim">
        <pc:chgData name="SHERIDAN Ellie [Narrogin Senior High School]" userId="S::ellie.sheridan@education.wa.edu.au::27b99e1c-805c-4f4d-b76c-e84354564903" providerId="AD" clId="Web-{EF96CBD6-0BBB-CD81-C8A6-6B425E3DFE80}" dt="2022-03-07T06:38:44.689" v="153"/>
        <pc:sldMkLst>
          <pc:docMk/>
          <pc:sldMk cId="872281625" sldId="258"/>
        </pc:sldMkLst>
        <pc:spChg chg="mod">
          <ac:chgData name="SHERIDAN Ellie [Narrogin Senior High School]" userId="S::ellie.sheridan@education.wa.edu.au::27b99e1c-805c-4f4d-b76c-e84354564903" providerId="AD" clId="Web-{EF96CBD6-0BBB-CD81-C8A6-6B425E3DFE80}" dt="2022-03-07T06:38:29.220" v="149" actId="20577"/>
          <ac:spMkLst>
            <pc:docMk/>
            <pc:sldMk cId="872281625" sldId="258"/>
            <ac:spMk id="6" creationId="{00000000-0000-0000-0000-000000000000}"/>
          </ac:spMkLst>
        </pc:spChg>
      </pc:sldChg>
      <pc:sldChg chg="del">
        <pc:chgData name="SHERIDAN Ellie [Narrogin Senior High School]" userId="S::ellie.sheridan@education.wa.edu.au::27b99e1c-805c-4f4d-b76c-e84354564903" providerId="AD" clId="Web-{EF96CBD6-0BBB-CD81-C8A6-6B425E3DFE80}" dt="2022-03-07T06:28:11.233" v="0"/>
        <pc:sldMkLst>
          <pc:docMk/>
          <pc:sldMk cId="1112545643" sldId="260"/>
        </pc:sldMkLst>
      </pc:sldChg>
      <pc:sldChg chg="addSp modSp new addAnim modAnim">
        <pc:chgData name="SHERIDAN Ellie [Narrogin Senior High School]" userId="S::ellie.sheridan@education.wa.edu.au::27b99e1c-805c-4f4d-b76c-e84354564903" providerId="AD" clId="Web-{EF96CBD6-0BBB-CD81-C8A6-6B425E3DFE80}" dt="2022-03-07T06:38:18.517" v="148" actId="14100"/>
        <pc:sldMkLst>
          <pc:docMk/>
          <pc:sldMk cId="1505109213" sldId="260"/>
        </pc:sldMkLst>
        <pc:spChg chg="mod">
          <ac:chgData name="SHERIDAN Ellie [Narrogin Senior High School]" userId="S::ellie.sheridan@education.wa.edu.au::27b99e1c-805c-4f4d-b76c-e84354564903" providerId="AD" clId="Web-{EF96CBD6-0BBB-CD81-C8A6-6B425E3DFE80}" dt="2022-03-07T06:34:36.495" v="15" actId="20577"/>
          <ac:spMkLst>
            <pc:docMk/>
            <pc:sldMk cId="1505109213" sldId="260"/>
            <ac:spMk id="2" creationId="{70A9EEBD-24BB-46E3-AE85-49961D3E36FE}"/>
          </ac:spMkLst>
        </pc:spChg>
        <pc:spChg chg="mod">
          <ac:chgData name="SHERIDAN Ellie [Narrogin Senior High School]" userId="S::ellie.sheridan@education.wa.edu.au::27b99e1c-805c-4f4d-b76c-e84354564903" providerId="AD" clId="Web-{EF96CBD6-0BBB-CD81-C8A6-6B425E3DFE80}" dt="2022-03-07T06:34:42.214" v="21" actId="20577"/>
          <ac:spMkLst>
            <pc:docMk/>
            <pc:sldMk cId="1505109213" sldId="260"/>
            <ac:spMk id="3" creationId="{0F6D9FD5-D303-48D2-B08B-9185FC96F925}"/>
          </ac:spMkLst>
        </pc:spChg>
        <pc:spChg chg="mod">
          <ac:chgData name="SHERIDAN Ellie [Narrogin Senior High School]" userId="S::ellie.sheridan@education.wa.edu.au::27b99e1c-805c-4f4d-b76c-e84354564903" providerId="AD" clId="Web-{EF96CBD6-0BBB-CD81-C8A6-6B425E3DFE80}" dt="2022-03-07T06:37:52.079" v="143" actId="20577"/>
          <ac:spMkLst>
            <pc:docMk/>
            <pc:sldMk cId="1505109213" sldId="260"/>
            <ac:spMk id="4" creationId="{5191FB01-4610-4FBF-B468-8E98EF27D7BE}"/>
          </ac:spMkLst>
        </pc:spChg>
        <pc:spChg chg="mod">
          <ac:chgData name="SHERIDAN Ellie [Narrogin Senior High School]" userId="S::ellie.sheridan@education.wa.edu.au::27b99e1c-805c-4f4d-b76c-e84354564903" providerId="AD" clId="Web-{EF96CBD6-0BBB-CD81-C8A6-6B425E3DFE80}" dt="2022-03-07T06:35:02.870" v="40" actId="20577"/>
          <ac:spMkLst>
            <pc:docMk/>
            <pc:sldMk cId="1505109213" sldId="260"/>
            <ac:spMk id="5" creationId="{E3D9F03C-BC8B-4BCF-B6AA-E75B1DD59E2D}"/>
          </ac:spMkLst>
        </pc:spChg>
        <pc:spChg chg="mod">
          <ac:chgData name="SHERIDAN Ellie [Narrogin Senior High School]" userId="S::ellie.sheridan@education.wa.edu.au::27b99e1c-805c-4f4d-b76c-e84354564903" providerId="AD" clId="Web-{EF96CBD6-0BBB-CD81-C8A6-6B425E3DFE80}" dt="2022-03-07T06:38:07.938" v="146" actId="14100"/>
          <ac:spMkLst>
            <pc:docMk/>
            <pc:sldMk cId="1505109213" sldId="260"/>
            <ac:spMk id="6" creationId="{14269891-7DEE-4466-819F-29152198493D}"/>
          </ac:spMkLst>
        </pc:spChg>
        <pc:picChg chg="add mod">
          <ac:chgData name="SHERIDAN Ellie [Narrogin Senior High School]" userId="S::ellie.sheridan@education.wa.edu.au::27b99e1c-805c-4f4d-b76c-e84354564903" providerId="AD" clId="Web-{EF96CBD6-0BBB-CD81-C8A6-6B425E3DFE80}" dt="2022-03-07T06:37:05.249" v="138" actId="1076"/>
          <ac:picMkLst>
            <pc:docMk/>
            <pc:sldMk cId="1505109213" sldId="260"/>
            <ac:picMk id="7" creationId="{52CABA65-D650-454C-BD74-75FB74F51210}"/>
          </ac:picMkLst>
        </pc:picChg>
        <pc:picChg chg="add mod">
          <ac:chgData name="SHERIDAN Ellie [Narrogin Senior High School]" userId="S::ellie.sheridan@education.wa.edu.au::27b99e1c-805c-4f4d-b76c-e84354564903" providerId="AD" clId="Web-{EF96CBD6-0BBB-CD81-C8A6-6B425E3DFE80}" dt="2022-03-07T06:38:18.517" v="148" actId="14100"/>
          <ac:picMkLst>
            <pc:docMk/>
            <pc:sldMk cId="1505109213" sldId="260"/>
            <ac:picMk id="8" creationId="{1F8C5E97-A2D7-421F-B824-6636D3904295}"/>
          </ac:picMkLst>
        </pc:picChg>
      </pc:sldChg>
      <pc:sldChg chg="new del">
        <pc:chgData name="SHERIDAN Ellie [Narrogin Senior High School]" userId="S::ellie.sheridan@education.wa.edu.au::27b99e1c-805c-4f4d-b76c-e84354564903" providerId="AD" clId="Web-{EF96CBD6-0BBB-CD81-C8A6-6B425E3DFE80}" dt="2022-03-07T06:34:17.150" v="2"/>
        <pc:sldMkLst>
          <pc:docMk/>
          <pc:sldMk cId="3465441071" sldId="260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361229" cy="2098226"/>
          </a:xfrm>
        </p:spPr>
        <p:txBody>
          <a:bodyPr anchor="b">
            <a:noAutofit/>
          </a:bodyPr>
          <a:lstStyle>
            <a:lvl1pPr algn="ct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9906" y="3956279"/>
            <a:ext cx="6831673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3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2858" y="6453386"/>
            <a:ext cx="1607944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3/6/2022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054" y="6453386"/>
            <a:ext cx="7023377" cy="404614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grpSp>
        <p:nvGrpSpPr>
          <p:cNvPr id="7" name="Group 6"/>
          <p:cNvGrpSpPr/>
          <p:nvPr/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4" name="Freeform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3/6/2022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025" y="1301360"/>
            <a:ext cx="9612971" cy="2852737"/>
          </a:xfrm>
        </p:spPr>
        <p:txBody>
          <a:bodyPr anchor="b">
            <a:normAutofit/>
          </a:bodyPr>
          <a:lstStyle>
            <a:lvl1pPr algn="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5025" y="4216328"/>
            <a:ext cx="9612971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8908" y="6453386"/>
            <a:ext cx="162240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3/6/2022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312" y="6453386"/>
            <a:ext cx="7023377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7" name="Freeform 6" title="Crop Mark"/>
          <p:cNvSpPr/>
          <p:nvPr/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2285999"/>
            <a:ext cx="4447786" cy="358140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25403" y="2285999"/>
            <a:ext cx="4447786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3/6/2022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1600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5014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25014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3/6/2022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3/6/2022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3/6/2022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8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6020" y="685801"/>
            <a:ext cx="5212080" cy="517525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6344"/>
            <a:ext cx="3855720" cy="3011056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3/6/2022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8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2120" y="0"/>
            <a:ext cx="6659880" cy="6857999"/>
          </a:xfrm>
        </p:spPr>
        <p:txBody>
          <a:bodyPr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Drag picture to placeholder or click icon to add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5968"/>
            <a:ext cx="3855720" cy="3011432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3/6/2022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2295525"/>
            <a:ext cx="9601200" cy="35718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3/6/2022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96561" y="624156"/>
            <a:ext cx="1565766" cy="52432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624156"/>
            <a:ext cx="8179641" cy="52432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3/6/2022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3/6/2022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Side bar"/>
          <p:cNvSpPr/>
          <p:nvPr/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048" indent="-384048" algn="l" defTabSz="914400" rtl="0" eaLnBrk="1" latinLnBrk="0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1368">
          <p15:clr>
            <a:srgbClr val="F26B43"/>
          </p15:clr>
        </p15:guide>
        <p15:guide id="4" orient="horz" pos="1440">
          <p15:clr>
            <a:srgbClr val="F26B43"/>
          </p15:clr>
        </p15:guide>
        <p15:guide id="6" orient="horz" pos="3696">
          <p15:clr>
            <a:srgbClr val="F26B43"/>
          </p15:clr>
        </p15:guide>
        <p15:guide id="7" orient="horz" pos="432">
          <p15:clr>
            <a:srgbClr val="F26B43"/>
          </p15:clr>
        </p15:guide>
        <p15:guide id="8" orient="horz" pos="1512">
          <p15:clr>
            <a:srgbClr val="F26B43"/>
          </p15:clr>
        </p15:guide>
        <p15:guide id="9" pos="6912">
          <p15:clr>
            <a:srgbClr val="F26B43"/>
          </p15:clr>
        </p15:guide>
        <p15:guide id="10" pos="936">
          <p15:clr>
            <a:srgbClr val="F26B43"/>
          </p15:clr>
        </p15:guide>
        <p15:guide id="1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if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tif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tif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tif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354" y="505564"/>
            <a:ext cx="8361229" cy="2098226"/>
          </a:xfrm>
        </p:spPr>
        <p:txBody>
          <a:bodyPr/>
          <a:lstStyle/>
          <a:p>
            <a:r>
              <a:rPr lang="en-US" sz="9600" dirty="0">
                <a:latin typeface="HanziPen TC" charset="-120"/>
                <a:ea typeface="HanziPen TC" charset="-120"/>
                <a:cs typeface="HanziPen TC" charset="-120"/>
              </a:rPr>
              <a:t>Immigration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52608" y="2359491"/>
            <a:ext cx="6831673" cy="1086237"/>
          </a:xfrm>
        </p:spPr>
        <p:txBody>
          <a:bodyPr>
            <a:normAutofit/>
          </a:bodyPr>
          <a:lstStyle/>
          <a:p>
            <a:r>
              <a:rPr lang="en-US" sz="5400" dirty="0">
                <a:solidFill>
                  <a:srgbClr val="FF0000"/>
                </a:solidFill>
                <a:latin typeface="HanziPen TC" charset="-120"/>
                <a:ea typeface="HanziPen TC" charset="-120"/>
                <a:cs typeface="HanziPen TC" charset="-120"/>
              </a:rPr>
              <a:t>Push</a:t>
            </a:r>
            <a:r>
              <a:rPr lang="en-US" sz="5400" dirty="0">
                <a:latin typeface="HanziPen TC" charset="-120"/>
                <a:ea typeface="HanziPen TC" charset="-120"/>
                <a:cs typeface="HanziPen TC" charset="-120"/>
              </a:rPr>
              <a:t> and </a:t>
            </a:r>
            <a:r>
              <a:rPr lang="en-US" sz="5400" dirty="0">
                <a:solidFill>
                  <a:srgbClr val="7030A0"/>
                </a:solidFill>
                <a:latin typeface="HanziPen TC" charset="-120"/>
                <a:ea typeface="HanziPen TC" charset="-120"/>
                <a:cs typeface="HanziPen TC" charset="-120"/>
              </a:rPr>
              <a:t>Pull</a:t>
            </a:r>
            <a:r>
              <a:rPr lang="en-US" sz="5400" dirty="0">
                <a:latin typeface="HanziPen TC" charset="-120"/>
                <a:ea typeface="HanziPen TC" charset="-120"/>
                <a:cs typeface="HanziPen TC" charset="-120"/>
              </a:rPr>
              <a:t> Factors 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2608" y="3445728"/>
            <a:ext cx="6753912" cy="3211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98232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A9EEBD-24BB-46E3-AE85-49961D3E36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Immigration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6D9FD5-D303-48D2-B08B-9185FC96F9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Internal Migration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191FB01-4610-4FBF-B468-8E98EF27D7BE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383540" indent="-383540"/>
            <a:r>
              <a:rPr lang="en-GB" sz="2400" dirty="0"/>
              <a:t>Human migration / Change of Residence within the same country.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3D9F03C-BC8B-4BCF-B6AA-E75B1DD59E2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GB" dirty="0"/>
              <a:t>International Migration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4269891-7DEE-4466-819F-29152198493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25014" y="3305207"/>
            <a:ext cx="5089567" cy="2562193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383540" indent="-383540"/>
            <a:r>
              <a:rPr lang="en-GB" sz="2400" dirty="0"/>
              <a:t>Human Migration / Change of Residence over national boundaries (to other countries)</a:t>
            </a:r>
          </a:p>
        </p:txBody>
      </p:sp>
      <p:pic>
        <p:nvPicPr>
          <p:cNvPr id="7" name="Picture 7" descr="A picture containing sky, toy, LEGO, different&#10;&#10;Description automatically generated">
            <a:extLst>
              <a:ext uri="{FF2B5EF4-FFF2-40B4-BE49-F238E27FC236}">
                <a16:creationId xmlns:a16="http://schemas.microsoft.com/office/drawing/2014/main" id="{52CABA65-D650-454C-BD74-75FB74F512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93567" y="190077"/>
            <a:ext cx="4182533" cy="2191596"/>
          </a:xfrm>
          <a:prstGeom prst="rect">
            <a:avLst/>
          </a:prstGeom>
        </p:spPr>
      </p:pic>
      <p:pic>
        <p:nvPicPr>
          <p:cNvPr id="8" name="Picture 8">
            <a:extLst>
              <a:ext uri="{FF2B5EF4-FFF2-40B4-BE49-F238E27FC236}">
                <a16:creationId xmlns:a16="http://schemas.microsoft.com/office/drawing/2014/main" id="{1F8C5E97-A2D7-421F-B824-6636D39042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66066" y="4538335"/>
            <a:ext cx="4722283" cy="22263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51092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85850" y="2014538"/>
            <a:ext cx="10344150" cy="1514475"/>
          </a:xfrm>
        </p:spPr>
        <p:txBody>
          <a:bodyPr>
            <a:normAutofit/>
          </a:bodyPr>
          <a:lstStyle/>
          <a:p>
            <a:r>
              <a:rPr lang="en-US" sz="3600" dirty="0">
                <a:latin typeface="Century Gothic" charset="0"/>
                <a:ea typeface="Century Gothic" charset="0"/>
                <a:cs typeface="Century Gothic" charset="0"/>
              </a:rPr>
              <a:t>People immigrant because of </a:t>
            </a:r>
            <a:r>
              <a:rPr lang="en-US" sz="3600" dirty="0">
                <a:solidFill>
                  <a:srgbClr val="FF0000"/>
                </a:solidFill>
                <a:latin typeface="Century Gothic" charset="0"/>
                <a:ea typeface="Century Gothic" charset="0"/>
                <a:cs typeface="Century Gothic" charset="0"/>
              </a:rPr>
              <a:t>push</a:t>
            </a:r>
            <a:r>
              <a:rPr lang="en-US" sz="3600" dirty="0">
                <a:latin typeface="Century Gothic" charset="0"/>
                <a:ea typeface="Century Gothic" charset="0"/>
                <a:cs typeface="Century Gothic" charset="0"/>
              </a:rPr>
              <a:t> and </a:t>
            </a:r>
            <a:r>
              <a:rPr lang="en-US" sz="3600" dirty="0">
                <a:solidFill>
                  <a:srgbClr val="7030A0"/>
                </a:solidFill>
                <a:latin typeface="Century Gothic" charset="0"/>
                <a:ea typeface="Century Gothic" charset="0"/>
                <a:cs typeface="Century Gothic" charset="0"/>
              </a:rPr>
              <a:t>pull</a:t>
            </a:r>
            <a:r>
              <a:rPr lang="en-US" sz="3600" dirty="0">
                <a:latin typeface="Century Gothic" charset="0"/>
                <a:ea typeface="Century Gothic" charset="0"/>
                <a:cs typeface="Century Gothic" charset="0"/>
              </a:rPr>
              <a:t> factors. </a:t>
            </a:r>
          </a:p>
          <a:p>
            <a:endParaRPr lang="en-US" sz="3600" dirty="0">
              <a:latin typeface="Century Gothic" charset="0"/>
              <a:ea typeface="Century Gothic" charset="0"/>
              <a:cs typeface="Century Gothic" charset="0"/>
            </a:endParaRPr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1300163" y="785813"/>
            <a:ext cx="1045845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89000"/>
              </a:lnSpc>
              <a:spcBef>
                <a:spcPct val="0"/>
              </a:spcBef>
              <a:buNone/>
              <a:defRPr sz="4400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/>
              <a:t>Why do people move ?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2"/>
          <a:srcRect b="55519"/>
          <a:stretch/>
        </p:blipFill>
        <p:spPr>
          <a:xfrm>
            <a:off x="1085850" y="3600450"/>
            <a:ext cx="10564080" cy="2314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22816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4437" y="690631"/>
            <a:ext cx="4986338" cy="1485900"/>
          </a:xfrm>
        </p:spPr>
        <p:txBody>
          <a:bodyPr>
            <a:normAutofit/>
          </a:bodyPr>
          <a:lstStyle/>
          <a:p>
            <a:r>
              <a:rPr lang="en-US" sz="7200" dirty="0">
                <a:solidFill>
                  <a:srgbClr val="FF0000"/>
                </a:solidFill>
                <a:latin typeface="HanziPen TC" charset="-120"/>
                <a:ea typeface="HanziPen TC" charset="-120"/>
                <a:cs typeface="HanziPen TC" charset="-120"/>
              </a:rPr>
              <a:t>Push Factors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1600" y="2289404"/>
            <a:ext cx="4672013" cy="3581400"/>
          </a:xfrm>
        </p:spPr>
        <p:txBody>
          <a:bodyPr/>
          <a:lstStyle/>
          <a:p>
            <a:r>
              <a:rPr lang="en-US" sz="2800" dirty="0"/>
              <a:t>Factors that force a person to move out of their country </a:t>
            </a:r>
          </a:p>
          <a:p>
            <a:r>
              <a:rPr lang="en-US" sz="2800" dirty="0"/>
              <a:t>Emigration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l="8445" t="44362" r="49236" b="13127"/>
          <a:stretch/>
        </p:blipFill>
        <p:spPr>
          <a:xfrm>
            <a:off x="1957387" y="4323654"/>
            <a:ext cx="2543176" cy="1917979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943725" y="2302780"/>
            <a:ext cx="4829175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Wingdings" charset="2"/>
              <a:buChar char="§"/>
            </a:pPr>
            <a:r>
              <a:rPr lang="en-US" sz="2800" dirty="0"/>
              <a:t>Factors that encourage a person to come to a new country </a:t>
            </a:r>
          </a:p>
          <a:p>
            <a:pPr marL="457200" indent="-457200">
              <a:buFont typeface="Wingdings" charset="2"/>
              <a:buChar char="§"/>
            </a:pPr>
            <a:r>
              <a:rPr lang="en-US" sz="2800" dirty="0"/>
              <a:t>Immigration</a:t>
            </a:r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6943725" y="636098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89000"/>
              </a:lnSpc>
              <a:spcBef>
                <a:spcPct val="0"/>
              </a:spcBef>
              <a:buNone/>
              <a:defRPr sz="4400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7200">
                <a:solidFill>
                  <a:srgbClr val="7030A0"/>
                </a:solidFill>
                <a:latin typeface="HanziPen TC" charset="-120"/>
                <a:ea typeface="HanziPen TC" charset="-120"/>
                <a:cs typeface="HanziPen TC" charset="-120"/>
              </a:rPr>
              <a:t>Pull Factors </a:t>
            </a:r>
            <a:endParaRPr lang="en-US" sz="7200" dirty="0">
              <a:solidFill>
                <a:srgbClr val="7030A0"/>
              </a:solidFill>
              <a:latin typeface="HanziPen TC" charset="-120"/>
              <a:ea typeface="HanziPen TC" charset="-120"/>
              <a:cs typeface="HanziPen TC" charset="-120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2"/>
          <a:srcRect l="51646" t="43894" r="6211" b="20251"/>
          <a:stretch/>
        </p:blipFill>
        <p:spPr>
          <a:xfrm>
            <a:off x="7772401" y="4480226"/>
            <a:ext cx="2757487" cy="17614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23908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8267" y="414337"/>
            <a:ext cx="7078748" cy="61007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542229"/>
      </p:ext>
    </p:extLst>
  </p:cSld>
  <p:clrMapOvr>
    <a:masterClrMapping/>
  </p:clrMapOvr>
</p:sld>
</file>

<file path=ppt/theme/theme1.xml><?xml version="1.0" encoding="utf-8"?>
<a:theme xmlns:a="http://schemas.openxmlformats.org/drawingml/2006/main" name="Crop">
  <a:themeElements>
    <a:clrScheme name="Crop">
      <a:dk1>
        <a:sysClr val="windowText" lastClr="000000"/>
      </a:dk1>
      <a:lt1>
        <a:sysClr val="window" lastClr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Crop">
      <a:maj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Crop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op" id="{EC9488ED-E761-4D60-9AC4-764D1FE2C171}" vid="{CE19780C-D67D-4C13-9DE9-A52BC3BA51B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Crop</Template>
  <TotalTime>39</TotalTime>
  <Words>79</Words>
  <Application>Microsoft Office PowerPoint</Application>
  <PresentationFormat>Widescreen</PresentationFormat>
  <Paragraphs>11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Crop</vt:lpstr>
      <vt:lpstr>Immigration</vt:lpstr>
      <vt:lpstr>Immigration</vt:lpstr>
      <vt:lpstr>PowerPoint Presentation</vt:lpstr>
      <vt:lpstr>Push Factors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Immigration</dc:title>
  <dc:creator>Dianne Holland</dc:creator>
  <cp:lastModifiedBy>Dianne Holland</cp:lastModifiedBy>
  <cp:revision>32</cp:revision>
  <dcterms:created xsi:type="dcterms:W3CDTF">2017-12-10T07:44:38Z</dcterms:created>
  <dcterms:modified xsi:type="dcterms:W3CDTF">2022-03-07T06:38:47Z</dcterms:modified>
</cp:coreProperties>
</file>