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8" r:id="rId1"/>
  </p:sldMasterIdLst>
  <p:notesMasterIdLst>
    <p:notesMasterId r:id="rId14"/>
  </p:notesMasterIdLst>
  <p:sldIdLst>
    <p:sldId id="256" r:id="rId2"/>
    <p:sldId id="257" r:id="rId3"/>
    <p:sldId id="258" r:id="rId4"/>
    <p:sldId id="259" r:id="rId5"/>
    <p:sldId id="260" r:id="rId6"/>
    <p:sldId id="261" r:id="rId7"/>
    <p:sldId id="262" r:id="rId8"/>
    <p:sldId id="263" r:id="rId9"/>
    <p:sldId id="267" r:id="rId10"/>
    <p:sldId id="268" r:id="rId11"/>
    <p:sldId id="266" r:id="rId12"/>
    <p:sldId id="264" r:id="rId13"/>
  </p:sldIdLst>
  <p:sldSz cx="9144000" cy="5143500" type="screen16x9"/>
  <p:notesSz cx="6858000" cy="9144000"/>
  <p:embeddedFontLst>
    <p:embeddedFont>
      <p:font typeface="Bangers" panose="020B0604020202020204" charset="0"/>
      <p:regular r:id="rId15"/>
    </p:embeddedFont>
    <p:embeddedFont>
      <p:font typeface="Josefin Sans" pitchFamily="2" charset="0"/>
      <p:regular r:id="rId16"/>
      <p:bold r:id="rId17"/>
      <p:italic r:id="rId18"/>
      <p:boldItalic r:id="rId19"/>
    </p:embeddedFont>
    <p:embeddedFont>
      <p:font typeface="Roboto" panose="02000000000000000000" pitchFamily="2" charset="0"/>
      <p:regular r:id="rId20"/>
      <p:bold r:id="rId21"/>
      <p:italic r:id="rId22"/>
      <p:boldItalic r:id="rId23"/>
    </p:embeddedFont>
    <p:embeddedFont>
      <p:font typeface="Sniglet" panose="020B0604020202020204" charset="0"/>
      <p:regular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1" d="100"/>
          <a:sy n="141" d="100"/>
        </p:scale>
        <p:origin x="138" y="33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d3635bfdf3_4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d3635bfdf3_4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d4fb8d9469_0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d4fb8d9469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d3635bfdf3_4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d3635bfdf3_4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d3635bfdf3_4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d3635bfdf3_4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d3635bfdf3_4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d3635bfdf3_4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cd62ffa8bd_1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cd62ffa8bd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d4fb8d9469_0_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d4fb8d9469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cd4ff5ab3d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cd4ff5ab3d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d4fb8d9469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d4fb8d9469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257647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cd4ff5ab3d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cd4ff5ab3d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533145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d4fb8d9469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d4fb8d9469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cd62ffa8bd_1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cd62ffa8bd_1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pic>
        <p:nvPicPr>
          <p:cNvPr id="10" name="Google Shape;10;p2" descr="comic-04.png"/>
          <p:cNvPicPr preferRelativeResize="0"/>
          <p:nvPr/>
        </p:nvPicPr>
        <p:blipFill>
          <a:blip r:embed="rId2">
            <a:alphaModFix amt="20000"/>
          </a:blip>
          <a:stretch>
            <a:fillRect/>
          </a:stretch>
        </p:blipFill>
        <p:spPr>
          <a:xfrm>
            <a:off x="0" y="0"/>
            <a:ext cx="9144000" cy="5143500"/>
          </a:xfrm>
          <a:prstGeom prst="rect">
            <a:avLst/>
          </a:prstGeom>
          <a:noFill/>
          <a:ln>
            <a:noFill/>
          </a:ln>
        </p:spPr>
      </p:pic>
      <p:sp>
        <p:nvSpPr>
          <p:cNvPr id="11" name="Google Shape;11;p2"/>
          <p:cNvSpPr/>
          <p:nvPr/>
        </p:nvSpPr>
        <p:spPr>
          <a:xfrm>
            <a:off x="1315275" y="921225"/>
            <a:ext cx="6411650" cy="3910600"/>
          </a:xfrm>
          <a:custGeom>
            <a:avLst/>
            <a:gdLst/>
            <a:ahLst/>
            <a:cxnLst/>
            <a:rect l="l" t="t" r="r" b="b"/>
            <a:pathLst>
              <a:path w="256466" h="156424" extrusionOk="0">
                <a:moveTo>
                  <a:pt x="39612" y="0"/>
                </a:moveTo>
                <a:lnTo>
                  <a:pt x="39612" y="26023"/>
                </a:lnTo>
                <a:lnTo>
                  <a:pt x="0" y="23918"/>
                </a:lnTo>
                <a:lnTo>
                  <a:pt x="40190" y="61876"/>
                </a:lnTo>
                <a:lnTo>
                  <a:pt x="40190" y="156424"/>
                </a:lnTo>
                <a:lnTo>
                  <a:pt x="256466" y="139076"/>
                </a:lnTo>
                <a:lnTo>
                  <a:pt x="248659" y="19951"/>
                </a:lnTo>
                <a:close/>
              </a:path>
            </a:pathLst>
          </a:custGeom>
          <a:solidFill>
            <a:srgbClr val="001936">
              <a:alpha val="21920"/>
            </a:srgbClr>
          </a:solidFill>
          <a:ln>
            <a:noFill/>
          </a:ln>
        </p:spPr>
      </p:sp>
      <p:sp>
        <p:nvSpPr>
          <p:cNvPr id="12" name="Google Shape;12;p2"/>
          <p:cNvSpPr/>
          <p:nvPr/>
        </p:nvSpPr>
        <p:spPr>
          <a:xfrm>
            <a:off x="1010475" y="616425"/>
            <a:ext cx="6411650" cy="3910600"/>
          </a:xfrm>
          <a:custGeom>
            <a:avLst/>
            <a:gdLst/>
            <a:ahLst/>
            <a:cxnLst/>
            <a:rect l="l" t="t" r="r" b="b"/>
            <a:pathLst>
              <a:path w="256466" h="156424" extrusionOk="0">
                <a:moveTo>
                  <a:pt x="39612" y="0"/>
                </a:moveTo>
                <a:lnTo>
                  <a:pt x="39612" y="26023"/>
                </a:lnTo>
                <a:lnTo>
                  <a:pt x="0" y="23918"/>
                </a:lnTo>
                <a:lnTo>
                  <a:pt x="40190" y="61876"/>
                </a:lnTo>
                <a:lnTo>
                  <a:pt x="40190" y="156424"/>
                </a:lnTo>
                <a:lnTo>
                  <a:pt x="256466" y="139076"/>
                </a:lnTo>
                <a:lnTo>
                  <a:pt x="248659" y="19951"/>
                </a:lnTo>
                <a:close/>
              </a:path>
            </a:pathLst>
          </a:custGeom>
          <a:solidFill>
            <a:srgbClr val="FFFFFF"/>
          </a:solidFill>
          <a:ln w="76200" cap="flat" cmpd="sng">
            <a:solidFill>
              <a:srgbClr val="000000"/>
            </a:solidFill>
            <a:prstDash val="solid"/>
            <a:miter lim="8000"/>
            <a:headEnd type="none" w="med" len="med"/>
            <a:tailEnd type="none" w="med" len="med"/>
          </a:ln>
        </p:spPr>
      </p:sp>
      <p:sp>
        <p:nvSpPr>
          <p:cNvPr id="13" name="Google Shape;13;p2"/>
          <p:cNvSpPr txBox="1">
            <a:spLocks noGrp="1"/>
          </p:cNvSpPr>
          <p:nvPr>
            <p:ph type="ctrTitle"/>
          </p:nvPr>
        </p:nvSpPr>
        <p:spPr>
          <a:xfrm>
            <a:off x="2572125" y="2068625"/>
            <a:ext cx="4271700" cy="1159800"/>
          </a:xfrm>
          <a:prstGeom prst="rect">
            <a:avLst/>
          </a:prstGeom>
        </p:spPr>
        <p:txBody>
          <a:bodyPr spcFirstLastPara="1" wrap="square" lIns="91425" tIns="91425" rIns="91425" bIns="91425" anchor="ctr" anchorCtr="0">
            <a:noAutofit/>
          </a:bodyPr>
          <a:lstStyle>
            <a:lvl1pPr lvl="0" rtl="0">
              <a:spcBef>
                <a:spcPts val="0"/>
              </a:spcBef>
              <a:spcAft>
                <a:spcPts val="0"/>
              </a:spcAft>
              <a:buSzPts val="6400"/>
              <a:buNone/>
              <a:defRPr sz="6400"/>
            </a:lvl1pPr>
            <a:lvl2pPr lvl="1" rtl="0">
              <a:spcBef>
                <a:spcPts val="0"/>
              </a:spcBef>
              <a:spcAft>
                <a:spcPts val="0"/>
              </a:spcAft>
              <a:buSzPts val="6400"/>
              <a:buNone/>
              <a:defRPr sz="6400"/>
            </a:lvl2pPr>
            <a:lvl3pPr lvl="2" rtl="0">
              <a:spcBef>
                <a:spcPts val="0"/>
              </a:spcBef>
              <a:spcAft>
                <a:spcPts val="0"/>
              </a:spcAft>
              <a:buSzPts val="6400"/>
              <a:buNone/>
              <a:defRPr sz="6400"/>
            </a:lvl3pPr>
            <a:lvl4pPr lvl="3" rtl="0">
              <a:spcBef>
                <a:spcPts val="0"/>
              </a:spcBef>
              <a:spcAft>
                <a:spcPts val="0"/>
              </a:spcAft>
              <a:buSzPts val="6400"/>
              <a:buNone/>
              <a:defRPr sz="6400"/>
            </a:lvl4pPr>
            <a:lvl5pPr lvl="4" rtl="0">
              <a:spcBef>
                <a:spcPts val="0"/>
              </a:spcBef>
              <a:spcAft>
                <a:spcPts val="0"/>
              </a:spcAft>
              <a:buSzPts val="6400"/>
              <a:buNone/>
              <a:defRPr sz="6400"/>
            </a:lvl5pPr>
            <a:lvl6pPr lvl="5" rtl="0">
              <a:spcBef>
                <a:spcPts val="0"/>
              </a:spcBef>
              <a:spcAft>
                <a:spcPts val="0"/>
              </a:spcAft>
              <a:buSzPts val="6400"/>
              <a:buNone/>
              <a:defRPr sz="6400"/>
            </a:lvl6pPr>
            <a:lvl7pPr lvl="6" rtl="0">
              <a:spcBef>
                <a:spcPts val="0"/>
              </a:spcBef>
              <a:spcAft>
                <a:spcPts val="0"/>
              </a:spcAft>
              <a:buSzPts val="6400"/>
              <a:buNone/>
              <a:defRPr sz="6400"/>
            </a:lvl7pPr>
            <a:lvl8pPr lvl="7" rtl="0">
              <a:spcBef>
                <a:spcPts val="0"/>
              </a:spcBef>
              <a:spcAft>
                <a:spcPts val="0"/>
              </a:spcAft>
              <a:buSzPts val="6400"/>
              <a:buNone/>
              <a:defRPr sz="6400"/>
            </a:lvl8pPr>
            <a:lvl9pPr lvl="8" rtl="0">
              <a:spcBef>
                <a:spcPts val="0"/>
              </a:spcBef>
              <a:spcAft>
                <a:spcPts val="0"/>
              </a:spcAft>
              <a:buSzPts val="6400"/>
              <a:buNone/>
              <a:defRPr sz="64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14"/>
        <p:cNvGrpSpPr/>
        <p:nvPr/>
      </p:nvGrpSpPr>
      <p:grpSpPr>
        <a:xfrm>
          <a:off x="0" y="0"/>
          <a:ext cx="0" cy="0"/>
          <a:chOff x="0" y="0"/>
          <a:chExt cx="0" cy="0"/>
        </a:xfrm>
      </p:grpSpPr>
      <p:pic>
        <p:nvPicPr>
          <p:cNvPr id="15" name="Google Shape;15;p3" descr="comic-04.png"/>
          <p:cNvPicPr preferRelativeResize="0"/>
          <p:nvPr/>
        </p:nvPicPr>
        <p:blipFill>
          <a:blip r:embed="rId2">
            <a:alphaModFix amt="20000"/>
          </a:blip>
          <a:stretch>
            <a:fillRect/>
          </a:stretch>
        </p:blipFill>
        <p:spPr>
          <a:xfrm>
            <a:off x="0" y="0"/>
            <a:ext cx="9144000" cy="5143500"/>
          </a:xfrm>
          <a:prstGeom prst="rect">
            <a:avLst/>
          </a:prstGeom>
          <a:noFill/>
          <a:ln>
            <a:noFill/>
          </a:ln>
        </p:spPr>
      </p:pic>
      <p:sp>
        <p:nvSpPr>
          <p:cNvPr id="16" name="Google Shape;16;p3"/>
          <p:cNvSpPr/>
          <p:nvPr/>
        </p:nvSpPr>
        <p:spPr>
          <a:xfrm rot="169468" flipH="1">
            <a:off x="3608972" y="646196"/>
            <a:ext cx="5247975" cy="3809532"/>
          </a:xfrm>
          <a:prstGeom prst="wedgeEllipseCallout">
            <a:avLst>
              <a:gd name="adj1" fmla="val -42509"/>
              <a:gd name="adj2" fmla="val 62980"/>
            </a:avLst>
          </a:prstGeom>
          <a:solidFill>
            <a:srgbClr val="001936">
              <a:alpha val="21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p:nvPr/>
        </p:nvSpPr>
        <p:spPr>
          <a:xfrm rot="169468" flipH="1">
            <a:off x="3380372" y="417596"/>
            <a:ext cx="5247975" cy="3809532"/>
          </a:xfrm>
          <a:prstGeom prst="wedgeEllipseCallout">
            <a:avLst>
              <a:gd name="adj1" fmla="val -42509"/>
              <a:gd name="adj2" fmla="val 62980"/>
            </a:avLst>
          </a:prstGeom>
          <a:solidFill>
            <a:srgbClr val="FFFFFF"/>
          </a:solidFill>
          <a:ln w="76200" cap="flat"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txBox="1">
            <a:spLocks noGrp="1"/>
          </p:cNvSpPr>
          <p:nvPr>
            <p:ph type="ctrTitle"/>
          </p:nvPr>
        </p:nvSpPr>
        <p:spPr>
          <a:xfrm>
            <a:off x="4101125" y="1659550"/>
            <a:ext cx="3767400" cy="1159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9" name="Google Shape;19;p3"/>
          <p:cNvSpPr txBox="1">
            <a:spLocks noGrp="1"/>
          </p:cNvSpPr>
          <p:nvPr>
            <p:ph type="subTitle" idx="1"/>
          </p:nvPr>
        </p:nvSpPr>
        <p:spPr>
          <a:xfrm>
            <a:off x="4101125" y="2687651"/>
            <a:ext cx="3767400" cy="784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1800"/>
              <a:buNone/>
              <a:defRPr sz="1800">
                <a:solidFill>
                  <a:srgbClr val="000000"/>
                </a:solidFill>
              </a:defRPr>
            </a:lvl1pPr>
            <a:lvl2pPr lvl="1" algn="ctr" rtl="0">
              <a:spcBef>
                <a:spcPts val="0"/>
              </a:spcBef>
              <a:spcAft>
                <a:spcPts val="0"/>
              </a:spcAft>
              <a:buClr>
                <a:srgbClr val="000000"/>
              </a:buClr>
              <a:buSzPts val="1800"/>
              <a:buNone/>
              <a:defRPr sz="1800">
                <a:solidFill>
                  <a:srgbClr val="000000"/>
                </a:solidFill>
              </a:defRPr>
            </a:lvl2pPr>
            <a:lvl3pPr lvl="2" algn="ctr" rtl="0">
              <a:spcBef>
                <a:spcPts val="0"/>
              </a:spcBef>
              <a:spcAft>
                <a:spcPts val="0"/>
              </a:spcAft>
              <a:buClr>
                <a:srgbClr val="000000"/>
              </a:buClr>
              <a:buSzPts val="1800"/>
              <a:buNone/>
              <a:defRPr sz="1800">
                <a:solidFill>
                  <a:srgbClr val="000000"/>
                </a:solidFill>
              </a:defRPr>
            </a:lvl3pPr>
            <a:lvl4pPr lvl="3" algn="ctr" rtl="0">
              <a:spcBef>
                <a:spcPts val="0"/>
              </a:spcBef>
              <a:spcAft>
                <a:spcPts val="0"/>
              </a:spcAft>
              <a:buClr>
                <a:srgbClr val="000000"/>
              </a:buClr>
              <a:buSzPts val="1800"/>
              <a:buNone/>
              <a:defRPr>
                <a:solidFill>
                  <a:srgbClr val="000000"/>
                </a:solidFill>
              </a:defRPr>
            </a:lvl4pPr>
            <a:lvl5pPr lvl="4" algn="ctr" rtl="0">
              <a:spcBef>
                <a:spcPts val="0"/>
              </a:spcBef>
              <a:spcAft>
                <a:spcPts val="0"/>
              </a:spcAft>
              <a:buClr>
                <a:srgbClr val="000000"/>
              </a:buClr>
              <a:buSzPts val="1800"/>
              <a:buNone/>
              <a:defRPr>
                <a:solidFill>
                  <a:srgbClr val="000000"/>
                </a:solidFill>
              </a:defRPr>
            </a:lvl5pPr>
            <a:lvl6pPr lvl="5" algn="ctr" rtl="0">
              <a:spcBef>
                <a:spcPts val="0"/>
              </a:spcBef>
              <a:spcAft>
                <a:spcPts val="0"/>
              </a:spcAft>
              <a:buClr>
                <a:srgbClr val="000000"/>
              </a:buClr>
              <a:buSzPts val="1800"/>
              <a:buNone/>
              <a:defRPr>
                <a:solidFill>
                  <a:srgbClr val="000000"/>
                </a:solidFill>
              </a:defRPr>
            </a:lvl6pPr>
            <a:lvl7pPr lvl="6" algn="ctr" rtl="0">
              <a:spcBef>
                <a:spcPts val="0"/>
              </a:spcBef>
              <a:spcAft>
                <a:spcPts val="0"/>
              </a:spcAft>
              <a:buClr>
                <a:srgbClr val="000000"/>
              </a:buClr>
              <a:buSzPts val="1800"/>
              <a:buNone/>
              <a:defRPr>
                <a:solidFill>
                  <a:srgbClr val="000000"/>
                </a:solidFill>
              </a:defRPr>
            </a:lvl7pPr>
            <a:lvl8pPr lvl="7" algn="ctr" rtl="0">
              <a:spcBef>
                <a:spcPts val="0"/>
              </a:spcBef>
              <a:spcAft>
                <a:spcPts val="0"/>
              </a:spcAft>
              <a:buClr>
                <a:srgbClr val="000000"/>
              </a:buClr>
              <a:buSzPts val="1800"/>
              <a:buNone/>
              <a:defRPr>
                <a:solidFill>
                  <a:srgbClr val="000000"/>
                </a:solidFill>
              </a:defRPr>
            </a:lvl8pPr>
            <a:lvl9pPr lvl="8" algn="ctr" rtl="0">
              <a:spcBef>
                <a:spcPts val="0"/>
              </a:spcBef>
              <a:spcAft>
                <a:spcPts val="0"/>
              </a:spcAft>
              <a:buClr>
                <a:srgbClr val="000000"/>
              </a:buClr>
              <a:buSzPts val="1800"/>
              <a:buNone/>
              <a:defRPr>
                <a:solidFill>
                  <a:srgbClr val="000000"/>
                </a:solidFill>
              </a:defRPr>
            </a:lvl9pPr>
          </a:lstStyle>
          <a:p>
            <a:endParaRPr/>
          </a:p>
        </p:txBody>
      </p:sp>
      <p:sp>
        <p:nvSpPr>
          <p:cNvPr id="20" name="Google Shape;20;p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TITLE_1_1">
    <p:spTree>
      <p:nvGrpSpPr>
        <p:cNvPr id="1" name="Shape 21"/>
        <p:cNvGrpSpPr/>
        <p:nvPr/>
      </p:nvGrpSpPr>
      <p:grpSpPr>
        <a:xfrm>
          <a:off x="0" y="0"/>
          <a:ext cx="0" cy="0"/>
          <a:chOff x="0" y="0"/>
          <a:chExt cx="0" cy="0"/>
        </a:xfrm>
      </p:grpSpPr>
      <p:pic>
        <p:nvPicPr>
          <p:cNvPr id="22" name="Google Shape;22;p4" descr="comic-02.png"/>
          <p:cNvPicPr preferRelativeResize="0"/>
          <p:nvPr/>
        </p:nvPicPr>
        <p:blipFill>
          <a:blip r:embed="rId2">
            <a:alphaModFix amt="20000"/>
          </a:blip>
          <a:stretch>
            <a:fillRect/>
          </a:stretch>
        </p:blipFill>
        <p:spPr>
          <a:xfrm>
            <a:off x="0" y="0"/>
            <a:ext cx="9144000" cy="5143500"/>
          </a:xfrm>
          <a:prstGeom prst="rect">
            <a:avLst/>
          </a:prstGeom>
          <a:noFill/>
          <a:ln>
            <a:noFill/>
          </a:ln>
        </p:spPr>
      </p:pic>
      <p:sp>
        <p:nvSpPr>
          <p:cNvPr id="23" name="Google Shape;23;p4"/>
          <p:cNvSpPr/>
          <p:nvPr/>
        </p:nvSpPr>
        <p:spPr>
          <a:xfrm>
            <a:off x="1992350" y="37775"/>
            <a:ext cx="5616577" cy="5220440"/>
          </a:xfrm>
          <a:custGeom>
            <a:avLst/>
            <a:gdLst/>
            <a:ahLst/>
            <a:cxnLst/>
            <a:rect l="l" t="t" r="r" b="b"/>
            <a:pathLst>
              <a:path w="114788" h="106692" extrusionOk="0">
                <a:moveTo>
                  <a:pt x="40479" y="15324"/>
                </a:moveTo>
                <a:lnTo>
                  <a:pt x="41346" y="3758"/>
                </a:lnTo>
                <a:lnTo>
                  <a:pt x="52623" y="13878"/>
                </a:lnTo>
                <a:lnTo>
                  <a:pt x="56382" y="0"/>
                </a:lnTo>
                <a:lnTo>
                  <a:pt x="63610" y="14746"/>
                </a:lnTo>
                <a:lnTo>
                  <a:pt x="70549" y="2024"/>
                </a:lnTo>
                <a:lnTo>
                  <a:pt x="75754" y="17926"/>
                </a:lnTo>
                <a:lnTo>
                  <a:pt x="85006" y="6939"/>
                </a:lnTo>
                <a:lnTo>
                  <a:pt x="85006" y="23131"/>
                </a:lnTo>
                <a:lnTo>
                  <a:pt x="100620" y="13589"/>
                </a:lnTo>
                <a:lnTo>
                  <a:pt x="96861" y="31516"/>
                </a:lnTo>
                <a:lnTo>
                  <a:pt x="111896" y="26889"/>
                </a:lnTo>
                <a:lnTo>
                  <a:pt x="100909" y="41057"/>
                </a:lnTo>
                <a:lnTo>
                  <a:pt x="114209" y="42214"/>
                </a:lnTo>
                <a:lnTo>
                  <a:pt x="104379" y="53201"/>
                </a:lnTo>
                <a:lnTo>
                  <a:pt x="114788" y="59851"/>
                </a:lnTo>
                <a:lnTo>
                  <a:pt x="101198" y="64188"/>
                </a:lnTo>
                <a:lnTo>
                  <a:pt x="105246" y="74886"/>
                </a:lnTo>
                <a:lnTo>
                  <a:pt x="93102" y="73730"/>
                </a:lnTo>
                <a:lnTo>
                  <a:pt x="97150" y="85006"/>
                </a:lnTo>
                <a:lnTo>
                  <a:pt x="88187" y="81537"/>
                </a:lnTo>
                <a:lnTo>
                  <a:pt x="87319" y="95994"/>
                </a:lnTo>
                <a:lnTo>
                  <a:pt x="76043" y="91078"/>
                </a:lnTo>
                <a:lnTo>
                  <a:pt x="71417" y="101776"/>
                </a:lnTo>
                <a:lnTo>
                  <a:pt x="64478" y="93970"/>
                </a:lnTo>
                <a:lnTo>
                  <a:pt x="58984" y="106692"/>
                </a:lnTo>
                <a:lnTo>
                  <a:pt x="52334" y="88187"/>
                </a:lnTo>
                <a:lnTo>
                  <a:pt x="45105" y="100620"/>
                </a:lnTo>
                <a:lnTo>
                  <a:pt x="41636" y="86741"/>
                </a:lnTo>
                <a:lnTo>
                  <a:pt x="29492" y="102355"/>
                </a:lnTo>
                <a:lnTo>
                  <a:pt x="29781" y="83271"/>
                </a:lnTo>
                <a:lnTo>
                  <a:pt x="20239" y="87319"/>
                </a:lnTo>
                <a:lnTo>
                  <a:pt x="21107" y="76332"/>
                </a:lnTo>
                <a:lnTo>
                  <a:pt x="4915" y="79224"/>
                </a:lnTo>
                <a:lnTo>
                  <a:pt x="16191" y="66212"/>
                </a:lnTo>
                <a:lnTo>
                  <a:pt x="7806" y="62164"/>
                </a:lnTo>
                <a:lnTo>
                  <a:pt x="14167" y="56960"/>
                </a:lnTo>
                <a:lnTo>
                  <a:pt x="0" y="47997"/>
                </a:lnTo>
                <a:lnTo>
                  <a:pt x="18215" y="43081"/>
                </a:lnTo>
                <a:lnTo>
                  <a:pt x="9252" y="31516"/>
                </a:lnTo>
                <a:lnTo>
                  <a:pt x="26022" y="33540"/>
                </a:lnTo>
                <a:lnTo>
                  <a:pt x="16191" y="18504"/>
                </a:lnTo>
                <a:lnTo>
                  <a:pt x="31516" y="23420"/>
                </a:lnTo>
                <a:lnTo>
                  <a:pt x="32094" y="11854"/>
                </a:lnTo>
                <a:close/>
              </a:path>
            </a:pathLst>
          </a:custGeom>
          <a:solidFill>
            <a:srgbClr val="001936">
              <a:alpha val="21920"/>
            </a:srgbClr>
          </a:solidFill>
          <a:ln>
            <a:noFill/>
          </a:ln>
        </p:spPr>
      </p:sp>
      <p:sp>
        <p:nvSpPr>
          <p:cNvPr id="24" name="Google Shape;24;p4"/>
          <p:cNvSpPr/>
          <p:nvPr/>
        </p:nvSpPr>
        <p:spPr>
          <a:xfrm>
            <a:off x="510325" y="-114625"/>
            <a:ext cx="8046639" cy="5220440"/>
          </a:xfrm>
          <a:custGeom>
            <a:avLst/>
            <a:gdLst/>
            <a:ahLst/>
            <a:cxnLst/>
            <a:rect l="l" t="t" r="r" b="b"/>
            <a:pathLst>
              <a:path w="114788" h="106692" extrusionOk="0">
                <a:moveTo>
                  <a:pt x="40479" y="15324"/>
                </a:moveTo>
                <a:lnTo>
                  <a:pt x="41346" y="3758"/>
                </a:lnTo>
                <a:lnTo>
                  <a:pt x="52623" y="13878"/>
                </a:lnTo>
                <a:lnTo>
                  <a:pt x="56382" y="0"/>
                </a:lnTo>
                <a:lnTo>
                  <a:pt x="63610" y="14746"/>
                </a:lnTo>
                <a:lnTo>
                  <a:pt x="70549" y="2024"/>
                </a:lnTo>
                <a:lnTo>
                  <a:pt x="75754" y="17926"/>
                </a:lnTo>
                <a:lnTo>
                  <a:pt x="85006" y="6939"/>
                </a:lnTo>
                <a:lnTo>
                  <a:pt x="85006" y="23131"/>
                </a:lnTo>
                <a:lnTo>
                  <a:pt x="100620" y="13589"/>
                </a:lnTo>
                <a:lnTo>
                  <a:pt x="96861" y="31516"/>
                </a:lnTo>
                <a:lnTo>
                  <a:pt x="111896" y="26889"/>
                </a:lnTo>
                <a:lnTo>
                  <a:pt x="100909" y="41057"/>
                </a:lnTo>
                <a:lnTo>
                  <a:pt x="114209" y="42214"/>
                </a:lnTo>
                <a:lnTo>
                  <a:pt x="104379" y="53201"/>
                </a:lnTo>
                <a:lnTo>
                  <a:pt x="114788" y="59851"/>
                </a:lnTo>
                <a:lnTo>
                  <a:pt x="101198" y="64188"/>
                </a:lnTo>
                <a:lnTo>
                  <a:pt x="105246" y="74886"/>
                </a:lnTo>
                <a:lnTo>
                  <a:pt x="93102" y="73730"/>
                </a:lnTo>
                <a:lnTo>
                  <a:pt x="97150" y="85006"/>
                </a:lnTo>
                <a:lnTo>
                  <a:pt x="88187" y="81537"/>
                </a:lnTo>
                <a:lnTo>
                  <a:pt x="87319" y="95994"/>
                </a:lnTo>
                <a:lnTo>
                  <a:pt x="76043" y="91078"/>
                </a:lnTo>
                <a:lnTo>
                  <a:pt x="71417" y="101776"/>
                </a:lnTo>
                <a:lnTo>
                  <a:pt x="64478" y="93970"/>
                </a:lnTo>
                <a:lnTo>
                  <a:pt x="58984" y="106692"/>
                </a:lnTo>
                <a:lnTo>
                  <a:pt x="52334" y="88187"/>
                </a:lnTo>
                <a:lnTo>
                  <a:pt x="45105" y="100620"/>
                </a:lnTo>
                <a:lnTo>
                  <a:pt x="41636" y="86741"/>
                </a:lnTo>
                <a:lnTo>
                  <a:pt x="29492" y="102355"/>
                </a:lnTo>
                <a:lnTo>
                  <a:pt x="29781" y="83271"/>
                </a:lnTo>
                <a:lnTo>
                  <a:pt x="20239" y="87319"/>
                </a:lnTo>
                <a:lnTo>
                  <a:pt x="21107" y="76332"/>
                </a:lnTo>
                <a:lnTo>
                  <a:pt x="4915" y="79224"/>
                </a:lnTo>
                <a:lnTo>
                  <a:pt x="16191" y="66212"/>
                </a:lnTo>
                <a:lnTo>
                  <a:pt x="7806" y="62164"/>
                </a:lnTo>
                <a:lnTo>
                  <a:pt x="14167" y="56960"/>
                </a:lnTo>
                <a:lnTo>
                  <a:pt x="0" y="47997"/>
                </a:lnTo>
                <a:lnTo>
                  <a:pt x="18215" y="43081"/>
                </a:lnTo>
                <a:lnTo>
                  <a:pt x="9252" y="31516"/>
                </a:lnTo>
                <a:lnTo>
                  <a:pt x="26022" y="33540"/>
                </a:lnTo>
                <a:lnTo>
                  <a:pt x="16191" y="18504"/>
                </a:lnTo>
                <a:lnTo>
                  <a:pt x="31516" y="23420"/>
                </a:lnTo>
                <a:lnTo>
                  <a:pt x="32094" y="11854"/>
                </a:lnTo>
                <a:close/>
              </a:path>
            </a:pathLst>
          </a:custGeom>
          <a:solidFill>
            <a:srgbClr val="FFFFFF"/>
          </a:solidFill>
          <a:ln w="76200" cap="flat" cmpd="sng">
            <a:solidFill>
              <a:srgbClr val="000000"/>
            </a:solidFill>
            <a:prstDash val="solid"/>
            <a:miter lim="8000"/>
            <a:headEnd type="none" w="med" len="med"/>
            <a:tailEnd type="none" w="med" len="med"/>
          </a:ln>
        </p:spPr>
      </p:sp>
      <p:sp>
        <p:nvSpPr>
          <p:cNvPr id="25" name="Google Shape;25;p4"/>
          <p:cNvSpPr txBox="1">
            <a:spLocks noGrp="1"/>
          </p:cNvSpPr>
          <p:nvPr>
            <p:ph type="body" idx="1"/>
          </p:nvPr>
        </p:nvSpPr>
        <p:spPr>
          <a:xfrm>
            <a:off x="2905800" y="2161800"/>
            <a:ext cx="3332400" cy="819900"/>
          </a:xfrm>
          <a:prstGeom prst="rect">
            <a:avLst/>
          </a:prstGeom>
        </p:spPr>
        <p:txBody>
          <a:bodyPr spcFirstLastPara="1" wrap="square" lIns="91425" tIns="91425" rIns="91425" bIns="91425" anchor="ctr" anchorCtr="0">
            <a:noAutofit/>
          </a:bodyPr>
          <a:lstStyle>
            <a:lvl1pPr marL="457200" lvl="0" indent="-381000" algn="ctr" rtl="0">
              <a:spcBef>
                <a:spcPts val="600"/>
              </a:spcBef>
              <a:spcAft>
                <a:spcPts val="0"/>
              </a:spcAft>
              <a:buClr>
                <a:srgbClr val="000000"/>
              </a:buClr>
              <a:buSzPts val="2400"/>
              <a:buFont typeface="Bangers"/>
              <a:buChar char="×"/>
              <a:defRPr sz="2400">
                <a:solidFill>
                  <a:srgbClr val="000000"/>
                </a:solidFill>
                <a:latin typeface="Bangers"/>
                <a:ea typeface="Bangers"/>
                <a:cs typeface="Bangers"/>
                <a:sym typeface="Bangers"/>
              </a:defRPr>
            </a:lvl1pPr>
            <a:lvl2pPr marL="914400" lvl="1" indent="-381000" algn="ctr" rtl="0">
              <a:spcBef>
                <a:spcPts val="0"/>
              </a:spcBef>
              <a:spcAft>
                <a:spcPts val="0"/>
              </a:spcAft>
              <a:buClr>
                <a:srgbClr val="000000"/>
              </a:buClr>
              <a:buSzPts val="2400"/>
              <a:buFont typeface="Bangers"/>
              <a:buChar char="×"/>
              <a:defRPr>
                <a:solidFill>
                  <a:srgbClr val="000000"/>
                </a:solidFill>
                <a:latin typeface="Bangers"/>
                <a:ea typeface="Bangers"/>
                <a:cs typeface="Bangers"/>
                <a:sym typeface="Bangers"/>
              </a:defRPr>
            </a:lvl2pPr>
            <a:lvl3pPr marL="1371600" lvl="2" indent="-381000" algn="ctr" rtl="0">
              <a:spcBef>
                <a:spcPts val="0"/>
              </a:spcBef>
              <a:spcAft>
                <a:spcPts val="0"/>
              </a:spcAft>
              <a:buClr>
                <a:srgbClr val="000000"/>
              </a:buClr>
              <a:buSzPts val="2400"/>
              <a:buFont typeface="Bangers"/>
              <a:buChar char="×"/>
              <a:defRPr>
                <a:solidFill>
                  <a:srgbClr val="000000"/>
                </a:solidFill>
                <a:latin typeface="Bangers"/>
                <a:ea typeface="Bangers"/>
                <a:cs typeface="Bangers"/>
                <a:sym typeface="Bangers"/>
              </a:defRPr>
            </a:lvl3pPr>
            <a:lvl4pPr marL="1828800" lvl="3" indent="-381000" algn="ctr" rtl="0">
              <a:spcBef>
                <a:spcPts val="0"/>
              </a:spcBef>
              <a:spcAft>
                <a:spcPts val="0"/>
              </a:spcAft>
              <a:buClr>
                <a:srgbClr val="000000"/>
              </a:buClr>
              <a:buSzPts val="2400"/>
              <a:buFont typeface="Bangers"/>
              <a:buChar char="×"/>
              <a:defRPr sz="2400">
                <a:solidFill>
                  <a:srgbClr val="000000"/>
                </a:solidFill>
                <a:latin typeface="Bangers"/>
                <a:ea typeface="Bangers"/>
                <a:cs typeface="Bangers"/>
                <a:sym typeface="Bangers"/>
              </a:defRPr>
            </a:lvl4pPr>
            <a:lvl5pPr marL="2286000" lvl="4" indent="-381000" algn="ctr" rtl="0">
              <a:spcBef>
                <a:spcPts val="0"/>
              </a:spcBef>
              <a:spcAft>
                <a:spcPts val="0"/>
              </a:spcAft>
              <a:buClr>
                <a:srgbClr val="000000"/>
              </a:buClr>
              <a:buSzPts val="2400"/>
              <a:buFont typeface="Bangers"/>
              <a:buChar char="×"/>
              <a:defRPr sz="2400">
                <a:solidFill>
                  <a:srgbClr val="000000"/>
                </a:solidFill>
                <a:latin typeface="Bangers"/>
                <a:ea typeface="Bangers"/>
                <a:cs typeface="Bangers"/>
                <a:sym typeface="Bangers"/>
              </a:defRPr>
            </a:lvl5pPr>
            <a:lvl6pPr marL="2743200" lvl="5" indent="-381000" algn="ctr" rtl="0">
              <a:spcBef>
                <a:spcPts val="0"/>
              </a:spcBef>
              <a:spcAft>
                <a:spcPts val="0"/>
              </a:spcAft>
              <a:buClr>
                <a:srgbClr val="000000"/>
              </a:buClr>
              <a:buSzPts val="2400"/>
              <a:buFont typeface="Bangers"/>
              <a:buChar char="×"/>
              <a:defRPr sz="2400">
                <a:solidFill>
                  <a:srgbClr val="000000"/>
                </a:solidFill>
                <a:latin typeface="Bangers"/>
                <a:ea typeface="Bangers"/>
                <a:cs typeface="Bangers"/>
                <a:sym typeface="Bangers"/>
              </a:defRPr>
            </a:lvl6pPr>
            <a:lvl7pPr marL="3200400" lvl="6" indent="-381000" algn="ctr" rtl="0">
              <a:spcBef>
                <a:spcPts val="0"/>
              </a:spcBef>
              <a:spcAft>
                <a:spcPts val="0"/>
              </a:spcAft>
              <a:buClr>
                <a:srgbClr val="000000"/>
              </a:buClr>
              <a:buSzPts val="2400"/>
              <a:buFont typeface="Bangers"/>
              <a:buChar char="×"/>
              <a:defRPr sz="2400">
                <a:solidFill>
                  <a:srgbClr val="000000"/>
                </a:solidFill>
                <a:latin typeface="Bangers"/>
                <a:ea typeface="Bangers"/>
                <a:cs typeface="Bangers"/>
                <a:sym typeface="Bangers"/>
              </a:defRPr>
            </a:lvl7pPr>
            <a:lvl8pPr marL="3657600" lvl="7" indent="-381000" algn="ctr" rtl="0">
              <a:spcBef>
                <a:spcPts val="0"/>
              </a:spcBef>
              <a:spcAft>
                <a:spcPts val="0"/>
              </a:spcAft>
              <a:buClr>
                <a:srgbClr val="000000"/>
              </a:buClr>
              <a:buSzPts val="2400"/>
              <a:buFont typeface="Bangers"/>
              <a:buChar char="×"/>
              <a:defRPr sz="2400">
                <a:solidFill>
                  <a:srgbClr val="000000"/>
                </a:solidFill>
                <a:latin typeface="Bangers"/>
                <a:ea typeface="Bangers"/>
                <a:cs typeface="Bangers"/>
                <a:sym typeface="Bangers"/>
              </a:defRPr>
            </a:lvl8pPr>
            <a:lvl9pPr marL="4114800" lvl="8" indent="-381000" algn="ctr" rtl="0">
              <a:spcBef>
                <a:spcPts val="0"/>
              </a:spcBef>
              <a:spcAft>
                <a:spcPts val="0"/>
              </a:spcAft>
              <a:buClr>
                <a:srgbClr val="000000"/>
              </a:buClr>
              <a:buSzPts val="2400"/>
              <a:buFont typeface="Bangers"/>
              <a:buChar char="×"/>
              <a:defRPr sz="2400">
                <a:solidFill>
                  <a:srgbClr val="000000"/>
                </a:solidFill>
                <a:latin typeface="Bangers"/>
                <a:ea typeface="Bangers"/>
                <a:cs typeface="Bangers"/>
                <a:sym typeface="Bangers"/>
              </a:defRPr>
            </a:lvl9pPr>
          </a:lstStyle>
          <a:p>
            <a:endParaRPr/>
          </a:p>
        </p:txBody>
      </p:sp>
      <p:sp>
        <p:nvSpPr>
          <p:cNvPr id="26" name="Google Shape;26;p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rtl="0">
              <a:buNone/>
              <a:defRPr>
                <a:latin typeface="Bangers"/>
                <a:ea typeface="Bangers"/>
                <a:cs typeface="Bangers"/>
                <a:sym typeface="Bangers"/>
              </a:defRPr>
            </a:lvl1pPr>
            <a:lvl2pPr lvl="1" rtl="0">
              <a:buNone/>
              <a:defRPr>
                <a:latin typeface="Bangers"/>
                <a:ea typeface="Bangers"/>
                <a:cs typeface="Bangers"/>
                <a:sym typeface="Bangers"/>
              </a:defRPr>
            </a:lvl2pPr>
            <a:lvl3pPr lvl="2" rtl="0">
              <a:buNone/>
              <a:defRPr>
                <a:latin typeface="Bangers"/>
                <a:ea typeface="Bangers"/>
                <a:cs typeface="Bangers"/>
                <a:sym typeface="Bangers"/>
              </a:defRPr>
            </a:lvl3pPr>
            <a:lvl4pPr lvl="3" rtl="0">
              <a:buNone/>
              <a:defRPr>
                <a:latin typeface="Bangers"/>
                <a:ea typeface="Bangers"/>
                <a:cs typeface="Bangers"/>
                <a:sym typeface="Bangers"/>
              </a:defRPr>
            </a:lvl4pPr>
            <a:lvl5pPr lvl="4" rtl="0">
              <a:buNone/>
              <a:defRPr>
                <a:latin typeface="Bangers"/>
                <a:ea typeface="Bangers"/>
                <a:cs typeface="Bangers"/>
                <a:sym typeface="Bangers"/>
              </a:defRPr>
            </a:lvl5pPr>
            <a:lvl6pPr lvl="5" rtl="0">
              <a:buNone/>
              <a:defRPr>
                <a:latin typeface="Bangers"/>
                <a:ea typeface="Bangers"/>
                <a:cs typeface="Bangers"/>
                <a:sym typeface="Bangers"/>
              </a:defRPr>
            </a:lvl6pPr>
            <a:lvl7pPr lvl="6" rtl="0">
              <a:buNone/>
              <a:defRPr>
                <a:latin typeface="Bangers"/>
                <a:ea typeface="Bangers"/>
                <a:cs typeface="Bangers"/>
                <a:sym typeface="Bangers"/>
              </a:defRPr>
            </a:lvl7pPr>
            <a:lvl8pPr lvl="7" rtl="0">
              <a:buNone/>
              <a:defRPr>
                <a:latin typeface="Bangers"/>
                <a:ea typeface="Bangers"/>
                <a:cs typeface="Bangers"/>
                <a:sym typeface="Bangers"/>
              </a:defRPr>
            </a:lvl8pPr>
            <a:lvl9pPr lvl="8" rtl="0">
              <a:buNone/>
              <a:defRPr>
                <a:latin typeface="Bangers"/>
                <a:ea typeface="Bangers"/>
                <a:cs typeface="Bangers"/>
                <a:sym typeface="Banger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27"/>
        <p:cNvGrpSpPr/>
        <p:nvPr/>
      </p:nvGrpSpPr>
      <p:grpSpPr>
        <a:xfrm>
          <a:off x="0" y="0"/>
          <a:ext cx="0" cy="0"/>
          <a:chOff x="0" y="0"/>
          <a:chExt cx="0" cy="0"/>
        </a:xfrm>
      </p:grpSpPr>
      <p:pic>
        <p:nvPicPr>
          <p:cNvPr id="28" name="Google Shape;28;p5" descr="comic-01.png"/>
          <p:cNvPicPr preferRelativeResize="0"/>
          <p:nvPr/>
        </p:nvPicPr>
        <p:blipFill>
          <a:blip r:embed="rId2">
            <a:alphaModFix amt="20000"/>
          </a:blip>
          <a:stretch>
            <a:fillRect/>
          </a:stretch>
        </p:blipFill>
        <p:spPr>
          <a:xfrm>
            <a:off x="0" y="0"/>
            <a:ext cx="9144000" cy="5143500"/>
          </a:xfrm>
          <a:prstGeom prst="rect">
            <a:avLst/>
          </a:prstGeom>
          <a:noFill/>
          <a:ln>
            <a:noFill/>
          </a:ln>
        </p:spPr>
      </p:pic>
      <p:sp>
        <p:nvSpPr>
          <p:cNvPr id="29" name="Google Shape;29;p5"/>
          <p:cNvSpPr/>
          <p:nvPr/>
        </p:nvSpPr>
        <p:spPr>
          <a:xfrm>
            <a:off x="734600" y="763500"/>
            <a:ext cx="7879000" cy="4185275"/>
          </a:xfrm>
          <a:custGeom>
            <a:avLst/>
            <a:gdLst/>
            <a:ahLst/>
            <a:cxnLst/>
            <a:rect l="l" t="t" r="r" b="b"/>
            <a:pathLst>
              <a:path w="315160" h="167411" extrusionOk="0">
                <a:moveTo>
                  <a:pt x="0" y="0"/>
                </a:moveTo>
                <a:lnTo>
                  <a:pt x="315160" y="10409"/>
                </a:lnTo>
                <a:lnTo>
                  <a:pt x="310823" y="159315"/>
                </a:lnTo>
                <a:lnTo>
                  <a:pt x="9252" y="167411"/>
                </a:lnTo>
                <a:close/>
              </a:path>
            </a:pathLst>
          </a:custGeom>
          <a:solidFill>
            <a:srgbClr val="001936">
              <a:alpha val="21920"/>
            </a:srgbClr>
          </a:solidFill>
          <a:ln>
            <a:noFill/>
          </a:ln>
        </p:spPr>
      </p:sp>
      <p:sp>
        <p:nvSpPr>
          <p:cNvPr id="30" name="Google Shape;30;p5"/>
          <p:cNvSpPr/>
          <p:nvPr/>
        </p:nvSpPr>
        <p:spPr>
          <a:xfrm>
            <a:off x="506000" y="534900"/>
            <a:ext cx="7879000" cy="4185275"/>
          </a:xfrm>
          <a:custGeom>
            <a:avLst/>
            <a:gdLst/>
            <a:ahLst/>
            <a:cxnLst/>
            <a:rect l="l" t="t" r="r" b="b"/>
            <a:pathLst>
              <a:path w="315160" h="167411" extrusionOk="0">
                <a:moveTo>
                  <a:pt x="0" y="0"/>
                </a:moveTo>
                <a:lnTo>
                  <a:pt x="315160" y="10409"/>
                </a:lnTo>
                <a:lnTo>
                  <a:pt x="310823" y="159315"/>
                </a:lnTo>
                <a:lnTo>
                  <a:pt x="9252" y="167411"/>
                </a:lnTo>
                <a:close/>
              </a:path>
            </a:pathLst>
          </a:custGeom>
          <a:solidFill>
            <a:srgbClr val="FFFFFF"/>
          </a:solidFill>
          <a:ln w="76200" cap="flat" cmpd="sng">
            <a:solidFill>
              <a:srgbClr val="000000"/>
            </a:solidFill>
            <a:prstDash val="solid"/>
            <a:miter lim="8000"/>
            <a:headEnd type="none" w="med" len="med"/>
            <a:tailEnd type="none" w="med" len="med"/>
          </a:ln>
        </p:spPr>
      </p:sp>
      <p:sp>
        <p:nvSpPr>
          <p:cNvPr id="31" name="Google Shape;31;p5"/>
          <p:cNvSpPr txBox="1">
            <a:spLocks noGrp="1"/>
          </p:cNvSpPr>
          <p:nvPr>
            <p:ph type="title"/>
          </p:nvPr>
        </p:nvSpPr>
        <p:spPr>
          <a:xfrm rot="161729">
            <a:off x="747661" y="800706"/>
            <a:ext cx="7029878" cy="760139"/>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32" name="Google Shape;32;p5"/>
          <p:cNvSpPr txBox="1">
            <a:spLocks noGrp="1"/>
          </p:cNvSpPr>
          <p:nvPr>
            <p:ph type="body" idx="1"/>
          </p:nvPr>
        </p:nvSpPr>
        <p:spPr>
          <a:xfrm>
            <a:off x="1052050" y="1393542"/>
            <a:ext cx="7710900" cy="3303600"/>
          </a:xfrm>
          <a:prstGeom prst="rect">
            <a:avLst/>
          </a:prstGeom>
        </p:spPr>
        <p:txBody>
          <a:bodyPr spcFirstLastPara="1" wrap="square" lIns="91425" tIns="91425" rIns="91425" bIns="91425" anchor="t" anchorCtr="0">
            <a:noAutofit/>
          </a:bodyPr>
          <a:lstStyle>
            <a:lvl1pPr marL="457200" lvl="0" indent="-374650" rtl="0">
              <a:spcBef>
                <a:spcPts val="600"/>
              </a:spcBef>
              <a:spcAft>
                <a:spcPts val="0"/>
              </a:spcAft>
              <a:buSzPts val="2300"/>
              <a:buFont typeface="Josefin Sans"/>
              <a:buChar char="×"/>
              <a:defRPr sz="2300">
                <a:latin typeface="Josefin Sans"/>
                <a:ea typeface="Josefin Sans"/>
                <a:cs typeface="Josefin Sans"/>
                <a:sym typeface="Josefin Sans"/>
              </a:defRPr>
            </a:lvl1pPr>
            <a:lvl2pPr marL="914400" lvl="1" indent="-336550" rtl="0">
              <a:spcBef>
                <a:spcPts val="0"/>
              </a:spcBef>
              <a:spcAft>
                <a:spcPts val="0"/>
              </a:spcAft>
              <a:buSzPts val="1700"/>
              <a:buFont typeface="Josefin Sans"/>
              <a:buChar char="×"/>
              <a:defRPr sz="1700">
                <a:latin typeface="Josefin Sans"/>
                <a:ea typeface="Josefin Sans"/>
                <a:cs typeface="Josefin Sans"/>
                <a:sym typeface="Josefin Sans"/>
              </a:defRPr>
            </a:lvl2pPr>
            <a:lvl3pPr marL="1371600" lvl="2" indent="-336550" rtl="0">
              <a:spcBef>
                <a:spcPts val="0"/>
              </a:spcBef>
              <a:spcAft>
                <a:spcPts val="0"/>
              </a:spcAft>
              <a:buSzPts val="1700"/>
              <a:buFont typeface="Josefin Sans"/>
              <a:buChar char="×"/>
              <a:defRPr sz="1700">
                <a:latin typeface="Josefin Sans"/>
                <a:ea typeface="Josefin Sans"/>
                <a:cs typeface="Josefin Sans"/>
                <a:sym typeface="Josefin Sans"/>
              </a:defRPr>
            </a:lvl3pPr>
            <a:lvl4pPr marL="1828800" lvl="3" indent="-298450" rtl="0">
              <a:spcBef>
                <a:spcPts val="0"/>
              </a:spcBef>
              <a:spcAft>
                <a:spcPts val="0"/>
              </a:spcAft>
              <a:buSzPts val="1100"/>
              <a:buFont typeface="Josefin Sans"/>
              <a:buChar char="×"/>
              <a:defRPr sz="1100">
                <a:latin typeface="Josefin Sans"/>
                <a:ea typeface="Josefin Sans"/>
                <a:cs typeface="Josefin Sans"/>
                <a:sym typeface="Josefin Sans"/>
              </a:defRPr>
            </a:lvl4pPr>
            <a:lvl5pPr marL="2286000" lvl="4" indent="-298450" rtl="0">
              <a:spcBef>
                <a:spcPts val="0"/>
              </a:spcBef>
              <a:spcAft>
                <a:spcPts val="0"/>
              </a:spcAft>
              <a:buSzPts val="1100"/>
              <a:buFont typeface="Josefin Sans"/>
              <a:buChar char="×"/>
              <a:defRPr sz="1100">
                <a:latin typeface="Josefin Sans"/>
                <a:ea typeface="Josefin Sans"/>
                <a:cs typeface="Josefin Sans"/>
                <a:sym typeface="Josefin Sans"/>
              </a:defRPr>
            </a:lvl5pPr>
            <a:lvl6pPr marL="2743200" lvl="5" indent="-298450" rtl="0">
              <a:spcBef>
                <a:spcPts val="0"/>
              </a:spcBef>
              <a:spcAft>
                <a:spcPts val="0"/>
              </a:spcAft>
              <a:buSzPts val="1100"/>
              <a:buFont typeface="Josefin Sans"/>
              <a:buChar char="×"/>
              <a:defRPr sz="1100">
                <a:latin typeface="Josefin Sans"/>
                <a:ea typeface="Josefin Sans"/>
                <a:cs typeface="Josefin Sans"/>
                <a:sym typeface="Josefin Sans"/>
              </a:defRPr>
            </a:lvl6pPr>
            <a:lvl7pPr marL="3200400" lvl="6" indent="-298450" rtl="0">
              <a:spcBef>
                <a:spcPts val="0"/>
              </a:spcBef>
              <a:spcAft>
                <a:spcPts val="0"/>
              </a:spcAft>
              <a:buSzPts val="1100"/>
              <a:buFont typeface="Josefin Sans"/>
              <a:buChar char="×"/>
              <a:defRPr sz="1100">
                <a:latin typeface="Josefin Sans"/>
                <a:ea typeface="Josefin Sans"/>
                <a:cs typeface="Josefin Sans"/>
                <a:sym typeface="Josefin Sans"/>
              </a:defRPr>
            </a:lvl7pPr>
            <a:lvl8pPr marL="3657600" lvl="7" indent="-298450" rtl="0">
              <a:spcBef>
                <a:spcPts val="0"/>
              </a:spcBef>
              <a:spcAft>
                <a:spcPts val="0"/>
              </a:spcAft>
              <a:buSzPts val="1100"/>
              <a:buFont typeface="Josefin Sans"/>
              <a:buChar char="×"/>
              <a:defRPr sz="1100">
                <a:latin typeface="Josefin Sans"/>
                <a:ea typeface="Josefin Sans"/>
                <a:cs typeface="Josefin Sans"/>
                <a:sym typeface="Josefin Sans"/>
              </a:defRPr>
            </a:lvl8pPr>
            <a:lvl9pPr marL="4114800" lvl="8" indent="-298450" rtl="0">
              <a:spcBef>
                <a:spcPts val="0"/>
              </a:spcBef>
              <a:spcAft>
                <a:spcPts val="0"/>
              </a:spcAft>
              <a:buSzPts val="1100"/>
              <a:buFont typeface="Josefin Sans"/>
              <a:buChar char="×"/>
              <a:defRPr sz="1100">
                <a:latin typeface="Josefin Sans"/>
                <a:ea typeface="Josefin Sans"/>
                <a:cs typeface="Josefin Sans"/>
                <a:sym typeface="Josefin Sans"/>
              </a:defRPr>
            </a:lvl9pPr>
          </a:lstStyle>
          <a:p>
            <a:endParaRPr/>
          </a:p>
        </p:txBody>
      </p:sp>
      <p:sp>
        <p:nvSpPr>
          <p:cNvPr id="33" name="Google Shape;33;p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34"/>
        <p:cNvGrpSpPr/>
        <p:nvPr/>
      </p:nvGrpSpPr>
      <p:grpSpPr>
        <a:xfrm>
          <a:off x="0" y="0"/>
          <a:ext cx="0" cy="0"/>
          <a:chOff x="0" y="0"/>
          <a:chExt cx="0" cy="0"/>
        </a:xfrm>
      </p:grpSpPr>
      <p:pic>
        <p:nvPicPr>
          <p:cNvPr id="35" name="Google Shape;35;p6" descr="comic-01.png"/>
          <p:cNvPicPr preferRelativeResize="0"/>
          <p:nvPr/>
        </p:nvPicPr>
        <p:blipFill>
          <a:blip r:embed="rId2">
            <a:alphaModFix amt="20000"/>
          </a:blip>
          <a:stretch>
            <a:fillRect/>
          </a:stretch>
        </p:blipFill>
        <p:spPr>
          <a:xfrm>
            <a:off x="0" y="0"/>
            <a:ext cx="9144000" cy="5143500"/>
          </a:xfrm>
          <a:prstGeom prst="rect">
            <a:avLst/>
          </a:prstGeom>
          <a:noFill/>
          <a:ln>
            <a:noFill/>
          </a:ln>
        </p:spPr>
      </p:pic>
      <p:sp>
        <p:nvSpPr>
          <p:cNvPr id="36" name="Google Shape;36;p6"/>
          <p:cNvSpPr/>
          <p:nvPr/>
        </p:nvSpPr>
        <p:spPr>
          <a:xfrm>
            <a:off x="734600" y="763500"/>
            <a:ext cx="7879000" cy="4185275"/>
          </a:xfrm>
          <a:custGeom>
            <a:avLst/>
            <a:gdLst/>
            <a:ahLst/>
            <a:cxnLst/>
            <a:rect l="l" t="t" r="r" b="b"/>
            <a:pathLst>
              <a:path w="315160" h="167411" extrusionOk="0">
                <a:moveTo>
                  <a:pt x="0" y="0"/>
                </a:moveTo>
                <a:lnTo>
                  <a:pt x="315160" y="10409"/>
                </a:lnTo>
                <a:lnTo>
                  <a:pt x="310823" y="159315"/>
                </a:lnTo>
                <a:lnTo>
                  <a:pt x="9252" y="167411"/>
                </a:lnTo>
                <a:close/>
              </a:path>
            </a:pathLst>
          </a:custGeom>
          <a:solidFill>
            <a:srgbClr val="001936">
              <a:alpha val="21920"/>
            </a:srgbClr>
          </a:solidFill>
          <a:ln>
            <a:noFill/>
          </a:ln>
        </p:spPr>
      </p:sp>
      <p:sp>
        <p:nvSpPr>
          <p:cNvPr id="37" name="Google Shape;37;p6"/>
          <p:cNvSpPr/>
          <p:nvPr/>
        </p:nvSpPr>
        <p:spPr>
          <a:xfrm>
            <a:off x="506000" y="534900"/>
            <a:ext cx="7879000" cy="4185275"/>
          </a:xfrm>
          <a:custGeom>
            <a:avLst/>
            <a:gdLst/>
            <a:ahLst/>
            <a:cxnLst/>
            <a:rect l="l" t="t" r="r" b="b"/>
            <a:pathLst>
              <a:path w="315160" h="167411" extrusionOk="0">
                <a:moveTo>
                  <a:pt x="0" y="0"/>
                </a:moveTo>
                <a:lnTo>
                  <a:pt x="315160" y="10409"/>
                </a:lnTo>
                <a:lnTo>
                  <a:pt x="310823" y="159315"/>
                </a:lnTo>
                <a:lnTo>
                  <a:pt x="9252" y="167411"/>
                </a:lnTo>
                <a:close/>
              </a:path>
            </a:pathLst>
          </a:custGeom>
          <a:solidFill>
            <a:srgbClr val="FFFFFF"/>
          </a:solidFill>
          <a:ln w="76200" cap="flat" cmpd="sng">
            <a:solidFill>
              <a:srgbClr val="000000"/>
            </a:solidFill>
            <a:prstDash val="solid"/>
            <a:miter lim="8000"/>
            <a:headEnd type="none" w="med" len="med"/>
            <a:tailEnd type="none" w="med" len="med"/>
          </a:ln>
        </p:spPr>
      </p:sp>
      <p:sp>
        <p:nvSpPr>
          <p:cNvPr id="38" name="Google Shape;38;p6"/>
          <p:cNvSpPr txBox="1">
            <a:spLocks noGrp="1"/>
          </p:cNvSpPr>
          <p:nvPr>
            <p:ph type="title"/>
          </p:nvPr>
        </p:nvSpPr>
        <p:spPr>
          <a:xfrm rot="161729">
            <a:off x="976261" y="876906"/>
            <a:ext cx="7029878" cy="760139"/>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9" name="Google Shape;39;p6"/>
          <p:cNvSpPr txBox="1">
            <a:spLocks noGrp="1"/>
          </p:cNvSpPr>
          <p:nvPr>
            <p:ph type="body" idx="1"/>
          </p:nvPr>
        </p:nvSpPr>
        <p:spPr>
          <a:xfrm>
            <a:off x="1073625" y="1550125"/>
            <a:ext cx="3396300" cy="2666100"/>
          </a:xfrm>
          <a:prstGeom prst="rect">
            <a:avLst/>
          </a:prstGeom>
        </p:spPr>
        <p:txBody>
          <a:bodyPr spcFirstLastPara="1" wrap="square" lIns="91425" tIns="91425" rIns="91425" bIns="91425" anchor="t" anchorCtr="0">
            <a:noAutofit/>
          </a:bodyPr>
          <a:lstStyle>
            <a:lvl1pPr marL="457200" lvl="0" indent="-368300" rtl="0">
              <a:spcBef>
                <a:spcPts val="600"/>
              </a:spcBef>
              <a:spcAft>
                <a:spcPts val="0"/>
              </a:spcAft>
              <a:buSzPts val="2200"/>
              <a:buChar char="×"/>
              <a:defRPr sz="2200"/>
            </a:lvl1pPr>
            <a:lvl2pPr marL="914400" lvl="1" indent="-368300" rtl="0">
              <a:spcBef>
                <a:spcPts val="0"/>
              </a:spcBef>
              <a:spcAft>
                <a:spcPts val="0"/>
              </a:spcAft>
              <a:buSzPts val="2200"/>
              <a:buChar char="×"/>
              <a:defRPr sz="2200"/>
            </a:lvl2pPr>
            <a:lvl3pPr marL="1371600" lvl="2" indent="-368300" rtl="0">
              <a:spcBef>
                <a:spcPts val="0"/>
              </a:spcBef>
              <a:spcAft>
                <a:spcPts val="0"/>
              </a:spcAft>
              <a:buSzPts val="2200"/>
              <a:buChar char="×"/>
              <a:defRPr sz="2200"/>
            </a:lvl3pPr>
            <a:lvl4pPr marL="1828800" lvl="3" indent="-368300" rtl="0">
              <a:spcBef>
                <a:spcPts val="0"/>
              </a:spcBef>
              <a:spcAft>
                <a:spcPts val="0"/>
              </a:spcAft>
              <a:buSzPts val="2200"/>
              <a:buChar char="×"/>
              <a:defRPr sz="2200"/>
            </a:lvl4pPr>
            <a:lvl5pPr marL="2286000" lvl="4" indent="-368300" rtl="0">
              <a:spcBef>
                <a:spcPts val="0"/>
              </a:spcBef>
              <a:spcAft>
                <a:spcPts val="0"/>
              </a:spcAft>
              <a:buSzPts val="2200"/>
              <a:buChar char="×"/>
              <a:defRPr sz="2200"/>
            </a:lvl5pPr>
            <a:lvl6pPr marL="2743200" lvl="5" indent="-368300" rtl="0">
              <a:spcBef>
                <a:spcPts val="0"/>
              </a:spcBef>
              <a:spcAft>
                <a:spcPts val="0"/>
              </a:spcAft>
              <a:buSzPts val="2200"/>
              <a:buChar char="×"/>
              <a:defRPr sz="2200"/>
            </a:lvl6pPr>
            <a:lvl7pPr marL="3200400" lvl="6" indent="-368300" rtl="0">
              <a:spcBef>
                <a:spcPts val="0"/>
              </a:spcBef>
              <a:spcAft>
                <a:spcPts val="0"/>
              </a:spcAft>
              <a:buSzPts val="2200"/>
              <a:buChar char="×"/>
              <a:defRPr sz="2200"/>
            </a:lvl7pPr>
            <a:lvl8pPr marL="3657600" lvl="7" indent="-368300" rtl="0">
              <a:spcBef>
                <a:spcPts val="0"/>
              </a:spcBef>
              <a:spcAft>
                <a:spcPts val="0"/>
              </a:spcAft>
              <a:buSzPts val="2200"/>
              <a:buChar char="×"/>
              <a:defRPr sz="2200"/>
            </a:lvl8pPr>
            <a:lvl9pPr marL="4114800" lvl="8" indent="-368300" rtl="0">
              <a:spcBef>
                <a:spcPts val="0"/>
              </a:spcBef>
              <a:spcAft>
                <a:spcPts val="0"/>
              </a:spcAft>
              <a:buSzPts val="2200"/>
              <a:buChar char="×"/>
              <a:defRPr sz="2200"/>
            </a:lvl9pPr>
          </a:lstStyle>
          <a:p>
            <a:endParaRPr/>
          </a:p>
        </p:txBody>
      </p:sp>
      <p:sp>
        <p:nvSpPr>
          <p:cNvPr id="40" name="Google Shape;40;p6"/>
          <p:cNvSpPr txBox="1">
            <a:spLocks noGrp="1"/>
          </p:cNvSpPr>
          <p:nvPr>
            <p:ph type="body" idx="2"/>
          </p:nvPr>
        </p:nvSpPr>
        <p:spPr>
          <a:xfrm>
            <a:off x="4674251" y="1550125"/>
            <a:ext cx="3396300" cy="2666100"/>
          </a:xfrm>
          <a:prstGeom prst="rect">
            <a:avLst/>
          </a:prstGeom>
        </p:spPr>
        <p:txBody>
          <a:bodyPr spcFirstLastPara="1" wrap="square" lIns="91425" tIns="91425" rIns="91425" bIns="91425" anchor="t" anchorCtr="0">
            <a:noAutofit/>
          </a:bodyPr>
          <a:lstStyle>
            <a:lvl1pPr marL="457200" lvl="0" indent="-368300" rtl="0">
              <a:spcBef>
                <a:spcPts val="600"/>
              </a:spcBef>
              <a:spcAft>
                <a:spcPts val="0"/>
              </a:spcAft>
              <a:buSzPts val="2200"/>
              <a:buChar char="×"/>
              <a:defRPr sz="2200"/>
            </a:lvl1pPr>
            <a:lvl2pPr marL="914400" lvl="1" indent="-368300" rtl="0">
              <a:spcBef>
                <a:spcPts val="0"/>
              </a:spcBef>
              <a:spcAft>
                <a:spcPts val="0"/>
              </a:spcAft>
              <a:buSzPts val="2200"/>
              <a:buChar char="×"/>
              <a:defRPr sz="2200"/>
            </a:lvl2pPr>
            <a:lvl3pPr marL="1371600" lvl="2" indent="-368300" rtl="0">
              <a:spcBef>
                <a:spcPts val="0"/>
              </a:spcBef>
              <a:spcAft>
                <a:spcPts val="0"/>
              </a:spcAft>
              <a:buSzPts val="2200"/>
              <a:buChar char="×"/>
              <a:defRPr sz="2200"/>
            </a:lvl3pPr>
            <a:lvl4pPr marL="1828800" lvl="3" indent="-368300" rtl="0">
              <a:spcBef>
                <a:spcPts val="0"/>
              </a:spcBef>
              <a:spcAft>
                <a:spcPts val="0"/>
              </a:spcAft>
              <a:buSzPts val="2200"/>
              <a:buChar char="×"/>
              <a:defRPr sz="2200"/>
            </a:lvl4pPr>
            <a:lvl5pPr marL="2286000" lvl="4" indent="-368300" rtl="0">
              <a:spcBef>
                <a:spcPts val="0"/>
              </a:spcBef>
              <a:spcAft>
                <a:spcPts val="0"/>
              </a:spcAft>
              <a:buSzPts val="2200"/>
              <a:buChar char="×"/>
              <a:defRPr sz="2200"/>
            </a:lvl5pPr>
            <a:lvl6pPr marL="2743200" lvl="5" indent="-368300" rtl="0">
              <a:spcBef>
                <a:spcPts val="0"/>
              </a:spcBef>
              <a:spcAft>
                <a:spcPts val="0"/>
              </a:spcAft>
              <a:buSzPts val="2200"/>
              <a:buChar char="×"/>
              <a:defRPr sz="2200"/>
            </a:lvl6pPr>
            <a:lvl7pPr marL="3200400" lvl="6" indent="-368300" rtl="0">
              <a:spcBef>
                <a:spcPts val="0"/>
              </a:spcBef>
              <a:spcAft>
                <a:spcPts val="0"/>
              </a:spcAft>
              <a:buSzPts val="2200"/>
              <a:buChar char="×"/>
              <a:defRPr sz="2200"/>
            </a:lvl7pPr>
            <a:lvl8pPr marL="3657600" lvl="7" indent="-368300" rtl="0">
              <a:spcBef>
                <a:spcPts val="0"/>
              </a:spcBef>
              <a:spcAft>
                <a:spcPts val="0"/>
              </a:spcAft>
              <a:buSzPts val="2200"/>
              <a:buChar char="×"/>
              <a:defRPr sz="2200"/>
            </a:lvl8pPr>
            <a:lvl9pPr marL="4114800" lvl="8" indent="-368300" rtl="0">
              <a:spcBef>
                <a:spcPts val="0"/>
              </a:spcBef>
              <a:spcAft>
                <a:spcPts val="0"/>
              </a:spcAft>
              <a:buSzPts val="2200"/>
              <a:buChar char="×"/>
              <a:defRPr sz="2200"/>
            </a:lvl9pPr>
          </a:lstStyle>
          <a:p>
            <a:endParaRPr/>
          </a:p>
        </p:txBody>
      </p:sp>
      <p:sp>
        <p:nvSpPr>
          <p:cNvPr id="41" name="Google Shape;41;p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42"/>
        <p:cNvGrpSpPr/>
        <p:nvPr/>
      </p:nvGrpSpPr>
      <p:grpSpPr>
        <a:xfrm>
          <a:off x="0" y="0"/>
          <a:ext cx="0" cy="0"/>
          <a:chOff x="0" y="0"/>
          <a:chExt cx="0" cy="0"/>
        </a:xfrm>
      </p:grpSpPr>
      <p:pic>
        <p:nvPicPr>
          <p:cNvPr id="43" name="Google Shape;43;p7" descr="comic-01.png"/>
          <p:cNvPicPr preferRelativeResize="0"/>
          <p:nvPr/>
        </p:nvPicPr>
        <p:blipFill>
          <a:blip r:embed="rId2">
            <a:alphaModFix amt="20000"/>
          </a:blip>
          <a:stretch>
            <a:fillRect/>
          </a:stretch>
        </p:blipFill>
        <p:spPr>
          <a:xfrm>
            <a:off x="0" y="0"/>
            <a:ext cx="9144000" cy="5143500"/>
          </a:xfrm>
          <a:prstGeom prst="rect">
            <a:avLst/>
          </a:prstGeom>
          <a:noFill/>
          <a:ln>
            <a:noFill/>
          </a:ln>
        </p:spPr>
      </p:pic>
      <p:sp>
        <p:nvSpPr>
          <p:cNvPr id="44" name="Google Shape;44;p7"/>
          <p:cNvSpPr/>
          <p:nvPr/>
        </p:nvSpPr>
        <p:spPr>
          <a:xfrm>
            <a:off x="734600" y="763500"/>
            <a:ext cx="7879000" cy="4185275"/>
          </a:xfrm>
          <a:custGeom>
            <a:avLst/>
            <a:gdLst/>
            <a:ahLst/>
            <a:cxnLst/>
            <a:rect l="l" t="t" r="r" b="b"/>
            <a:pathLst>
              <a:path w="315160" h="167411" extrusionOk="0">
                <a:moveTo>
                  <a:pt x="0" y="0"/>
                </a:moveTo>
                <a:lnTo>
                  <a:pt x="315160" y="10409"/>
                </a:lnTo>
                <a:lnTo>
                  <a:pt x="310823" y="159315"/>
                </a:lnTo>
                <a:lnTo>
                  <a:pt x="9252" y="167411"/>
                </a:lnTo>
                <a:close/>
              </a:path>
            </a:pathLst>
          </a:custGeom>
          <a:solidFill>
            <a:srgbClr val="001936">
              <a:alpha val="21920"/>
            </a:srgbClr>
          </a:solidFill>
          <a:ln>
            <a:noFill/>
          </a:ln>
        </p:spPr>
      </p:sp>
      <p:sp>
        <p:nvSpPr>
          <p:cNvPr id="45" name="Google Shape;45;p7"/>
          <p:cNvSpPr/>
          <p:nvPr/>
        </p:nvSpPr>
        <p:spPr>
          <a:xfrm>
            <a:off x="506000" y="534900"/>
            <a:ext cx="7879000" cy="4185275"/>
          </a:xfrm>
          <a:custGeom>
            <a:avLst/>
            <a:gdLst/>
            <a:ahLst/>
            <a:cxnLst/>
            <a:rect l="l" t="t" r="r" b="b"/>
            <a:pathLst>
              <a:path w="315160" h="167411" extrusionOk="0">
                <a:moveTo>
                  <a:pt x="0" y="0"/>
                </a:moveTo>
                <a:lnTo>
                  <a:pt x="315160" y="10409"/>
                </a:lnTo>
                <a:lnTo>
                  <a:pt x="310823" y="159315"/>
                </a:lnTo>
                <a:lnTo>
                  <a:pt x="9252" y="167411"/>
                </a:lnTo>
                <a:close/>
              </a:path>
            </a:pathLst>
          </a:custGeom>
          <a:solidFill>
            <a:srgbClr val="FFFFFF"/>
          </a:solidFill>
          <a:ln w="76200" cap="flat" cmpd="sng">
            <a:solidFill>
              <a:srgbClr val="000000"/>
            </a:solidFill>
            <a:prstDash val="solid"/>
            <a:miter lim="8000"/>
            <a:headEnd type="none" w="med" len="med"/>
            <a:tailEnd type="none" w="med" len="med"/>
          </a:ln>
        </p:spPr>
      </p:sp>
      <p:sp>
        <p:nvSpPr>
          <p:cNvPr id="46" name="Google Shape;46;p7"/>
          <p:cNvSpPr txBox="1">
            <a:spLocks noGrp="1"/>
          </p:cNvSpPr>
          <p:nvPr>
            <p:ph type="title"/>
          </p:nvPr>
        </p:nvSpPr>
        <p:spPr>
          <a:xfrm rot="161729">
            <a:off x="976261" y="876906"/>
            <a:ext cx="7029878" cy="760139"/>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7" name="Google Shape;47;p7"/>
          <p:cNvSpPr txBox="1">
            <a:spLocks noGrp="1"/>
          </p:cNvSpPr>
          <p:nvPr>
            <p:ph type="body" idx="1"/>
          </p:nvPr>
        </p:nvSpPr>
        <p:spPr>
          <a:xfrm>
            <a:off x="902950" y="1556175"/>
            <a:ext cx="2295300" cy="28227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a:lvl5pPr>
            <a:lvl6pPr marL="2743200" lvl="5" indent="-342900" rtl="0">
              <a:spcBef>
                <a:spcPts val="0"/>
              </a:spcBef>
              <a:spcAft>
                <a:spcPts val="0"/>
              </a:spcAft>
              <a:buSzPts val="1800"/>
              <a:buChar char="×"/>
              <a:defRPr/>
            </a:lvl6pPr>
            <a:lvl7pPr marL="3200400" lvl="6" indent="-342900" rtl="0">
              <a:spcBef>
                <a:spcPts val="0"/>
              </a:spcBef>
              <a:spcAft>
                <a:spcPts val="0"/>
              </a:spcAft>
              <a:buSzPts val="1800"/>
              <a:buChar char="×"/>
              <a:defRPr/>
            </a:lvl7pPr>
            <a:lvl8pPr marL="3657600" lvl="7" indent="-342900" rtl="0">
              <a:spcBef>
                <a:spcPts val="0"/>
              </a:spcBef>
              <a:spcAft>
                <a:spcPts val="0"/>
              </a:spcAft>
              <a:buSzPts val="1800"/>
              <a:buChar char="×"/>
              <a:defRPr/>
            </a:lvl8pPr>
            <a:lvl9pPr marL="4114800" lvl="8" indent="-342900" rtl="0">
              <a:spcBef>
                <a:spcPts val="0"/>
              </a:spcBef>
              <a:spcAft>
                <a:spcPts val="0"/>
              </a:spcAft>
              <a:buSzPts val="1800"/>
              <a:buChar char="×"/>
              <a:defRPr/>
            </a:lvl9pPr>
          </a:lstStyle>
          <a:p>
            <a:endParaRPr/>
          </a:p>
        </p:txBody>
      </p:sp>
      <p:sp>
        <p:nvSpPr>
          <p:cNvPr id="48" name="Google Shape;48;p7"/>
          <p:cNvSpPr txBox="1">
            <a:spLocks noGrp="1"/>
          </p:cNvSpPr>
          <p:nvPr>
            <p:ph type="body" idx="2"/>
          </p:nvPr>
        </p:nvSpPr>
        <p:spPr>
          <a:xfrm>
            <a:off x="3315993" y="1556175"/>
            <a:ext cx="2295300" cy="28227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a:lvl5pPr>
            <a:lvl6pPr marL="2743200" lvl="5" indent="-342900" rtl="0">
              <a:spcBef>
                <a:spcPts val="0"/>
              </a:spcBef>
              <a:spcAft>
                <a:spcPts val="0"/>
              </a:spcAft>
              <a:buSzPts val="1800"/>
              <a:buChar char="×"/>
              <a:defRPr/>
            </a:lvl6pPr>
            <a:lvl7pPr marL="3200400" lvl="6" indent="-342900" rtl="0">
              <a:spcBef>
                <a:spcPts val="0"/>
              </a:spcBef>
              <a:spcAft>
                <a:spcPts val="0"/>
              </a:spcAft>
              <a:buSzPts val="1800"/>
              <a:buChar char="×"/>
              <a:defRPr/>
            </a:lvl7pPr>
            <a:lvl8pPr marL="3657600" lvl="7" indent="-342900" rtl="0">
              <a:spcBef>
                <a:spcPts val="0"/>
              </a:spcBef>
              <a:spcAft>
                <a:spcPts val="0"/>
              </a:spcAft>
              <a:buSzPts val="1800"/>
              <a:buChar char="×"/>
              <a:defRPr/>
            </a:lvl8pPr>
            <a:lvl9pPr marL="4114800" lvl="8" indent="-342900" rtl="0">
              <a:spcBef>
                <a:spcPts val="0"/>
              </a:spcBef>
              <a:spcAft>
                <a:spcPts val="0"/>
              </a:spcAft>
              <a:buSzPts val="1800"/>
              <a:buChar char="×"/>
              <a:defRPr/>
            </a:lvl9pPr>
          </a:lstStyle>
          <a:p>
            <a:endParaRPr/>
          </a:p>
        </p:txBody>
      </p:sp>
      <p:sp>
        <p:nvSpPr>
          <p:cNvPr id="49" name="Google Shape;49;p7"/>
          <p:cNvSpPr txBox="1">
            <a:spLocks noGrp="1"/>
          </p:cNvSpPr>
          <p:nvPr>
            <p:ph type="body" idx="3"/>
          </p:nvPr>
        </p:nvSpPr>
        <p:spPr>
          <a:xfrm>
            <a:off x="5729035" y="1556175"/>
            <a:ext cx="2295300" cy="28227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a:lvl5pPr>
            <a:lvl6pPr marL="2743200" lvl="5" indent="-342900" rtl="0">
              <a:spcBef>
                <a:spcPts val="0"/>
              </a:spcBef>
              <a:spcAft>
                <a:spcPts val="0"/>
              </a:spcAft>
              <a:buSzPts val="1800"/>
              <a:buChar char="×"/>
              <a:defRPr/>
            </a:lvl6pPr>
            <a:lvl7pPr marL="3200400" lvl="6" indent="-342900" rtl="0">
              <a:spcBef>
                <a:spcPts val="0"/>
              </a:spcBef>
              <a:spcAft>
                <a:spcPts val="0"/>
              </a:spcAft>
              <a:buSzPts val="1800"/>
              <a:buChar char="×"/>
              <a:defRPr/>
            </a:lvl7pPr>
            <a:lvl8pPr marL="3657600" lvl="7" indent="-342900" rtl="0">
              <a:spcBef>
                <a:spcPts val="0"/>
              </a:spcBef>
              <a:spcAft>
                <a:spcPts val="0"/>
              </a:spcAft>
              <a:buSzPts val="1800"/>
              <a:buChar char="×"/>
              <a:defRPr/>
            </a:lvl8pPr>
            <a:lvl9pPr marL="4114800" lvl="8" indent="-342900" rtl="0">
              <a:spcBef>
                <a:spcPts val="0"/>
              </a:spcBef>
              <a:spcAft>
                <a:spcPts val="0"/>
              </a:spcAft>
              <a:buSzPts val="1800"/>
              <a:buChar char="×"/>
              <a:defRPr/>
            </a:lvl9pPr>
          </a:lstStyle>
          <a:p>
            <a:endParaRPr/>
          </a:p>
        </p:txBody>
      </p:sp>
      <p:sp>
        <p:nvSpPr>
          <p:cNvPr id="50" name="Google Shape;50;p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pic>
        <p:nvPicPr>
          <p:cNvPr id="52" name="Google Shape;52;p8" descr="comic-01.png"/>
          <p:cNvPicPr preferRelativeResize="0"/>
          <p:nvPr/>
        </p:nvPicPr>
        <p:blipFill>
          <a:blip r:embed="rId2">
            <a:alphaModFix amt="20000"/>
          </a:blip>
          <a:stretch>
            <a:fillRect/>
          </a:stretch>
        </p:blipFill>
        <p:spPr>
          <a:xfrm>
            <a:off x="0" y="0"/>
            <a:ext cx="9144000" cy="5143500"/>
          </a:xfrm>
          <a:prstGeom prst="rect">
            <a:avLst/>
          </a:prstGeom>
          <a:noFill/>
          <a:ln>
            <a:noFill/>
          </a:ln>
        </p:spPr>
      </p:pic>
      <p:sp>
        <p:nvSpPr>
          <p:cNvPr id="53" name="Google Shape;53;p8"/>
          <p:cNvSpPr/>
          <p:nvPr/>
        </p:nvSpPr>
        <p:spPr>
          <a:xfrm>
            <a:off x="734600" y="763500"/>
            <a:ext cx="7879000" cy="4185275"/>
          </a:xfrm>
          <a:custGeom>
            <a:avLst/>
            <a:gdLst/>
            <a:ahLst/>
            <a:cxnLst/>
            <a:rect l="l" t="t" r="r" b="b"/>
            <a:pathLst>
              <a:path w="315160" h="167411" extrusionOk="0">
                <a:moveTo>
                  <a:pt x="0" y="0"/>
                </a:moveTo>
                <a:lnTo>
                  <a:pt x="315160" y="10409"/>
                </a:lnTo>
                <a:lnTo>
                  <a:pt x="310823" y="159315"/>
                </a:lnTo>
                <a:lnTo>
                  <a:pt x="9252" y="167411"/>
                </a:lnTo>
                <a:close/>
              </a:path>
            </a:pathLst>
          </a:custGeom>
          <a:solidFill>
            <a:srgbClr val="001936">
              <a:alpha val="21920"/>
            </a:srgbClr>
          </a:solidFill>
          <a:ln>
            <a:noFill/>
          </a:ln>
        </p:spPr>
      </p:sp>
      <p:sp>
        <p:nvSpPr>
          <p:cNvPr id="54" name="Google Shape;54;p8"/>
          <p:cNvSpPr/>
          <p:nvPr/>
        </p:nvSpPr>
        <p:spPr>
          <a:xfrm>
            <a:off x="506000" y="534900"/>
            <a:ext cx="7879000" cy="4185275"/>
          </a:xfrm>
          <a:custGeom>
            <a:avLst/>
            <a:gdLst/>
            <a:ahLst/>
            <a:cxnLst/>
            <a:rect l="l" t="t" r="r" b="b"/>
            <a:pathLst>
              <a:path w="315160" h="167411" extrusionOk="0">
                <a:moveTo>
                  <a:pt x="0" y="0"/>
                </a:moveTo>
                <a:lnTo>
                  <a:pt x="315160" y="10409"/>
                </a:lnTo>
                <a:lnTo>
                  <a:pt x="310823" y="159315"/>
                </a:lnTo>
                <a:lnTo>
                  <a:pt x="9252" y="167411"/>
                </a:lnTo>
                <a:close/>
              </a:path>
            </a:pathLst>
          </a:custGeom>
          <a:solidFill>
            <a:srgbClr val="FFFFFF"/>
          </a:solidFill>
          <a:ln w="76200" cap="flat" cmpd="sng">
            <a:solidFill>
              <a:srgbClr val="000000"/>
            </a:solidFill>
            <a:prstDash val="solid"/>
            <a:miter lim="8000"/>
            <a:headEnd type="none" w="med" len="med"/>
            <a:tailEnd type="none" w="med" len="med"/>
          </a:ln>
        </p:spPr>
      </p:sp>
      <p:sp>
        <p:nvSpPr>
          <p:cNvPr id="55" name="Google Shape;55;p8"/>
          <p:cNvSpPr txBox="1">
            <a:spLocks noGrp="1"/>
          </p:cNvSpPr>
          <p:nvPr>
            <p:ph type="title"/>
          </p:nvPr>
        </p:nvSpPr>
        <p:spPr>
          <a:xfrm rot="161729">
            <a:off x="976261" y="876906"/>
            <a:ext cx="7029878" cy="760139"/>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6" name="Google Shape;56;p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7"/>
        <p:cNvGrpSpPr/>
        <p:nvPr/>
      </p:nvGrpSpPr>
      <p:grpSpPr>
        <a:xfrm>
          <a:off x="0" y="0"/>
          <a:ext cx="0" cy="0"/>
          <a:chOff x="0" y="0"/>
          <a:chExt cx="0" cy="0"/>
        </a:xfrm>
      </p:grpSpPr>
      <p:pic>
        <p:nvPicPr>
          <p:cNvPr id="58" name="Google Shape;58;p9" descr="comic-01.png"/>
          <p:cNvPicPr preferRelativeResize="0"/>
          <p:nvPr/>
        </p:nvPicPr>
        <p:blipFill>
          <a:blip r:embed="rId2">
            <a:alphaModFix amt="20000"/>
          </a:blip>
          <a:stretch>
            <a:fillRect/>
          </a:stretch>
        </p:blipFill>
        <p:spPr>
          <a:xfrm>
            <a:off x="0" y="0"/>
            <a:ext cx="9144000" cy="5143500"/>
          </a:xfrm>
          <a:prstGeom prst="rect">
            <a:avLst/>
          </a:prstGeom>
          <a:noFill/>
          <a:ln>
            <a:noFill/>
          </a:ln>
        </p:spPr>
      </p:pic>
      <p:sp>
        <p:nvSpPr>
          <p:cNvPr id="59" name="Google Shape;59;p9"/>
          <p:cNvSpPr/>
          <p:nvPr/>
        </p:nvSpPr>
        <p:spPr>
          <a:xfrm>
            <a:off x="734600" y="763500"/>
            <a:ext cx="7879000" cy="4185275"/>
          </a:xfrm>
          <a:custGeom>
            <a:avLst/>
            <a:gdLst/>
            <a:ahLst/>
            <a:cxnLst/>
            <a:rect l="l" t="t" r="r" b="b"/>
            <a:pathLst>
              <a:path w="315160" h="167411" extrusionOk="0">
                <a:moveTo>
                  <a:pt x="0" y="0"/>
                </a:moveTo>
                <a:lnTo>
                  <a:pt x="315160" y="10409"/>
                </a:lnTo>
                <a:lnTo>
                  <a:pt x="310823" y="159315"/>
                </a:lnTo>
                <a:lnTo>
                  <a:pt x="9252" y="167411"/>
                </a:lnTo>
                <a:close/>
              </a:path>
            </a:pathLst>
          </a:custGeom>
          <a:solidFill>
            <a:srgbClr val="001936">
              <a:alpha val="21920"/>
            </a:srgbClr>
          </a:solidFill>
          <a:ln>
            <a:noFill/>
          </a:ln>
        </p:spPr>
      </p:sp>
      <p:sp>
        <p:nvSpPr>
          <p:cNvPr id="60" name="Google Shape;60;p9"/>
          <p:cNvSpPr/>
          <p:nvPr/>
        </p:nvSpPr>
        <p:spPr>
          <a:xfrm>
            <a:off x="506000" y="534900"/>
            <a:ext cx="7879000" cy="4185275"/>
          </a:xfrm>
          <a:custGeom>
            <a:avLst/>
            <a:gdLst/>
            <a:ahLst/>
            <a:cxnLst/>
            <a:rect l="l" t="t" r="r" b="b"/>
            <a:pathLst>
              <a:path w="315160" h="167411" extrusionOk="0">
                <a:moveTo>
                  <a:pt x="0" y="0"/>
                </a:moveTo>
                <a:lnTo>
                  <a:pt x="315160" y="10409"/>
                </a:lnTo>
                <a:lnTo>
                  <a:pt x="310823" y="159315"/>
                </a:lnTo>
                <a:lnTo>
                  <a:pt x="9252" y="167411"/>
                </a:lnTo>
                <a:close/>
              </a:path>
            </a:pathLst>
          </a:custGeom>
          <a:solidFill>
            <a:srgbClr val="FFFFFF"/>
          </a:solidFill>
          <a:ln w="76200" cap="flat" cmpd="sng">
            <a:solidFill>
              <a:srgbClr val="000000"/>
            </a:solidFill>
            <a:prstDash val="solid"/>
            <a:miter lim="8000"/>
            <a:headEnd type="none" w="med" len="med"/>
            <a:tailEnd type="none" w="med" len="med"/>
          </a:ln>
        </p:spPr>
      </p:sp>
      <p:sp>
        <p:nvSpPr>
          <p:cNvPr id="61" name="Google Shape;61;p9"/>
          <p:cNvSpPr txBox="1">
            <a:spLocks noGrp="1"/>
          </p:cNvSpPr>
          <p:nvPr>
            <p:ph type="body" idx="1"/>
          </p:nvPr>
        </p:nvSpPr>
        <p:spPr>
          <a:xfrm rot="-120953">
            <a:off x="457216" y="4025232"/>
            <a:ext cx="8229893" cy="519622"/>
          </a:xfrm>
          <a:prstGeom prst="rect">
            <a:avLst/>
          </a:prstGeom>
        </p:spPr>
        <p:txBody>
          <a:bodyPr spcFirstLastPara="1" wrap="square" lIns="91425" tIns="91425" rIns="91425" bIns="91425" anchor="t" anchorCtr="0">
            <a:noAutofit/>
          </a:bodyPr>
          <a:lstStyle>
            <a:lvl1pPr marL="457200" lvl="0" indent="-228600" algn="ctr" rtl="0">
              <a:spcBef>
                <a:spcPts val="360"/>
              </a:spcBef>
              <a:spcAft>
                <a:spcPts val="0"/>
              </a:spcAft>
              <a:buSzPts val="1400"/>
              <a:buNone/>
              <a:defRPr sz="1400"/>
            </a:lvl1pPr>
          </a:lstStyle>
          <a:p>
            <a:endParaRPr/>
          </a:p>
        </p:txBody>
      </p:sp>
      <p:sp>
        <p:nvSpPr>
          <p:cNvPr id="62" name="Google Shape;62;p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3"/>
        <p:cNvGrpSpPr/>
        <p:nvPr/>
      </p:nvGrpSpPr>
      <p:grpSpPr>
        <a:xfrm>
          <a:off x="0" y="0"/>
          <a:ext cx="0" cy="0"/>
          <a:chOff x="0" y="0"/>
          <a:chExt cx="0" cy="0"/>
        </a:xfrm>
      </p:grpSpPr>
      <p:pic>
        <p:nvPicPr>
          <p:cNvPr id="64" name="Google Shape;64;p10" descr="comic-03.png"/>
          <p:cNvPicPr preferRelativeResize="0"/>
          <p:nvPr/>
        </p:nvPicPr>
        <p:blipFill>
          <a:blip r:embed="rId2">
            <a:alphaModFix amt="10000"/>
          </a:blip>
          <a:stretch>
            <a:fillRect/>
          </a:stretch>
        </p:blipFill>
        <p:spPr>
          <a:xfrm>
            <a:off x="0" y="0"/>
            <a:ext cx="9144000" cy="5143500"/>
          </a:xfrm>
          <a:prstGeom prst="rect">
            <a:avLst/>
          </a:prstGeom>
          <a:noFill/>
          <a:ln>
            <a:noFill/>
          </a:ln>
        </p:spPr>
      </p:pic>
      <p:sp>
        <p:nvSpPr>
          <p:cNvPr id="65" name="Google Shape;65;p1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_2">
  <p:cSld name="TITLE_2">
    <p:spTree>
      <p:nvGrpSpPr>
        <p:cNvPr id="1" name="Shape 66"/>
        <p:cNvGrpSpPr/>
        <p:nvPr/>
      </p:nvGrpSpPr>
      <p:grpSpPr>
        <a:xfrm>
          <a:off x="0" y="0"/>
          <a:ext cx="0" cy="0"/>
          <a:chOff x="0" y="0"/>
          <a:chExt cx="0" cy="0"/>
        </a:xfrm>
      </p:grpSpPr>
      <p:sp>
        <p:nvSpPr>
          <p:cNvPr id="67" name="Google Shape;67;p11"/>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68" name="Google Shape;68;p11"/>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69" name="Google Shape;6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rgbClr val="00A7EB"/>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rot="161729">
            <a:off x="976261" y="876906"/>
            <a:ext cx="7029878" cy="760139"/>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1pPr>
            <a:lvl2pPr lvl="1" rtl="0">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2pPr>
            <a:lvl3pPr lvl="2" rtl="0">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3pPr>
            <a:lvl4pPr lvl="3" rtl="0">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4pPr>
            <a:lvl5pPr lvl="4" rtl="0">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5pPr>
            <a:lvl6pPr lvl="5" rtl="0">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6pPr>
            <a:lvl7pPr lvl="6" rtl="0">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7pPr>
            <a:lvl8pPr lvl="7" rtl="0">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8pPr>
            <a:lvl9pPr lvl="8" rtl="0">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9pPr>
          </a:lstStyle>
          <a:p>
            <a:endParaRPr/>
          </a:p>
        </p:txBody>
      </p:sp>
      <p:sp>
        <p:nvSpPr>
          <p:cNvPr id="7" name="Google Shape;7;p1"/>
          <p:cNvSpPr txBox="1">
            <a:spLocks noGrp="1"/>
          </p:cNvSpPr>
          <p:nvPr>
            <p:ph type="body" idx="1"/>
          </p:nvPr>
        </p:nvSpPr>
        <p:spPr>
          <a:xfrm>
            <a:off x="1052050" y="1545942"/>
            <a:ext cx="7710900" cy="3303600"/>
          </a:xfrm>
          <a:prstGeom prst="rect">
            <a:avLst/>
          </a:prstGeom>
          <a:noFill/>
          <a:ln>
            <a:noFill/>
          </a:ln>
        </p:spPr>
        <p:txBody>
          <a:bodyPr spcFirstLastPara="1" wrap="square" lIns="91425" tIns="91425" rIns="91425" bIns="91425" anchor="t" anchorCtr="0">
            <a:noAutofit/>
          </a:bodyPr>
          <a:lstStyle>
            <a:lvl1pPr marL="457200" lvl="0" indent="-419100" rtl="0">
              <a:spcBef>
                <a:spcPts val="600"/>
              </a:spcBef>
              <a:spcAft>
                <a:spcPts val="0"/>
              </a:spcAft>
              <a:buClr>
                <a:schemeClr val="dk1"/>
              </a:buClr>
              <a:buSzPts val="3000"/>
              <a:buFont typeface="Sniglet"/>
              <a:buChar char="×"/>
              <a:defRPr sz="3000">
                <a:solidFill>
                  <a:schemeClr val="dk1"/>
                </a:solidFill>
                <a:latin typeface="Sniglet"/>
                <a:ea typeface="Sniglet"/>
                <a:cs typeface="Sniglet"/>
                <a:sym typeface="Sniglet"/>
              </a:defRPr>
            </a:lvl1pPr>
            <a:lvl2pPr marL="914400" lvl="1" indent="-381000" rtl="0">
              <a:spcBef>
                <a:spcPts val="0"/>
              </a:spcBef>
              <a:spcAft>
                <a:spcPts val="0"/>
              </a:spcAft>
              <a:buClr>
                <a:schemeClr val="dk1"/>
              </a:buClr>
              <a:buSzPts val="2400"/>
              <a:buFont typeface="Sniglet"/>
              <a:buChar char="×"/>
              <a:defRPr sz="2400">
                <a:solidFill>
                  <a:schemeClr val="dk1"/>
                </a:solidFill>
                <a:latin typeface="Sniglet"/>
                <a:ea typeface="Sniglet"/>
                <a:cs typeface="Sniglet"/>
                <a:sym typeface="Sniglet"/>
              </a:defRPr>
            </a:lvl2pPr>
            <a:lvl3pPr marL="1371600" lvl="2" indent="-381000" rtl="0">
              <a:spcBef>
                <a:spcPts val="0"/>
              </a:spcBef>
              <a:spcAft>
                <a:spcPts val="0"/>
              </a:spcAft>
              <a:buClr>
                <a:schemeClr val="dk1"/>
              </a:buClr>
              <a:buSzPts val="2400"/>
              <a:buFont typeface="Sniglet"/>
              <a:buChar char="×"/>
              <a:defRPr sz="2400">
                <a:solidFill>
                  <a:schemeClr val="dk1"/>
                </a:solidFill>
                <a:latin typeface="Sniglet"/>
                <a:ea typeface="Sniglet"/>
                <a:cs typeface="Sniglet"/>
                <a:sym typeface="Sniglet"/>
              </a:defRPr>
            </a:lvl3pPr>
            <a:lvl4pPr marL="1828800" lvl="3" indent="-342900" rtl="0">
              <a:spcBef>
                <a:spcPts val="0"/>
              </a:spcBef>
              <a:spcAft>
                <a:spcPts val="0"/>
              </a:spcAft>
              <a:buClr>
                <a:schemeClr val="dk1"/>
              </a:buClr>
              <a:buSzPts val="1800"/>
              <a:buFont typeface="Sniglet"/>
              <a:buChar char="×"/>
              <a:defRPr sz="1800">
                <a:solidFill>
                  <a:schemeClr val="dk1"/>
                </a:solidFill>
                <a:latin typeface="Sniglet"/>
                <a:ea typeface="Sniglet"/>
                <a:cs typeface="Sniglet"/>
                <a:sym typeface="Sniglet"/>
              </a:defRPr>
            </a:lvl4pPr>
            <a:lvl5pPr marL="2286000" lvl="4" indent="-342900" rtl="0">
              <a:spcBef>
                <a:spcPts val="0"/>
              </a:spcBef>
              <a:spcAft>
                <a:spcPts val="0"/>
              </a:spcAft>
              <a:buClr>
                <a:schemeClr val="dk1"/>
              </a:buClr>
              <a:buSzPts val="1800"/>
              <a:buFont typeface="Sniglet"/>
              <a:buChar char="×"/>
              <a:defRPr sz="1800">
                <a:solidFill>
                  <a:schemeClr val="dk1"/>
                </a:solidFill>
                <a:latin typeface="Sniglet"/>
                <a:ea typeface="Sniglet"/>
                <a:cs typeface="Sniglet"/>
                <a:sym typeface="Sniglet"/>
              </a:defRPr>
            </a:lvl5pPr>
            <a:lvl6pPr marL="2743200" lvl="5" indent="-342900" rtl="0">
              <a:spcBef>
                <a:spcPts val="0"/>
              </a:spcBef>
              <a:spcAft>
                <a:spcPts val="0"/>
              </a:spcAft>
              <a:buClr>
                <a:schemeClr val="dk1"/>
              </a:buClr>
              <a:buSzPts val="1800"/>
              <a:buFont typeface="Sniglet"/>
              <a:buChar char="×"/>
              <a:defRPr sz="1800">
                <a:solidFill>
                  <a:schemeClr val="dk1"/>
                </a:solidFill>
                <a:latin typeface="Sniglet"/>
                <a:ea typeface="Sniglet"/>
                <a:cs typeface="Sniglet"/>
                <a:sym typeface="Sniglet"/>
              </a:defRPr>
            </a:lvl6pPr>
            <a:lvl7pPr marL="3200400" lvl="6" indent="-342900" rtl="0">
              <a:spcBef>
                <a:spcPts val="0"/>
              </a:spcBef>
              <a:spcAft>
                <a:spcPts val="0"/>
              </a:spcAft>
              <a:buClr>
                <a:schemeClr val="dk1"/>
              </a:buClr>
              <a:buSzPts val="1800"/>
              <a:buFont typeface="Sniglet"/>
              <a:buChar char="×"/>
              <a:defRPr sz="1800">
                <a:solidFill>
                  <a:schemeClr val="dk1"/>
                </a:solidFill>
                <a:latin typeface="Sniglet"/>
                <a:ea typeface="Sniglet"/>
                <a:cs typeface="Sniglet"/>
                <a:sym typeface="Sniglet"/>
              </a:defRPr>
            </a:lvl7pPr>
            <a:lvl8pPr marL="3657600" lvl="7" indent="-342900" rtl="0">
              <a:spcBef>
                <a:spcPts val="0"/>
              </a:spcBef>
              <a:spcAft>
                <a:spcPts val="0"/>
              </a:spcAft>
              <a:buClr>
                <a:schemeClr val="dk1"/>
              </a:buClr>
              <a:buSzPts val="1800"/>
              <a:buFont typeface="Sniglet"/>
              <a:buChar char="×"/>
              <a:defRPr sz="1800">
                <a:solidFill>
                  <a:schemeClr val="dk1"/>
                </a:solidFill>
                <a:latin typeface="Sniglet"/>
                <a:ea typeface="Sniglet"/>
                <a:cs typeface="Sniglet"/>
                <a:sym typeface="Sniglet"/>
              </a:defRPr>
            </a:lvl8pPr>
            <a:lvl9pPr marL="4114800" lvl="8" indent="-342900" rtl="0">
              <a:spcBef>
                <a:spcPts val="0"/>
              </a:spcBef>
              <a:spcAft>
                <a:spcPts val="0"/>
              </a:spcAft>
              <a:buClr>
                <a:schemeClr val="dk1"/>
              </a:buClr>
              <a:buSzPts val="1800"/>
              <a:buFont typeface="Sniglet"/>
              <a:buChar char="×"/>
              <a:defRPr sz="1800">
                <a:solidFill>
                  <a:schemeClr val="dk1"/>
                </a:solidFill>
                <a:latin typeface="Sniglet"/>
                <a:ea typeface="Sniglet"/>
                <a:cs typeface="Sniglet"/>
                <a:sym typeface="Sniglet"/>
              </a:defRPr>
            </a:lvl9pPr>
          </a:lstStyle>
          <a:p>
            <a:endParaRPr/>
          </a:p>
        </p:txBody>
      </p:sp>
      <p:sp>
        <p:nvSpPr>
          <p:cNvPr id="8" name="Google Shape;8;p1"/>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lvl="0" algn="r" rtl="0">
              <a:buNone/>
              <a:defRPr sz="1200">
                <a:solidFill>
                  <a:srgbClr val="FFFFFF"/>
                </a:solidFill>
                <a:latin typeface="Bangers"/>
                <a:ea typeface="Bangers"/>
                <a:cs typeface="Bangers"/>
                <a:sym typeface="Bangers"/>
              </a:defRPr>
            </a:lvl1pPr>
            <a:lvl2pPr lvl="1" algn="r" rtl="0">
              <a:buNone/>
              <a:defRPr sz="1200">
                <a:solidFill>
                  <a:srgbClr val="FFFFFF"/>
                </a:solidFill>
                <a:latin typeface="Bangers"/>
                <a:ea typeface="Bangers"/>
                <a:cs typeface="Bangers"/>
                <a:sym typeface="Bangers"/>
              </a:defRPr>
            </a:lvl2pPr>
            <a:lvl3pPr lvl="2" algn="r" rtl="0">
              <a:buNone/>
              <a:defRPr sz="1200">
                <a:solidFill>
                  <a:srgbClr val="FFFFFF"/>
                </a:solidFill>
                <a:latin typeface="Bangers"/>
                <a:ea typeface="Bangers"/>
                <a:cs typeface="Bangers"/>
                <a:sym typeface="Bangers"/>
              </a:defRPr>
            </a:lvl3pPr>
            <a:lvl4pPr lvl="3" algn="r" rtl="0">
              <a:buNone/>
              <a:defRPr sz="1200">
                <a:solidFill>
                  <a:srgbClr val="FFFFFF"/>
                </a:solidFill>
                <a:latin typeface="Bangers"/>
                <a:ea typeface="Bangers"/>
                <a:cs typeface="Bangers"/>
                <a:sym typeface="Bangers"/>
              </a:defRPr>
            </a:lvl4pPr>
            <a:lvl5pPr lvl="4" algn="r" rtl="0">
              <a:buNone/>
              <a:defRPr sz="1200">
                <a:solidFill>
                  <a:srgbClr val="FFFFFF"/>
                </a:solidFill>
                <a:latin typeface="Bangers"/>
                <a:ea typeface="Bangers"/>
                <a:cs typeface="Bangers"/>
                <a:sym typeface="Bangers"/>
              </a:defRPr>
            </a:lvl5pPr>
            <a:lvl6pPr lvl="5" algn="r" rtl="0">
              <a:buNone/>
              <a:defRPr sz="1200">
                <a:solidFill>
                  <a:srgbClr val="FFFFFF"/>
                </a:solidFill>
                <a:latin typeface="Bangers"/>
                <a:ea typeface="Bangers"/>
                <a:cs typeface="Bangers"/>
                <a:sym typeface="Bangers"/>
              </a:defRPr>
            </a:lvl6pPr>
            <a:lvl7pPr lvl="6" algn="r" rtl="0">
              <a:buNone/>
              <a:defRPr sz="1200">
                <a:solidFill>
                  <a:srgbClr val="FFFFFF"/>
                </a:solidFill>
                <a:latin typeface="Bangers"/>
                <a:ea typeface="Bangers"/>
                <a:cs typeface="Bangers"/>
                <a:sym typeface="Bangers"/>
              </a:defRPr>
            </a:lvl7pPr>
            <a:lvl8pPr lvl="7" algn="r" rtl="0">
              <a:buNone/>
              <a:defRPr sz="1200">
                <a:solidFill>
                  <a:srgbClr val="FFFFFF"/>
                </a:solidFill>
                <a:latin typeface="Bangers"/>
                <a:ea typeface="Bangers"/>
                <a:cs typeface="Bangers"/>
                <a:sym typeface="Bangers"/>
              </a:defRPr>
            </a:lvl8pPr>
            <a:lvl9pPr lvl="8" algn="r" rtl="0">
              <a:buNone/>
              <a:defRPr sz="1200">
                <a:solidFill>
                  <a:srgbClr val="FFFFFF"/>
                </a:solidFill>
                <a:latin typeface="Bangers"/>
                <a:ea typeface="Bangers"/>
                <a:cs typeface="Bangers"/>
                <a:sym typeface="Bangers"/>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p:fade thruBlk="1"/>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video" Target="https://www.youtube.com/embed/hoPneSHfolk?feature=oembed" TargetMode="External"/><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video" Target="https://www.youtube.com/embed/U3QfoWcVcPI?feature=oembed" TargetMode="External"/><Relationship Id="rId5" Type="http://schemas.openxmlformats.org/officeDocument/2006/relationships/image" Target="../media/image6.jpeg"/><Relationship Id="rId4" Type="http://schemas.openxmlformats.org/officeDocument/2006/relationships/hyperlink" Target="https://www.youtube.com/watch?v=U3QfoWcVcPI"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2"/>
          <p:cNvSpPr txBox="1">
            <a:spLocks noGrp="1"/>
          </p:cNvSpPr>
          <p:nvPr>
            <p:ph type="title"/>
          </p:nvPr>
        </p:nvSpPr>
        <p:spPr>
          <a:xfrm rot="161729">
            <a:off x="747711" y="834031"/>
            <a:ext cx="7029878" cy="760139"/>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Understanding power</a:t>
            </a:r>
            <a:endParaRPr/>
          </a:p>
        </p:txBody>
      </p:sp>
      <p:sp>
        <p:nvSpPr>
          <p:cNvPr id="75" name="Google Shape;75;p12"/>
          <p:cNvSpPr txBox="1">
            <a:spLocks noGrp="1"/>
          </p:cNvSpPr>
          <p:nvPr>
            <p:ph type="body" idx="1"/>
          </p:nvPr>
        </p:nvSpPr>
        <p:spPr>
          <a:xfrm>
            <a:off x="823450" y="1545950"/>
            <a:ext cx="7183200" cy="3303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400"/>
              <a:t>What is your favorite activity in gym class? WHY?</a:t>
            </a:r>
            <a:endParaRPr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5">
                                            <p:txEl>
                                              <p:pRg st="0" end="0"/>
                                            </p:txEl>
                                          </p:spTgt>
                                        </p:tgtEl>
                                        <p:attrNameLst>
                                          <p:attrName>style.visibility</p:attrName>
                                        </p:attrNameLst>
                                      </p:cBhvr>
                                      <p:to>
                                        <p:strVal val="visible"/>
                                      </p:to>
                                    </p:set>
                                    <p:animEffect transition="in" filter="fade">
                                      <p:cBhvr>
                                        <p:cTn id="7" dur="1000"/>
                                        <p:tgtEl>
                                          <p:spTgt spid="7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3"/>
          <p:cNvSpPr txBox="1">
            <a:spLocks noGrp="1"/>
          </p:cNvSpPr>
          <p:nvPr>
            <p:ph type="title"/>
          </p:nvPr>
        </p:nvSpPr>
        <p:spPr>
          <a:xfrm rot="161729">
            <a:off x="747711" y="757831"/>
            <a:ext cx="7029878" cy="760139"/>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Understanding power</a:t>
            </a:r>
            <a:endParaRPr/>
          </a:p>
        </p:txBody>
      </p:sp>
      <p:sp>
        <p:nvSpPr>
          <p:cNvPr id="81" name="Google Shape;81;p13"/>
          <p:cNvSpPr txBox="1">
            <a:spLocks noGrp="1"/>
          </p:cNvSpPr>
          <p:nvPr>
            <p:ph type="body" idx="1"/>
          </p:nvPr>
        </p:nvSpPr>
        <p:spPr>
          <a:xfrm>
            <a:off x="823450" y="1393550"/>
            <a:ext cx="6968100" cy="330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 have decided that badminton is the only activity you will do in gym class for the rest of the year.</a:t>
            </a:r>
            <a:endParaRPr/>
          </a:p>
          <a:p>
            <a:pPr marL="0" lvl="0" indent="0" algn="l" rtl="0">
              <a:spcBef>
                <a:spcPts val="1000"/>
              </a:spcBef>
              <a:spcAft>
                <a:spcPts val="0"/>
              </a:spcAft>
              <a:buClr>
                <a:schemeClr val="dk1"/>
              </a:buClr>
              <a:buSzPts val="1100"/>
              <a:buFont typeface="Arial"/>
              <a:buNone/>
            </a:pPr>
            <a:r>
              <a:rPr lang="en" b="1"/>
              <a:t>Discuss with your group:</a:t>
            </a:r>
            <a:endParaRPr b="1"/>
          </a:p>
          <a:p>
            <a:pPr marL="914400" lvl="0" indent="-374650" algn="l" rtl="0">
              <a:spcBef>
                <a:spcPts val="600"/>
              </a:spcBef>
              <a:spcAft>
                <a:spcPts val="0"/>
              </a:spcAft>
              <a:buSzPts val="2300"/>
              <a:buChar char="➔"/>
            </a:pPr>
            <a:r>
              <a:rPr lang="en"/>
              <a:t>How do you feel about this decision? WHY?</a:t>
            </a:r>
            <a:endParaRPr/>
          </a:p>
          <a:p>
            <a:pPr marL="914400" lvl="0" indent="-374650" algn="l" rtl="0">
              <a:spcBef>
                <a:spcPts val="0"/>
              </a:spcBef>
              <a:spcAft>
                <a:spcPts val="0"/>
              </a:spcAft>
              <a:buSzPts val="2300"/>
              <a:buChar char="➔"/>
            </a:pPr>
            <a:r>
              <a:rPr lang="en"/>
              <a:t>Does everyone in your group agree?</a:t>
            </a:r>
            <a:endParaRPr/>
          </a:p>
          <a:p>
            <a:pPr marL="914400" lvl="0" indent="-374650" algn="l" rtl="0">
              <a:spcBef>
                <a:spcPts val="0"/>
              </a:spcBef>
              <a:spcAft>
                <a:spcPts val="0"/>
              </a:spcAft>
              <a:buSzPts val="2300"/>
              <a:buChar char="➔"/>
            </a:pPr>
            <a:r>
              <a:rPr lang="en"/>
              <a:t>How do you think others in the school will feel about this decision? WHY?</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1">
                                            <p:txEl>
                                              <p:pRg st="0" end="0"/>
                                            </p:txEl>
                                          </p:spTgt>
                                        </p:tgtEl>
                                        <p:attrNameLst>
                                          <p:attrName>style.visibility</p:attrName>
                                        </p:attrNameLst>
                                      </p:cBhvr>
                                      <p:to>
                                        <p:strVal val="visible"/>
                                      </p:to>
                                    </p:set>
                                    <p:animEffect transition="in" filter="fade">
                                      <p:cBhvr>
                                        <p:cTn id="7" dur="1000"/>
                                        <p:tgtEl>
                                          <p:spTgt spid="8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1">
                                            <p:txEl>
                                              <p:pRg st="1" end="1"/>
                                            </p:txEl>
                                          </p:spTgt>
                                        </p:tgtEl>
                                        <p:attrNameLst>
                                          <p:attrName>style.visibility</p:attrName>
                                        </p:attrNameLst>
                                      </p:cBhvr>
                                      <p:to>
                                        <p:strVal val="visible"/>
                                      </p:to>
                                    </p:set>
                                    <p:animEffect transition="in" filter="fade">
                                      <p:cBhvr>
                                        <p:cTn id="12" dur="1000"/>
                                        <p:tgtEl>
                                          <p:spTgt spid="8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1">
                                            <p:txEl>
                                              <p:pRg st="2" end="2"/>
                                            </p:txEl>
                                          </p:spTgt>
                                        </p:tgtEl>
                                        <p:attrNameLst>
                                          <p:attrName>style.visibility</p:attrName>
                                        </p:attrNameLst>
                                      </p:cBhvr>
                                      <p:to>
                                        <p:strVal val="visible"/>
                                      </p:to>
                                    </p:set>
                                    <p:animEffect transition="in" filter="fade">
                                      <p:cBhvr>
                                        <p:cTn id="17" dur="1000"/>
                                        <p:tgtEl>
                                          <p:spTgt spid="8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1">
                                            <p:txEl>
                                              <p:pRg st="3" end="3"/>
                                            </p:txEl>
                                          </p:spTgt>
                                        </p:tgtEl>
                                        <p:attrNameLst>
                                          <p:attrName>style.visibility</p:attrName>
                                        </p:attrNameLst>
                                      </p:cBhvr>
                                      <p:to>
                                        <p:strVal val="visible"/>
                                      </p:to>
                                    </p:set>
                                    <p:animEffect transition="in" filter="fade">
                                      <p:cBhvr>
                                        <p:cTn id="22" dur="1000"/>
                                        <p:tgtEl>
                                          <p:spTgt spid="8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1">
                                            <p:txEl>
                                              <p:pRg st="4" end="4"/>
                                            </p:txEl>
                                          </p:spTgt>
                                        </p:tgtEl>
                                        <p:attrNameLst>
                                          <p:attrName>style.visibility</p:attrName>
                                        </p:attrNameLst>
                                      </p:cBhvr>
                                      <p:to>
                                        <p:strVal val="visible"/>
                                      </p:to>
                                    </p:set>
                                    <p:animEffect transition="in" filter="fade">
                                      <p:cBhvr>
                                        <p:cTn id="27" dur="1000"/>
                                        <p:tgtEl>
                                          <p:spTgt spid="8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4"/>
          <p:cNvSpPr txBox="1">
            <a:spLocks noGrp="1"/>
          </p:cNvSpPr>
          <p:nvPr>
            <p:ph type="title"/>
          </p:nvPr>
        </p:nvSpPr>
        <p:spPr>
          <a:xfrm rot="161729">
            <a:off x="747711" y="775356"/>
            <a:ext cx="7029878" cy="760139"/>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Understanding power</a:t>
            </a:r>
            <a:endParaRPr/>
          </a:p>
        </p:txBody>
      </p:sp>
      <p:sp>
        <p:nvSpPr>
          <p:cNvPr id="87" name="Google Shape;87;p14"/>
          <p:cNvSpPr txBox="1">
            <a:spLocks noGrp="1"/>
          </p:cNvSpPr>
          <p:nvPr>
            <p:ph type="body" idx="1"/>
          </p:nvPr>
        </p:nvSpPr>
        <p:spPr>
          <a:xfrm>
            <a:off x="823450" y="1317350"/>
            <a:ext cx="6968100" cy="3303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In real life (even as adults)...</a:t>
            </a:r>
            <a:endParaRPr/>
          </a:p>
          <a:p>
            <a:pPr marL="457200" lvl="0" indent="-374650" algn="l" rtl="0">
              <a:spcBef>
                <a:spcPts val="600"/>
              </a:spcBef>
              <a:spcAft>
                <a:spcPts val="0"/>
              </a:spcAft>
              <a:buSzPts val="2300"/>
              <a:buChar char="×"/>
            </a:pPr>
            <a:r>
              <a:rPr lang="en"/>
              <a:t>decisions are made that we may not agree with.</a:t>
            </a:r>
            <a:endParaRPr/>
          </a:p>
          <a:p>
            <a:pPr marL="457200" lvl="0" indent="-374650" algn="l" rtl="0">
              <a:spcBef>
                <a:spcPts val="1000"/>
              </a:spcBef>
              <a:spcAft>
                <a:spcPts val="0"/>
              </a:spcAft>
              <a:buSzPts val="2300"/>
              <a:buChar char="×"/>
            </a:pPr>
            <a:r>
              <a:rPr lang="en"/>
              <a:t>decisions are made that we may not have had a say in. </a:t>
            </a:r>
            <a:endParaRPr/>
          </a:p>
          <a:p>
            <a:pPr marL="457200" lvl="0" indent="-374650" algn="l" rtl="0">
              <a:spcBef>
                <a:spcPts val="1000"/>
              </a:spcBef>
              <a:spcAft>
                <a:spcPts val="0"/>
              </a:spcAft>
              <a:buSzPts val="2300"/>
              <a:buChar char="×"/>
            </a:pPr>
            <a:r>
              <a:rPr lang="en"/>
              <a:t>sometimes we feel powerless to make change  or be heard.</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7">
                                            <p:txEl>
                                              <p:pRg st="0" end="0"/>
                                            </p:txEl>
                                          </p:spTgt>
                                        </p:tgtEl>
                                        <p:attrNameLst>
                                          <p:attrName>style.visibility</p:attrName>
                                        </p:attrNameLst>
                                      </p:cBhvr>
                                      <p:to>
                                        <p:strVal val="visible"/>
                                      </p:to>
                                    </p:set>
                                    <p:animEffect transition="in" filter="fade">
                                      <p:cBhvr>
                                        <p:cTn id="7" dur="1000"/>
                                        <p:tgtEl>
                                          <p:spTgt spid="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7">
                                            <p:txEl>
                                              <p:pRg st="1" end="1"/>
                                            </p:txEl>
                                          </p:spTgt>
                                        </p:tgtEl>
                                        <p:attrNameLst>
                                          <p:attrName>style.visibility</p:attrName>
                                        </p:attrNameLst>
                                      </p:cBhvr>
                                      <p:to>
                                        <p:strVal val="visible"/>
                                      </p:to>
                                    </p:set>
                                    <p:animEffect transition="in" filter="fade">
                                      <p:cBhvr>
                                        <p:cTn id="12" dur="1000"/>
                                        <p:tgtEl>
                                          <p:spTgt spid="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7">
                                            <p:txEl>
                                              <p:pRg st="2" end="2"/>
                                            </p:txEl>
                                          </p:spTgt>
                                        </p:tgtEl>
                                        <p:attrNameLst>
                                          <p:attrName>style.visibility</p:attrName>
                                        </p:attrNameLst>
                                      </p:cBhvr>
                                      <p:to>
                                        <p:strVal val="visible"/>
                                      </p:to>
                                    </p:set>
                                    <p:animEffect transition="in" filter="fade">
                                      <p:cBhvr>
                                        <p:cTn id="17" dur="1000"/>
                                        <p:tgtEl>
                                          <p:spTgt spid="8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7">
                                            <p:txEl>
                                              <p:pRg st="3" end="3"/>
                                            </p:txEl>
                                          </p:spTgt>
                                        </p:tgtEl>
                                        <p:attrNameLst>
                                          <p:attrName>style.visibility</p:attrName>
                                        </p:attrNameLst>
                                      </p:cBhvr>
                                      <p:to>
                                        <p:strVal val="visible"/>
                                      </p:to>
                                    </p:set>
                                    <p:animEffect transition="in" filter="fade">
                                      <p:cBhvr>
                                        <p:cTn id="22" dur="1000"/>
                                        <p:tgtEl>
                                          <p:spTgt spid="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5"/>
          <p:cNvSpPr txBox="1">
            <a:spLocks noGrp="1"/>
          </p:cNvSpPr>
          <p:nvPr>
            <p:ph type="title"/>
          </p:nvPr>
        </p:nvSpPr>
        <p:spPr>
          <a:xfrm rot="161729">
            <a:off x="747661" y="724506"/>
            <a:ext cx="7029878" cy="760139"/>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Understanding power</a:t>
            </a:r>
            <a:endParaRPr/>
          </a:p>
        </p:txBody>
      </p:sp>
      <p:sp>
        <p:nvSpPr>
          <p:cNvPr id="93" name="Google Shape;93;p15"/>
          <p:cNvSpPr txBox="1">
            <a:spLocks noGrp="1"/>
          </p:cNvSpPr>
          <p:nvPr>
            <p:ph type="body" idx="1"/>
          </p:nvPr>
        </p:nvSpPr>
        <p:spPr>
          <a:xfrm>
            <a:off x="823450" y="1241150"/>
            <a:ext cx="6968100" cy="3303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t>Write or sketch a response to these questions:</a:t>
            </a:r>
            <a:endParaRPr b="1"/>
          </a:p>
          <a:p>
            <a:pPr marL="914400" lvl="0" indent="-374650" algn="l" rtl="0">
              <a:spcBef>
                <a:spcPts val="600"/>
              </a:spcBef>
              <a:spcAft>
                <a:spcPts val="0"/>
              </a:spcAft>
              <a:buSzPts val="2300"/>
              <a:buChar char="➢"/>
            </a:pPr>
            <a:r>
              <a:rPr lang="en"/>
              <a:t>Who are people in your life that have power over you?</a:t>
            </a:r>
            <a:endParaRPr/>
          </a:p>
          <a:p>
            <a:pPr marL="914400" lvl="0" indent="-374650" algn="l" rtl="0">
              <a:spcBef>
                <a:spcPts val="1000"/>
              </a:spcBef>
              <a:spcAft>
                <a:spcPts val="0"/>
              </a:spcAft>
              <a:buSzPts val="2300"/>
              <a:buChar char="➢"/>
            </a:pPr>
            <a:r>
              <a:rPr lang="en"/>
              <a:t>In your own life, when have you felt powerless to change something?</a:t>
            </a:r>
            <a:endParaRPr/>
          </a:p>
          <a:p>
            <a:pPr marL="914400" lvl="0" indent="-374650" algn="l" rtl="0">
              <a:spcBef>
                <a:spcPts val="1000"/>
              </a:spcBef>
              <a:spcAft>
                <a:spcPts val="0"/>
              </a:spcAft>
              <a:buSzPts val="2300"/>
              <a:buChar char="➢"/>
            </a:pPr>
            <a:r>
              <a:rPr lang="en"/>
              <a:t>Did you do anything to try to change it or to be heard? Did it work?</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3">
                                            <p:txEl>
                                              <p:pRg st="0" end="0"/>
                                            </p:txEl>
                                          </p:spTgt>
                                        </p:tgtEl>
                                        <p:attrNameLst>
                                          <p:attrName>style.visibility</p:attrName>
                                        </p:attrNameLst>
                                      </p:cBhvr>
                                      <p:to>
                                        <p:strVal val="visible"/>
                                      </p:to>
                                    </p:set>
                                    <p:animEffect transition="in" filter="fade">
                                      <p:cBhvr>
                                        <p:cTn id="7" dur="1000"/>
                                        <p:tgtEl>
                                          <p:spTgt spid="9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3">
                                            <p:txEl>
                                              <p:pRg st="1" end="1"/>
                                            </p:txEl>
                                          </p:spTgt>
                                        </p:tgtEl>
                                        <p:attrNameLst>
                                          <p:attrName>style.visibility</p:attrName>
                                        </p:attrNameLst>
                                      </p:cBhvr>
                                      <p:to>
                                        <p:strVal val="visible"/>
                                      </p:to>
                                    </p:set>
                                    <p:animEffect transition="in" filter="fade">
                                      <p:cBhvr>
                                        <p:cTn id="12" dur="1000"/>
                                        <p:tgtEl>
                                          <p:spTgt spid="9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3">
                                            <p:txEl>
                                              <p:pRg st="2" end="2"/>
                                            </p:txEl>
                                          </p:spTgt>
                                        </p:tgtEl>
                                        <p:attrNameLst>
                                          <p:attrName>style.visibility</p:attrName>
                                        </p:attrNameLst>
                                      </p:cBhvr>
                                      <p:to>
                                        <p:strVal val="visible"/>
                                      </p:to>
                                    </p:set>
                                    <p:animEffect transition="in" filter="fade">
                                      <p:cBhvr>
                                        <p:cTn id="17" dur="1000"/>
                                        <p:tgtEl>
                                          <p:spTgt spid="9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3">
                                            <p:txEl>
                                              <p:pRg st="3" end="3"/>
                                            </p:txEl>
                                          </p:spTgt>
                                        </p:tgtEl>
                                        <p:attrNameLst>
                                          <p:attrName>style.visibility</p:attrName>
                                        </p:attrNameLst>
                                      </p:cBhvr>
                                      <p:to>
                                        <p:strVal val="visible"/>
                                      </p:to>
                                    </p:set>
                                    <p:animEffect transition="in" filter="fade">
                                      <p:cBhvr>
                                        <p:cTn id="22" dur="1000"/>
                                        <p:tgtEl>
                                          <p:spTgt spid="9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6"/>
          <p:cNvSpPr txBox="1">
            <a:spLocks noGrp="1"/>
          </p:cNvSpPr>
          <p:nvPr>
            <p:ph type="title"/>
          </p:nvPr>
        </p:nvSpPr>
        <p:spPr>
          <a:xfrm rot="161729">
            <a:off x="747661" y="724506"/>
            <a:ext cx="7029878" cy="760139"/>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example</a:t>
            </a:r>
            <a:endParaRPr/>
          </a:p>
        </p:txBody>
      </p:sp>
      <p:sp>
        <p:nvSpPr>
          <p:cNvPr id="99" name="Google Shape;99;p16"/>
          <p:cNvSpPr txBox="1">
            <a:spLocks noGrp="1"/>
          </p:cNvSpPr>
          <p:nvPr>
            <p:ph type="body" idx="1"/>
          </p:nvPr>
        </p:nvSpPr>
        <p:spPr>
          <a:xfrm>
            <a:off x="823450" y="1164950"/>
            <a:ext cx="6968100" cy="3303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200"/>
              <a:t>Before dinner, your mom promised that you could have dessert. While your mom was cleaning up after dinner, you asked for your dessert. Your mom said, “You can’t have any because you didn’t finish your meal.” You tell your mom, “That’s not fair - you didn’t tell me I had to eat everything on my plate!” Your mom still says “No”, so you lay on the floor kicking and screaming that you are being treated unfairly.</a:t>
            </a:r>
            <a:endParaRP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9">
                                            <p:txEl>
                                              <p:pRg st="0" end="0"/>
                                            </p:txEl>
                                          </p:spTgt>
                                        </p:tgtEl>
                                        <p:attrNameLst>
                                          <p:attrName>style.visibility</p:attrName>
                                        </p:attrNameLst>
                                      </p:cBhvr>
                                      <p:to>
                                        <p:strVal val="visible"/>
                                      </p:to>
                                    </p:set>
                                    <p:animEffect transition="in" filter="fade">
                                      <p:cBhvr>
                                        <p:cTn id="7" dur="1000"/>
                                        <p:tgtEl>
                                          <p:spTgt spid="9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7"/>
          <p:cNvSpPr txBox="1">
            <a:spLocks noGrp="1"/>
          </p:cNvSpPr>
          <p:nvPr>
            <p:ph type="title"/>
          </p:nvPr>
        </p:nvSpPr>
        <p:spPr>
          <a:xfrm rot="161729">
            <a:off x="747661" y="724506"/>
            <a:ext cx="7029878" cy="760139"/>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Understanding power</a:t>
            </a:r>
            <a:endParaRPr/>
          </a:p>
        </p:txBody>
      </p:sp>
      <p:sp>
        <p:nvSpPr>
          <p:cNvPr id="105" name="Google Shape;105;p17"/>
          <p:cNvSpPr txBox="1">
            <a:spLocks noGrp="1"/>
          </p:cNvSpPr>
          <p:nvPr>
            <p:ph type="body" idx="1"/>
          </p:nvPr>
        </p:nvSpPr>
        <p:spPr>
          <a:xfrm>
            <a:off x="823450" y="1241150"/>
            <a:ext cx="6968100" cy="3303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t>Share out:</a:t>
            </a:r>
            <a:endParaRPr b="1"/>
          </a:p>
          <a:p>
            <a:pPr marL="457200" lvl="0" indent="-374650" algn="l" rtl="0">
              <a:spcBef>
                <a:spcPts val="600"/>
              </a:spcBef>
              <a:spcAft>
                <a:spcPts val="0"/>
              </a:spcAft>
              <a:buSzPts val="2300"/>
              <a:buChar char="×"/>
            </a:pPr>
            <a:r>
              <a:rPr lang="en"/>
              <a:t>Who are people in your life that have power over you?</a:t>
            </a:r>
            <a:endParaRPr/>
          </a:p>
          <a:p>
            <a:pPr marL="457200" lvl="0" indent="-374650" algn="l" rtl="0">
              <a:spcBef>
                <a:spcPts val="1000"/>
              </a:spcBef>
              <a:spcAft>
                <a:spcPts val="0"/>
              </a:spcAft>
              <a:buSzPts val="2300"/>
              <a:buChar char="×"/>
            </a:pPr>
            <a:r>
              <a:rPr lang="en"/>
              <a:t>In your own life, when have you felt powerless to change something?</a:t>
            </a:r>
            <a:endParaRPr/>
          </a:p>
          <a:p>
            <a:pPr marL="457200" lvl="0" indent="-374650" algn="l" rtl="0">
              <a:spcBef>
                <a:spcPts val="1000"/>
              </a:spcBef>
              <a:spcAft>
                <a:spcPts val="0"/>
              </a:spcAft>
              <a:buSzPts val="2300"/>
              <a:buChar char="×"/>
            </a:pPr>
            <a:r>
              <a:rPr lang="en"/>
              <a:t>Did you do anything to try to change it or to be heard? Did it work?</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8"/>
          <p:cNvSpPr txBox="1">
            <a:spLocks noGrp="1"/>
          </p:cNvSpPr>
          <p:nvPr>
            <p:ph type="title"/>
          </p:nvPr>
        </p:nvSpPr>
        <p:spPr>
          <a:xfrm rot="161729">
            <a:off x="747661" y="800706"/>
            <a:ext cx="7029878" cy="760139"/>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Understanding protest</a:t>
            </a:r>
            <a:endParaRPr/>
          </a:p>
        </p:txBody>
      </p:sp>
      <p:sp>
        <p:nvSpPr>
          <p:cNvPr id="111" name="Google Shape;111;p18"/>
          <p:cNvSpPr txBox="1">
            <a:spLocks noGrp="1"/>
          </p:cNvSpPr>
          <p:nvPr>
            <p:ph type="body" idx="1"/>
          </p:nvPr>
        </p:nvSpPr>
        <p:spPr>
          <a:xfrm>
            <a:off x="975850" y="1469743"/>
            <a:ext cx="6359100" cy="620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400"/>
              <a:t>You all just gave examples of protest!</a:t>
            </a:r>
            <a:endParaRPr sz="2400"/>
          </a:p>
        </p:txBody>
      </p:sp>
      <p:sp>
        <p:nvSpPr>
          <p:cNvPr id="112" name="Google Shape;112;p18"/>
          <p:cNvSpPr txBox="1"/>
          <p:nvPr/>
        </p:nvSpPr>
        <p:spPr>
          <a:xfrm>
            <a:off x="1052050" y="2230075"/>
            <a:ext cx="4066200" cy="1852200"/>
          </a:xfrm>
          <a:prstGeom prst="rect">
            <a:avLst/>
          </a:prstGeom>
          <a:solidFill>
            <a:srgbClr val="FFD966"/>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b="1">
                <a:latin typeface="Times New Roman"/>
                <a:ea typeface="Times New Roman"/>
                <a:cs typeface="Times New Roman"/>
                <a:sym typeface="Times New Roman"/>
              </a:rPr>
              <a:t>Protest</a:t>
            </a:r>
            <a:r>
              <a:rPr lang="en" sz="2400">
                <a:latin typeface="Times New Roman"/>
                <a:ea typeface="Times New Roman"/>
                <a:cs typeface="Times New Roman"/>
                <a:sym typeface="Times New Roman"/>
              </a:rPr>
              <a:t> </a:t>
            </a:r>
            <a:r>
              <a:rPr lang="en" sz="2200" i="1">
                <a:latin typeface="Times New Roman"/>
                <a:ea typeface="Times New Roman"/>
                <a:cs typeface="Times New Roman"/>
                <a:sym typeface="Times New Roman"/>
              </a:rPr>
              <a:t>noun </a:t>
            </a:r>
            <a:r>
              <a:rPr lang="en" sz="2000">
                <a:solidFill>
                  <a:srgbClr val="202124"/>
                </a:solidFill>
                <a:latin typeface="Roboto"/>
                <a:ea typeface="Roboto"/>
                <a:cs typeface="Roboto"/>
                <a:sym typeface="Roboto"/>
              </a:rPr>
              <a:t>/prōˈtest/</a:t>
            </a:r>
            <a:endParaRPr sz="2000">
              <a:latin typeface="Times New Roman"/>
              <a:ea typeface="Times New Roman"/>
              <a:cs typeface="Times New Roman"/>
              <a:sym typeface="Times New Roman"/>
            </a:endParaRPr>
          </a:p>
          <a:p>
            <a:pPr marL="0" lvl="0" indent="0" algn="l" rtl="0">
              <a:spcBef>
                <a:spcPts val="500"/>
              </a:spcBef>
              <a:spcAft>
                <a:spcPts val="0"/>
              </a:spcAft>
              <a:buNone/>
            </a:pPr>
            <a:r>
              <a:rPr lang="en" sz="2000">
                <a:solidFill>
                  <a:srgbClr val="202124"/>
                </a:solidFill>
                <a:latin typeface="Times New Roman"/>
                <a:ea typeface="Times New Roman"/>
                <a:cs typeface="Times New Roman"/>
                <a:sym typeface="Times New Roman"/>
              </a:rPr>
              <a:t>a statement or action expressing disapproval or objection to something</a:t>
            </a:r>
            <a:endParaRPr sz="2000">
              <a:solidFill>
                <a:srgbClr val="202124"/>
              </a:solidFill>
              <a:latin typeface="Times New Roman"/>
              <a:ea typeface="Times New Roman"/>
              <a:cs typeface="Times New Roman"/>
              <a:sym typeface="Times New Roman"/>
            </a:endParaRPr>
          </a:p>
          <a:p>
            <a:pPr marL="0" lvl="0" indent="0" algn="l" rtl="0">
              <a:spcBef>
                <a:spcPts val="500"/>
              </a:spcBef>
              <a:spcAft>
                <a:spcPts val="0"/>
              </a:spcAft>
              <a:buNone/>
            </a:pPr>
            <a:r>
              <a:rPr lang="en" sz="1800">
                <a:solidFill>
                  <a:schemeClr val="dk2"/>
                </a:solidFill>
                <a:latin typeface="Times New Roman"/>
                <a:ea typeface="Times New Roman"/>
                <a:cs typeface="Times New Roman"/>
                <a:sym typeface="Times New Roman"/>
              </a:rPr>
              <a:t>“She told him to go to bed despite his </a:t>
            </a:r>
            <a:r>
              <a:rPr lang="en" sz="1800" i="1">
                <a:solidFill>
                  <a:schemeClr val="dk2"/>
                </a:solidFill>
                <a:latin typeface="Times New Roman"/>
                <a:ea typeface="Times New Roman"/>
                <a:cs typeface="Times New Roman"/>
                <a:sym typeface="Times New Roman"/>
              </a:rPr>
              <a:t>protests</a:t>
            </a:r>
            <a:r>
              <a:rPr lang="en" sz="1800">
                <a:solidFill>
                  <a:schemeClr val="dk2"/>
                </a:solidFill>
                <a:latin typeface="Times New Roman"/>
                <a:ea typeface="Times New Roman"/>
                <a:cs typeface="Times New Roman"/>
                <a:sym typeface="Times New Roman"/>
              </a:rPr>
              <a:t> that he wasn't tired.”</a:t>
            </a:r>
            <a:endParaRPr sz="1800">
              <a:solidFill>
                <a:schemeClr val="dk2"/>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9"/>
          <p:cNvSpPr txBox="1">
            <a:spLocks noGrp="1"/>
          </p:cNvSpPr>
          <p:nvPr>
            <p:ph type="title"/>
          </p:nvPr>
        </p:nvSpPr>
        <p:spPr>
          <a:xfrm rot="161729">
            <a:off x="747661" y="724506"/>
            <a:ext cx="7029878" cy="760139"/>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Understanding protest</a:t>
            </a:r>
            <a:endParaRPr/>
          </a:p>
        </p:txBody>
      </p:sp>
      <p:sp>
        <p:nvSpPr>
          <p:cNvPr id="118" name="Google Shape;118;p19"/>
          <p:cNvSpPr txBox="1">
            <a:spLocks noGrp="1"/>
          </p:cNvSpPr>
          <p:nvPr>
            <p:ph type="body" idx="1"/>
          </p:nvPr>
        </p:nvSpPr>
        <p:spPr>
          <a:xfrm>
            <a:off x="975850" y="1241150"/>
            <a:ext cx="7367100" cy="3303600"/>
          </a:xfrm>
          <a:prstGeom prst="rect">
            <a:avLst/>
          </a:prstGeom>
        </p:spPr>
        <p:txBody>
          <a:bodyPr spcFirstLastPara="1" wrap="square" lIns="91425" tIns="91425" rIns="91425" bIns="91425" anchor="t" anchorCtr="0">
            <a:noAutofit/>
          </a:bodyPr>
          <a:lstStyle/>
          <a:p>
            <a:pPr marL="0" lvl="0" indent="0" algn="l" rtl="0">
              <a:spcBef>
                <a:spcPts val="1000"/>
              </a:spcBef>
              <a:spcAft>
                <a:spcPts val="0"/>
              </a:spcAft>
              <a:buNone/>
            </a:pPr>
            <a:r>
              <a:rPr lang="en" dirty="0"/>
              <a:t>https://www.youtube.com/watch?v=hoPneSHfolk</a:t>
            </a:r>
            <a:endParaRPr dirty="0"/>
          </a:p>
        </p:txBody>
      </p:sp>
      <p:pic>
        <p:nvPicPr>
          <p:cNvPr id="2" name="Online Media 1" title="Militant vegans stage world's biggest animal rights protest | Nine News Australia">
            <a:hlinkClick r:id="" action="ppaction://media"/>
            <a:extLst>
              <a:ext uri="{FF2B5EF4-FFF2-40B4-BE49-F238E27FC236}">
                <a16:creationId xmlns:a16="http://schemas.microsoft.com/office/drawing/2014/main" id="{4D68D7D6-7452-41A3-A7A2-15E77F822D6D}"/>
              </a:ext>
            </a:extLst>
          </p:cNvPr>
          <p:cNvPicPr>
            <a:picLocks noRot="1" noChangeAspect="1"/>
          </p:cNvPicPr>
          <p:nvPr>
            <a:videoFile r:link="rId1"/>
          </p:nvPr>
        </p:nvPicPr>
        <p:blipFill>
          <a:blip r:embed="rId4"/>
          <a:stretch>
            <a:fillRect/>
          </a:stretch>
        </p:blipFill>
        <p:spPr>
          <a:xfrm>
            <a:off x="2759478" y="1920024"/>
            <a:ext cx="3625044" cy="2048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8">
                                            <p:txEl>
                                              <p:pRg st="0" end="0"/>
                                            </p:txEl>
                                          </p:spTgt>
                                        </p:tgtEl>
                                        <p:attrNameLst>
                                          <p:attrName>style.visibility</p:attrName>
                                        </p:attrNameLst>
                                      </p:cBhvr>
                                      <p:to>
                                        <p:strVal val="visible"/>
                                      </p:to>
                                    </p:set>
                                    <p:animEffect transition="in" filter="fade">
                                      <p:cBhvr>
                                        <p:cTn id="7" dur="1000"/>
                                        <p:tgtEl>
                                          <p:spTgt spid="1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mediacall" presetSubtype="0" fill="hold" nodeType="clickEffect">
                                  <p:stCondLst>
                                    <p:cond delay="0"/>
                                  </p:stCondLst>
                                  <p:childTnLst>
                                    <p:cmd type="call" cmd="playFrom(0.0)">
                                      <p:cBhvr>
                                        <p:cTn id="11"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2" fill="hold" display="0">
                  <p:stCondLst>
                    <p:cond delay="indefinite"/>
                  </p:stCondLst>
                </p:cTn>
                <p:tgtEl>
                  <p:spTgt spid="2"/>
                </p:tgtEl>
              </p:cMediaNode>
            </p:video>
            <p:seq concurrent="1" nextAc="seek">
              <p:cTn id="13" restart="whenNotActive" fill="hold" evtFilter="cancelBubble" nodeType="interactiveSeq">
                <p:stCondLst>
                  <p:cond evt="onClick" delay="0">
                    <p:tgtEl>
                      <p:spTgt spid="2"/>
                    </p:tgtEl>
                  </p:cond>
                </p:stCondLst>
                <p:endSync evt="end" delay="0">
                  <p:rtn val="all"/>
                </p:endSync>
                <p:childTnLst>
                  <p:par>
                    <p:cTn id="14" fill="hold">
                      <p:stCondLst>
                        <p:cond delay="0"/>
                      </p:stCondLst>
                      <p:childTnLst>
                        <p:par>
                          <p:cTn id="15" fill="hold">
                            <p:stCondLst>
                              <p:cond delay="0"/>
                            </p:stCondLst>
                            <p:childTnLst>
                              <p:par>
                                <p:cTn id="16" presetID="2" presetClass="mediacall" presetSubtype="0" fill="hold" nodeType="clickEffect">
                                  <p:stCondLst>
                                    <p:cond delay="0"/>
                                  </p:stCondLst>
                                  <p:childTnLst>
                                    <p:cmd type="call" cmd="togglePause">
                                      <p:cBhvr>
                                        <p:cTn id="17"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8"/>
          <p:cNvSpPr txBox="1">
            <a:spLocks noGrp="1"/>
          </p:cNvSpPr>
          <p:nvPr>
            <p:ph type="title"/>
          </p:nvPr>
        </p:nvSpPr>
        <p:spPr>
          <a:xfrm rot="161729">
            <a:off x="747661" y="800706"/>
            <a:ext cx="7029878" cy="760139"/>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Direct Action</a:t>
            </a:r>
            <a:endParaRPr dirty="0"/>
          </a:p>
        </p:txBody>
      </p:sp>
      <p:sp>
        <p:nvSpPr>
          <p:cNvPr id="111" name="Google Shape;111;p18"/>
          <p:cNvSpPr txBox="1">
            <a:spLocks noGrp="1"/>
          </p:cNvSpPr>
          <p:nvPr>
            <p:ph type="body" idx="1"/>
          </p:nvPr>
        </p:nvSpPr>
        <p:spPr>
          <a:xfrm>
            <a:off x="975850" y="1469743"/>
            <a:ext cx="6359100" cy="620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400" dirty="0"/>
              <a:t>What is Direct Action then?</a:t>
            </a:r>
            <a:endParaRPr sz="2400" dirty="0"/>
          </a:p>
        </p:txBody>
      </p:sp>
      <p:sp>
        <p:nvSpPr>
          <p:cNvPr id="112" name="Google Shape;112;p18"/>
          <p:cNvSpPr txBox="1"/>
          <p:nvPr/>
        </p:nvSpPr>
        <p:spPr>
          <a:xfrm>
            <a:off x="1052049" y="2230075"/>
            <a:ext cx="4732377" cy="2095415"/>
          </a:xfrm>
          <a:prstGeom prst="rect">
            <a:avLst/>
          </a:prstGeom>
          <a:solidFill>
            <a:srgbClr val="FFD966"/>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AU" sz="2400" b="1" dirty="0">
                <a:latin typeface="Times New Roman"/>
                <a:ea typeface="Times New Roman"/>
                <a:cs typeface="Times New Roman"/>
                <a:sym typeface="Times New Roman"/>
              </a:rPr>
              <a:t>D</a:t>
            </a:r>
            <a:r>
              <a:rPr lang="en" sz="2400" b="1" dirty="0">
                <a:latin typeface="Times New Roman"/>
                <a:ea typeface="Times New Roman"/>
                <a:cs typeface="Times New Roman"/>
                <a:sym typeface="Times New Roman"/>
              </a:rPr>
              <a:t>irect Action</a:t>
            </a:r>
            <a:r>
              <a:rPr lang="en" sz="2400" dirty="0">
                <a:latin typeface="Times New Roman"/>
                <a:ea typeface="Times New Roman"/>
                <a:cs typeface="Times New Roman"/>
                <a:sym typeface="Times New Roman"/>
              </a:rPr>
              <a:t> </a:t>
            </a:r>
            <a:r>
              <a:rPr lang="en" sz="2200" i="1" dirty="0">
                <a:latin typeface="Times New Roman"/>
                <a:ea typeface="Times New Roman"/>
                <a:cs typeface="Times New Roman"/>
                <a:sym typeface="Times New Roman"/>
              </a:rPr>
              <a:t>noun </a:t>
            </a:r>
          </a:p>
          <a:p>
            <a:pPr marL="0" lvl="0" indent="0" algn="l" rtl="0">
              <a:spcBef>
                <a:spcPts val="0"/>
              </a:spcBef>
              <a:spcAft>
                <a:spcPts val="0"/>
              </a:spcAft>
              <a:buNone/>
            </a:pPr>
            <a:r>
              <a:rPr lang="en-AU" sz="2000" dirty="0">
                <a:solidFill>
                  <a:srgbClr val="202124"/>
                </a:solidFill>
                <a:latin typeface="Times New Roman"/>
                <a:ea typeface="Times New Roman"/>
                <a:cs typeface="Times New Roman"/>
                <a:sym typeface="Times New Roman"/>
              </a:rPr>
              <a:t>The use of strikes, demonstrations, or other forms of protest rather than negotiation to achieve one’s demands</a:t>
            </a:r>
            <a:endParaRPr sz="2000" dirty="0">
              <a:solidFill>
                <a:srgbClr val="202124"/>
              </a:solidFill>
              <a:latin typeface="Times New Roman"/>
              <a:ea typeface="Times New Roman"/>
              <a:cs typeface="Times New Roman"/>
              <a:sym typeface="Times New Roman"/>
            </a:endParaRPr>
          </a:p>
          <a:p>
            <a:pPr marL="0" lvl="0" indent="0" algn="l" rtl="0">
              <a:spcBef>
                <a:spcPts val="500"/>
              </a:spcBef>
              <a:spcAft>
                <a:spcPts val="0"/>
              </a:spcAft>
              <a:buNone/>
            </a:pPr>
            <a:r>
              <a:rPr lang="en" sz="1800" dirty="0">
                <a:solidFill>
                  <a:schemeClr val="dk2"/>
                </a:solidFill>
                <a:latin typeface="Times New Roman"/>
                <a:ea typeface="Times New Roman"/>
                <a:cs typeface="Times New Roman"/>
                <a:sym typeface="Times New Roman"/>
              </a:rPr>
              <a:t>“Protestors took direct action by chaining themselves to bulldozers”.</a:t>
            </a:r>
            <a:endParaRPr sz="1800" dirty="0">
              <a:solidFill>
                <a:schemeClr val="dk2"/>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644270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9"/>
          <p:cNvSpPr txBox="1">
            <a:spLocks noGrp="1"/>
          </p:cNvSpPr>
          <p:nvPr>
            <p:ph type="title"/>
          </p:nvPr>
        </p:nvSpPr>
        <p:spPr>
          <a:xfrm rot="161729">
            <a:off x="747661" y="724506"/>
            <a:ext cx="7029878" cy="760139"/>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Understanding protest</a:t>
            </a:r>
            <a:endParaRPr/>
          </a:p>
        </p:txBody>
      </p:sp>
      <p:sp>
        <p:nvSpPr>
          <p:cNvPr id="118" name="Google Shape;118;p19"/>
          <p:cNvSpPr txBox="1">
            <a:spLocks noGrp="1"/>
          </p:cNvSpPr>
          <p:nvPr>
            <p:ph type="body" idx="1"/>
          </p:nvPr>
        </p:nvSpPr>
        <p:spPr>
          <a:xfrm>
            <a:off x="975850" y="1241150"/>
            <a:ext cx="7367100" cy="3303600"/>
          </a:xfrm>
          <a:prstGeom prst="rect">
            <a:avLst/>
          </a:prstGeom>
        </p:spPr>
        <p:txBody>
          <a:bodyPr spcFirstLastPara="1" wrap="square" lIns="91425" tIns="91425" rIns="91425" bIns="91425" anchor="t" anchorCtr="0">
            <a:noAutofit/>
          </a:bodyPr>
          <a:lstStyle/>
          <a:p>
            <a:pPr lvl="0">
              <a:spcBef>
                <a:spcPts val="1000"/>
              </a:spcBef>
              <a:buChar char="➔"/>
            </a:pPr>
            <a:r>
              <a:rPr lang="en-AU" u="sng" dirty="0">
                <a:solidFill>
                  <a:schemeClr val="hlink"/>
                </a:solidFill>
                <a:hlinkClick r:id="rId4"/>
              </a:rPr>
              <a:t>https://www.youtube.com/watch?v=U3QfoWcVcPI</a:t>
            </a:r>
            <a:endParaRPr lang="en-AU" dirty="0"/>
          </a:p>
        </p:txBody>
      </p:sp>
      <p:pic>
        <p:nvPicPr>
          <p:cNvPr id="2" name="Online Media 1" title="What is Direct Action?">
            <a:hlinkClick r:id="" action="ppaction://media"/>
            <a:extLst>
              <a:ext uri="{FF2B5EF4-FFF2-40B4-BE49-F238E27FC236}">
                <a16:creationId xmlns:a16="http://schemas.microsoft.com/office/drawing/2014/main" id="{941BCDAC-786B-41B3-A747-4CAD1E617EE7}"/>
              </a:ext>
            </a:extLst>
          </p:cNvPr>
          <p:cNvPicPr>
            <a:picLocks noRot="1" noChangeAspect="1"/>
          </p:cNvPicPr>
          <p:nvPr>
            <a:videoFile r:link="rId1"/>
          </p:nvPr>
        </p:nvPicPr>
        <p:blipFill>
          <a:blip r:embed="rId5"/>
          <a:stretch>
            <a:fillRect/>
          </a:stretch>
        </p:blipFill>
        <p:spPr>
          <a:xfrm>
            <a:off x="2611120" y="1905684"/>
            <a:ext cx="4040293" cy="2282766"/>
          </a:xfrm>
          <a:prstGeom prst="rect">
            <a:avLst/>
          </a:prstGeom>
        </p:spPr>
      </p:pic>
    </p:spTree>
    <p:extLst>
      <p:ext uri="{BB962C8B-B14F-4D97-AF65-F5344CB8AC3E}">
        <p14:creationId xmlns:p14="http://schemas.microsoft.com/office/powerpoint/2010/main" val="2779266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8">
                                            <p:txEl>
                                              <p:pRg st="0" end="0"/>
                                            </p:txEl>
                                          </p:spTgt>
                                        </p:tgtEl>
                                        <p:attrNameLst>
                                          <p:attrName>style.visibility</p:attrName>
                                        </p:attrNameLst>
                                      </p:cBhvr>
                                      <p:to>
                                        <p:strVal val="visible"/>
                                      </p:to>
                                    </p:set>
                                    <p:animEffect transition="in" filter="fade">
                                      <p:cBhvr>
                                        <p:cTn id="7" dur="1000"/>
                                        <p:tgtEl>
                                          <p:spTgt spid="1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mediacall" presetSubtype="0" fill="hold" nodeType="clickEffect">
                                  <p:stCondLst>
                                    <p:cond delay="0"/>
                                  </p:stCondLst>
                                  <p:childTnLst>
                                    <p:cmd type="call" cmd="playFrom(0.0)">
                                      <p:cBhvr>
                                        <p:cTn id="11"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2" fill="hold" display="0">
                  <p:stCondLst>
                    <p:cond delay="indefinite"/>
                  </p:stCondLst>
                </p:cTn>
                <p:tgtEl>
                  <p:spTgt spid="2"/>
                </p:tgtEl>
              </p:cMediaNode>
            </p:video>
            <p:seq concurrent="1" nextAc="seek">
              <p:cTn id="13" restart="whenNotActive" fill="hold" evtFilter="cancelBubble" nodeType="interactiveSeq">
                <p:stCondLst>
                  <p:cond evt="onClick" delay="0">
                    <p:tgtEl>
                      <p:spTgt spid="2"/>
                    </p:tgtEl>
                  </p:cond>
                </p:stCondLst>
                <p:endSync evt="end" delay="0">
                  <p:rtn val="all"/>
                </p:endSync>
                <p:childTnLst>
                  <p:par>
                    <p:cTn id="14" fill="hold">
                      <p:stCondLst>
                        <p:cond delay="0"/>
                      </p:stCondLst>
                      <p:childTnLst>
                        <p:par>
                          <p:cTn id="15" fill="hold">
                            <p:stCondLst>
                              <p:cond delay="0"/>
                            </p:stCondLst>
                            <p:childTnLst>
                              <p:par>
                                <p:cTn id="16" presetID="2" presetClass="mediacall" presetSubtype="0" fill="hold" nodeType="clickEffect">
                                  <p:stCondLst>
                                    <p:cond delay="0"/>
                                  </p:stCondLst>
                                  <p:childTnLst>
                                    <p:cmd type="call" cmd="togglePause">
                                      <p:cBhvr>
                                        <p:cTn id="17"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2"/>
          <p:cNvSpPr txBox="1">
            <a:spLocks noGrp="1"/>
          </p:cNvSpPr>
          <p:nvPr>
            <p:ph type="title"/>
          </p:nvPr>
        </p:nvSpPr>
        <p:spPr>
          <a:xfrm rot="161729">
            <a:off x="823861" y="1943706"/>
            <a:ext cx="7029878" cy="760139"/>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AU" dirty="0"/>
              <a:t>E</a:t>
            </a:r>
            <a:r>
              <a:rPr lang="en" dirty="0"/>
              <a:t>xamples of </a:t>
            </a:r>
            <a:br>
              <a:rPr lang="en" dirty="0"/>
            </a:br>
            <a:r>
              <a:rPr lang="en" dirty="0"/>
              <a:t>direct action</a:t>
            </a:r>
            <a:endParaRPr dirty="0"/>
          </a:p>
        </p:txBody>
      </p:sp>
      <p:sp>
        <p:nvSpPr>
          <p:cNvPr id="137" name="Google Shape;137;p22"/>
          <p:cNvSpPr txBox="1">
            <a:spLocks noGrp="1"/>
          </p:cNvSpPr>
          <p:nvPr>
            <p:ph type="body" idx="1"/>
          </p:nvPr>
        </p:nvSpPr>
        <p:spPr>
          <a:xfrm>
            <a:off x="4252450" y="707750"/>
            <a:ext cx="1912500" cy="3303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800"/>
              <a:t>Hashtags</a:t>
            </a:r>
            <a:endParaRPr sz="1800"/>
          </a:p>
          <a:p>
            <a:pPr marL="0" lvl="0" indent="0" algn="l" rtl="0">
              <a:spcBef>
                <a:spcPts val="1000"/>
              </a:spcBef>
              <a:spcAft>
                <a:spcPts val="0"/>
              </a:spcAft>
              <a:buClr>
                <a:schemeClr val="dk1"/>
              </a:buClr>
              <a:buSzPts val="1100"/>
              <a:buFont typeface="Arial"/>
              <a:buNone/>
            </a:pPr>
            <a:r>
              <a:rPr lang="en" sz="1800"/>
              <a:t>Walkouts</a:t>
            </a:r>
            <a:endParaRPr sz="1800"/>
          </a:p>
          <a:p>
            <a:pPr marL="0" lvl="0" indent="0" algn="l" rtl="0">
              <a:spcBef>
                <a:spcPts val="1000"/>
              </a:spcBef>
              <a:spcAft>
                <a:spcPts val="0"/>
              </a:spcAft>
              <a:buClr>
                <a:schemeClr val="dk1"/>
              </a:buClr>
              <a:buSzPts val="1100"/>
              <a:buFont typeface="Arial"/>
              <a:buNone/>
            </a:pPr>
            <a:r>
              <a:rPr lang="en" sz="1800"/>
              <a:t>Marches</a:t>
            </a:r>
            <a:endParaRPr sz="1800"/>
          </a:p>
          <a:p>
            <a:pPr marL="0" lvl="0" indent="0" algn="l" rtl="0">
              <a:spcBef>
                <a:spcPts val="1000"/>
              </a:spcBef>
              <a:spcAft>
                <a:spcPts val="0"/>
              </a:spcAft>
              <a:buClr>
                <a:schemeClr val="dk1"/>
              </a:buClr>
              <a:buSzPts val="1100"/>
              <a:buFont typeface="Arial"/>
              <a:buNone/>
            </a:pPr>
            <a:r>
              <a:rPr lang="en" sz="1800"/>
              <a:t>Parades</a:t>
            </a:r>
            <a:endParaRPr sz="1800"/>
          </a:p>
          <a:p>
            <a:pPr marL="0" lvl="0" indent="0" algn="l" rtl="0">
              <a:spcBef>
                <a:spcPts val="1000"/>
              </a:spcBef>
              <a:spcAft>
                <a:spcPts val="0"/>
              </a:spcAft>
              <a:buClr>
                <a:schemeClr val="dk1"/>
              </a:buClr>
              <a:buSzPts val="1100"/>
              <a:buFont typeface="Arial"/>
              <a:buNone/>
            </a:pPr>
            <a:r>
              <a:rPr lang="en" sz="1800"/>
              <a:t>Sit-ins</a:t>
            </a:r>
            <a:endParaRPr sz="1800"/>
          </a:p>
          <a:p>
            <a:pPr marL="0" lvl="0" indent="0" algn="l" rtl="0">
              <a:spcBef>
                <a:spcPts val="1000"/>
              </a:spcBef>
              <a:spcAft>
                <a:spcPts val="0"/>
              </a:spcAft>
              <a:buClr>
                <a:schemeClr val="dk1"/>
              </a:buClr>
              <a:buSzPts val="1100"/>
              <a:buFont typeface="Arial"/>
              <a:buNone/>
            </a:pPr>
            <a:r>
              <a:rPr lang="en" sz="1800"/>
              <a:t>Riots</a:t>
            </a:r>
            <a:endParaRPr sz="1800"/>
          </a:p>
          <a:p>
            <a:pPr marL="0" lvl="0" indent="0" algn="l" rtl="0">
              <a:spcBef>
                <a:spcPts val="1000"/>
              </a:spcBef>
              <a:spcAft>
                <a:spcPts val="0"/>
              </a:spcAft>
              <a:buClr>
                <a:schemeClr val="dk1"/>
              </a:buClr>
              <a:buSzPts val="1100"/>
              <a:buFont typeface="Arial"/>
              <a:buNone/>
            </a:pPr>
            <a:r>
              <a:rPr lang="en" sz="1800"/>
              <a:t>Boycotts</a:t>
            </a:r>
            <a:endParaRPr sz="1800"/>
          </a:p>
          <a:p>
            <a:pPr marL="0" lvl="0" indent="0" algn="l" rtl="0">
              <a:spcBef>
                <a:spcPts val="1000"/>
              </a:spcBef>
              <a:spcAft>
                <a:spcPts val="0"/>
              </a:spcAft>
              <a:buClr>
                <a:schemeClr val="dk1"/>
              </a:buClr>
              <a:buSzPts val="1100"/>
              <a:buFont typeface="Arial"/>
              <a:buNone/>
            </a:pPr>
            <a:r>
              <a:rPr lang="en" sz="1800"/>
              <a:t>Rallies</a:t>
            </a:r>
            <a:endParaRPr sz="1800"/>
          </a:p>
          <a:p>
            <a:pPr marL="0" lvl="0" indent="0" algn="l" rtl="0">
              <a:spcBef>
                <a:spcPts val="1000"/>
              </a:spcBef>
              <a:spcAft>
                <a:spcPts val="1000"/>
              </a:spcAft>
              <a:buNone/>
            </a:pPr>
            <a:r>
              <a:rPr lang="en" sz="1800"/>
              <a:t>Vigils</a:t>
            </a:r>
            <a:endParaRPr sz="1800"/>
          </a:p>
        </p:txBody>
      </p:sp>
      <p:sp>
        <p:nvSpPr>
          <p:cNvPr id="138" name="Google Shape;138;p22"/>
          <p:cNvSpPr txBox="1">
            <a:spLocks noGrp="1"/>
          </p:cNvSpPr>
          <p:nvPr>
            <p:ph type="body" idx="1"/>
          </p:nvPr>
        </p:nvSpPr>
        <p:spPr>
          <a:xfrm>
            <a:off x="6125925" y="860150"/>
            <a:ext cx="1912500" cy="3303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800"/>
              <a:t>Petitions</a:t>
            </a:r>
            <a:endParaRPr sz="1800"/>
          </a:p>
          <a:p>
            <a:pPr marL="0" lvl="0" indent="0" algn="l" rtl="0">
              <a:spcBef>
                <a:spcPts val="1000"/>
              </a:spcBef>
              <a:spcAft>
                <a:spcPts val="0"/>
              </a:spcAft>
              <a:buNone/>
            </a:pPr>
            <a:r>
              <a:rPr lang="en" sz="1800"/>
              <a:t>Strikes</a:t>
            </a:r>
            <a:endParaRPr sz="1800"/>
          </a:p>
          <a:p>
            <a:pPr marL="0" lvl="0" indent="0" algn="l" rtl="0">
              <a:spcBef>
                <a:spcPts val="1000"/>
              </a:spcBef>
              <a:spcAft>
                <a:spcPts val="0"/>
              </a:spcAft>
              <a:buNone/>
            </a:pPr>
            <a:r>
              <a:rPr lang="en" sz="1800"/>
              <a:t>Picketing</a:t>
            </a:r>
            <a:endParaRPr sz="1800"/>
          </a:p>
          <a:p>
            <a:pPr marL="0" lvl="0" indent="0" algn="l" rtl="0">
              <a:spcBef>
                <a:spcPts val="1000"/>
              </a:spcBef>
              <a:spcAft>
                <a:spcPts val="0"/>
              </a:spcAft>
              <a:buNone/>
            </a:pPr>
            <a:r>
              <a:rPr lang="en" sz="1800"/>
              <a:t>Civil Disobedience</a:t>
            </a:r>
            <a:endParaRPr sz="1800"/>
          </a:p>
          <a:p>
            <a:pPr marL="0" lvl="0" indent="0" algn="l" rtl="0">
              <a:spcBef>
                <a:spcPts val="1000"/>
              </a:spcBef>
              <a:spcAft>
                <a:spcPts val="0"/>
              </a:spcAft>
              <a:buNone/>
            </a:pPr>
            <a:r>
              <a:rPr lang="en" sz="1800"/>
              <a:t>Hunger Strikes</a:t>
            </a:r>
            <a:endParaRPr sz="1800"/>
          </a:p>
          <a:p>
            <a:pPr marL="0" lvl="0" indent="0" algn="l" rtl="0">
              <a:spcBef>
                <a:spcPts val="1000"/>
              </a:spcBef>
              <a:spcAft>
                <a:spcPts val="0"/>
              </a:spcAft>
              <a:buNone/>
            </a:pPr>
            <a:r>
              <a:rPr lang="en" sz="1800"/>
              <a:t>Songs</a:t>
            </a:r>
            <a:endParaRPr sz="1800"/>
          </a:p>
          <a:p>
            <a:pPr marL="0" lvl="0" indent="0" algn="l" rtl="0">
              <a:spcBef>
                <a:spcPts val="1000"/>
              </a:spcBef>
              <a:spcAft>
                <a:spcPts val="0"/>
              </a:spcAft>
              <a:buNone/>
            </a:pPr>
            <a:r>
              <a:rPr lang="en" sz="1800"/>
              <a:t>Art/ Murals/ Signs</a:t>
            </a:r>
            <a:endParaRPr sz="1800"/>
          </a:p>
          <a:p>
            <a:pPr marL="0" lvl="0" indent="0" algn="l" rtl="0">
              <a:spcBef>
                <a:spcPts val="1000"/>
              </a:spcBef>
              <a:spcAft>
                <a:spcPts val="0"/>
              </a:spcAft>
              <a:buNone/>
            </a:pP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0"/>
          <p:cNvSpPr txBox="1">
            <a:spLocks noGrp="1"/>
          </p:cNvSpPr>
          <p:nvPr>
            <p:ph type="title"/>
          </p:nvPr>
        </p:nvSpPr>
        <p:spPr>
          <a:xfrm rot="161729">
            <a:off x="747661" y="724506"/>
            <a:ext cx="7029878" cy="760139"/>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Exit ticket</a:t>
            </a:r>
            <a:endParaRPr/>
          </a:p>
        </p:txBody>
      </p:sp>
      <p:sp>
        <p:nvSpPr>
          <p:cNvPr id="124" name="Google Shape;124;p20"/>
          <p:cNvSpPr txBox="1">
            <a:spLocks noGrp="1"/>
          </p:cNvSpPr>
          <p:nvPr>
            <p:ph type="body" idx="1"/>
          </p:nvPr>
        </p:nvSpPr>
        <p:spPr>
          <a:xfrm>
            <a:off x="868950" y="1352042"/>
            <a:ext cx="7710900" cy="3303600"/>
          </a:xfrm>
          <a:prstGeom prst="rect">
            <a:avLst/>
          </a:prstGeom>
        </p:spPr>
        <p:txBody>
          <a:bodyPr spcFirstLastPara="1" wrap="square" lIns="91425" tIns="91425" rIns="91425" bIns="91425" anchor="t" anchorCtr="0">
            <a:noAutofit/>
          </a:bodyPr>
          <a:lstStyle/>
          <a:p>
            <a:pPr marL="457200" lvl="0" indent="-381000" algn="l" rtl="0">
              <a:lnSpc>
                <a:spcPct val="115000"/>
              </a:lnSpc>
              <a:spcBef>
                <a:spcPts val="0"/>
              </a:spcBef>
              <a:spcAft>
                <a:spcPts val="0"/>
              </a:spcAft>
              <a:buSzPts val="2400"/>
              <a:buAutoNum type="arabicPeriod"/>
            </a:pPr>
            <a:r>
              <a:rPr lang="en" sz="2400">
                <a:highlight>
                  <a:schemeClr val="lt1"/>
                </a:highlight>
              </a:rPr>
              <a:t>List 2 things you learned today.</a:t>
            </a:r>
            <a:endParaRPr sz="2400">
              <a:highlight>
                <a:schemeClr val="lt1"/>
              </a:highlight>
            </a:endParaRPr>
          </a:p>
          <a:p>
            <a:pPr marL="457200" lvl="0" indent="-381000" algn="l" rtl="0">
              <a:lnSpc>
                <a:spcPct val="115000"/>
              </a:lnSpc>
              <a:spcBef>
                <a:spcPts val="1000"/>
              </a:spcBef>
              <a:spcAft>
                <a:spcPts val="1000"/>
              </a:spcAft>
              <a:buSzPts val="2400"/>
              <a:buAutoNum type="arabicPeriod"/>
            </a:pPr>
            <a:r>
              <a:rPr lang="en" sz="2400">
                <a:highlight>
                  <a:schemeClr val="lt1"/>
                </a:highlight>
              </a:rPr>
              <a:t>What are you still wondering about?</a:t>
            </a:r>
            <a:endParaRPr sz="2400">
              <a:highlight>
                <a:schemeClr val="lt1"/>
              </a:highlight>
            </a:endParaRPr>
          </a:p>
        </p:txBody>
      </p:sp>
    </p:spTree>
  </p:cSld>
  <p:clrMapOvr>
    <a:masterClrMapping/>
  </p:clrMapOvr>
</p:sld>
</file>

<file path=ppt/theme/theme1.xml><?xml version="1.0" encoding="utf-8"?>
<a:theme xmlns:a="http://schemas.openxmlformats.org/drawingml/2006/main" name="Jachimo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472</Words>
  <Application>Microsoft Office PowerPoint</Application>
  <PresentationFormat>On-screen Show (16:9)</PresentationFormat>
  <Paragraphs>59</Paragraphs>
  <Slides>12</Slides>
  <Notes>12</Notes>
  <HiddenSlides>0</HiddenSlides>
  <MMClips>2</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Bangers</vt:lpstr>
      <vt:lpstr>Arial</vt:lpstr>
      <vt:lpstr>Josefin Sans</vt:lpstr>
      <vt:lpstr>Sniglet</vt:lpstr>
      <vt:lpstr>Times New Roman</vt:lpstr>
      <vt:lpstr>Roboto</vt:lpstr>
      <vt:lpstr>Jachimo template</vt:lpstr>
      <vt:lpstr>Understanding power</vt:lpstr>
      <vt:lpstr>Understanding power</vt:lpstr>
      <vt:lpstr>Understanding power</vt:lpstr>
      <vt:lpstr>Understanding power</vt:lpstr>
      <vt:lpstr>example</vt:lpstr>
      <vt:lpstr>Understanding power</vt:lpstr>
      <vt:lpstr>Understanding protest</vt:lpstr>
      <vt:lpstr>Understanding protest</vt:lpstr>
      <vt:lpstr>Direct Action</vt:lpstr>
      <vt:lpstr>Understanding protest</vt:lpstr>
      <vt:lpstr>Examples of  direct action</vt:lpstr>
      <vt:lpstr>Exit ticket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power</dc:title>
  <cp:lastModifiedBy>SHERIDAN Ellie [Narrogin Senior High School]</cp:lastModifiedBy>
  <cp:revision>1</cp:revision>
  <dcterms:modified xsi:type="dcterms:W3CDTF">2023-06-07T08:20:30Z</dcterms:modified>
</cp:coreProperties>
</file>