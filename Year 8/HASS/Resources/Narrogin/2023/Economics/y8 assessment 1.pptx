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F6FC-B886-2CF9-3B3C-7BE70A8C8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342E3-20D2-6CB5-45B8-A71C3FDB3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25421-D5DB-0DED-2AF1-1FE16691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3387E-EB36-55A8-8BA6-8F3A84D7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82AD5-6238-3F72-BCBA-D629BB1E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19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2D26-1819-F580-259F-6B4140BC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CE69-3C1C-459B-2D4D-FA106A3D1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77E1D-6A9B-A724-FF0C-ACB1F857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6C03B-DD00-45AE-9848-DCFAC888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4926B-6DF9-BC1A-3CBA-E9F71466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830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541-6BDB-5A43-E22B-E48544AA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6979B-EC9E-9AAD-0335-4905E1ECD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131AD-7A30-256D-2DFD-410D7E8D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F5C2-1284-8B46-8744-6CCFAB8D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D9547-C8E6-EA30-8D52-0B076B11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6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61AC-6143-B602-3C61-F7A2212E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DCB1-EC15-9CAF-DDE0-A83E9C1ED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4D88D-56B8-0024-A7F5-320088452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E62BE-8B56-EA15-9818-E8C2A397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8D843-1FE3-371E-1218-AE58E5F2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4C612-86B2-3857-4531-60702647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174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6A8B-34D8-3E3A-3DCD-512CD49F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6549B-DDF1-74D1-77F8-149FB8EB2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FF8BF-2478-581F-A558-55A7A2730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3655A-4EBB-89F9-F7B2-502887A5C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2C399-C1DE-04E7-DDEC-66D18C340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AD4A9-B35E-F1B0-9F0E-EBEFCFED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B765F-183B-A8E8-1F66-783805F9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058BB8-1A4D-7B8A-210D-1C295243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74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AE86-AF1E-04F3-1172-B74372C2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72EF8-BD50-E6D9-B194-9C0C31BE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51E04-2400-DCBC-CEA4-5A68939F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9F820-333A-B12E-085A-F9CE67AF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65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7F241-876B-0FCB-748A-6492230E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99906-A821-36D7-711A-8BC8E0C7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1CD4A-8A6E-324C-48D0-6BF2B906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4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0359-341D-B236-D222-D7FCDD18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C688-8932-CF71-2314-2C9CEB7AD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4262C-0039-3DA4-AD44-11E3D827B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5D51E-37E1-6CBA-B729-DEABA817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B6613-95CD-8F9F-773F-8BF38984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EB7E-8733-401B-1E38-48439916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412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DAC61-84FB-3B35-959F-A3BD401F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35663-C3E8-A37D-066A-05E84BFA4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C35D6-B0EF-8755-DFD5-0F1CB5FEC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694FD-3A5F-5E69-1A52-C277A00E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2C81E-D2C1-3F44-E08D-8EFC20915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EE260-8702-F13C-7967-44087CAE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54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CC17-0F5B-92AC-D6D4-601014CD7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4C973-AB42-9DB2-A24F-69D6352CE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BEFFE-2746-A309-1046-B82B663F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A8A19-1023-58C2-1F29-78DE5F9B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A63B8-60F7-D199-6A94-9C9AA362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9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7B7C2-2690-B3DB-F437-D592058EF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0866C-67FA-B603-40DE-2B5E8D879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A0F4-3C7E-3BF9-CBCC-510CA940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3A94-D17B-0BF2-D05B-E4D490EC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39E5E-CA2E-33E8-4986-D74204C6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078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734EE-2D8F-6377-3B01-04AAED57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C3BF5-698E-9AD2-F4AA-4E2D710DF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4FDC5-C5BF-547A-7EBE-D526812B9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0B82-84D8-4075-9566-346CD812FB39}" type="datetimeFigureOut">
              <a:rPr lang="en-AU" smtClean="0"/>
              <a:t>13/11/2023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74B9A-78D6-4A15-E47D-CD8AEFF93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1DEF-6648-AD97-30C4-78D0F09AC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43CCE-63CA-48FA-9D26-748AD252B3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18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asementdesigner.com/basement-finishing-102/light-bulb-idea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DC77-35FE-1AE7-D964-ADD77DF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44" y="219456"/>
            <a:ext cx="2817812" cy="704088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AU" dirty="0"/>
              <a:t>Date:13/11/2023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956B1-8833-BBBB-90EC-E43EDDA90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3444" y="1014856"/>
            <a:ext cx="9474644" cy="53768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AU" sz="3200" b="1" dirty="0"/>
              <a:t>Daily Review – Key topics from previous lesson </a:t>
            </a:r>
            <a:r>
              <a:rPr lang="en-AU" dirty="0"/>
              <a:t>– </a:t>
            </a:r>
          </a:p>
          <a:p>
            <a:r>
              <a:rPr lang="en-AU" dirty="0"/>
              <a:t>ACCC- SEARCH consumer guarantees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Shonky Award- choose the product you want to know about. Can use a product from any year.</a:t>
            </a:r>
          </a:p>
          <a:p>
            <a:r>
              <a:rPr lang="en-AU" b="1" dirty="0"/>
              <a:t>Words – Definitions I need to know</a:t>
            </a:r>
            <a:r>
              <a:rPr lang="en-AU" dirty="0"/>
              <a:t>:</a:t>
            </a:r>
          </a:p>
          <a:p>
            <a:r>
              <a:rPr lang="en-AU" dirty="0">
                <a:sym typeface="Wingdings" panose="05000000000000000000" pitchFamily="2" charset="2"/>
              </a:rPr>
              <a:t> Consumer law - </a:t>
            </a:r>
            <a:r>
              <a:rPr lang="en-AU" b="0" i="0" dirty="0">
                <a:effectLst/>
                <a:latin typeface="arial" panose="020B0604020202020204" pitchFamily="34" charset="0"/>
              </a:rPr>
              <a:t>Under the </a:t>
            </a:r>
            <a:r>
              <a:rPr lang="en-AU" b="1" i="0" dirty="0">
                <a:effectLst/>
                <a:latin typeface="arial" panose="020B0604020202020204" pitchFamily="34" charset="0"/>
              </a:rPr>
              <a:t>Australian Consumer Law</a:t>
            </a:r>
            <a:r>
              <a:rPr lang="en-AU" b="0" i="0" dirty="0">
                <a:effectLst/>
                <a:latin typeface="arial" panose="020B0604020202020204" pitchFamily="34" charset="0"/>
              </a:rPr>
              <a:t>, consumers have the same protections and expectations about business conduct wherever they are in Australia</a:t>
            </a:r>
            <a:r>
              <a:rPr lang="en-AU" b="0" i="0" dirty="0"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n-AU" dirty="0">
              <a:sym typeface="Wingdings" panose="05000000000000000000" pitchFamily="2" charset="2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0EFFA1D-E3EE-E57D-6897-F84C92C598F5}"/>
              </a:ext>
            </a:extLst>
          </p:cNvPr>
          <p:cNvSpPr txBox="1">
            <a:spLocks/>
          </p:cNvSpPr>
          <p:nvPr/>
        </p:nvSpPr>
        <p:spPr>
          <a:xfrm>
            <a:off x="9985248" y="1014856"/>
            <a:ext cx="1970913" cy="36577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Key concepts yesterday’s lesson covered:</a:t>
            </a:r>
          </a:p>
          <a:p>
            <a:r>
              <a:rPr lang="en-AU" dirty="0"/>
              <a:t>PART A: ACCC- (</a:t>
            </a:r>
            <a:r>
              <a:rPr lang="en-AU" b="0" i="0" dirty="0">
                <a:solidFill>
                  <a:srgbClr val="202124"/>
                </a:solidFill>
                <a:effectLst/>
                <a:latin typeface="Google Sans"/>
              </a:rPr>
              <a:t>Australian Competition and Consumer Commission)</a:t>
            </a:r>
          </a:p>
          <a:p>
            <a:r>
              <a:rPr lang="en-AU" dirty="0"/>
              <a:t>Consumer law</a:t>
            </a:r>
          </a:p>
          <a:p>
            <a:r>
              <a:rPr lang="en-AU" dirty="0"/>
              <a:t>PART B SHONKY AWARDS Research 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9C6BC0D8-7B52-6065-560D-A48D54320ED1}"/>
              </a:ext>
            </a:extLst>
          </p:cNvPr>
          <p:cNvSpPr/>
          <p:nvPr/>
        </p:nvSpPr>
        <p:spPr>
          <a:xfrm>
            <a:off x="9985248" y="4800601"/>
            <a:ext cx="1970913" cy="1444752"/>
          </a:xfrm>
          <a:prstGeom prst="wedge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A2315-576F-8021-0D85-E5FC2941080F}"/>
              </a:ext>
            </a:extLst>
          </p:cNvPr>
          <p:cNvSpPr txBox="1"/>
          <p:nvPr/>
        </p:nvSpPr>
        <p:spPr>
          <a:xfrm>
            <a:off x="10127361" y="4800601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Key directional word of the day:</a:t>
            </a:r>
          </a:p>
          <a:p>
            <a:endParaRPr lang="en-AU" dirty="0"/>
          </a:p>
          <a:p>
            <a:pPr algn="ctr"/>
            <a:r>
              <a:rPr lang="en-AU" b="1" dirty="0"/>
              <a:t>Create </a:t>
            </a:r>
          </a:p>
        </p:txBody>
      </p:sp>
      <p:pic>
        <p:nvPicPr>
          <p:cNvPr id="9" name="Picture 8" descr="A cartoon light bulb with arms and arms&#10;&#10;Description automatically generated">
            <a:extLst>
              <a:ext uri="{FF2B5EF4-FFF2-40B4-BE49-F238E27FC236}">
                <a16:creationId xmlns:a16="http://schemas.microsoft.com/office/drawing/2014/main" id="{9F23B265-65D7-F5E3-AE1C-5B9223C88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207207" y="3959352"/>
            <a:ext cx="799649" cy="841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530FA0-7C93-2E76-C41D-56EBB1D2D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585" y="1410005"/>
            <a:ext cx="5478399" cy="195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23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5A4F-E836-EAF4-3E01-5A0FD491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Topic: ASSIGNMENT 1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62747-0AFE-ADCB-4E89-C2EBA575E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7239" y="1430682"/>
            <a:ext cx="5157787" cy="823912"/>
          </a:xfrm>
        </p:spPr>
        <p:txBody>
          <a:bodyPr/>
          <a:lstStyle/>
          <a:p>
            <a:r>
              <a:rPr lang="en-AU" dirty="0"/>
              <a:t>Learning Intentions (LI)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A439F-C20F-A8A4-D688-9D420185E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AU" b="1" dirty="0"/>
              <a:t>Explore</a:t>
            </a:r>
            <a:r>
              <a:rPr lang="en-AU" dirty="0"/>
              <a:t> various products that have breached consumer rights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A1CFD-0C42-086D-12E3-A22038D6B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7106" y="1420010"/>
            <a:ext cx="5183188" cy="823912"/>
          </a:xfrm>
        </p:spPr>
        <p:txBody>
          <a:bodyPr/>
          <a:lstStyle/>
          <a:p>
            <a:r>
              <a:rPr lang="en-AU" dirty="0"/>
              <a:t>Success Criteria (SC)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6EB80-481E-06BF-F610-A836B0640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AU" b="1" dirty="0"/>
              <a:t>Create</a:t>
            </a:r>
            <a:r>
              <a:rPr lang="en-AU" dirty="0"/>
              <a:t> a poster that informs consumers about a “shonky” product</a:t>
            </a:r>
          </a:p>
        </p:txBody>
      </p:sp>
    </p:spTree>
    <p:extLst>
      <p:ext uri="{BB962C8B-B14F-4D97-AF65-F5344CB8AC3E}">
        <p14:creationId xmlns:p14="http://schemas.microsoft.com/office/powerpoint/2010/main" val="292020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02B4-243B-5D1E-E895-6F97660F316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AU" b="1" dirty="0"/>
              <a:t>Today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4288D-3CE1-AAEC-D84F-8B1D6ED41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690688"/>
            <a:ext cx="5157787" cy="466261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AU" sz="3200" dirty="0"/>
              <a:t>Hand in booklets</a:t>
            </a:r>
          </a:p>
          <a:p>
            <a:r>
              <a:rPr lang="en-AU" sz="3200" dirty="0"/>
              <a:t>Submit digital posters on connect  </a:t>
            </a:r>
          </a:p>
          <a:p>
            <a:pPr marL="285750" indent="-285750"/>
            <a:r>
              <a:rPr lang="en-AU" sz="3200" dirty="0"/>
              <a:t>Remember your reference recording sheet  </a:t>
            </a:r>
          </a:p>
          <a:p>
            <a:pPr marL="285750" indent="-285750"/>
            <a:r>
              <a:rPr lang="en-AU" sz="3200" dirty="0"/>
              <a:t>Validation on page 11 </a:t>
            </a:r>
          </a:p>
          <a:p>
            <a:endParaRPr lang="en-AU" dirty="0"/>
          </a:p>
        </p:txBody>
      </p:sp>
      <p:pic>
        <p:nvPicPr>
          <p:cNvPr id="1026" name="Picture 2" descr="Good luck T Shirt Designs Graphics &amp; More Merch">
            <a:extLst>
              <a:ext uri="{FF2B5EF4-FFF2-40B4-BE49-F238E27FC236}">
                <a16:creationId xmlns:a16="http://schemas.microsoft.com/office/drawing/2014/main" id="{5DEDFF8A-0FE3-155A-1060-8467F88EC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412" y="1476503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69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154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</vt:lpstr>
      <vt:lpstr>Calibri</vt:lpstr>
      <vt:lpstr>Calibri Light</vt:lpstr>
      <vt:lpstr>Google Sans</vt:lpstr>
      <vt:lpstr>Office Theme</vt:lpstr>
      <vt:lpstr>Date:13/11/2023</vt:lpstr>
      <vt:lpstr>Topic: ASSIGNMENT 1 </vt:lpstr>
      <vt:lpstr>Today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RINTOUL Brooke [Narrogin Senior High School]</dc:creator>
  <cp:lastModifiedBy>LACHMAN Sarah [Narrogin Senior High School]</cp:lastModifiedBy>
  <cp:revision>3</cp:revision>
  <cp:lastPrinted>2023-11-02T06:36:26Z</cp:lastPrinted>
  <dcterms:created xsi:type="dcterms:W3CDTF">2023-11-02T06:28:57Z</dcterms:created>
  <dcterms:modified xsi:type="dcterms:W3CDTF">2023-11-13T00:41:25Z</dcterms:modified>
</cp:coreProperties>
</file>