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6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E256B-6970-405B-AE55-5D74311A0A35}" type="datetimeFigureOut">
              <a:rPr lang="en-AU" smtClean="0"/>
              <a:t>24/06/2016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00A30-C5A2-4802-968E-14C57179A7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798911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E256B-6970-405B-AE55-5D74311A0A35}" type="datetimeFigureOut">
              <a:rPr lang="en-AU" smtClean="0"/>
              <a:t>24/06/2016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00A30-C5A2-4802-968E-14C57179A7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662309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E256B-6970-405B-AE55-5D74311A0A35}" type="datetimeFigureOut">
              <a:rPr lang="en-AU" smtClean="0"/>
              <a:t>24/06/2016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00A30-C5A2-4802-968E-14C57179A7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40292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E256B-6970-405B-AE55-5D74311A0A35}" type="datetimeFigureOut">
              <a:rPr lang="en-AU" smtClean="0"/>
              <a:t>24/06/2016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00A30-C5A2-4802-968E-14C57179A7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199837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E256B-6970-405B-AE55-5D74311A0A35}" type="datetimeFigureOut">
              <a:rPr lang="en-AU" smtClean="0"/>
              <a:t>24/06/2016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00A30-C5A2-4802-968E-14C57179A7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947895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E256B-6970-405B-AE55-5D74311A0A35}" type="datetimeFigureOut">
              <a:rPr lang="en-AU" smtClean="0"/>
              <a:t>24/06/2016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00A30-C5A2-4802-968E-14C57179A7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521764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E256B-6970-405B-AE55-5D74311A0A35}" type="datetimeFigureOut">
              <a:rPr lang="en-AU" smtClean="0"/>
              <a:t>24/06/2016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00A30-C5A2-4802-968E-14C57179A7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15043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E256B-6970-405B-AE55-5D74311A0A35}" type="datetimeFigureOut">
              <a:rPr lang="en-AU" smtClean="0"/>
              <a:t>24/06/2016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00A30-C5A2-4802-968E-14C57179A7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34590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E256B-6970-405B-AE55-5D74311A0A35}" type="datetimeFigureOut">
              <a:rPr lang="en-AU" smtClean="0"/>
              <a:t>24/06/2016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00A30-C5A2-4802-968E-14C57179A7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263206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E256B-6970-405B-AE55-5D74311A0A35}" type="datetimeFigureOut">
              <a:rPr lang="en-AU" smtClean="0"/>
              <a:t>24/06/2016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00A30-C5A2-4802-968E-14C57179A7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65816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E256B-6970-405B-AE55-5D74311A0A35}" type="datetimeFigureOut">
              <a:rPr lang="en-AU" smtClean="0"/>
              <a:t>24/06/2016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00A30-C5A2-4802-968E-14C57179A7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869368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FE256B-6970-405B-AE55-5D74311A0A35}" type="datetimeFigureOut">
              <a:rPr lang="en-AU" smtClean="0"/>
              <a:t>24/06/2016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900A30-C5A2-4802-968E-14C57179A7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25964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4705"/>
            <a:ext cx="7772400" cy="1800199"/>
          </a:xfrm>
        </p:spPr>
        <p:txBody>
          <a:bodyPr/>
          <a:lstStyle/>
          <a:p>
            <a:r>
              <a:rPr lang="en-AU" dirty="0" smtClean="0"/>
              <a:t>Exchanging resources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420888"/>
            <a:ext cx="6400800" cy="3217912"/>
          </a:xfrm>
        </p:spPr>
        <p:txBody>
          <a:bodyPr>
            <a:normAutofit/>
          </a:bodyPr>
          <a:lstStyle/>
          <a:p>
            <a:pPr algn="l"/>
            <a:r>
              <a:rPr lang="en-AU" dirty="0" smtClean="0">
                <a:solidFill>
                  <a:schemeClr val="tx1"/>
                </a:solidFill>
              </a:rPr>
              <a:t>Every person in the community has needs and wants which must be satisfied by purchasing goods and services. </a:t>
            </a:r>
            <a:endParaRPr lang="en-AU" dirty="0">
              <a:solidFill>
                <a:schemeClr val="tx1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032" y="4005064"/>
            <a:ext cx="2466975" cy="17038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627489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21</Words>
  <Application>Microsoft Office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Exchanging resources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Exchanging resources</dc:title>
  <dc:creator>WATSON Vicke</dc:creator>
  <cp:lastModifiedBy>WATSON Vicke</cp:lastModifiedBy>
  <cp:revision>1</cp:revision>
  <dcterms:created xsi:type="dcterms:W3CDTF">2016-06-23T06:18:48Z</dcterms:created>
  <dcterms:modified xsi:type="dcterms:W3CDTF">2016-06-24T00:29:20Z</dcterms:modified>
</cp:coreProperties>
</file>