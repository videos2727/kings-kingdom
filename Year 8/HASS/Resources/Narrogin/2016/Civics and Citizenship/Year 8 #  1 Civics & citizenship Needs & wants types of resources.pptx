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6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0CBDDE9-56B8-4CDA-B5AC-EE0C01E59931}" type="datetimeFigureOut">
              <a:rPr lang="en-AU" smtClean="0"/>
              <a:t>14/06/2016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EA6F8D7-A0C5-42D8-ACDA-817FBC6097FB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4705"/>
            <a:ext cx="7772400" cy="1296143"/>
          </a:xfrm>
        </p:spPr>
        <p:txBody>
          <a:bodyPr/>
          <a:lstStyle/>
          <a:p>
            <a:pPr algn="ctr"/>
            <a:r>
              <a:rPr lang="en-AU" dirty="0" smtClean="0"/>
              <a:t>Needs and wants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276872"/>
            <a:ext cx="7772400" cy="2534439"/>
          </a:xfrm>
        </p:spPr>
        <p:txBody>
          <a:bodyPr/>
          <a:lstStyle/>
          <a:p>
            <a:pPr algn="ctr"/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Write down 5 things that you need. </a:t>
            </a:r>
            <a:endParaRPr lang="en-AU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924944"/>
            <a:ext cx="4824535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572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Something that keeps us alive like</a:t>
            </a:r>
          </a:p>
          <a:p>
            <a:r>
              <a:rPr lang="en-AU" dirty="0" smtClean="0"/>
              <a:t>Food</a:t>
            </a:r>
          </a:p>
          <a:p>
            <a:r>
              <a:rPr lang="en-AU" dirty="0" smtClean="0"/>
              <a:t>Water</a:t>
            </a:r>
          </a:p>
          <a:p>
            <a:r>
              <a:rPr lang="en-AU" dirty="0" smtClean="0"/>
              <a:t>Shelter</a:t>
            </a:r>
          </a:p>
          <a:p>
            <a:r>
              <a:rPr lang="en-AU" dirty="0" smtClean="0"/>
              <a:t>Warmth</a:t>
            </a:r>
          </a:p>
          <a:p>
            <a:r>
              <a:rPr lang="en-AU" dirty="0" smtClean="0"/>
              <a:t>Clothes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 need is: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195513"/>
            <a:ext cx="4104455" cy="3321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9177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Now write down 5 things you want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828092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546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The things that are unlimited that we would like to have, but are not essential for our survival.</a:t>
            </a:r>
            <a:endParaRPr lang="en-A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Wants are;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24944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096393"/>
            <a:ext cx="25336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096392"/>
            <a:ext cx="25336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430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Australia is a rich country where most people can easily meet their basic needs. </a:t>
            </a:r>
          </a:p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However this creates a problem because we have many wants that are created by the way we live. </a:t>
            </a:r>
            <a:endParaRPr lang="en-A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We are lucky in Australia.</a:t>
            </a:r>
            <a:endParaRPr lang="en-A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79" y="260649"/>
            <a:ext cx="1584177" cy="108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7" y="3429000"/>
            <a:ext cx="5328592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227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Think of food as both a need and a want.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Food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429000"/>
            <a:ext cx="22955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55" y="3781424"/>
            <a:ext cx="3552825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95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Just having chicken fulfils our </a:t>
            </a:r>
            <a:r>
              <a:rPr lang="en-AU" b="1" dirty="0" smtClean="0">
                <a:solidFill>
                  <a:schemeClr val="bg2">
                    <a:lumMod val="25000"/>
                  </a:schemeClr>
                </a:solidFill>
              </a:rPr>
              <a:t>need</a:t>
            </a:r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 for food. </a:t>
            </a:r>
            <a:endParaRPr lang="en-A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So lets pretend we want chicken for our dinner.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1" y="2557463"/>
            <a:ext cx="5760640" cy="303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8662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List down the many different ways you could want your chicken . </a:t>
            </a:r>
            <a:endParaRPr lang="en-A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But if we let our wants get involved what happens?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1790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Cooked at home or purchased as take away</a:t>
            </a:r>
          </a:p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It can be fried, roasted or barbecued.</a:t>
            </a:r>
          </a:p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It can be whole or cut up</a:t>
            </a:r>
          </a:p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It can be plain or spicy</a:t>
            </a:r>
          </a:p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It can be hot or cold</a:t>
            </a:r>
          </a:p>
          <a:p>
            <a:endParaRPr lang="en-A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Chicken can be;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5592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And we like having choices</a:t>
            </a:r>
          </a:p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Choices are what we get to do with our wants. </a:t>
            </a:r>
            <a:endParaRPr lang="en-A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These are choices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3" y="2505074"/>
            <a:ext cx="5544616" cy="315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882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600" dirty="0" smtClean="0">
                <a:solidFill>
                  <a:schemeClr val="bg2">
                    <a:lumMod val="25000"/>
                  </a:schemeClr>
                </a:solidFill>
              </a:rPr>
              <a:t>So what do you think this word has to do with our wants and choices?</a:t>
            </a:r>
          </a:p>
          <a:p>
            <a:endParaRPr lang="en-AU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5400" dirty="0" smtClean="0"/>
              <a:t>Sustainability</a:t>
            </a:r>
            <a:endParaRPr lang="en-AU" sz="5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3" y="2924944"/>
            <a:ext cx="3960440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4592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These are satisfied by </a:t>
            </a:r>
            <a:r>
              <a:rPr lang="en-AU" sz="3200" dirty="0" smtClean="0">
                <a:solidFill>
                  <a:schemeClr val="bg2">
                    <a:lumMod val="25000"/>
                  </a:schemeClr>
                </a:solidFill>
              </a:rPr>
              <a:t>Resources.</a:t>
            </a:r>
          </a:p>
          <a:p>
            <a:endParaRPr lang="en-AU" sz="32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AU" sz="3200" dirty="0" smtClean="0">
                <a:solidFill>
                  <a:schemeClr val="bg2">
                    <a:lumMod val="25000"/>
                  </a:schemeClr>
                </a:solidFill>
              </a:rPr>
              <a:t>But we have a problem – our resources are scarce compared to our wants</a:t>
            </a:r>
            <a:r>
              <a:rPr lang="en-AU" sz="3200" dirty="0" smtClean="0"/>
              <a:t>. </a:t>
            </a:r>
          </a:p>
          <a:p>
            <a:r>
              <a:rPr lang="en-AU" sz="3200" dirty="0" smtClean="0">
                <a:solidFill>
                  <a:schemeClr val="bg2">
                    <a:lumMod val="25000"/>
                  </a:schemeClr>
                </a:solidFill>
              </a:rPr>
              <a:t>In the Western World there is no limit to our wants. </a:t>
            </a:r>
            <a:endParaRPr lang="en-AU" sz="3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AU" dirty="0" smtClean="0"/>
              <a:t>Everybody has needs &amp; wants.</a:t>
            </a:r>
            <a:br>
              <a:rPr lang="en-AU" dirty="0" smtClean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2078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The economy is the system a society creates to deal with this problem. </a:t>
            </a:r>
          </a:p>
          <a:p>
            <a:endParaRPr lang="en-AU" dirty="0">
              <a:solidFill>
                <a:schemeClr val="bg2">
                  <a:lumMod val="25000"/>
                </a:schemeClr>
              </a:solidFill>
            </a:endParaRPr>
          </a:p>
          <a:p>
            <a:endParaRPr lang="en-AU" sz="4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Economy</a:t>
            </a:r>
            <a:endParaRPr lang="en-A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53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AU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AU" dirty="0">
                <a:solidFill>
                  <a:schemeClr val="bg2">
                    <a:lumMod val="25000"/>
                  </a:schemeClr>
                </a:solidFill>
              </a:rPr>
              <a:t>a social science that studies how individuals, governments, firms and nations make choices on allocating scarce resources to satisfy their unlimited wants.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Economics is;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5185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Such as you buy a CD – that may create another want such as a better CD player. </a:t>
            </a:r>
          </a:p>
          <a:p>
            <a:r>
              <a:rPr lang="en-AU" dirty="0" smtClean="0"/>
              <a:t>Which may lead to you wanting accessories such as headphones and batteries.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Sometimes satisfying a want leads to other wants arising.</a:t>
            </a:r>
            <a:endParaRPr lang="en-A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980" y="3861048"/>
            <a:ext cx="2571750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4712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Because they are needed when using the original good that you purchased.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These goods are known as complementary goods.</a:t>
            </a:r>
            <a:endParaRPr lang="en-A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3789040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178602"/>
            <a:ext cx="30099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5834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r>
              <a:rPr lang="en-AU" dirty="0" smtClean="0"/>
              <a:t>We usually want more than we can afford</a:t>
            </a:r>
          </a:p>
          <a:p>
            <a:endParaRPr lang="en-AU" dirty="0"/>
          </a:p>
          <a:p>
            <a:r>
              <a:rPr lang="en-AU" dirty="0" smtClean="0"/>
              <a:t>Many people want more than they need to satisfy their needs.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In todays society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2757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We buy things made from resources provided by nature, by ourselves and by other people.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3600" b="0" dirty="0" smtClean="0"/>
              <a:t>We use money to buy </a:t>
            </a:r>
            <a:r>
              <a:rPr lang="en-AU" sz="3600" dirty="0" smtClean="0"/>
              <a:t>resources </a:t>
            </a:r>
            <a:r>
              <a:rPr lang="en-AU" sz="3600" b="0" dirty="0" smtClean="0"/>
              <a:t>that satisfy our needs and wants. </a:t>
            </a:r>
            <a:endParaRPr lang="en-AU" sz="3600" b="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077072"/>
            <a:ext cx="28575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3943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Land</a:t>
            </a:r>
          </a:p>
          <a:p>
            <a:r>
              <a:rPr lang="en-AU" dirty="0" smtClean="0"/>
              <a:t>Labour</a:t>
            </a:r>
          </a:p>
          <a:p>
            <a:r>
              <a:rPr lang="en-AU" dirty="0" smtClean="0"/>
              <a:t>Capital</a:t>
            </a:r>
          </a:p>
          <a:p>
            <a:r>
              <a:rPr lang="en-AU" dirty="0" smtClean="0"/>
              <a:t>Enterprise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Resources can be classified into four types: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5660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Land resources come from the natural environment, and include soil, plants, animals and minerals. </a:t>
            </a:r>
          </a:p>
          <a:p>
            <a:r>
              <a:rPr lang="en-AU" dirty="0" smtClean="0"/>
              <a:t>These can also e called physical and natural resources</a:t>
            </a:r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Land</a:t>
            </a:r>
            <a:endParaRPr lang="en-A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717032"/>
            <a:ext cx="3362325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861048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2882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Labour is the resource provided when people do work (physical or mental).</a:t>
            </a:r>
          </a:p>
          <a:p>
            <a:r>
              <a:rPr lang="en-AU" dirty="0" smtClean="0"/>
              <a:t>This can also be called human capital.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Labour</a:t>
            </a:r>
            <a:endParaRPr lang="en-A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3397099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3235174"/>
            <a:ext cx="2124075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488" y="3378049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6516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Capital resources are any human-made objects used to make or provide things , which are not immediately used up in the productions process like; tools, machinery and vehicles.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Capital</a:t>
            </a:r>
            <a:endParaRPr lang="en-A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89040"/>
            <a:ext cx="26670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077072"/>
            <a:ext cx="27336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9086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Enterprise is the resource provided by people who organise, fund or manage production. </a:t>
            </a:r>
          </a:p>
          <a:p>
            <a:r>
              <a:rPr lang="en-AU" dirty="0" smtClean="0"/>
              <a:t>We can call these people </a:t>
            </a:r>
            <a:r>
              <a:rPr lang="en-AU" b="1" dirty="0" smtClean="0"/>
              <a:t>entrepreneurs.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Enterprise</a:t>
            </a:r>
            <a:endParaRPr lang="en-A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12976"/>
            <a:ext cx="253365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186" y="3429000"/>
            <a:ext cx="260032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394364"/>
            <a:ext cx="1924050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1851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/>
              <a:t>Types of resources</a:t>
            </a:r>
            <a:endParaRPr lang="en-AU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7920879" cy="4382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3622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56806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70</TotalTime>
  <Words>546</Words>
  <Application>Microsoft Office PowerPoint</Application>
  <PresentationFormat>On-screen Show (4:3)</PresentationFormat>
  <Paragraphs>76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Concourse</vt:lpstr>
      <vt:lpstr>Needs and wants</vt:lpstr>
      <vt:lpstr>A need is:</vt:lpstr>
      <vt:lpstr>Now write down 5 things you want</vt:lpstr>
      <vt:lpstr>Wants are;</vt:lpstr>
      <vt:lpstr>We are lucky in Australia.</vt:lpstr>
      <vt:lpstr>Food</vt:lpstr>
      <vt:lpstr>So lets pretend we want chicken for our dinner.</vt:lpstr>
      <vt:lpstr>But if we let our wants get involved what happens?</vt:lpstr>
      <vt:lpstr>Chicken can be;</vt:lpstr>
      <vt:lpstr>These are choices</vt:lpstr>
      <vt:lpstr>Sustainability</vt:lpstr>
      <vt:lpstr>Everybody has needs &amp; wants. </vt:lpstr>
      <vt:lpstr>Economy</vt:lpstr>
      <vt:lpstr>Economics is;</vt:lpstr>
      <vt:lpstr>Sometimes satisfying a want leads to other wants arising.</vt:lpstr>
      <vt:lpstr>These goods are known as complementary goods.</vt:lpstr>
      <vt:lpstr>In todays society</vt:lpstr>
      <vt:lpstr>We use money to buy resources that satisfy our needs and wants. </vt:lpstr>
      <vt:lpstr>Resources can be classified into four types:</vt:lpstr>
      <vt:lpstr>Land</vt:lpstr>
      <vt:lpstr>Labour</vt:lpstr>
      <vt:lpstr>Capital</vt:lpstr>
      <vt:lpstr>Enterprise</vt:lpstr>
      <vt:lpstr>Types of resources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Needs and wants</dc:title>
  <dc:creator>WATSON Vicke</dc:creator>
  <cp:lastModifiedBy>WATSON Vicke</cp:lastModifiedBy>
  <cp:revision>8</cp:revision>
  <dcterms:created xsi:type="dcterms:W3CDTF">2016-06-13T11:51:03Z</dcterms:created>
  <dcterms:modified xsi:type="dcterms:W3CDTF">2016-06-14T00:34:47Z</dcterms:modified>
</cp:coreProperties>
</file>