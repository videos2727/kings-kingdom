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7" d="100"/>
          <a:sy n="107" d="100"/>
        </p:scale>
        <p:origin x="-84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cy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cy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253EC-98F9-44C4-9717-F98D74B4D4EA}" type="datetimeFigureOut">
              <a:rPr lang="cy-GB" smtClean="0"/>
              <a:t>28/10/2015</a:t>
            </a:fld>
            <a:endParaRPr lang="cy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y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526E-F591-4462-BBEE-479BAD8C2795}" type="slidenum">
              <a:rPr lang="cy-GB" smtClean="0"/>
              <a:t>‹#›</a:t>
            </a:fld>
            <a:endParaRPr lang="cy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cy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y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253EC-98F9-44C4-9717-F98D74B4D4EA}" type="datetimeFigureOut">
              <a:rPr lang="cy-GB" smtClean="0"/>
              <a:t>28/10/2015</a:t>
            </a:fld>
            <a:endParaRPr lang="cy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y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526E-F591-4462-BBEE-479BAD8C2795}" type="slidenum">
              <a:rPr lang="cy-GB" smtClean="0"/>
              <a:t>‹#›</a:t>
            </a:fld>
            <a:endParaRPr lang="cy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cy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253EC-98F9-44C4-9717-F98D74B4D4EA}" type="datetimeFigureOut">
              <a:rPr lang="cy-GB" smtClean="0"/>
              <a:t>28/10/2015</a:t>
            </a:fld>
            <a:endParaRPr lang="cy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y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526E-F591-4462-BBEE-479BAD8C2795}" type="slidenum">
              <a:rPr lang="cy-GB" smtClean="0"/>
              <a:t>‹#›</a:t>
            </a:fld>
            <a:endParaRPr lang="cy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cy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y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y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253EC-98F9-44C4-9717-F98D74B4D4EA}" type="datetimeFigureOut">
              <a:rPr lang="cy-GB" smtClean="0"/>
              <a:t>28/10/2015</a:t>
            </a:fld>
            <a:endParaRPr lang="cy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y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526E-F591-4462-BBEE-479BAD8C2795}" type="slidenum">
              <a:rPr lang="cy-GB" smtClean="0"/>
              <a:t>‹#›</a:t>
            </a:fld>
            <a:endParaRPr lang="cy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cy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y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y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253EC-98F9-44C4-9717-F98D74B4D4EA}" type="datetimeFigureOut">
              <a:rPr lang="cy-GB" smtClean="0"/>
              <a:t>28/10/2015</a:t>
            </a:fld>
            <a:endParaRPr lang="cy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y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526E-F591-4462-BBEE-479BAD8C2795}" type="slidenum">
              <a:rPr lang="cy-GB" smtClean="0"/>
              <a:t>‹#›</a:t>
            </a:fld>
            <a:endParaRPr lang="cy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cy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253EC-98F9-44C4-9717-F98D74B4D4EA}" type="datetimeFigureOut">
              <a:rPr lang="cy-GB" smtClean="0"/>
              <a:t>28/10/2015</a:t>
            </a:fld>
            <a:endParaRPr lang="cy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y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526E-F591-4462-BBEE-479BAD8C2795}" type="slidenum">
              <a:rPr lang="cy-GB" smtClean="0"/>
              <a:t>‹#›</a:t>
            </a:fld>
            <a:endParaRPr lang="cy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253EC-98F9-44C4-9717-F98D74B4D4EA}" type="datetimeFigureOut">
              <a:rPr lang="cy-GB" smtClean="0"/>
              <a:t>28/10/2015</a:t>
            </a:fld>
            <a:endParaRPr lang="cy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y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526E-F591-4462-BBEE-479BAD8C2795}" type="slidenum">
              <a:rPr lang="cy-GB" smtClean="0"/>
              <a:t>‹#›</a:t>
            </a:fld>
            <a:endParaRPr lang="cy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cy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y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253EC-98F9-44C4-9717-F98D74B4D4EA}" type="datetimeFigureOut">
              <a:rPr lang="cy-GB" smtClean="0"/>
              <a:t>28/10/2015</a:t>
            </a:fld>
            <a:endParaRPr lang="cy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y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526E-F591-4462-BBEE-479BAD8C2795}" type="slidenum">
              <a:rPr lang="cy-GB" smtClean="0"/>
              <a:t>‹#›</a:t>
            </a:fld>
            <a:endParaRPr lang="cy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cy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y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253EC-98F9-44C4-9717-F98D74B4D4EA}" type="datetimeFigureOut">
              <a:rPr lang="cy-GB" smtClean="0"/>
              <a:t>28/10/2015</a:t>
            </a:fld>
            <a:endParaRPr lang="cy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y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526E-F591-4462-BBEE-479BAD8C2795}" type="slidenum">
              <a:rPr lang="cy-GB" smtClean="0"/>
              <a:t>‹#›</a:t>
            </a:fld>
            <a:endParaRPr lang="cy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cy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y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253EC-98F9-44C4-9717-F98D74B4D4EA}" type="datetimeFigureOut">
              <a:rPr lang="cy-GB" smtClean="0"/>
              <a:t>28/10/2015</a:t>
            </a:fld>
            <a:endParaRPr lang="cy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y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526E-F591-4462-BBEE-479BAD8C2795}" type="slidenum">
              <a:rPr lang="cy-GB" smtClean="0"/>
              <a:t>‹#›</a:t>
            </a:fld>
            <a:endParaRPr lang="cy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cy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y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253EC-98F9-44C4-9717-F98D74B4D4EA}" type="datetimeFigureOut">
              <a:rPr lang="cy-GB" smtClean="0"/>
              <a:t>28/10/2015</a:t>
            </a:fld>
            <a:endParaRPr lang="cy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y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526E-F591-4462-BBEE-479BAD8C2795}" type="slidenum">
              <a:rPr lang="cy-GB" smtClean="0"/>
              <a:t>‹#›</a:t>
            </a:fld>
            <a:endParaRPr lang="cy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cy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y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253EC-98F9-44C4-9717-F98D74B4D4EA}" type="datetimeFigureOut">
              <a:rPr lang="cy-GB" smtClean="0"/>
              <a:t>28/10/2015</a:t>
            </a:fld>
            <a:endParaRPr lang="cy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y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3526E-F591-4462-BBEE-479BAD8C2795}" type="slidenum">
              <a:rPr lang="cy-GB" smtClean="0"/>
              <a:t>‹#›</a:t>
            </a:fld>
            <a:endParaRPr lang="cy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sc.discovery.com/convergence/pompeii/interactive/interactive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feature=player_embedded&amp;v=KGmLMbw_1CE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unset HD wallpaper for Standard 4:3 5:4 Fullscreen UXGA XGA SVGA QSXGA SXGA ; Wide 16:10 5:3 Widescreen WHXGA WQXGA WUXGA WXGA WGA ; HD 16:9 High Definition WQHD QWXGA 1080p 900p 720p QHD nHD ; Other 3:2 DVGA HVGA HQVGA devices ( Apple PowerBook G4 iPhone 4 3G 3GS iPod Touch ) ; Mobile VGA WVGA iPhone iPad PSP Phone - VGA QVGA Smartphone ( PocketPC GPS iPod Zune BlackBerry HTC Samsung LG Nokia Eten Asus ) WVGA WQVGA Smartphone ( HTC Samsung Sony Ericsson LG Vertu MIO ) HVGA Smartphone ( Apple iPhone iPod BlackBerry HTC Samsung Nokia ) Sony PSP Zune HD Zen ; Tablet 2 Android 3 DVGA HVGA HQVGA devices ( Apple PowerBook G4 iPhone 4 3G 3GS iPod Touch ) ; Dual 4:3 5:4 16:10 5:3 16:9 UXGA XGA SVGA QSXGA SXGA WHXGA WQXGA WUXGA WXGA WGA WQHD QWXGA 1080p 900p 720p QHD nHD ;"/>
          <p:cNvPicPr>
            <a:picLocks noChangeAspect="1" noChangeArrowheads="1"/>
          </p:cNvPicPr>
          <p:nvPr/>
        </p:nvPicPr>
        <p:blipFill>
          <a:blip r:embed="rId2" cstate="print"/>
          <a:srcRect l="3053" t="4851" r="19949" b="5901"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835696" y="980728"/>
            <a:ext cx="536852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Volcanoes</a:t>
            </a:r>
            <a:endParaRPr lang="en-US" sz="96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unset HD wallpaper for Standard 4:3 5:4 Fullscreen UXGA XGA SVGA QSXGA SXGA ; Wide 16:10 5:3 Widescreen WHXGA WQXGA WUXGA WXGA WGA ; HD 16:9 High Definition WQHD QWXGA 1080p 900p 720p QHD nHD ; Other 3:2 DVGA HVGA HQVGA devices ( Apple PowerBook G4 iPhone 4 3G 3GS iPod Touch ) ; Mobile VGA WVGA iPhone iPad PSP Phone - VGA QVGA Smartphone ( PocketPC GPS iPod Zune BlackBerry HTC Samsung LG Nokia Eten Asus ) WVGA WQVGA Smartphone ( HTC Samsung Sony Ericsson LG Vertu MIO ) HVGA Smartphone ( Apple iPhone iPod BlackBerry HTC Samsung Nokia ) Sony PSP Zune HD Zen ; Tablet 2 Android 3 DVGA HVGA HQVGA devices ( Apple PowerBook G4 iPhone 4 3G 3GS iPod Touch ) ; Dual 4:3 5:4 16:10 5:3 16:9 UXGA XGA SVGA QSXGA SXGA WHXGA WQXGA WUXGA WXGA WGA WQHD QWXGA 1080p 900p 720p QHD nHD ;"/>
          <p:cNvPicPr>
            <a:picLocks noChangeAspect="1" noChangeArrowheads="1"/>
          </p:cNvPicPr>
          <p:nvPr/>
        </p:nvPicPr>
        <p:blipFill>
          <a:blip r:embed="rId2" cstate="print"/>
          <a:srcRect l="3053" t="4851" r="19949" b="5901"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395536" y="404664"/>
            <a:ext cx="8315983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Volcanoes are openings in the Earth’s surface.  When they are active they can let ash, gas and hot magma escape in sometimes violent and spectacular eruptions</a:t>
            </a:r>
            <a:endParaRPr lang="en-US" sz="32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2534" name="Picture 6" descr="animated-volcano0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9792" y="2852936"/>
            <a:ext cx="4428405" cy="351926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unset HD wallpaper for Standard 4:3 5:4 Fullscreen UXGA XGA SVGA QSXGA SXGA ; Wide 16:10 5:3 Widescreen WHXGA WQXGA WUXGA WXGA WGA ; HD 16:9 High Definition WQHD QWXGA 1080p 900p 720p QHD nHD ; Other 3:2 DVGA HVGA HQVGA devices ( Apple PowerBook G4 iPhone 4 3G 3GS iPod Touch ) ; Mobile VGA WVGA iPhone iPad PSP Phone - VGA QVGA Smartphone ( PocketPC GPS iPod Zune BlackBerry HTC Samsung LG Nokia Eten Asus ) WVGA WQVGA Smartphone ( HTC Samsung Sony Ericsson LG Vertu MIO ) HVGA Smartphone ( Apple iPhone iPod BlackBerry HTC Samsung Nokia ) Sony PSP Zune HD Zen ; Tablet 2 Android 3 DVGA HVGA HQVGA devices ( Apple PowerBook G4 iPhone 4 3G 3GS iPod Touch ) ; Dual 4:3 5:4 16:10 5:3 16:9 UXGA XGA SVGA QSXGA SXGA WHXGA WQXGA WUXGA WXGA WGA WQHD QWXGA 1080p 900p 720p QHD nHD ;"/>
          <p:cNvPicPr>
            <a:picLocks noChangeAspect="1" noChangeArrowheads="1"/>
          </p:cNvPicPr>
          <p:nvPr/>
        </p:nvPicPr>
        <p:blipFill>
          <a:blip r:embed="rId2" cstate="print"/>
          <a:srcRect l="3053" t="4851" r="19949" b="5901"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pic>
        <p:nvPicPr>
          <p:cNvPr id="24578" name="Picture 2" descr="VolcanoDiagram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332656"/>
            <a:ext cx="7128792" cy="609588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unset HD wallpaper for Standard 4:3 5:4 Fullscreen UXGA XGA SVGA QSXGA SXGA ; Wide 16:10 5:3 Widescreen WHXGA WQXGA WUXGA WXGA WGA ; HD 16:9 High Definition WQHD QWXGA 1080p 900p 720p QHD nHD ; Other 3:2 DVGA HVGA HQVGA devices ( Apple PowerBook G4 iPhone 4 3G 3GS iPod Touch ) ; Mobile VGA WVGA iPhone iPad PSP Phone - VGA QVGA Smartphone ( PocketPC GPS iPod Zune BlackBerry HTC Samsung LG Nokia Eten Asus ) WVGA WQVGA Smartphone ( HTC Samsung Sony Ericsson LG Vertu MIO ) HVGA Smartphone ( Apple iPhone iPod BlackBerry HTC Samsung Nokia ) Sony PSP Zune HD Zen ; Tablet 2 Android 3 DVGA HVGA HQVGA devices ( Apple PowerBook G4 iPhone 4 3G 3GS iPod Touch ) ; Dual 4:3 5:4 16:10 5:3 16:9 UXGA XGA SVGA QSXGA SXGA WHXGA WQXGA WUXGA WXGA WGA WQHD QWXGA 1080p 900p 720p QHD nHD ;"/>
          <p:cNvPicPr>
            <a:picLocks noChangeAspect="1" noChangeArrowheads="1"/>
          </p:cNvPicPr>
          <p:nvPr/>
        </p:nvPicPr>
        <p:blipFill>
          <a:blip r:embed="rId2" cstate="print"/>
          <a:srcRect l="3053" t="4851" r="19949" b="5901"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395536" y="620688"/>
            <a:ext cx="831598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The word Volcano originally comes from the name of the Roman god of fire, Vulcan.</a:t>
            </a:r>
            <a:endParaRPr lang="en-US" sz="32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1508" name="Picture 4" descr="Hermes (Roman name: Mercury)"/>
          <p:cNvPicPr>
            <a:picLocks noChangeAspect="1" noChangeArrowheads="1"/>
          </p:cNvPicPr>
          <p:nvPr/>
        </p:nvPicPr>
        <p:blipFill>
          <a:blip r:embed="rId3" cstate="print"/>
          <a:srcRect b="4001"/>
          <a:stretch>
            <a:fillRect/>
          </a:stretch>
        </p:blipFill>
        <p:spPr bwMode="auto">
          <a:xfrm>
            <a:off x="3131841" y="2060848"/>
            <a:ext cx="3024336" cy="43935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unset HD wallpaper for Standard 4:3 5:4 Fullscreen UXGA XGA SVGA QSXGA SXGA ; Wide 16:10 5:3 Widescreen WHXGA WQXGA WUXGA WXGA WGA ; HD 16:9 High Definition WQHD QWXGA 1080p 900p 720p QHD nHD ; Other 3:2 DVGA HVGA HQVGA devices ( Apple PowerBook G4 iPhone 4 3G 3GS iPod Touch ) ; Mobile VGA WVGA iPhone iPad PSP Phone - VGA QVGA Smartphone ( PocketPC GPS iPod Zune BlackBerry HTC Samsung LG Nokia Eten Asus ) WVGA WQVGA Smartphone ( HTC Samsung Sony Ericsson LG Vertu MIO ) HVGA Smartphone ( Apple iPhone iPod BlackBerry HTC Samsung Nokia ) Sony PSP Zune HD Zen ; Tablet 2 Android 3 DVGA HVGA HQVGA devices ( Apple PowerBook G4 iPhone 4 3G 3GS iPod Touch ) ; Dual 4:3 5:4 16:10 5:3 16:9 UXGA XGA SVGA QSXGA SXGA WHXGA WQXGA WUXGA WXGA WGA WQHD QWXGA 1080p 900p 720p QHD nHD ;"/>
          <p:cNvPicPr>
            <a:picLocks noChangeAspect="1" noChangeArrowheads="1"/>
          </p:cNvPicPr>
          <p:nvPr/>
        </p:nvPicPr>
        <p:blipFill>
          <a:blip r:embed="rId2" cstate="print"/>
          <a:srcRect l="3053" t="4851" r="19949" b="5901"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395536" y="620688"/>
            <a:ext cx="8315983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Volcanoes are usually located where tectonic plates meet.  This is true for the Pacific Ring of Fire, and area around the Pacific Ocean where over 75% of the volcanoes on Earth are founds.</a:t>
            </a:r>
            <a:endParaRPr lang="en-US" sz="32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0482" name="Picture 2" descr="Volcano-Animated.gif">
            <a:hlinkClick r:id="rId3"/>
          </p:cNvPr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27784" y="2996952"/>
            <a:ext cx="4464496" cy="31889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unset HD wallpaper for Standard 4:3 5:4 Fullscreen UXGA XGA SVGA QSXGA SXGA ; Wide 16:10 5:3 Widescreen WHXGA WQXGA WUXGA WXGA WGA ; HD 16:9 High Definition WQHD QWXGA 1080p 900p 720p QHD nHD ; Other 3:2 DVGA HVGA HQVGA devices ( Apple PowerBook G4 iPhone 4 3G 3GS iPod Touch ) ; Mobile VGA WVGA iPhone iPad PSP Phone - VGA QVGA Smartphone ( PocketPC GPS iPod Zune BlackBerry HTC Samsung LG Nokia Eten Asus ) WVGA WQVGA Smartphone ( HTC Samsung Sony Ericsson LG Vertu MIO ) HVGA Smartphone ( Apple iPhone iPod BlackBerry HTC Samsung Nokia ) Sony PSP Zune HD Zen ; Tablet 2 Android 3 DVGA HVGA HQVGA devices ( Apple PowerBook G4 iPhone 4 3G 3GS iPod Touch ) ; Dual 4:3 5:4 16:10 5:3 16:9 UXGA XGA SVGA QSXGA SXGA WHXGA WQXGA WUXGA WXGA WGA WQHD QWXGA 1080p 900p 720p QHD nHD ;"/>
          <p:cNvPicPr>
            <a:picLocks noChangeAspect="1" noChangeArrowheads="1"/>
          </p:cNvPicPr>
          <p:nvPr/>
        </p:nvPicPr>
        <p:blipFill>
          <a:blip r:embed="rId2" cstate="print"/>
          <a:srcRect l="3053" t="4851" r="19949" b="5901"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467544" y="332656"/>
            <a:ext cx="8315983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While most volcanoes form near tectonic boundaries, they can also form in areas that contain abnormally hot rock inside the Earth.  Known as mantle plumes, these hotspots are found at a number of location around the globe, with the most notable being in Hawaii..</a:t>
            </a:r>
            <a:endParaRPr lang="en-US" sz="32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unset HD wallpaper for Standard 4:3 5:4 Fullscreen UXGA XGA SVGA QSXGA SXGA ; Wide 16:10 5:3 Widescreen WHXGA WQXGA WUXGA WXGA WGA ; HD 16:9 High Definition WQHD QWXGA 1080p 900p 720p QHD nHD ; Other 3:2 DVGA HVGA HQVGA devices ( Apple PowerBook G4 iPhone 4 3G 3GS iPod Touch ) ; Mobile VGA WVGA iPhone iPad PSP Phone - VGA QVGA Smartphone ( PocketPC GPS iPod Zune BlackBerry HTC Samsung LG Nokia Eten Asus ) WVGA WQVGA Smartphone ( HTC Samsung Sony Ericsson LG Vertu MIO ) HVGA Smartphone ( Apple iPhone iPod BlackBerry HTC Samsung Nokia ) Sony PSP Zune HD Zen ; Tablet 2 Android 3 DVGA HVGA HQVGA devices ( Apple PowerBook G4 iPhone 4 3G 3GS iPod Touch ) ; Dual 4:3 5:4 16:10 5:3 16:9 UXGA XGA SVGA QSXGA SXGA WHXGA WQXGA WUXGA WXGA WGA WQHD QWXGA 1080p 900p 720p QHD nHD ;"/>
          <p:cNvPicPr>
            <a:picLocks noChangeAspect="1" noChangeArrowheads="1"/>
          </p:cNvPicPr>
          <p:nvPr/>
        </p:nvPicPr>
        <p:blipFill>
          <a:blip r:embed="rId2" cstate="print"/>
          <a:srcRect l="3053" t="4851" r="19949" b="5901"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pic>
        <p:nvPicPr>
          <p:cNvPr id="4" name="Picture 2" descr="worldvolcanomap.jpg"/>
          <p:cNvPicPr>
            <a:picLocks noChangeAspect="1" noChangeArrowheads="1"/>
          </p:cNvPicPr>
          <p:nvPr/>
        </p:nvPicPr>
        <p:blipFill>
          <a:blip r:embed="rId3" cstate="print"/>
          <a:srcRect r="12662"/>
          <a:stretch>
            <a:fillRect/>
          </a:stretch>
        </p:blipFill>
        <p:spPr bwMode="auto">
          <a:xfrm>
            <a:off x="395536" y="548680"/>
            <a:ext cx="8468864" cy="579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unset HD wallpaper for Standard 4:3 5:4 Fullscreen UXGA XGA SVGA QSXGA SXGA ; Wide 16:10 5:3 Widescreen WHXGA WQXGA WUXGA WXGA WGA ; HD 16:9 High Definition WQHD QWXGA 1080p 900p 720p QHD nHD ; Other 3:2 DVGA HVGA HQVGA devices ( Apple PowerBook G4 iPhone 4 3G 3GS iPod Touch ) ; Mobile VGA WVGA iPhone iPad PSP Phone - VGA QVGA Smartphone ( PocketPC GPS iPod Zune BlackBerry HTC Samsung LG Nokia Eten Asus ) WVGA WQVGA Smartphone ( HTC Samsung Sony Ericsson LG Vertu MIO ) HVGA Smartphone ( Apple iPhone iPod BlackBerry HTC Samsung Nokia ) Sony PSP Zune HD Zen ; Tablet 2 Android 3 DVGA HVGA HQVGA devices ( Apple PowerBook G4 iPhone 4 3G 3GS iPod Touch ) ; Dual 4:3 5:4 16:10 5:3 16:9 UXGA XGA SVGA QSXGA SXGA WHXGA WQXGA WUXGA WXGA WGA WQHD QWXGA 1080p 900p 720p QHD nHD ;"/>
          <p:cNvPicPr>
            <a:picLocks noChangeAspect="1" noChangeArrowheads="1"/>
          </p:cNvPicPr>
          <p:nvPr/>
        </p:nvPicPr>
        <p:blipFill>
          <a:blip r:embed="rId2" cstate="print"/>
          <a:srcRect l="3053" t="4851" r="19949" b="5901"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539552" y="764704"/>
            <a:ext cx="8315983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Hot liquid rock under the Earth’s surface is known as magma, it is called lava after it comes out of the volcano.  Click on the link below to check out a video of lava burning a rock</a:t>
            </a:r>
            <a:endParaRPr lang="en-US" sz="32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2" name="Rectangle 11">
            <a:hlinkClick r:id="rId3"/>
          </p:cNvPr>
          <p:cNvSpPr/>
          <p:nvPr/>
        </p:nvSpPr>
        <p:spPr>
          <a:xfrm>
            <a:off x="647056" y="4437112"/>
            <a:ext cx="84969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y-GB" sz="2800" dirty="0" smtClean="0">
                <a:solidFill>
                  <a:schemeClr val="bg1"/>
                </a:solidFill>
              </a:rPr>
              <a:t>http://www.youtube.com/watch?feature=player_embedded&amp;v=KGmLMbw_1CE</a:t>
            </a:r>
            <a:endParaRPr lang="cy-GB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unset HD wallpaper for Standard 4:3 5:4 Fullscreen UXGA XGA SVGA QSXGA SXGA ; Wide 16:10 5:3 Widescreen WHXGA WQXGA WUXGA WXGA WGA ; HD 16:9 High Definition WQHD QWXGA 1080p 900p 720p QHD nHD ; Other 3:2 DVGA HVGA HQVGA devices ( Apple PowerBook G4 iPhone 4 3G 3GS iPod Touch ) ; Mobile VGA WVGA iPhone iPad PSP Phone - VGA QVGA Smartphone ( PocketPC GPS iPod Zune BlackBerry HTC Samsung LG Nokia Eten Asus ) WVGA WQVGA Smartphone ( HTC Samsung Sony Ericsson LG Vertu MIO ) HVGA Smartphone ( Apple iPhone iPod BlackBerry HTC Samsung Nokia ) Sony PSP Zune HD Zen ; Tablet 2 Android 3 DVGA HVGA HQVGA devices ( Apple PowerBook G4 iPhone 4 3G 3GS iPod Touch ) ; Dual 4:3 5:4 16:10 5:3 16:9 UXGA XGA SVGA QSXGA SXGA WHXGA WQXGA WUXGA WXGA WGA WQHD QWXGA 1080p 900p 720p QHD nHD ;"/>
          <p:cNvPicPr>
            <a:picLocks noChangeAspect="1" noChangeArrowheads="1"/>
          </p:cNvPicPr>
          <p:nvPr/>
        </p:nvPicPr>
        <p:blipFill>
          <a:blip r:embed="rId2" cstate="print"/>
          <a:srcRect l="3053" t="4851" r="19949" b="5901"/>
          <a:stretch>
            <a:fillRect/>
          </a:stretch>
        </p:blipFill>
        <p:spPr bwMode="auto">
          <a:xfrm>
            <a:off x="0" y="0"/>
            <a:ext cx="9144001" cy="68580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467544" y="620688"/>
            <a:ext cx="8315983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Some famous volcanic eruptions of modern times include Mount </a:t>
            </a:r>
            <a:r>
              <a:rPr lang="en-US" sz="3200" b="1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Krakatoa</a:t>
            </a:r>
            <a:r>
              <a:rPr lang="en-US" sz="3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 in 1883, </a:t>
            </a:r>
            <a:r>
              <a:rPr lang="en-US" sz="3200" b="1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Novarupta</a:t>
            </a:r>
            <a:r>
              <a:rPr lang="en-US" sz="3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 in 1912, Mount St Helens in 1980 and Mount Pinatubo in 1991.</a:t>
            </a:r>
            <a:endParaRPr lang="en-US" sz="32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6386" name="Picture 2" descr="http://www.vaiden.net/krakatoa_movi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7864" y="2852936"/>
            <a:ext cx="2664296" cy="365412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unset HD wallpaper for Standard 4:3 5:4 Fullscreen UXGA XGA SVGA QSXGA SXGA ; Wide 16:10 5:3 Widescreen WHXGA WQXGA WUXGA WXGA WGA ; HD 16:9 High Definition WQHD QWXGA 1080p 900p 720p QHD nHD ; Other 3:2 DVGA HVGA HQVGA devices ( Apple PowerBook G4 iPhone 4 3G 3GS iPod Touch ) ; Mobile VGA WVGA iPhone iPad PSP Phone - VGA QVGA Smartphone ( PocketPC GPS iPod Zune BlackBerry HTC Samsung LG Nokia Eten Asus ) WVGA WQVGA Smartphone ( HTC Samsung Sony Ericsson LG Vertu MIO ) HVGA Smartphone ( Apple iPhone iPod BlackBerry HTC Samsung Nokia ) Sony PSP Zune HD Zen ; Tablet 2 Android 3 DVGA HVGA HQVGA devices ( Apple PowerBook G4 iPhone 4 3G 3GS iPod Touch ) ; Dual 4:3 5:4 16:10 5:3 16:9 UXGA XGA SVGA QSXGA SXGA WHXGA WQXGA WUXGA WXGA WGA WQHD QWXGA 1080p 900p 720p QHD nHD ;"/>
          <p:cNvPicPr>
            <a:picLocks noChangeAspect="1" noChangeArrowheads="1"/>
          </p:cNvPicPr>
          <p:nvPr/>
        </p:nvPicPr>
        <p:blipFill>
          <a:blip r:embed="rId2" cstate="print"/>
          <a:srcRect l="3053" t="4851" r="19949" b="5901"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467544" y="620688"/>
            <a:ext cx="8315983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While we certainly have some big volcanoes here on Earth, the biggest known volcano in our solar system is actually on Mars.  Its name is Olympus Mons and it measures a whopping 600km wide and 21km high!</a:t>
            </a:r>
            <a:endParaRPr lang="en-US" sz="32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5368" name="Picture 8" descr="http://www.colmanweb.co.uk/Assets/Resources/MarsAnimation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3716218"/>
            <a:ext cx="2952328" cy="295900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unset HD wallpaper for Standard 4:3 5:4 Fullscreen UXGA XGA SVGA QSXGA SXGA ; Wide 16:10 5:3 Widescreen WHXGA WQXGA WUXGA WXGA WGA ; HD 16:9 High Definition WQHD QWXGA 1080p 900p 720p QHD nHD ; Other 3:2 DVGA HVGA HQVGA devices ( Apple PowerBook G4 iPhone 4 3G 3GS iPod Touch ) ; Mobile VGA WVGA iPhone iPad PSP Phone - VGA QVGA Smartphone ( PocketPC GPS iPod Zune BlackBerry HTC Samsung LG Nokia Eten Asus ) WVGA WQVGA Smartphone ( HTC Samsung Sony Ericsson LG Vertu MIO ) HVGA Smartphone ( Apple iPhone iPod BlackBerry HTC Samsung Nokia ) Sony PSP Zune HD Zen ; Tablet 2 Android 3 DVGA HVGA HQVGA devices ( Apple PowerBook G4 iPhone 4 3G 3GS iPod Touch ) ; Dual 4:3 5:4 16:10 5:3 16:9 UXGA XGA SVGA QSXGA SXGA WHXGA WQXGA WUXGA WXGA WGA WQHD QWXGA 1080p 900p 720p QHD nHD ;"/>
          <p:cNvPicPr>
            <a:picLocks noChangeAspect="1" noChangeArrowheads="1"/>
          </p:cNvPicPr>
          <p:nvPr/>
        </p:nvPicPr>
        <p:blipFill>
          <a:blip r:embed="rId2" cstate="print"/>
          <a:srcRect l="3053" t="4851" r="19949" b="5901"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467544" y="620688"/>
            <a:ext cx="8315983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There are also volcanoes found on the ocean floor and even under icecaps such as those found in Iceland</a:t>
            </a:r>
            <a:endParaRPr lang="en-US" sz="32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4338" name="Picture 2" descr="http://climateandsecurity.files.wordpress.com/2012/03/arctic_sea_ice_loss_animation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3933056"/>
            <a:ext cx="3816424" cy="266409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unset HD wallpaper for Standard 4:3 5:4 Fullscreen UXGA XGA SVGA QSXGA SXGA ; Wide 16:10 5:3 Widescreen WHXGA WQXGA WUXGA WXGA WGA ; HD 16:9 High Definition WQHD QWXGA 1080p 900p 720p QHD nHD ; Other 3:2 DVGA HVGA HQVGA devices ( Apple PowerBook G4 iPhone 4 3G 3GS iPod Touch ) ; Mobile VGA WVGA iPhone iPad PSP Phone - VGA QVGA Smartphone ( PocketPC GPS iPod Zune BlackBerry HTC Samsung LG Nokia Eten Asus ) WVGA WQVGA Smartphone ( HTC Samsung Sony Ericsson LG Vertu MIO ) HVGA Smartphone ( Apple iPhone iPod BlackBerry HTC Samsung Nokia ) Sony PSP Zune HD Zen ; Tablet 2 Android 3 DVGA HVGA HQVGA devices ( Apple PowerBook G4 iPhone 4 3G 3GS iPod Touch ) ; Dual 4:3 5:4 16:10 5:3 16:9 UXGA XGA SVGA QSXGA SXGA WHXGA WQXGA WUXGA WXGA WGA WQHD QWXGA 1080p 900p 720p QHD nHD ;"/>
          <p:cNvPicPr>
            <a:picLocks noChangeAspect="1" noChangeArrowheads="1"/>
          </p:cNvPicPr>
          <p:nvPr/>
        </p:nvPicPr>
        <p:blipFill>
          <a:blip r:embed="rId2" cstate="print"/>
          <a:srcRect l="3053" t="4851" r="19949" b="5901"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467544" y="620688"/>
            <a:ext cx="8315983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Volcanoes can be active (regular activity) dormant (recent historical activity but now quiet) or extinct (no activity in historical times and unlikely to erupt again).  </a:t>
            </a:r>
            <a:endParaRPr lang="en-US" sz="32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5604" name="Picture 4" descr="http://phantomazing.com/images/Animated_Volcano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3768" y="4077072"/>
            <a:ext cx="3888432" cy="234211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unset HD wallpaper for Standard 4:3 5:4 Fullscreen UXGA XGA SVGA QSXGA SXGA ; Wide 16:10 5:3 Widescreen WHXGA WQXGA WUXGA WXGA WGA ; HD 16:9 High Definition WQHD QWXGA 1080p 900p 720p QHD nHD ; Other 3:2 DVGA HVGA HQVGA devices ( Apple PowerBook G4 iPhone 4 3G 3GS iPod Touch ) ; Mobile VGA WVGA iPhone iPad PSP Phone - VGA QVGA Smartphone ( PocketPC GPS iPod Zune BlackBerry HTC Samsung LG Nokia Eten Asus ) WVGA WQVGA Smartphone ( HTC Samsung Sony Ericsson LG Vertu MIO ) HVGA Smartphone ( Apple iPhone iPod BlackBerry HTC Samsung Nokia ) Sony PSP Zune HD Zen ; Tablet 2 Android 3 DVGA HVGA HQVGA devices ( Apple PowerBook G4 iPhone 4 3G 3GS iPod Touch ) ; Dual 4:3 5:4 16:10 5:3 16:9 UXGA XGA SVGA QSXGA SXGA WHXGA WQXGA WUXGA WXGA WGA WQHD QWXGA 1080p 900p 720p QHD nHD ;"/>
          <p:cNvPicPr>
            <a:picLocks noChangeAspect="1" noChangeArrowheads="1"/>
          </p:cNvPicPr>
          <p:nvPr/>
        </p:nvPicPr>
        <p:blipFill>
          <a:blip r:embed="rId2" cstate="print"/>
          <a:srcRect l="3053" t="4851" r="19949" b="5901"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467544" y="260648"/>
            <a:ext cx="8315983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Explosive eruptions can throw lava and rock high into the air.  These bits of rock and solidified magma are called </a:t>
            </a:r>
            <a:r>
              <a:rPr lang="en-US" sz="3200" b="1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tephra</a:t>
            </a:r>
            <a:r>
              <a:rPr lang="en-US" sz="3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.  When the </a:t>
            </a:r>
            <a:r>
              <a:rPr lang="en-US" sz="3200" b="1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tephra</a:t>
            </a:r>
            <a:r>
              <a:rPr lang="en-US" sz="3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 falls it forms a steep sided volcano called a cinder cone volcano. A good example of this type of volcano is the </a:t>
            </a:r>
            <a:r>
              <a:rPr lang="en-US" sz="3200" b="1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Parictutin</a:t>
            </a:r>
            <a:r>
              <a:rPr lang="en-US" sz="3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 in Mexico. </a:t>
            </a:r>
            <a:endParaRPr lang="en-US" sz="32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6626" name="Picture 2" descr="cinderconeHI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1760" y="3956940"/>
            <a:ext cx="3456384" cy="261302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345</Words>
  <Application>Microsoft Office PowerPoint</Application>
  <PresentationFormat>On-screen Show (4:3)</PresentationFormat>
  <Paragraphs>12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Kate</dc:creator>
  <cp:lastModifiedBy>DONAVON Rebecca</cp:lastModifiedBy>
  <cp:revision>4</cp:revision>
  <dcterms:created xsi:type="dcterms:W3CDTF">2013-02-11T09:19:29Z</dcterms:created>
  <dcterms:modified xsi:type="dcterms:W3CDTF">2015-10-28T03:57:41Z</dcterms:modified>
</cp:coreProperties>
</file>