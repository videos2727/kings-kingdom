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sldIdLst>
    <p:sldId id="256" r:id="rId2"/>
    <p:sldId id="259" r:id="rId3"/>
    <p:sldId id="262" r:id="rId4"/>
    <p:sldId id="263" r:id="rId5"/>
    <p:sldId id="264" r:id="rId6"/>
    <p:sldId id="265" r:id="rId7"/>
    <p:sldId id="260" r:id="rId8"/>
    <p:sldId id="261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81" d="100"/>
          <a:sy n="81" d="100"/>
        </p:scale>
        <p:origin x="-78" y="-7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7AEC-A683-442E-BB44-2740B8CE7778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9F27AEC-A683-442E-BB44-2740B8CE7778}" type="datetimeFigureOut">
              <a:rPr lang="en-AU" smtClean="0"/>
              <a:t>21/07/2017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0C0CD4C-1C8B-4ACD-BC2E-9FEA079E45C6}" type="slidenum">
              <a:rPr lang="en-AU" smtClean="0"/>
              <a:t>‹#›</a:t>
            </a:fld>
            <a:endParaRPr lang="en-AU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9627" y="1124374"/>
            <a:ext cx="7766936" cy="1646302"/>
          </a:xfrm>
        </p:spPr>
        <p:txBody>
          <a:bodyPr/>
          <a:lstStyle/>
          <a:p>
            <a:r>
              <a:rPr lang="en-AU" dirty="0" smtClean="0"/>
              <a:t>Year 8 - GEOGRAPHY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9627" y="2973875"/>
            <a:ext cx="7766936" cy="1659087"/>
          </a:xfrm>
        </p:spPr>
        <p:txBody>
          <a:bodyPr>
            <a:normAutofit/>
          </a:bodyPr>
          <a:lstStyle/>
          <a:p>
            <a:pPr algn="l"/>
            <a:endParaRPr lang="en-AU" dirty="0"/>
          </a:p>
          <a:p>
            <a:pPr marL="285750" indent="-285750" algn="l">
              <a:buFont typeface="Arial" charset="0"/>
              <a:buChar char="•"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882601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2"/>
            <a:ext cx="8596668" cy="935865"/>
          </a:xfrm>
        </p:spPr>
        <p:txBody>
          <a:bodyPr/>
          <a:lstStyle/>
          <a:p>
            <a:pPr algn="ctr"/>
            <a:r>
              <a:rPr lang="en-AU" b="1" dirty="0" smtClean="0"/>
              <a:t>What is Geography?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5" y="1671194"/>
            <a:ext cx="8596668" cy="3880773"/>
          </a:xfrm>
        </p:spPr>
        <p:txBody>
          <a:bodyPr>
            <a:normAutofit/>
          </a:bodyPr>
          <a:lstStyle/>
          <a:p>
            <a:r>
              <a:rPr lang="en-AU" sz="4000" dirty="0" smtClean="0"/>
              <a:t>Geography is the subject that helps us to find answers to questions about the world around us.</a:t>
            </a:r>
          </a:p>
        </p:txBody>
      </p:sp>
    </p:spTree>
    <p:extLst>
      <p:ext uri="{BB962C8B-B14F-4D97-AF65-F5344CB8AC3E}">
        <p14:creationId xmlns:p14="http://schemas.microsoft.com/office/powerpoint/2010/main" val="4087679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 word ‘geography’…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The word ‘geography’ can be divided into two parts, ‘geo’ and ‘</a:t>
            </a:r>
            <a:r>
              <a:rPr lang="en-AU" sz="3200" dirty="0" err="1" smtClean="0"/>
              <a:t>graphy</a:t>
            </a:r>
            <a:r>
              <a:rPr lang="en-AU" sz="3200" dirty="0" smtClean="0"/>
              <a:t>’.</a:t>
            </a:r>
            <a:endParaRPr lang="en-AU" sz="3200" dirty="0"/>
          </a:p>
          <a:p>
            <a:r>
              <a:rPr lang="en-AU" sz="3200" dirty="0" smtClean="0"/>
              <a:t>‘Geo’ comes from the Greek word ‘</a:t>
            </a:r>
            <a:r>
              <a:rPr lang="en-AU" sz="3200" dirty="0" err="1" smtClean="0"/>
              <a:t>ge</a:t>
            </a:r>
            <a:r>
              <a:rPr lang="en-AU" sz="3200" dirty="0" smtClean="0"/>
              <a:t>’, meaning ‘Earth’.</a:t>
            </a:r>
          </a:p>
          <a:p>
            <a:r>
              <a:rPr lang="en-AU" sz="3200" dirty="0" smtClean="0"/>
              <a:t>‘</a:t>
            </a:r>
            <a:r>
              <a:rPr lang="en-AU" sz="3200" dirty="0" err="1" smtClean="0"/>
              <a:t>Graphy</a:t>
            </a:r>
            <a:r>
              <a:rPr lang="en-AU" sz="3200" dirty="0" smtClean="0"/>
              <a:t>’ comes from ‘</a:t>
            </a:r>
            <a:r>
              <a:rPr lang="en-AU" sz="3200" dirty="0" err="1" smtClean="0"/>
              <a:t>graphein</a:t>
            </a:r>
            <a:r>
              <a:rPr lang="en-AU" sz="3200" dirty="0" smtClean="0"/>
              <a:t>’, which means ‘to describe’.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0653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More about geography…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Geography is essentially the temporal (relating to time) and spatial (relating to space) study of people and places in the world.</a:t>
            </a:r>
          </a:p>
          <a:p>
            <a:pPr marL="0" indent="0">
              <a:buNone/>
            </a:pPr>
            <a:endParaRPr lang="en-AU" sz="3200" dirty="0"/>
          </a:p>
          <a:p>
            <a:r>
              <a:rPr lang="en-AU" sz="3200" dirty="0" smtClean="0"/>
              <a:t>Geography can be divided into two main branches:</a:t>
            </a:r>
          </a:p>
          <a:p>
            <a:pPr marL="0" indent="0">
              <a:buNone/>
            </a:pPr>
            <a:r>
              <a:rPr lang="en-AU" sz="3200" dirty="0"/>
              <a:t>	</a:t>
            </a:r>
            <a:r>
              <a:rPr lang="en-AU" sz="3200" dirty="0" smtClean="0"/>
              <a:t>* Physical geography </a:t>
            </a:r>
          </a:p>
          <a:p>
            <a:pPr marL="0" indent="0">
              <a:buNone/>
            </a:pPr>
            <a:r>
              <a:rPr lang="en-AU" sz="3200" dirty="0"/>
              <a:t>	</a:t>
            </a:r>
            <a:r>
              <a:rPr lang="en-AU" sz="3200" dirty="0" smtClean="0"/>
              <a:t>* Human (or cultural) geography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674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69" y="586858"/>
            <a:ext cx="10972800" cy="1143000"/>
          </a:xfrm>
        </p:spPr>
        <p:txBody>
          <a:bodyPr/>
          <a:lstStyle/>
          <a:p>
            <a:r>
              <a:rPr lang="en-AU" b="1" dirty="0" smtClean="0"/>
              <a:t>Physical Geography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612" y="1787269"/>
            <a:ext cx="8596668" cy="3880773"/>
          </a:xfrm>
        </p:spPr>
        <p:txBody>
          <a:bodyPr>
            <a:normAutofit/>
          </a:bodyPr>
          <a:lstStyle/>
          <a:p>
            <a:r>
              <a:rPr lang="en-AU" sz="3200" dirty="0" smtClean="0"/>
              <a:t>Generally classified as an Earth science.</a:t>
            </a:r>
          </a:p>
          <a:p>
            <a:r>
              <a:rPr lang="en-AU" sz="3200" dirty="0" smtClean="0"/>
              <a:t>Studies the physical features and environments of the Earth.</a:t>
            </a:r>
          </a:p>
          <a:p>
            <a:r>
              <a:rPr lang="en-AU" sz="3200" dirty="0" smtClean="0"/>
              <a:t>Examples: Rivers, volcanoes, _________________, _____________________.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18244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Human Geography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20" y="2203977"/>
            <a:ext cx="7835601" cy="3956875"/>
          </a:xfrm>
        </p:spPr>
        <p:txBody>
          <a:bodyPr>
            <a:normAutofit/>
          </a:bodyPr>
          <a:lstStyle/>
          <a:p>
            <a:r>
              <a:rPr lang="en-AU" sz="3200" dirty="0" smtClean="0"/>
              <a:t>Usually referred to as a social science.</a:t>
            </a:r>
          </a:p>
          <a:p>
            <a:r>
              <a:rPr lang="en-AU" sz="3200" dirty="0" smtClean="0"/>
              <a:t>Studies the way that humans interact with and have an impact on each other and the Earth. </a:t>
            </a:r>
          </a:p>
          <a:p>
            <a:r>
              <a:rPr lang="en-AU" sz="3200" dirty="0" smtClean="0"/>
              <a:t>Examples: Study of towns, farms, cities and megacities (a city with a population of over 10 million people).</a:t>
            </a:r>
            <a:endParaRPr lang="en-AU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377" y="4182415"/>
            <a:ext cx="3489759" cy="247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3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15" y="950273"/>
            <a:ext cx="10972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AU" b="1" dirty="0" smtClean="0"/>
              <a:t>Explanation – </a:t>
            </a:r>
            <a:br>
              <a:rPr lang="en-AU" b="1" dirty="0" smtClean="0"/>
            </a:br>
            <a:r>
              <a:rPr lang="en-AU" b="1" dirty="0" smtClean="0"/>
              <a:t>Why do we study Geography?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11326"/>
            <a:ext cx="10972800" cy="438912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Geography helps us to explain how the world looks the way it does, where things are (location/situation) and how they got there (reasons/account for).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35031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b="1" dirty="0" smtClean="0"/>
              <a:t>Importance of Geography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612" y="2064989"/>
            <a:ext cx="8596668" cy="3880773"/>
          </a:xfrm>
        </p:spPr>
        <p:txBody>
          <a:bodyPr>
            <a:normAutofit/>
          </a:bodyPr>
          <a:lstStyle/>
          <a:p>
            <a:r>
              <a:rPr lang="en-AU" sz="3200" dirty="0" smtClean="0"/>
              <a:t>Geography is concerned with the processes that shape the earth’s surface and </a:t>
            </a:r>
          </a:p>
          <a:p>
            <a:pPr marL="0" indent="0">
              <a:buNone/>
            </a:pPr>
            <a:r>
              <a:rPr lang="en-AU" sz="3200" dirty="0" smtClean="0"/>
              <a:t>the way people interact with the environment. </a:t>
            </a:r>
          </a:p>
          <a:p>
            <a:pPr marL="0" indent="0">
              <a:buNone/>
            </a:pPr>
            <a:endParaRPr lang="en-AU" sz="3200" dirty="0"/>
          </a:p>
          <a:p>
            <a:r>
              <a:rPr lang="en-AU" sz="3200" dirty="0" smtClean="0"/>
              <a:t>The study of geography helps us to better understand the world in which we live</a:t>
            </a:r>
            <a:r>
              <a:rPr lang="en-AU" dirty="0" smtClean="0"/>
              <a:t>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153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2"/>
            <a:ext cx="8596668" cy="974501"/>
          </a:xfrm>
        </p:spPr>
        <p:txBody>
          <a:bodyPr/>
          <a:lstStyle/>
          <a:p>
            <a:pPr algn="ctr"/>
            <a:r>
              <a:rPr lang="en-AU" b="1" dirty="0" smtClean="0"/>
              <a:t>What do geographers do?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5" y="1584103"/>
            <a:ext cx="8596668" cy="3880773"/>
          </a:xfrm>
        </p:spPr>
        <p:txBody>
          <a:bodyPr>
            <a:noAutofit/>
          </a:bodyPr>
          <a:lstStyle/>
          <a:p>
            <a:r>
              <a:rPr lang="en-AU" sz="2800" dirty="0" smtClean="0"/>
              <a:t>The role of a geographer is to ask questions about the people and places in the world, plus find answers to these questions.</a:t>
            </a:r>
          </a:p>
          <a:p>
            <a:r>
              <a:rPr lang="en-AU" sz="2800" dirty="0" smtClean="0"/>
              <a:t>Key questions:</a:t>
            </a:r>
          </a:p>
          <a:p>
            <a:pPr>
              <a:buFontTx/>
              <a:buChar char="-"/>
            </a:pPr>
            <a:r>
              <a:rPr lang="en-AU" sz="2800" dirty="0" smtClean="0"/>
              <a:t>Where is it?</a:t>
            </a:r>
          </a:p>
          <a:p>
            <a:pPr>
              <a:buFontTx/>
              <a:buChar char="-"/>
            </a:pPr>
            <a:r>
              <a:rPr lang="en-AU" sz="2800" dirty="0" smtClean="0"/>
              <a:t>How did it get there?</a:t>
            </a:r>
          </a:p>
          <a:p>
            <a:pPr>
              <a:buFontTx/>
              <a:buChar char="-"/>
            </a:pPr>
            <a:r>
              <a:rPr lang="en-AU" sz="2800" dirty="0" smtClean="0"/>
              <a:t>Why is it there?</a:t>
            </a:r>
          </a:p>
          <a:p>
            <a:pPr>
              <a:buFontTx/>
              <a:buChar char="-"/>
            </a:pPr>
            <a:r>
              <a:rPr lang="en-AU" sz="2800" dirty="0" smtClean="0"/>
              <a:t>Has it changed over time? </a:t>
            </a:r>
          </a:p>
          <a:p>
            <a:pPr>
              <a:buFontTx/>
              <a:buChar char="-"/>
            </a:pPr>
            <a:r>
              <a:rPr lang="en-AU" sz="2800" dirty="0" smtClean="0"/>
              <a:t>What is it affecting and how is it being affected?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68365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How do geographers find answers?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166" y="1858928"/>
            <a:ext cx="8596668" cy="3880773"/>
          </a:xfrm>
        </p:spPr>
        <p:txBody>
          <a:bodyPr>
            <a:noAutofit/>
          </a:bodyPr>
          <a:lstStyle/>
          <a:p>
            <a:r>
              <a:rPr lang="en-AU" sz="2800" dirty="0" smtClean="0"/>
              <a:t>Geographers find answers to their questions by collecting </a:t>
            </a:r>
            <a:r>
              <a:rPr lang="en-AU" sz="2800" dirty="0" err="1" smtClean="0"/>
              <a:t>i</a:t>
            </a:r>
            <a:r>
              <a:rPr lang="en-AU" sz="2800" dirty="0" smtClean="0"/>
              <a:t>________________ called d________. </a:t>
            </a:r>
          </a:p>
          <a:p>
            <a:endParaRPr lang="en-AU" sz="2800" dirty="0"/>
          </a:p>
          <a:p>
            <a:r>
              <a:rPr lang="en-AU" sz="2800" dirty="0" smtClean="0"/>
              <a:t>Data can be collected in a number of ways, including observation and questioning.</a:t>
            </a:r>
          </a:p>
          <a:p>
            <a:endParaRPr lang="en-AU" sz="2800" dirty="0"/>
          </a:p>
          <a:p>
            <a:r>
              <a:rPr lang="en-AU" sz="2800" dirty="0" smtClean="0"/>
              <a:t>Geographical data is often collected outdoors, in the natural or physical environment. This kind of study is known as </a:t>
            </a:r>
            <a:r>
              <a:rPr lang="en-AU" sz="2800" i="1" dirty="0" smtClean="0"/>
              <a:t>fieldwork.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260642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2"/>
            <a:ext cx="8596668" cy="961623"/>
          </a:xfrm>
        </p:spPr>
        <p:txBody>
          <a:bodyPr/>
          <a:lstStyle/>
          <a:p>
            <a:r>
              <a:rPr lang="en-AU" b="1" dirty="0" smtClean="0"/>
              <a:t>Tools used in Geography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5" y="1571225"/>
            <a:ext cx="8596668" cy="3880773"/>
          </a:xfrm>
        </p:spPr>
        <p:txBody>
          <a:bodyPr>
            <a:normAutofit fontScale="32500" lnSpcReduction="20000"/>
          </a:bodyPr>
          <a:lstStyle/>
          <a:p>
            <a:r>
              <a:rPr lang="en-AU" sz="8000" dirty="0" smtClean="0"/>
              <a:t>The most common tools include:</a:t>
            </a:r>
          </a:p>
          <a:p>
            <a:pPr>
              <a:buFontTx/>
              <a:buChar char="-"/>
            </a:pPr>
            <a:r>
              <a:rPr lang="en-AU" sz="8000" dirty="0" smtClean="0"/>
              <a:t>Maps</a:t>
            </a:r>
          </a:p>
          <a:p>
            <a:pPr>
              <a:buFontTx/>
              <a:buChar char="-"/>
            </a:pPr>
            <a:r>
              <a:rPr lang="en-AU" sz="8000" dirty="0" smtClean="0"/>
              <a:t>Photographs</a:t>
            </a:r>
          </a:p>
          <a:p>
            <a:pPr>
              <a:buFontTx/>
              <a:buChar char="-"/>
            </a:pPr>
            <a:r>
              <a:rPr lang="en-AU" sz="8000" dirty="0" smtClean="0"/>
              <a:t>Tables</a:t>
            </a:r>
          </a:p>
          <a:p>
            <a:pPr>
              <a:buFontTx/>
              <a:buChar char="-"/>
            </a:pPr>
            <a:r>
              <a:rPr lang="en-AU" sz="8000" dirty="0" smtClean="0"/>
              <a:t>Charts</a:t>
            </a:r>
          </a:p>
          <a:p>
            <a:pPr>
              <a:buFontTx/>
              <a:buChar char="-"/>
            </a:pPr>
            <a:r>
              <a:rPr lang="en-AU" sz="8000" dirty="0" smtClean="0"/>
              <a:t>Graphs (Types: _____________, ___________________, _________________)</a:t>
            </a:r>
          </a:p>
          <a:p>
            <a:pPr>
              <a:buFontTx/>
              <a:buChar char="-"/>
            </a:pPr>
            <a:r>
              <a:rPr lang="en-AU" sz="8000" dirty="0" smtClean="0"/>
              <a:t>Models </a:t>
            </a:r>
          </a:p>
          <a:p>
            <a:pPr>
              <a:buFontTx/>
              <a:buChar char="-"/>
            </a:pPr>
            <a:r>
              <a:rPr lang="en-AU" sz="8000" dirty="0" smtClean="0"/>
              <a:t>Surveys and Questionnaires</a:t>
            </a:r>
          </a:p>
          <a:p>
            <a:pPr marL="0" indent="0">
              <a:buNone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534908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2"/>
            <a:ext cx="8596668" cy="974501"/>
          </a:xfrm>
        </p:spPr>
        <p:txBody>
          <a:bodyPr>
            <a:normAutofit/>
          </a:bodyPr>
          <a:lstStyle/>
          <a:p>
            <a:pPr algn="ctr"/>
            <a:r>
              <a:rPr lang="en-AU" b="1" u="sng" dirty="0" smtClean="0"/>
              <a:t>Brainstorm</a:t>
            </a:r>
            <a:endParaRPr lang="en-AU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058" y="1951149"/>
            <a:ext cx="8596668" cy="4906851"/>
          </a:xfrm>
        </p:spPr>
        <p:txBody>
          <a:bodyPr>
            <a:normAutofit/>
          </a:bodyPr>
          <a:lstStyle/>
          <a:p>
            <a:r>
              <a:rPr lang="en-AU" sz="3600" b="1" dirty="0" smtClean="0"/>
              <a:t>What are some other tools Geographers use to find information about our world? </a:t>
            </a:r>
            <a:endParaRPr lang="en-AU" sz="3600" b="1" dirty="0"/>
          </a:p>
        </p:txBody>
      </p:sp>
    </p:spTree>
    <p:extLst>
      <p:ext uri="{BB962C8B-B14F-4D97-AF65-F5344CB8AC3E}">
        <p14:creationId xmlns:p14="http://schemas.microsoft.com/office/powerpoint/2010/main" val="347048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90</TotalTime>
  <Words>428</Words>
  <Application>Microsoft Office PowerPoint</Application>
  <PresentationFormat>Custom</PresentationFormat>
  <Paragraphs>53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Flow</vt:lpstr>
      <vt:lpstr>Year 8 - GEOGRAPHY</vt:lpstr>
      <vt:lpstr>What is Geography?</vt:lpstr>
      <vt:lpstr>The word ‘geography’…</vt:lpstr>
      <vt:lpstr>More about geography… </vt:lpstr>
      <vt:lpstr>Physical Geography</vt:lpstr>
      <vt:lpstr>Human Geography</vt:lpstr>
      <vt:lpstr>Explanation –  Why do we study Geography?</vt:lpstr>
      <vt:lpstr>Importance of Geography</vt:lpstr>
      <vt:lpstr>What do geographers do?</vt:lpstr>
      <vt:lpstr>How do geographers find answers?</vt:lpstr>
      <vt:lpstr>Tools used in Geography</vt:lpstr>
      <vt:lpstr>Brainstorm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7 - GEOGRAPHY</dc:title>
  <dc:creator>Owner</dc:creator>
  <cp:lastModifiedBy>GOODWIN Nina</cp:lastModifiedBy>
  <cp:revision>11</cp:revision>
  <dcterms:created xsi:type="dcterms:W3CDTF">2017-07-13T22:26:32Z</dcterms:created>
  <dcterms:modified xsi:type="dcterms:W3CDTF">2017-07-21T05:36:00Z</dcterms:modified>
</cp:coreProperties>
</file>