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5" r:id="rId3"/>
    <p:sldId id="262" r:id="rId4"/>
    <p:sldId id="261" r:id="rId5"/>
    <p:sldId id="266" r:id="rId6"/>
    <p:sldId id="264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098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2" cstate="print"/>
          <a:srcRect t="33333"/>
          <a:stretch>
            <a:fillRect/>
          </a:stretch>
        </p:blipFill>
        <p:spPr>
          <a:xfrm>
            <a:off x="0" y="0"/>
            <a:ext cx="9144000" cy="4572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284DD-227D-4E07-90DF-1EAED2FEFEEB}" type="datetimeFigureOut">
              <a:rPr lang="en-AU" smtClean="0"/>
              <a:t>12/02/2018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F7698-A6B6-4B74-A6CD-73B6520DA127}" type="slidenum">
              <a:rPr lang="en-AU" smtClean="0"/>
              <a:t>‹#›</a:t>
            </a:fld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17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007888"/>
            <a:ext cx="7772400" cy="1470025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284DD-227D-4E07-90DF-1EAED2FEFEEB}" type="datetimeFigureOut">
              <a:rPr lang="en-AU" smtClean="0"/>
              <a:t>12/02/2018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F7698-A6B6-4B74-A6CD-73B6520DA127}" type="slidenum">
              <a:rPr lang="en-AU" smtClean="0"/>
              <a:t>‹#›</a:t>
            </a:fld>
            <a:endParaRPr lang="en-AU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79248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62525"/>
            <a:ext cx="7885113" cy="1362075"/>
          </a:xfrm>
        </p:spPr>
        <p:txBody>
          <a:bodyPr anchor="t"/>
          <a:lstStyle>
            <a:lvl1pPr algn="l">
              <a:defRPr sz="3200" b="0" i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462338"/>
            <a:ext cx="7885113" cy="1500187"/>
          </a:xfrm>
        </p:spPr>
        <p:txBody>
          <a:bodyPr anchor="b">
            <a:normAutofit/>
          </a:bodyPr>
          <a:lstStyle>
            <a:lvl1pPr marL="0" indent="0">
              <a:buNone/>
              <a:defRPr sz="170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284DD-227D-4E07-90DF-1EAED2FEFEEB}" type="datetimeFigureOut">
              <a:rPr lang="en-AU" smtClean="0"/>
              <a:t>12/02/2018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F7698-A6B6-4B74-A6CD-73B6520DA127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3733800" cy="4114800"/>
          </a:xfrm>
        </p:spPr>
        <p:txBody>
          <a:bodyPr/>
          <a:lstStyle>
            <a:lvl5pPr>
              <a:defRPr/>
            </a:lvl5pPr>
            <a:lvl6pPr>
              <a:buClr>
                <a:schemeClr val="tx2"/>
              </a:buClr>
              <a:buFont typeface="Arial" pitchFamily="34" charset="0"/>
              <a:buChar char="•"/>
              <a:defRPr/>
            </a:lvl6pPr>
            <a:lvl7pPr>
              <a:buClr>
                <a:schemeClr val="tx2"/>
              </a:buClr>
              <a:buFont typeface="Arial" pitchFamily="34" charset="0"/>
              <a:buChar char="•"/>
              <a:defRPr/>
            </a:lvl7pPr>
            <a:lvl8pPr>
              <a:buClr>
                <a:schemeClr val="tx2"/>
              </a:buClr>
              <a:buFont typeface="Arial" pitchFamily="34" charset="0"/>
              <a:buChar char="•"/>
              <a:defRPr/>
            </a:lvl8pPr>
            <a:lvl9pPr>
              <a:buClr>
                <a:schemeClr val="tx2"/>
              </a:buCl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600200"/>
            <a:ext cx="3733800" cy="41148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284DD-227D-4E07-90DF-1EAED2FEFEEB}" type="datetimeFigureOut">
              <a:rPr lang="en-AU" smtClean="0"/>
              <a:t>12/02/2018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F7698-A6B6-4B74-A6CD-73B6520DA127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284DD-227D-4E07-90DF-1EAED2FEFEEB}" type="datetimeFigureOut">
              <a:rPr lang="en-AU" smtClean="0"/>
              <a:t>12/02/2018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F7698-A6B6-4B74-A6CD-73B6520DA127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284DD-227D-4E07-90DF-1EAED2FEFEEB}" type="datetimeFigureOut">
              <a:rPr lang="en-AU" smtClean="0"/>
              <a:t>12/02/2018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F7698-A6B6-4B74-A6CD-73B6520DA127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284DD-227D-4E07-90DF-1EAED2FEFEEB}" type="datetimeFigureOut">
              <a:rPr lang="en-AU" smtClean="0"/>
              <a:t>12/02/2018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F7698-A6B6-4B74-A6CD-73B6520DA127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962400" y="1447800"/>
            <a:ext cx="4648200" cy="4267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2648" y="2547891"/>
            <a:ext cx="2971800" cy="3167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284DD-227D-4E07-90DF-1EAED2FEFEEB}" type="datetimeFigureOut">
              <a:rPr lang="en-AU" smtClean="0"/>
              <a:t>12/02/2018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F7698-A6B6-4B74-A6CD-73B6520DA127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oriz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657344" y="1447800"/>
            <a:ext cx="3419856" cy="3474720"/>
          </a:xfrm>
          <a:custGeom>
            <a:avLst/>
            <a:gdLst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74450 w 3419856"/>
              <a:gd name="connsiteY9" fmla="*/ 3429000 h 3429000"/>
              <a:gd name="connsiteX10" fmla="*/ 21806 w 3419856"/>
              <a:gd name="connsiteY10" fmla="*/ 3407194 h 3429000"/>
              <a:gd name="connsiteX11" fmla="*/ 0 w 3419856"/>
              <a:gd name="connsiteY11" fmla="*/ 3354550 h 3429000"/>
              <a:gd name="connsiteX12" fmla="*/ 0 w 3419856"/>
              <a:gd name="connsiteY12" fmla="*/ 74450 h 3429000"/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21806 w 3419856"/>
              <a:gd name="connsiteY9" fmla="*/ 3407194 h 3429000"/>
              <a:gd name="connsiteX10" fmla="*/ 0 w 3419856"/>
              <a:gd name="connsiteY10" fmla="*/ 3354550 h 3429000"/>
              <a:gd name="connsiteX11" fmla="*/ 0 w 3419856"/>
              <a:gd name="connsiteY11" fmla="*/ 74450 h 3429000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8026"/>
              <a:gd name="connsiteY0" fmla="*/ 74450 h 3910007"/>
              <a:gd name="connsiteX1" fmla="*/ 21806 w 3968026"/>
              <a:gd name="connsiteY1" fmla="*/ 21806 h 3910007"/>
              <a:gd name="connsiteX2" fmla="*/ 74450 w 3968026"/>
              <a:gd name="connsiteY2" fmla="*/ 0 h 3910007"/>
              <a:gd name="connsiteX3" fmla="*/ 3345406 w 3968026"/>
              <a:gd name="connsiteY3" fmla="*/ 0 h 3910007"/>
              <a:gd name="connsiteX4" fmla="*/ 3398050 w 3968026"/>
              <a:gd name="connsiteY4" fmla="*/ 21806 h 3910007"/>
              <a:gd name="connsiteX5" fmla="*/ 3419856 w 3968026"/>
              <a:gd name="connsiteY5" fmla="*/ 74450 h 3910007"/>
              <a:gd name="connsiteX6" fmla="*/ 3419856 w 3968026"/>
              <a:gd name="connsiteY6" fmla="*/ 3354550 h 3910007"/>
              <a:gd name="connsiteX7" fmla="*/ 3398050 w 3968026"/>
              <a:gd name="connsiteY7" fmla="*/ 3407194 h 3910007"/>
              <a:gd name="connsiteX8" fmla="*/ 0 w 3968026"/>
              <a:gd name="connsiteY8" fmla="*/ 3354550 h 3910007"/>
              <a:gd name="connsiteX9" fmla="*/ 0 w 3968026"/>
              <a:gd name="connsiteY9" fmla="*/ 74450 h 3910007"/>
              <a:gd name="connsiteX0" fmla="*/ 0 w 3419856"/>
              <a:gd name="connsiteY0" fmla="*/ 74450 h 3901233"/>
              <a:gd name="connsiteX1" fmla="*/ 21806 w 3419856"/>
              <a:gd name="connsiteY1" fmla="*/ 21806 h 3901233"/>
              <a:gd name="connsiteX2" fmla="*/ 74450 w 3419856"/>
              <a:gd name="connsiteY2" fmla="*/ 0 h 3901233"/>
              <a:gd name="connsiteX3" fmla="*/ 3345406 w 3419856"/>
              <a:gd name="connsiteY3" fmla="*/ 0 h 3901233"/>
              <a:gd name="connsiteX4" fmla="*/ 3398050 w 3419856"/>
              <a:gd name="connsiteY4" fmla="*/ 21806 h 3901233"/>
              <a:gd name="connsiteX5" fmla="*/ 3419856 w 3419856"/>
              <a:gd name="connsiteY5" fmla="*/ 74450 h 3901233"/>
              <a:gd name="connsiteX6" fmla="*/ 3419856 w 3419856"/>
              <a:gd name="connsiteY6" fmla="*/ 3354550 h 3901233"/>
              <a:gd name="connsiteX7" fmla="*/ 0 w 3419856"/>
              <a:gd name="connsiteY7" fmla="*/ 3354550 h 3901233"/>
              <a:gd name="connsiteX8" fmla="*/ 0 w 3419856"/>
              <a:gd name="connsiteY8" fmla="*/ 74450 h 3901233"/>
              <a:gd name="connsiteX0" fmla="*/ 0 w 3419856"/>
              <a:gd name="connsiteY0" fmla="*/ 74450 h 3354550"/>
              <a:gd name="connsiteX1" fmla="*/ 21806 w 3419856"/>
              <a:gd name="connsiteY1" fmla="*/ 21806 h 3354550"/>
              <a:gd name="connsiteX2" fmla="*/ 74450 w 3419856"/>
              <a:gd name="connsiteY2" fmla="*/ 0 h 3354550"/>
              <a:gd name="connsiteX3" fmla="*/ 3345406 w 3419856"/>
              <a:gd name="connsiteY3" fmla="*/ 0 h 3354550"/>
              <a:gd name="connsiteX4" fmla="*/ 3398050 w 3419856"/>
              <a:gd name="connsiteY4" fmla="*/ 21806 h 3354550"/>
              <a:gd name="connsiteX5" fmla="*/ 3419856 w 3419856"/>
              <a:gd name="connsiteY5" fmla="*/ 74450 h 3354550"/>
              <a:gd name="connsiteX6" fmla="*/ 3419856 w 3419856"/>
              <a:gd name="connsiteY6" fmla="*/ 3354550 h 3354550"/>
              <a:gd name="connsiteX7" fmla="*/ 0 w 3419856"/>
              <a:gd name="connsiteY7" fmla="*/ 3354550 h 3354550"/>
              <a:gd name="connsiteX8" fmla="*/ 0 w 3419856"/>
              <a:gd name="connsiteY8" fmla="*/ 74450 h 33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9856" h="3354550">
                <a:moveTo>
                  <a:pt x="0" y="74450"/>
                </a:moveTo>
                <a:cubicBezTo>
                  <a:pt x="0" y="54705"/>
                  <a:pt x="7844" y="35768"/>
                  <a:pt x="21806" y="21806"/>
                </a:cubicBezTo>
                <a:cubicBezTo>
                  <a:pt x="35768" y="7844"/>
                  <a:pt x="54705" y="0"/>
                  <a:pt x="74450" y="0"/>
                </a:cubicBezTo>
                <a:lnTo>
                  <a:pt x="3345406" y="0"/>
                </a:lnTo>
                <a:cubicBezTo>
                  <a:pt x="3365151" y="0"/>
                  <a:pt x="3384088" y="7844"/>
                  <a:pt x="3398050" y="21806"/>
                </a:cubicBezTo>
                <a:cubicBezTo>
                  <a:pt x="3412012" y="35768"/>
                  <a:pt x="3419856" y="54705"/>
                  <a:pt x="3419856" y="74450"/>
                </a:cubicBezTo>
                <a:lnTo>
                  <a:pt x="3419856" y="3354550"/>
                </a:lnTo>
                <a:lnTo>
                  <a:pt x="0" y="3354550"/>
                </a:lnTo>
                <a:lnTo>
                  <a:pt x="0" y="7445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547890"/>
            <a:ext cx="2971800" cy="2405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284DD-227D-4E07-90DF-1EAED2FEFEEB}" type="datetimeFigureOut">
              <a:rPr lang="en-AU" smtClean="0"/>
              <a:t>12/02/2018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F7698-A6B6-4B74-A6CD-73B6520DA127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284DD-227D-4E07-90DF-1EAED2FEFEEB}" type="datetimeFigureOut">
              <a:rPr lang="en-AU" smtClean="0"/>
              <a:t>12/02/2018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F7698-A6B6-4B74-A6CD-73B6520DA127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284DD-227D-4E07-90DF-1EAED2FEFEEB}" type="datetimeFigureOut">
              <a:rPr lang="en-AU" smtClean="0"/>
              <a:t>12/02/2018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F7698-A6B6-4B74-A6CD-73B6520DA127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7924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15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trike="noStrike" spc="60" baseline="0">
                <a:solidFill>
                  <a:schemeClr val="tx1"/>
                </a:solidFill>
              </a:defRPr>
            </a:lvl1pPr>
          </a:lstStyle>
          <a:p>
            <a:fld id="{628284DD-227D-4E07-90DF-1EAED2FEFEEB}" type="datetimeFigureOut">
              <a:rPr lang="en-AU" smtClean="0"/>
              <a:t>12/02/2018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60" baseline="0"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356350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</a:defRPr>
            </a:lvl1pPr>
          </a:lstStyle>
          <a:p>
            <a:fld id="{9A0F7698-A6B6-4B74-A6CD-73B6520DA127}" type="slidenum">
              <a:rPr lang="en-AU" smtClean="0"/>
              <a:t>‹#›</a:t>
            </a:fld>
            <a:endParaRPr lang="en-A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00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7CnF2cQeymk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w0sWIVR1hXw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AU" sz="3600" smtClean="0"/>
              <a:t>Year 8 </a:t>
            </a:r>
            <a:r>
              <a:rPr lang="en-AU" sz="3600" dirty="0" smtClean="0"/>
              <a:t>Geography</a:t>
            </a:r>
          </a:p>
          <a:p>
            <a:r>
              <a:rPr lang="en-AU" sz="3600" dirty="0"/>
              <a:t>Aboriginal and Torres </a:t>
            </a:r>
            <a:r>
              <a:rPr lang="en-AU" sz="3600" dirty="0" smtClean="0"/>
              <a:t>Strait Islander</a:t>
            </a:r>
            <a:endParaRPr lang="en-AU" sz="360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552" y="404664"/>
            <a:ext cx="7772400" cy="2929233"/>
          </a:xfrm>
        </p:spPr>
        <p:txBody>
          <a:bodyPr/>
          <a:lstStyle/>
          <a:p>
            <a:r>
              <a:rPr lang="en-AU" dirty="0" smtClean="0"/>
              <a:t>Indigenous Relationships with landscape &amp; Landforms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620688"/>
            <a:ext cx="3028950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2758" y="606313"/>
            <a:ext cx="2418643" cy="1555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632" y="620688"/>
            <a:ext cx="2333176" cy="1656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8110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Tropical north </a:t>
            </a:r>
            <a:r>
              <a:rPr lang="en-AU" dirty="0" err="1" smtClean="0"/>
              <a:t>queensland</a:t>
            </a:r>
            <a:r>
              <a:rPr lang="en-AU" dirty="0" smtClean="0"/>
              <a:t> traditional owners clip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AU" dirty="0" smtClean="0"/>
          </a:p>
          <a:p>
            <a:r>
              <a:rPr lang="en-AU" dirty="0">
                <a:hlinkClick r:id="rId2"/>
              </a:rPr>
              <a:t>https://</a:t>
            </a:r>
            <a:r>
              <a:rPr lang="en-AU" dirty="0" smtClean="0">
                <a:hlinkClick r:id="rId2"/>
              </a:rPr>
              <a:t>www.youtube.com/watch?v=7CnF2cQeymk</a:t>
            </a:r>
            <a:endParaRPr lang="en-AU" dirty="0" smtClean="0"/>
          </a:p>
          <a:p>
            <a:r>
              <a:rPr lang="en-AU" dirty="0"/>
              <a:t>The Indigenous people of Tropical North Queensland</a:t>
            </a:r>
          </a:p>
          <a:p>
            <a:r>
              <a:rPr lang="en-AU" dirty="0" smtClean="0"/>
              <a:t>2 minutes</a:t>
            </a:r>
          </a:p>
          <a:p>
            <a:endParaRPr lang="en-AU" dirty="0"/>
          </a:p>
          <a:p>
            <a:r>
              <a:rPr lang="en-AU" dirty="0" smtClean="0"/>
              <a:t>In dot points list the landscapes and landforms you see in the clip</a:t>
            </a:r>
          </a:p>
          <a:p>
            <a:r>
              <a:rPr lang="en-AU" dirty="0" smtClean="0"/>
              <a:t>How </a:t>
            </a:r>
            <a:r>
              <a:rPr lang="en-AU" dirty="0" smtClean="0"/>
              <a:t>does the narrator explain togetherness?</a:t>
            </a:r>
          </a:p>
          <a:p>
            <a:r>
              <a:rPr lang="en-AU" dirty="0" smtClean="0"/>
              <a:t>How does the narrator show thanks?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73154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Relationship of </a:t>
            </a:r>
            <a:r>
              <a:rPr lang="en-AU" dirty="0"/>
              <a:t>Aboriginal and Torres strait islander </a:t>
            </a:r>
            <a:r>
              <a:rPr lang="en-AU" dirty="0" smtClean="0"/>
              <a:t>people with landforms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AU" sz="2400" dirty="0" smtClean="0">
                <a:solidFill>
                  <a:srgbClr val="FFFF00"/>
                </a:solidFill>
              </a:rPr>
              <a:t>What </a:t>
            </a:r>
            <a:r>
              <a:rPr lang="en-AU" sz="2400" dirty="0" smtClean="0">
                <a:solidFill>
                  <a:srgbClr val="FFFF00"/>
                </a:solidFill>
              </a:rPr>
              <a:t>is Dreaming?</a:t>
            </a:r>
          </a:p>
          <a:p>
            <a:pPr marL="0" indent="0">
              <a:buNone/>
            </a:pPr>
            <a:r>
              <a:rPr lang="en-AU" sz="2400" dirty="0" smtClean="0">
                <a:solidFill>
                  <a:srgbClr val="FFFF00"/>
                </a:solidFill>
              </a:rPr>
              <a:t>Dreaming </a:t>
            </a:r>
            <a:r>
              <a:rPr lang="en-AU" sz="2400" dirty="0">
                <a:solidFill>
                  <a:srgbClr val="FFFF00"/>
                </a:solidFill>
              </a:rPr>
              <a:t>is the creation era which extends from the past and in the future.</a:t>
            </a:r>
          </a:p>
          <a:p>
            <a:r>
              <a:rPr lang="en-AU" sz="2400" dirty="0" smtClean="0"/>
              <a:t>Aboriginal people have their own explanations of how landforms and landscapes were created.</a:t>
            </a:r>
          </a:p>
          <a:p>
            <a:r>
              <a:rPr lang="en-AU" sz="2400" dirty="0" smtClean="0"/>
              <a:t>Aboriginal people believe that everything is created by Dreaming.</a:t>
            </a:r>
          </a:p>
          <a:p>
            <a:r>
              <a:rPr lang="en-AU" sz="2400" dirty="0" smtClean="0"/>
              <a:t>The land is sacred to Aboriginal people.</a:t>
            </a:r>
          </a:p>
          <a:p>
            <a:r>
              <a:rPr lang="en-AU" sz="2400" dirty="0" smtClean="0"/>
              <a:t>Dreaming stories are central to sacred Aboriginal beliefs.</a:t>
            </a:r>
          </a:p>
        </p:txBody>
      </p:sp>
    </p:spTree>
    <p:extLst>
      <p:ext uri="{BB962C8B-B14F-4D97-AF65-F5344CB8AC3E}">
        <p14:creationId xmlns:p14="http://schemas.microsoft.com/office/powerpoint/2010/main" val="1988163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dreamtime stories and legends</a:t>
            </a:r>
            <a:br>
              <a:rPr lang="en-AU" dirty="0" smtClean="0"/>
            </a:br>
            <a:r>
              <a:rPr lang="en-AU" dirty="0"/>
              <a:t>Aboriginal and Torres strait islander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AU" sz="2800" dirty="0" smtClean="0"/>
              <a:t>For example – the Dreaming story of </a:t>
            </a:r>
            <a:r>
              <a:rPr lang="en-AU" sz="2800" dirty="0" err="1" smtClean="0"/>
              <a:t>Ngurunderi</a:t>
            </a:r>
            <a:r>
              <a:rPr lang="en-AU" sz="2800" dirty="0" smtClean="0"/>
              <a:t> which is the traditional Dreamtime story of the origin of the part of the Murray River in South Australia. </a:t>
            </a:r>
          </a:p>
          <a:p>
            <a:r>
              <a:rPr lang="en-AU" sz="2000" dirty="0"/>
              <a:t>p</a:t>
            </a:r>
            <a:r>
              <a:rPr lang="en-AU" sz="2000" dirty="0" smtClean="0"/>
              <a:t>. 103 Pearson</a:t>
            </a:r>
          </a:p>
          <a:p>
            <a:endParaRPr lang="en-AU" sz="20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3508688"/>
            <a:ext cx="5832648" cy="3374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4412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Activity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2500" dirty="0" smtClean="0"/>
              <a:t>Read pages 102-103 in your textbook.</a:t>
            </a:r>
          </a:p>
          <a:p>
            <a:pPr marL="0" indent="0">
              <a:buNone/>
            </a:pPr>
            <a:endParaRPr lang="en-AU" sz="2500" dirty="0"/>
          </a:p>
          <a:p>
            <a:pPr marL="0" indent="0">
              <a:buNone/>
            </a:pPr>
            <a:r>
              <a:rPr lang="en-AU" sz="2500" dirty="0" smtClean="0"/>
              <a:t>Write a paragraph explaining what the Dreaming is and its role in Aboriginal and Torres Strait Islander culture.</a:t>
            </a:r>
            <a:endParaRPr lang="en-AU" sz="2500" dirty="0"/>
          </a:p>
        </p:txBody>
      </p:sp>
    </p:spTree>
    <p:extLst>
      <p:ext uri="{BB962C8B-B14F-4D97-AF65-F5344CB8AC3E}">
        <p14:creationId xmlns:p14="http://schemas.microsoft.com/office/powerpoint/2010/main" val="4202977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The Land owns us clip</a:t>
            </a:r>
            <a:br>
              <a:rPr lang="en-AU" dirty="0" smtClean="0"/>
            </a:br>
            <a:r>
              <a:rPr lang="en-AU" dirty="0" smtClean="0"/>
              <a:t>global oneness project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AU" dirty="0" smtClean="0"/>
              <a:t>The Land Owns Us: Uncle Bob Randall</a:t>
            </a:r>
          </a:p>
          <a:p>
            <a:r>
              <a:rPr lang="en-AU" dirty="0">
                <a:hlinkClick r:id="rId2"/>
              </a:rPr>
              <a:t>https://</a:t>
            </a:r>
            <a:r>
              <a:rPr lang="en-AU" dirty="0" smtClean="0">
                <a:hlinkClick r:id="rId2"/>
              </a:rPr>
              <a:t>www.youtube.com/watch?v=w0sWIVR1hXw</a:t>
            </a:r>
            <a:endParaRPr lang="en-AU" dirty="0" smtClean="0"/>
          </a:p>
          <a:p>
            <a:r>
              <a:rPr lang="en-AU" dirty="0" smtClean="0"/>
              <a:t>6 minutes </a:t>
            </a:r>
          </a:p>
          <a:p>
            <a:endParaRPr lang="en-AU" dirty="0" smtClean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83345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orizon">
  <a:themeElements>
    <a:clrScheme name="Horizon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Horizon">
      <a:maj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40000"/>
              </a:schemeClr>
            </a:gs>
            <a:gs pos="31000">
              <a:schemeClr val="phClr">
                <a:tint val="100000"/>
                <a:shade val="90000"/>
                <a:alpha val="100000"/>
              </a:schemeClr>
            </a:gs>
            <a:gs pos="100000">
              <a:schemeClr val="phClr">
                <a:tint val="100000"/>
                <a:shade val="80000"/>
                <a:alpha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80000"/>
              </a:schemeClr>
            </a:gs>
            <a:gs pos="41000">
              <a:schemeClr val="phClr">
                <a:tint val="100000"/>
                <a:shade val="100000"/>
                <a:alpha val="100000"/>
                <a:satMod val="150000"/>
              </a:schemeClr>
            </a:gs>
            <a:gs pos="100000">
              <a:schemeClr val="phClr">
                <a:tint val="100000"/>
                <a:shade val="65000"/>
                <a:alpha val="100000"/>
              </a:schemeClr>
            </a:gs>
          </a:gsLst>
          <a:path path="circle">
            <a:fillToRect l="50000" t="8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Horizon</Template>
  <TotalTime>272</TotalTime>
  <Words>210</Words>
  <Application>Microsoft Office PowerPoint</Application>
  <PresentationFormat>On-screen Show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Horizon</vt:lpstr>
      <vt:lpstr>Indigenous Relationships with landscape &amp; Landforms</vt:lpstr>
      <vt:lpstr>Tropical north queensland traditional owners clip</vt:lpstr>
      <vt:lpstr>Relationship of Aboriginal and Torres strait islander people with landforms</vt:lpstr>
      <vt:lpstr>dreamtime stories and legends Aboriginal and Torres strait islander</vt:lpstr>
      <vt:lpstr>Activity</vt:lpstr>
      <vt:lpstr>The Land owns us clip global oneness project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Indigenous Relationship with Landforms</dc:title>
  <dc:creator>ALLENBY Rebecca</dc:creator>
  <cp:lastModifiedBy>e4097773</cp:lastModifiedBy>
  <cp:revision>20</cp:revision>
  <dcterms:created xsi:type="dcterms:W3CDTF">2017-07-27T05:14:03Z</dcterms:created>
  <dcterms:modified xsi:type="dcterms:W3CDTF">2018-02-12T10:11:20Z</dcterms:modified>
</cp:coreProperties>
</file>