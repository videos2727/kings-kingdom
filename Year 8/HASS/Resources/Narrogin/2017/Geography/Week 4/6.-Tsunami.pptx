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DB1"/>
    <a:srgbClr val="CCFF66"/>
    <a:srgbClr val="4A88D2"/>
    <a:srgbClr val="4181CF"/>
    <a:srgbClr val="586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6912" autoAdjust="0"/>
    <p:restoredTop sz="94660"/>
  </p:normalViewPr>
  <p:slideViewPr>
    <p:cSldViewPr>
      <p:cViewPr>
        <p:scale>
          <a:sx n="70" d="100"/>
          <a:sy n="70" d="100"/>
        </p:scale>
        <p:origin x="-1140" y="-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8724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5332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095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702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7876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416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053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559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339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339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966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46C5B-D9D4-4412-AA58-150CE218C68B}" type="datetimeFigureOut">
              <a:rPr lang="en-GB" smtClean="0"/>
              <a:t>16/04/2015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26E54-403C-46E3-9600-3B3937B7B9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6282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dosomething.org/files/styles/blog_landscape/public/pictures/128411168.jpg?itok=K-asUB2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9180000" cy="69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589240"/>
            <a:ext cx="9144000" cy="819522"/>
          </a:xfrm>
        </p:spPr>
        <p:txBody>
          <a:bodyPr>
            <a:normAutofit fontScale="90000"/>
          </a:bodyPr>
          <a:lstStyle/>
          <a:p>
            <a:r>
              <a:rPr lang="en-GB" sz="6700" dirty="0" smtClean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</a:t>
            </a:r>
            <a:r>
              <a:rPr lang="en-GB" dirty="0" smtClean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Tsunami, wave of destruction</a:t>
            </a:r>
            <a:endParaRPr lang="en-GB" dirty="0">
              <a:solidFill>
                <a:srgbClr val="FFFF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4214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6: Tsunami, wave of destruction</a:t>
            </a:r>
            <a:endParaRPr lang="en-GB" b="1" dirty="0">
              <a:solidFill>
                <a:schemeClr val="accent1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556792"/>
            <a:ext cx="87129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By the end of the lesson you should be able to: </a:t>
            </a:r>
          </a:p>
          <a:p>
            <a:endParaRPr lang="en-GB" sz="2800" b="1" dirty="0">
              <a:latin typeface="Comic Sans MS" panose="030F0702030302020204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Comic Sans MS" panose="030F0702030302020204" pitchFamily="66" charset="0"/>
              </a:rPr>
              <a:t>Define a </a:t>
            </a:r>
            <a:r>
              <a:rPr lang="en-GB" sz="2800" b="1" dirty="0" smtClean="0">
                <a:latin typeface="Comic Sans MS" panose="030F0702030302020204" pitchFamily="66" charset="0"/>
              </a:rPr>
              <a:t>Tsunami</a:t>
            </a:r>
            <a:r>
              <a:rPr lang="en-GB" sz="2800" dirty="0" smtClean="0">
                <a:latin typeface="Comic Sans MS" panose="030F0702030302020204" pitchFamily="66" charset="0"/>
              </a:rPr>
              <a:t> and identify the origins of the word.</a:t>
            </a:r>
          </a:p>
          <a:p>
            <a:endParaRPr lang="en-GB" dirty="0" smtClean="0">
              <a:latin typeface="Comic Sans MS" panose="030F0702030302020204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Comic Sans MS" panose="030F0702030302020204" pitchFamily="66" charset="0"/>
              </a:rPr>
              <a:t>Describe how a Tsunami 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 smtClean="0">
              <a:latin typeface="Comic Sans MS" panose="030F0702030302020204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Comic Sans MS" panose="030F0702030302020204" pitchFamily="66" charset="0"/>
              </a:rPr>
              <a:t>Explain why a Tsunami grows in height as it approaches the shore.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 smtClean="0">
              <a:latin typeface="Comic Sans MS" panose="030F0702030302020204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Comic Sans MS" panose="030F0702030302020204" pitchFamily="66" charset="0"/>
              </a:rPr>
              <a:t>Give examples of the destruction and loss of life caused by 2004 Boxing Day Tsunami.</a:t>
            </a:r>
          </a:p>
        </p:txBody>
      </p:sp>
    </p:spTree>
    <p:extLst>
      <p:ext uri="{BB962C8B-B14F-4D97-AF65-F5344CB8AC3E}">
        <p14:creationId xmlns:p14="http://schemas.microsoft.com/office/powerpoint/2010/main" val="305868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http://rlv.zcache.com/the_great_wave_tsunami_japanese_print-rd690c66921a54c45b92090f26c206284_wvu_8byvr_51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9" t="21810" r="6082" b="20981"/>
          <a:stretch/>
        </p:blipFill>
        <p:spPr bwMode="auto">
          <a:xfrm>
            <a:off x="0" y="0"/>
            <a:ext cx="9144000" cy="686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292080" y="116632"/>
            <a:ext cx="3672408" cy="13234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</a:rPr>
              <a:t>A Tsunami is a series of waves (called a ‘wave train’) made in a body of water by a sudden disturbance.</a:t>
            </a:r>
            <a:endParaRPr lang="en-GB" sz="2000" b="1" dirty="0">
              <a:solidFill>
                <a:schemeClr val="accent6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2125305"/>
            <a:ext cx="3732088" cy="1015663"/>
          </a:xfrm>
          <a:prstGeom prst="rect">
            <a:avLst/>
          </a:prstGeom>
          <a:solidFill>
            <a:srgbClr val="FFFF0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latin typeface="Comic Sans MS" panose="030F0702030302020204" pitchFamily="66" charset="0"/>
              </a:rPr>
              <a:t>The term Tsunami comes from the Japanese language meaning ‘harbour wave’.</a:t>
            </a:r>
            <a:endParaRPr lang="en-GB" sz="2000" b="1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08104" y="2636912"/>
            <a:ext cx="3491880" cy="1323439"/>
          </a:xfrm>
          <a:prstGeom prst="rect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This sudden disturbance pushes a large column of water upwards creating a Tsunami.</a:t>
            </a:r>
            <a:endParaRPr lang="en-GB" sz="20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04" y="6648"/>
            <a:ext cx="4834880" cy="778098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What is a Tsunami?</a:t>
            </a:r>
            <a:endParaRPr lang="en-GB" sz="3600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015" y="5653697"/>
            <a:ext cx="3423873" cy="1015663"/>
          </a:xfrm>
          <a:prstGeom prst="rect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Tsunamis are also called ‘seismic sea waves’ or ‘tidal waves’.</a:t>
            </a:r>
            <a:endParaRPr lang="en-GB" sz="2000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49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562074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How a Tsunami forms</a:t>
            </a:r>
            <a:endParaRPr lang="en-GB" sz="3200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026" name="Picture 2" descr="Before a Seaquak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26"/>
          <a:stretch/>
        </p:blipFill>
        <p:spPr bwMode="auto">
          <a:xfrm>
            <a:off x="0" y="4334494"/>
            <a:ext cx="9144000" cy="25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9513" y="1117193"/>
            <a:ext cx="7920879" cy="1015663"/>
          </a:xfrm>
          <a:prstGeom prst="rect">
            <a:avLst/>
          </a:prstGeom>
          <a:solidFill>
            <a:srgbClr val="4A88D2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On 26</a:t>
            </a:r>
            <a:r>
              <a:rPr lang="en-GB" sz="2000" b="1" baseline="300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th</a:t>
            </a:r>
            <a:r>
              <a:rPr lang="en-GB" sz="20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 December 2004 a Tsunami formed by an underwater earthquake engulfed Indonesia, Sri Lanka, the Seychelles, Thailand and India. This is how the Tsunami formed</a:t>
            </a:r>
            <a:endParaRPr lang="en-GB" sz="20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7544" y="2505090"/>
            <a:ext cx="6480720" cy="707886"/>
          </a:xfrm>
          <a:prstGeom prst="rect">
            <a:avLst/>
          </a:prstGeom>
          <a:solidFill>
            <a:srgbClr val="FF0000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Before the earthquake the Indian-Australian Plate pushes itself under the Eurasian Plate. </a:t>
            </a:r>
            <a:endParaRPr lang="en-GB" sz="4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60032" y="5549170"/>
            <a:ext cx="2520280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latin typeface="Comic Sans MS" panose="030F0702030302020204" pitchFamily="66" charset="0"/>
              </a:rPr>
              <a:t>Eurasian Plate</a:t>
            </a:r>
            <a:endParaRPr lang="en-GB" sz="2000" b="1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7624" y="4869160"/>
            <a:ext cx="2664296" cy="400110"/>
          </a:xfrm>
          <a:prstGeom prst="rect">
            <a:avLst/>
          </a:prstGeom>
          <a:solidFill>
            <a:srgbClr val="4181CF"/>
          </a:solidFill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Indian Ocean</a:t>
            </a:r>
            <a:endParaRPr lang="en-GB" sz="2000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6033482"/>
            <a:ext cx="2592288" cy="7078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omic Sans MS" panose="030F0702030302020204" pitchFamily="66" charset="0"/>
              </a:rPr>
              <a:t>Indian-Australian Plate</a:t>
            </a:r>
            <a:endParaRPr lang="en-GB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211961" y="3502749"/>
            <a:ext cx="3744415" cy="707886"/>
          </a:xfrm>
          <a:prstGeom prst="rect">
            <a:avLst/>
          </a:prstGeom>
          <a:solidFill>
            <a:srgbClr val="FFFF00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The plates get caught and tension develops in the rock</a:t>
            </a:r>
            <a:r>
              <a:rPr lang="en-GB" sz="2000" b="1" dirty="0" smtClean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.</a:t>
            </a:r>
            <a:endParaRPr lang="en-GB" sz="2000" b="1" dirty="0">
              <a:solidFill>
                <a:schemeClr val="accent1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5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GB" sz="3600" b="1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How a Tsunami forms</a:t>
            </a:r>
            <a:endParaRPr lang="en-GB" sz="3600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050" name="Picture 2" descr="During a Seaquak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69"/>
          <a:stretch/>
        </p:blipFill>
        <p:spPr bwMode="auto">
          <a:xfrm>
            <a:off x="13314" y="3384468"/>
            <a:ext cx="9103718" cy="350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87624" y="4509120"/>
            <a:ext cx="2664296" cy="400110"/>
          </a:xfrm>
          <a:prstGeom prst="rect">
            <a:avLst/>
          </a:prstGeom>
          <a:solidFill>
            <a:srgbClr val="4181CF"/>
          </a:solidFill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Indian Ocean</a:t>
            </a:r>
            <a:endParaRPr lang="en-GB" sz="2000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92080" y="5445224"/>
            <a:ext cx="2520280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latin typeface="Comic Sans MS" panose="030F0702030302020204" pitchFamily="66" charset="0"/>
              </a:rPr>
              <a:t>Eurasian Plate</a:t>
            </a:r>
            <a:endParaRPr lang="en-GB" sz="2000" b="1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9512" y="6033482"/>
            <a:ext cx="2592288" cy="7078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omic Sans MS" panose="030F0702030302020204" pitchFamily="66" charset="0"/>
              </a:rPr>
              <a:t>Indian-Australian Plate</a:t>
            </a:r>
            <a:endParaRPr lang="en-GB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79513" y="908720"/>
            <a:ext cx="6768751" cy="707886"/>
          </a:xfrm>
          <a:prstGeom prst="rect">
            <a:avLst/>
          </a:prstGeom>
          <a:solidFill>
            <a:srgbClr val="4A88D2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  <a:latin typeface="Comic Sans MS" panose="030F0702030302020204" pitchFamily="66" charset="0"/>
              </a:rPr>
              <a:t>During the earthquake the enormous tension at the edge of the Eurasian Plate becomes too great.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7704" y="1844824"/>
            <a:ext cx="5256584" cy="707886"/>
          </a:xfrm>
          <a:prstGeom prst="rect">
            <a:avLst/>
          </a:prstGeom>
          <a:solidFill>
            <a:srgbClr val="FF0000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FF00"/>
                </a:solidFill>
                <a:latin typeface="Comic Sans MS" panose="030F0702030302020204" pitchFamily="66" charset="0"/>
              </a:rPr>
              <a:t>The edge of the plate comes loose and shoots back to its’ starting position.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5816" y="2852936"/>
            <a:ext cx="5976664" cy="646331"/>
          </a:xfrm>
          <a:prstGeom prst="rect">
            <a:avLst/>
          </a:prstGeom>
          <a:solidFill>
            <a:srgbClr val="FFFF00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</a:rPr>
              <a:t>The built up tensions suddenly release in an abrupt movement which can be felt as an earthquake</a:t>
            </a:r>
            <a:r>
              <a:rPr lang="en-GB" b="1" dirty="0" smtClean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</a:rPr>
              <a:t>.</a:t>
            </a:r>
            <a:endParaRPr lang="en-GB" b="1" dirty="0">
              <a:solidFill>
                <a:schemeClr val="accent6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14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48072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How a Tsunami forms</a:t>
            </a:r>
            <a:endParaRPr lang="en-GB" sz="3600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pic>
        <p:nvPicPr>
          <p:cNvPr id="3074" name="Picture 2" descr="After a Seaquak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16"/>
          <a:stretch/>
        </p:blipFill>
        <p:spPr bwMode="auto">
          <a:xfrm>
            <a:off x="22870" y="3336966"/>
            <a:ext cx="9085634" cy="354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8841" y="980728"/>
            <a:ext cx="4371191" cy="707886"/>
          </a:xfrm>
          <a:prstGeom prst="rect">
            <a:avLst/>
          </a:prstGeom>
          <a:solidFill>
            <a:srgbClr val="4A88D2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After an earthquake the sea bed can move several metres up.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7624" y="4685074"/>
            <a:ext cx="2664296" cy="400110"/>
          </a:xfrm>
          <a:prstGeom prst="rect">
            <a:avLst/>
          </a:prstGeom>
          <a:solidFill>
            <a:srgbClr val="4181CF"/>
          </a:solidFill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Indian Ocean</a:t>
            </a:r>
            <a:endParaRPr lang="en-GB" sz="2000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120" y="5445224"/>
            <a:ext cx="2520280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latin typeface="Comic Sans MS" panose="030F0702030302020204" pitchFamily="66" charset="0"/>
              </a:rPr>
              <a:t>Eurasian Plate</a:t>
            </a:r>
            <a:endParaRPr lang="en-GB" sz="2000" b="1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6033482"/>
            <a:ext cx="2592288" cy="7078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omic Sans MS" panose="030F0702030302020204" pitchFamily="66" charset="0"/>
              </a:rPr>
              <a:t>Indian-Australian Plate</a:t>
            </a:r>
            <a:endParaRPr lang="en-GB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2549463" y="1916832"/>
            <a:ext cx="4032448" cy="646331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The </a:t>
            </a:r>
            <a:r>
              <a:rPr lang="en-GB" b="1" dirty="0">
                <a:solidFill>
                  <a:srgbClr val="FFFF00"/>
                </a:solidFill>
                <a:latin typeface="Comic Sans MS" panose="030F0702030302020204" pitchFamily="66" charset="0"/>
              </a:rPr>
              <a:t>water above the plate’s edge is displaced in a short time</a:t>
            </a:r>
            <a:r>
              <a:rPr lang="en-GB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.</a:t>
            </a:r>
            <a:endParaRPr lang="en-GB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95936" y="2852936"/>
            <a:ext cx="4032448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4181CF"/>
                </a:solidFill>
                <a:latin typeface="Comic Sans MS" panose="030F0702030302020204" pitchFamily="66" charset="0"/>
              </a:rPr>
              <a:t>The Tsunami that forms, spreads out in a circular movement</a:t>
            </a:r>
            <a:endParaRPr lang="en-GB" dirty="0">
              <a:solidFill>
                <a:srgbClr val="4181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6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://www.bousai-hokkaido.jp/BousaiPublic/html/common/images/koudou_jishin11_en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13"/>
          <a:stretch/>
        </p:blipFill>
        <p:spPr bwMode="auto">
          <a:xfrm>
            <a:off x="-30112" y="620688"/>
            <a:ext cx="9174111" cy="423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017" y="116632"/>
            <a:ext cx="7956375" cy="1026368"/>
          </a:xfrm>
        </p:spPr>
        <p:txBody>
          <a:bodyPr>
            <a:noAutofit/>
          </a:bodyPr>
          <a:lstStyle/>
          <a:p>
            <a:pPr algn="l"/>
            <a:r>
              <a:rPr lang="en-GB" sz="2800" b="1" dirty="0" smtClean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Why did the Tsunami grow in height as it approached the shore?</a:t>
            </a:r>
            <a:endParaRPr lang="en-GB" sz="2800" b="1" dirty="0">
              <a:solidFill>
                <a:schemeClr val="accent1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7186" y="4657595"/>
            <a:ext cx="9161186" cy="222778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O</a:t>
            </a:r>
            <a:r>
              <a:rPr lang="en-GB" sz="20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ut in the ocean where the Tsunami formed, the water was </a:t>
            </a: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d</a:t>
            </a:r>
            <a:r>
              <a:rPr lang="en-GB" sz="20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eep.</a:t>
            </a: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GB" sz="20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In deep water the Tsunami ran fast but the wave was small. </a:t>
            </a: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The front of the wave slows down as it approaches the </a:t>
            </a:r>
            <a:r>
              <a:rPr lang="en-GB" sz="20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shore.</a:t>
            </a: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GB" sz="20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The </a:t>
            </a: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back of the wave </a:t>
            </a:r>
            <a:r>
              <a:rPr lang="en-GB" sz="20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still goes </a:t>
            </a: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its original </a:t>
            </a:r>
            <a:r>
              <a:rPr lang="en-GB" sz="20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speed</a:t>
            </a:r>
          </a:p>
          <a:p>
            <a:pPr marL="342900" indent="-342900">
              <a:lnSpc>
                <a:spcPts val="3400"/>
              </a:lnSpc>
              <a:buFont typeface="Arial" panose="020B0604020202020204" pitchFamily="34" charset="0"/>
              <a:buChar char="•"/>
            </a:pPr>
            <a:r>
              <a:rPr lang="en-GB" sz="20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So </a:t>
            </a: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the wave builds in </a:t>
            </a:r>
            <a:r>
              <a:rPr lang="en-GB" sz="20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size</a:t>
            </a: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en-GB" sz="20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until it hits the shore.</a:t>
            </a:r>
            <a:endParaRPr lang="en-GB" sz="20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01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Map of affected are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491"/>
            <a:ext cx="9080500" cy="685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12160" y="44624"/>
            <a:ext cx="3096344" cy="83099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 smtClean="0">
                <a:latin typeface="Comic Sans MS" panose="030F0702030302020204" pitchFamily="66" charset="0"/>
              </a:rPr>
              <a:t>The Tsunami was caused by an earthquake,  just off the west coast of Sumatra</a:t>
            </a:r>
            <a:endParaRPr lang="en-GB" sz="1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79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7024" y="188640"/>
            <a:ext cx="5755456" cy="1015663"/>
          </a:xfrm>
          <a:prstGeom prst="rect">
            <a:avLst/>
          </a:prstGeom>
          <a:solidFill>
            <a:srgbClr val="FFFF00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By the end of the day of the 2004 Indian Ocean tsunami, it had already killed 150,000 people. The final death toll was 283,000.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37024" y="1456908"/>
            <a:ext cx="5755456" cy="1015663"/>
          </a:xfrm>
          <a:prstGeom prst="rect">
            <a:avLst/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FF00"/>
                </a:solidFill>
                <a:latin typeface="Comic Sans MS" panose="030F0702030302020204" pitchFamily="66" charset="0"/>
              </a:rPr>
              <a:t>The Indian Ocean tsunami travelled </a:t>
            </a:r>
            <a:r>
              <a:rPr lang="en-GB" sz="20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3,000 </a:t>
            </a:r>
            <a:r>
              <a:rPr lang="en-GB" sz="2000" dirty="0">
                <a:solidFill>
                  <a:srgbClr val="FFFF00"/>
                </a:solidFill>
                <a:latin typeface="Comic Sans MS" panose="030F0702030302020204" pitchFamily="66" charset="0"/>
              </a:rPr>
              <a:t>miles to Africa and still arrived with sufficient force to kill people and destroy property.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5016" y="2841903"/>
            <a:ext cx="5755456" cy="101566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Many people in </a:t>
            </a:r>
            <a:r>
              <a:rPr lang="en-GB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Indonesia </a:t>
            </a:r>
            <a:r>
              <a:rPr lang="en-GB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saw animals fleeing </a:t>
            </a:r>
            <a:r>
              <a:rPr lang="en-GB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to </a:t>
            </a:r>
            <a:r>
              <a:rPr lang="en-GB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high ground minutes before the tsunami </a:t>
            </a:r>
            <a:r>
              <a:rPr lang="en-GB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hit. </a:t>
            </a:r>
            <a:r>
              <a:rPr lang="en-GB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V</a:t>
            </a:r>
            <a:r>
              <a:rPr lang="en-GB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ery </a:t>
            </a:r>
            <a:r>
              <a:rPr lang="en-GB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few animal bodies were found afterward.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512" y="4244895"/>
            <a:ext cx="4623528" cy="1323439"/>
          </a:xfrm>
          <a:prstGeom prst="rect">
            <a:avLst/>
          </a:prstGeom>
          <a:solidFill>
            <a:srgbClr val="92D050"/>
          </a:solidFill>
          <a:ln w="3810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omic Sans MS" panose="030F0702030302020204" pitchFamily="66" charset="0"/>
              </a:rPr>
              <a:t>The risk of famine and </a:t>
            </a:r>
            <a:r>
              <a:rPr lang="en-GB" sz="2000" dirty="0" smtClean="0">
                <a:latin typeface="Comic Sans MS" panose="030F0702030302020204" pitchFamily="66" charset="0"/>
              </a:rPr>
              <a:t>disease was high </a:t>
            </a:r>
            <a:r>
              <a:rPr lang="en-GB" sz="2000" dirty="0">
                <a:latin typeface="Comic Sans MS" panose="030F0702030302020204" pitchFamily="66" charset="0"/>
              </a:rPr>
              <a:t>following the tsunami – bodies rotting in the tropical </a:t>
            </a:r>
            <a:r>
              <a:rPr lang="en-GB" sz="2000" dirty="0" smtClean="0">
                <a:latin typeface="Comic Sans MS" panose="030F0702030302020204" pitchFamily="66" charset="0"/>
              </a:rPr>
              <a:t>heat, </a:t>
            </a:r>
            <a:r>
              <a:rPr lang="en-GB" sz="2000" dirty="0">
                <a:latin typeface="Comic Sans MS" panose="030F0702030302020204" pitchFamily="66" charset="0"/>
              </a:rPr>
              <a:t>contaminated food and </a:t>
            </a:r>
            <a:r>
              <a:rPr lang="en-GB" sz="2000" dirty="0" smtClean="0">
                <a:latin typeface="Comic Sans MS" panose="030F0702030302020204" pitchFamily="66" charset="0"/>
              </a:rPr>
              <a:t>water.</a:t>
            </a:r>
            <a:endParaRPr lang="en-GB" sz="2000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5734997"/>
            <a:ext cx="4623528" cy="70788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1.7 million </a:t>
            </a:r>
            <a:r>
              <a:rPr lang="en-GB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people displaced (had their homes destroyed) by the Tsunami. </a:t>
            </a:r>
            <a:endParaRPr lang="en-GB" sz="20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075" name="Picture 3" descr="http://www.coolgeography.co.uk/GCSE/AQA/Restless%20Earth/Tsunamis/asunami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80" y="161489"/>
            <a:ext cx="2651636" cy="3915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news.bbcimg.co.uk/media/images/72979000/jpg/_72979856_5190315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709" y="4077073"/>
            <a:ext cx="4076779" cy="229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46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7" name="Picture 3" descr="http://www.coolgeography.co.uk/GCSE/AQA/Restless%20Earth/Tsunamis/tsunami_relief_map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1" y="0"/>
            <a:ext cx="9088163" cy="681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13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GB" sz="3200" b="1" dirty="0" smtClean="0">
                <a:latin typeface="Comic Sans MS" panose="030F0702030302020204" pitchFamily="66" charset="0"/>
              </a:rPr>
              <a:t>Show what you have learned</a:t>
            </a:r>
            <a:endParaRPr lang="en-GB" sz="3200" b="1" dirty="0"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5965" y="1484784"/>
            <a:ext cx="83529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Comic Sans MS" panose="030F0702030302020204" pitchFamily="66" charset="0"/>
              </a:rPr>
              <a:t>1. Explore what the word </a:t>
            </a:r>
            <a:r>
              <a:rPr lang="en-GB" sz="2400" b="1" dirty="0" smtClean="0">
                <a:latin typeface="Comic Sans MS" panose="030F0702030302020204" pitchFamily="66" charset="0"/>
              </a:rPr>
              <a:t>Tsunami </a:t>
            </a:r>
            <a:r>
              <a:rPr lang="en-GB" sz="2400" dirty="0" smtClean="0">
                <a:latin typeface="Comic Sans MS" panose="030F0702030302020204" pitchFamily="66" charset="0"/>
              </a:rPr>
              <a:t>means and find out which country it originated from.</a:t>
            </a:r>
          </a:p>
          <a:p>
            <a:endParaRPr lang="en-GB" sz="2400" dirty="0" smtClean="0">
              <a:latin typeface="Comic Sans MS" panose="030F0702030302020204" pitchFamily="66" charset="0"/>
            </a:endParaRPr>
          </a:p>
          <a:p>
            <a:r>
              <a:rPr lang="en-GB" sz="2400" dirty="0" smtClean="0">
                <a:latin typeface="Comic Sans MS" panose="030F0702030302020204" pitchFamily="66" charset="0"/>
              </a:rPr>
              <a:t>2. Draw a series of diagrams to describe </a:t>
            </a:r>
            <a:r>
              <a:rPr lang="en-GB" sz="2400" dirty="0">
                <a:latin typeface="Comic Sans MS" panose="030F0702030302020204" pitchFamily="66" charset="0"/>
              </a:rPr>
              <a:t>how a Tsunami 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 smtClean="0">
                <a:latin typeface="Comic Sans MS" panose="030F0702030302020204" pitchFamily="66" charset="0"/>
              </a:rPr>
              <a:t>3. Explain </a:t>
            </a:r>
            <a:r>
              <a:rPr lang="en-GB" sz="2400" dirty="0">
                <a:latin typeface="Comic Sans MS" panose="030F0702030302020204" pitchFamily="66" charset="0"/>
              </a:rPr>
              <a:t>why a Tsunami grows in height as it approaches the shore.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 smtClean="0">
                <a:latin typeface="Comic Sans MS" panose="030F0702030302020204" pitchFamily="66" charset="0"/>
              </a:rPr>
              <a:t>4. Describe </a:t>
            </a:r>
            <a:r>
              <a:rPr lang="en-GB" sz="2400" dirty="0">
                <a:latin typeface="Comic Sans MS" panose="030F0702030302020204" pitchFamily="66" charset="0"/>
              </a:rPr>
              <a:t>the destruction </a:t>
            </a:r>
            <a:r>
              <a:rPr lang="en-GB" sz="2400" dirty="0" smtClean="0">
                <a:latin typeface="Comic Sans MS" panose="030F0702030302020204" pitchFamily="66" charset="0"/>
              </a:rPr>
              <a:t>caused by the 2004 Boxing Day Tsunami and list the loss </a:t>
            </a:r>
            <a:r>
              <a:rPr lang="en-GB" sz="2400" dirty="0">
                <a:latin typeface="Comic Sans MS" panose="030F0702030302020204" pitchFamily="66" charset="0"/>
              </a:rPr>
              <a:t>of life </a:t>
            </a:r>
            <a:r>
              <a:rPr lang="en-GB" sz="2400" dirty="0" smtClean="0">
                <a:latin typeface="Comic Sans MS" panose="030F0702030302020204" pitchFamily="66" charset="0"/>
              </a:rPr>
              <a:t>in each country affected by the disaster.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75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592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6. Tsunami, wave of destruction</vt:lpstr>
      <vt:lpstr>6: Tsunami, wave of destruction</vt:lpstr>
      <vt:lpstr>What is a Tsunami?</vt:lpstr>
      <vt:lpstr>How a Tsunami forms</vt:lpstr>
      <vt:lpstr>How a Tsunami forms</vt:lpstr>
      <vt:lpstr>How a Tsunami forms</vt:lpstr>
      <vt:lpstr>Why did the Tsunami grow in height as it approached the shore?</vt:lpstr>
      <vt:lpstr>PowerPoint Presentation</vt:lpstr>
      <vt:lpstr>PowerPoint Presentation</vt:lpstr>
      <vt:lpstr>PowerPoint Presentation</vt:lpstr>
      <vt:lpstr>Show what you have learned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Tsunami, wave of destruction</dc:title>
  <dc:creator>EOTAS User</dc:creator>
  <cp:lastModifiedBy>user</cp:lastModifiedBy>
  <cp:revision>47</cp:revision>
  <dcterms:created xsi:type="dcterms:W3CDTF">2014-03-02T10:16:35Z</dcterms:created>
  <dcterms:modified xsi:type="dcterms:W3CDTF">2015-04-16T16:20:06Z</dcterms:modified>
</cp:coreProperties>
</file>