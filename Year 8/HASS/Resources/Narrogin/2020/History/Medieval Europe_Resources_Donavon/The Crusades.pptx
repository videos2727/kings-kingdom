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6872D5B-DA08-45F5-8F00-E939BFAE96BE}">
  <a:tblStyle styleId="{36872D5B-DA08-45F5-8F00-E939BFAE96BE}" styleName="Table_0">
    <a:wholeTbl>
      <a:tcStyle>
        <a:tcBdr>
          <a:left>
            <a:ln w="9525" cap="flat">
              <a:solidFill>
                <a:srgbClr val="000000"/>
              </a:solidFill>
              <a:prstDash val="solid"/>
              <a:round/>
              <a:headEnd type="none" w="med" len="med"/>
              <a:tailEnd type="none" w="med" len="med"/>
            </a:ln>
          </a:left>
          <a:right>
            <a:ln w="9525" cap="flat">
              <a:solidFill>
                <a:srgbClr val="000000"/>
              </a:solidFill>
              <a:prstDash val="solid"/>
              <a:round/>
              <a:headEnd type="none" w="med" len="med"/>
              <a:tailEnd type="none" w="med" len="med"/>
            </a:ln>
          </a:right>
          <a:top>
            <a:ln w="9525" cap="flat">
              <a:solidFill>
                <a:srgbClr val="000000"/>
              </a:solidFill>
              <a:prstDash val="solid"/>
              <a:round/>
              <a:headEnd type="none" w="med" len="med"/>
              <a:tailEnd type="none" w="med" len="med"/>
            </a:ln>
          </a:top>
          <a:bottom>
            <a:ln w="9525" cap="flat">
              <a:solidFill>
                <a:srgbClr val="000000"/>
              </a:solidFill>
              <a:prstDash val="solid"/>
              <a:round/>
              <a:headEnd type="none" w="med" len="med"/>
              <a:tailEnd type="none" w="med" len="med"/>
            </a:ln>
          </a:bottom>
          <a:insideH>
            <a:ln w="9525" cap="flat">
              <a:solidFill>
                <a:srgbClr val="000000"/>
              </a:solidFill>
              <a:prstDash val="solid"/>
              <a:round/>
              <a:headEnd type="none" w="med" len="med"/>
              <a:tailEnd type="none" w="med" len="med"/>
            </a:ln>
          </a:insideH>
          <a:insideV>
            <a:ln w="9525" cap="flat">
              <a:solidFill>
                <a:srgbClr val="000000"/>
              </a:solidFill>
              <a:prstDash val="solid"/>
              <a:round/>
              <a:headEnd type="none" w="med" len="med"/>
              <a:tailEnd type="none" w="med" len="med"/>
            </a:ln>
          </a:insideV>
        </a:tcBdr>
      </a:tcStyle>
    </a:wholeTbl>
  </a:tblStyle>
  <a:tblStyle styleId="{54C8E560-396C-4F3F-A5F4-85180B24EF91}" styleName="Table_1">
    <a:wholeTbl>
      <a:tcStyle>
        <a:tcBdr>
          <a:left>
            <a:ln w="9525" cap="flat">
              <a:solidFill>
                <a:srgbClr val="000000"/>
              </a:solidFill>
              <a:prstDash val="solid"/>
              <a:round/>
              <a:headEnd type="none" w="med" len="med"/>
              <a:tailEnd type="none" w="med" len="med"/>
            </a:ln>
          </a:left>
          <a:right>
            <a:ln w="9525" cap="flat">
              <a:solidFill>
                <a:srgbClr val="000000"/>
              </a:solidFill>
              <a:prstDash val="solid"/>
              <a:round/>
              <a:headEnd type="none" w="med" len="med"/>
              <a:tailEnd type="none" w="med" len="med"/>
            </a:ln>
          </a:right>
          <a:top>
            <a:ln w="9525" cap="flat">
              <a:solidFill>
                <a:srgbClr val="000000"/>
              </a:solidFill>
              <a:prstDash val="solid"/>
              <a:round/>
              <a:headEnd type="none" w="med" len="med"/>
              <a:tailEnd type="none" w="med" len="med"/>
            </a:ln>
          </a:top>
          <a:bottom>
            <a:ln w="9525" cap="flat">
              <a:solidFill>
                <a:srgbClr val="000000"/>
              </a:solidFill>
              <a:prstDash val="solid"/>
              <a:round/>
              <a:headEnd type="none" w="med" len="med"/>
              <a:tailEnd type="none" w="med" len="med"/>
            </a:ln>
          </a:bottom>
          <a:insideH>
            <a:ln w="9525" cap="flat">
              <a:solidFill>
                <a:srgbClr val="000000"/>
              </a:solidFill>
              <a:prstDash val="solid"/>
              <a:round/>
              <a:headEnd type="none" w="med" len="med"/>
              <a:tailEnd type="none" w="med" len="med"/>
            </a:ln>
          </a:insideH>
          <a:insideV>
            <a:ln w="9525" cap="flat">
              <a:solidFill>
                <a:srgbClr val="000000"/>
              </a:solidFill>
              <a:prstDash val="solid"/>
              <a:round/>
              <a:headEnd type="none" w="med" len="med"/>
              <a:tailEnd type="none" w="med" len="med"/>
            </a:ln>
          </a:insideV>
        </a:tcBdr>
      </a:tcStyle>
    </a:wholeTbl>
  </a:tblStyle>
  <a:tblStyle styleId="{7122E25A-048B-456F-B003-84DCF7965722}" styleName="Table_2"/>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8"/>
  </p:normalViewPr>
  <p:slideViewPr>
    <p:cSldViewPr snapToGrid="0" snapToObjects="1">
      <p:cViewPr varScale="1">
        <p:scale>
          <a:sx n="135" d="100"/>
          <a:sy n="135" d="100"/>
        </p:scale>
        <p:origin x="864" y="16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Shape 102"/>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03" name="Shape 10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10" name="Shape 11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Shape 11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17" name="Shape 11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27" name="Shape 1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Shape 132"/>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33" name="Shape 13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Shape 138"/>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39" name="Shape 13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Shape 144"/>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45" name="Shape 14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54" name="Shape 15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Shape 163"/>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64" name="Shape 16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Shape 182"/>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83" name="Shape 18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Shape 190"/>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91" name="Shape 19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Shape 198"/>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99" name="Shape 19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Shape 207"/>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208" name="Shape 20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Shape 213"/>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214" name="Shape 21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Shape 220"/>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221" name="Shape 22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Shape 228"/>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229" name="Shape 22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60"/>
        <p:cNvGrpSpPr/>
        <p:nvPr/>
      </p:nvGrpSpPr>
      <p:grpSpPr>
        <a:xfrm>
          <a:off x="0" y="0"/>
          <a:ext cx="0" cy="0"/>
          <a:chOff x="0" y="0"/>
          <a:chExt cx="0" cy="0"/>
        </a:xfrm>
      </p:grpSpPr>
      <p:grpSp>
        <p:nvGrpSpPr>
          <p:cNvPr id="61" name="Shape 61"/>
          <p:cNvGrpSpPr/>
          <p:nvPr/>
        </p:nvGrpSpPr>
        <p:grpSpPr>
          <a:xfrm>
            <a:off x="-11" y="1000670"/>
            <a:ext cx="7314320" cy="3087224"/>
            <a:chOff x="-11" y="1378676"/>
            <a:chExt cx="7314320" cy="4116299"/>
          </a:xfrm>
        </p:grpSpPr>
        <p:sp>
          <p:nvSpPr>
            <p:cNvPr id="62" name="Shape 62"/>
            <p:cNvSpPr/>
            <p:nvPr/>
          </p:nvSpPr>
          <p:spPr>
            <a:xfrm flipH="1">
              <a:off x="-11" y="1378676"/>
              <a:ext cx="187800" cy="4116299"/>
            </a:xfrm>
            <a:prstGeom prst="rect">
              <a:avLst/>
            </a:prstGeom>
            <a:solidFill>
              <a:schemeClr val="accent2"/>
            </a:solidFill>
            <a:ln>
              <a:noFill/>
            </a:ln>
          </p:spPr>
          <p:txBody>
            <a:bodyPr lIns="91425" tIns="45700" rIns="91425" bIns="45700" anchor="ctr" anchorCtr="0">
              <a:noAutofit/>
            </a:bodyPr>
            <a:lstStyle/>
            <a:p>
              <a:pPr>
                <a:spcBef>
                  <a:spcPts val="0"/>
                </a:spcBef>
                <a:buNone/>
              </a:pPr>
              <a:endParaRPr/>
            </a:p>
          </p:txBody>
        </p:sp>
        <p:sp>
          <p:nvSpPr>
            <p:cNvPr id="63" name="Shape 63"/>
            <p:cNvSpPr/>
            <p:nvPr/>
          </p:nvSpPr>
          <p:spPr>
            <a:xfrm flipH="1">
              <a:off x="187809" y="1378676"/>
              <a:ext cx="7126499" cy="4116299"/>
            </a:xfrm>
            <a:prstGeom prst="rect">
              <a:avLst/>
            </a:prstGeom>
            <a:solidFill>
              <a:srgbClr val="0F243E"/>
            </a:solidFill>
            <a:ln>
              <a:noFill/>
            </a:ln>
          </p:spPr>
          <p:txBody>
            <a:bodyPr lIns="91425" tIns="45700" rIns="91425" bIns="45700" anchor="ctr" anchorCtr="0">
              <a:noAutofit/>
            </a:bodyPr>
            <a:lstStyle/>
            <a:p>
              <a:pPr>
                <a:spcBef>
                  <a:spcPts val="0"/>
                </a:spcBef>
                <a:buNone/>
              </a:pPr>
              <a:endParaRPr/>
            </a:p>
          </p:txBody>
        </p:sp>
      </p:grpSp>
      <p:sp>
        <p:nvSpPr>
          <p:cNvPr id="64" name="Shape 64"/>
          <p:cNvSpPr txBox="1">
            <a:spLocks noGrp="1"/>
          </p:cNvSpPr>
          <p:nvPr>
            <p:ph type="ctrTitle"/>
          </p:nvPr>
        </p:nvSpPr>
        <p:spPr>
          <a:xfrm>
            <a:off x="685800" y="1699932"/>
            <a:ext cx="6400799" cy="1000499"/>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65" name="Shape 65"/>
          <p:cNvSpPr txBox="1">
            <a:spLocks noGrp="1"/>
          </p:cNvSpPr>
          <p:nvPr>
            <p:ph type="subTitle" idx="1"/>
          </p:nvPr>
        </p:nvSpPr>
        <p:spPr>
          <a:xfrm>
            <a:off x="685800" y="2700338"/>
            <a:ext cx="6400799" cy="675299"/>
          </a:xfrm>
          <a:prstGeom prst="rect">
            <a:avLst/>
          </a:prstGeom>
        </p:spPr>
        <p:txBody>
          <a:bodyPr lIns="91425" tIns="91425" rIns="91425" bIns="91425" anchor="t" anchorCtr="0"/>
          <a:lstStyle>
            <a:lvl1pPr>
              <a:spcBef>
                <a:spcPts val="0"/>
              </a:spcBef>
              <a:buClr>
                <a:schemeClr val="lt1"/>
              </a:buClr>
              <a:buSzPct val="100000"/>
              <a:buNone/>
              <a:defRPr sz="2400">
                <a:solidFill>
                  <a:schemeClr val="lt1"/>
                </a:solidFill>
              </a:defRPr>
            </a:lvl1pPr>
            <a:lvl2pPr>
              <a:spcBef>
                <a:spcPts val="0"/>
              </a:spcBef>
              <a:buClr>
                <a:schemeClr val="lt1"/>
              </a:buClr>
              <a:buSzPct val="100000"/>
              <a:buNone/>
              <a:defRPr sz="2400">
                <a:solidFill>
                  <a:schemeClr val="lt1"/>
                </a:solidFill>
              </a:defRPr>
            </a:lvl2pPr>
            <a:lvl3pPr>
              <a:spcBef>
                <a:spcPts val="0"/>
              </a:spcBef>
              <a:buClr>
                <a:schemeClr val="lt1"/>
              </a:buClr>
              <a:buSzPct val="100000"/>
              <a:buNone/>
              <a:defRPr sz="2400">
                <a:solidFill>
                  <a:schemeClr val="lt1"/>
                </a:solidFill>
              </a:defRPr>
            </a:lvl3pPr>
            <a:lvl4pPr>
              <a:spcBef>
                <a:spcPts val="0"/>
              </a:spcBef>
              <a:buClr>
                <a:schemeClr val="lt1"/>
              </a:buClr>
              <a:buSzPct val="100000"/>
              <a:buNone/>
              <a:defRPr sz="2400">
                <a:solidFill>
                  <a:schemeClr val="lt1"/>
                </a:solidFill>
              </a:defRPr>
            </a:lvl4pPr>
            <a:lvl5pPr>
              <a:spcBef>
                <a:spcPts val="0"/>
              </a:spcBef>
              <a:buClr>
                <a:schemeClr val="lt1"/>
              </a:buClr>
              <a:buSzPct val="100000"/>
              <a:buNone/>
              <a:defRPr sz="2400">
                <a:solidFill>
                  <a:schemeClr val="lt1"/>
                </a:solidFill>
              </a:defRPr>
            </a:lvl5pPr>
            <a:lvl6pPr>
              <a:spcBef>
                <a:spcPts val="0"/>
              </a:spcBef>
              <a:buClr>
                <a:schemeClr val="lt1"/>
              </a:buClr>
              <a:buSzPct val="100000"/>
              <a:buNone/>
              <a:defRPr sz="2400">
                <a:solidFill>
                  <a:schemeClr val="lt1"/>
                </a:solidFill>
              </a:defRPr>
            </a:lvl6pPr>
            <a:lvl7pPr>
              <a:spcBef>
                <a:spcPts val="0"/>
              </a:spcBef>
              <a:buClr>
                <a:schemeClr val="lt1"/>
              </a:buClr>
              <a:buSzPct val="100000"/>
              <a:buNone/>
              <a:defRPr sz="2400">
                <a:solidFill>
                  <a:schemeClr val="lt1"/>
                </a:solidFill>
              </a:defRPr>
            </a:lvl7pPr>
            <a:lvl8pPr>
              <a:spcBef>
                <a:spcPts val="0"/>
              </a:spcBef>
              <a:buClr>
                <a:schemeClr val="lt1"/>
              </a:buClr>
              <a:buSzPct val="100000"/>
              <a:buNone/>
              <a:defRPr sz="2400">
                <a:solidFill>
                  <a:schemeClr val="lt1"/>
                </a:solidFill>
              </a:defRPr>
            </a:lvl8pPr>
            <a:lvl9pPr>
              <a:spcBef>
                <a:spcPts val="0"/>
              </a:spcBef>
              <a:buClr>
                <a:schemeClr val="lt1"/>
              </a:buClr>
              <a:buSzPct val="100000"/>
              <a:buNone/>
              <a:defRPr sz="2400">
                <a:solidFill>
                  <a:schemeClr val="lt1"/>
                </a:solidFill>
              </a:defRPr>
            </a:lvl9pPr>
          </a:lstStyle>
          <a:p>
            <a:endParaRPr/>
          </a:p>
        </p:txBody>
      </p:sp>
      <p:sp>
        <p:nvSpPr>
          <p:cNvPr id="66" name="Shape 66"/>
          <p:cNvSpPr txBox="1">
            <a:spLocks noGrp="1"/>
          </p:cNvSpPr>
          <p:nvPr>
            <p:ph type="sldNum" idx="12"/>
          </p:nvPr>
        </p:nvSpPr>
        <p:spPr>
          <a:xfrm>
            <a:off x="8425675" y="4622075"/>
            <a:ext cx="548699" cy="521400"/>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pPr>
                <a:spcBef>
                  <a:spcPts val="0"/>
                </a:spcBef>
                <a:buNone/>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67"/>
        <p:cNvGrpSpPr/>
        <p:nvPr/>
      </p:nvGrpSpPr>
      <p:grpSpPr>
        <a:xfrm>
          <a:off x="0" y="0"/>
          <a:ext cx="0" cy="0"/>
          <a:chOff x="0" y="0"/>
          <a:chExt cx="0" cy="0"/>
        </a:xfrm>
      </p:grpSpPr>
      <p:grpSp>
        <p:nvGrpSpPr>
          <p:cNvPr id="68" name="Shape 68"/>
          <p:cNvGrpSpPr/>
          <p:nvPr/>
        </p:nvGrpSpPr>
        <p:grpSpPr>
          <a:xfrm>
            <a:off x="-13" y="-9140"/>
            <a:ext cx="8005727" cy="1209421"/>
            <a:chOff x="-13" y="-12187"/>
            <a:chExt cx="8005727" cy="1161900"/>
          </a:xfrm>
        </p:grpSpPr>
        <p:sp>
          <p:nvSpPr>
            <p:cNvPr id="69" name="Shape 69"/>
            <p:cNvSpPr/>
            <p:nvPr/>
          </p:nvSpPr>
          <p:spPr>
            <a:xfrm flipH="1">
              <a:off x="-13" y="-12187"/>
              <a:ext cx="187800" cy="1161900"/>
            </a:xfrm>
            <a:prstGeom prst="rect">
              <a:avLst/>
            </a:prstGeom>
            <a:solidFill>
              <a:schemeClr val="accent2"/>
            </a:solidFill>
            <a:ln>
              <a:noFill/>
            </a:ln>
          </p:spPr>
          <p:txBody>
            <a:bodyPr lIns="91425" tIns="45700" rIns="91425" bIns="45700" anchor="ctr" anchorCtr="0">
              <a:noAutofit/>
            </a:bodyPr>
            <a:lstStyle/>
            <a:p>
              <a:pPr>
                <a:spcBef>
                  <a:spcPts val="0"/>
                </a:spcBef>
                <a:buNone/>
              </a:pPr>
              <a:endParaRPr/>
            </a:p>
          </p:txBody>
        </p:sp>
        <p:sp>
          <p:nvSpPr>
            <p:cNvPr id="70" name="Shape 70"/>
            <p:cNvSpPr/>
            <p:nvPr/>
          </p:nvSpPr>
          <p:spPr>
            <a:xfrm flipH="1">
              <a:off x="187715" y="-12187"/>
              <a:ext cx="7817999" cy="1161900"/>
            </a:xfrm>
            <a:prstGeom prst="rect">
              <a:avLst/>
            </a:prstGeom>
            <a:solidFill>
              <a:srgbClr val="0F243E"/>
            </a:solidFill>
            <a:ln>
              <a:noFill/>
            </a:ln>
          </p:spPr>
          <p:txBody>
            <a:bodyPr lIns="91425" tIns="45700" rIns="91425" bIns="45700" anchor="ctr" anchorCtr="0">
              <a:noAutofit/>
            </a:bodyPr>
            <a:lstStyle/>
            <a:p>
              <a:pPr>
                <a:spcBef>
                  <a:spcPts val="0"/>
                </a:spcBef>
                <a:buNone/>
              </a:pPr>
              <a:endParaRPr/>
            </a:p>
          </p:txBody>
        </p:sp>
      </p:grpSp>
      <p:sp>
        <p:nvSpPr>
          <p:cNvPr id="71" name="Shape 71"/>
          <p:cNvSpPr txBox="1">
            <a:spLocks noGrp="1"/>
          </p:cNvSpPr>
          <p:nvPr>
            <p:ph type="title"/>
          </p:nvPr>
        </p:nvSpPr>
        <p:spPr>
          <a:xfrm>
            <a:off x="457200" y="101100"/>
            <a:ext cx="7315499" cy="1013999"/>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72" name="Shape 72"/>
          <p:cNvSpPr txBox="1">
            <a:spLocks noGrp="1"/>
          </p:cNvSpPr>
          <p:nvPr>
            <p:ph type="body" idx="1"/>
          </p:nvPr>
        </p:nvSpPr>
        <p:spPr>
          <a:xfrm>
            <a:off x="457200" y="1278516"/>
            <a:ext cx="8229600" cy="363030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73" name="Shape 73"/>
          <p:cNvSpPr txBox="1">
            <a:spLocks noGrp="1"/>
          </p:cNvSpPr>
          <p:nvPr>
            <p:ph type="sldNum" idx="12"/>
          </p:nvPr>
        </p:nvSpPr>
        <p:spPr>
          <a:xfrm>
            <a:off x="8425675" y="4622075"/>
            <a:ext cx="548699" cy="521400"/>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pPr>
                <a:spcBef>
                  <a:spcPts val="0"/>
                </a:spcBef>
                <a:buNone/>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74"/>
        <p:cNvGrpSpPr/>
        <p:nvPr/>
      </p:nvGrpSpPr>
      <p:grpSpPr>
        <a:xfrm>
          <a:off x="0" y="0"/>
          <a:ext cx="0" cy="0"/>
          <a:chOff x="0" y="0"/>
          <a:chExt cx="0" cy="0"/>
        </a:xfrm>
      </p:grpSpPr>
      <p:sp>
        <p:nvSpPr>
          <p:cNvPr id="75" name="Shape 75"/>
          <p:cNvSpPr txBox="1">
            <a:spLocks noGrp="1"/>
          </p:cNvSpPr>
          <p:nvPr>
            <p:ph type="body" idx="1"/>
          </p:nvPr>
        </p:nvSpPr>
        <p:spPr>
          <a:xfrm>
            <a:off x="456245" y="1278513"/>
            <a:ext cx="4038599" cy="363030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76" name="Shape 76"/>
          <p:cNvSpPr txBox="1">
            <a:spLocks noGrp="1"/>
          </p:cNvSpPr>
          <p:nvPr>
            <p:ph type="body" idx="2"/>
          </p:nvPr>
        </p:nvSpPr>
        <p:spPr>
          <a:xfrm>
            <a:off x="4648200" y="1278513"/>
            <a:ext cx="4038599" cy="363030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grpSp>
        <p:nvGrpSpPr>
          <p:cNvPr id="77" name="Shape 77"/>
          <p:cNvGrpSpPr/>
          <p:nvPr/>
        </p:nvGrpSpPr>
        <p:grpSpPr>
          <a:xfrm>
            <a:off x="-13" y="-9140"/>
            <a:ext cx="8005727" cy="1209421"/>
            <a:chOff x="-13" y="-12187"/>
            <a:chExt cx="8005727" cy="1161900"/>
          </a:xfrm>
        </p:grpSpPr>
        <p:sp>
          <p:nvSpPr>
            <p:cNvPr id="78" name="Shape 78"/>
            <p:cNvSpPr/>
            <p:nvPr/>
          </p:nvSpPr>
          <p:spPr>
            <a:xfrm flipH="1">
              <a:off x="-13" y="-12187"/>
              <a:ext cx="187800" cy="1161900"/>
            </a:xfrm>
            <a:prstGeom prst="rect">
              <a:avLst/>
            </a:prstGeom>
            <a:solidFill>
              <a:srgbClr val="AB0101"/>
            </a:solidFill>
            <a:ln>
              <a:noFill/>
            </a:ln>
          </p:spPr>
          <p:txBody>
            <a:bodyPr lIns="91425" tIns="45700" rIns="91425" bIns="45700" anchor="ctr" anchorCtr="0">
              <a:noAutofit/>
            </a:bodyPr>
            <a:lstStyle/>
            <a:p>
              <a:pPr>
                <a:spcBef>
                  <a:spcPts val="0"/>
                </a:spcBef>
                <a:buNone/>
              </a:pPr>
              <a:endParaRPr/>
            </a:p>
          </p:txBody>
        </p:sp>
        <p:sp>
          <p:nvSpPr>
            <p:cNvPr id="79" name="Shape 79"/>
            <p:cNvSpPr/>
            <p:nvPr/>
          </p:nvSpPr>
          <p:spPr>
            <a:xfrm flipH="1">
              <a:off x="187715" y="-12187"/>
              <a:ext cx="7817999" cy="1161900"/>
            </a:xfrm>
            <a:prstGeom prst="rect">
              <a:avLst/>
            </a:prstGeom>
            <a:solidFill>
              <a:srgbClr val="0F243E"/>
            </a:solidFill>
            <a:ln>
              <a:noFill/>
            </a:ln>
          </p:spPr>
          <p:txBody>
            <a:bodyPr lIns="91425" tIns="45700" rIns="91425" bIns="45700" anchor="ctr" anchorCtr="0">
              <a:noAutofit/>
            </a:bodyPr>
            <a:lstStyle/>
            <a:p>
              <a:pPr>
                <a:spcBef>
                  <a:spcPts val="0"/>
                </a:spcBef>
                <a:buNone/>
              </a:pPr>
              <a:endParaRPr/>
            </a:p>
          </p:txBody>
        </p:sp>
      </p:grpSp>
      <p:sp>
        <p:nvSpPr>
          <p:cNvPr id="80" name="Shape 80"/>
          <p:cNvSpPr txBox="1">
            <a:spLocks noGrp="1"/>
          </p:cNvSpPr>
          <p:nvPr>
            <p:ph type="title"/>
          </p:nvPr>
        </p:nvSpPr>
        <p:spPr>
          <a:xfrm>
            <a:off x="457200" y="101100"/>
            <a:ext cx="7315499" cy="1013999"/>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81" name="Shape 81"/>
          <p:cNvSpPr txBox="1">
            <a:spLocks noGrp="1"/>
          </p:cNvSpPr>
          <p:nvPr>
            <p:ph type="sldNum" idx="12"/>
          </p:nvPr>
        </p:nvSpPr>
        <p:spPr>
          <a:xfrm>
            <a:off x="8425675" y="4622075"/>
            <a:ext cx="548699" cy="521400"/>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pPr>
                <a:spcBef>
                  <a:spcPts val="0"/>
                </a:spcBef>
                <a:buNone/>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82"/>
        <p:cNvGrpSpPr/>
        <p:nvPr/>
      </p:nvGrpSpPr>
      <p:grpSpPr>
        <a:xfrm>
          <a:off x="0" y="0"/>
          <a:ext cx="0" cy="0"/>
          <a:chOff x="0" y="0"/>
          <a:chExt cx="0" cy="0"/>
        </a:xfrm>
      </p:grpSpPr>
      <p:grpSp>
        <p:nvGrpSpPr>
          <p:cNvPr id="83" name="Shape 83"/>
          <p:cNvGrpSpPr/>
          <p:nvPr/>
        </p:nvGrpSpPr>
        <p:grpSpPr>
          <a:xfrm>
            <a:off x="-13" y="-9140"/>
            <a:ext cx="8005727" cy="1209421"/>
            <a:chOff x="-13" y="-12187"/>
            <a:chExt cx="8005727" cy="1161900"/>
          </a:xfrm>
        </p:grpSpPr>
        <p:sp>
          <p:nvSpPr>
            <p:cNvPr id="84" name="Shape 84"/>
            <p:cNvSpPr/>
            <p:nvPr/>
          </p:nvSpPr>
          <p:spPr>
            <a:xfrm flipH="1">
              <a:off x="-13" y="-12187"/>
              <a:ext cx="187800" cy="1161900"/>
            </a:xfrm>
            <a:prstGeom prst="rect">
              <a:avLst/>
            </a:prstGeom>
            <a:solidFill>
              <a:srgbClr val="AB0101"/>
            </a:solidFill>
            <a:ln>
              <a:noFill/>
            </a:ln>
          </p:spPr>
          <p:txBody>
            <a:bodyPr lIns="91425" tIns="45700" rIns="91425" bIns="45700" anchor="ctr" anchorCtr="0">
              <a:noAutofit/>
            </a:bodyPr>
            <a:lstStyle/>
            <a:p>
              <a:pPr>
                <a:spcBef>
                  <a:spcPts val="0"/>
                </a:spcBef>
                <a:buNone/>
              </a:pPr>
              <a:endParaRPr/>
            </a:p>
          </p:txBody>
        </p:sp>
        <p:sp>
          <p:nvSpPr>
            <p:cNvPr id="85" name="Shape 85"/>
            <p:cNvSpPr/>
            <p:nvPr/>
          </p:nvSpPr>
          <p:spPr>
            <a:xfrm flipH="1">
              <a:off x="187715" y="-12187"/>
              <a:ext cx="7817999" cy="1161900"/>
            </a:xfrm>
            <a:prstGeom prst="rect">
              <a:avLst/>
            </a:prstGeom>
            <a:solidFill>
              <a:srgbClr val="0F243E"/>
            </a:solidFill>
            <a:ln>
              <a:noFill/>
            </a:ln>
          </p:spPr>
          <p:txBody>
            <a:bodyPr lIns="91425" tIns="45700" rIns="91425" bIns="45700" anchor="ctr" anchorCtr="0">
              <a:noAutofit/>
            </a:bodyPr>
            <a:lstStyle/>
            <a:p>
              <a:pPr>
                <a:spcBef>
                  <a:spcPts val="0"/>
                </a:spcBef>
                <a:buNone/>
              </a:pPr>
              <a:endParaRPr/>
            </a:p>
          </p:txBody>
        </p:sp>
      </p:grpSp>
      <p:sp>
        <p:nvSpPr>
          <p:cNvPr id="86" name="Shape 86"/>
          <p:cNvSpPr txBox="1">
            <a:spLocks noGrp="1"/>
          </p:cNvSpPr>
          <p:nvPr>
            <p:ph type="title"/>
          </p:nvPr>
        </p:nvSpPr>
        <p:spPr>
          <a:xfrm>
            <a:off x="457200" y="101100"/>
            <a:ext cx="7315499" cy="1013999"/>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87" name="Shape 87"/>
          <p:cNvSpPr txBox="1">
            <a:spLocks noGrp="1"/>
          </p:cNvSpPr>
          <p:nvPr>
            <p:ph type="sldNum" idx="12"/>
          </p:nvPr>
        </p:nvSpPr>
        <p:spPr>
          <a:xfrm>
            <a:off x="8425675" y="4622075"/>
            <a:ext cx="548699" cy="521400"/>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pPr>
                <a:spcBef>
                  <a:spcPts val="0"/>
                </a:spcBef>
                <a:buNone/>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aption">
    <p:spTree>
      <p:nvGrpSpPr>
        <p:cNvPr id="1" name="Shape 88"/>
        <p:cNvGrpSpPr/>
        <p:nvPr/>
      </p:nvGrpSpPr>
      <p:grpSpPr>
        <a:xfrm>
          <a:off x="0" y="0"/>
          <a:ext cx="0" cy="0"/>
          <a:chOff x="0" y="0"/>
          <a:chExt cx="0" cy="0"/>
        </a:xfrm>
      </p:grpSpPr>
      <p:sp>
        <p:nvSpPr>
          <p:cNvPr id="89" name="Shape 89"/>
          <p:cNvSpPr/>
          <p:nvPr/>
        </p:nvSpPr>
        <p:spPr>
          <a:xfrm flipH="1">
            <a:off x="8964665" y="4623760"/>
            <a:ext cx="187800" cy="521400"/>
          </a:xfrm>
          <a:prstGeom prst="rect">
            <a:avLst/>
          </a:prstGeom>
          <a:solidFill>
            <a:srgbClr val="AB0101"/>
          </a:solidFill>
          <a:ln>
            <a:noFill/>
          </a:ln>
        </p:spPr>
        <p:txBody>
          <a:bodyPr lIns="91425" tIns="45700" rIns="91425" bIns="45700" anchor="ctr" anchorCtr="0">
            <a:noAutofit/>
          </a:bodyPr>
          <a:lstStyle/>
          <a:p>
            <a:pPr>
              <a:spcBef>
                <a:spcPts val="0"/>
              </a:spcBef>
              <a:buNone/>
            </a:pPr>
            <a:endParaRPr/>
          </a:p>
        </p:txBody>
      </p:sp>
      <p:sp>
        <p:nvSpPr>
          <p:cNvPr id="90" name="Shape 90"/>
          <p:cNvSpPr/>
          <p:nvPr/>
        </p:nvSpPr>
        <p:spPr>
          <a:xfrm flipH="1">
            <a:off x="3866777" y="4623760"/>
            <a:ext cx="5097900" cy="521400"/>
          </a:xfrm>
          <a:prstGeom prst="rect">
            <a:avLst/>
          </a:prstGeom>
          <a:solidFill>
            <a:srgbClr val="0F243E"/>
          </a:solidFill>
          <a:ln>
            <a:noFill/>
          </a:ln>
        </p:spPr>
        <p:txBody>
          <a:bodyPr lIns="91425" tIns="45700" rIns="91425" bIns="45700" anchor="ctr" anchorCtr="0">
            <a:noAutofit/>
          </a:bodyPr>
          <a:lstStyle/>
          <a:p>
            <a:pPr>
              <a:spcBef>
                <a:spcPts val="0"/>
              </a:spcBef>
              <a:buNone/>
            </a:pPr>
            <a:endParaRPr/>
          </a:p>
        </p:txBody>
      </p:sp>
      <p:sp>
        <p:nvSpPr>
          <p:cNvPr id="91" name="Shape 91"/>
          <p:cNvSpPr txBox="1">
            <a:spLocks noGrp="1"/>
          </p:cNvSpPr>
          <p:nvPr>
            <p:ph type="body" idx="1"/>
          </p:nvPr>
        </p:nvSpPr>
        <p:spPr>
          <a:xfrm>
            <a:off x="3866812" y="4623760"/>
            <a:ext cx="5097900" cy="521400"/>
          </a:xfrm>
          <a:prstGeom prst="rect">
            <a:avLst/>
          </a:prstGeom>
        </p:spPr>
        <p:txBody>
          <a:bodyPr lIns="91425" tIns="91425" rIns="91425" bIns="91425" anchor="t" anchorCtr="0"/>
          <a:lstStyle>
            <a:lvl1pPr>
              <a:spcBef>
                <a:spcPts val="0"/>
              </a:spcBef>
              <a:buClr>
                <a:schemeClr val="lt1"/>
              </a:buClr>
              <a:buSzPct val="100000"/>
              <a:buNone/>
              <a:defRPr sz="1400">
                <a:solidFill>
                  <a:schemeClr val="lt1"/>
                </a:solidFill>
              </a:defRPr>
            </a:lvl1pPr>
          </a:lstStyle>
          <a:p>
            <a:endParaRPr/>
          </a:p>
        </p:txBody>
      </p:sp>
      <p:sp>
        <p:nvSpPr>
          <p:cNvPr id="92" name="Shape 92"/>
          <p:cNvSpPr txBox="1">
            <a:spLocks noGrp="1"/>
          </p:cNvSpPr>
          <p:nvPr>
            <p:ph type="sldNum" idx="12"/>
          </p:nvPr>
        </p:nvSpPr>
        <p:spPr>
          <a:xfrm>
            <a:off x="8425675" y="4622075"/>
            <a:ext cx="548699" cy="521400"/>
          </a:xfrm>
          <a:prstGeom prst="rect">
            <a:avLst/>
          </a:prstGeom>
        </p:spPr>
        <p:txBody>
          <a:bodyPr lIns="91425" tIns="91425" rIns="91425" bIns="91425" anchor="ctr" anchorCtr="0">
            <a:noAutofit/>
          </a:bodyPr>
          <a:lstStyle>
            <a:lvl1pPr>
              <a:spcBef>
                <a:spcPts val="0"/>
              </a:spcBef>
              <a:buNone/>
              <a:defRPr>
                <a:solidFill>
                  <a:schemeClr val="lt1"/>
                </a:solidFill>
              </a:defRPr>
            </a:lvl1pPr>
          </a:lstStyle>
          <a:p>
            <a:pPr>
              <a:spcBef>
                <a:spcPts val="0"/>
              </a:spcBef>
              <a:buNone/>
            </a:pPr>
            <a:fld id="{00000000-1234-1234-1234-123412341234}" type="slidenum">
              <a:rPr lang="en"/>
              <a:pPr>
                <a:spcBef>
                  <a:spcPts val="0"/>
                </a:spcBef>
                <a:buNone/>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93"/>
        <p:cNvGrpSpPr/>
        <p:nvPr/>
      </p:nvGrpSpPr>
      <p:grpSpPr>
        <a:xfrm>
          <a:off x="0" y="0"/>
          <a:ext cx="0" cy="0"/>
          <a:chOff x="0" y="0"/>
          <a:chExt cx="0" cy="0"/>
        </a:xfrm>
      </p:grpSpPr>
      <p:sp>
        <p:nvSpPr>
          <p:cNvPr id="94" name="Shape 94"/>
          <p:cNvSpPr txBox="1">
            <a:spLocks noGrp="1"/>
          </p:cNvSpPr>
          <p:nvPr>
            <p:ph type="sldNum" idx="12"/>
          </p:nvPr>
        </p:nvSpPr>
        <p:spPr>
          <a:xfrm>
            <a:off x="8425675" y="4622075"/>
            <a:ext cx="548699" cy="521400"/>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pPr>
                <a:spcBef>
                  <a:spcPts val="0"/>
                </a:spcBef>
                <a:buNone/>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grpSp>
        <p:nvGrpSpPr>
          <p:cNvPr id="5" name="Shape 5"/>
          <p:cNvGrpSpPr/>
          <p:nvPr/>
        </p:nvGrpSpPr>
        <p:grpSpPr>
          <a:xfrm>
            <a:off x="33867" y="-70"/>
            <a:ext cx="3409812" cy="2107677"/>
            <a:chOff x="0" y="1493"/>
            <a:chExt cx="3409812" cy="2810236"/>
          </a:xfrm>
        </p:grpSpPr>
        <p:cxnSp>
          <p:nvCxnSpPr>
            <p:cNvPr id="6" name="Shape 6"/>
            <p:cNvCxnSpPr/>
            <p:nvPr/>
          </p:nvCxnSpPr>
          <p:spPr>
            <a:xfrm>
              <a:off x="0" y="245542"/>
              <a:ext cx="32510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7" name="Shape 7"/>
            <p:cNvCxnSpPr/>
            <p:nvPr/>
          </p:nvCxnSpPr>
          <p:spPr>
            <a:xfrm rot="-5400000">
              <a:off x="-1212177" y="1407880"/>
              <a:ext cx="28062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8" name="Shape 8"/>
            <p:cNvCxnSpPr/>
            <p:nvPr/>
          </p:nvCxnSpPr>
          <p:spPr>
            <a:xfrm>
              <a:off x="0" y="474143"/>
              <a:ext cx="26669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9" name="Shape 9"/>
            <p:cNvCxnSpPr/>
            <p:nvPr/>
          </p:nvCxnSpPr>
          <p:spPr>
            <a:xfrm>
              <a:off x="0" y="702743"/>
              <a:ext cx="21675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0" name="Shape 10"/>
            <p:cNvCxnSpPr/>
            <p:nvPr/>
          </p:nvCxnSpPr>
          <p:spPr>
            <a:xfrm>
              <a:off x="0" y="931342"/>
              <a:ext cx="18626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1" name="Shape 11"/>
            <p:cNvCxnSpPr/>
            <p:nvPr/>
          </p:nvCxnSpPr>
          <p:spPr>
            <a:xfrm>
              <a:off x="0" y="1159942"/>
              <a:ext cx="14900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2" name="Shape 12"/>
            <p:cNvCxnSpPr/>
            <p:nvPr/>
          </p:nvCxnSpPr>
          <p:spPr>
            <a:xfrm>
              <a:off x="0" y="1388542"/>
              <a:ext cx="12191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3" name="Shape 13"/>
            <p:cNvCxnSpPr/>
            <p:nvPr/>
          </p:nvCxnSpPr>
          <p:spPr>
            <a:xfrm>
              <a:off x="0" y="1617142"/>
              <a:ext cx="9905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4" name="Shape 14"/>
            <p:cNvCxnSpPr/>
            <p:nvPr/>
          </p:nvCxnSpPr>
          <p:spPr>
            <a:xfrm>
              <a:off x="0" y="1845742"/>
              <a:ext cx="7452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5" name="Shape 15"/>
            <p:cNvCxnSpPr/>
            <p:nvPr/>
          </p:nvCxnSpPr>
          <p:spPr>
            <a:xfrm>
              <a:off x="0" y="2074342"/>
              <a:ext cx="5333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6" name="Shape 16"/>
            <p:cNvCxnSpPr/>
            <p:nvPr/>
          </p:nvCxnSpPr>
          <p:spPr>
            <a:xfrm>
              <a:off x="0" y="2302943"/>
              <a:ext cx="2624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7" name="Shape 17"/>
            <p:cNvCxnSpPr/>
            <p:nvPr/>
          </p:nvCxnSpPr>
          <p:spPr>
            <a:xfrm rot="-5400000">
              <a:off x="-814261" y="1238115"/>
              <a:ext cx="24683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8" name="Shape 18"/>
            <p:cNvCxnSpPr/>
            <p:nvPr/>
          </p:nvCxnSpPr>
          <p:spPr>
            <a:xfrm rot="-5400000">
              <a:off x="-357712" y="1014527"/>
              <a:ext cx="20180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19" name="Shape 19"/>
            <p:cNvCxnSpPr/>
            <p:nvPr/>
          </p:nvCxnSpPr>
          <p:spPr>
            <a:xfrm rot="-5400000">
              <a:off x="-853" y="887576"/>
              <a:ext cx="17639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0" name="Shape 20"/>
            <p:cNvCxnSpPr/>
            <p:nvPr/>
          </p:nvCxnSpPr>
          <p:spPr>
            <a:xfrm rot="-5400000">
              <a:off x="326307" y="790194"/>
              <a:ext cx="15693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1" name="Shape 21"/>
            <p:cNvCxnSpPr/>
            <p:nvPr/>
          </p:nvCxnSpPr>
          <p:spPr>
            <a:xfrm rot="-5400000">
              <a:off x="636516" y="709726"/>
              <a:ext cx="14085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2" name="Shape 22"/>
            <p:cNvCxnSpPr/>
            <p:nvPr/>
          </p:nvCxnSpPr>
          <p:spPr>
            <a:xfrm rot="-5400000">
              <a:off x="972228" y="603961"/>
              <a:ext cx="11967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3" name="Shape 23"/>
            <p:cNvCxnSpPr/>
            <p:nvPr/>
          </p:nvCxnSpPr>
          <p:spPr>
            <a:xfrm rot="-5400000">
              <a:off x="1278236" y="527761"/>
              <a:ext cx="10443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4" name="Shape 24"/>
            <p:cNvCxnSpPr/>
            <p:nvPr/>
          </p:nvCxnSpPr>
          <p:spPr>
            <a:xfrm rot="-5400000">
              <a:off x="1590398" y="440776"/>
              <a:ext cx="8795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5" name="Shape 25"/>
            <p:cNvCxnSpPr/>
            <p:nvPr/>
          </p:nvCxnSpPr>
          <p:spPr>
            <a:xfrm rot="-5400000">
              <a:off x="1883657" y="377227"/>
              <a:ext cx="7527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6" name="Shape 26"/>
            <p:cNvCxnSpPr/>
            <p:nvPr/>
          </p:nvCxnSpPr>
          <p:spPr>
            <a:xfrm rot="-5400000">
              <a:off x="2198066" y="292493"/>
              <a:ext cx="5834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7" name="Shape 27"/>
            <p:cNvCxnSpPr/>
            <p:nvPr/>
          </p:nvCxnSpPr>
          <p:spPr>
            <a:xfrm rot="-5400000">
              <a:off x="2521027" y="199376"/>
              <a:ext cx="3972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8" name="Shape 28"/>
            <p:cNvCxnSpPr/>
            <p:nvPr/>
          </p:nvCxnSpPr>
          <p:spPr>
            <a:xfrm rot="-5400000">
              <a:off x="2801688" y="148627"/>
              <a:ext cx="2954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29" name="Shape 29"/>
            <p:cNvCxnSpPr/>
            <p:nvPr/>
          </p:nvCxnSpPr>
          <p:spPr>
            <a:xfrm rot="-5400000">
              <a:off x="3079242" y="102444"/>
              <a:ext cx="2015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30" name="Shape 30"/>
            <p:cNvCxnSpPr/>
            <p:nvPr/>
          </p:nvCxnSpPr>
          <p:spPr>
            <a:xfrm rot="-5400000">
              <a:off x="3324762" y="85076"/>
              <a:ext cx="168600" cy="1500"/>
            </a:xfrm>
            <a:prstGeom prst="straightConnector1">
              <a:avLst/>
            </a:prstGeom>
            <a:noFill/>
            <a:ln w="12700" cap="flat">
              <a:solidFill>
                <a:srgbClr val="B7CCE4">
                  <a:alpha val="53725"/>
                </a:srgbClr>
              </a:solidFill>
              <a:prstDash val="solid"/>
              <a:round/>
              <a:headEnd type="none" w="med" len="med"/>
              <a:tailEnd type="none" w="med" len="med"/>
            </a:ln>
          </p:spPr>
        </p:cxnSp>
      </p:grpSp>
      <p:sp>
        <p:nvSpPr>
          <p:cNvPr id="31" name="Shape 31"/>
          <p:cNvSpPr txBox="1">
            <a:spLocks noGrp="1"/>
          </p:cNvSpPr>
          <p:nvPr>
            <p:ph type="title"/>
          </p:nvPr>
        </p:nvSpPr>
        <p:spPr>
          <a:xfrm>
            <a:off x="457200" y="205978"/>
            <a:ext cx="8229600" cy="857400"/>
          </a:xfrm>
          <a:prstGeom prst="rect">
            <a:avLst/>
          </a:prstGeom>
          <a:noFill/>
          <a:ln>
            <a:noFill/>
          </a:ln>
        </p:spPr>
        <p:txBody>
          <a:bodyPr lIns="91425" tIns="91425" rIns="91425" bIns="91425" anchor="b" anchorCtr="0"/>
          <a:lstStyle>
            <a:lvl1pPr>
              <a:spcBef>
                <a:spcPts val="0"/>
              </a:spcBef>
              <a:buClr>
                <a:schemeClr val="lt1"/>
              </a:buClr>
              <a:buSzPct val="100000"/>
              <a:buNone/>
              <a:defRPr sz="4400">
                <a:solidFill>
                  <a:schemeClr val="lt1"/>
                </a:solidFill>
              </a:defRPr>
            </a:lvl1pPr>
            <a:lvl2pPr>
              <a:spcBef>
                <a:spcPts val="0"/>
              </a:spcBef>
              <a:buClr>
                <a:schemeClr val="lt1"/>
              </a:buClr>
              <a:buSzPct val="100000"/>
              <a:buNone/>
              <a:defRPr sz="4400">
                <a:solidFill>
                  <a:schemeClr val="lt1"/>
                </a:solidFill>
              </a:defRPr>
            </a:lvl2pPr>
            <a:lvl3pPr>
              <a:spcBef>
                <a:spcPts val="0"/>
              </a:spcBef>
              <a:buClr>
                <a:schemeClr val="lt1"/>
              </a:buClr>
              <a:buSzPct val="100000"/>
              <a:buNone/>
              <a:defRPr sz="4400">
                <a:solidFill>
                  <a:schemeClr val="lt1"/>
                </a:solidFill>
              </a:defRPr>
            </a:lvl3pPr>
            <a:lvl4pPr>
              <a:spcBef>
                <a:spcPts val="0"/>
              </a:spcBef>
              <a:buClr>
                <a:schemeClr val="lt1"/>
              </a:buClr>
              <a:buSzPct val="100000"/>
              <a:buNone/>
              <a:defRPr sz="4400">
                <a:solidFill>
                  <a:schemeClr val="lt1"/>
                </a:solidFill>
              </a:defRPr>
            </a:lvl4pPr>
            <a:lvl5pPr>
              <a:spcBef>
                <a:spcPts val="0"/>
              </a:spcBef>
              <a:buClr>
                <a:schemeClr val="lt1"/>
              </a:buClr>
              <a:buSzPct val="100000"/>
              <a:buNone/>
              <a:defRPr sz="4400">
                <a:solidFill>
                  <a:schemeClr val="lt1"/>
                </a:solidFill>
              </a:defRPr>
            </a:lvl5pPr>
            <a:lvl6pPr>
              <a:spcBef>
                <a:spcPts val="0"/>
              </a:spcBef>
              <a:buClr>
                <a:schemeClr val="lt1"/>
              </a:buClr>
              <a:buSzPct val="100000"/>
              <a:buNone/>
              <a:defRPr sz="4400">
                <a:solidFill>
                  <a:schemeClr val="lt1"/>
                </a:solidFill>
              </a:defRPr>
            </a:lvl6pPr>
            <a:lvl7pPr>
              <a:spcBef>
                <a:spcPts val="0"/>
              </a:spcBef>
              <a:buClr>
                <a:schemeClr val="lt1"/>
              </a:buClr>
              <a:buSzPct val="100000"/>
              <a:buNone/>
              <a:defRPr sz="4400">
                <a:solidFill>
                  <a:schemeClr val="lt1"/>
                </a:solidFill>
              </a:defRPr>
            </a:lvl7pPr>
            <a:lvl8pPr>
              <a:spcBef>
                <a:spcPts val="0"/>
              </a:spcBef>
              <a:buClr>
                <a:schemeClr val="lt1"/>
              </a:buClr>
              <a:buSzPct val="100000"/>
              <a:buNone/>
              <a:defRPr sz="4400">
                <a:solidFill>
                  <a:schemeClr val="lt1"/>
                </a:solidFill>
              </a:defRPr>
            </a:lvl8pPr>
            <a:lvl9pPr>
              <a:spcBef>
                <a:spcPts val="0"/>
              </a:spcBef>
              <a:buClr>
                <a:schemeClr val="lt1"/>
              </a:buClr>
              <a:buSzPct val="100000"/>
              <a:buNone/>
              <a:defRPr sz="4400">
                <a:solidFill>
                  <a:schemeClr val="lt1"/>
                </a:solidFill>
              </a:defRPr>
            </a:lvl9pPr>
          </a:lstStyle>
          <a:p>
            <a:endParaRPr/>
          </a:p>
        </p:txBody>
      </p:sp>
      <p:sp>
        <p:nvSpPr>
          <p:cNvPr id="32" name="Shape 32"/>
          <p:cNvSpPr txBox="1">
            <a:spLocks noGrp="1"/>
          </p:cNvSpPr>
          <p:nvPr>
            <p:ph type="body" idx="1"/>
          </p:nvPr>
        </p:nvSpPr>
        <p:spPr>
          <a:xfrm>
            <a:off x="457200" y="1200150"/>
            <a:ext cx="8229600" cy="3394500"/>
          </a:xfrm>
          <a:prstGeom prst="rect">
            <a:avLst/>
          </a:prstGeom>
          <a:noFill/>
          <a:ln>
            <a:noFill/>
          </a:ln>
        </p:spPr>
        <p:txBody>
          <a:bodyPr lIns="91425" tIns="91425" rIns="91425" bIns="91425" anchor="t" anchorCtr="0"/>
          <a:lstStyle>
            <a:lvl1pPr>
              <a:spcBef>
                <a:spcPts val="0"/>
              </a:spcBef>
              <a:buClr>
                <a:schemeClr val="dk2"/>
              </a:buClr>
              <a:buSzPct val="100000"/>
              <a:defRPr sz="1800">
                <a:solidFill>
                  <a:schemeClr val="dk2"/>
                </a:solidFill>
              </a:defRPr>
            </a:lvl1pPr>
            <a:lvl2pPr>
              <a:spcBef>
                <a:spcPts val="360"/>
              </a:spcBef>
              <a:buClr>
                <a:schemeClr val="dk2"/>
              </a:buClr>
              <a:buSzPct val="100000"/>
              <a:defRPr sz="1800">
                <a:solidFill>
                  <a:schemeClr val="dk2"/>
                </a:solidFill>
              </a:defRPr>
            </a:lvl2pPr>
            <a:lvl3pPr>
              <a:spcBef>
                <a:spcPts val="360"/>
              </a:spcBef>
              <a:buClr>
                <a:schemeClr val="dk2"/>
              </a:buClr>
              <a:buSzPct val="100000"/>
              <a:defRPr sz="1800">
                <a:solidFill>
                  <a:schemeClr val="dk2"/>
                </a:solidFill>
              </a:defRPr>
            </a:lvl3pPr>
            <a:lvl4pPr>
              <a:spcBef>
                <a:spcPts val="360"/>
              </a:spcBef>
              <a:buClr>
                <a:schemeClr val="dk2"/>
              </a:buClr>
              <a:buSzPct val="100000"/>
              <a:defRPr sz="1800">
                <a:solidFill>
                  <a:schemeClr val="dk2"/>
                </a:solidFill>
              </a:defRPr>
            </a:lvl4pPr>
            <a:lvl5pPr>
              <a:spcBef>
                <a:spcPts val="360"/>
              </a:spcBef>
              <a:buClr>
                <a:schemeClr val="dk2"/>
              </a:buClr>
              <a:buSzPct val="100000"/>
              <a:defRPr sz="1800">
                <a:solidFill>
                  <a:schemeClr val="dk2"/>
                </a:solidFill>
              </a:defRPr>
            </a:lvl5pPr>
            <a:lvl6pPr>
              <a:spcBef>
                <a:spcPts val="360"/>
              </a:spcBef>
              <a:buClr>
                <a:schemeClr val="dk2"/>
              </a:buClr>
              <a:buSzPct val="100000"/>
              <a:defRPr sz="1800">
                <a:solidFill>
                  <a:schemeClr val="dk2"/>
                </a:solidFill>
              </a:defRPr>
            </a:lvl6pPr>
            <a:lvl7pPr>
              <a:spcBef>
                <a:spcPts val="360"/>
              </a:spcBef>
              <a:buClr>
                <a:schemeClr val="dk2"/>
              </a:buClr>
              <a:buSzPct val="100000"/>
              <a:defRPr sz="1800">
                <a:solidFill>
                  <a:schemeClr val="dk2"/>
                </a:solidFill>
              </a:defRPr>
            </a:lvl7pPr>
            <a:lvl8pPr>
              <a:spcBef>
                <a:spcPts val="360"/>
              </a:spcBef>
              <a:buClr>
                <a:schemeClr val="dk2"/>
              </a:buClr>
              <a:buSzPct val="100000"/>
              <a:defRPr sz="1800">
                <a:solidFill>
                  <a:schemeClr val="dk2"/>
                </a:solidFill>
              </a:defRPr>
            </a:lvl8pPr>
            <a:lvl9pPr>
              <a:spcBef>
                <a:spcPts val="360"/>
              </a:spcBef>
              <a:buClr>
                <a:schemeClr val="dk2"/>
              </a:buClr>
              <a:buSzPct val="100000"/>
              <a:defRPr sz="1800">
                <a:solidFill>
                  <a:schemeClr val="dk2"/>
                </a:solidFill>
              </a:defRPr>
            </a:lvl9pPr>
          </a:lstStyle>
          <a:p>
            <a:endParaRPr/>
          </a:p>
        </p:txBody>
      </p:sp>
      <p:grpSp>
        <p:nvGrpSpPr>
          <p:cNvPr id="33" name="Shape 33"/>
          <p:cNvGrpSpPr/>
          <p:nvPr/>
        </p:nvGrpSpPr>
        <p:grpSpPr>
          <a:xfrm rot="10800000">
            <a:off x="5734187" y="3035893"/>
            <a:ext cx="3409812" cy="2107677"/>
            <a:chOff x="0" y="1493"/>
            <a:chExt cx="3409812" cy="2810236"/>
          </a:xfrm>
        </p:grpSpPr>
        <p:cxnSp>
          <p:nvCxnSpPr>
            <p:cNvPr id="34" name="Shape 34"/>
            <p:cNvCxnSpPr/>
            <p:nvPr/>
          </p:nvCxnSpPr>
          <p:spPr>
            <a:xfrm>
              <a:off x="0" y="245542"/>
              <a:ext cx="32510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35" name="Shape 35"/>
            <p:cNvCxnSpPr/>
            <p:nvPr/>
          </p:nvCxnSpPr>
          <p:spPr>
            <a:xfrm rot="-5400000">
              <a:off x="-1212177" y="1407880"/>
              <a:ext cx="28062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36" name="Shape 36"/>
            <p:cNvCxnSpPr/>
            <p:nvPr/>
          </p:nvCxnSpPr>
          <p:spPr>
            <a:xfrm>
              <a:off x="0" y="474143"/>
              <a:ext cx="26669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37" name="Shape 37"/>
            <p:cNvCxnSpPr/>
            <p:nvPr/>
          </p:nvCxnSpPr>
          <p:spPr>
            <a:xfrm>
              <a:off x="0" y="702743"/>
              <a:ext cx="21675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38" name="Shape 38"/>
            <p:cNvCxnSpPr/>
            <p:nvPr/>
          </p:nvCxnSpPr>
          <p:spPr>
            <a:xfrm>
              <a:off x="0" y="931342"/>
              <a:ext cx="18626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39" name="Shape 39"/>
            <p:cNvCxnSpPr/>
            <p:nvPr/>
          </p:nvCxnSpPr>
          <p:spPr>
            <a:xfrm>
              <a:off x="0" y="1159942"/>
              <a:ext cx="14900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0" name="Shape 40"/>
            <p:cNvCxnSpPr/>
            <p:nvPr/>
          </p:nvCxnSpPr>
          <p:spPr>
            <a:xfrm>
              <a:off x="0" y="1388542"/>
              <a:ext cx="12191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1" name="Shape 41"/>
            <p:cNvCxnSpPr/>
            <p:nvPr/>
          </p:nvCxnSpPr>
          <p:spPr>
            <a:xfrm>
              <a:off x="0" y="1617142"/>
              <a:ext cx="9905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2" name="Shape 42"/>
            <p:cNvCxnSpPr/>
            <p:nvPr/>
          </p:nvCxnSpPr>
          <p:spPr>
            <a:xfrm>
              <a:off x="0" y="1845742"/>
              <a:ext cx="7452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3" name="Shape 43"/>
            <p:cNvCxnSpPr/>
            <p:nvPr/>
          </p:nvCxnSpPr>
          <p:spPr>
            <a:xfrm>
              <a:off x="0" y="2074342"/>
              <a:ext cx="5333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4" name="Shape 44"/>
            <p:cNvCxnSpPr/>
            <p:nvPr/>
          </p:nvCxnSpPr>
          <p:spPr>
            <a:xfrm>
              <a:off x="0" y="2302943"/>
              <a:ext cx="2624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5" name="Shape 45"/>
            <p:cNvCxnSpPr/>
            <p:nvPr/>
          </p:nvCxnSpPr>
          <p:spPr>
            <a:xfrm rot="-5400000">
              <a:off x="-814261" y="1238115"/>
              <a:ext cx="24683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6" name="Shape 46"/>
            <p:cNvCxnSpPr/>
            <p:nvPr/>
          </p:nvCxnSpPr>
          <p:spPr>
            <a:xfrm rot="-5400000">
              <a:off x="-357712" y="1014527"/>
              <a:ext cx="20180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7" name="Shape 47"/>
            <p:cNvCxnSpPr/>
            <p:nvPr/>
          </p:nvCxnSpPr>
          <p:spPr>
            <a:xfrm rot="-5400000">
              <a:off x="-853" y="887576"/>
              <a:ext cx="17639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8" name="Shape 48"/>
            <p:cNvCxnSpPr/>
            <p:nvPr/>
          </p:nvCxnSpPr>
          <p:spPr>
            <a:xfrm rot="-5400000">
              <a:off x="326307" y="790194"/>
              <a:ext cx="15693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49" name="Shape 49"/>
            <p:cNvCxnSpPr/>
            <p:nvPr/>
          </p:nvCxnSpPr>
          <p:spPr>
            <a:xfrm rot="-5400000">
              <a:off x="636516" y="709726"/>
              <a:ext cx="14085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50" name="Shape 50"/>
            <p:cNvCxnSpPr/>
            <p:nvPr/>
          </p:nvCxnSpPr>
          <p:spPr>
            <a:xfrm rot="-5400000">
              <a:off x="972228" y="603961"/>
              <a:ext cx="11967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51" name="Shape 51"/>
            <p:cNvCxnSpPr/>
            <p:nvPr/>
          </p:nvCxnSpPr>
          <p:spPr>
            <a:xfrm rot="-5400000">
              <a:off x="1278236" y="527761"/>
              <a:ext cx="10443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52" name="Shape 52"/>
            <p:cNvCxnSpPr/>
            <p:nvPr/>
          </p:nvCxnSpPr>
          <p:spPr>
            <a:xfrm rot="-5400000">
              <a:off x="1590398" y="440776"/>
              <a:ext cx="8795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53" name="Shape 53"/>
            <p:cNvCxnSpPr/>
            <p:nvPr/>
          </p:nvCxnSpPr>
          <p:spPr>
            <a:xfrm rot="-5400000">
              <a:off x="1883657" y="377227"/>
              <a:ext cx="7527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54" name="Shape 54"/>
            <p:cNvCxnSpPr/>
            <p:nvPr/>
          </p:nvCxnSpPr>
          <p:spPr>
            <a:xfrm rot="-5400000">
              <a:off x="2198066" y="292493"/>
              <a:ext cx="5834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55" name="Shape 55"/>
            <p:cNvCxnSpPr/>
            <p:nvPr/>
          </p:nvCxnSpPr>
          <p:spPr>
            <a:xfrm rot="-5400000">
              <a:off x="2521027" y="199376"/>
              <a:ext cx="397200"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56" name="Shape 56"/>
            <p:cNvCxnSpPr/>
            <p:nvPr/>
          </p:nvCxnSpPr>
          <p:spPr>
            <a:xfrm rot="-5400000">
              <a:off x="2801688" y="148627"/>
              <a:ext cx="2954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57" name="Shape 57"/>
            <p:cNvCxnSpPr/>
            <p:nvPr/>
          </p:nvCxnSpPr>
          <p:spPr>
            <a:xfrm rot="-5400000">
              <a:off x="3079242" y="102444"/>
              <a:ext cx="201599" cy="1500"/>
            </a:xfrm>
            <a:prstGeom prst="straightConnector1">
              <a:avLst/>
            </a:prstGeom>
            <a:noFill/>
            <a:ln w="12700" cap="flat">
              <a:solidFill>
                <a:srgbClr val="B7CCE4">
                  <a:alpha val="53725"/>
                </a:srgbClr>
              </a:solidFill>
              <a:prstDash val="solid"/>
              <a:round/>
              <a:headEnd type="none" w="med" len="med"/>
              <a:tailEnd type="none" w="med" len="med"/>
            </a:ln>
          </p:spPr>
        </p:cxnSp>
        <p:cxnSp>
          <p:nvCxnSpPr>
            <p:cNvPr id="58" name="Shape 58"/>
            <p:cNvCxnSpPr/>
            <p:nvPr/>
          </p:nvCxnSpPr>
          <p:spPr>
            <a:xfrm rot="-5400000">
              <a:off x="3324762" y="85076"/>
              <a:ext cx="168600" cy="1500"/>
            </a:xfrm>
            <a:prstGeom prst="straightConnector1">
              <a:avLst/>
            </a:prstGeom>
            <a:noFill/>
            <a:ln w="12700" cap="flat">
              <a:solidFill>
                <a:srgbClr val="B7CCE4">
                  <a:alpha val="53725"/>
                </a:srgbClr>
              </a:solidFill>
              <a:prstDash val="solid"/>
              <a:round/>
              <a:headEnd type="none" w="med" len="med"/>
              <a:tailEnd type="none" w="med" len="med"/>
            </a:ln>
          </p:spPr>
        </p:cxnSp>
      </p:grpSp>
      <p:sp>
        <p:nvSpPr>
          <p:cNvPr id="59" name="Shape 59"/>
          <p:cNvSpPr txBox="1">
            <a:spLocks noGrp="1"/>
          </p:cNvSpPr>
          <p:nvPr>
            <p:ph type="sldNum" idx="12"/>
          </p:nvPr>
        </p:nvSpPr>
        <p:spPr>
          <a:xfrm>
            <a:off x="8425675" y="4622075"/>
            <a:ext cx="548699" cy="521400"/>
          </a:xfrm>
          <a:prstGeom prst="rect">
            <a:avLst/>
          </a:prstGeom>
          <a:noFill/>
          <a:ln>
            <a:noFill/>
          </a:ln>
        </p:spPr>
        <p:txBody>
          <a:bodyPr lIns="91425" tIns="91425" rIns="91425" bIns="91425" anchor="ctr" anchorCtr="0">
            <a:noAutofit/>
          </a:bodyPr>
          <a:lstStyle>
            <a:lvl1pPr algn="r">
              <a:spcBef>
                <a:spcPts val="0"/>
              </a:spcBef>
              <a:buNone/>
              <a:defRPr sz="1300">
                <a:solidFill>
                  <a:schemeClr val="dk2"/>
                </a:solidFill>
              </a:defRPr>
            </a:lvl1pPr>
          </a:lstStyle>
          <a:p>
            <a:pPr>
              <a:spcBef>
                <a:spcPts val="0"/>
              </a:spcBef>
              <a:buNone/>
            </a:pPr>
            <a:fld id="{00000000-1234-1234-1234-123412341234}" type="slidenum">
              <a:rPr lang="en"/>
              <a:pPr>
                <a:spcBef>
                  <a:spcPts val="0"/>
                </a:spcBef>
                <a:buNone/>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ctrTitle"/>
          </p:nvPr>
        </p:nvSpPr>
        <p:spPr>
          <a:xfrm>
            <a:off x="685800" y="1097552"/>
            <a:ext cx="6400799" cy="675299"/>
          </a:xfrm>
          <a:prstGeom prst="rect">
            <a:avLst/>
          </a:prstGeom>
        </p:spPr>
        <p:txBody>
          <a:bodyPr lIns="91425" tIns="91425" rIns="91425" bIns="91425" anchor="b" anchorCtr="0">
            <a:noAutofit/>
          </a:bodyPr>
          <a:lstStyle/>
          <a:p>
            <a:pPr algn="ctr">
              <a:spcBef>
                <a:spcPts val="0"/>
              </a:spcBef>
              <a:buNone/>
            </a:pPr>
            <a:r>
              <a:rPr lang="en"/>
              <a:t>The Crusades</a:t>
            </a:r>
          </a:p>
        </p:txBody>
      </p:sp>
      <p:sp>
        <p:nvSpPr>
          <p:cNvPr id="97" name="Shape 97"/>
          <p:cNvSpPr txBox="1">
            <a:spLocks noGrp="1"/>
          </p:cNvSpPr>
          <p:nvPr>
            <p:ph type="subTitle" idx="1"/>
          </p:nvPr>
        </p:nvSpPr>
        <p:spPr>
          <a:xfrm>
            <a:off x="685800" y="1715663"/>
            <a:ext cx="6400799" cy="675299"/>
          </a:xfrm>
          <a:prstGeom prst="rect">
            <a:avLst/>
          </a:prstGeom>
        </p:spPr>
        <p:txBody>
          <a:bodyPr lIns="91425" tIns="91425" rIns="91425" bIns="91425" anchor="t" anchorCtr="0">
            <a:noAutofit/>
          </a:bodyPr>
          <a:lstStyle/>
          <a:p>
            <a:pPr algn="ctr">
              <a:spcBef>
                <a:spcPts val="0"/>
              </a:spcBef>
              <a:buNone/>
            </a:pPr>
            <a:r>
              <a:rPr lang="en"/>
              <a:t>Year 8 History - Medieval Europe</a:t>
            </a:r>
          </a:p>
        </p:txBody>
      </p:sp>
      <p:pic>
        <p:nvPicPr>
          <p:cNvPr id="98" name="Shape 98"/>
          <p:cNvPicPr preferRelativeResize="0"/>
          <p:nvPr/>
        </p:nvPicPr>
        <p:blipFill>
          <a:blip r:embed="rId3">
            <a:alphaModFix/>
          </a:blip>
          <a:stretch>
            <a:fillRect/>
          </a:stretch>
        </p:blipFill>
        <p:spPr>
          <a:xfrm>
            <a:off x="2627475" y="2235800"/>
            <a:ext cx="2714999" cy="1732000"/>
          </a:xfrm>
          <a:prstGeom prst="rect">
            <a:avLst/>
          </a:prstGeom>
          <a:noFill/>
          <a:ln>
            <a:noFill/>
          </a:ln>
        </p:spPr>
      </p:pic>
      <p:pic>
        <p:nvPicPr>
          <p:cNvPr id="99" name="Shape 99"/>
          <p:cNvPicPr preferRelativeResize="0"/>
          <p:nvPr/>
        </p:nvPicPr>
        <p:blipFill>
          <a:blip r:embed="rId4">
            <a:alphaModFix/>
          </a:blip>
          <a:stretch>
            <a:fillRect/>
          </a:stretch>
        </p:blipFill>
        <p:spPr>
          <a:xfrm>
            <a:off x="685791" y="2862375"/>
            <a:ext cx="1211475" cy="1105425"/>
          </a:xfrm>
          <a:prstGeom prst="rect">
            <a:avLst/>
          </a:prstGeom>
          <a:noFill/>
          <a:ln>
            <a:noFill/>
          </a:ln>
        </p:spPr>
      </p:pic>
      <p:pic>
        <p:nvPicPr>
          <p:cNvPr id="100" name="Shape 100"/>
          <p:cNvPicPr preferRelativeResize="0"/>
          <p:nvPr/>
        </p:nvPicPr>
        <p:blipFill>
          <a:blip r:embed="rId5">
            <a:alphaModFix/>
          </a:blip>
          <a:stretch>
            <a:fillRect/>
          </a:stretch>
        </p:blipFill>
        <p:spPr>
          <a:xfrm>
            <a:off x="6072669" y="2815844"/>
            <a:ext cx="1013924" cy="1151949"/>
          </a:xfrm>
          <a:prstGeom prst="rect">
            <a:avLst/>
          </a:prstGeom>
          <a:noFill/>
          <a:ln>
            <a:noFill/>
          </a:ln>
        </p:spPr>
      </p:pic>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Shape 105"/>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    Learning Goals...</a:t>
            </a:r>
          </a:p>
        </p:txBody>
      </p:sp>
      <p:sp>
        <p:nvSpPr>
          <p:cNvPr id="106" name="Shape 106"/>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rtl="0">
              <a:spcBef>
                <a:spcPts val="0"/>
              </a:spcBef>
              <a:buNone/>
            </a:pPr>
            <a:r>
              <a:rPr lang="en"/>
              <a:t>Our Goal is to:</a:t>
            </a:r>
          </a:p>
          <a:p>
            <a:pPr lvl="0" rtl="0">
              <a:spcBef>
                <a:spcPts val="0"/>
              </a:spcBef>
              <a:buNone/>
            </a:pPr>
            <a:endParaRPr/>
          </a:p>
          <a:p>
            <a:pPr marL="457200" lvl="0" indent="-342900" rtl="0">
              <a:spcBef>
                <a:spcPts val="0"/>
              </a:spcBef>
              <a:buClr>
                <a:schemeClr val="dk2"/>
              </a:buClr>
              <a:buSzPct val="100000"/>
              <a:buFont typeface="Arial"/>
              <a:buChar char="-"/>
            </a:pPr>
            <a:r>
              <a:rPr lang="en"/>
              <a:t>Understand what the Crusades were</a:t>
            </a:r>
          </a:p>
          <a:p>
            <a:pPr rtl="0">
              <a:spcBef>
                <a:spcPts val="0"/>
              </a:spcBef>
              <a:buNone/>
            </a:pPr>
            <a:endParaRPr/>
          </a:p>
          <a:p>
            <a:pPr lvl="0" rtl="0">
              <a:spcBef>
                <a:spcPts val="0"/>
              </a:spcBef>
              <a:buNone/>
            </a:pPr>
            <a:endParaRPr/>
          </a:p>
          <a:p>
            <a:pPr marL="457200" lvl="0" indent="-342900" rtl="0">
              <a:spcBef>
                <a:spcPts val="0"/>
              </a:spcBef>
              <a:buClr>
                <a:schemeClr val="dk2"/>
              </a:buClr>
              <a:buSzPct val="100000"/>
              <a:buFont typeface="Arial"/>
              <a:buChar char="-"/>
            </a:pPr>
            <a:r>
              <a:rPr lang="en"/>
              <a:t>Why the Crusades happened</a:t>
            </a:r>
          </a:p>
          <a:p>
            <a:pPr rtl="0">
              <a:spcBef>
                <a:spcPts val="0"/>
              </a:spcBef>
              <a:buNone/>
            </a:pPr>
            <a:endParaRPr/>
          </a:p>
          <a:p>
            <a:pPr lvl="0" rtl="0">
              <a:spcBef>
                <a:spcPts val="0"/>
              </a:spcBef>
              <a:buNone/>
            </a:pPr>
            <a:endParaRPr/>
          </a:p>
          <a:p>
            <a:pPr marL="457200" lvl="0" indent="-342900">
              <a:spcBef>
                <a:spcPts val="0"/>
              </a:spcBef>
              <a:buClr>
                <a:schemeClr val="dk2"/>
              </a:buClr>
              <a:buSzPct val="100000"/>
              <a:buFont typeface="Arial"/>
              <a:buChar char="-"/>
            </a:pPr>
            <a:r>
              <a:rPr lang="en"/>
              <a:t>Identify significant individuals of the Crusades</a:t>
            </a:r>
          </a:p>
        </p:txBody>
      </p:sp>
      <p:pic>
        <p:nvPicPr>
          <p:cNvPr id="107" name="Shape 107"/>
          <p:cNvPicPr preferRelativeResize="0"/>
          <p:nvPr/>
        </p:nvPicPr>
        <p:blipFill>
          <a:blip r:embed="rId3">
            <a:alphaModFix/>
          </a:blip>
          <a:stretch>
            <a:fillRect/>
          </a:stretch>
        </p:blipFill>
        <p:spPr>
          <a:xfrm>
            <a:off x="268774" y="183337"/>
            <a:ext cx="807049" cy="849524"/>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The City of Jerusalem...</a:t>
            </a:r>
          </a:p>
        </p:txBody>
      </p:sp>
      <p:sp>
        <p:nvSpPr>
          <p:cNvPr id="113" name="Shape 113"/>
          <p:cNvSpPr txBox="1">
            <a:spLocks noGrp="1"/>
          </p:cNvSpPr>
          <p:nvPr>
            <p:ph type="body" idx="1"/>
          </p:nvPr>
        </p:nvSpPr>
        <p:spPr>
          <a:xfrm>
            <a:off x="457200" y="1115099"/>
            <a:ext cx="8229600" cy="4028401"/>
          </a:xfrm>
          <a:prstGeom prst="rect">
            <a:avLst/>
          </a:prstGeom>
        </p:spPr>
        <p:txBody>
          <a:bodyPr lIns="91425" tIns="91425" rIns="91425" bIns="91425" anchor="t" anchorCtr="0">
            <a:noAutofit/>
          </a:bodyPr>
          <a:lstStyle/>
          <a:p>
            <a:pPr lvl="0" rtl="0">
              <a:spcBef>
                <a:spcPts val="0"/>
              </a:spcBef>
              <a:buNone/>
            </a:pPr>
            <a:r>
              <a:rPr lang="en" dirty="0"/>
              <a:t>To understand the </a:t>
            </a:r>
            <a:r>
              <a:rPr lang="en" b="1" dirty="0"/>
              <a:t>Crusades</a:t>
            </a:r>
            <a:r>
              <a:rPr lang="en" dirty="0"/>
              <a:t>, you must understand that the city of Jerusalem is very important to both Christians and Muslims all around the world.  But Why?</a:t>
            </a:r>
          </a:p>
          <a:p>
            <a:pPr lvl="0" rtl="0">
              <a:spcBef>
                <a:spcPts val="0"/>
              </a:spcBef>
              <a:buNone/>
            </a:pPr>
            <a:endParaRPr dirty="0"/>
          </a:p>
          <a:p>
            <a:pPr lvl="0">
              <a:spcBef>
                <a:spcPts val="0"/>
              </a:spcBef>
              <a:buNone/>
            </a:pPr>
            <a:endParaRPr dirty="0"/>
          </a:p>
        </p:txBody>
      </p:sp>
      <p:graphicFrame>
        <p:nvGraphicFramePr>
          <p:cNvPr id="114" name="Shape 114"/>
          <p:cNvGraphicFramePr/>
          <p:nvPr/>
        </p:nvGraphicFramePr>
        <p:xfrm>
          <a:off x="662875" y="2076175"/>
          <a:ext cx="7239000" cy="2863660"/>
        </p:xfrm>
        <a:graphic>
          <a:graphicData uri="http://schemas.openxmlformats.org/drawingml/2006/table">
            <a:tbl>
              <a:tblPr>
                <a:noFill/>
                <a:tableStyleId>{36872D5B-DA08-45F5-8F00-E939BFAE96BE}</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486250">
                <a:tc>
                  <a:txBody>
                    <a:bodyPr/>
                    <a:lstStyle/>
                    <a:p>
                      <a:pPr algn="ctr">
                        <a:spcBef>
                          <a:spcPts val="0"/>
                        </a:spcBef>
                        <a:buNone/>
                      </a:pPr>
                      <a:r>
                        <a:rPr lang="en" b="1"/>
                        <a:t>For Christians</a:t>
                      </a:r>
                    </a:p>
                  </a:txBody>
                  <a:tcPr marL="91425" marR="91425" marT="91425" marB="91425"/>
                </a:tc>
                <a:tc>
                  <a:txBody>
                    <a:bodyPr/>
                    <a:lstStyle/>
                    <a:p>
                      <a:pPr algn="ctr">
                        <a:spcBef>
                          <a:spcPts val="0"/>
                        </a:spcBef>
                        <a:buNone/>
                      </a:pPr>
                      <a:r>
                        <a:rPr lang="en" b="1"/>
                        <a:t>For Muslims</a:t>
                      </a:r>
                    </a:p>
                  </a:txBody>
                  <a:tcPr marL="91425" marR="91425" marT="91425" marB="91425"/>
                </a:tc>
                <a:extLst>
                  <a:ext uri="{0D108BD9-81ED-4DB2-BD59-A6C34878D82A}">
                    <a16:rowId xmlns:a16="http://schemas.microsoft.com/office/drawing/2014/main" val="10000"/>
                  </a:ext>
                </a:extLst>
              </a:tr>
              <a:tr h="2244875">
                <a:tc>
                  <a:txBody>
                    <a:bodyPr/>
                    <a:lstStyle/>
                    <a:p>
                      <a:pPr rtl="0">
                        <a:spcBef>
                          <a:spcPts val="0"/>
                        </a:spcBef>
                        <a:buNone/>
                      </a:pPr>
                      <a:r>
                        <a:rPr lang="en" sz="1200">
                          <a:solidFill>
                            <a:schemeClr val="dk2"/>
                          </a:solidFill>
                        </a:rPr>
                        <a:t>Jerusalem is the most holy of places for Christians because Jesus was born nearby in Bethlehem and spent most of his life in Jerusalem. </a:t>
                      </a:r>
                    </a:p>
                    <a:p>
                      <a:pPr rtl="0">
                        <a:spcBef>
                          <a:spcPts val="0"/>
                        </a:spcBef>
                        <a:buNone/>
                      </a:pPr>
                      <a:endParaRPr sz="1200">
                        <a:solidFill>
                          <a:schemeClr val="dk2"/>
                        </a:solidFill>
                      </a:endParaRPr>
                    </a:p>
                    <a:p>
                      <a:pPr rtl="0">
                        <a:spcBef>
                          <a:spcPts val="0"/>
                        </a:spcBef>
                        <a:buNone/>
                      </a:pPr>
                      <a:r>
                        <a:rPr lang="en" sz="1200">
                          <a:solidFill>
                            <a:schemeClr val="dk2"/>
                          </a:solidFill>
                        </a:rPr>
                        <a:t>Jesus was also crucified in Jerusalem</a:t>
                      </a:r>
                    </a:p>
                    <a:p>
                      <a:pPr rtl="0">
                        <a:spcBef>
                          <a:spcPts val="0"/>
                        </a:spcBef>
                        <a:buNone/>
                      </a:pPr>
                      <a:endParaRPr sz="1200">
                        <a:solidFill>
                          <a:schemeClr val="dk2"/>
                        </a:solidFill>
                      </a:endParaRPr>
                    </a:p>
                    <a:p>
                      <a:pPr rtl="0">
                        <a:spcBef>
                          <a:spcPts val="0"/>
                        </a:spcBef>
                        <a:buNone/>
                      </a:pPr>
                      <a:r>
                        <a:rPr lang="en" sz="1200">
                          <a:solidFill>
                            <a:schemeClr val="dk2"/>
                          </a:solidFill>
                        </a:rPr>
                        <a:t>Christians are also known to refer to Jerusalem as “The City of God”</a:t>
                      </a:r>
                    </a:p>
                    <a:p>
                      <a:pPr lvl="0">
                        <a:spcBef>
                          <a:spcPts val="0"/>
                        </a:spcBef>
                        <a:buNone/>
                      </a:pPr>
                      <a:endParaRPr sz="1200">
                        <a:solidFill>
                          <a:schemeClr val="dk2"/>
                        </a:solidFill>
                      </a:endParaRPr>
                    </a:p>
                  </a:txBody>
                  <a:tcPr marL="91425" marR="91425" marT="91425" marB="91425"/>
                </a:tc>
                <a:tc>
                  <a:txBody>
                    <a:bodyPr/>
                    <a:lstStyle/>
                    <a:p>
                      <a:pPr rtl="0">
                        <a:spcBef>
                          <a:spcPts val="0"/>
                        </a:spcBef>
                        <a:buNone/>
                      </a:pPr>
                      <a:r>
                        <a:rPr lang="en" sz="1200"/>
                        <a:t>Muhammad, the founder of the Muslim Faith - Islam, had visited Jerusalem on a pilgrimage</a:t>
                      </a:r>
                    </a:p>
                    <a:p>
                      <a:pPr rtl="0">
                        <a:spcBef>
                          <a:spcPts val="0"/>
                        </a:spcBef>
                        <a:buNone/>
                      </a:pPr>
                      <a:endParaRPr sz="1200"/>
                    </a:p>
                    <a:p>
                      <a:pPr rtl="0">
                        <a:spcBef>
                          <a:spcPts val="0"/>
                        </a:spcBef>
                        <a:buNone/>
                      </a:pPr>
                      <a:r>
                        <a:rPr lang="en" sz="1200"/>
                        <a:t>Muhammad is believed to be the messenger of Allah, the Muslim God.</a:t>
                      </a:r>
                    </a:p>
                    <a:p>
                      <a:pPr rtl="0">
                        <a:spcBef>
                          <a:spcPts val="0"/>
                        </a:spcBef>
                        <a:buNone/>
                      </a:pPr>
                      <a:endParaRPr sz="1200"/>
                    </a:p>
                    <a:p>
                      <a:pPr rtl="0">
                        <a:spcBef>
                          <a:spcPts val="0"/>
                        </a:spcBef>
                        <a:buNone/>
                      </a:pPr>
                      <a:r>
                        <a:rPr lang="en" sz="1200"/>
                        <a:t>Muslims believe that Muhammad ascended to heaven, while at the Dome of the Rock in Jerusalem, and met Allah who told him the 5 pillars of Islam.  </a:t>
                      </a:r>
                    </a:p>
                    <a:p>
                      <a:pPr rtl="0">
                        <a:spcBef>
                          <a:spcPts val="0"/>
                        </a:spcBef>
                        <a:buNone/>
                      </a:pPr>
                      <a:endParaRPr sz="1200"/>
                    </a:p>
                    <a:p>
                      <a:pPr>
                        <a:spcBef>
                          <a:spcPts val="0"/>
                        </a:spcBef>
                        <a:buNone/>
                      </a:pPr>
                      <a:endParaRPr sz="120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Shape 119"/>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    RESEARCH ACTIVITY</a:t>
            </a:r>
          </a:p>
        </p:txBody>
      </p:sp>
      <p:sp>
        <p:nvSpPr>
          <p:cNvPr id="120" name="Shape 120"/>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rtl="0">
              <a:spcBef>
                <a:spcPts val="0"/>
              </a:spcBef>
              <a:buNone/>
            </a:pPr>
            <a:r>
              <a:rPr lang="en"/>
              <a:t>Q:  Research the Dome of the Rock to discover why it is important to both Christian and Muslim people. You can create a table to explain your answer if you wish.</a:t>
            </a:r>
          </a:p>
          <a:p>
            <a:pPr rtl="0">
              <a:spcBef>
                <a:spcPts val="0"/>
              </a:spcBef>
              <a:buNone/>
            </a:pPr>
            <a:endParaRPr/>
          </a:p>
          <a:p>
            <a:pPr>
              <a:spcBef>
                <a:spcPts val="0"/>
              </a:spcBef>
              <a:buNone/>
            </a:pPr>
            <a:r>
              <a:rPr lang="en"/>
              <a:t> </a:t>
            </a:r>
          </a:p>
        </p:txBody>
      </p:sp>
      <p:pic>
        <p:nvPicPr>
          <p:cNvPr id="121" name="Shape 121"/>
          <p:cNvPicPr preferRelativeResize="0"/>
          <p:nvPr/>
        </p:nvPicPr>
        <p:blipFill>
          <a:blip r:embed="rId3">
            <a:alphaModFix/>
          </a:blip>
          <a:stretch>
            <a:fillRect/>
          </a:stretch>
        </p:blipFill>
        <p:spPr>
          <a:xfrm>
            <a:off x="645747" y="2506247"/>
            <a:ext cx="3279774" cy="2011700"/>
          </a:xfrm>
          <a:prstGeom prst="rect">
            <a:avLst/>
          </a:prstGeom>
          <a:noFill/>
          <a:ln>
            <a:noFill/>
          </a:ln>
        </p:spPr>
      </p:pic>
      <p:sp>
        <p:nvSpPr>
          <p:cNvPr id="122" name="Shape 122"/>
          <p:cNvSpPr txBox="1"/>
          <p:nvPr/>
        </p:nvSpPr>
        <p:spPr>
          <a:xfrm>
            <a:off x="4622200" y="2724300"/>
            <a:ext cx="3279899" cy="1575600"/>
          </a:xfrm>
          <a:prstGeom prst="rect">
            <a:avLst/>
          </a:prstGeom>
          <a:noFill/>
          <a:ln>
            <a:noFill/>
          </a:ln>
        </p:spPr>
        <p:txBody>
          <a:bodyPr lIns="91425" tIns="91425" rIns="91425" bIns="91425" anchor="t" anchorCtr="0">
            <a:noAutofit/>
          </a:bodyPr>
          <a:lstStyle/>
          <a:p>
            <a:pPr>
              <a:spcBef>
                <a:spcPts val="0"/>
              </a:spcBef>
              <a:buNone/>
            </a:pPr>
            <a:r>
              <a:rPr lang="en"/>
              <a:t>The Dome of the Rock is the oldest existing Islamic monument.  It was taken over by Crusaders and turned into a Christian Shrine before being returned to Islamic control. </a:t>
            </a:r>
          </a:p>
        </p:txBody>
      </p:sp>
      <p:cxnSp>
        <p:nvCxnSpPr>
          <p:cNvPr id="123" name="Shape 123"/>
          <p:cNvCxnSpPr/>
          <p:nvPr/>
        </p:nvCxnSpPr>
        <p:spPr>
          <a:xfrm flipH="1">
            <a:off x="4031425" y="3208900"/>
            <a:ext cx="567599" cy="69599"/>
          </a:xfrm>
          <a:prstGeom prst="straightConnector1">
            <a:avLst/>
          </a:prstGeom>
          <a:noFill/>
          <a:ln w="19050" cap="flat">
            <a:solidFill>
              <a:schemeClr val="dk2"/>
            </a:solidFill>
            <a:prstDash val="solid"/>
            <a:round/>
            <a:headEnd type="none" w="lg" len="lg"/>
            <a:tailEnd type="triangle" w="lg" len="lg"/>
          </a:ln>
        </p:spPr>
      </p:cxnSp>
      <p:pic>
        <p:nvPicPr>
          <p:cNvPr id="124" name="Shape 124"/>
          <p:cNvPicPr preferRelativeResize="0"/>
          <p:nvPr/>
        </p:nvPicPr>
        <p:blipFill>
          <a:blip r:embed="rId4">
            <a:alphaModFix/>
          </a:blip>
          <a:stretch>
            <a:fillRect/>
          </a:stretch>
        </p:blipFill>
        <p:spPr>
          <a:xfrm>
            <a:off x="190775" y="130086"/>
            <a:ext cx="908224" cy="956026"/>
          </a:xfrm>
          <a:prstGeom prst="rect">
            <a:avLst/>
          </a:prstGeom>
          <a:noFill/>
          <a:ln>
            <a:noFill/>
          </a:ln>
        </p:spPr>
      </p:pic>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Shape 129"/>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The Crusades</a:t>
            </a:r>
          </a:p>
        </p:txBody>
      </p:sp>
      <p:sp>
        <p:nvSpPr>
          <p:cNvPr id="130" name="Shape 130"/>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marL="457200" lvl="0" indent="-342900" rtl="0">
              <a:spcBef>
                <a:spcPts val="0"/>
              </a:spcBef>
              <a:buClr>
                <a:schemeClr val="dk2"/>
              </a:buClr>
              <a:buSzPct val="100000"/>
              <a:buFont typeface="Arial"/>
              <a:buChar char="-"/>
            </a:pPr>
            <a:r>
              <a:rPr lang="en"/>
              <a:t>During the 11th century, Muslims had captured the city of Jerusalem and had begun to attack Christian people who were on </a:t>
            </a:r>
            <a:r>
              <a:rPr lang="en" b="1"/>
              <a:t>pilgrimages</a:t>
            </a:r>
            <a:r>
              <a:rPr lang="en"/>
              <a:t> to the Holy Land.</a:t>
            </a:r>
          </a:p>
          <a:p>
            <a:pPr lvl="0" rtl="0">
              <a:spcBef>
                <a:spcPts val="0"/>
              </a:spcBef>
              <a:buNone/>
            </a:pPr>
            <a:endParaRPr/>
          </a:p>
          <a:p>
            <a:pPr marL="457200" lvl="0" indent="-342900" rtl="0">
              <a:spcBef>
                <a:spcPts val="0"/>
              </a:spcBef>
              <a:buClr>
                <a:schemeClr val="dk2"/>
              </a:buClr>
              <a:buSzPct val="100000"/>
              <a:buFont typeface="Arial"/>
              <a:buChar char="-"/>
            </a:pPr>
            <a:r>
              <a:rPr lang="en"/>
              <a:t>In response to this, the Pope (Urban II) rallied all Christians from across Europe to fight for control of Jerusalem and take back the Holy Land from the Muslims.  This was start of the </a:t>
            </a:r>
            <a:r>
              <a:rPr lang="en" b="1"/>
              <a:t>Crusades</a:t>
            </a:r>
            <a:r>
              <a:rPr lang="en"/>
              <a:t>. </a:t>
            </a:r>
          </a:p>
          <a:p>
            <a:pPr lvl="0" rtl="0">
              <a:spcBef>
                <a:spcPts val="0"/>
              </a:spcBef>
              <a:buNone/>
            </a:pPr>
            <a:endParaRPr/>
          </a:p>
          <a:p>
            <a:pPr marL="457200" lvl="0" indent="-342900">
              <a:spcBef>
                <a:spcPts val="0"/>
              </a:spcBef>
              <a:buClr>
                <a:schemeClr val="dk2"/>
              </a:buClr>
              <a:buSzPct val="100000"/>
              <a:buFont typeface="Arial"/>
              <a:buChar char="-"/>
            </a:pPr>
            <a:r>
              <a:rPr lang="en"/>
              <a:t>The </a:t>
            </a:r>
            <a:r>
              <a:rPr lang="en" b="1"/>
              <a:t>Crusades</a:t>
            </a:r>
            <a:r>
              <a:rPr lang="en"/>
              <a:t> were a series of wars between Christians and Muslims between 1096 - 1291 AD.  We will focus on the First (1096-1099 AD) and Third Crusades (1189-1192 AD). </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Shape 135"/>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The First Crusade</a:t>
            </a:r>
          </a:p>
        </p:txBody>
      </p:sp>
      <p:sp>
        <p:nvSpPr>
          <p:cNvPr id="136" name="Shape 136"/>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marL="457200" lvl="0" indent="-342900" rtl="0">
              <a:spcBef>
                <a:spcPts val="0"/>
              </a:spcBef>
              <a:buClr>
                <a:schemeClr val="dk2"/>
              </a:buClr>
              <a:buSzPct val="100000"/>
              <a:buFont typeface="Arial"/>
              <a:buChar char="-"/>
            </a:pPr>
            <a:r>
              <a:rPr lang="en"/>
              <a:t>Some of the first Christian Crusaders were knights.  The knights believed that by taking part in a crusade to return the Holy Land to Christian control it would gain them entry into heaven.  </a:t>
            </a:r>
          </a:p>
          <a:p>
            <a:pPr lvl="0" rtl="0">
              <a:spcBef>
                <a:spcPts val="0"/>
              </a:spcBef>
              <a:buNone/>
            </a:pPr>
            <a:endParaRPr/>
          </a:p>
          <a:p>
            <a:pPr marL="457200" lvl="0" indent="-342900" rtl="0">
              <a:spcBef>
                <a:spcPts val="0"/>
              </a:spcBef>
              <a:buClr>
                <a:schemeClr val="dk2"/>
              </a:buClr>
              <a:buSzPct val="100000"/>
              <a:buFont typeface="Arial"/>
              <a:buChar char="-"/>
            </a:pPr>
            <a:r>
              <a:rPr lang="en"/>
              <a:t>Other knights were simply looking for adventure, to get rich or to even gain more power when they returned home.  </a:t>
            </a:r>
          </a:p>
          <a:p>
            <a:pPr lvl="0" rtl="0">
              <a:spcBef>
                <a:spcPts val="0"/>
              </a:spcBef>
              <a:buNone/>
            </a:pPr>
            <a:endParaRPr/>
          </a:p>
          <a:p>
            <a:pPr marL="457200" lvl="0" indent="-342900">
              <a:spcBef>
                <a:spcPts val="0"/>
              </a:spcBef>
              <a:buClr>
                <a:schemeClr val="dk2"/>
              </a:buClr>
              <a:buSzPct val="100000"/>
              <a:buFont typeface="Arial"/>
              <a:buChar char="-"/>
            </a:pPr>
            <a:r>
              <a:rPr lang="en"/>
              <a:t>Thousands of peasants also participated in the Crusades by following a monk who was called “Peter the Hermit”.  </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Shape 141"/>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lvl="0">
              <a:spcBef>
                <a:spcPts val="0"/>
              </a:spcBef>
              <a:buNone/>
            </a:pPr>
            <a:r>
              <a:rPr lang="en"/>
              <a:t>The First Crusade</a:t>
            </a:r>
          </a:p>
        </p:txBody>
      </p:sp>
      <p:sp>
        <p:nvSpPr>
          <p:cNvPr id="142" name="Shape 142"/>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marL="457200" lvl="0" indent="-342900" rtl="0">
              <a:spcBef>
                <a:spcPts val="0"/>
              </a:spcBef>
              <a:buClr>
                <a:schemeClr val="dk2"/>
              </a:buClr>
              <a:buSzPct val="100000"/>
              <a:buFont typeface="Arial"/>
              <a:buChar char="-"/>
            </a:pPr>
            <a:r>
              <a:rPr lang="en"/>
              <a:t>After a long journey over land and series of bloody battles, the knights eventually captured Jerusalem. </a:t>
            </a:r>
          </a:p>
          <a:p>
            <a:pPr rtl="0">
              <a:spcBef>
                <a:spcPts val="0"/>
              </a:spcBef>
              <a:buNone/>
            </a:pPr>
            <a:endParaRPr/>
          </a:p>
          <a:p>
            <a:pPr marL="457200" lvl="0" indent="-342900" rtl="0">
              <a:spcBef>
                <a:spcPts val="0"/>
              </a:spcBef>
              <a:buClr>
                <a:schemeClr val="dk2"/>
              </a:buClr>
              <a:buSzPct val="100000"/>
              <a:buFont typeface="Arial"/>
              <a:buChar char="-"/>
            </a:pPr>
            <a:r>
              <a:rPr lang="en"/>
              <a:t>The knights murdered all the muslims and jews in the city of Jerusalem.  They felt justified in doing this, and that they were acting in God’s name, because of the all the Christians that were killed earlier on pilgrimages. </a:t>
            </a:r>
          </a:p>
          <a:p>
            <a:pPr rtl="0">
              <a:spcBef>
                <a:spcPts val="0"/>
              </a:spcBef>
              <a:buNone/>
            </a:pPr>
            <a:endParaRPr/>
          </a:p>
          <a:p>
            <a:pPr marL="457200" lvl="0" indent="-342900">
              <a:spcBef>
                <a:spcPts val="0"/>
              </a:spcBef>
              <a:buClr>
                <a:schemeClr val="dk2"/>
              </a:buClr>
              <a:buSzPct val="100000"/>
              <a:buFont typeface="Arial"/>
              <a:buChar char="-"/>
            </a:pPr>
            <a:r>
              <a:rPr lang="en"/>
              <a:t>The knights went on to set up The Knights Templar.  A group of knights who were charged with the duty of protecting Christians on pilgrimages to the Holy Land. </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Shape 147"/>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     Source Study</a:t>
            </a:r>
          </a:p>
        </p:txBody>
      </p:sp>
      <p:pic>
        <p:nvPicPr>
          <p:cNvPr id="148" name="Shape 148"/>
          <p:cNvPicPr preferRelativeResize="0"/>
          <p:nvPr/>
        </p:nvPicPr>
        <p:blipFill>
          <a:blip r:embed="rId3">
            <a:alphaModFix/>
          </a:blip>
          <a:stretch>
            <a:fillRect/>
          </a:stretch>
        </p:blipFill>
        <p:spPr>
          <a:xfrm>
            <a:off x="1876225" y="1146900"/>
            <a:ext cx="6753724" cy="3996600"/>
          </a:xfrm>
          <a:prstGeom prst="rect">
            <a:avLst/>
          </a:prstGeom>
          <a:noFill/>
          <a:ln>
            <a:noFill/>
          </a:ln>
        </p:spPr>
      </p:pic>
      <p:pic>
        <p:nvPicPr>
          <p:cNvPr id="149" name="Shape 149"/>
          <p:cNvPicPr preferRelativeResize="0"/>
          <p:nvPr/>
        </p:nvPicPr>
        <p:blipFill>
          <a:blip r:embed="rId4">
            <a:alphaModFix/>
          </a:blip>
          <a:stretch>
            <a:fillRect/>
          </a:stretch>
        </p:blipFill>
        <p:spPr>
          <a:xfrm>
            <a:off x="457200" y="274175"/>
            <a:ext cx="752024" cy="791600"/>
          </a:xfrm>
          <a:prstGeom prst="rect">
            <a:avLst/>
          </a:prstGeom>
          <a:noFill/>
          <a:ln>
            <a:noFill/>
          </a:ln>
        </p:spPr>
      </p:pic>
      <p:sp>
        <p:nvSpPr>
          <p:cNvPr id="150" name="Shape 150"/>
          <p:cNvSpPr txBox="1"/>
          <p:nvPr/>
        </p:nvSpPr>
        <p:spPr>
          <a:xfrm>
            <a:off x="150600" y="1505975"/>
            <a:ext cx="1169999" cy="1158299"/>
          </a:xfrm>
          <a:prstGeom prst="rect">
            <a:avLst/>
          </a:prstGeom>
          <a:noFill/>
          <a:ln>
            <a:noFill/>
          </a:ln>
        </p:spPr>
        <p:txBody>
          <a:bodyPr lIns="91425" tIns="91425" rIns="91425" bIns="91425" anchor="t" anchorCtr="0">
            <a:noAutofit/>
          </a:bodyPr>
          <a:lstStyle/>
          <a:p>
            <a:pPr>
              <a:spcBef>
                <a:spcPts val="0"/>
              </a:spcBef>
              <a:buNone/>
            </a:pPr>
            <a:r>
              <a:rPr lang="en"/>
              <a:t>Attempt this question in your workbook.</a:t>
            </a:r>
          </a:p>
        </p:txBody>
      </p:sp>
      <p:cxnSp>
        <p:nvCxnSpPr>
          <p:cNvPr id="151" name="Shape 151"/>
          <p:cNvCxnSpPr/>
          <p:nvPr/>
        </p:nvCxnSpPr>
        <p:spPr>
          <a:xfrm>
            <a:off x="996275" y="2537000"/>
            <a:ext cx="729900" cy="1401600"/>
          </a:xfrm>
          <a:prstGeom prst="straightConnector1">
            <a:avLst/>
          </a:prstGeom>
          <a:noFill/>
          <a:ln w="19050" cap="flat">
            <a:solidFill>
              <a:schemeClr val="dk2"/>
            </a:solidFill>
            <a:prstDash val="solid"/>
            <a:round/>
            <a:headEnd type="none" w="lg" len="lg"/>
            <a:tailEnd type="triangle" w="lg" len="lg"/>
          </a:ln>
        </p:spPr>
      </p:cxn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     COMPREHENSION</a:t>
            </a:r>
          </a:p>
        </p:txBody>
      </p:sp>
      <p:sp>
        <p:nvSpPr>
          <p:cNvPr id="157" name="Shape 157"/>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marL="457200" lvl="0" indent="-342900" rtl="0">
              <a:spcBef>
                <a:spcPts val="0"/>
              </a:spcBef>
              <a:buClr>
                <a:schemeClr val="dk2"/>
              </a:buClr>
              <a:buSzPct val="100000"/>
              <a:buFont typeface="Arial"/>
              <a:buAutoNum type="arabicParenR"/>
            </a:pPr>
            <a:r>
              <a:rPr lang="en"/>
              <a:t>In what years did the First Crusade take place? </a:t>
            </a:r>
          </a:p>
          <a:p>
            <a:pPr marL="457200" lvl="0" indent="-342900" rtl="0">
              <a:spcBef>
                <a:spcPts val="0"/>
              </a:spcBef>
              <a:buClr>
                <a:schemeClr val="dk2"/>
              </a:buClr>
              <a:buSzPct val="100000"/>
              <a:buFont typeface="Arial"/>
              <a:buAutoNum type="arabicParenR"/>
            </a:pPr>
            <a:r>
              <a:rPr lang="en"/>
              <a:t>Write the definition of the terms </a:t>
            </a:r>
            <a:r>
              <a:rPr lang="en" b="1"/>
              <a:t>Crusades</a:t>
            </a:r>
            <a:r>
              <a:rPr lang="en"/>
              <a:t> and </a:t>
            </a:r>
            <a:r>
              <a:rPr lang="en" b="1"/>
              <a:t>Pilgrimage</a:t>
            </a:r>
            <a:r>
              <a:rPr lang="en"/>
              <a:t> in your workbook. </a:t>
            </a:r>
          </a:p>
          <a:p>
            <a:pPr marL="457200" lvl="0" indent="-342900" rtl="0">
              <a:spcBef>
                <a:spcPts val="0"/>
              </a:spcBef>
              <a:buClr>
                <a:schemeClr val="dk2"/>
              </a:buClr>
              <a:buSzPct val="100000"/>
              <a:buFont typeface="Arial"/>
              <a:buAutoNum type="arabicParenR"/>
            </a:pPr>
            <a:r>
              <a:rPr lang="en"/>
              <a:t>Complete the Reasons “To Go On A Crusade” activity in your workbook by creating a table with the columns Religion, Power and Money.  Example:</a:t>
            </a: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lvl="0" rtl="0">
              <a:spcBef>
                <a:spcPts val="0"/>
              </a:spcBef>
              <a:buNone/>
            </a:pPr>
            <a:r>
              <a:rPr lang="en"/>
              <a:t>Then, write the Reasons (on the next slide) under the correct column heading. </a:t>
            </a:r>
          </a:p>
          <a:p>
            <a:pPr lvl="0" rtl="0">
              <a:spcBef>
                <a:spcPts val="0"/>
              </a:spcBef>
              <a:buNone/>
            </a:pPr>
            <a:endParaRPr/>
          </a:p>
          <a:p>
            <a:pPr lvl="0">
              <a:spcBef>
                <a:spcPts val="0"/>
              </a:spcBef>
              <a:buNone/>
            </a:pPr>
            <a:endParaRPr/>
          </a:p>
        </p:txBody>
      </p:sp>
      <p:pic>
        <p:nvPicPr>
          <p:cNvPr id="158" name="Shape 158"/>
          <p:cNvPicPr preferRelativeResize="0"/>
          <p:nvPr/>
        </p:nvPicPr>
        <p:blipFill>
          <a:blip r:embed="rId3">
            <a:alphaModFix/>
          </a:blip>
          <a:stretch>
            <a:fillRect/>
          </a:stretch>
        </p:blipFill>
        <p:spPr>
          <a:xfrm>
            <a:off x="193450" y="125412"/>
            <a:ext cx="917100" cy="965375"/>
          </a:xfrm>
          <a:prstGeom prst="rect">
            <a:avLst/>
          </a:prstGeom>
          <a:noFill/>
          <a:ln>
            <a:noFill/>
          </a:ln>
        </p:spPr>
      </p:pic>
      <p:pic>
        <p:nvPicPr>
          <p:cNvPr id="159" name="Shape 159"/>
          <p:cNvPicPr preferRelativeResize="0"/>
          <p:nvPr/>
        </p:nvPicPr>
        <p:blipFill>
          <a:blip r:embed="rId4">
            <a:alphaModFix/>
          </a:blip>
          <a:stretch>
            <a:fillRect/>
          </a:stretch>
        </p:blipFill>
        <p:spPr>
          <a:xfrm>
            <a:off x="639109" y="2951975"/>
            <a:ext cx="1740840" cy="965374"/>
          </a:xfrm>
          <a:prstGeom prst="rect">
            <a:avLst/>
          </a:prstGeom>
          <a:noFill/>
          <a:ln>
            <a:noFill/>
          </a:ln>
        </p:spPr>
      </p:pic>
      <p:pic>
        <p:nvPicPr>
          <p:cNvPr id="160" name="Shape 160"/>
          <p:cNvPicPr preferRelativeResize="0"/>
          <p:nvPr/>
        </p:nvPicPr>
        <p:blipFill>
          <a:blip r:embed="rId5">
            <a:alphaModFix/>
          </a:blip>
          <a:stretch>
            <a:fillRect/>
          </a:stretch>
        </p:blipFill>
        <p:spPr>
          <a:xfrm>
            <a:off x="3179928" y="2903360"/>
            <a:ext cx="1863121" cy="1014000"/>
          </a:xfrm>
          <a:prstGeom prst="rect">
            <a:avLst/>
          </a:prstGeom>
          <a:noFill/>
          <a:ln>
            <a:noFill/>
          </a:ln>
        </p:spPr>
      </p:pic>
      <p:pic>
        <p:nvPicPr>
          <p:cNvPr id="161" name="Shape 161"/>
          <p:cNvPicPr preferRelativeResize="0"/>
          <p:nvPr/>
        </p:nvPicPr>
        <p:blipFill>
          <a:blip r:embed="rId6">
            <a:alphaModFix/>
          </a:blip>
          <a:stretch>
            <a:fillRect/>
          </a:stretch>
        </p:blipFill>
        <p:spPr>
          <a:xfrm>
            <a:off x="5843023" y="2906630"/>
            <a:ext cx="1863125" cy="1056057"/>
          </a:xfrm>
          <a:prstGeom prst="rect">
            <a:avLst/>
          </a:prstGeom>
          <a:noFill/>
          <a:ln>
            <a:noFill/>
          </a:ln>
        </p:spPr>
      </p:pic>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Shape 166"/>
          <p:cNvSpPr txBox="1">
            <a:spLocks noGrp="1"/>
          </p:cNvSpPr>
          <p:nvPr>
            <p:ph type="title"/>
          </p:nvPr>
        </p:nvSpPr>
        <p:spPr>
          <a:xfrm>
            <a:off x="150600" y="101100"/>
            <a:ext cx="7842600" cy="1013999"/>
          </a:xfrm>
          <a:prstGeom prst="rect">
            <a:avLst/>
          </a:prstGeom>
        </p:spPr>
        <p:txBody>
          <a:bodyPr lIns="91425" tIns="91425" rIns="91425" bIns="91425" anchor="b" anchorCtr="0">
            <a:noAutofit/>
          </a:bodyPr>
          <a:lstStyle/>
          <a:p>
            <a:pPr>
              <a:spcBef>
                <a:spcPts val="0"/>
              </a:spcBef>
              <a:buNone/>
            </a:pPr>
            <a:r>
              <a:rPr lang="en" sz="3600"/>
              <a:t>REASONS TO GO ON A CRUSADE</a:t>
            </a:r>
          </a:p>
        </p:txBody>
      </p:sp>
      <p:pic>
        <p:nvPicPr>
          <p:cNvPr id="167" name="Shape 167"/>
          <p:cNvPicPr preferRelativeResize="0"/>
          <p:nvPr/>
        </p:nvPicPr>
        <p:blipFill>
          <a:blip r:embed="rId3">
            <a:alphaModFix/>
          </a:blip>
          <a:stretch>
            <a:fillRect/>
          </a:stretch>
        </p:blipFill>
        <p:spPr>
          <a:xfrm>
            <a:off x="150600" y="1362100"/>
            <a:ext cx="2057400" cy="704850"/>
          </a:xfrm>
          <a:prstGeom prst="rect">
            <a:avLst/>
          </a:prstGeom>
          <a:noFill/>
          <a:ln>
            <a:noFill/>
          </a:ln>
        </p:spPr>
      </p:pic>
      <p:pic>
        <p:nvPicPr>
          <p:cNvPr id="168" name="Shape 168"/>
          <p:cNvPicPr preferRelativeResize="0"/>
          <p:nvPr/>
        </p:nvPicPr>
        <p:blipFill>
          <a:blip r:embed="rId4">
            <a:alphaModFix/>
          </a:blip>
          <a:stretch>
            <a:fillRect/>
          </a:stretch>
        </p:blipFill>
        <p:spPr>
          <a:xfrm>
            <a:off x="3343412" y="3801637"/>
            <a:ext cx="2047875" cy="923925"/>
          </a:xfrm>
          <a:prstGeom prst="rect">
            <a:avLst/>
          </a:prstGeom>
          <a:noFill/>
          <a:ln>
            <a:noFill/>
          </a:ln>
        </p:spPr>
      </p:pic>
      <p:pic>
        <p:nvPicPr>
          <p:cNvPr id="169" name="Shape 169"/>
          <p:cNvPicPr preferRelativeResize="0"/>
          <p:nvPr/>
        </p:nvPicPr>
        <p:blipFill>
          <a:blip r:embed="rId5">
            <a:alphaModFix/>
          </a:blip>
          <a:stretch>
            <a:fillRect/>
          </a:stretch>
        </p:blipFill>
        <p:spPr>
          <a:xfrm>
            <a:off x="111337" y="3532750"/>
            <a:ext cx="2047875" cy="1066800"/>
          </a:xfrm>
          <a:prstGeom prst="rect">
            <a:avLst/>
          </a:prstGeom>
          <a:noFill/>
          <a:ln>
            <a:noFill/>
          </a:ln>
        </p:spPr>
      </p:pic>
      <p:pic>
        <p:nvPicPr>
          <p:cNvPr id="170" name="Shape 170"/>
          <p:cNvPicPr preferRelativeResize="0"/>
          <p:nvPr/>
        </p:nvPicPr>
        <p:blipFill>
          <a:blip r:embed="rId6">
            <a:alphaModFix/>
          </a:blip>
          <a:stretch>
            <a:fillRect/>
          </a:stretch>
        </p:blipFill>
        <p:spPr>
          <a:xfrm>
            <a:off x="2446650" y="2374937"/>
            <a:ext cx="2057400" cy="923925"/>
          </a:xfrm>
          <a:prstGeom prst="rect">
            <a:avLst/>
          </a:prstGeom>
          <a:noFill/>
          <a:ln>
            <a:noFill/>
          </a:ln>
        </p:spPr>
      </p:pic>
      <p:pic>
        <p:nvPicPr>
          <p:cNvPr id="171" name="Shape 171"/>
          <p:cNvPicPr preferRelativeResize="0"/>
          <p:nvPr/>
        </p:nvPicPr>
        <p:blipFill>
          <a:blip r:embed="rId7">
            <a:alphaModFix/>
          </a:blip>
          <a:stretch>
            <a:fillRect/>
          </a:stretch>
        </p:blipFill>
        <p:spPr>
          <a:xfrm>
            <a:off x="5053125" y="1247800"/>
            <a:ext cx="2057400" cy="819150"/>
          </a:xfrm>
          <a:prstGeom prst="rect">
            <a:avLst/>
          </a:prstGeom>
          <a:noFill/>
          <a:ln>
            <a:noFill/>
          </a:ln>
        </p:spPr>
      </p:pic>
      <p:pic>
        <p:nvPicPr>
          <p:cNvPr id="172" name="Shape 172"/>
          <p:cNvPicPr preferRelativeResize="0"/>
          <p:nvPr/>
        </p:nvPicPr>
        <p:blipFill>
          <a:blip r:embed="rId8">
            <a:alphaModFix/>
          </a:blip>
          <a:stretch>
            <a:fillRect/>
          </a:stretch>
        </p:blipFill>
        <p:spPr>
          <a:xfrm>
            <a:off x="6322662" y="3801637"/>
            <a:ext cx="2066925" cy="714375"/>
          </a:xfrm>
          <a:prstGeom prst="rect">
            <a:avLst/>
          </a:prstGeom>
          <a:noFill/>
          <a:ln>
            <a:noFill/>
          </a:ln>
        </p:spPr>
      </p:pic>
      <p:pic>
        <p:nvPicPr>
          <p:cNvPr id="173" name="Shape 173"/>
          <p:cNvPicPr preferRelativeResize="0"/>
          <p:nvPr/>
        </p:nvPicPr>
        <p:blipFill>
          <a:blip r:embed="rId9">
            <a:alphaModFix/>
          </a:blip>
          <a:stretch>
            <a:fillRect/>
          </a:stretch>
        </p:blipFill>
        <p:spPr>
          <a:xfrm>
            <a:off x="6635462" y="2327312"/>
            <a:ext cx="2066925" cy="1019175"/>
          </a:xfrm>
          <a:prstGeom prst="rect">
            <a:avLst/>
          </a:prstGeom>
          <a:noFill/>
          <a:ln>
            <a:noFill/>
          </a:ln>
        </p:spPr>
      </p:pic>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Shape 178"/>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lvl="0">
              <a:spcBef>
                <a:spcPts val="0"/>
              </a:spcBef>
              <a:buNone/>
            </a:pPr>
            <a:r>
              <a:rPr lang="en"/>
              <a:t>     COMPREHENSION</a:t>
            </a:r>
          </a:p>
        </p:txBody>
      </p:sp>
      <p:sp>
        <p:nvSpPr>
          <p:cNvPr id="179" name="Shape 179"/>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rtl="0">
              <a:spcBef>
                <a:spcPts val="0"/>
              </a:spcBef>
              <a:buNone/>
            </a:pPr>
            <a:endParaRPr/>
          </a:p>
          <a:p>
            <a:pPr rtl="0">
              <a:spcBef>
                <a:spcPts val="0"/>
              </a:spcBef>
              <a:buNone/>
            </a:pPr>
            <a:r>
              <a:rPr lang="en"/>
              <a:t>4) Explain what happened when the knights of the First Crusade arrived in Jerusalem. </a:t>
            </a:r>
          </a:p>
          <a:p>
            <a:pPr rtl="0">
              <a:spcBef>
                <a:spcPts val="0"/>
              </a:spcBef>
              <a:buNone/>
            </a:pPr>
            <a:endParaRPr/>
          </a:p>
          <a:p>
            <a:pPr rtl="0">
              <a:spcBef>
                <a:spcPts val="0"/>
              </a:spcBef>
              <a:buNone/>
            </a:pPr>
            <a:r>
              <a:rPr lang="en"/>
              <a:t>5) </a:t>
            </a:r>
            <a:r>
              <a:rPr lang="en" b="1" i="1"/>
              <a:t>What do you think?</a:t>
            </a:r>
            <a:r>
              <a:rPr lang="en"/>
              <a:t>  Was it right for the knights to do what they did to the jews and muslims of Jerusalem?  Can you suggest any other alternatives? </a:t>
            </a:r>
          </a:p>
          <a:p>
            <a:pPr rtl="0">
              <a:spcBef>
                <a:spcPts val="0"/>
              </a:spcBef>
              <a:buNone/>
            </a:pPr>
            <a:endParaRPr/>
          </a:p>
          <a:p>
            <a:pPr>
              <a:spcBef>
                <a:spcPts val="0"/>
              </a:spcBef>
              <a:buNone/>
            </a:pPr>
            <a:r>
              <a:rPr lang="en"/>
              <a:t>6) How many years are between the First Crusades and the Third Crusades?</a:t>
            </a:r>
          </a:p>
        </p:txBody>
      </p:sp>
      <p:pic>
        <p:nvPicPr>
          <p:cNvPr id="180" name="Shape 180"/>
          <p:cNvPicPr preferRelativeResize="0"/>
          <p:nvPr/>
        </p:nvPicPr>
        <p:blipFill>
          <a:blip r:embed="rId3">
            <a:alphaModFix/>
          </a:blip>
          <a:stretch>
            <a:fillRect/>
          </a:stretch>
        </p:blipFill>
        <p:spPr>
          <a:xfrm>
            <a:off x="318200" y="172767"/>
            <a:ext cx="827125" cy="870657"/>
          </a:xfrm>
          <a:prstGeom prst="rect">
            <a:avLst/>
          </a:prstGeom>
          <a:noFill/>
          <a:ln>
            <a:noFill/>
          </a:ln>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Shape 185"/>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    RESEARCH ACTIVITY</a:t>
            </a:r>
          </a:p>
        </p:txBody>
      </p:sp>
      <p:sp>
        <p:nvSpPr>
          <p:cNvPr id="186" name="Shape 186"/>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rtl="0">
              <a:spcBef>
                <a:spcPts val="0"/>
              </a:spcBef>
              <a:buNone/>
            </a:pPr>
            <a:r>
              <a:rPr lang="en"/>
              <a:t>Q:  Conduct research on Peter the Hermit.  Who was he and why were people willing to follow him on a Crusade?  What was the result?  </a:t>
            </a: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r>
              <a:rPr lang="en"/>
              <a:t>Complete your research by creating a digital poster using Google Drive.</a:t>
            </a:r>
          </a:p>
          <a:p>
            <a:pPr rtl="0">
              <a:spcBef>
                <a:spcPts val="0"/>
              </a:spcBef>
              <a:buNone/>
            </a:pPr>
            <a:endParaRPr/>
          </a:p>
          <a:p>
            <a:pPr>
              <a:spcBef>
                <a:spcPts val="0"/>
              </a:spcBef>
              <a:buNone/>
            </a:pPr>
            <a:endParaRPr/>
          </a:p>
        </p:txBody>
      </p:sp>
      <p:pic>
        <p:nvPicPr>
          <p:cNvPr id="187" name="Shape 187"/>
          <p:cNvPicPr preferRelativeResize="0"/>
          <p:nvPr/>
        </p:nvPicPr>
        <p:blipFill>
          <a:blip r:embed="rId3">
            <a:alphaModFix/>
          </a:blip>
          <a:stretch>
            <a:fillRect/>
          </a:stretch>
        </p:blipFill>
        <p:spPr>
          <a:xfrm>
            <a:off x="227025" y="137000"/>
            <a:ext cx="895100" cy="942200"/>
          </a:xfrm>
          <a:prstGeom prst="rect">
            <a:avLst/>
          </a:prstGeom>
          <a:noFill/>
          <a:ln>
            <a:noFill/>
          </a:ln>
        </p:spPr>
      </p:pic>
      <p:pic>
        <p:nvPicPr>
          <p:cNvPr id="188" name="Shape 188"/>
          <p:cNvPicPr preferRelativeResize="0"/>
          <p:nvPr/>
        </p:nvPicPr>
        <p:blipFill>
          <a:blip r:embed="rId4">
            <a:alphaModFix/>
          </a:blip>
          <a:stretch>
            <a:fillRect/>
          </a:stretch>
        </p:blipFill>
        <p:spPr>
          <a:xfrm>
            <a:off x="2235797" y="1999337"/>
            <a:ext cx="4184700" cy="2188675"/>
          </a:xfrm>
          <a:prstGeom prst="rect">
            <a:avLst/>
          </a:prstGeom>
          <a:noFill/>
          <a:ln>
            <a:noFill/>
          </a:ln>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Shape 193"/>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    COMPREHENSION</a:t>
            </a:r>
          </a:p>
        </p:txBody>
      </p:sp>
      <p:sp>
        <p:nvSpPr>
          <p:cNvPr id="194" name="Shape 194"/>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rtl="0">
              <a:spcBef>
                <a:spcPts val="0"/>
              </a:spcBef>
              <a:buNone/>
            </a:pPr>
            <a:r>
              <a:rPr lang="en"/>
              <a:t>Copy the following lists into your workbook.  Then draw a line, or colour-code, the Christian “thing” with its matching Muslim equal.</a:t>
            </a:r>
          </a:p>
          <a:p>
            <a:pPr>
              <a:spcBef>
                <a:spcPts val="0"/>
              </a:spcBef>
              <a:buNone/>
            </a:pPr>
            <a:r>
              <a:rPr lang="en"/>
              <a:t> </a:t>
            </a:r>
          </a:p>
        </p:txBody>
      </p:sp>
      <p:pic>
        <p:nvPicPr>
          <p:cNvPr id="195" name="Shape 195"/>
          <p:cNvPicPr preferRelativeResize="0"/>
          <p:nvPr/>
        </p:nvPicPr>
        <p:blipFill>
          <a:blip r:embed="rId3">
            <a:alphaModFix/>
          </a:blip>
          <a:stretch>
            <a:fillRect/>
          </a:stretch>
        </p:blipFill>
        <p:spPr>
          <a:xfrm>
            <a:off x="260050" y="154375"/>
            <a:ext cx="862075" cy="907449"/>
          </a:xfrm>
          <a:prstGeom prst="rect">
            <a:avLst/>
          </a:prstGeom>
          <a:noFill/>
          <a:ln>
            <a:noFill/>
          </a:ln>
        </p:spPr>
      </p:pic>
      <p:graphicFrame>
        <p:nvGraphicFramePr>
          <p:cNvPr id="196" name="Shape 196"/>
          <p:cNvGraphicFramePr/>
          <p:nvPr/>
        </p:nvGraphicFramePr>
        <p:xfrm>
          <a:off x="628150" y="2284700"/>
          <a:ext cx="7239000" cy="2377260"/>
        </p:xfrm>
        <a:graphic>
          <a:graphicData uri="http://schemas.openxmlformats.org/drawingml/2006/table">
            <a:tbl>
              <a:tblPr>
                <a:noFill/>
                <a:tableStyleId>{54C8E560-396C-4F3F-A5F4-85180B24EF91}</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a:spcBef>
                          <a:spcPts val="0"/>
                        </a:spcBef>
                        <a:buNone/>
                      </a:pPr>
                      <a:r>
                        <a:rPr lang="en"/>
                        <a:t>Bible</a:t>
                      </a:r>
                    </a:p>
                  </a:txBody>
                  <a:tcPr marL="91425" marR="91425" marT="91425" marB="91425"/>
                </a:tc>
                <a:tc>
                  <a:txBody>
                    <a:bodyPr/>
                    <a:lstStyle/>
                    <a:p>
                      <a:pPr>
                        <a:spcBef>
                          <a:spcPts val="0"/>
                        </a:spcBef>
                        <a:buNone/>
                      </a:pPr>
                      <a:r>
                        <a:rPr lang="en"/>
                        <a:t>Muslim</a:t>
                      </a:r>
                    </a:p>
                  </a:txBody>
                  <a:tcPr marL="91425" marR="91425" marT="91425" marB="91425"/>
                </a:tc>
                <a:extLst>
                  <a:ext uri="{0D108BD9-81ED-4DB2-BD59-A6C34878D82A}">
                    <a16:rowId xmlns:a16="http://schemas.microsoft.com/office/drawing/2014/main" val="10000"/>
                  </a:ext>
                </a:extLst>
              </a:tr>
              <a:tr h="381000">
                <a:tc>
                  <a:txBody>
                    <a:bodyPr/>
                    <a:lstStyle/>
                    <a:p>
                      <a:pPr>
                        <a:spcBef>
                          <a:spcPts val="0"/>
                        </a:spcBef>
                        <a:buNone/>
                      </a:pPr>
                      <a:r>
                        <a:rPr lang="en"/>
                        <a:t>Jesus Christ</a:t>
                      </a:r>
                    </a:p>
                  </a:txBody>
                  <a:tcPr marL="91425" marR="91425" marT="91425" marB="91425"/>
                </a:tc>
                <a:tc>
                  <a:txBody>
                    <a:bodyPr/>
                    <a:lstStyle/>
                    <a:p>
                      <a:pPr>
                        <a:spcBef>
                          <a:spcPts val="0"/>
                        </a:spcBef>
                        <a:buNone/>
                      </a:pPr>
                      <a:r>
                        <a:rPr lang="en"/>
                        <a:t>Allah</a:t>
                      </a:r>
                    </a:p>
                  </a:txBody>
                  <a:tcPr marL="91425" marR="91425" marT="91425" marB="91425"/>
                </a:tc>
                <a:extLst>
                  <a:ext uri="{0D108BD9-81ED-4DB2-BD59-A6C34878D82A}">
                    <a16:rowId xmlns:a16="http://schemas.microsoft.com/office/drawing/2014/main" val="10001"/>
                  </a:ext>
                </a:extLst>
              </a:tr>
              <a:tr h="381000">
                <a:tc>
                  <a:txBody>
                    <a:bodyPr/>
                    <a:lstStyle/>
                    <a:p>
                      <a:pPr>
                        <a:spcBef>
                          <a:spcPts val="0"/>
                        </a:spcBef>
                        <a:buNone/>
                      </a:pPr>
                      <a:r>
                        <a:rPr lang="en"/>
                        <a:t>God</a:t>
                      </a:r>
                    </a:p>
                  </a:txBody>
                  <a:tcPr marL="91425" marR="91425" marT="91425" marB="91425"/>
                </a:tc>
                <a:tc>
                  <a:txBody>
                    <a:bodyPr/>
                    <a:lstStyle/>
                    <a:p>
                      <a:pPr>
                        <a:spcBef>
                          <a:spcPts val="0"/>
                        </a:spcBef>
                        <a:buNone/>
                      </a:pPr>
                      <a:r>
                        <a:rPr lang="en"/>
                        <a:t>Mohammad</a:t>
                      </a:r>
                    </a:p>
                  </a:txBody>
                  <a:tcPr marL="91425" marR="91425" marT="91425" marB="91425"/>
                </a:tc>
                <a:extLst>
                  <a:ext uri="{0D108BD9-81ED-4DB2-BD59-A6C34878D82A}">
                    <a16:rowId xmlns:a16="http://schemas.microsoft.com/office/drawing/2014/main" val="10002"/>
                  </a:ext>
                </a:extLst>
              </a:tr>
              <a:tr h="381000">
                <a:tc>
                  <a:txBody>
                    <a:bodyPr/>
                    <a:lstStyle/>
                    <a:p>
                      <a:pPr>
                        <a:spcBef>
                          <a:spcPts val="0"/>
                        </a:spcBef>
                        <a:buNone/>
                      </a:pPr>
                      <a:r>
                        <a:rPr lang="en"/>
                        <a:t>Amen</a:t>
                      </a:r>
                    </a:p>
                  </a:txBody>
                  <a:tcPr marL="91425" marR="91425" marT="91425" marB="91425"/>
                </a:tc>
                <a:tc>
                  <a:txBody>
                    <a:bodyPr/>
                    <a:lstStyle/>
                    <a:p>
                      <a:pPr>
                        <a:spcBef>
                          <a:spcPts val="0"/>
                        </a:spcBef>
                        <a:buNone/>
                      </a:pPr>
                      <a:r>
                        <a:rPr lang="en"/>
                        <a:t>Mosque</a:t>
                      </a:r>
                    </a:p>
                  </a:txBody>
                  <a:tcPr marL="91425" marR="91425" marT="91425" marB="91425"/>
                </a:tc>
                <a:extLst>
                  <a:ext uri="{0D108BD9-81ED-4DB2-BD59-A6C34878D82A}">
                    <a16:rowId xmlns:a16="http://schemas.microsoft.com/office/drawing/2014/main" val="10003"/>
                  </a:ext>
                </a:extLst>
              </a:tr>
              <a:tr h="381000">
                <a:tc>
                  <a:txBody>
                    <a:bodyPr/>
                    <a:lstStyle/>
                    <a:p>
                      <a:pPr rtl="0">
                        <a:spcBef>
                          <a:spcPts val="0"/>
                        </a:spcBef>
                        <a:buNone/>
                      </a:pPr>
                      <a:r>
                        <a:rPr lang="en"/>
                        <a:t>Church</a:t>
                      </a:r>
                    </a:p>
                  </a:txBody>
                  <a:tcPr marL="91425" marR="91425" marT="91425" marB="91425"/>
                </a:tc>
                <a:tc>
                  <a:txBody>
                    <a:bodyPr/>
                    <a:lstStyle/>
                    <a:p>
                      <a:pPr>
                        <a:spcBef>
                          <a:spcPts val="0"/>
                        </a:spcBef>
                        <a:buNone/>
                      </a:pPr>
                      <a:r>
                        <a:rPr lang="en"/>
                        <a:t>Koran</a:t>
                      </a:r>
                    </a:p>
                  </a:txBody>
                  <a:tcPr marL="91425" marR="91425" marT="91425" marB="91425"/>
                </a:tc>
                <a:extLst>
                  <a:ext uri="{0D108BD9-81ED-4DB2-BD59-A6C34878D82A}">
                    <a16:rowId xmlns:a16="http://schemas.microsoft.com/office/drawing/2014/main" val="10004"/>
                  </a:ext>
                </a:extLst>
              </a:tr>
              <a:tr h="381000">
                <a:tc>
                  <a:txBody>
                    <a:bodyPr/>
                    <a:lstStyle/>
                    <a:p>
                      <a:pPr rtl="0">
                        <a:spcBef>
                          <a:spcPts val="0"/>
                        </a:spcBef>
                        <a:buNone/>
                      </a:pPr>
                      <a:r>
                        <a:rPr lang="en"/>
                        <a:t>Christian</a:t>
                      </a:r>
                    </a:p>
                  </a:txBody>
                  <a:tcPr marL="91425" marR="91425" marT="91425" marB="91425"/>
                </a:tc>
                <a:tc>
                  <a:txBody>
                    <a:bodyPr/>
                    <a:lstStyle/>
                    <a:p>
                      <a:pPr>
                        <a:spcBef>
                          <a:spcPts val="0"/>
                        </a:spcBef>
                        <a:buNone/>
                      </a:pPr>
                      <a:r>
                        <a:rPr lang="en"/>
                        <a:t>Allah-uh-akhbar</a:t>
                      </a: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Shape 201"/>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The Third Crusade</a:t>
            </a:r>
          </a:p>
        </p:txBody>
      </p:sp>
      <p:sp>
        <p:nvSpPr>
          <p:cNvPr id="202" name="Shape 202"/>
          <p:cNvSpPr txBox="1">
            <a:spLocks noGrp="1"/>
          </p:cNvSpPr>
          <p:nvPr>
            <p:ph type="body" idx="1"/>
          </p:nvPr>
        </p:nvSpPr>
        <p:spPr>
          <a:xfrm>
            <a:off x="457200" y="1278525"/>
            <a:ext cx="8229600" cy="3702900"/>
          </a:xfrm>
          <a:prstGeom prst="rect">
            <a:avLst/>
          </a:prstGeom>
        </p:spPr>
        <p:txBody>
          <a:bodyPr lIns="91425" tIns="91425" rIns="91425" bIns="91425" anchor="t" anchorCtr="0">
            <a:noAutofit/>
          </a:bodyPr>
          <a:lstStyle/>
          <a:p>
            <a:pPr marL="457200" lvl="0" indent="-342900" rtl="0">
              <a:spcBef>
                <a:spcPts val="0"/>
              </a:spcBef>
              <a:buClr>
                <a:schemeClr val="dk2"/>
              </a:buClr>
              <a:buSzPct val="100000"/>
              <a:buFont typeface="Arial"/>
              <a:buChar char="-"/>
            </a:pPr>
            <a:r>
              <a:rPr lang="en"/>
              <a:t>The Third Crusade is often considered the most famous of all the Crusades and mainly involved King Richard I and Saladin</a:t>
            </a:r>
          </a:p>
          <a:p>
            <a:pPr lvl="0"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lvl="0" rtl="0">
              <a:spcBef>
                <a:spcPts val="0"/>
              </a:spcBef>
              <a:buNone/>
            </a:pPr>
            <a:endParaRPr/>
          </a:p>
          <a:p>
            <a:pPr lvl="0" rtl="0">
              <a:spcBef>
                <a:spcPts val="0"/>
              </a:spcBef>
              <a:buNone/>
            </a:pPr>
            <a:endParaRPr/>
          </a:p>
        </p:txBody>
      </p:sp>
      <p:pic>
        <p:nvPicPr>
          <p:cNvPr id="203" name="Shape 203"/>
          <p:cNvPicPr preferRelativeResize="0"/>
          <p:nvPr/>
        </p:nvPicPr>
        <p:blipFill>
          <a:blip r:embed="rId3">
            <a:alphaModFix/>
          </a:blip>
          <a:stretch>
            <a:fillRect/>
          </a:stretch>
        </p:blipFill>
        <p:spPr>
          <a:xfrm>
            <a:off x="2447085" y="2166451"/>
            <a:ext cx="3335724" cy="2154550"/>
          </a:xfrm>
          <a:prstGeom prst="rect">
            <a:avLst/>
          </a:prstGeom>
          <a:noFill/>
          <a:ln>
            <a:noFill/>
          </a:ln>
        </p:spPr>
      </p:pic>
      <p:sp>
        <p:nvSpPr>
          <p:cNvPr id="204" name="Shape 204"/>
          <p:cNvSpPr txBox="1"/>
          <p:nvPr/>
        </p:nvSpPr>
        <p:spPr>
          <a:xfrm>
            <a:off x="892000" y="2513825"/>
            <a:ext cx="1714500" cy="602400"/>
          </a:xfrm>
          <a:prstGeom prst="rect">
            <a:avLst/>
          </a:prstGeom>
          <a:noFill/>
          <a:ln>
            <a:noFill/>
          </a:ln>
        </p:spPr>
        <p:txBody>
          <a:bodyPr lIns="91425" tIns="91425" rIns="91425" bIns="91425" anchor="t" anchorCtr="0">
            <a:noAutofit/>
          </a:bodyPr>
          <a:lstStyle/>
          <a:p>
            <a:pPr>
              <a:spcBef>
                <a:spcPts val="0"/>
              </a:spcBef>
              <a:buNone/>
            </a:pPr>
            <a:r>
              <a:rPr lang="en" b="1"/>
              <a:t>King Richard I</a:t>
            </a:r>
          </a:p>
        </p:txBody>
      </p:sp>
      <p:sp>
        <p:nvSpPr>
          <p:cNvPr id="205" name="Shape 205"/>
          <p:cNvSpPr txBox="1"/>
          <p:nvPr/>
        </p:nvSpPr>
        <p:spPr>
          <a:xfrm>
            <a:off x="5873325" y="2513825"/>
            <a:ext cx="1610100" cy="405300"/>
          </a:xfrm>
          <a:prstGeom prst="rect">
            <a:avLst/>
          </a:prstGeom>
          <a:noFill/>
          <a:ln>
            <a:noFill/>
          </a:ln>
        </p:spPr>
        <p:txBody>
          <a:bodyPr lIns="91425" tIns="91425" rIns="91425" bIns="91425" anchor="t" anchorCtr="0">
            <a:noAutofit/>
          </a:bodyPr>
          <a:lstStyle/>
          <a:p>
            <a:pPr>
              <a:spcBef>
                <a:spcPts val="0"/>
              </a:spcBef>
              <a:buNone/>
            </a:pPr>
            <a:r>
              <a:rPr lang="en" b="1"/>
              <a:t>Saladin</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Shape 210"/>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lvl="0">
              <a:spcBef>
                <a:spcPts val="0"/>
              </a:spcBef>
              <a:buNone/>
            </a:pPr>
            <a:r>
              <a:rPr lang="en"/>
              <a:t>The Third Crusade</a:t>
            </a:r>
          </a:p>
        </p:txBody>
      </p:sp>
      <p:sp>
        <p:nvSpPr>
          <p:cNvPr id="211" name="Shape 211"/>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marL="457200" lvl="0" indent="-342900" rtl="0">
              <a:spcBef>
                <a:spcPts val="0"/>
              </a:spcBef>
              <a:buClr>
                <a:schemeClr val="dk2"/>
              </a:buClr>
              <a:buSzPct val="100000"/>
              <a:buFont typeface="Arial"/>
              <a:buChar char="-"/>
            </a:pPr>
            <a:r>
              <a:rPr lang="en"/>
              <a:t>The rulers of Europe, King Richard I of England and King Phillip II of France, wanted to limit Saladin’s control of the Holy Land.</a:t>
            </a:r>
          </a:p>
          <a:p>
            <a:pPr lvl="0" rtl="0">
              <a:spcBef>
                <a:spcPts val="0"/>
              </a:spcBef>
              <a:buNone/>
            </a:pPr>
            <a:endParaRPr/>
          </a:p>
          <a:p>
            <a:pPr marL="457200" lvl="0" indent="-342900" rtl="0">
              <a:spcBef>
                <a:spcPts val="0"/>
              </a:spcBef>
              <a:buClr>
                <a:schemeClr val="dk2"/>
              </a:buClr>
              <a:buSzPct val="100000"/>
              <a:buFont typeface="Arial"/>
              <a:buChar char="-"/>
            </a:pPr>
            <a:r>
              <a:rPr lang="en"/>
              <a:t>Manly people have come to believe that fighting between King Richard and Phillip allowed Saladin and the Muslims to recapture Jerusalem. </a:t>
            </a:r>
          </a:p>
          <a:p>
            <a:pPr lvl="0" rtl="0">
              <a:spcBef>
                <a:spcPts val="0"/>
              </a:spcBef>
              <a:buNone/>
            </a:pPr>
            <a:endParaRPr/>
          </a:p>
          <a:p>
            <a:pPr marL="457200" lvl="0" indent="-342900" rtl="0">
              <a:spcBef>
                <a:spcPts val="0"/>
              </a:spcBef>
              <a:buClr>
                <a:schemeClr val="dk2"/>
              </a:buClr>
              <a:buSzPct val="100000"/>
              <a:buFont typeface="Arial"/>
              <a:buChar char="-"/>
            </a:pPr>
            <a:r>
              <a:rPr lang="en"/>
              <a:t>However, European rulers were able to limit Saladin’s control and did successfully negotiate a peace treaty that allow Christian pilgrims to visit the Holy Land. </a:t>
            </a:r>
          </a:p>
          <a:p>
            <a:pPr rtl="0">
              <a:spcBef>
                <a:spcPts val="0"/>
              </a:spcBef>
              <a:buNone/>
            </a:pPr>
            <a:endParaRPr/>
          </a:p>
          <a:p>
            <a:pPr lvl="0">
              <a:spcBef>
                <a:spcPts val="0"/>
              </a:spcBef>
              <a:buNone/>
            </a:pPr>
            <a:endParaRP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Shape 216"/>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    RESEARCH ACTIVITY</a:t>
            </a:r>
          </a:p>
        </p:txBody>
      </p:sp>
      <p:sp>
        <p:nvSpPr>
          <p:cNvPr id="217" name="Shape 217"/>
          <p:cNvSpPr txBox="1">
            <a:spLocks noGrp="1"/>
          </p:cNvSpPr>
          <p:nvPr>
            <p:ph type="body" idx="1"/>
          </p:nvPr>
        </p:nvSpPr>
        <p:spPr>
          <a:xfrm>
            <a:off x="457200" y="1278516"/>
            <a:ext cx="8229600" cy="3630300"/>
          </a:xfrm>
          <a:prstGeom prst="rect">
            <a:avLst/>
          </a:prstGeom>
        </p:spPr>
        <p:txBody>
          <a:bodyPr lIns="91425" tIns="91425" rIns="91425" bIns="91425" anchor="t" anchorCtr="0">
            <a:noAutofit/>
          </a:bodyPr>
          <a:lstStyle/>
          <a:p>
            <a:pPr rtl="0">
              <a:spcBef>
                <a:spcPts val="0"/>
              </a:spcBef>
              <a:buNone/>
            </a:pPr>
            <a:r>
              <a:rPr lang="en"/>
              <a:t>So, was Saladin really a terrible person?  Was Richard the LionHeart really a righteous king?  </a:t>
            </a:r>
          </a:p>
          <a:p>
            <a:pPr rtl="0">
              <a:spcBef>
                <a:spcPts val="0"/>
              </a:spcBef>
              <a:buNone/>
            </a:pPr>
            <a:endParaRPr/>
          </a:p>
          <a:p>
            <a:pPr rtl="0">
              <a:spcBef>
                <a:spcPts val="0"/>
              </a:spcBef>
              <a:buNone/>
            </a:pPr>
            <a:r>
              <a:rPr lang="en"/>
              <a:t>Both men are important figures of the Crusades and both men have been called heroes in their own cultures.  </a:t>
            </a:r>
            <a:r>
              <a:rPr lang="en" b="1" i="1"/>
              <a:t>What do you think?</a:t>
            </a:r>
            <a:r>
              <a:rPr lang="en"/>
              <a:t> </a:t>
            </a:r>
          </a:p>
          <a:p>
            <a:pPr rtl="0">
              <a:spcBef>
                <a:spcPts val="0"/>
              </a:spcBef>
              <a:buNone/>
            </a:pPr>
            <a:endParaRPr/>
          </a:p>
          <a:p>
            <a:pPr>
              <a:spcBef>
                <a:spcPts val="0"/>
              </a:spcBef>
              <a:buNone/>
            </a:pPr>
            <a:r>
              <a:rPr lang="en"/>
              <a:t>Conduct research and create a biography poster of each man using Google Drive.  Your aim is to discover the “Real King Richard” and the “Real Saladin”.</a:t>
            </a:r>
          </a:p>
        </p:txBody>
      </p:sp>
      <p:pic>
        <p:nvPicPr>
          <p:cNvPr id="218" name="Shape 218"/>
          <p:cNvPicPr preferRelativeResize="0"/>
          <p:nvPr/>
        </p:nvPicPr>
        <p:blipFill>
          <a:blip r:embed="rId3">
            <a:alphaModFix/>
          </a:blip>
          <a:stretch>
            <a:fillRect/>
          </a:stretch>
        </p:blipFill>
        <p:spPr>
          <a:xfrm>
            <a:off x="186900" y="148587"/>
            <a:ext cx="873074" cy="919025"/>
          </a:xfrm>
          <a:prstGeom prst="rect">
            <a:avLst/>
          </a:prstGeom>
          <a:noFill/>
          <a:ln>
            <a:noFill/>
          </a:ln>
        </p:spPr>
      </p:pic>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Shape 223"/>
          <p:cNvSpPr txBox="1">
            <a:spLocks noGrp="1"/>
          </p:cNvSpPr>
          <p:nvPr>
            <p:ph type="title"/>
          </p:nvPr>
        </p:nvSpPr>
        <p:spPr>
          <a:xfrm>
            <a:off x="457200" y="101100"/>
            <a:ext cx="7315499" cy="1013999"/>
          </a:xfrm>
          <a:prstGeom prst="rect">
            <a:avLst/>
          </a:prstGeom>
        </p:spPr>
        <p:txBody>
          <a:bodyPr lIns="91425" tIns="91425" rIns="91425" bIns="91425" anchor="b" anchorCtr="0">
            <a:noAutofit/>
          </a:bodyPr>
          <a:lstStyle/>
          <a:p>
            <a:pPr>
              <a:spcBef>
                <a:spcPts val="0"/>
              </a:spcBef>
              <a:buNone/>
            </a:pPr>
            <a:r>
              <a:rPr lang="en"/>
              <a:t>    FILL IN THE BLANKS</a:t>
            </a:r>
          </a:p>
        </p:txBody>
      </p:sp>
      <p:pic>
        <p:nvPicPr>
          <p:cNvPr id="224" name="Shape 224"/>
          <p:cNvPicPr preferRelativeResize="0"/>
          <p:nvPr/>
        </p:nvPicPr>
        <p:blipFill>
          <a:blip r:embed="rId3">
            <a:alphaModFix/>
          </a:blip>
          <a:stretch>
            <a:fillRect/>
          </a:stretch>
        </p:blipFill>
        <p:spPr>
          <a:xfrm>
            <a:off x="256375" y="194925"/>
            <a:ext cx="785025" cy="826350"/>
          </a:xfrm>
          <a:prstGeom prst="rect">
            <a:avLst/>
          </a:prstGeom>
          <a:noFill/>
          <a:ln>
            <a:noFill/>
          </a:ln>
        </p:spPr>
      </p:pic>
      <p:graphicFrame>
        <p:nvGraphicFramePr>
          <p:cNvPr id="225" name="Shape 225"/>
          <p:cNvGraphicFramePr/>
          <p:nvPr/>
        </p:nvGraphicFramePr>
        <p:xfrm>
          <a:off x="1345600" y="3952100"/>
          <a:ext cx="5715000" cy="718506"/>
        </p:xfrm>
        <a:graphic>
          <a:graphicData uri="http://schemas.openxmlformats.org/drawingml/2006/table">
            <a:tbl>
              <a:tblPr>
                <a:noFill/>
                <a:tableStyleId>{7122E25A-048B-456F-B003-84DCF7965722}</a:tableStyleId>
              </a:tblPr>
              <a:tblGrid>
                <a:gridCol w="142875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247650">
                <a:tc>
                  <a:txBody>
                    <a:bodyPr/>
                    <a:lstStyle/>
                    <a:p>
                      <a:pPr lvl="0" algn="ctr" rtl="0">
                        <a:lnSpc>
                          <a:spcPct val="115000"/>
                        </a:lnSpc>
                        <a:spcBef>
                          <a:spcPts val="0"/>
                        </a:spcBef>
                        <a:buNone/>
                      </a:pPr>
                      <a:r>
                        <a:rPr lang="en" sz="1100" b="1"/>
                        <a:t>Crusades</a:t>
                      </a:r>
                    </a:p>
                  </a:txBody>
                  <a:tcPr marL="68575" marR="68575" marT="91425" marB="91425">
                    <a:lnL w="12700" cap="flat">
                      <a:solidFill>
                        <a:srgbClr val="000000"/>
                      </a:solidFill>
                      <a:prstDash val="solid"/>
                      <a:round/>
                      <a:headEnd type="none" w="med" len="med"/>
                      <a:tailEnd type="none" w="med" len="med"/>
                    </a:lnL>
                    <a:lnR w="12700" cap="flat">
                      <a:solidFill>
                        <a:srgbClr val="000000"/>
                      </a:solidFill>
                      <a:prstDash val="solid"/>
                      <a:round/>
                      <a:headEnd type="none" w="med" len="med"/>
                      <a:tailEnd type="none" w="med" len="med"/>
                    </a:lnR>
                    <a:lnT w="12700" cap="flat">
                      <a:solidFill>
                        <a:srgbClr val="000000"/>
                      </a:solidFill>
                      <a:prstDash val="solid"/>
                      <a:round/>
                      <a:headEnd type="none" w="med" len="med"/>
                      <a:tailEnd type="none" w="med" len="med"/>
                    </a:lnT>
                    <a:lnB w="12700" cap="flat">
                      <a:solidFill>
                        <a:srgbClr val="000000"/>
                      </a:solidFill>
                      <a:prstDash val="solid"/>
                      <a:round/>
                      <a:headEnd type="none" w="med" len="med"/>
                      <a:tailEnd type="none" w="med" len="med"/>
                    </a:lnB>
                  </a:tcPr>
                </a:tc>
                <a:tc>
                  <a:txBody>
                    <a:bodyPr/>
                    <a:lstStyle/>
                    <a:p>
                      <a:pPr lvl="0" algn="ctr" rtl="0">
                        <a:lnSpc>
                          <a:spcPct val="115000"/>
                        </a:lnSpc>
                        <a:spcBef>
                          <a:spcPts val="0"/>
                        </a:spcBef>
                        <a:buNone/>
                      </a:pPr>
                      <a:r>
                        <a:rPr lang="en" sz="1100" b="1"/>
                        <a:t>wars</a:t>
                      </a:r>
                    </a:p>
                  </a:txBody>
                  <a:tcPr marL="68575" marR="68575" marT="91425" marB="91425">
                    <a:lnL w="12700" cap="flat">
                      <a:solidFill>
                        <a:srgbClr val="000000"/>
                      </a:solidFill>
                      <a:prstDash val="solid"/>
                      <a:round/>
                      <a:headEnd type="none" w="med" len="med"/>
                      <a:tailEnd type="none" w="med" len="med"/>
                    </a:lnL>
                    <a:lnR w="12700" cap="flat">
                      <a:solidFill>
                        <a:srgbClr val="000000"/>
                      </a:solidFill>
                      <a:prstDash val="solid"/>
                      <a:round/>
                      <a:headEnd type="none" w="med" len="med"/>
                      <a:tailEnd type="none" w="med" len="med"/>
                    </a:lnR>
                    <a:lnT w="12700" cap="flat">
                      <a:solidFill>
                        <a:srgbClr val="000000"/>
                      </a:solidFill>
                      <a:prstDash val="solid"/>
                      <a:round/>
                      <a:headEnd type="none" w="med" len="med"/>
                      <a:tailEnd type="none" w="med" len="med"/>
                    </a:lnT>
                    <a:lnB w="12700" cap="flat">
                      <a:solidFill>
                        <a:srgbClr val="000000"/>
                      </a:solidFill>
                      <a:prstDash val="solid"/>
                      <a:round/>
                      <a:headEnd type="none" w="med" len="med"/>
                      <a:tailEnd type="none" w="med" len="med"/>
                    </a:lnB>
                  </a:tcPr>
                </a:tc>
                <a:tc>
                  <a:txBody>
                    <a:bodyPr/>
                    <a:lstStyle/>
                    <a:p>
                      <a:pPr lvl="0" algn="ctr" rtl="0">
                        <a:lnSpc>
                          <a:spcPct val="115000"/>
                        </a:lnSpc>
                        <a:spcBef>
                          <a:spcPts val="0"/>
                        </a:spcBef>
                        <a:buNone/>
                      </a:pPr>
                      <a:r>
                        <a:rPr lang="en" sz="1100" b="1"/>
                        <a:t>Jerusalem</a:t>
                      </a:r>
                    </a:p>
                  </a:txBody>
                  <a:tcPr marL="68575" marR="68575" marT="91425" marB="91425">
                    <a:lnL w="12700" cap="flat">
                      <a:solidFill>
                        <a:srgbClr val="000000"/>
                      </a:solidFill>
                      <a:prstDash val="solid"/>
                      <a:round/>
                      <a:headEnd type="none" w="med" len="med"/>
                      <a:tailEnd type="none" w="med" len="med"/>
                    </a:lnL>
                    <a:lnR w="12700" cap="flat">
                      <a:solidFill>
                        <a:srgbClr val="000000"/>
                      </a:solidFill>
                      <a:prstDash val="solid"/>
                      <a:round/>
                      <a:headEnd type="none" w="med" len="med"/>
                      <a:tailEnd type="none" w="med" len="med"/>
                    </a:lnR>
                    <a:lnT w="12700" cap="flat">
                      <a:solidFill>
                        <a:srgbClr val="000000"/>
                      </a:solidFill>
                      <a:prstDash val="solid"/>
                      <a:round/>
                      <a:headEnd type="none" w="med" len="med"/>
                      <a:tailEnd type="none" w="med" len="med"/>
                    </a:lnT>
                    <a:lnB w="12700" cap="flat">
                      <a:solidFill>
                        <a:srgbClr val="000000"/>
                      </a:solidFill>
                      <a:prstDash val="solid"/>
                      <a:round/>
                      <a:headEnd type="none" w="med" len="med"/>
                      <a:tailEnd type="none" w="med" len="med"/>
                    </a:lnB>
                  </a:tcPr>
                </a:tc>
                <a:tc>
                  <a:txBody>
                    <a:bodyPr/>
                    <a:lstStyle/>
                    <a:p>
                      <a:pPr lvl="0" algn="ctr" rtl="0">
                        <a:lnSpc>
                          <a:spcPct val="115000"/>
                        </a:lnSpc>
                        <a:spcBef>
                          <a:spcPts val="0"/>
                        </a:spcBef>
                        <a:buNone/>
                      </a:pPr>
                      <a:r>
                        <a:rPr lang="en" sz="1100" b="1"/>
                        <a:t>Jesus</a:t>
                      </a:r>
                    </a:p>
                  </a:txBody>
                  <a:tcPr marL="68575" marR="68575" marT="91425" marB="91425">
                    <a:lnL w="12700" cap="flat">
                      <a:solidFill>
                        <a:srgbClr val="000000"/>
                      </a:solidFill>
                      <a:prstDash val="solid"/>
                      <a:round/>
                      <a:headEnd type="none" w="med" len="med"/>
                      <a:tailEnd type="none" w="med" len="med"/>
                    </a:lnL>
                    <a:lnR w="12700" cap="flat">
                      <a:solidFill>
                        <a:srgbClr val="000000"/>
                      </a:solidFill>
                      <a:prstDash val="solid"/>
                      <a:round/>
                      <a:headEnd type="none" w="med" len="med"/>
                      <a:tailEnd type="none" w="med" len="med"/>
                    </a:lnR>
                    <a:lnT w="12700" cap="flat">
                      <a:solidFill>
                        <a:srgbClr val="000000"/>
                      </a:solidFill>
                      <a:prstDash val="solid"/>
                      <a:round/>
                      <a:headEnd type="none" w="med" len="med"/>
                      <a:tailEnd type="none" w="med" len="med"/>
                    </a:lnT>
                    <a:lnB w="12700" cap="flat">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7175">
                <a:tc>
                  <a:txBody>
                    <a:bodyPr/>
                    <a:lstStyle/>
                    <a:p>
                      <a:pPr lvl="0" algn="ctr" rtl="0">
                        <a:lnSpc>
                          <a:spcPct val="115000"/>
                        </a:lnSpc>
                        <a:spcBef>
                          <a:spcPts val="0"/>
                        </a:spcBef>
                        <a:buNone/>
                      </a:pPr>
                      <a:r>
                        <a:rPr lang="en" sz="1100" b="1"/>
                        <a:t>200</a:t>
                      </a:r>
                    </a:p>
                  </a:txBody>
                  <a:tcPr marL="68575" marR="68575" marT="91425" marB="91425">
                    <a:lnL w="12700" cap="flat">
                      <a:solidFill>
                        <a:srgbClr val="000000"/>
                      </a:solidFill>
                      <a:prstDash val="solid"/>
                      <a:round/>
                      <a:headEnd type="none" w="med" len="med"/>
                      <a:tailEnd type="none" w="med" len="med"/>
                    </a:lnL>
                    <a:lnR w="12700" cap="flat">
                      <a:solidFill>
                        <a:srgbClr val="000000"/>
                      </a:solidFill>
                      <a:prstDash val="solid"/>
                      <a:round/>
                      <a:headEnd type="none" w="med" len="med"/>
                      <a:tailEnd type="none" w="med" len="med"/>
                    </a:lnR>
                    <a:lnT w="12700" cap="flat">
                      <a:solidFill>
                        <a:srgbClr val="000000"/>
                      </a:solidFill>
                      <a:prstDash val="solid"/>
                      <a:round/>
                      <a:headEnd type="none" w="med" len="med"/>
                      <a:tailEnd type="none" w="med" len="med"/>
                    </a:lnT>
                    <a:lnB w="12700" cap="flat">
                      <a:solidFill>
                        <a:srgbClr val="000000"/>
                      </a:solidFill>
                      <a:prstDash val="solid"/>
                      <a:round/>
                      <a:headEnd type="none" w="med" len="med"/>
                      <a:tailEnd type="none" w="med" len="med"/>
                    </a:lnB>
                  </a:tcPr>
                </a:tc>
                <a:tc>
                  <a:txBody>
                    <a:bodyPr/>
                    <a:lstStyle/>
                    <a:p>
                      <a:pPr lvl="0" algn="ctr" rtl="0">
                        <a:lnSpc>
                          <a:spcPct val="115000"/>
                        </a:lnSpc>
                        <a:spcBef>
                          <a:spcPts val="0"/>
                        </a:spcBef>
                        <a:buNone/>
                      </a:pPr>
                      <a:r>
                        <a:rPr lang="en" sz="1100" b="1"/>
                        <a:t>Richard I</a:t>
                      </a:r>
                    </a:p>
                  </a:txBody>
                  <a:tcPr marL="68575" marR="68575" marT="91425" marB="91425">
                    <a:lnL w="12700" cap="flat">
                      <a:solidFill>
                        <a:srgbClr val="000000"/>
                      </a:solidFill>
                      <a:prstDash val="solid"/>
                      <a:round/>
                      <a:headEnd type="none" w="med" len="med"/>
                      <a:tailEnd type="none" w="med" len="med"/>
                    </a:lnL>
                    <a:lnR w="12700" cap="flat">
                      <a:solidFill>
                        <a:srgbClr val="000000"/>
                      </a:solidFill>
                      <a:prstDash val="solid"/>
                      <a:round/>
                      <a:headEnd type="none" w="med" len="med"/>
                      <a:tailEnd type="none" w="med" len="med"/>
                    </a:lnR>
                    <a:lnT w="12700" cap="flat">
                      <a:solidFill>
                        <a:srgbClr val="000000"/>
                      </a:solidFill>
                      <a:prstDash val="solid"/>
                      <a:round/>
                      <a:headEnd type="none" w="med" len="med"/>
                      <a:tailEnd type="none" w="med" len="med"/>
                    </a:lnT>
                    <a:lnB w="12700" cap="flat">
                      <a:solidFill>
                        <a:srgbClr val="000000"/>
                      </a:solidFill>
                      <a:prstDash val="solid"/>
                      <a:round/>
                      <a:headEnd type="none" w="med" len="med"/>
                      <a:tailEnd type="none" w="med" len="med"/>
                    </a:lnB>
                  </a:tcPr>
                </a:tc>
                <a:tc>
                  <a:txBody>
                    <a:bodyPr/>
                    <a:lstStyle/>
                    <a:p>
                      <a:pPr lvl="0" algn="ctr" rtl="0">
                        <a:lnSpc>
                          <a:spcPct val="115000"/>
                        </a:lnSpc>
                        <a:spcBef>
                          <a:spcPts val="0"/>
                        </a:spcBef>
                        <a:buNone/>
                      </a:pPr>
                      <a:r>
                        <a:rPr lang="en" sz="1100" b="1"/>
                        <a:t>Holy</a:t>
                      </a:r>
                    </a:p>
                  </a:txBody>
                  <a:tcPr marL="68575" marR="68575" marT="91425" marB="91425">
                    <a:lnL w="12700" cap="flat">
                      <a:solidFill>
                        <a:srgbClr val="000000"/>
                      </a:solidFill>
                      <a:prstDash val="solid"/>
                      <a:round/>
                      <a:headEnd type="none" w="med" len="med"/>
                      <a:tailEnd type="none" w="med" len="med"/>
                    </a:lnL>
                    <a:lnR w="12700" cap="flat">
                      <a:solidFill>
                        <a:srgbClr val="000000"/>
                      </a:solidFill>
                      <a:prstDash val="solid"/>
                      <a:round/>
                      <a:headEnd type="none" w="med" len="med"/>
                      <a:tailEnd type="none" w="med" len="med"/>
                    </a:lnR>
                    <a:lnT w="12700" cap="flat">
                      <a:solidFill>
                        <a:srgbClr val="000000"/>
                      </a:solidFill>
                      <a:prstDash val="solid"/>
                      <a:round/>
                      <a:headEnd type="none" w="med" len="med"/>
                      <a:tailEnd type="none" w="med" len="med"/>
                    </a:lnT>
                    <a:lnB w="12700" cap="flat">
                      <a:solidFill>
                        <a:srgbClr val="000000"/>
                      </a:solidFill>
                      <a:prstDash val="solid"/>
                      <a:round/>
                      <a:headEnd type="none" w="med" len="med"/>
                      <a:tailEnd type="none" w="med" len="med"/>
                    </a:lnB>
                  </a:tcPr>
                </a:tc>
                <a:tc>
                  <a:txBody>
                    <a:bodyPr/>
                    <a:lstStyle/>
                    <a:p>
                      <a:pPr lvl="0" algn="ctr" rtl="0">
                        <a:lnSpc>
                          <a:spcPct val="115000"/>
                        </a:lnSpc>
                        <a:spcBef>
                          <a:spcPts val="0"/>
                        </a:spcBef>
                        <a:buNone/>
                      </a:pPr>
                      <a:r>
                        <a:rPr lang="en" sz="1100" b="1"/>
                        <a:t>Islam</a:t>
                      </a:r>
                    </a:p>
                  </a:txBody>
                  <a:tcPr marL="68575" marR="68575" marT="91425" marB="91425">
                    <a:lnL w="12700" cap="flat">
                      <a:solidFill>
                        <a:srgbClr val="000000"/>
                      </a:solidFill>
                      <a:prstDash val="solid"/>
                      <a:round/>
                      <a:headEnd type="none" w="med" len="med"/>
                      <a:tailEnd type="none" w="med" len="med"/>
                    </a:lnL>
                    <a:lnR w="12700" cap="flat">
                      <a:solidFill>
                        <a:srgbClr val="000000"/>
                      </a:solidFill>
                      <a:prstDash val="solid"/>
                      <a:round/>
                      <a:headEnd type="none" w="med" len="med"/>
                      <a:tailEnd type="none" w="med" len="med"/>
                    </a:lnR>
                    <a:lnT w="12700" cap="flat">
                      <a:solidFill>
                        <a:srgbClr val="000000"/>
                      </a:solidFill>
                      <a:prstDash val="solid"/>
                      <a:round/>
                      <a:headEnd type="none" w="med" len="med"/>
                      <a:tailEnd type="none" w="med" len="med"/>
                    </a:lnT>
                    <a:lnB w="12700" cap="flat">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26" name="Shape 226"/>
          <p:cNvSpPr txBox="1"/>
          <p:nvPr/>
        </p:nvSpPr>
        <p:spPr>
          <a:xfrm>
            <a:off x="741400" y="1274300"/>
            <a:ext cx="7078200" cy="2873100"/>
          </a:xfrm>
          <a:prstGeom prst="rect">
            <a:avLst/>
          </a:prstGeom>
          <a:noFill/>
          <a:ln>
            <a:noFill/>
          </a:ln>
        </p:spPr>
        <p:txBody>
          <a:bodyPr lIns="91425" tIns="91425" rIns="91425" bIns="91425" anchor="ctr" anchorCtr="0">
            <a:noAutofit/>
          </a:bodyPr>
          <a:lstStyle/>
          <a:p>
            <a:pPr lvl="0" algn="ctr" rtl="0">
              <a:lnSpc>
                <a:spcPct val="115000"/>
              </a:lnSpc>
              <a:spcBef>
                <a:spcPts val="0"/>
              </a:spcBef>
              <a:buNone/>
            </a:pPr>
            <a:r>
              <a:rPr lang="en" b="1" u="sng">
                <a:latin typeface="Comic Sans MS"/>
                <a:ea typeface="Comic Sans MS"/>
                <a:cs typeface="Comic Sans MS"/>
                <a:sym typeface="Comic Sans MS"/>
              </a:rPr>
              <a:t>What were the Crusades?</a:t>
            </a:r>
          </a:p>
          <a:p>
            <a:pPr lvl="0" rtl="0">
              <a:lnSpc>
                <a:spcPct val="115000"/>
              </a:lnSpc>
              <a:spcBef>
                <a:spcPts val="0"/>
              </a:spcBef>
              <a:buNone/>
            </a:pPr>
            <a:r>
              <a:rPr lang="en" sz="1100" u="sng">
                <a:latin typeface="Comic Sans MS"/>
                <a:ea typeface="Comic Sans MS"/>
                <a:cs typeface="Comic Sans MS"/>
                <a:sym typeface="Comic Sans MS"/>
              </a:rPr>
              <a:t> </a:t>
            </a:r>
          </a:p>
          <a:p>
            <a:pPr lvl="0" rtl="0">
              <a:spcBef>
                <a:spcPts val="0"/>
              </a:spcBef>
              <a:buNone/>
            </a:pPr>
            <a:r>
              <a:rPr lang="en">
                <a:latin typeface="Comic Sans MS"/>
                <a:ea typeface="Comic Sans MS"/>
                <a:cs typeface="Comic Sans MS"/>
                <a:sym typeface="Comic Sans MS"/>
              </a:rPr>
              <a:t>The _________ were a series of _______ where Christians and Muslims fought to control the Holy Land. J__________ is a holy place for Christians because many important events in the life of _________ happened there. It is holy to the Muslim religion, _________, too. Muslims believe their prophet, Mohammed, visited Heaven from there. Jerusalem and the surrounding area (what we call modern day Israel) was known as the ______ Land. The crusades dragged on and off for about ______ years. English knights and soldiers mainly fought in what is known as the Third Crusade between the years 1189 and 1192 under the king, ___________.</a:t>
            </a:r>
          </a:p>
          <a:p>
            <a:pPr lvl="0" rtl="0">
              <a:spcBef>
                <a:spcPts val="0"/>
              </a:spcBef>
              <a:buNone/>
            </a:pPr>
            <a:r>
              <a:rPr lang="en" sz="1100">
                <a:latin typeface="Comic Sans MS"/>
                <a:ea typeface="Comic Sans MS"/>
                <a:cs typeface="Comic Sans MS"/>
                <a:sym typeface="Comic Sans MS"/>
              </a:rPr>
              <a:t> </a:t>
            </a:r>
          </a:p>
        </p:txBody>
      </p:sp>
    </p:spTree>
  </p:cSld>
  <p:clrMapOvr>
    <a:masterClrMapping/>
  </p:clrMapOvr>
  <p:transition spd="slow">
    <p:cut/>
  </p:transition>
</p:sld>
</file>

<file path=ppt/theme/theme1.xml><?xml version="1.0" encoding="utf-8"?>
<a:theme xmlns:a="http://schemas.openxmlformats.org/drawingml/2006/main" name="lesson-plan">
  <a:themeElements>
    <a:clrScheme name="Custom 501">
      <a:dk1>
        <a:srgbClr val="000000"/>
      </a:dk1>
      <a:lt1>
        <a:srgbClr val="EFEDE2"/>
      </a:lt1>
      <a:dk2>
        <a:srgbClr val="1F497D"/>
      </a:dk2>
      <a:lt2>
        <a:srgbClr val="FDFFFF"/>
      </a:lt2>
      <a:accent1>
        <a:srgbClr val="4F81BD"/>
      </a:accent1>
      <a:accent2>
        <a:srgbClr val="AB0101"/>
      </a:accent2>
      <a:accent3>
        <a:srgbClr val="86B060"/>
      </a:accent3>
      <a:accent4>
        <a:srgbClr val="7760A0"/>
      </a:accent4>
      <a:accent5>
        <a:srgbClr val="739395"/>
      </a:accent5>
      <a:accent6>
        <a:srgbClr val="968B52"/>
      </a:accent6>
      <a:hlink>
        <a:srgbClr val="336699"/>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1087</Words>
  <Application>Microsoft Macintosh PowerPoint</Application>
  <PresentationFormat>On-screen Show (16:9)</PresentationFormat>
  <Paragraphs>133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Comic Sans MS</vt:lpstr>
      <vt:lpstr>lesson-plan</vt:lpstr>
      <vt:lpstr>The Crusades</vt:lpstr>
      <vt:lpstr>    Learning Goals...</vt:lpstr>
      <vt:lpstr>The City of Jerusalem...</vt:lpstr>
      <vt:lpstr>    RESEARCH ACTIVITY</vt:lpstr>
      <vt:lpstr>The Crusades</vt:lpstr>
      <vt:lpstr>The First Crusade</vt:lpstr>
      <vt:lpstr>The First Crusade</vt:lpstr>
      <vt:lpstr>     Source Study</vt:lpstr>
      <vt:lpstr>     COMPREHENSION</vt:lpstr>
      <vt:lpstr>REASONS TO GO ON A CRUSADE</vt:lpstr>
      <vt:lpstr>     COMPREHENSION</vt:lpstr>
      <vt:lpstr>    RESEARCH ACTIVITY</vt:lpstr>
      <vt:lpstr>    COMPREHENSION</vt:lpstr>
      <vt:lpstr>The Third Crusade</vt:lpstr>
      <vt:lpstr>The Third Crusade</vt:lpstr>
      <vt:lpstr>    RESEARCH ACTIVITY</vt:lpstr>
      <vt:lpstr>    FILL IN THE BLANKS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Crusades</dc:title>
  <cp:lastModifiedBy>DONAVON Rebecca [Narrogin Senior High School]</cp:lastModifiedBy>
  <cp:revision>1</cp:revision>
  <dcterms:created xsi:type="dcterms:W3CDTF">2015-03-04T10:18:52Z</dcterms:created>
  <dcterms:modified xsi:type="dcterms:W3CDTF">2019-08-21T08:32:21Z</dcterms:modified>
</cp:coreProperties>
</file>