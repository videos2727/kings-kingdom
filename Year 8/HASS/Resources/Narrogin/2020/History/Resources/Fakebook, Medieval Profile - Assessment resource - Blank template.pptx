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handoutMasterIdLst>
    <p:handoutMasterId r:id="rId14"/>
  </p:handoutMasterIdLst>
  <p:sldIdLst>
    <p:sldId id="257" r:id="rId5"/>
    <p:sldId id="264" r:id="rId6"/>
    <p:sldId id="258" r:id="rId7"/>
    <p:sldId id="259" r:id="rId8"/>
    <p:sldId id="260" r:id="rId9"/>
    <p:sldId id="261" r:id="rId10"/>
    <p:sldId id="262" r:id="rId11"/>
    <p:sldId id="263" r:id="rId12"/>
  </p:sldIdLst>
  <p:sldSz cx="9144000" cy="6858000" type="screen4x3"/>
  <p:notesSz cx="6805613"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3B92"/>
    <a:srgbClr val="003399"/>
    <a:srgbClr val="1932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25" d="100"/>
          <a:sy n="125" d="100"/>
        </p:scale>
        <p:origin x="-588" y="222"/>
      </p:cViewPr>
      <p:guideLst>
        <p:guide orient="horz" pos="2160"/>
        <p:guide pos="2880"/>
      </p:guideLst>
    </p:cSldViewPr>
  </p:slideViewPr>
  <p:notesTextViewPr>
    <p:cViewPr>
      <p:scale>
        <a:sx n="1" d="1"/>
        <a:sy n="1" d="1"/>
      </p:scale>
      <p:origin x="0" y="0"/>
    </p:cViewPr>
  </p:notesTextViewPr>
  <p:notesViewPr>
    <p:cSldViewPr>
      <p:cViewPr varScale="1">
        <p:scale>
          <a:sx n="77" d="100"/>
          <a:sy n="77" d="100"/>
        </p:scale>
        <p:origin x="-2904" y="-102"/>
      </p:cViewPr>
      <p:guideLst>
        <p:guide orient="horz" pos="3130"/>
        <p:guide pos="214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6967"/>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54939" y="0"/>
            <a:ext cx="2949099" cy="496967"/>
          </a:xfrm>
          <a:prstGeom prst="rect">
            <a:avLst/>
          </a:prstGeom>
        </p:spPr>
        <p:txBody>
          <a:bodyPr vert="horz" lIns="91440" tIns="45720" rIns="91440" bIns="45720" rtlCol="0"/>
          <a:lstStyle>
            <a:lvl1pPr algn="r">
              <a:defRPr sz="1200"/>
            </a:lvl1pPr>
          </a:lstStyle>
          <a:p>
            <a:fld id="{2144FF28-4978-4905-B0EA-357B76A616C7}" type="datetimeFigureOut">
              <a:rPr lang="en-AU" smtClean="0"/>
              <a:t>12/07/2018</a:t>
            </a:fld>
            <a:endParaRPr lang="en-AU"/>
          </a:p>
        </p:txBody>
      </p:sp>
      <p:sp>
        <p:nvSpPr>
          <p:cNvPr id="4" name="Footer Placeholder 3"/>
          <p:cNvSpPr>
            <a:spLocks noGrp="1"/>
          </p:cNvSpPr>
          <p:nvPr>
            <p:ph type="ftr" sz="quarter" idx="2"/>
          </p:nvPr>
        </p:nvSpPr>
        <p:spPr>
          <a:xfrm>
            <a:off x="0" y="9440646"/>
            <a:ext cx="2949099" cy="49696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54939" y="9440646"/>
            <a:ext cx="2949099" cy="496967"/>
          </a:xfrm>
          <a:prstGeom prst="rect">
            <a:avLst/>
          </a:prstGeom>
        </p:spPr>
        <p:txBody>
          <a:bodyPr vert="horz" lIns="91440" tIns="45720" rIns="91440" bIns="45720" rtlCol="0" anchor="b"/>
          <a:lstStyle>
            <a:lvl1pPr algn="r">
              <a:defRPr sz="1200"/>
            </a:lvl1pPr>
          </a:lstStyle>
          <a:p>
            <a:fld id="{DCA8470B-7E11-4CDE-87F8-C1D5295C8145}" type="slidenum">
              <a:rPr lang="en-AU" smtClean="0"/>
              <a:t>‹#›</a:t>
            </a:fld>
            <a:endParaRPr lang="en-AU"/>
          </a:p>
        </p:txBody>
      </p:sp>
    </p:spTree>
    <p:extLst>
      <p:ext uri="{BB962C8B-B14F-4D97-AF65-F5344CB8AC3E}">
        <p14:creationId xmlns:p14="http://schemas.microsoft.com/office/powerpoint/2010/main" val="4293692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450" y="0"/>
            <a:ext cx="2949575" cy="496888"/>
          </a:xfrm>
          <a:prstGeom prst="rect">
            <a:avLst/>
          </a:prstGeom>
        </p:spPr>
        <p:txBody>
          <a:bodyPr vert="horz" lIns="91440" tIns="45720" rIns="91440" bIns="45720" rtlCol="0"/>
          <a:lstStyle>
            <a:lvl1pPr algn="r">
              <a:defRPr sz="1200"/>
            </a:lvl1pPr>
          </a:lstStyle>
          <a:p>
            <a:fld id="{CCB0F328-9A6C-4E60-92AB-E3372ABF7BE1}" type="datetimeFigureOut">
              <a:rPr lang="en-AU" smtClean="0"/>
              <a:t>12/07/2018</a:t>
            </a:fld>
            <a:endParaRPr lang="en-AU"/>
          </a:p>
        </p:txBody>
      </p:sp>
      <p:sp>
        <p:nvSpPr>
          <p:cNvPr id="4" name="Slide Image Placeholder 3"/>
          <p:cNvSpPr>
            <a:spLocks noGrp="1" noRot="1" noChangeAspect="1"/>
          </p:cNvSpPr>
          <p:nvPr>
            <p:ph type="sldImg" idx="2"/>
          </p:nvPr>
        </p:nvSpPr>
        <p:spPr>
          <a:xfrm>
            <a:off x="920750" y="746125"/>
            <a:ext cx="4965700" cy="3725863"/>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1038" y="4721225"/>
            <a:ext cx="5443537" cy="447198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450" y="9440863"/>
            <a:ext cx="2949575" cy="496887"/>
          </a:xfrm>
          <a:prstGeom prst="rect">
            <a:avLst/>
          </a:prstGeom>
        </p:spPr>
        <p:txBody>
          <a:bodyPr vert="horz" lIns="91440" tIns="45720" rIns="91440" bIns="45720" rtlCol="0" anchor="b"/>
          <a:lstStyle>
            <a:lvl1pPr algn="r">
              <a:defRPr sz="1200"/>
            </a:lvl1pPr>
          </a:lstStyle>
          <a:p>
            <a:fld id="{E9D3D309-EE7D-4651-8112-E3390B52CF9F}" type="slidenum">
              <a:rPr lang="en-AU" smtClean="0"/>
              <a:t>‹#›</a:t>
            </a:fld>
            <a:endParaRPr lang="en-AU"/>
          </a:p>
        </p:txBody>
      </p:sp>
    </p:spTree>
    <p:extLst>
      <p:ext uri="{BB962C8B-B14F-4D97-AF65-F5344CB8AC3E}">
        <p14:creationId xmlns:p14="http://schemas.microsoft.com/office/powerpoint/2010/main" val="4146201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E9D3D309-EE7D-4651-8112-E3390B52CF9F}" type="slidenum">
              <a:rPr lang="en-AU" smtClean="0"/>
              <a:t>1</a:t>
            </a:fld>
            <a:endParaRPr lang="en-AU"/>
          </a:p>
        </p:txBody>
      </p:sp>
    </p:spTree>
    <p:extLst>
      <p:ext uri="{BB962C8B-B14F-4D97-AF65-F5344CB8AC3E}">
        <p14:creationId xmlns:p14="http://schemas.microsoft.com/office/powerpoint/2010/main" val="1443093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1" name="Picture Placeholder 40"/>
          <p:cNvSpPr>
            <a:spLocks noGrp="1"/>
          </p:cNvSpPr>
          <p:nvPr>
            <p:ph type="pic" sz="quarter" idx="11" hasCustomPrompt="1"/>
          </p:nvPr>
        </p:nvSpPr>
        <p:spPr>
          <a:xfrm>
            <a:off x="255691" y="3573016"/>
            <a:ext cx="855248" cy="864161"/>
          </a:xfrm>
          <a:prstGeom prst="rect">
            <a:avLst/>
          </a:prstGeom>
          <a:solidFill>
            <a:schemeClr val="accent1">
              <a:lumMod val="20000"/>
              <a:lumOff val="80000"/>
            </a:schemeClr>
          </a:solidFill>
          <a:ln w="15875">
            <a:solidFill>
              <a:srgbClr val="2A3B92"/>
            </a:solidFill>
          </a:ln>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13" name="Picture Placeholder 40"/>
          <p:cNvSpPr>
            <a:spLocks noGrp="1"/>
          </p:cNvSpPr>
          <p:nvPr>
            <p:ph type="pic" sz="quarter" idx="21" hasCustomPrompt="1"/>
          </p:nvPr>
        </p:nvSpPr>
        <p:spPr>
          <a:xfrm>
            <a:off x="4568664" y="3573016"/>
            <a:ext cx="855248" cy="864161"/>
          </a:xfrm>
          <a:prstGeom prst="rect">
            <a:avLst/>
          </a:prstGeom>
          <a:solidFill>
            <a:schemeClr val="accent1">
              <a:lumMod val="20000"/>
              <a:lumOff val="80000"/>
            </a:schemeClr>
          </a:solidFill>
          <a:ln w="15875">
            <a:solidFill>
              <a:srgbClr val="2A3B92"/>
            </a:solidFill>
          </a:ln>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14" name="Picture Placeholder 40"/>
          <p:cNvSpPr>
            <a:spLocks noGrp="1"/>
          </p:cNvSpPr>
          <p:nvPr>
            <p:ph type="pic" sz="quarter" idx="22" hasCustomPrompt="1"/>
          </p:nvPr>
        </p:nvSpPr>
        <p:spPr>
          <a:xfrm>
            <a:off x="6747661" y="3573016"/>
            <a:ext cx="855248" cy="864161"/>
          </a:xfrm>
          <a:prstGeom prst="rect">
            <a:avLst/>
          </a:prstGeom>
          <a:solidFill>
            <a:schemeClr val="accent1">
              <a:lumMod val="20000"/>
              <a:lumOff val="80000"/>
            </a:schemeClr>
          </a:solidFill>
          <a:ln w="15875">
            <a:solidFill>
              <a:srgbClr val="2A3B92"/>
            </a:solidFill>
          </a:ln>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15" name="Picture Placeholder 40"/>
          <p:cNvSpPr>
            <a:spLocks noGrp="1"/>
          </p:cNvSpPr>
          <p:nvPr>
            <p:ph type="pic" sz="quarter" idx="23" hasCustomPrompt="1"/>
          </p:nvPr>
        </p:nvSpPr>
        <p:spPr>
          <a:xfrm>
            <a:off x="259114" y="4869160"/>
            <a:ext cx="855248" cy="864161"/>
          </a:xfrm>
          <a:prstGeom prst="rect">
            <a:avLst/>
          </a:prstGeom>
          <a:solidFill>
            <a:schemeClr val="accent1">
              <a:lumMod val="20000"/>
              <a:lumOff val="80000"/>
            </a:schemeClr>
          </a:solidFill>
          <a:ln w="15875">
            <a:solidFill>
              <a:srgbClr val="2A3B92"/>
            </a:solidFill>
          </a:ln>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16" name="Picture Placeholder 40"/>
          <p:cNvSpPr>
            <a:spLocks noGrp="1"/>
          </p:cNvSpPr>
          <p:nvPr>
            <p:ph type="pic" sz="quarter" idx="24" hasCustomPrompt="1"/>
          </p:nvPr>
        </p:nvSpPr>
        <p:spPr>
          <a:xfrm>
            <a:off x="2411554" y="4869160"/>
            <a:ext cx="855248" cy="864161"/>
          </a:xfrm>
          <a:prstGeom prst="rect">
            <a:avLst/>
          </a:prstGeom>
          <a:solidFill>
            <a:schemeClr val="accent1">
              <a:lumMod val="20000"/>
              <a:lumOff val="80000"/>
            </a:schemeClr>
          </a:solidFill>
          <a:ln w="15875">
            <a:solidFill>
              <a:srgbClr val="2A3B92"/>
            </a:solidFill>
          </a:ln>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17" name="Picture Placeholder 40"/>
          <p:cNvSpPr>
            <a:spLocks noGrp="1"/>
          </p:cNvSpPr>
          <p:nvPr>
            <p:ph type="pic" sz="quarter" idx="25" hasCustomPrompt="1"/>
          </p:nvPr>
        </p:nvSpPr>
        <p:spPr>
          <a:xfrm>
            <a:off x="4572087" y="4869160"/>
            <a:ext cx="855248" cy="864161"/>
          </a:xfrm>
          <a:prstGeom prst="rect">
            <a:avLst/>
          </a:prstGeom>
          <a:solidFill>
            <a:schemeClr val="accent1">
              <a:lumMod val="20000"/>
              <a:lumOff val="80000"/>
            </a:schemeClr>
          </a:solidFill>
          <a:ln w="15875">
            <a:solidFill>
              <a:srgbClr val="2A3B92"/>
            </a:solidFill>
          </a:ln>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18" name="Picture Placeholder 40"/>
          <p:cNvSpPr>
            <a:spLocks noGrp="1"/>
          </p:cNvSpPr>
          <p:nvPr>
            <p:ph type="pic" sz="quarter" idx="26" hasCustomPrompt="1"/>
          </p:nvPr>
        </p:nvSpPr>
        <p:spPr>
          <a:xfrm>
            <a:off x="6751084" y="4869160"/>
            <a:ext cx="855248" cy="864161"/>
          </a:xfrm>
          <a:prstGeom prst="rect">
            <a:avLst/>
          </a:prstGeom>
          <a:solidFill>
            <a:schemeClr val="accent1">
              <a:lumMod val="20000"/>
              <a:lumOff val="80000"/>
            </a:schemeClr>
          </a:solidFill>
          <a:ln w="15875">
            <a:solidFill>
              <a:srgbClr val="2A3B92"/>
            </a:solidFill>
          </a:ln>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19" name="Picture Placeholder 40"/>
          <p:cNvSpPr>
            <a:spLocks noGrp="1"/>
          </p:cNvSpPr>
          <p:nvPr>
            <p:ph type="pic" sz="quarter" idx="27" hasCustomPrompt="1"/>
          </p:nvPr>
        </p:nvSpPr>
        <p:spPr>
          <a:xfrm>
            <a:off x="2411760" y="3592133"/>
            <a:ext cx="855248" cy="864161"/>
          </a:xfrm>
          <a:prstGeom prst="rect">
            <a:avLst/>
          </a:prstGeom>
          <a:solidFill>
            <a:schemeClr val="accent1">
              <a:lumMod val="20000"/>
              <a:lumOff val="80000"/>
            </a:schemeClr>
          </a:solidFill>
          <a:ln w="15875">
            <a:solidFill>
              <a:srgbClr val="2A3B92"/>
            </a:solidFill>
          </a:ln>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31" name="Picture Placeholder 40"/>
          <p:cNvSpPr>
            <a:spLocks noGrp="1"/>
          </p:cNvSpPr>
          <p:nvPr>
            <p:ph type="pic" sz="quarter" idx="28" hasCustomPrompt="1"/>
          </p:nvPr>
        </p:nvSpPr>
        <p:spPr>
          <a:xfrm>
            <a:off x="6084168" y="21266"/>
            <a:ext cx="360040" cy="360040"/>
          </a:xfrm>
          <a:prstGeom prst="rect">
            <a:avLst/>
          </a:prstGeom>
          <a:solidFill>
            <a:schemeClr val="accent1">
              <a:lumMod val="20000"/>
              <a:lumOff val="80000"/>
            </a:schemeClr>
          </a:solidFill>
          <a:ln w="15875">
            <a:solidFill>
              <a:srgbClr val="003399"/>
            </a:solidFill>
          </a:ln>
        </p:spPr>
        <p:txBody>
          <a:bodyPr lIns="0" rIns="36000" anchor="ctr" anchorCtr="1"/>
          <a:lstStyle>
            <a:lvl1pPr marL="0" indent="0" algn="ctr">
              <a:buFontTx/>
              <a:buNone/>
              <a:defRPr sz="750">
                <a:solidFill>
                  <a:schemeClr val="tx1"/>
                </a:solidFill>
                <a:latin typeface="Arial" pitchFamily="34" charset="0"/>
                <a:cs typeface="Arial" pitchFamily="34" charset="0"/>
              </a:defRPr>
            </a:lvl1pPr>
          </a:lstStyle>
          <a:p>
            <a:r>
              <a:rPr lang="en-AU" dirty="0" smtClean="0"/>
              <a:t>profile picture</a:t>
            </a:r>
            <a:endParaRPr lang="en-AU" dirty="0"/>
          </a:p>
        </p:txBody>
      </p:sp>
      <p:sp>
        <p:nvSpPr>
          <p:cNvPr id="20" name="Text Placeholder 12"/>
          <p:cNvSpPr>
            <a:spLocks noGrp="1"/>
          </p:cNvSpPr>
          <p:nvPr>
            <p:ph type="body" sz="quarter" idx="29" hasCustomPrompt="1"/>
          </p:nvPr>
        </p:nvSpPr>
        <p:spPr>
          <a:xfrm>
            <a:off x="1115616" y="3573016"/>
            <a:ext cx="864096" cy="864096"/>
          </a:xfrm>
          <a:prstGeom prst="rect">
            <a:avLst/>
          </a:prstGeom>
          <a:solidFill>
            <a:schemeClr val="bg1"/>
          </a:solidFill>
          <a:ln>
            <a:noFill/>
          </a:ln>
        </p:spPr>
        <p:txBody>
          <a:bodyPr/>
          <a:lstStyle>
            <a:lvl1pPr marL="0" indent="0">
              <a:buNone/>
              <a:defRPr sz="900">
                <a:latin typeface="Arial" pitchFamily="34" charset="0"/>
                <a:cs typeface="Arial" pitchFamily="34" charset="0"/>
              </a:defRPr>
            </a:lvl1pPr>
          </a:lstStyle>
          <a:p>
            <a:r>
              <a:rPr lang="en-AU" sz="900" dirty="0" smtClean="0">
                <a:latin typeface="Arial "/>
              </a:rPr>
              <a:t>Insert name of friend and their role in society</a:t>
            </a:r>
            <a:endParaRPr lang="en-AU" dirty="0">
              <a:latin typeface="Arial "/>
            </a:endParaRPr>
          </a:p>
        </p:txBody>
      </p:sp>
      <p:sp>
        <p:nvSpPr>
          <p:cNvPr id="45" name="Text Placeholder 12"/>
          <p:cNvSpPr>
            <a:spLocks noGrp="1"/>
          </p:cNvSpPr>
          <p:nvPr>
            <p:ph type="body" sz="quarter" idx="30" hasCustomPrompt="1"/>
          </p:nvPr>
        </p:nvSpPr>
        <p:spPr>
          <a:xfrm>
            <a:off x="3275856" y="3587874"/>
            <a:ext cx="864096" cy="864096"/>
          </a:xfrm>
          <a:prstGeom prst="rect">
            <a:avLst/>
          </a:prstGeom>
          <a:solidFill>
            <a:schemeClr val="bg1"/>
          </a:solidFill>
          <a:ln>
            <a:noFill/>
          </a:ln>
        </p:spPr>
        <p:txBody>
          <a:bodyPr/>
          <a:lstStyle>
            <a:lvl1pPr marL="0" indent="0">
              <a:buNone/>
              <a:defRPr sz="900">
                <a:latin typeface="Arial" pitchFamily="34" charset="0"/>
                <a:cs typeface="Arial" pitchFamily="34" charset="0"/>
              </a:defRPr>
            </a:lvl1pPr>
          </a:lstStyle>
          <a:p>
            <a:r>
              <a:rPr lang="en-AU" sz="900" dirty="0" smtClean="0">
                <a:latin typeface="Arial "/>
              </a:rPr>
              <a:t>Insert name of friend and their role in society</a:t>
            </a:r>
            <a:endParaRPr lang="en-AU" dirty="0">
              <a:latin typeface="Arial "/>
            </a:endParaRPr>
          </a:p>
        </p:txBody>
      </p:sp>
      <p:sp>
        <p:nvSpPr>
          <p:cNvPr id="46" name="Text Placeholder 12"/>
          <p:cNvSpPr>
            <a:spLocks noGrp="1"/>
          </p:cNvSpPr>
          <p:nvPr>
            <p:ph type="body" sz="quarter" idx="31" hasCustomPrompt="1"/>
          </p:nvPr>
        </p:nvSpPr>
        <p:spPr>
          <a:xfrm>
            <a:off x="5431904" y="3573016"/>
            <a:ext cx="864096" cy="864096"/>
          </a:xfrm>
          <a:prstGeom prst="rect">
            <a:avLst/>
          </a:prstGeom>
          <a:solidFill>
            <a:schemeClr val="bg1"/>
          </a:solidFill>
          <a:ln>
            <a:noFill/>
          </a:ln>
        </p:spPr>
        <p:txBody>
          <a:bodyPr/>
          <a:lstStyle>
            <a:lvl1pPr marL="0" indent="0">
              <a:buNone/>
              <a:defRPr sz="900">
                <a:latin typeface="Arial" pitchFamily="34" charset="0"/>
                <a:cs typeface="Arial" pitchFamily="34" charset="0"/>
              </a:defRPr>
            </a:lvl1pPr>
          </a:lstStyle>
          <a:p>
            <a:r>
              <a:rPr lang="en-AU" sz="900" dirty="0" smtClean="0">
                <a:latin typeface="Arial "/>
              </a:rPr>
              <a:t>Insert name of friend and their role in society</a:t>
            </a:r>
            <a:endParaRPr lang="en-AU" dirty="0">
              <a:latin typeface="Arial "/>
            </a:endParaRPr>
          </a:p>
        </p:txBody>
      </p:sp>
      <p:sp>
        <p:nvSpPr>
          <p:cNvPr id="47" name="Text Placeholder 12"/>
          <p:cNvSpPr>
            <a:spLocks noGrp="1"/>
          </p:cNvSpPr>
          <p:nvPr>
            <p:ph type="body" sz="quarter" idx="32" hasCustomPrompt="1"/>
          </p:nvPr>
        </p:nvSpPr>
        <p:spPr>
          <a:xfrm>
            <a:off x="7596336" y="3573016"/>
            <a:ext cx="864096" cy="864096"/>
          </a:xfrm>
          <a:prstGeom prst="rect">
            <a:avLst/>
          </a:prstGeom>
          <a:solidFill>
            <a:schemeClr val="bg1"/>
          </a:solidFill>
          <a:ln>
            <a:noFill/>
          </a:ln>
        </p:spPr>
        <p:txBody>
          <a:bodyPr/>
          <a:lstStyle>
            <a:lvl1pPr marL="0" indent="0">
              <a:buNone/>
              <a:defRPr sz="900">
                <a:latin typeface="Arial" pitchFamily="34" charset="0"/>
                <a:cs typeface="Arial" pitchFamily="34" charset="0"/>
              </a:defRPr>
            </a:lvl1pPr>
          </a:lstStyle>
          <a:p>
            <a:r>
              <a:rPr lang="en-AU" sz="900" dirty="0" smtClean="0">
                <a:latin typeface="Arial "/>
              </a:rPr>
              <a:t>Insert name of friend and their role in society</a:t>
            </a:r>
            <a:endParaRPr lang="en-AU" dirty="0">
              <a:latin typeface="Arial "/>
            </a:endParaRPr>
          </a:p>
        </p:txBody>
      </p:sp>
      <p:sp>
        <p:nvSpPr>
          <p:cNvPr id="48" name="Text Placeholder 12"/>
          <p:cNvSpPr>
            <a:spLocks noGrp="1"/>
          </p:cNvSpPr>
          <p:nvPr>
            <p:ph type="body" sz="quarter" idx="33" hasCustomPrompt="1"/>
          </p:nvPr>
        </p:nvSpPr>
        <p:spPr>
          <a:xfrm>
            <a:off x="1115616" y="4869160"/>
            <a:ext cx="864096" cy="864096"/>
          </a:xfrm>
          <a:prstGeom prst="rect">
            <a:avLst/>
          </a:prstGeom>
          <a:solidFill>
            <a:schemeClr val="bg1"/>
          </a:solidFill>
          <a:ln>
            <a:noFill/>
          </a:ln>
        </p:spPr>
        <p:txBody>
          <a:bodyPr/>
          <a:lstStyle>
            <a:lvl1pPr marL="0" indent="0">
              <a:buNone/>
              <a:defRPr sz="900">
                <a:latin typeface="Arial" pitchFamily="34" charset="0"/>
                <a:cs typeface="Arial" pitchFamily="34" charset="0"/>
              </a:defRPr>
            </a:lvl1pPr>
          </a:lstStyle>
          <a:p>
            <a:r>
              <a:rPr lang="en-AU" sz="900" dirty="0" smtClean="0">
                <a:latin typeface="Arial "/>
              </a:rPr>
              <a:t>Insert name of friend and their role in society</a:t>
            </a:r>
            <a:endParaRPr lang="en-AU" dirty="0">
              <a:latin typeface="Arial "/>
            </a:endParaRPr>
          </a:p>
        </p:txBody>
      </p:sp>
      <p:sp>
        <p:nvSpPr>
          <p:cNvPr id="49" name="Text Placeholder 12"/>
          <p:cNvSpPr>
            <a:spLocks noGrp="1"/>
          </p:cNvSpPr>
          <p:nvPr>
            <p:ph type="body" sz="quarter" idx="34" hasCustomPrompt="1"/>
          </p:nvPr>
        </p:nvSpPr>
        <p:spPr>
          <a:xfrm>
            <a:off x="3275856" y="4869160"/>
            <a:ext cx="864096" cy="864096"/>
          </a:xfrm>
          <a:prstGeom prst="rect">
            <a:avLst/>
          </a:prstGeom>
          <a:solidFill>
            <a:schemeClr val="bg1"/>
          </a:solidFill>
          <a:ln>
            <a:noFill/>
          </a:ln>
        </p:spPr>
        <p:txBody>
          <a:bodyPr/>
          <a:lstStyle>
            <a:lvl1pPr marL="0" indent="0">
              <a:buNone/>
              <a:defRPr sz="900">
                <a:latin typeface="Arial" pitchFamily="34" charset="0"/>
                <a:cs typeface="Arial" pitchFamily="34" charset="0"/>
              </a:defRPr>
            </a:lvl1pPr>
          </a:lstStyle>
          <a:p>
            <a:r>
              <a:rPr lang="en-AU" sz="900" dirty="0" smtClean="0">
                <a:latin typeface="Arial "/>
              </a:rPr>
              <a:t>Insert name of friend and their role in society</a:t>
            </a:r>
            <a:endParaRPr lang="en-AU" dirty="0">
              <a:latin typeface="Arial "/>
            </a:endParaRPr>
          </a:p>
        </p:txBody>
      </p:sp>
      <p:sp>
        <p:nvSpPr>
          <p:cNvPr id="50" name="Text Placeholder 12"/>
          <p:cNvSpPr>
            <a:spLocks noGrp="1"/>
          </p:cNvSpPr>
          <p:nvPr>
            <p:ph type="body" sz="quarter" idx="35" hasCustomPrompt="1"/>
          </p:nvPr>
        </p:nvSpPr>
        <p:spPr>
          <a:xfrm>
            <a:off x="5436096" y="4869160"/>
            <a:ext cx="864096" cy="864096"/>
          </a:xfrm>
          <a:prstGeom prst="rect">
            <a:avLst/>
          </a:prstGeom>
          <a:solidFill>
            <a:schemeClr val="bg1"/>
          </a:solidFill>
          <a:ln>
            <a:noFill/>
          </a:ln>
        </p:spPr>
        <p:txBody>
          <a:bodyPr/>
          <a:lstStyle>
            <a:lvl1pPr marL="0" indent="0">
              <a:buNone/>
              <a:defRPr sz="900">
                <a:latin typeface="Arial" pitchFamily="34" charset="0"/>
                <a:cs typeface="Arial" pitchFamily="34" charset="0"/>
              </a:defRPr>
            </a:lvl1pPr>
          </a:lstStyle>
          <a:p>
            <a:r>
              <a:rPr lang="en-AU" sz="900" dirty="0" smtClean="0">
                <a:latin typeface="Arial "/>
              </a:rPr>
              <a:t>Insert name of friend and their role in society</a:t>
            </a:r>
            <a:endParaRPr lang="en-AU" dirty="0">
              <a:latin typeface="Arial "/>
            </a:endParaRPr>
          </a:p>
        </p:txBody>
      </p:sp>
      <p:sp>
        <p:nvSpPr>
          <p:cNvPr id="51" name="Text Placeholder 12"/>
          <p:cNvSpPr>
            <a:spLocks noGrp="1"/>
          </p:cNvSpPr>
          <p:nvPr>
            <p:ph type="body" sz="quarter" idx="36" hasCustomPrompt="1"/>
          </p:nvPr>
        </p:nvSpPr>
        <p:spPr>
          <a:xfrm>
            <a:off x="7596336" y="4869160"/>
            <a:ext cx="864096" cy="864096"/>
          </a:xfrm>
          <a:prstGeom prst="rect">
            <a:avLst/>
          </a:prstGeom>
          <a:solidFill>
            <a:schemeClr val="bg1"/>
          </a:solidFill>
          <a:ln>
            <a:noFill/>
          </a:ln>
        </p:spPr>
        <p:txBody>
          <a:bodyPr/>
          <a:lstStyle>
            <a:lvl1pPr marL="0" indent="0">
              <a:buNone/>
              <a:defRPr sz="900">
                <a:latin typeface="Arial" pitchFamily="34" charset="0"/>
                <a:cs typeface="Arial" pitchFamily="34" charset="0"/>
              </a:defRPr>
            </a:lvl1pPr>
          </a:lstStyle>
          <a:p>
            <a:r>
              <a:rPr lang="en-AU" sz="900" dirty="0" smtClean="0">
                <a:latin typeface="Arial "/>
              </a:rPr>
              <a:t>Insert name of friend and their role in society</a:t>
            </a:r>
            <a:endParaRPr lang="en-AU" dirty="0">
              <a:latin typeface="Arial "/>
            </a:endParaRPr>
          </a:p>
        </p:txBody>
      </p:sp>
      <p:sp>
        <p:nvSpPr>
          <p:cNvPr id="4" name="Text Placeholder 3"/>
          <p:cNvSpPr>
            <a:spLocks noGrp="1"/>
          </p:cNvSpPr>
          <p:nvPr>
            <p:ph type="body" sz="quarter" idx="37" hasCustomPrompt="1"/>
          </p:nvPr>
        </p:nvSpPr>
        <p:spPr>
          <a:xfrm>
            <a:off x="6444208" y="116632"/>
            <a:ext cx="1584325" cy="260648"/>
          </a:xfrm>
          <a:prstGeom prst="rect">
            <a:avLst/>
          </a:prstGeom>
        </p:spPr>
        <p:txBody>
          <a:bodyPr/>
          <a:lstStyle>
            <a:lvl3pPr marL="0" marR="0" indent="0" algn="l" defTabSz="914400" rtl="0" eaLnBrk="1" fontAlgn="auto" latinLnBrk="0" hangingPunct="1">
              <a:lnSpc>
                <a:spcPct val="100000"/>
              </a:lnSpc>
              <a:spcBef>
                <a:spcPct val="20000"/>
              </a:spcBef>
              <a:spcAft>
                <a:spcPts val="0"/>
              </a:spcAft>
              <a:buClrTx/>
              <a:buSzTx/>
              <a:buFontTx/>
              <a:buNone/>
              <a:tabLst/>
              <a:defRPr sz="1100">
                <a:solidFill>
                  <a:schemeClr val="bg1"/>
                </a:solidFill>
                <a:latin typeface="Arial Rounded MT Bold" pitchFamily="34" charset="0"/>
              </a:defRPr>
            </a:lvl3pPr>
          </a:lstStyle>
          <a:p>
            <a:pPr marL="0" marR="0" lvl="2" indent="0" algn="l" defTabSz="914400" rtl="0" eaLnBrk="1" fontAlgn="auto" latinLnBrk="0" hangingPunct="1">
              <a:lnSpc>
                <a:spcPct val="100000"/>
              </a:lnSpc>
              <a:spcBef>
                <a:spcPct val="20000"/>
              </a:spcBef>
              <a:spcAft>
                <a:spcPts val="0"/>
              </a:spcAft>
              <a:buClrTx/>
              <a:buSzTx/>
              <a:buFontTx/>
              <a:buNone/>
              <a:tabLst/>
              <a:defRPr/>
            </a:pPr>
            <a:r>
              <a:rPr lang="en-US" dirty="0" smtClean="0"/>
              <a:t>Insert name and role</a:t>
            </a:r>
            <a:endParaRPr lang="en-AU" dirty="0" smtClean="0"/>
          </a:p>
          <a:p>
            <a:pPr lvl="2"/>
            <a:endParaRPr lang="en-AU" dirty="0"/>
          </a:p>
        </p:txBody>
      </p:sp>
      <p:sp>
        <p:nvSpPr>
          <p:cNvPr id="52" name="Picture Placeholder 40"/>
          <p:cNvSpPr>
            <a:spLocks noGrp="1"/>
          </p:cNvSpPr>
          <p:nvPr>
            <p:ph type="pic" sz="quarter" idx="38" hasCustomPrompt="1"/>
          </p:nvPr>
        </p:nvSpPr>
        <p:spPr>
          <a:xfrm>
            <a:off x="12998" y="457623"/>
            <a:ext cx="9131002" cy="1531217"/>
          </a:xfrm>
          <a:prstGeom prst="rect">
            <a:avLst/>
          </a:prstGeom>
          <a:solidFill>
            <a:schemeClr val="accent1">
              <a:lumMod val="20000"/>
              <a:lumOff val="80000"/>
            </a:schemeClr>
          </a:solidFill>
          <a:ln w="15875">
            <a:solidFill>
              <a:srgbClr val="003399"/>
            </a:solidFill>
          </a:ln>
        </p:spPr>
        <p:txBody>
          <a:bodyPr/>
          <a:lstStyle>
            <a:lvl1pPr marL="0" indent="0" algn="ctr">
              <a:buFontTx/>
              <a:buNone/>
              <a:defRPr sz="900" baseline="0">
                <a:solidFill>
                  <a:schemeClr val="tx1"/>
                </a:solidFill>
                <a:latin typeface="Arial" pitchFamily="34" charset="0"/>
                <a:cs typeface="Arial" pitchFamily="34" charset="0"/>
              </a:defRPr>
            </a:lvl1pPr>
          </a:lstStyle>
          <a:p>
            <a:r>
              <a:rPr lang="en-AU" dirty="0" smtClean="0"/>
              <a:t>Insert background picture</a:t>
            </a:r>
            <a:endParaRPr lang="en-AU" dirty="0"/>
          </a:p>
        </p:txBody>
      </p:sp>
      <p:sp>
        <p:nvSpPr>
          <p:cNvPr id="12" name="Picture Placeholder 40"/>
          <p:cNvSpPr>
            <a:spLocks noGrp="1"/>
          </p:cNvSpPr>
          <p:nvPr>
            <p:ph type="pic" sz="quarter" idx="10" hasCustomPrompt="1"/>
          </p:nvPr>
        </p:nvSpPr>
        <p:spPr>
          <a:xfrm>
            <a:off x="258812" y="1268493"/>
            <a:ext cx="1639367" cy="1656451"/>
          </a:xfrm>
          <a:prstGeom prst="rect">
            <a:avLst/>
          </a:prstGeom>
          <a:solidFill>
            <a:schemeClr val="accent1">
              <a:lumMod val="20000"/>
              <a:lumOff val="80000"/>
            </a:schemeClr>
          </a:solidFill>
          <a:ln w="15875">
            <a:solidFill>
              <a:srgbClr val="003399"/>
            </a:solidFill>
          </a:ln>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a:t>
            </a:r>
            <a:endParaRPr lang="en-AU" dirty="0"/>
          </a:p>
        </p:txBody>
      </p:sp>
    </p:spTree>
    <p:extLst>
      <p:ext uri="{BB962C8B-B14F-4D97-AF65-F5344CB8AC3E}">
        <p14:creationId xmlns:p14="http://schemas.microsoft.com/office/powerpoint/2010/main" val="352031339"/>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 posts slide">
    <p:spTree>
      <p:nvGrpSpPr>
        <p:cNvPr id="1" name=""/>
        <p:cNvGrpSpPr/>
        <p:nvPr/>
      </p:nvGrpSpPr>
      <p:grpSpPr>
        <a:xfrm>
          <a:off x="0" y="0"/>
          <a:ext cx="0" cy="0"/>
          <a:chOff x="0" y="0"/>
          <a:chExt cx="0" cy="0"/>
        </a:xfrm>
      </p:grpSpPr>
      <p:sp>
        <p:nvSpPr>
          <p:cNvPr id="13" name="Text Placeholder 12"/>
          <p:cNvSpPr>
            <a:spLocks noGrp="1"/>
          </p:cNvSpPr>
          <p:nvPr>
            <p:ph type="body" sz="quarter" idx="10" hasCustomPrompt="1"/>
          </p:nvPr>
        </p:nvSpPr>
        <p:spPr>
          <a:xfrm>
            <a:off x="1043608" y="980728"/>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14" name="Text Placeholder 12"/>
          <p:cNvSpPr>
            <a:spLocks noGrp="1"/>
          </p:cNvSpPr>
          <p:nvPr>
            <p:ph type="body" sz="quarter" idx="11" hasCustomPrompt="1"/>
          </p:nvPr>
        </p:nvSpPr>
        <p:spPr>
          <a:xfrm>
            <a:off x="1043608" y="1484784"/>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16" name="Picture Placeholder 40"/>
          <p:cNvSpPr>
            <a:spLocks noGrp="1"/>
          </p:cNvSpPr>
          <p:nvPr>
            <p:ph type="pic" sz="quarter" idx="12" hasCustomPrompt="1"/>
          </p:nvPr>
        </p:nvSpPr>
        <p:spPr>
          <a:xfrm>
            <a:off x="251520" y="980729"/>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19" name="Text Placeholder 12"/>
          <p:cNvSpPr>
            <a:spLocks noGrp="1"/>
          </p:cNvSpPr>
          <p:nvPr>
            <p:ph type="body" sz="quarter" idx="29" hasCustomPrompt="1"/>
          </p:nvPr>
        </p:nvSpPr>
        <p:spPr>
          <a:xfrm>
            <a:off x="1043608" y="2780928"/>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20" name="Text Placeholder 12"/>
          <p:cNvSpPr>
            <a:spLocks noGrp="1"/>
          </p:cNvSpPr>
          <p:nvPr>
            <p:ph type="body" sz="quarter" idx="30" hasCustomPrompt="1"/>
          </p:nvPr>
        </p:nvSpPr>
        <p:spPr>
          <a:xfrm>
            <a:off x="1043608" y="3284984"/>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21" name="Picture Placeholder 40"/>
          <p:cNvSpPr>
            <a:spLocks noGrp="1"/>
          </p:cNvSpPr>
          <p:nvPr>
            <p:ph type="pic" sz="quarter" idx="31" hasCustomPrompt="1"/>
          </p:nvPr>
        </p:nvSpPr>
        <p:spPr>
          <a:xfrm>
            <a:off x="251520" y="2780929"/>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22" name="Text Placeholder 12"/>
          <p:cNvSpPr>
            <a:spLocks noGrp="1"/>
          </p:cNvSpPr>
          <p:nvPr>
            <p:ph type="body" sz="quarter" idx="32" hasCustomPrompt="1"/>
          </p:nvPr>
        </p:nvSpPr>
        <p:spPr>
          <a:xfrm>
            <a:off x="1043608" y="4581128"/>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23" name="Text Placeholder 12"/>
          <p:cNvSpPr>
            <a:spLocks noGrp="1"/>
          </p:cNvSpPr>
          <p:nvPr>
            <p:ph type="body" sz="quarter" idx="33" hasCustomPrompt="1"/>
          </p:nvPr>
        </p:nvSpPr>
        <p:spPr>
          <a:xfrm>
            <a:off x="1043608" y="5085184"/>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24" name="Picture Placeholder 40"/>
          <p:cNvSpPr>
            <a:spLocks noGrp="1"/>
          </p:cNvSpPr>
          <p:nvPr>
            <p:ph type="pic" sz="quarter" idx="34" hasCustomPrompt="1"/>
          </p:nvPr>
        </p:nvSpPr>
        <p:spPr>
          <a:xfrm>
            <a:off x="251520" y="4581129"/>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26" name="TextBox 25"/>
          <p:cNvSpPr txBox="1"/>
          <p:nvPr userDrawn="1"/>
        </p:nvSpPr>
        <p:spPr>
          <a:xfrm>
            <a:off x="179512" y="528241"/>
            <a:ext cx="1152128" cy="307777"/>
          </a:xfrm>
          <a:prstGeom prst="rect">
            <a:avLst/>
          </a:prstGeom>
          <a:noFill/>
          <a:ln>
            <a:noFill/>
          </a:ln>
        </p:spPr>
        <p:txBody>
          <a:bodyPr wrap="square" rtlCol="0">
            <a:spAutoFit/>
          </a:bodyPr>
          <a:lstStyle/>
          <a:p>
            <a:r>
              <a:rPr lang="en-AU" sz="1400" dirty="0" smtClean="0">
                <a:solidFill>
                  <a:schemeClr val="bg1">
                    <a:lumMod val="50000"/>
                  </a:schemeClr>
                </a:solidFill>
                <a:latin typeface="Arial Rounded MT Bold" pitchFamily="34" charset="0"/>
              </a:rPr>
              <a:t>Wall posts</a:t>
            </a:r>
            <a:endParaRPr lang="en-AU" sz="1400" dirty="0">
              <a:solidFill>
                <a:schemeClr val="bg1">
                  <a:lumMod val="50000"/>
                </a:schemeClr>
              </a:solidFill>
              <a:latin typeface="Arial Rounded MT Bold" pitchFamily="34" charset="0"/>
            </a:endParaRPr>
          </a:p>
        </p:txBody>
      </p:sp>
      <p:sp>
        <p:nvSpPr>
          <p:cNvPr id="36" name="Text Placeholder 12"/>
          <p:cNvSpPr>
            <a:spLocks noGrp="1"/>
          </p:cNvSpPr>
          <p:nvPr>
            <p:ph type="body" sz="quarter" idx="38" hasCustomPrompt="1"/>
          </p:nvPr>
        </p:nvSpPr>
        <p:spPr>
          <a:xfrm>
            <a:off x="5364088" y="980728"/>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baseline="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37" name="Text Placeholder 12"/>
          <p:cNvSpPr>
            <a:spLocks noGrp="1"/>
          </p:cNvSpPr>
          <p:nvPr>
            <p:ph type="body" sz="quarter" idx="39" hasCustomPrompt="1"/>
          </p:nvPr>
        </p:nvSpPr>
        <p:spPr>
          <a:xfrm>
            <a:off x="5364088" y="1484784"/>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38" name="Picture Placeholder 40"/>
          <p:cNvSpPr>
            <a:spLocks noGrp="1"/>
          </p:cNvSpPr>
          <p:nvPr>
            <p:ph type="pic" sz="quarter" idx="40" hasCustomPrompt="1"/>
          </p:nvPr>
        </p:nvSpPr>
        <p:spPr>
          <a:xfrm>
            <a:off x="4572000" y="980729"/>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39" name="Text Placeholder 12"/>
          <p:cNvSpPr>
            <a:spLocks noGrp="1"/>
          </p:cNvSpPr>
          <p:nvPr>
            <p:ph type="body" sz="quarter" idx="41" hasCustomPrompt="1"/>
          </p:nvPr>
        </p:nvSpPr>
        <p:spPr>
          <a:xfrm>
            <a:off x="5364088" y="2780928"/>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40" name="Text Placeholder 12"/>
          <p:cNvSpPr>
            <a:spLocks noGrp="1"/>
          </p:cNvSpPr>
          <p:nvPr>
            <p:ph type="body" sz="quarter" idx="42" hasCustomPrompt="1"/>
          </p:nvPr>
        </p:nvSpPr>
        <p:spPr>
          <a:xfrm>
            <a:off x="5364088" y="3284984"/>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41" name="Picture Placeholder 40"/>
          <p:cNvSpPr>
            <a:spLocks noGrp="1"/>
          </p:cNvSpPr>
          <p:nvPr>
            <p:ph type="pic" sz="quarter" idx="43" hasCustomPrompt="1"/>
          </p:nvPr>
        </p:nvSpPr>
        <p:spPr>
          <a:xfrm>
            <a:off x="4572000" y="2780929"/>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42" name="Text Placeholder 12"/>
          <p:cNvSpPr>
            <a:spLocks noGrp="1"/>
          </p:cNvSpPr>
          <p:nvPr>
            <p:ph type="body" sz="quarter" idx="44" hasCustomPrompt="1"/>
          </p:nvPr>
        </p:nvSpPr>
        <p:spPr>
          <a:xfrm>
            <a:off x="5364088" y="4581128"/>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43" name="Text Placeholder 12"/>
          <p:cNvSpPr>
            <a:spLocks noGrp="1"/>
          </p:cNvSpPr>
          <p:nvPr>
            <p:ph type="body" sz="quarter" idx="45" hasCustomPrompt="1"/>
          </p:nvPr>
        </p:nvSpPr>
        <p:spPr>
          <a:xfrm>
            <a:off x="5364088" y="5085184"/>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44" name="Picture Placeholder 40"/>
          <p:cNvSpPr>
            <a:spLocks noGrp="1"/>
          </p:cNvSpPr>
          <p:nvPr>
            <p:ph type="pic" sz="quarter" idx="46" hasCustomPrompt="1"/>
          </p:nvPr>
        </p:nvSpPr>
        <p:spPr>
          <a:xfrm>
            <a:off x="4572000" y="4581129"/>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Tree>
    <p:extLst>
      <p:ext uri="{BB962C8B-B14F-4D97-AF65-F5344CB8AC3E}">
        <p14:creationId xmlns:p14="http://schemas.microsoft.com/office/powerpoint/2010/main" val="244905174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versation post slide">
    <p:spTree>
      <p:nvGrpSpPr>
        <p:cNvPr id="1" name=""/>
        <p:cNvGrpSpPr/>
        <p:nvPr/>
      </p:nvGrpSpPr>
      <p:grpSpPr>
        <a:xfrm>
          <a:off x="0" y="0"/>
          <a:ext cx="0" cy="0"/>
          <a:chOff x="0" y="0"/>
          <a:chExt cx="0" cy="0"/>
        </a:xfrm>
      </p:grpSpPr>
      <p:sp>
        <p:nvSpPr>
          <p:cNvPr id="4" name="Text Placeholder 12"/>
          <p:cNvSpPr>
            <a:spLocks noGrp="1"/>
          </p:cNvSpPr>
          <p:nvPr>
            <p:ph type="body" sz="quarter" idx="10" hasCustomPrompt="1"/>
          </p:nvPr>
        </p:nvSpPr>
        <p:spPr>
          <a:xfrm>
            <a:off x="1043608" y="980728"/>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baseline="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5" name="Text Placeholder 12"/>
          <p:cNvSpPr>
            <a:spLocks noGrp="1"/>
          </p:cNvSpPr>
          <p:nvPr>
            <p:ph type="body" sz="quarter" idx="11" hasCustomPrompt="1"/>
          </p:nvPr>
        </p:nvSpPr>
        <p:spPr>
          <a:xfrm>
            <a:off x="1043608" y="1484784"/>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6" name="Picture Placeholder 40"/>
          <p:cNvSpPr>
            <a:spLocks noGrp="1"/>
          </p:cNvSpPr>
          <p:nvPr>
            <p:ph type="pic" sz="quarter" idx="12" hasCustomPrompt="1"/>
          </p:nvPr>
        </p:nvSpPr>
        <p:spPr>
          <a:xfrm>
            <a:off x="251520" y="980729"/>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7" name="Text Placeholder 12"/>
          <p:cNvSpPr>
            <a:spLocks noGrp="1"/>
          </p:cNvSpPr>
          <p:nvPr>
            <p:ph type="body" sz="quarter" idx="29" hasCustomPrompt="1"/>
          </p:nvPr>
        </p:nvSpPr>
        <p:spPr>
          <a:xfrm>
            <a:off x="1043608" y="2276872"/>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8" name="Text Placeholder 12"/>
          <p:cNvSpPr>
            <a:spLocks noGrp="1"/>
          </p:cNvSpPr>
          <p:nvPr>
            <p:ph type="body" sz="quarter" idx="30" hasCustomPrompt="1"/>
          </p:nvPr>
        </p:nvSpPr>
        <p:spPr>
          <a:xfrm>
            <a:off x="1043608" y="2780928"/>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9" name="Picture Placeholder 40"/>
          <p:cNvSpPr>
            <a:spLocks noGrp="1"/>
          </p:cNvSpPr>
          <p:nvPr>
            <p:ph type="pic" sz="quarter" idx="31" hasCustomPrompt="1"/>
          </p:nvPr>
        </p:nvSpPr>
        <p:spPr>
          <a:xfrm>
            <a:off x="251520" y="2276873"/>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10" name="Text Placeholder 12"/>
          <p:cNvSpPr>
            <a:spLocks noGrp="1"/>
          </p:cNvSpPr>
          <p:nvPr>
            <p:ph type="body" sz="quarter" idx="32" hasCustomPrompt="1"/>
          </p:nvPr>
        </p:nvSpPr>
        <p:spPr>
          <a:xfrm>
            <a:off x="1043608" y="3573016"/>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11" name="Text Placeholder 12"/>
          <p:cNvSpPr>
            <a:spLocks noGrp="1"/>
          </p:cNvSpPr>
          <p:nvPr>
            <p:ph type="body" sz="quarter" idx="33" hasCustomPrompt="1"/>
          </p:nvPr>
        </p:nvSpPr>
        <p:spPr>
          <a:xfrm>
            <a:off x="1043608" y="4077072"/>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12" name="Picture Placeholder 40"/>
          <p:cNvSpPr>
            <a:spLocks noGrp="1"/>
          </p:cNvSpPr>
          <p:nvPr>
            <p:ph type="pic" sz="quarter" idx="34" hasCustomPrompt="1"/>
          </p:nvPr>
        </p:nvSpPr>
        <p:spPr>
          <a:xfrm>
            <a:off x="251520" y="3573017"/>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13" name="Text Placeholder 12"/>
          <p:cNvSpPr>
            <a:spLocks noGrp="1"/>
          </p:cNvSpPr>
          <p:nvPr>
            <p:ph type="body" sz="quarter" idx="38" hasCustomPrompt="1"/>
          </p:nvPr>
        </p:nvSpPr>
        <p:spPr>
          <a:xfrm>
            <a:off x="1043608" y="4869160"/>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14" name="Text Placeholder 12"/>
          <p:cNvSpPr>
            <a:spLocks noGrp="1"/>
          </p:cNvSpPr>
          <p:nvPr>
            <p:ph type="body" sz="quarter" idx="39" hasCustomPrompt="1"/>
          </p:nvPr>
        </p:nvSpPr>
        <p:spPr>
          <a:xfrm>
            <a:off x="1043608" y="5373216"/>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15" name="Picture Placeholder 40"/>
          <p:cNvSpPr>
            <a:spLocks noGrp="1"/>
          </p:cNvSpPr>
          <p:nvPr>
            <p:ph type="pic" sz="quarter" idx="40" hasCustomPrompt="1"/>
          </p:nvPr>
        </p:nvSpPr>
        <p:spPr>
          <a:xfrm>
            <a:off x="251520" y="4869161"/>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16" name="Text Placeholder 12"/>
          <p:cNvSpPr>
            <a:spLocks noGrp="1"/>
          </p:cNvSpPr>
          <p:nvPr>
            <p:ph type="body" sz="quarter" idx="41" hasCustomPrompt="1"/>
          </p:nvPr>
        </p:nvSpPr>
        <p:spPr>
          <a:xfrm>
            <a:off x="5364088" y="980728"/>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17" name="Text Placeholder 12"/>
          <p:cNvSpPr>
            <a:spLocks noGrp="1"/>
          </p:cNvSpPr>
          <p:nvPr>
            <p:ph type="body" sz="quarter" idx="42" hasCustomPrompt="1"/>
          </p:nvPr>
        </p:nvSpPr>
        <p:spPr>
          <a:xfrm>
            <a:off x="5364088" y="1484784"/>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18" name="Picture Placeholder 40"/>
          <p:cNvSpPr>
            <a:spLocks noGrp="1"/>
          </p:cNvSpPr>
          <p:nvPr>
            <p:ph type="pic" sz="quarter" idx="43" hasCustomPrompt="1"/>
          </p:nvPr>
        </p:nvSpPr>
        <p:spPr>
          <a:xfrm>
            <a:off x="4572000" y="980729"/>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19" name="Text Placeholder 12"/>
          <p:cNvSpPr>
            <a:spLocks noGrp="1"/>
          </p:cNvSpPr>
          <p:nvPr>
            <p:ph type="body" sz="quarter" idx="44" hasCustomPrompt="1"/>
          </p:nvPr>
        </p:nvSpPr>
        <p:spPr>
          <a:xfrm>
            <a:off x="5364088" y="2276872"/>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20" name="Text Placeholder 12"/>
          <p:cNvSpPr>
            <a:spLocks noGrp="1"/>
          </p:cNvSpPr>
          <p:nvPr>
            <p:ph type="body" sz="quarter" idx="45" hasCustomPrompt="1"/>
          </p:nvPr>
        </p:nvSpPr>
        <p:spPr>
          <a:xfrm>
            <a:off x="5364088" y="2780928"/>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21" name="Picture Placeholder 40"/>
          <p:cNvSpPr>
            <a:spLocks noGrp="1"/>
          </p:cNvSpPr>
          <p:nvPr>
            <p:ph type="pic" sz="quarter" idx="46" hasCustomPrompt="1"/>
          </p:nvPr>
        </p:nvSpPr>
        <p:spPr>
          <a:xfrm>
            <a:off x="4572000" y="2276873"/>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22" name="Text Placeholder 12"/>
          <p:cNvSpPr>
            <a:spLocks noGrp="1"/>
          </p:cNvSpPr>
          <p:nvPr>
            <p:ph type="body" sz="quarter" idx="47" hasCustomPrompt="1"/>
          </p:nvPr>
        </p:nvSpPr>
        <p:spPr>
          <a:xfrm>
            <a:off x="5364088" y="3573015"/>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23" name="Text Placeholder 12"/>
          <p:cNvSpPr>
            <a:spLocks noGrp="1"/>
          </p:cNvSpPr>
          <p:nvPr>
            <p:ph type="body" sz="quarter" idx="48" hasCustomPrompt="1"/>
          </p:nvPr>
        </p:nvSpPr>
        <p:spPr>
          <a:xfrm>
            <a:off x="5364088" y="4077071"/>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24" name="Picture Placeholder 40"/>
          <p:cNvSpPr>
            <a:spLocks noGrp="1"/>
          </p:cNvSpPr>
          <p:nvPr>
            <p:ph type="pic" sz="quarter" idx="49" hasCustomPrompt="1"/>
          </p:nvPr>
        </p:nvSpPr>
        <p:spPr>
          <a:xfrm>
            <a:off x="4572000" y="3573016"/>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25" name="Text Placeholder 12"/>
          <p:cNvSpPr>
            <a:spLocks noGrp="1"/>
          </p:cNvSpPr>
          <p:nvPr>
            <p:ph type="body" sz="quarter" idx="50" hasCustomPrompt="1"/>
          </p:nvPr>
        </p:nvSpPr>
        <p:spPr>
          <a:xfrm>
            <a:off x="5364088" y="4869159"/>
            <a:ext cx="3240360" cy="432048"/>
          </a:xfrm>
          <a:prstGeom prst="rect">
            <a:avLst/>
          </a:prstGeom>
          <a:solidFill>
            <a:schemeClr val="accent1">
              <a:lumMod val="20000"/>
              <a:lumOff val="80000"/>
            </a:schemeClr>
          </a:solidFill>
          <a:ln>
            <a:solidFill>
              <a:srgbClr val="003399"/>
            </a:solidFill>
          </a:ln>
        </p:spPr>
        <p:txBody>
          <a:bodyPr/>
          <a:lstStyle>
            <a:lvl1pPr marL="0" indent="0">
              <a:buNone/>
              <a:defRPr sz="900">
                <a:latin typeface="Arial" pitchFamily="34" charset="0"/>
                <a:cs typeface="Arial" pitchFamily="34" charset="0"/>
              </a:defRPr>
            </a:lvl1pPr>
          </a:lstStyle>
          <a:p>
            <a:r>
              <a:rPr lang="en-AU" sz="900" b="0" kern="1200" dirty="0" smtClean="0">
                <a:solidFill>
                  <a:schemeClr val="tx1"/>
                </a:solidFill>
                <a:latin typeface="Arial" pitchFamily="34" charset="0"/>
                <a:ea typeface="+mn-ea"/>
                <a:cs typeface="Arial" pitchFamily="34" charset="0"/>
              </a:rPr>
              <a:t>Insert name and role of person posting comment</a:t>
            </a:r>
          </a:p>
          <a:p>
            <a:r>
              <a:rPr lang="en-AU" sz="900" b="0" kern="1200" dirty="0" smtClean="0">
                <a:solidFill>
                  <a:schemeClr val="tx1"/>
                </a:solidFill>
                <a:latin typeface="Arial" pitchFamily="34" charset="0"/>
                <a:ea typeface="+mn-ea"/>
                <a:cs typeface="Arial" pitchFamily="34" charset="0"/>
              </a:rPr>
              <a:t>Insert time and date </a:t>
            </a:r>
            <a:r>
              <a:rPr lang="en-AU" sz="900" b="0" kern="1200" dirty="0" err="1" smtClean="0">
                <a:solidFill>
                  <a:schemeClr val="tx1"/>
                </a:solidFill>
                <a:latin typeface="Arial" pitchFamily="34" charset="0"/>
                <a:ea typeface="+mn-ea"/>
                <a:cs typeface="Arial" pitchFamily="34" charset="0"/>
              </a:rPr>
              <a:t>hh:mm</a:t>
            </a:r>
            <a:r>
              <a:rPr lang="en-AU" sz="900" b="0" kern="1200" dirty="0" smtClean="0">
                <a:solidFill>
                  <a:schemeClr val="tx1"/>
                </a:solidFill>
                <a:latin typeface="Arial" pitchFamily="34" charset="0"/>
                <a:ea typeface="+mn-ea"/>
                <a:cs typeface="Arial" pitchFamily="34" charset="0"/>
              </a:rPr>
              <a:t> am/pm  Month day year</a:t>
            </a:r>
            <a:endParaRPr lang="en-AU" dirty="0"/>
          </a:p>
        </p:txBody>
      </p:sp>
      <p:sp>
        <p:nvSpPr>
          <p:cNvPr id="26" name="Text Placeholder 12"/>
          <p:cNvSpPr>
            <a:spLocks noGrp="1"/>
          </p:cNvSpPr>
          <p:nvPr>
            <p:ph type="body" sz="quarter" idx="51" hasCustomPrompt="1"/>
          </p:nvPr>
        </p:nvSpPr>
        <p:spPr>
          <a:xfrm>
            <a:off x="5364088" y="5373215"/>
            <a:ext cx="3240360" cy="720080"/>
          </a:xfrm>
          <a:prstGeom prst="rect">
            <a:avLst/>
          </a:prstGeom>
          <a:solidFill>
            <a:schemeClr val="accent1">
              <a:lumMod val="20000"/>
              <a:lumOff val="80000"/>
            </a:schemeClr>
          </a:solidFill>
          <a:ln>
            <a:solidFill>
              <a:srgbClr val="003399"/>
            </a:solidFill>
          </a:ln>
        </p:spPr>
        <p:txBody>
          <a:bodyPr/>
          <a:lstStyle>
            <a:lvl1pPr marL="0" indent="0" algn="l" defTabSz="914400" rtl="0" eaLnBrk="1" latinLnBrk="0" hangingPunct="1">
              <a:buNone/>
              <a:defRPr sz="900">
                <a:latin typeface="Arial" pitchFamily="34" charset="0"/>
                <a:cs typeface="Arial" pitchFamily="34" charset="0"/>
              </a:defRPr>
            </a:lvl1pPr>
          </a:lstStyle>
          <a:p>
            <a:pPr marL="0" algn="l" defTabSz="914400" rtl="0" eaLnBrk="1" latinLnBrk="0" hangingPunct="1"/>
            <a:r>
              <a:rPr lang="en-AU" sz="900" b="0" kern="1200" dirty="0" smtClean="0">
                <a:solidFill>
                  <a:schemeClr val="tx1"/>
                </a:solidFill>
                <a:latin typeface="Arial" pitchFamily="34" charset="0"/>
                <a:ea typeface="+mn-ea"/>
                <a:cs typeface="Arial" pitchFamily="34" charset="0"/>
              </a:rPr>
              <a:t>Insert comment</a:t>
            </a:r>
          </a:p>
          <a:p>
            <a:pPr lvl="0"/>
            <a:endParaRPr lang="en-AU" dirty="0"/>
          </a:p>
        </p:txBody>
      </p:sp>
      <p:sp>
        <p:nvSpPr>
          <p:cNvPr id="27" name="Picture Placeholder 40"/>
          <p:cNvSpPr>
            <a:spLocks noGrp="1"/>
          </p:cNvSpPr>
          <p:nvPr>
            <p:ph type="pic" sz="quarter" idx="52" hasCustomPrompt="1"/>
          </p:nvPr>
        </p:nvSpPr>
        <p:spPr>
          <a:xfrm>
            <a:off x="4572000" y="4869160"/>
            <a:ext cx="720080" cy="720080"/>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friend</a:t>
            </a:r>
            <a:endParaRPr lang="en-AU" dirty="0"/>
          </a:p>
        </p:txBody>
      </p:sp>
      <p:sp>
        <p:nvSpPr>
          <p:cNvPr id="31" name="TextBox 30"/>
          <p:cNvSpPr txBox="1"/>
          <p:nvPr userDrawn="1"/>
        </p:nvSpPr>
        <p:spPr>
          <a:xfrm>
            <a:off x="179512" y="528241"/>
            <a:ext cx="1152128" cy="307777"/>
          </a:xfrm>
          <a:prstGeom prst="rect">
            <a:avLst/>
          </a:prstGeom>
          <a:noFill/>
          <a:ln>
            <a:noFill/>
          </a:ln>
        </p:spPr>
        <p:txBody>
          <a:bodyPr wrap="square" rtlCol="0">
            <a:spAutoFit/>
          </a:bodyPr>
          <a:lstStyle/>
          <a:p>
            <a:r>
              <a:rPr lang="en-AU" sz="1400" dirty="0" smtClean="0">
                <a:solidFill>
                  <a:schemeClr val="bg1">
                    <a:lumMod val="50000"/>
                  </a:schemeClr>
                </a:solidFill>
                <a:latin typeface="Arial Rounded MT Bold" pitchFamily="34" charset="0"/>
              </a:rPr>
              <a:t>Wall posts</a:t>
            </a:r>
            <a:endParaRPr lang="en-AU" sz="1400" dirty="0">
              <a:solidFill>
                <a:schemeClr val="bg1">
                  <a:lumMod val="50000"/>
                </a:schemeClr>
              </a:solidFill>
              <a:latin typeface="Arial Rounded MT Bold" pitchFamily="34" charset="0"/>
            </a:endParaRPr>
          </a:p>
        </p:txBody>
      </p:sp>
    </p:spTree>
    <p:extLst>
      <p:ext uri="{BB962C8B-B14F-4D97-AF65-F5344CB8AC3E}">
        <p14:creationId xmlns:p14="http://schemas.microsoft.com/office/powerpoint/2010/main" val="291159606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Your photos slide">
    <p:spTree>
      <p:nvGrpSpPr>
        <p:cNvPr id="1" name=""/>
        <p:cNvGrpSpPr/>
        <p:nvPr/>
      </p:nvGrpSpPr>
      <p:grpSpPr>
        <a:xfrm>
          <a:off x="0" y="0"/>
          <a:ext cx="0" cy="0"/>
          <a:chOff x="0" y="0"/>
          <a:chExt cx="0" cy="0"/>
        </a:xfrm>
      </p:grpSpPr>
      <p:sp>
        <p:nvSpPr>
          <p:cNvPr id="11" name="Text Placeholder 10"/>
          <p:cNvSpPr>
            <a:spLocks noGrp="1"/>
          </p:cNvSpPr>
          <p:nvPr>
            <p:ph type="body" sz="quarter" idx="11" hasCustomPrompt="1"/>
          </p:nvPr>
        </p:nvSpPr>
        <p:spPr>
          <a:xfrm>
            <a:off x="251519" y="2417883"/>
            <a:ext cx="1905951" cy="1080120"/>
          </a:xfrm>
          <a:prstGeom prst="rect">
            <a:avLst/>
          </a:prstGeom>
          <a:solidFill>
            <a:schemeClr val="accent1">
              <a:lumMod val="20000"/>
              <a:lumOff val="80000"/>
            </a:schemeClr>
          </a:solidFill>
        </p:spPr>
        <p:txBody>
          <a:bodyPr/>
          <a:lstStyle>
            <a:lvl1pPr marL="0" indent="0">
              <a:buNone/>
              <a:defRPr sz="900">
                <a:latin typeface="Arial" pitchFamily="34" charset="0"/>
                <a:cs typeface="Arial" pitchFamily="34" charset="0"/>
              </a:defRPr>
            </a:lvl1pPr>
            <a:lvl2pPr marL="457200" indent="0">
              <a:buNone/>
              <a:defRPr sz="900">
                <a:latin typeface="Arial" pitchFamily="34" charset="0"/>
                <a:cs typeface="Arial" pitchFamily="34" charset="0"/>
              </a:defRPr>
            </a:lvl2pPr>
          </a:lstStyle>
          <a:p>
            <a:r>
              <a:rPr lang="en-AU" sz="900" dirty="0" smtClean="0">
                <a:latin typeface="Arial" pitchFamily="34" charset="0"/>
                <a:cs typeface="Arial" pitchFamily="34" charset="0"/>
              </a:rPr>
              <a:t>Insert a caption which shows your knowledge of the medieval way of life and your character’s role in society</a:t>
            </a:r>
          </a:p>
        </p:txBody>
      </p:sp>
      <p:sp>
        <p:nvSpPr>
          <p:cNvPr id="27" name="TextBox 26"/>
          <p:cNvSpPr txBox="1"/>
          <p:nvPr userDrawn="1"/>
        </p:nvSpPr>
        <p:spPr>
          <a:xfrm>
            <a:off x="179512" y="518964"/>
            <a:ext cx="1296144" cy="307777"/>
          </a:xfrm>
          <a:prstGeom prst="rect">
            <a:avLst/>
          </a:prstGeom>
          <a:noFill/>
          <a:ln>
            <a:noFill/>
          </a:ln>
        </p:spPr>
        <p:txBody>
          <a:bodyPr wrap="square" rtlCol="0">
            <a:spAutoFit/>
          </a:bodyPr>
          <a:lstStyle/>
          <a:p>
            <a:r>
              <a:rPr lang="en-AU" sz="1400" dirty="0" smtClean="0">
                <a:solidFill>
                  <a:schemeClr val="bg1">
                    <a:lumMod val="50000"/>
                  </a:schemeClr>
                </a:solidFill>
                <a:latin typeface="Arial Rounded MT Bold" pitchFamily="34" charset="0"/>
              </a:rPr>
              <a:t>Your photos</a:t>
            </a:r>
            <a:endParaRPr lang="en-AU" sz="1400" dirty="0">
              <a:solidFill>
                <a:schemeClr val="bg1">
                  <a:lumMod val="50000"/>
                </a:schemeClr>
              </a:solidFill>
              <a:latin typeface="Arial Rounded MT Bold" pitchFamily="34" charset="0"/>
            </a:endParaRPr>
          </a:p>
        </p:txBody>
      </p:sp>
      <p:sp>
        <p:nvSpPr>
          <p:cNvPr id="30" name="Picture Placeholder 29"/>
          <p:cNvSpPr>
            <a:spLocks noGrp="1"/>
          </p:cNvSpPr>
          <p:nvPr>
            <p:ph type="pic" sz="quarter" idx="26" hasCustomPrompt="1"/>
          </p:nvPr>
        </p:nvSpPr>
        <p:spPr>
          <a:xfrm>
            <a:off x="251520" y="908720"/>
            <a:ext cx="1904400" cy="1441450"/>
          </a:xfrm>
          <a:prstGeom prst="rect">
            <a:avLst/>
          </a:prstGeom>
          <a:ln w="19050">
            <a:solidFill>
              <a:srgbClr val="2A3B92"/>
            </a:solidFill>
          </a:ln>
        </p:spPr>
        <p:txBody>
          <a:bodyPr/>
          <a:lstStyle>
            <a:lvl1pPr marL="0" indent="0">
              <a:buNone/>
              <a:defRPr sz="900" b="0">
                <a:latin typeface="Arial" pitchFamily="34" charset="0"/>
                <a:cs typeface="Arial" pitchFamily="34" charset="0"/>
              </a:defRPr>
            </a:lvl1pPr>
          </a:lstStyle>
          <a:p>
            <a:r>
              <a:rPr lang="en-AU" dirty="0" smtClean="0"/>
              <a:t>Insert a picture which represents your character’s way of life in the medieval period and their role in society</a:t>
            </a:r>
          </a:p>
          <a:p>
            <a:endParaRPr lang="en-AU" dirty="0"/>
          </a:p>
        </p:txBody>
      </p:sp>
      <p:sp>
        <p:nvSpPr>
          <p:cNvPr id="31" name="Text Placeholder 10"/>
          <p:cNvSpPr>
            <a:spLocks noGrp="1"/>
          </p:cNvSpPr>
          <p:nvPr>
            <p:ph type="body" sz="quarter" idx="27" hasCustomPrompt="1"/>
          </p:nvPr>
        </p:nvSpPr>
        <p:spPr>
          <a:xfrm>
            <a:off x="2411759" y="2417883"/>
            <a:ext cx="1905951" cy="1080120"/>
          </a:xfrm>
          <a:prstGeom prst="rect">
            <a:avLst/>
          </a:prstGeom>
          <a:solidFill>
            <a:schemeClr val="accent1">
              <a:lumMod val="20000"/>
              <a:lumOff val="80000"/>
            </a:schemeClr>
          </a:solidFill>
        </p:spPr>
        <p:txBody>
          <a:bodyPr/>
          <a:lstStyle>
            <a:lvl1pPr marL="0" indent="0">
              <a:buNone/>
              <a:defRPr sz="900">
                <a:latin typeface="Arial" pitchFamily="34" charset="0"/>
                <a:cs typeface="Arial" pitchFamily="34" charset="0"/>
              </a:defRPr>
            </a:lvl1pPr>
            <a:lvl2pPr marL="457200" indent="0">
              <a:buNone/>
              <a:defRPr sz="900">
                <a:latin typeface="Arial" pitchFamily="34" charset="0"/>
                <a:cs typeface="Arial" pitchFamily="34" charset="0"/>
              </a:defRPr>
            </a:lvl2pPr>
          </a:lstStyle>
          <a:p>
            <a:r>
              <a:rPr lang="en-AU" sz="900" dirty="0" smtClean="0">
                <a:latin typeface="Arial" pitchFamily="34" charset="0"/>
                <a:cs typeface="Arial" pitchFamily="34" charset="0"/>
              </a:rPr>
              <a:t>Insert a caption which shows your knowledge of the medieval way of life and your character’s role in society</a:t>
            </a:r>
          </a:p>
        </p:txBody>
      </p:sp>
      <p:sp>
        <p:nvSpPr>
          <p:cNvPr id="32" name="Picture Placeholder 29"/>
          <p:cNvSpPr>
            <a:spLocks noGrp="1"/>
          </p:cNvSpPr>
          <p:nvPr>
            <p:ph type="pic" sz="quarter" idx="28" hasCustomPrompt="1"/>
          </p:nvPr>
        </p:nvSpPr>
        <p:spPr>
          <a:xfrm>
            <a:off x="2411760" y="908720"/>
            <a:ext cx="1904400" cy="1441450"/>
          </a:xfrm>
          <a:prstGeom prst="rect">
            <a:avLst/>
          </a:prstGeom>
          <a:ln w="19050">
            <a:solidFill>
              <a:srgbClr val="2A3B92"/>
            </a:solidFill>
          </a:ln>
        </p:spPr>
        <p:txBody>
          <a:bodyPr/>
          <a:lstStyle>
            <a:lvl1pPr marL="0" indent="0">
              <a:buNone/>
              <a:defRPr sz="900" b="0">
                <a:latin typeface="Arial" pitchFamily="34" charset="0"/>
                <a:cs typeface="Arial" pitchFamily="34" charset="0"/>
              </a:defRPr>
            </a:lvl1pPr>
          </a:lstStyle>
          <a:p>
            <a:r>
              <a:rPr lang="en-AU" dirty="0" smtClean="0"/>
              <a:t>Insert a picture which represents your character’s way of life in the medieval period and their role in society</a:t>
            </a:r>
          </a:p>
          <a:p>
            <a:endParaRPr lang="en-AU" dirty="0"/>
          </a:p>
        </p:txBody>
      </p:sp>
      <p:sp>
        <p:nvSpPr>
          <p:cNvPr id="33" name="Text Placeholder 10"/>
          <p:cNvSpPr>
            <a:spLocks noGrp="1"/>
          </p:cNvSpPr>
          <p:nvPr>
            <p:ph type="body" sz="quarter" idx="29" hasCustomPrompt="1"/>
          </p:nvPr>
        </p:nvSpPr>
        <p:spPr>
          <a:xfrm>
            <a:off x="4571999" y="2417883"/>
            <a:ext cx="1905951" cy="1080120"/>
          </a:xfrm>
          <a:prstGeom prst="rect">
            <a:avLst/>
          </a:prstGeom>
          <a:solidFill>
            <a:schemeClr val="accent1">
              <a:lumMod val="20000"/>
              <a:lumOff val="80000"/>
            </a:schemeClr>
          </a:solidFill>
        </p:spPr>
        <p:txBody>
          <a:bodyPr/>
          <a:lstStyle>
            <a:lvl1pPr marL="0" indent="0">
              <a:buNone/>
              <a:defRPr sz="900">
                <a:latin typeface="Arial" pitchFamily="34" charset="0"/>
                <a:cs typeface="Arial" pitchFamily="34" charset="0"/>
              </a:defRPr>
            </a:lvl1pPr>
            <a:lvl2pPr marL="457200" indent="0">
              <a:buNone/>
              <a:defRPr sz="900">
                <a:latin typeface="Arial" pitchFamily="34" charset="0"/>
                <a:cs typeface="Arial" pitchFamily="34" charset="0"/>
              </a:defRPr>
            </a:lvl2pPr>
          </a:lstStyle>
          <a:p>
            <a:r>
              <a:rPr lang="en-AU" sz="900" dirty="0" smtClean="0">
                <a:latin typeface="Arial" pitchFamily="34" charset="0"/>
                <a:cs typeface="Arial" pitchFamily="34" charset="0"/>
              </a:rPr>
              <a:t>Insert a caption which shows your knowledge of the medieval way of life and your character’s role in society</a:t>
            </a:r>
          </a:p>
        </p:txBody>
      </p:sp>
      <p:sp>
        <p:nvSpPr>
          <p:cNvPr id="34" name="Picture Placeholder 29"/>
          <p:cNvSpPr>
            <a:spLocks noGrp="1"/>
          </p:cNvSpPr>
          <p:nvPr>
            <p:ph type="pic" sz="quarter" idx="30" hasCustomPrompt="1"/>
          </p:nvPr>
        </p:nvSpPr>
        <p:spPr>
          <a:xfrm>
            <a:off x="4572000" y="908720"/>
            <a:ext cx="1904400" cy="1441450"/>
          </a:xfrm>
          <a:prstGeom prst="rect">
            <a:avLst/>
          </a:prstGeom>
          <a:ln w="19050">
            <a:solidFill>
              <a:srgbClr val="2A3B92"/>
            </a:solidFill>
          </a:ln>
        </p:spPr>
        <p:txBody>
          <a:bodyPr/>
          <a:lstStyle>
            <a:lvl1pPr marL="0" indent="0">
              <a:buNone/>
              <a:defRPr sz="900" b="0">
                <a:latin typeface="Arial" pitchFamily="34" charset="0"/>
                <a:cs typeface="Arial" pitchFamily="34" charset="0"/>
              </a:defRPr>
            </a:lvl1pPr>
          </a:lstStyle>
          <a:p>
            <a:r>
              <a:rPr lang="en-AU" dirty="0" smtClean="0"/>
              <a:t>Insert a picture which represents your character’s way of life in the medieval period and their role in society</a:t>
            </a:r>
          </a:p>
          <a:p>
            <a:endParaRPr lang="en-AU" dirty="0"/>
          </a:p>
        </p:txBody>
      </p:sp>
      <p:sp>
        <p:nvSpPr>
          <p:cNvPr id="35" name="Text Placeholder 10"/>
          <p:cNvSpPr>
            <a:spLocks noGrp="1"/>
          </p:cNvSpPr>
          <p:nvPr>
            <p:ph type="body" sz="quarter" idx="31" hasCustomPrompt="1"/>
          </p:nvPr>
        </p:nvSpPr>
        <p:spPr>
          <a:xfrm>
            <a:off x="6732239" y="2417883"/>
            <a:ext cx="1905951" cy="1080120"/>
          </a:xfrm>
          <a:prstGeom prst="rect">
            <a:avLst/>
          </a:prstGeom>
          <a:solidFill>
            <a:schemeClr val="accent1">
              <a:lumMod val="20000"/>
              <a:lumOff val="80000"/>
            </a:schemeClr>
          </a:solidFill>
        </p:spPr>
        <p:txBody>
          <a:bodyPr/>
          <a:lstStyle>
            <a:lvl1pPr marL="0" indent="0">
              <a:buNone/>
              <a:defRPr sz="900">
                <a:latin typeface="Arial" pitchFamily="34" charset="0"/>
                <a:cs typeface="Arial" pitchFamily="34" charset="0"/>
              </a:defRPr>
            </a:lvl1pPr>
            <a:lvl2pPr marL="457200" indent="0">
              <a:buNone/>
              <a:defRPr sz="900">
                <a:latin typeface="Arial" pitchFamily="34" charset="0"/>
                <a:cs typeface="Arial" pitchFamily="34" charset="0"/>
              </a:defRPr>
            </a:lvl2pPr>
          </a:lstStyle>
          <a:p>
            <a:r>
              <a:rPr lang="en-AU" sz="900" dirty="0" smtClean="0">
                <a:latin typeface="Arial" pitchFamily="34" charset="0"/>
                <a:cs typeface="Arial" pitchFamily="34" charset="0"/>
              </a:rPr>
              <a:t>Insert a caption which shows your knowledge of the medieval way of life and your character’s role in society</a:t>
            </a:r>
          </a:p>
        </p:txBody>
      </p:sp>
      <p:sp>
        <p:nvSpPr>
          <p:cNvPr id="36" name="Picture Placeholder 29"/>
          <p:cNvSpPr>
            <a:spLocks noGrp="1"/>
          </p:cNvSpPr>
          <p:nvPr>
            <p:ph type="pic" sz="quarter" idx="32" hasCustomPrompt="1"/>
          </p:nvPr>
        </p:nvSpPr>
        <p:spPr>
          <a:xfrm>
            <a:off x="6732240" y="908720"/>
            <a:ext cx="1904400" cy="1441450"/>
          </a:xfrm>
          <a:prstGeom prst="rect">
            <a:avLst/>
          </a:prstGeom>
          <a:ln w="19050">
            <a:solidFill>
              <a:srgbClr val="2A3B92"/>
            </a:solidFill>
          </a:ln>
        </p:spPr>
        <p:txBody>
          <a:bodyPr/>
          <a:lstStyle>
            <a:lvl1pPr marL="0" indent="0">
              <a:buNone/>
              <a:defRPr sz="900" b="0">
                <a:latin typeface="Arial" pitchFamily="34" charset="0"/>
                <a:cs typeface="Arial" pitchFamily="34" charset="0"/>
              </a:defRPr>
            </a:lvl1pPr>
          </a:lstStyle>
          <a:p>
            <a:r>
              <a:rPr lang="en-AU" dirty="0" smtClean="0"/>
              <a:t>Insert a picture which represents your character’s way of life in the medieval period and their role in society</a:t>
            </a:r>
          </a:p>
          <a:p>
            <a:endParaRPr lang="en-AU" dirty="0"/>
          </a:p>
        </p:txBody>
      </p:sp>
      <p:sp>
        <p:nvSpPr>
          <p:cNvPr id="37" name="Text Placeholder 10"/>
          <p:cNvSpPr>
            <a:spLocks noGrp="1"/>
          </p:cNvSpPr>
          <p:nvPr>
            <p:ph type="body" sz="quarter" idx="33" hasCustomPrompt="1"/>
          </p:nvPr>
        </p:nvSpPr>
        <p:spPr>
          <a:xfrm>
            <a:off x="251519" y="5370211"/>
            <a:ext cx="1905951" cy="1080120"/>
          </a:xfrm>
          <a:prstGeom prst="rect">
            <a:avLst/>
          </a:prstGeom>
          <a:solidFill>
            <a:schemeClr val="accent1">
              <a:lumMod val="20000"/>
              <a:lumOff val="80000"/>
            </a:schemeClr>
          </a:solidFill>
        </p:spPr>
        <p:txBody>
          <a:bodyPr/>
          <a:lstStyle>
            <a:lvl1pPr marL="0" indent="0">
              <a:buNone/>
              <a:defRPr sz="900">
                <a:latin typeface="Arial" pitchFamily="34" charset="0"/>
                <a:cs typeface="Arial" pitchFamily="34" charset="0"/>
              </a:defRPr>
            </a:lvl1pPr>
            <a:lvl2pPr marL="457200" indent="0">
              <a:buNone/>
              <a:defRPr sz="900">
                <a:latin typeface="Arial" pitchFamily="34" charset="0"/>
                <a:cs typeface="Arial" pitchFamily="34" charset="0"/>
              </a:defRPr>
            </a:lvl2pPr>
          </a:lstStyle>
          <a:p>
            <a:r>
              <a:rPr lang="en-AU" sz="900" dirty="0" smtClean="0">
                <a:latin typeface="Arial" pitchFamily="34" charset="0"/>
                <a:cs typeface="Arial" pitchFamily="34" charset="0"/>
              </a:rPr>
              <a:t>Insert a caption which shows your knowledge of the medieval way of life and your character’s role in society</a:t>
            </a:r>
          </a:p>
        </p:txBody>
      </p:sp>
      <p:sp>
        <p:nvSpPr>
          <p:cNvPr id="38" name="Picture Placeholder 29"/>
          <p:cNvSpPr>
            <a:spLocks noGrp="1"/>
          </p:cNvSpPr>
          <p:nvPr>
            <p:ph type="pic" sz="quarter" idx="34" hasCustomPrompt="1"/>
          </p:nvPr>
        </p:nvSpPr>
        <p:spPr>
          <a:xfrm>
            <a:off x="251520" y="3861048"/>
            <a:ext cx="1904400" cy="1441450"/>
          </a:xfrm>
          <a:prstGeom prst="rect">
            <a:avLst/>
          </a:prstGeom>
          <a:ln w="19050">
            <a:solidFill>
              <a:srgbClr val="2A3B92"/>
            </a:solidFill>
          </a:ln>
        </p:spPr>
        <p:txBody>
          <a:bodyPr/>
          <a:lstStyle>
            <a:lvl1pPr marL="0" indent="0">
              <a:buNone/>
              <a:defRPr sz="900" b="0">
                <a:latin typeface="Arial" pitchFamily="34" charset="0"/>
                <a:cs typeface="Arial" pitchFamily="34" charset="0"/>
              </a:defRPr>
            </a:lvl1pPr>
          </a:lstStyle>
          <a:p>
            <a:r>
              <a:rPr lang="en-AU" dirty="0" smtClean="0"/>
              <a:t>Insert a picture which represents your character’s way of life in the medieval period and their role in society</a:t>
            </a:r>
          </a:p>
          <a:p>
            <a:endParaRPr lang="en-AU" dirty="0"/>
          </a:p>
        </p:txBody>
      </p:sp>
      <p:sp>
        <p:nvSpPr>
          <p:cNvPr id="39" name="Text Placeholder 10"/>
          <p:cNvSpPr>
            <a:spLocks noGrp="1"/>
          </p:cNvSpPr>
          <p:nvPr>
            <p:ph type="body" sz="quarter" idx="35" hasCustomPrompt="1"/>
          </p:nvPr>
        </p:nvSpPr>
        <p:spPr>
          <a:xfrm>
            <a:off x="2411759" y="5370211"/>
            <a:ext cx="1905951" cy="1080120"/>
          </a:xfrm>
          <a:prstGeom prst="rect">
            <a:avLst/>
          </a:prstGeom>
          <a:solidFill>
            <a:schemeClr val="accent1">
              <a:lumMod val="20000"/>
              <a:lumOff val="80000"/>
            </a:schemeClr>
          </a:solidFill>
        </p:spPr>
        <p:txBody>
          <a:bodyPr/>
          <a:lstStyle>
            <a:lvl1pPr marL="0" indent="0">
              <a:buNone/>
              <a:defRPr sz="900">
                <a:latin typeface="Arial" pitchFamily="34" charset="0"/>
                <a:cs typeface="Arial" pitchFamily="34" charset="0"/>
              </a:defRPr>
            </a:lvl1pPr>
            <a:lvl2pPr marL="457200" indent="0">
              <a:buNone/>
              <a:defRPr sz="900">
                <a:latin typeface="Arial" pitchFamily="34" charset="0"/>
                <a:cs typeface="Arial" pitchFamily="34" charset="0"/>
              </a:defRPr>
            </a:lvl2pPr>
          </a:lstStyle>
          <a:p>
            <a:r>
              <a:rPr lang="en-AU" sz="900" dirty="0" smtClean="0">
                <a:latin typeface="Arial" pitchFamily="34" charset="0"/>
                <a:cs typeface="Arial" pitchFamily="34" charset="0"/>
              </a:rPr>
              <a:t>Insert a caption which shows your knowledge of the medieval way of life and your character’s role in society</a:t>
            </a:r>
          </a:p>
        </p:txBody>
      </p:sp>
      <p:sp>
        <p:nvSpPr>
          <p:cNvPr id="40" name="Picture Placeholder 29"/>
          <p:cNvSpPr>
            <a:spLocks noGrp="1"/>
          </p:cNvSpPr>
          <p:nvPr>
            <p:ph type="pic" sz="quarter" idx="36" hasCustomPrompt="1"/>
          </p:nvPr>
        </p:nvSpPr>
        <p:spPr>
          <a:xfrm>
            <a:off x="2411760" y="3861048"/>
            <a:ext cx="1904400" cy="1441450"/>
          </a:xfrm>
          <a:prstGeom prst="rect">
            <a:avLst/>
          </a:prstGeom>
          <a:ln w="19050">
            <a:solidFill>
              <a:srgbClr val="2A3B92"/>
            </a:solidFill>
          </a:ln>
        </p:spPr>
        <p:txBody>
          <a:bodyPr/>
          <a:lstStyle>
            <a:lvl1pPr marL="0" indent="0">
              <a:buNone/>
              <a:defRPr sz="900" b="0">
                <a:latin typeface="Arial" pitchFamily="34" charset="0"/>
                <a:cs typeface="Arial" pitchFamily="34" charset="0"/>
              </a:defRPr>
            </a:lvl1pPr>
          </a:lstStyle>
          <a:p>
            <a:r>
              <a:rPr lang="en-AU" dirty="0" smtClean="0"/>
              <a:t>Insert a picture which represents your character’s way of life in the medieval period and their role in society</a:t>
            </a:r>
          </a:p>
          <a:p>
            <a:endParaRPr lang="en-AU" dirty="0"/>
          </a:p>
        </p:txBody>
      </p:sp>
      <p:sp>
        <p:nvSpPr>
          <p:cNvPr id="41" name="Text Placeholder 10"/>
          <p:cNvSpPr>
            <a:spLocks noGrp="1"/>
          </p:cNvSpPr>
          <p:nvPr>
            <p:ph type="body" sz="quarter" idx="37" hasCustomPrompt="1"/>
          </p:nvPr>
        </p:nvSpPr>
        <p:spPr>
          <a:xfrm>
            <a:off x="4571999" y="5370211"/>
            <a:ext cx="1905951" cy="1080120"/>
          </a:xfrm>
          <a:prstGeom prst="rect">
            <a:avLst/>
          </a:prstGeom>
          <a:solidFill>
            <a:schemeClr val="accent1">
              <a:lumMod val="20000"/>
              <a:lumOff val="80000"/>
            </a:schemeClr>
          </a:solidFill>
        </p:spPr>
        <p:txBody>
          <a:bodyPr/>
          <a:lstStyle>
            <a:lvl1pPr marL="0" indent="0">
              <a:buNone/>
              <a:defRPr sz="900">
                <a:latin typeface="Arial" pitchFamily="34" charset="0"/>
                <a:cs typeface="Arial" pitchFamily="34" charset="0"/>
              </a:defRPr>
            </a:lvl1pPr>
            <a:lvl2pPr marL="457200" indent="0">
              <a:buNone/>
              <a:defRPr sz="900">
                <a:latin typeface="Arial" pitchFamily="34" charset="0"/>
                <a:cs typeface="Arial" pitchFamily="34" charset="0"/>
              </a:defRPr>
            </a:lvl2pPr>
          </a:lstStyle>
          <a:p>
            <a:r>
              <a:rPr lang="en-AU" sz="900" dirty="0" smtClean="0">
                <a:latin typeface="Arial" pitchFamily="34" charset="0"/>
                <a:cs typeface="Arial" pitchFamily="34" charset="0"/>
              </a:rPr>
              <a:t>Insert a caption which shows your knowledge of the medieval way of life and your character’s role in society</a:t>
            </a:r>
          </a:p>
        </p:txBody>
      </p:sp>
      <p:sp>
        <p:nvSpPr>
          <p:cNvPr id="42" name="Picture Placeholder 29"/>
          <p:cNvSpPr>
            <a:spLocks noGrp="1"/>
          </p:cNvSpPr>
          <p:nvPr>
            <p:ph type="pic" sz="quarter" idx="38" hasCustomPrompt="1"/>
          </p:nvPr>
        </p:nvSpPr>
        <p:spPr>
          <a:xfrm>
            <a:off x="4572000" y="3861048"/>
            <a:ext cx="1904400" cy="1441450"/>
          </a:xfrm>
          <a:prstGeom prst="rect">
            <a:avLst/>
          </a:prstGeom>
          <a:ln w="19050">
            <a:solidFill>
              <a:srgbClr val="2A3B92"/>
            </a:solidFill>
          </a:ln>
        </p:spPr>
        <p:txBody>
          <a:bodyPr/>
          <a:lstStyle>
            <a:lvl1pPr marL="0" indent="0">
              <a:buNone/>
              <a:defRPr sz="900" b="0">
                <a:latin typeface="Arial" pitchFamily="34" charset="0"/>
                <a:cs typeface="Arial" pitchFamily="34" charset="0"/>
              </a:defRPr>
            </a:lvl1pPr>
          </a:lstStyle>
          <a:p>
            <a:r>
              <a:rPr lang="en-AU" dirty="0" smtClean="0"/>
              <a:t>Insert a picture which represents your character’s way of life in the medieval period and their role in society</a:t>
            </a:r>
          </a:p>
          <a:p>
            <a:endParaRPr lang="en-AU" dirty="0"/>
          </a:p>
        </p:txBody>
      </p:sp>
      <p:sp>
        <p:nvSpPr>
          <p:cNvPr id="43" name="Text Placeholder 10"/>
          <p:cNvSpPr>
            <a:spLocks noGrp="1"/>
          </p:cNvSpPr>
          <p:nvPr>
            <p:ph type="body" sz="quarter" idx="39" hasCustomPrompt="1"/>
          </p:nvPr>
        </p:nvSpPr>
        <p:spPr>
          <a:xfrm>
            <a:off x="6732239" y="5370211"/>
            <a:ext cx="1905951" cy="1080120"/>
          </a:xfrm>
          <a:prstGeom prst="rect">
            <a:avLst/>
          </a:prstGeom>
          <a:solidFill>
            <a:schemeClr val="accent1">
              <a:lumMod val="20000"/>
              <a:lumOff val="80000"/>
            </a:schemeClr>
          </a:solidFill>
        </p:spPr>
        <p:txBody>
          <a:bodyPr/>
          <a:lstStyle>
            <a:lvl1pPr marL="0" indent="0">
              <a:buNone/>
              <a:defRPr sz="900">
                <a:latin typeface="Arial" pitchFamily="34" charset="0"/>
                <a:cs typeface="Arial" pitchFamily="34" charset="0"/>
              </a:defRPr>
            </a:lvl1pPr>
            <a:lvl2pPr marL="457200" indent="0">
              <a:buNone/>
              <a:defRPr sz="900">
                <a:latin typeface="Arial" pitchFamily="34" charset="0"/>
                <a:cs typeface="Arial" pitchFamily="34" charset="0"/>
              </a:defRPr>
            </a:lvl2pPr>
          </a:lstStyle>
          <a:p>
            <a:r>
              <a:rPr lang="en-AU" sz="900" dirty="0" smtClean="0">
                <a:latin typeface="Arial" pitchFamily="34" charset="0"/>
                <a:cs typeface="Arial" pitchFamily="34" charset="0"/>
              </a:rPr>
              <a:t>Insert a caption which shows your knowledge of the medieval way of life and your character’s role in society</a:t>
            </a:r>
          </a:p>
        </p:txBody>
      </p:sp>
      <p:sp>
        <p:nvSpPr>
          <p:cNvPr id="44" name="Picture Placeholder 29"/>
          <p:cNvSpPr>
            <a:spLocks noGrp="1"/>
          </p:cNvSpPr>
          <p:nvPr>
            <p:ph type="pic" sz="quarter" idx="40" hasCustomPrompt="1"/>
          </p:nvPr>
        </p:nvSpPr>
        <p:spPr>
          <a:xfrm>
            <a:off x="6732240" y="3861048"/>
            <a:ext cx="1904400" cy="1441450"/>
          </a:xfrm>
          <a:prstGeom prst="rect">
            <a:avLst/>
          </a:prstGeom>
          <a:ln w="19050">
            <a:solidFill>
              <a:srgbClr val="2A3B92"/>
            </a:solidFill>
          </a:ln>
        </p:spPr>
        <p:txBody>
          <a:bodyPr/>
          <a:lstStyle>
            <a:lvl1pPr marL="0" indent="0">
              <a:buNone/>
              <a:defRPr sz="900" b="0">
                <a:latin typeface="Arial" pitchFamily="34" charset="0"/>
                <a:cs typeface="Arial" pitchFamily="34" charset="0"/>
              </a:defRPr>
            </a:lvl1pPr>
          </a:lstStyle>
          <a:p>
            <a:r>
              <a:rPr lang="en-AU" dirty="0" smtClean="0"/>
              <a:t>Insert a picture which represents your character’s way of life in the medieval period and their role in society</a:t>
            </a:r>
          </a:p>
          <a:p>
            <a:endParaRPr lang="en-AU" dirty="0"/>
          </a:p>
        </p:txBody>
      </p:sp>
    </p:spTree>
    <p:extLst>
      <p:ext uri="{BB962C8B-B14F-4D97-AF65-F5344CB8AC3E}">
        <p14:creationId xmlns:p14="http://schemas.microsoft.com/office/powerpoint/2010/main" val="44248906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bout slide">
    <p:spTree>
      <p:nvGrpSpPr>
        <p:cNvPr id="1" name=""/>
        <p:cNvGrpSpPr/>
        <p:nvPr/>
      </p:nvGrpSpPr>
      <p:grpSpPr>
        <a:xfrm>
          <a:off x="0" y="0"/>
          <a:ext cx="0" cy="0"/>
          <a:chOff x="0" y="0"/>
          <a:chExt cx="0" cy="0"/>
        </a:xfrm>
      </p:grpSpPr>
      <p:sp>
        <p:nvSpPr>
          <p:cNvPr id="11" name="TextBox 10"/>
          <p:cNvSpPr txBox="1"/>
          <p:nvPr userDrawn="1"/>
        </p:nvSpPr>
        <p:spPr>
          <a:xfrm>
            <a:off x="251520" y="1980455"/>
            <a:ext cx="2016224" cy="4500000"/>
          </a:xfrm>
          <a:prstGeom prst="rect">
            <a:avLst/>
          </a:prstGeom>
          <a:noFill/>
          <a:ln>
            <a:solidFill>
              <a:srgbClr val="2A3B92"/>
            </a:solidFill>
          </a:ln>
        </p:spPr>
        <p:txBody>
          <a:bodyPr wrap="square" rtlCol="0">
            <a:spAutoFit/>
          </a:bodyPr>
          <a:lstStyle/>
          <a:p>
            <a:r>
              <a:rPr lang="en-AU" sz="1400" dirty="0">
                <a:solidFill>
                  <a:schemeClr val="bg1">
                    <a:lumMod val="50000"/>
                  </a:schemeClr>
                </a:solidFill>
                <a:latin typeface="Arial Rounded MT Bold" pitchFamily="34" charset="0"/>
              </a:rPr>
              <a:t>Family</a:t>
            </a:r>
            <a:r>
              <a:rPr lang="en-AU" sz="1400" dirty="0" smtClean="0">
                <a:solidFill>
                  <a:schemeClr val="bg1">
                    <a:lumMod val="50000"/>
                  </a:schemeClr>
                </a:solidFill>
                <a:latin typeface="Arial Rounded MT Bold" pitchFamily="34" charset="0"/>
              </a:rPr>
              <a:t>:</a:t>
            </a:r>
            <a:endParaRPr lang="en-AU" sz="1400" dirty="0">
              <a:solidFill>
                <a:schemeClr val="bg1">
                  <a:lumMod val="50000"/>
                </a:schemeClr>
              </a:solidFill>
              <a:latin typeface="Arial Rounded MT Bold" pitchFamily="34" charset="0"/>
            </a:endParaRPr>
          </a:p>
        </p:txBody>
      </p:sp>
      <p:sp>
        <p:nvSpPr>
          <p:cNvPr id="19" name="Picture Placeholder 40"/>
          <p:cNvSpPr>
            <a:spLocks noGrp="1"/>
          </p:cNvSpPr>
          <p:nvPr>
            <p:ph type="pic" sz="quarter" idx="11" hasCustomPrompt="1"/>
          </p:nvPr>
        </p:nvSpPr>
        <p:spPr>
          <a:xfrm>
            <a:off x="363166" y="2348880"/>
            <a:ext cx="855248" cy="864161"/>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family member</a:t>
            </a:r>
            <a:endParaRPr lang="en-AU" dirty="0"/>
          </a:p>
        </p:txBody>
      </p:sp>
      <p:sp>
        <p:nvSpPr>
          <p:cNvPr id="20" name="Text Placeholder 12"/>
          <p:cNvSpPr>
            <a:spLocks noGrp="1"/>
          </p:cNvSpPr>
          <p:nvPr>
            <p:ph type="body" sz="quarter" idx="29" hasCustomPrompt="1"/>
          </p:nvPr>
        </p:nvSpPr>
        <p:spPr>
          <a:xfrm>
            <a:off x="1223091" y="2348880"/>
            <a:ext cx="864096" cy="864096"/>
          </a:xfrm>
          <a:prstGeom prst="rect">
            <a:avLst/>
          </a:prstGeom>
          <a:solidFill>
            <a:schemeClr val="bg1"/>
          </a:solidFill>
          <a:ln>
            <a:noFill/>
          </a:ln>
        </p:spPr>
        <p:txBody>
          <a:bodyPr/>
          <a:lstStyle>
            <a:lvl1pPr marL="0" indent="0">
              <a:buNone/>
              <a:defRPr sz="900">
                <a:latin typeface="Arial" pitchFamily="34" charset="0"/>
                <a:cs typeface="Arial" pitchFamily="34" charset="0"/>
              </a:defRPr>
            </a:lvl1pPr>
          </a:lstStyle>
          <a:p>
            <a:r>
              <a:rPr lang="en-AU" sz="900" dirty="0" smtClean="0">
                <a:latin typeface="Arial "/>
              </a:rPr>
              <a:t>Insert name of family member and their role in society</a:t>
            </a:r>
            <a:endParaRPr lang="en-AU" dirty="0">
              <a:latin typeface="Arial "/>
            </a:endParaRPr>
          </a:p>
        </p:txBody>
      </p:sp>
      <p:sp>
        <p:nvSpPr>
          <p:cNvPr id="21" name="Picture Placeholder 40"/>
          <p:cNvSpPr>
            <a:spLocks noGrp="1"/>
          </p:cNvSpPr>
          <p:nvPr>
            <p:ph type="pic" sz="quarter" idx="30" hasCustomPrompt="1"/>
          </p:nvPr>
        </p:nvSpPr>
        <p:spPr>
          <a:xfrm>
            <a:off x="352103" y="3351659"/>
            <a:ext cx="855248" cy="864161"/>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family member</a:t>
            </a:r>
            <a:endParaRPr lang="en-AU" dirty="0"/>
          </a:p>
        </p:txBody>
      </p:sp>
      <p:sp>
        <p:nvSpPr>
          <p:cNvPr id="22" name="Text Placeholder 12"/>
          <p:cNvSpPr>
            <a:spLocks noGrp="1"/>
          </p:cNvSpPr>
          <p:nvPr>
            <p:ph type="body" sz="quarter" idx="31" hasCustomPrompt="1"/>
          </p:nvPr>
        </p:nvSpPr>
        <p:spPr>
          <a:xfrm>
            <a:off x="1212028" y="3351659"/>
            <a:ext cx="864096" cy="864096"/>
          </a:xfrm>
          <a:prstGeom prst="rect">
            <a:avLst/>
          </a:prstGeom>
          <a:solidFill>
            <a:schemeClr val="bg1"/>
          </a:solidFill>
          <a:ln>
            <a:noFill/>
          </a:ln>
        </p:spPr>
        <p:txBody>
          <a:bodyPr/>
          <a:lstStyle>
            <a:lvl1pPr marL="0" indent="0">
              <a:buNone/>
              <a:defRPr sz="900">
                <a:latin typeface="Arial" pitchFamily="34" charset="0"/>
                <a:cs typeface="Arial" pitchFamily="34" charset="0"/>
              </a:defRPr>
            </a:lvl1pPr>
          </a:lstStyle>
          <a:p>
            <a:r>
              <a:rPr lang="en-AU" sz="900" dirty="0" smtClean="0">
                <a:latin typeface="Arial "/>
              </a:rPr>
              <a:t>Insert name of family member and their role in society</a:t>
            </a:r>
            <a:endParaRPr lang="en-AU" dirty="0">
              <a:latin typeface="Arial "/>
            </a:endParaRPr>
          </a:p>
        </p:txBody>
      </p:sp>
      <p:sp>
        <p:nvSpPr>
          <p:cNvPr id="23" name="Picture Placeholder 40"/>
          <p:cNvSpPr>
            <a:spLocks noGrp="1"/>
          </p:cNvSpPr>
          <p:nvPr>
            <p:ph type="pic" sz="quarter" idx="32" hasCustomPrompt="1"/>
          </p:nvPr>
        </p:nvSpPr>
        <p:spPr>
          <a:xfrm>
            <a:off x="353294" y="4355579"/>
            <a:ext cx="855248" cy="864161"/>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family member</a:t>
            </a:r>
            <a:endParaRPr lang="en-AU" dirty="0"/>
          </a:p>
        </p:txBody>
      </p:sp>
      <p:sp>
        <p:nvSpPr>
          <p:cNvPr id="24" name="Text Placeholder 12"/>
          <p:cNvSpPr>
            <a:spLocks noGrp="1"/>
          </p:cNvSpPr>
          <p:nvPr>
            <p:ph type="body" sz="quarter" idx="33" hasCustomPrompt="1"/>
          </p:nvPr>
        </p:nvSpPr>
        <p:spPr>
          <a:xfrm>
            <a:off x="1213219" y="4355579"/>
            <a:ext cx="864096" cy="864096"/>
          </a:xfrm>
          <a:prstGeom prst="rect">
            <a:avLst/>
          </a:prstGeom>
          <a:solidFill>
            <a:schemeClr val="bg1"/>
          </a:solidFill>
          <a:ln>
            <a:noFill/>
          </a:ln>
        </p:spPr>
        <p:txBody>
          <a:bodyPr/>
          <a:lstStyle>
            <a:lvl1pPr marL="0" indent="0">
              <a:buNone/>
              <a:defRPr sz="900">
                <a:latin typeface="Arial" pitchFamily="34" charset="0"/>
                <a:cs typeface="Arial" pitchFamily="34" charset="0"/>
              </a:defRPr>
            </a:lvl1pPr>
          </a:lstStyle>
          <a:p>
            <a:r>
              <a:rPr lang="en-AU" sz="900" dirty="0" smtClean="0">
                <a:latin typeface="Arial "/>
              </a:rPr>
              <a:t>Insert name of family member and their role in society</a:t>
            </a:r>
            <a:endParaRPr lang="en-AU" dirty="0">
              <a:latin typeface="Arial "/>
            </a:endParaRPr>
          </a:p>
        </p:txBody>
      </p:sp>
      <p:sp>
        <p:nvSpPr>
          <p:cNvPr id="25" name="Picture Placeholder 40"/>
          <p:cNvSpPr>
            <a:spLocks noGrp="1"/>
          </p:cNvSpPr>
          <p:nvPr>
            <p:ph type="pic" sz="quarter" idx="34" hasCustomPrompt="1"/>
          </p:nvPr>
        </p:nvSpPr>
        <p:spPr>
          <a:xfrm>
            <a:off x="352082" y="5354166"/>
            <a:ext cx="855248" cy="864161"/>
          </a:xfrm>
          <a:prstGeom prst="rect">
            <a:avLst/>
          </a:prstGeom>
          <a:solidFill>
            <a:schemeClr val="accent1">
              <a:lumMod val="20000"/>
              <a:lumOff val="80000"/>
            </a:schemeClr>
          </a:solidFill>
          <a:ln w="15875">
            <a:solidFill>
              <a:srgbClr val="2A3B92"/>
            </a:solidFill>
          </a:ln>
          <a:effectLst>
            <a:outerShdw blurRad="50800" dist="38100" dir="8100000" algn="tr" rotWithShape="0">
              <a:prstClr val="black">
                <a:alpha val="40000"/>
              </a:prstClr>
            </a:outerShdw>
          </a:effectLst>
        </p:spPr>
        <p:txBody>
          <a:bodyPr/>
          <a:lstStyle>
            <a:lvl1pPr marL="0" indent="0" algn="ctr">
              <a:buFontTx/>
              <a:buNone/>
              <a:defRPr sz="900">
                <a:solidFill>
                  <a:schemeClr val="tx1"/>
                </a:solidFill>
                <a:latin typeface="Arial" pitchFamily="34" charset="0"/>
                <a:cs typeface="Arial" pitchFamily="34" charset="0"/>
              </a:defRPr>
            </a:lvl1pPr>
          </a:lstStyle>
          <a:p>
            <a:r>
              <a:rPr lang="en-AU" dirty="0" smtClean="0"/>
              <a:t>Insert profile picture for family member</a:t>
            </a:r>
            <a:endParaRPr lang="en-AU" dirty="0"/>
          </a:p>
        </p:txBody>
      </p:sp>
      <p:sp>
        <p:nvSpPr>
          <p:cNvPr id="26" name="Text Placeholder 12"/>
          <p:cNvSpPr>
            <a:spLocks noGrp="1"/>
          </p:cNvSpPr>
          <p:nvPr>
            <p:ph type="body" sz="quarter" idx="35" hasCustomPrompt="1"/>
          </p:nvPr>
        </p:nvSpPr>
        <p:spPr>
          <a:xfrm>
            <a:off x="1212007" y="5354166"/>
            <a:ext cx="864096" cy="864096"/>
          </a:xfrm>
          <a:prstGeom prst="rect">
            <a:avLst/>
          </a:prstGeom>
          <a:solidFill>
            <a:schemeClr val="bg1"/>
          </a:solidFill>
          <a:ln>
            <a:noFill/>
          </a:ln>
        </p:spPr>
        <p:txBody>
          <a:bodyPr/>
          <a:lstStyle>
            <a:lvl1pPr marL="0" indent="0">
              <a:buNone/>
              <a:defRPr sz="900">
                <a:latin typeface="Arial" pitchFamily="34" charset="0"/>
                <a:cs typeface="Arial" pitchFamily="34" charset="0"/>
              </a:defRPr>
            </a:lvl1pPr>
          </a:lstStyle>
          <a:p>
            <a:r>
              <a:rPr lang="en-AU" sz="900" dirty="0" smtClean="0">
                <a:latin typeface="Arial "/>
              </a:rPr>
              <a:t>Insert name of family member and their role in society</a:t>
            </a:r>
            <a:endParaRPr lang="en-AU" dirty="0">
              <a:latin typeface="Arial "/>
            </a:endParaRPr>
          </a:p>
        </p:txBody>
      </p:sp>
      <p:sp>
        <p:nvSpPr>
          <p:cNvPr id="10" name="TextBox 9"/>
          <p:cNvSpPr txBox="1"/>
          <p:nvPr userDrawn="1"/>
        </p:nvSpPr>
        <p:spPr>
          <a:xfrm>
            <a:off x="251520" y="548679"/>
            <a:ext cx="8568952" cy="1296000"/>
          </a:xfrm>
          <a:prstGeom prst="rect">
            <a:avLst/>
          </a:prstGeom>
          <a:solidFill>
            <a:schemeClr val="accent1">
              <a:lumMod val="20000"/>
              <a:lumOff val="80000"/>
            </a:schemeClr>
          </a:solidFill>
          <a:ln>
            <a:noFill/>
          </a:ln>
        </p:spPr>
        <p:txBody>
          <a:bodyPr wrap="square" rtlCol="0">
            <a:spAutoFit/>
          </a:bodyPr>
          <a:lstStyle/>
          <a:p>
            <a:pPr marL="1116000" indent="-1116000">
              <a:tabLst>
                <a:tab pos="1116000" algn="l"/>
              </a:tabLst>
            </a:pPr>
            <a:r>
              <a:rPr lang="en-AU" sz="1400" dirty="0">
                <a:solidFill>
                  <a:schemeClr val="bg1">
                    <a:lumMod val="50000"/>
                  </a:schemeClr>
                </a:solidFill>
                <a:latin typeface="Arial Rounded MT Bold" pitchFamily="34" charset="0"/>
              </a:rPr>
              <a:t>About</a:t>
            </a:r>
            <a:r>
              <a:rPr lang="en-AU" sz="1400" dirty="0" smtClean="0">
                <a:solidFill>
                  <a:schemeClr val="bg1">
                    <a:lumMod val="50000"/>
                  </a:schemeClr>
                </a:solidFill>
                <a:latin typeface="Arial Rounded MT Bold" pitchFamily="34" charset="0"/>
              </a:rPr>
              <a:t>:	</a:t>
            </a:r>
          </a:p>
          <a:p>
            <a:pPr marL="0" indent="0">
              <a:spcBef>
                <a:spcPts val="1200"/>
              </a:spcBef>
              <a:tabLst>
                <a:tab pos="1116000" algn="l"/>
              </a:tabLst>
            </a:pPr>
            <a:r>
              <a:rPr lang="en-AU" sz="1400" dirty="0" smtClean="0">
                <a:solidFill>
                  <a:schemeClr val="bg1">
                    <a:lumMod val="50000"/>
                  </a:schemeClr>
                </a:solidFill>
                <a:latin typeface="Arial Rounded MT Bold" pitchFamily="34" charset="0"/>
              </a:rPr>
              <a:t>Education: 	</a:t>
            </a:r>
          </a:p>
          <a:p>
            <a:pPr marL="0" indent="0">
              <a:spcBef>
                <a:spcPts val="1200"/>
              </a:spcBef>
              <a:tabLst>
                <a:tab pos="1116000" algn="l"/>
              </a:tabLst>
            </a:pPr>
            <a:r>
              <a:rPr lang="en-AU" sz="1400" dirty="0" smtClean="0">
                <a:solidFill>
                  <a:schemeClr val="bg1">
                    <a:lumMod val="50000"/>
                  </a:schemeClr>
                </a:solidFill>
                <a:latin typeface="Arial Rounded MT Bold" pitchFamily="34" charset="0"/>
              </a:rPr>
              <a:t>Occupation:</a:t>
            </a:r>
            <a:endParaRPr lang="en-AU" sz="1400" dirty="0">
              <a:solidFill>
                <a:schemeClr val="bg1">
                  <a:lumMod val="50000"/>
                </a:schemeClr>
              </a:solidFill>
              <a:latin typeface="Arial Rounded MT Bold" pitchFamily="34" charset="0"/>
            </a:endParaRPr>
          </a:p>
        </p:txBody>
      </p:sp>
      <p:sp>
        <p:nvSpPr>
          <p:cNvPr id="12" name="TextBox 11"/>
          <p:cNvSpPr txBox="1"/>
          <p:nvPr userDrawn="1"/>
        </p:nvSpPr>
        <p:spPr>
          <a:xfrm>
            <a:off x="2411760" y="1989980"/>
            <a:ext cx="6408712" cy="2232000"/>
          </a:xfrm>
          <a:prstGeom prst="rect">
            <a:avLst/>
          </a:prstGeom>
          <a:solidFill>
            <a:schemeClr val="accent1">
              <a:lumMod val="20000"/>
              <a:lumOff val="80000"/>
            </a:schemeClr>
          </a:solidFill>
          <a:ln>
            <a:noFill/>
          </a:ln>
        </p:spPr>
        <p:txBody>
          <a:bodyPr wrap="square" rtlCol="0">
            <a:spAutoFit/>
          </a:bodyPr>
          <a:lstStyle/>
          <a:p>
            <a:pPr>
              <a:spcAft>
                <a:spcPts val="600"/>
              </a:spcAft>
            </a:pPr>
            <a:r>
              <a:rPr lang="en-AU" sz="1400" dirty="0">
                <a:solidFill>
                  <a:schemeClr val="bg1">
                    <a:lumMod val="50000"/>
                  </a:schemeClr>
                </a:solidFill>
                <a:latin typeface="Arial Rounded MT Bold" pitchFamily="34" charset="0"/>
              </a:rPr>
              <a:t>About me:  </a:t>
            </a:r>
            <a:endParaRPr lang="en-AU" sz="1400" dirty="0" smtClean="0">
              <a:solidFill>
                <a:schemeClr val="bg1">
                  <a:lumMod val="50000"/>
                </a:schemeClr>
              </a:solidFill>
              <a:latin typeface="Arial Rounded MT Bold" pitchFamily="34" charset="0"/>
            </a:endParaRPr>
          </a:p>
          <a:p>
            <a:endParaRPr lang="en-AU" dirty="0" smtClean="0"/>
          </a:p>
        </p:txBody>
      </p:sp>
      <p:sp>
        <p:nvSpPr>
          <p:cNvPr id="13" name="TextBox 12"/>
          <p:cNvSpPr txBox="1"/>
          <p:nvPr userDrawn="1"/>
        </p:nvSpPr>
        <p:spPr>
          <a:xfrm>
            <a:off x="2411760" y="4365103"/>
            <a:ext cx="6428506" cy="2088000"/>
          </a:xfrm>
          <a:prstGeom prst="rect">
            <a:avLst/>
          </a:prstGeom>
          <a:solidFill>
            <a:schemeClr val="accent1">
              <a:lumMod val="20000"/>
              <a:lumOff val="80000"/>
            </a:schemeClr>
          </a:solidFill>
          <a:ln>
            <a:noFill/>
          </a:ln>
        </p:spPr>
        <p:txBody>
          <a:bodyPr wrap="square" rtlCol="0">
            <a:spAutoFit/>
          </a:bodyPr>
          <a:lstStyle/>
          <a:p>
            <a:pPr>
              <a:spcAft>
                <a:spcPts val="600"/>
              </a:spcAft>
            </a:pPr>
            <a:r>
              <a:rPr lang="en-AU" sz="1400" dirty="0">
                <a:solidFill>
                  <a:schemeClr val="bg1">
                    <a:lumMod val="50000"/>
                  </a:schemeClr>
                </a:solidFill>
                <a:latin typeface="Arial Rounded MT Bold" pitchFamily="34" charset="0"/>
              </a:rPr>
              <a:t>Beliefs and values</a:t>
            </a:r>
            <a:r>
              <a:rPr lang="en-AU" sz="1400" dirty="0" smtClean="0">
                <a:solidFill>
                  <a:schemeClr val="bg1">
                    <a:lumMod val="50000"/>
                  </a:schemeClr>
                </a:solidFill>
                <a:latin typeface="Arial Rounded MT Bold" pitchFamily="34" charset="0"/>
              </a:rPr>
              <a:t>:  </a:t>
            </a:r>
            <a:endParaRPr lang="en-AU" sz="1400" dirty="0">
              <a:solidFill>
                <a:schemeClr val="bg1">
                  <a:lumMod val="50000"/>
                </a:schemeClr>
              </a:solidFill>
              <a:latin typeface="Arial Rounded MT Bold" pitchFamily="34" charset="0"/>
            </a:endParaRPr>
          </a:p>
          <a:p>
            <a:endParaRPr lang="en-AU" dirty="0" smtClean="0"/>
          </a:p>
        </p:txBody>
      </p:sp>
      <p:sp>
        <p:nvSpPr>
          <p:cNvPr id="5" name="Text Placeholder 4"/>
          <p:cNvSpPr>
            <a:spLocks noGrp="1"/>
          </p:cNvSpPr>
          <p:nvPr>
            <p:ph type="body" sz="quarter" idx="36" hasCustomPrompt="1"/>
          </p:nvPr>
        </p:nvSpPr>
        <p:spPr>
          <a:xfrm>
            <a:off x="2402223" y="2348880"/>
            <a:ext cx="6418250" cy="151216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900" baseline="0">
                <a:latin typeface="Arial" pitchFamily="34" charset="0"/>
                <a:cs typeface="Arial" pitchFamily="34" charset="0"/>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AU" sz="900" dirty="0" smtClean="0">
                <a:latin typeface="Arial" pitchFamily="34" charset="0"/>
                <a:cs typeface="Arial" pitchFamily="34" charset="0"/>
              </a:rPr>
              <a:t>Provide details about your character’s upbringing, family information, role in society (who is above and below in society and what these relationships are like), home life (e.g. chores, hobbies, food) and favourite things.</a:t>
            </a:r>
          </a:p>
          <a:p>
            <a:pPr lvl="0"/>
            <a:endParaRPr lang="en-AU" dirty="0"/>
          </a:p>
        </p:txBody>
      </p:sp>
      <p:sp>
        <p:nvSpPr>
          <p:cNvPr id="18" name="Text Placeholder 4"/>
          <p:cNvSpPr>
            <a:spLocks noGrp="1"/>
          </p:cNvSpPr>
          <p:nvPr>
            <p:ph type="body" sz="quarter" idx="37" hasCustomPrompt="1"/>
          </p:nvPr>
        </p:nvSpPr>
        <p:spPr>
          <a:xfrm>
            <a:off x="2402223" y="4725144"/>
            <a:ext cx="6418250" cy="1584176"/>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900" baseline="0">
                <a:latin typeface="Arial" pitchFamily="34" charset="0"/>
                <a:cs typeface="Arial" pitchFamily="34" charset="0"/>
              </a:defRPr>
            </a:lvl1pPr>
          </a:lstStyle>
          <a:p>
            <a:r>
              <a:rPr lang="en-AU" sz="900" dirty="0" smtClean="0">
                <a:latin typeface="Arial" pitchFamily="34" charset="0"/>
                <a:cs typeface="Arial" pitchFamily="34" charset="0"/>
              </a:rPr>
              <a:t>Provide details about your character’s religious beliefs, and information about values and superstitions and how much your character believes in science.</a:t>
            </a:r>
          </a:p>
          <a:p>
            <a:pPr lvl="0"/>
            <a:endParaRPr lang="en-AU" dirty="0"/>
          </a:p>
        </p:txBody>
      </p:sp>
      <p:sp>
        <p:nvSpPr>
          <p:cNvPr id="27" name="Text Placeholder 4"/>
          <p:cNvSpPr>
            <a:spLocks noGrp="1"/>
          </p:cNvSpPr>
          <p:nvPr>
            <p:ph type="body" sz="quarter" idx="38" hasCustomPrompt="1"/>
          </p:nvPr>
        </p:nvSpPr>
        <p:spPr>
          <a:xfrm>
            <a:off x="1422698" y="605829"/>
            <a:ext cx="4680520" cy="216000"/>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900">
                <a:latin typeface="Arial" pitchFamily="34" charset="0"/>
                <a:cs typeface="Arial" pitchFamily="34" charset="0"/>
              </a:defRPr>
            </a:lvl1pPr>
          </a:lstStyle>
          <a:p>
            <a:pPr marL="1116000" indent="-1116000">
              <a:tabLst>
                <a:tab pos="1116000" algn="l"/>
              </a:tabLst>
            </a:pPr>
            <a:r>
              <a:rPr lang="en-AU" sz="900" dirty="0" smtClean="0">
                <a:latin typeface="Arial" pitchFamily="34" charset="0"/>
                <a:cs typeface="Arial" pitchFamily="34" charset="0"/>
              </a:rPr>
              <a:t>Insert your character’s name and role</a:t>
            </a:r>
          </a:p>
        </p:txBody>
      </p:sp>
      <p:sp>
        <p:nvSpPr>
          <p:cNvPr id="29" name="Text Placeholder 4"/>
          <p:cNvSpPr>
            <a:spLocks noGrp="1"/>
          </p:cNvSpPr>
          <p:nvPr>
            <p:ph type="body" sz="quarter" idx="39" hasCustomPrompt="1"/>
          </p:nvPr>
        </p:nvSpPr>
        <p:spPr>
          <a:xfrm>
            <a:off x="1413172" y="943312"/>
            <a:ext cx="7191275" cy="395673"/>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tab pos="1116000" algn="l"/>
              </a:tabLst>
              <a:defRPr sz="900">
                <a:latin typeface="Arial" pitchFamily="34" charset="0"/>
                <a:cs typeface="Arial" pitchFamily="34" charset="0"/>
              </a:defRPr>
            </a:lvl1pPr>
          </a:lstStyle>
          <a:p>
            <a:pPr marL="0" indent="0">
              <a:tabLst>
                <a:tab pos="1116000" algn="l"/>
              </a:tabLst>
            </a:pPr>
            <a:r>
              <a:rPr lang="en-AU" sz="900" dirty="0" smtClean="0">
                <a:latin typeface="Arial" pitchFamily="34" charset="0"/>
                <a:cs typeface="Arial" pitchFamily="34" charset="0"/>
              </a:rPr>
              <a:t>Provide details about where your character learnt (e.g. school, apprenticeships, tutor, from family members) </a:t>
            </a:r>
            <a:br>
              <a:rPr lang="en-AU" sz="900" dirty="0" smtClean="0">
                <a:latin typeface="Arial" pitchFamily="34" charset="0"/>
                <a:cs typeface="Arial" pitchFamily="34" charset="0"/>
              </a:rPr>
            </a:br>
            <a:r>
              <a:rPr lang="en-AU" sz="900" dirty="0" smtClean="0">
                <a:latin typeface="Arial" pitchFamily="34" charset="0"/>
                <a:cs typeface="Arial" pitchFamily="34" charset="0"/>
              </a:rPr>
              <a:t>and what type of things your character learnt (e.g. languages, reading, sewing, farming, baking)</a:t>
            </a:r>
          </a:p>
        </p:txBody>
      </p:sp>
      <p:sp>
        <p:nvSpPr>
          <p:cNvPr id="30" name="Text Placeholder 4"/>
          <p:cNvSpPr>
            <a:spLocks noGrp="1"/>
          </p:cNvSpPr>
          <p:nvPr>
            <p:ph type="body" sz="quarter" idx="40" hasCustomPrompt="1"/>
          </p:nvPr>
        </p:nvSpPr>
        <p:spPr>
          <a:xfrm>
            <a:off x="1413172" y="1336206"/>
            <a:ext cx="7191275" cy="518828"/>
          </a:xfrm>
          <a:prstGeom prst="rect">
            <a:avLst/>
          </a:prstGeom>
        </p:spPr>
        <p:txBody>
          <a:bodyPr/>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tab pos="1116000" algn="l"/>
              </a:tabLst>
              <a:defRPr sz="900">
                <a:latin typeface="Arial" pitchFamily="34" charset="0"/>
                <a:cs typeface="Arial" pitchFamily="34" charset="0"/>
              </a:defRPr>
            </a:lvl1pPr>
          </a:lstStyle>
          <a:p>
            <a:pPr marL="0" indent="0">
              <a:tabLst>
                <a:tab pos="1116000" algn="l"/>
              </a:tabLst>
            </a:pPr>
            <a:r>
              <a:rPr lang="en-AU" sz="900" dirty="0" smtClean="0">
                <a:latin typeface="Arial" pitchFamily="34" charset="0"/>
                <a:cs typeface="Arial" pitchFamily="34" charset="0"/>
              </a:rPr>
              <a:t>Provide details about where your character works (e.g. bakery, field at the top of the hill) </a:t>
            </a:r>
            <a:br>
              <a:rPr lang="en-AU" sz="900" dirty="0" smtClean="0">
                <a:latin typeface="Arial" pitchFamily="34" charset="0"/>
                <a:cs typeface="Arial" pitchFamily="34" charset="0"/>
              </a:rPr>
            </a:br>
            <a:r>
              <a:rPr lang="en-AU" sz="900" dirty="0" smtClean="0">
                <a:latin typeface="Arial" pitchFamily="34" charset="0"/>
                <a:cs typeface="Arial" pitchFamily="34" charset="0"/>
              </a:rPr>
              <a:t>and duties (e.g. explain what types of things you do as part of your job)</a:t>
            </a:r>
            <a:endParaRPr lang="en-AU" sz="1400" dirty="0">
              <a:solidFill>
                <a:schemeClr val="bg1">
                  <a:lumMod val="50000"/>
                </a:schemeClr>
              </a:solidFill>
              <a:latin typeface="Arial Rounded MT Bold" pitchFamily="34" charset="0"/>
            </a:endParaRPr>
          </a:p>
        </p:txBody>
      </p:sp>
    </p:spTree>
    <p:extLst>
      <p:ext uri="{BB962C8B-B14F-4D97-AF65-F5344CB8AC3E}">
        <p14:creationId xmlns:p14="http://schemas.microsoft.com/office/powerpoint/2010/main" val="278481797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821586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9" name="Table 18"/>
          <p:cNvGraphicFramePr>
            <a:graphicFrameLocks noGrp="1"/>
          </p:cNvGraphicFramePr>
          <p:nvPr userDrawn="1">
            <p:extLst>
              <p:ext uri="{D42A27DB-BD31-4B8C-83A1-F6EECF244321}">
                <p14:modId xmlns:p14="http://schemas.microsoft.com/office/powerpoint/2010/main" val="402091090"/>
              </p:ext>
            </p:extLst>
          </p:nvPr>
        </p:nvGraphicFramePr>
        <p:xfrm>
          <a:off x="0" y="-17408"/>
          <a:ext cx="9144000" cy="458520"/>
        </p:xfrm>
        <a:graphic>
          <a:graphicData uri="http://schemas.openxmlformats.org/drawingml/2006/table">
            <a:tbl>
              <a:tblPr firstRow="1" bandRow="1">
                <a:tableStyleId>{5C22544A-7EE6-4342-B048-85BDC9FD1C3A}</a:tableStyleId>
              </a:tblPr>
              <a:tblGrid>
                <a:gridCol w="2195736"/>
                <a:gridCol w="2376264"/>
                <a:gridCol w="3888432"/>
                <a:gridCol w="683568"/>
              </a:tblGrid>
              <a:tr h="0">
                <a:tc rowSpan="3">
                  <a:txBody>
                    <a:bodyPr/>
                    <a:lstStyle/>
                    <a:p>
                      <a:r>
                        <a:rPr lang="en-AU" dirty="0" smtClean="0">
                          <a:solidFill>
                            <a:schemeClr val="bg1"/>
                          </a:solidFill>
                          <a:latin typeface="Arial Rounded MT Bold" pitchFamily="34" charset="0"/>
                        </a:rPr>
                        <a:t>   </a:t>
                      </a:r>
                      <a:r>
                        <a:rPr lang="en-AU" dirty="0" err="1" smtClean="0">
                          <a:solidFill>
                            <a:schemeClr val="bg1"/>
                          </a:solidFill>
                          <a:latin typeface="Arial Rounded MT Bold" pitchFamily="34" charset="0"/>
                        </a:rPr>
                        <a:t>fakebook</a:t>
                      </a:r>
                      <a:endParaRPr lang="en-AU" dirty="0"/>
                    </a:p>
                  </a:txBody>
                  <a:tcPr>
                    <a:lnL w="12700" cap="flat" cmpd="sng" algn="ctr">
                      <a:solidFill>
                        <a:srgbClr val="2A3B92"/>
                      </a:solidFill>
                      <a:prstDash val="solid"/>
                      <a:round/>
                      <a:headEnd type="none" w="med" len="med"/>
                      <a:tailEnd type="none" w="med" len="med"/>
                    </a:lnL>
                    <a:lnR w="12700" cap="flat" cmpd="sng" algn="ctr">
                      <a:solidFill>
                        <a:srgbClr val="003399"/>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A3B92"/>
                    </a:solidFill>
                  </a:tcPr>
                </a:tc>
                <a:tc>
                  <a:txBody>
                    <a:bodyPr/>
                    <a:lstStyle/>
                    <a:p>
                      <a:endParaRPr lang="en-AU" sz="100" b="0" dirty="0" smtClean="0">
                        <a:solidFill>
                          <a:schemeClr val="bg1">
                            <a:lumMod val="50000"/>
                          </a:schemeClr>
                        </a:solidFill>
                        <a:latin typeface="Arial Rounded MT Bold" pitchFamily="34" charset="0"/>
                      </a:endParaRPr>
                    </a:p>
                  </a:txBody>
                  <a:tcPr>
                    <a:lnL w="12700" cap="flat" cmpd="sng" algn="ctr">
                      <a:solidFill>
                        <a:srgbClr val="003399"/>
                      </a:solidFill>
                      <a:prstDash val="solid"/>
                      <a:round/>
                      <a:headEnd type="none" w="med" len="med"/>
                      <a:tailEnd type="none" w="med" len="med"/>
                    </a:lnL>
                    <a:lnR w="12700" cap="flat" cmpd="sng" algn="ctr">
                      <a:solidFill>
                        <a:srgbClr val="003399"/>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A3B92"/>
                    </a:solidFill>
                  </a:tcPr>
                </a:tc>
                <a:tc rowSpan="3">
                  <a:txBody>
                    <a:bodyPr/>
                    <a:lstStyle/>
                    <a:p>
                      <a:endParaRPr lang="en-AU" sz="1000" b="0" dirty="0" smtClean="0">
                        <a:latin typeface="Arial Rounded MT Bold" pitchFamily="34" charset="0"/>
                      </a:endParaRPr>
                    </a:p>
                    <a:p>
                      <a:r>
                        <a:rPr lang="en-AU" sz="1000" b="0" dirty="0" smtClean="0">
                          <a:latin typeface="Arial Rounded MT Bold" pitchFamily="34" charset="0"/>
                        </a:rPr>
                        <a:t>                                                             </a:t>
                      </a:r>
                      <a:endParaRPr lang="en-AU" sz="1000" b="0" dirty="0">
                        <a:latin typeface="Arial Rounded MT Bold" pitchFamily="34" charset="0"/>
                      </a:endParaRPr>
                    </a:p>
                  </a:txBody>
                  <a:tcPr marL="0" marR="0" marB="108000" anchor="b">
                    <a:lnL w="12700" cap="flat" cmpd="sng" algn="ctr">
                      <a:solidFill>
                        <a:srgbClr val="003399"/>
                      </a:solidFill>
                      <a:prstDash val="solid"/>
                      <a:round/>
                      <a:headEnd type="none" w="med" len="med"/>
                      <a:tailEnd type="none" w="med" len="med"/>
                    </a:lnL>
                    <a:lnR w="12700" cap="flat" cmpd="sng" algn="ctr">
                      <a:solidFill>
                        <a:srgbClr val="2A3B9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A3B92"/>
                    </a:solidFill>
                  </a:tcPr>
                </a:tc>
                <a:tc row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AU" sz="1000" b="0" dirty="0" smtClean="0">
                        <a:solidFill>
                          <a:schemeClr val="bg1"/>
                        </a:solidFill>
                        <a:latin typeface="Arial Rounded MT Bold"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000" b="0" dirty="0" smtClean="0">
                          <a:solidFill>
                            <a:schemeClr val="bg1"/>
                          </a:solidFill>
                          <a:latin typeface="Arial Rounded MT Bold" pitchFamily="34" charset="0"/>
                        </a:rPr>
                        <a:t>Home</a:t>
                      </a:r>
                    </a:p>
                  </a:txBody>
                  <a:tcPr>
                    <a:lnL w="12700" cap="flat" cmpd="sng" algn="ctr">
                      <a:solidFill>
                        <a:srgbClr val="2A3B92"/>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A3B92"/>
                    </a:solidFill>
                  </a:tcPr>
                </a:tc>
              </a:tr>
              <a:tr h="138728">
                <a:tc vMerge="1">
                  <a:txBody>
                    <a:bodyPr/>
                    <a:lstStyle/>
                    <a:p>
                      <a:endParaRPr lang="en-AU"/>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000" b="0" dirty="0" smtClean="0">
                          <a:solidFill>
                            <a:schemeClr val="bg1">
                              <a:lumMod val="50000"/>
                            </a:schemeClr>
                          </a:solidFill>
                          <a:latin typeface="Arial Rounded MT Bold" pitchFamily="34" charset="0"/>
                        </a:rPr>
                        <a:t>Search</a:t>
                      </a:r>
                      <a:endParaRPr lang="en-AU" sz="1000" b="0" dirty="0">
                        <a:solidFill>
                          <a:schemeClr val="bg1">
                            <a:lumMod val="50000"/>
                          </a:schemeClr>
                        </a:solidFill>
                        <a:latin typeface="Arial Rounded MT Bold" pitchFamily="34" charset="0"/>
                      </a:endParaRPr>
                    </a:p>
                  </a:txBody>
                  <a:tcPr marT="3600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AU"/>
                    </a:p>
                  </a:txBody>
                  <a:tcPr/>
                </a:tc>
                <a:tc vMerge="1">
                  <a:txBody>
                    <a:bodyPr/>
                    <a:lstStyle/>
                    <a:p>
                      <a:endParaRPr lang="en-AU"/>
                    </a:p>
                  </a:txBody>
                  <a:tcPr/>
                </a:tc>
              </a:tr>
              <a:tr h="0">
                <a:tc vMerge="1">
                  <a:txBody>
                    <a:bodyPr/>
                    <a:lstStyle/>
                    <a:p>
                      <a:endParaRPr lang="en-AU"/>
                    </a:p>
                  </a:txBody>
                  <a:tcPr/>
                </a:tc>
                <a:tc>
                  <a:txBody>
                    <a:bodyPr/>
                    <a:lstStyle/>
                    <a:p>
                      <a:endParaRPr lang="en-AU" sz="100" b="0" dirty="0">
                        <a:solidFill>
                          <a:schemeClr val="bg1">
                            <a:lumMod val="50000"/>
                          </a:schemeClr>
                        </a:solidFill>
                        <a:latin typeface="Arial Rounded MT Bold" pitchFamily="34" charset="0"/>
                      </a:endParaRPr>
                    </a:p>
                  </a:txBody>
                  <a:tcPr marL="0" marR="0">
                    <a:lnL w="12700" cap="flat" cmpd="sng" algn="ctr">
                      <a:solidFill>
                        <a:srgbClr val="003399"/>
                      </a:solidFill>
                      <a:prstDash val="solid"/>
                      <a:round/>
                      <a:headEnd type="none" w="med" len="med"/>
                      <a:tailEnd type="none" w="med" len="med"/>
                    </a:lnL>
                    <a:lnR w="12700" cap="flat" cmpd="sng" algn="ctr">
                      <a:solidFill>
                        <a:srgbClr val="003399"/>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A3B92"/>
                    </a:solidFill>
                  </a:tcPr>
                </a:tc>
                <a:tc vMerge="1">
                  <a:txBody>
                    <a:bodyPr/>
                    <a:lstStyle/>
                    <a:p>
                      <a:endParaRPr lang="en-AU"/>
                    </a:p>
                  </a:txBody>
                  <a:tcPr/>
                </a:tc>
                <a:tc vMerge="1">
                  <a:txBody>
                    <a:bodyPr/>
                    <a:lstStyle/>
                    <a:p>
                      <a:endParaRPr lang="en-AU"/>
                    </a:p>
                  </a:txBody>
                  <a:tcPr/>
                </a:tc>
              </a:tr>
            </a:tbl>
          </a:graphicData>
        </a:graphic>
      </p:graphicFrame>
    </p:spTree>
    <p:extLst>
      <p:ext uri="{BB962C8B-B14F-4D97-AF65-F5344CB8AC3E}">
        <p14:creationId xmlns:p14="http://schemas.microsoft.com/office/powerpoint/2010/main" val="3547272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52" r:id="rId5"/>
    <p:sldLayoutId id="2147483653" r:id="rId6"/>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icture Placeholder 110"/>
          <p:cNvSpPr>
            <a:spLocks noGrp="1"/>
          </p:cNvSpPr>
          <p:nvPr>
            <p:ph type="pic" sz="quarter" idx="11"/>
          </p:nvPr>
        </p:nvSpPr>
        <p:spPr/>
      </p:sp>
      <p:sp>
        <p:nvSpPr>
          <p:cNvPr id="112" name="Picture Placeholder 111"/>
          <p:cNvSpPr>
            <a:spLocks noGrp="1"/>
          </p:cNvSpPr>
          <p:nvPr>
            <p:ph type="pic" sz="quarter" idx="21"/>
          </p:nvPr>
        </p:nvSpPr>
        <p:spPr/>
      </p:sp>
      <p:sp>
        <p:nvSpPr>
          <p:cNvPr id="113" name="Picture Placeholder 112"/>
          <p:cNvSpPr>
            <a:spLocks noGrp="1"/>
          </p:cNvSpPr>
          <p:nvPr>
            <p:ph type="pic" sz="quarter" idx="22"/>
          </p:nvPr>
        </p:nvSpPr>
        <p:spPr/>
      </p:sp>
      <p:sp>
        <p:nvSpPr>
          <p:cNvPr id="114" name="Picture Placeholder 113"/>
          <p:cNvSpPr>
            <a:spLocks noGrp="1"/>
          </p:cNvSpPr>
          <p:nvPr>
            <p:ph type="pic" sz="quarter" idx="23"/>
          </p:nvPr>
        </p:nvSpPr>
        <p:spPr/>
      </p:sp>
      <p:sp>
        <p:nvSpPr>
          <p:cNvPr id="115" name="Picture Placeholder 114"/>
          <p:cNvSpPr>
            <a:spLocks noGrp="1"/>
          </p:cNvSpPr>
          <p:nvPr>
            <p:ph type="pic" sz="quarter" idx="24"/>
          </p:nvPr>
        </p:nvSpPr>
        <p:spPr/>
      </p:sp>
      <p:sp>
        <p:nvSpPr>
          <p:cNvPr id="116" name="Picture Placeholder 115"/>
          <p:cNvSpPr>
            <a:spLocks noGrp="1"/>
          </p:cNvSpPr>
          <p:nvPr>
            <p:ph type="pic" sz="quarter" idx="25"/>
          </p:nvPr>
        </p:nvSpPr>
        <p:spPr/>
      </p:sp>
      <p:sp>
        <p:nvSpPr>
          <p:cNvPr id="117" name="Picture Placeholder 116"/>
          <p:cNvSpPr>
            <a:spLocks noGrp="1"/>
          </p:cNvSpPr>
          <p:nvPr>
            <p:ph type="pic" sz="quarter" idx="26"/>
          </p:nvPr>
        </p:nvSpPr>
        <p:spPr/>
      </p:sp>
      <p:sp>
        <p:nvSpPr>
          <p:cNvPr id="118" name="Picture Placeholder 117"/>
          <p:cNvSpPr>
            <a:spLocks noGrp="1"/>
          </p:cNvSpPr>
          <p:nvPr>
            <p:ph type="pic" sz="quarter" idx="27"/>
          </p:nvPr>
        </p:nvSpPr>
        <p:spPr/>
      </p:sp>
      <p:sp>
        <p:nvSpPr>
          <p:cNvPr id="119" name="Picture Placeholder 118"/>
          <p:cNvSpPr>
            <a:spLocks noGrp="1"/>
          </p:cNvSpPr>
          <p:nvPr>
            <p:ph type="pic" sz="quarter" idx="28"/>
          </p:nvPr>
        </p:nvSpPr>
        <p:spPr/>
      </p:sp>
      <p:sp>
        <p:nvSpPr>
          <p:cNvPr id="120" name="Text Placeholder 119"/>
          <p:cNvSpPr>
            <a:spLocks noGrp="1"/>
          </p:cNvSpPr>
          <p:nvPr>
            <p:ph type="body" sz="quarter" idx="29"/>
          </p:nvPr>
        </p:nvSpPr>
        <p:spPr/>
        <p:txBody>
          <a:bodyPr/>
          <a:lstStyle/>
          <a:p>
            <a:endParaRPr lang="en-AU" dirty="0"/>
          </a:p>
        </p:txBody>
      </p:sp>
      <p:sp>
        <p:nvSpPr>
          <p:cNvPr id="121" name="Text Placeholder 120"/>
          <p:cNvSpPr>
            <a:spLocks noGrp="1"/>
          </p:cNvSpPr>
          <p:nvPr>
            <p:ph type="body" sz="quarter" idx="30"/>
          </p:nvPr>
        </p:nvSpPr>
        <p:spPr/>
        <p:txBody>
          <a:bodyPr/>
          <a:lstStyle/>
          <a:p>
            <a:endParaRPr lang="en-AU"/>
          </a:p>
        </p:txBody>
      </p:sp>
      <p:sp>
        <p:nvSpPr>
          <p:cNvPr id="122" name="Text Placeholder 121"/>
          <p:cNvSpPr>
            <a:spLocks noGrp="1"/>
          </p:cNvSpPr>
          <p:nvPr>
            <p:ph type="body" sz="quarter" idx="31"/>
          </p:nvPr>
        </p:nvSpPr>
        <p:spPr/>
        <p:txBody>
          <a:bodyPr/>
          <a:lstStyle/>
          <a:p>
            <a:endParaRPr lang="en-AU"/>
          </a:p>
        </p:txBody>
      </p:sp>
      <p:sp>
        <p:nvSpPr>
          <p:cNvPr id="123" name="Text Placeholder 122"/>
          <p:cNvSpPr>
            <a:spLocks noGrp="1"/>
          </p:cNvSpPr>
          <p:nvPr>
            <p:ph type="body" sz="quarter" idx="32"/>
          </p:nvPr>
        </p:nvSpPr>
        <p:spPr>
          <a:xfrm>
            <a:off x="7617767" y="3570635"/>
            <a:ext cx="864096" cy="864096"/>
          </a:xfrm>
        </p:spPr>
        <p:txBody>
          <a:bodyPr/>
          <a:lstStyle/>
          <a:p>
            <a:endParaRPr lang="en-AU" dirty="0"/>
          </a:p>
        </p:txBody>
      </p:sp>
      <p:sp>
        <p:nvSpPr>
          <p:cNvPr id="124" name="Text Placeholder 123"/>
          <p:cNvSpPr>
            <a:spLocks noGrp="1"/>
          </p:cNvSpPr>
          <p:nvPr>
            <p:ph type="body" sz="quarter" idx="33"/>
          </p:nvPr>
        </p:nvSpPr>
        <p:spPr>
          <a:xfrm>
            <a:off x="1115616" y="4869160"/>
            <a:ext cx="864096" cy="864096"/>
          </a:xfrm>
        </p:spPr>
        <p:txBody>
          <a:bodyPr/>
          <a:lstStyle/>
          <a:p>
            <a:endParaRPr lang="en-AU" dirty="0"/>
          </a:p>
        </p:txBody>
      </p:sp>
      <p:sp>
        <p:nvSpPr>
          <p:cNvPr id="125" name="Text Placeholder 124"/>
          <p:cNvSpPr>
            <a:spLocks noGrp="1"/>
          </p:cNvSpPr>
          <p:nvPr>
            <p:ph type="body" sz="quarter" idx="34"/>
          </p:nvPr>
        </p:nvSpPr>
        <p:spPr/>
        <p:txBody>
          <a:bodyPr/>
          <a:lstStyle/>
          <a:p>
            <a:endParaRPr lang="en-AU"/>
          </a:p>
        </p:txBody>
      </p:sp>
      <p:sp>
        <p:nvSpPr>
          <p:cNvPr id="126" name="Text Placeholder 125"/>
          <p:cNvSpPr>
            <a:spLocks noGrp="1"/>
          </p:cNvSpPr>
          <p:nvPr>
            <p:ph type="body" sz="quarter" idx="35"/>
          </p:nvPr>
        </p:nvSpPr>
        <p:spPr/>
        <p:txBody>
          <a:bodyPr/>
          <a:lstStyle/>
          <a:p>
            <a:endParaRPr lang="en-AU"/>
          </a:p>
        </p:txBody>
      </p:sp>
      <p:sp>
        <p:nvSpPr>
          <p:cNvPr id="127" name="Text Placeholder 126"/>
          <p:cNvSpPr>
            <a:spLocks noGrp="1"/>
          </p:cNvSpPr>
          <p:nvPr>
            <p:ph type="body" sz="quarter" idx="36"/>
          </p:nvPr>
        </p:nvSpPr>
        <p:spPr>
          <a:xfrm>
            <a:off x="7617767" y="4869160"/>
            <a:ext cx="864096" cy="864096"/>
          </a:xfrm>
        </p:spPr>
        <p:txBody>
          <a:bodyPr/>
          <a:lstStyle/>
          <a:p>
            <a:endParaRPr lang="en-AU"/>
          </a:p>
        </p:txBody>
      </p:sp>
      <p:sp>
        <p:nvSpPr>
          <p:cNvPr id="128" name="Text Placeholder 127"/>
          <p:cNvSpPr>
            <a:spLocks noGrp="1"/>
          </p:cNvSpPr>
          <p:nvPr>
            <p:ph type="body" sz="quarter" idx="37"/>
          </p:nvPr>
        </p:nvSpPr>
        <p:spPr/>
        <p:txBody>
          <a:bodyPr/>
          <a:lstStyle/>
          <a:p>
            <a:pPr marL="0" indent="0">
              <a:buNone/>
            </a:pPr>
            <a:endParaRPr lang="en-AU" sz="1100" b="1" dirty="0">
              <a:solidFill>
                <a:schemeClr val="bg1"/>
              </a:solidFill>
              <a:latin typeface="Arial" pitchFamily="34" charset="0"/>
              <a:cs typeface="Arial" pitchFamily="34" charset="0"/>
            </a:endParaRPr>
          </a:p>
        </p:txBody>
      </p:sp>
      <p:sp>
        <p:nvSpPr>
          <p:cNvPr id="129" name="Picture Placeholder 128"/>
          <p:cNvSpPr>
            <a:spLocks noGrp="1"/>
          </p:cNvSpPr>
          <p:nvPr>
            <p:ph type="pic" sz="quarter" idx="38"/>
          </p:nvPr>
        </p:nvSpPr>
        <p:spPr>
          <a:xfrm>
            <a:off x="0" y="457623"/>
            <a:ext cx="9144000" cy="1531217"/>
          </a:xfrm>
        </p:spPr>
      </p:sp>
      <p:sp>
        <p:nvSpPr>
          <p:cNvPr id="110" name="Picture Placeholder 109"/>
          <p:cNvSpPr>
            <a:spLocks noGrp="1"/>
          </p:cNvSpPr>
          <p:nvPr>
            <p:ph type="pic" sz="quarter" idx="10"/>
          </p:nvPr>
        </p:nvSpPr>
        <p:spPr/>
      </p:sp>
      <p:sp>
        <p:nvSpPr>
          <p:cNvPr id="68" name="TextBox 67"/>
          <p:cNvSpPr txBox="1"/>
          <p:nvPr/>
        </p:nvSpPr>
        <p:spPr>
          <a:xfrm>
            <a:off x="2051720" y="2060767"/>
            <a:ext cx="3887250" cy="307777"/>
          </a:xfrm>
          <a:prstGeom prst="rect">
            <a:avLst/>
          </a:prstGeom>
          <a:noFill/>
          <a:ln>
            <a:noFill/>
          </a:ln>
        </p:spPr>
        <p:txBody>
          <a:bodyPr wrap="square" rtlCol="0">
            <a:spAutoFit/>
          </a:bodyPr>
          <a:lstStyle/>
          <a:p>
            <a:r>
              <a:rPr lang="en-AU" sz="1400" dirty="0" smtClean="0">
                <a:solidFill>
                  <a:schemeClr val="bg1">
                    <a:lumMod val="50000"/>
                  </a:schemeClr>
                </a:solidFill>
                <a:latin typeface="Arial Rounded MT Bold" pitchFamily="34" charset="0"/>
              </a:rPr>
              <a:t>Name </a:t>
            </a:r>
            <a:r>
              <a:rPr lang="en-AU" sz="1400" dirty="0">
                <a:solidFill>
                  <a:schemeClr val="bg1">
                    <a:lumMod val="50000"/>
                  </a:schemeClr>
                </a:solidFill>
                <a:latin typeface="Arial Rounded MT Bold" pitchFamily="34" charset="0"/>
              </a:rPr>
              <a:t>and role: </a:t>
            </a:r>
            <a:r>
              <a:rPr lang="en-AU" sz="1000" dirty="0">
                <a:latin typeface="Arial" pitchFamily="34" charset="0"/>
                <a:cs typeface="Arial" pitchFamily="34" charset="0"/>
              </a:rPr>
              <a:t>Insert </a:t>
            </a:r>
          </a:p>
        </p:txBody>
      </p:sp>
      <p:sp>
        <p:nvSpPr>
          <p:cNvPr id="69" name="TextBox 68"/>
          <p:cNvSpPr txBox="1"/>
          <p:nvPr/>
        </p:nvSpPr>
        <p:spPr>
          <a:xfrm>
            <a:off x="6344123" y="2041103"/>
            <a:ext cx="2304255" cy="307777"/>
          </a:xfrm>
          <a:prstGeom prst="rect">
            <a:avLst/>
          </a:prstGeom>
          <a:noFill/>
          <a:ln>
            <a:noFill/>
          </a:ln>
        </p:spPr>
        <p:txBody>
          <a:bodyPr wrap="square" rtlCol="0">
            <a:spAutoFit/>
          </a:bodyPr>
          <a:lstStyle/>
          <a:p>
            <a:r>
              <a:rPr lang="en-AU" sz="1400" b="0" dirty="0" smtClean="0">
                <a:solidFill>
                  <a:schemeClr val="bg1">
                    <a:lumMod val="50000"/>
                  </a:schemeClr>
                </a:solidFill>
                <a:latin typeface="Arial Rounded MT Bold" pitchFamily="34" charset="0"/>
              </a:rPr>
              <a:t>Born: </a:t>
            </a:r>
            <a:r>
              <a:rPr lang="en-AU" sz="1000" dirty="0">
                <a:latin typeface="Arial" pitchFamily="34" charset="0"/>
                <a:cs typeface="Arial" pitchFamily="34" charset="0"/>
              </a:rPr>
              <a:t>Insert</a:t>
            </a:r>
          </a:p>
        </p:txBody>
      </p:sp>
      <p:sp>
        <p:nvSpPr>
          <p:cNvPr id="70" name="TextBox 69"/>
          <p:cNvSpPr txBox="1"/>
          <p:nvPr/>
        </p:nvSpPr>
        <p:spPr>
          <a:xfrm>
            <a:off x="2051720" y="2329135"/>
            <a:ext cx="6912768" cy="307777"/>
          </a:xfrm>
          <a:prstGeom prst="rect">
            <a:avLst/>
          </a:prstGeom>
          <a:noFill/>
          <a:ln>
            <a:noFill/>
          </a:ln>
        </p:spPr>
        <p:txBody>
          <a:bodyPr wrap="square" rtlCol="0">
            <a:spAutoFit/>
          </a:bodyPr>
          <a:lstStyle/>
          <a:p>
            <a:r>
              <a:rPr lang="en-AU" sz="1400" b="0" dirty="0" smtClean="0">
                <a:solidFill>
                  <a:schemeClr val="bg1">
                    <a:lumMod val="50000"/>
                  </a:schemeClr>
                </a:solidFill>
                <a:latin typeface="Arial Rounded MT Bold" pitchFamily="34" charset="0"/>
              </a:rPr>
              <a:t>Lives in: </a:t>
            </a:r>
            <a:r>
              <a:rPr lang="en-AU" sz="1000" dirty="0">
                <a:latin typeface="Arial" pitchFamily="34" charset="0"/>
                <a:cs typeface="Arial" pitchFamily="34" charset="0"/>
              </a:rPr>
              <a:t>Insert location of </a:t>
            </a:r>
            <a:r>
              <a:rPr lang="en-AU" sz="1000" dirty="0" smtClean="0">
                <a:latin typeface="Arial" pitchFamily="34" charset="0"/>
                <a:cs typeface="Arial" pitchFamily="34" charset="0"/>
              </a:rPr>
              <a:t>home (e.g</a:t>
            </a:r>
            <a:r>
              <a:rPr lang="en-AU" sz="1000" dirty="0">
                <a:latin typeface="Arial" pitchFamily="34" charset="0"/>
                <a:cs typeface="Arial" pitchFamily="34" charset="0"/>
              </a:rPr>
              <a:t>. barn, </a:t>
            </a:r>
            <a:r>
              <a:rPr lang="en-AU" sz="1000" dirty="0" smtClean="0">
                <a:latin typeface="Arial" pitchFamily="34" charset="0"/>
                <a:cs typeface="Arial" pitchFamily="34" charset="0"/>
              </a:rPr>
              <a:t>Manor basement, </a:t>
            </a:r>
            <a:r>
              <a:rPr lang="en-AU" sz="1000" dirty="0">
                <a:latin typeface="Arial" pitchFamily="34" charset="0"/>
                <a:cs typeface="Arial" pitchFamily="34" charset="0"/>
              </a:rPr>
              <a:t>above </a:t>
            </a:r>
            <a:r>
              <a:rPr lang="en-AU" sz="1000" dirty="0" smtClean="0">
                <a:latin typeface="Arial" pitchFamily="34" charset="0"/>
                <a:cs typeface="Arial" pitchFamily="34" charset="0"/>
              </a:rPr>
              <a:t>bakery) </a:t>
            </a:r>
            <a:r>
              <a:rPr lang="en-AU" sz="1400" dirty="0">
                <a:solidFill>
                  <a:schemeClr val="bg1">
                    <a:lumMod val="50000"/>
                  </a:schemeClr>
                </a:solidFill>
                <a:latin typeface="Arial Rounded MT Bold" pitchFamily="34" charset="0"/>
              </a:rPr>
              <a:t>in the </a:t>
            </a:r>
            <a:r>
              <a:rPr lang="en-AU" sz="1400">
                <a:solidFill>
                  <a:schemeClr val="bg1">
                    <a:lumMod val="50000"/>
                  </a:schemeClr>
                </a:solidFill>
                <a:latin typeface="Arial Rounded MT Bold" pitchFamily="34" charset="0"/>
              </a:rPr>
              <a:t>town </a:t>
            </a:r>
            <a:endParaRPr lang="en-AU" sz="1400" dirty="0">
              <a:solidFill>
                <a:schemeClr val="bg1">
                  <a:lumMod val="50000"/>
                </a:schemeClr>
              </a:solidFill>
              <a:latin typeface="Arial Rounded MT Bold" pitchFamily="34" charset="0"/>
            </a:endParaRPr>
          </a:p>
        </p:txBody>
      </p:sp>
      <p:sp>
        <p:nvSpPr>
          <p:cNvPr id="71" name="TextBox 70"/>
          <p:cNvSpPr txBox="1"/>
          <p:nvPr/>
        </p:nvSpPr>
        <p:spPr>
          <a:xfrm>
            <a:off x="2051720" y="2600764"/>
            <a:ext cx="6623554" cy="307777"/>
          </a:xfrm>
          <a:prstGeom prst="rect">
            <a:avLst/>
          </a:prstGeom>
          <a:noFill/>
          <a:ln>
            <a:noFill/>
          </a:ln>
        </p:spPr>
        <p:txBody>
          <a:bodyPr wrap="square" rtlCol="0">
            <a:spAutoFit/>
          </a:bodyPr>
          <a:lstStyle/>
          <a:p>
            <a:r>
              <a:rPr lang="en-AU" sz="1400" b="0" dirty="0" smtClean="0">
                <a:solidFill>
                  <a:schemeClr val="bg1">
                    <a:lumMod val="50000"/>
                  </a:schemeClr>
                </a:solidFill>
                <a:latin typeface="Arial Rounded MT Bold" pitchFamily="34" charset="0"/>
              </a:rPr>
              <a:t>Place of work: </a:t>
            </a:r>
            <a:r>
              <a:rPr lang="en-AU" sz="1000" dirty="0">
                <a:latin typeface="Arial" pitchFamily="34" charset="0"/>
                <a:cs typeface="Arial" pitchFamily="34" charset="0"/>
              </a:rPr>
              <a:t>Insert</a:t>
            </a:r>
            <a:r>
              <a:rPr lang="en-AU" sz="900" b="0" dirty="0" smtClean="0">
                <a:latin typeface="Arial" pitchFamily="34" charset="0"/>
                <a:cs typeface="Arial" pitchFamily="34" charset="0"/>
              </a:rPr>
              <a:t> </a:t>
            </a:r>
            <a:r>
              <a:rPr lang="en-AU" sz="1400" b="0" dirty="0" smtClean="0">
                <a:latin typeface="Arial Rounded MT Bold" pitchFamily="34" charset="0"/>
              </a:rPr>
              <a:t>                                                                 </a:t>
            </a:r>
            <a:endParaRPr lang="en-AU" sz="1400" dirty="0" smtClean="0">
              <a:solidFill>
                <a:schemeClr val="bg1">
                  <a:lumMod val="50000"/>
                </a:schemeClr>
              </a:solidFill>
              <a:latin typeface="Arial Rounded MT Bold" pitchFamily="34" charset="0"/>
            </a:endParaRPr>
          </a:p>
        </p:txBody>
      </p:sp>
      <p:sp>
        <p:nvSpPr>
          <p:cNvPr id="72" name="TextBox 71"/>
          <p:cNvSpPr txBox="1"/>
          <p:nvPr/>
        </p:nvSpPr>
        <p:spPr>
          <a:xfrm>
            <a:off x="143652" y="3211161"/>
            <a:ext cx="1008112" cy="307777"/>
          </a:xfrm>
          <a:prstGeom prst="rect">
            <a:avLst/>
          </a:prstGeom>
          <a:noFill/>
          <a:ln>
            <a:noFill/>
          </a:ln>
        </p:spPr>
        <p:txBody>
          <a:bodyPr wrap="square" rtlCol="0">
            <a:spAutoFit/>
          </a:bodyPr>
          <a:lstStyle/>
          <a:p>
            <a:r>
              <a:rPr lang="en-AU" sz="1400" dirty="0">
                <a:solidFill>
                  <a:schemeClr val="bg1">
                    <a:lumMod val="50000"/>
                  </a:schemeClr>
                </a:solidFill>
                <a:latin typeface="Arial Rounded MT Bold" pitchFamily="34" charset="0"/>
              </a:rPr>
              <a:t>Friends</a:t>
            </a:r>
          </a:p>
        </p:txBody>
      </p:sp>
    </p:spTree>
    <p:extLst>
      <p:ext uri="{BB962C8B-B14F-4D97-AF65-F5344CB8AC3E}">
        <p14:creationId xmlns:p14="http://schemas.microsoft.com/office/powerpoint/2010/main" val="37594773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 Placeholder 127"/>
          <p:cNvSpPr>
            <a:spLocks noGrp="1"/>
          </p:cNvSpPr>
          <p:nvPr>
            <p:ph type="body" sz="quarter" idx="10"/>
          </p:nvPr>
        </p:nvSpPr>
        <p:spPr/>
        <p:txBody>
          <a:bodyPr/>
          <a:lstStyle/>
          <a:p>
            <a:endParaRPr lang="en-AU"/>
          </a:p>
        </p:txBody>
      </p:sp>
      <p:sp>
        <p:nvSpPr>
          <p:cNvPr id="129" name="Text Placeholder 128"/>
          <p:cNvSpPr>
            <a:spLocks noGrp="1"/>
          </p:cNvSpPr>
          <p:nvPr>
            <p:ph type="body" sz="quarter" idx="11"/>
          </p:nvPr>
        </p:nvSpPr>
        <p:spPr/>
        <p:txBody>
          <a:bodyPr/>
          <a:lstStyle/>
          <a:p>
            <a:endParaRPr lang="en-AU"/>
          </a:p>
        </p:txBody>
      </p:sp>
      <p:sp>
        <p:nvSpPr>
          <p:cNvPr id="130" name="Picture Placeholder 129"/>
          <p:cNvSpPr>
            <a:spLocks noGrp="1"/>
          </p:cNvSpPr>
          <p:nvPr>
            <p:ph type="pic" sz="quarter" idx="12"/>
          </p:nvPr>
        </p:nvSpPr>
        <p:spPr/>
      </p:sp>
      <p:sp>
        <p:nvSpPr>
          <p:cNvPr id="132" name="Text Placeholder 131"/>
          <p:cNvSpPr>
            <a:spLocks noGrp="1"/>
          </p:cNvSpPr>
          <p:nvPr>
            <p:ph type="body" sz="quarter" idx="29"/>
          </p:nvPr>
        </p:nvSpPr>
        <p:spPr/>
        <p:txBody>
          <a:bodyPr/>
          <a:lstStyle/>
          <a:p>
            <a:endParaRPr lang="en-AU"/>
          </a:p>
        </p:txBody>
      </p:sp>
      <p:sp>
        <p:nvSpPr>
          <p:cNvPr id="133" name="Text Placeholder 132"/>
          <p:cNvSpPr>
            <a:spLocks noGrp="1"/>
          </p:cNvSpPr>
          <p:nvPr>
            <p:ph type="body" sz="quarter" idx="30"/>
          </p:nvPr>
        </p:nvSpPr>
        <p:spPr/>
        <p:txBody>
          <a:bodyPr/>
          <a:lstStyle/>
          <a:p>
            <a:endParaRPr lang="en-AU"/>
          </a:p>
        </p:txBody>
      </p:sp>
      <p:sp>
        <p:nvSpPr>
          <p:cNvPr id="134" name="Picture Placeholder 133"/>
          <p:cNvSpPr>
            <a:spLocks noGrp="1"/>
          </p:cNvSpPr>
          <p:nvPr>
            <p:ph type="pic" sz="quarter" idx="31"/>
          </p:nvPr>
        </p:nvSpPr>
        <p:spPr/>
      </p:sp>
      <p:sp>
        <p:nvSpPr>
          <p:cNvPr id="135" name="Text Placeholder 134"/>
          <p:cNvSpPr>
            <a:spLocks noGrp="1"/>
          </p:cNvSpPr>
          <p:nvPr>
            <p:ph type="body" sz="quarter" idx="32"/>
          </p:nvPr>
        </p:nvSpPr>
        <p:spPr/>
        <p:txBody>
          <a:bodyPr/>
          <a:lstStyle/>
          <a:p>
            <a:endParaRPr lang="en-AU"/>
          </a:p>
        </p:txBody>
      </p:sp>
      <p:sp>
        <p:nvSpPr>
          <p:cNvPr id="136" name="Text Placeholder 135"/>
          <p:cNvSpPr>
            <a:spLocks noGrp="1"/>
          </p:cNvSpPr>
          <p:nvPr>
            <p:ph type="body" sz="quarter" idx="33"/>
          </p:nvPr>
        </p:nvSpPr>
        <p:spPr/>
        <p:txBody>
          <a:bodyPr/>
          <a:lstStyle/>
          <a:p>
            <a:endParaRPr lang="en-AU"/>
          </a:p>
        </p:txBody>
      </p:sp>
      <p:sp>
        <p:nvSpPr>
          <p:cNvPr id="137" name="Picture Placeholder 136"/>
          <p:cNvSpPr>
            <a:spLocks noGrp="1"/>
          </p:cNvSpPr>
          <p:nvPr>
            <p:ph type="pic" sz="quarter" idx="34"/>
          </p:nvPr>
        </p:nvSpPr>
        <p:spPr/>
      </p:sp>
      <p:sp>
        <p:nvSpPr>
          <p:cNvPr id="138" name="Text Placeholder 137"/>
          <p:cNvSpPr>
            <a:spLocks noGrp="1"/>
          </p:cNvSpPr>
          <p:nvPr>
            <p:ph type="body" sz="quarter" idx="38"/>
          </p:nvPr>
        </p:nvSpPr>
        <p:spPr/>
        <p:txBody>
          <a:bodyPr/>
          <a:lstStyle/>
          <a:p>
            <a:endParaRPr lang="en-AU"/>
          </a:p>
        </p:txBody>
      </p:sp>
      <p:sp>
        <p:nvSpPr>
          <p:cNvPr id="139" name="Text Placeholder 138"/>
          <p:cNvSpPr>
            <a:spLocks noGrp="1"/>
          </p:cNvSpPr>
          <p:nvPr>
            <p:ph type="body" sz="quarter" idx="39"/>
          </p:nvPr>
        </p:nvSpPr>
        <p:spPr/>
        <p:txBody>
          <a:bodyPr/>
          <a:lstStyle/>
          <a:p>
            <a:endParaRPr lang="en-AU"/>
          </a:p>
        </p:txBody>
      </p:sp>
      <p:sp>
        <p:nvSpPr>
          <p:cNvPr id="140" name="Picture Placeholder 139"/>
          <p:cNvSpPr>
            <a:spLocks noGrp="1"/>
          </p:cNvSpPr>
          <p:nvPr>
            <p:ph type="pic" sz="quarter" idx="40"/>
          </p:nvPr>
        </p:nvSpPr>
        <p:spPr/>
      </p:sp>
      <p:sp>
        <p:nvSpPr>
          <p:cNvPr id="141" name="Text Placeholder 140"/>
          <p:cNvSpPr>
            <a:spLocks noGrp="1"/>
          </p:cNvSpPr>
          <p:nvPr>
            <p:ph type="body" sz="quarter" idx="41"/>
          </p:nvPr>
        </p:nvSpPr>
        <p:spPr/>
        <p:txBody>
          <a:bodyPr/>
          <a:lstStyle/>
          <a:p>
            <a:endParaRPr lang="en-AU" dirty="0"/>
          </a:p>
        </p:txBody>
      </p:sp>
      <p:sp>
        <p:nvSpPr>
          <p:cNvPr id="142" name="Text Placeholder 141"/>
          <p:cNvSpPr>
            <a:spLocks noGrp="1"/>
          </p:cNvSpPr>
          <p:nvPr>
            <p:ph type="body" sz="quarter" idx="42"/>
          </p:nvPr>
        </p:nvSpPr>
        <p:spPr/>
        <p:txBody>
          <a:bodyPr/>
          <a:lstStyle/>
          <a:p>
            <a:endParaRPr lang="en-AU"/>
          </a:p>
        </p:txBody>
      </p:sp>
      <p:sp>
        <p:nvSpPr>
          <p:cNvPr id="143" name="Picture Placeholder 142"/>
          <p:cNvSpPr>
            <a:spLocks noGrp="1"/>
          </p:cNvSpPr>
          <p:nvPr>
            <p:ph type="pic" sz="quarter" idx="43"/>
          </p:nvPr>
        </p:nvSpPr>
        <p:spPr/>
      </p:sp>
      <p:sp>
        <p:nvSpPr>
          <p:cNvPr id="144" name="Text Placeholder 143"/>
          <p:cNvSpPr>
            <a:spLocks noGrp="1"/>
          </p:cNvSpPr>
          <p:nvPr>
            <p:ph type="body" sz="quarter" idx="44"/>
          </p:nvPr>
        </p:nvSpPr>
        <p:spPr/>
        <p:txBody>
          <a:bodyPr/>
          <a:lstStyle/>
          <a:p>
            <a:endParaRPr lang="en-AU"/>
          </a:p>
        </p:txBody>
      </p:sp>
      <p:sp>
        <p:nvSpPr>
          <p:cNvPr id="145" name="Text Placeholder 144"/>
          <p:cNvSpPr>
            <a:spLocks noGrp="1"/>
          </p:cNvSpPr>
          <p:nvPr>
            <p:ph type="body" sz="quarter" idx="45"/>
          </p:nvPr>
        </p:nvSpPr>
        <p:spPr/>
        <p:txBody>
          <a:bodyPr/>
          <a:lstStyle/>
          <a:p>
            <a:endParaRPr lang="en-AU"/>
          </a:p>
        </p:txBody>
      </p:sp>
      <p:sp>
        <p:nvSpPr>
          <p:cNvPr id="146" name="Picture Placeholder 145"/>
          <p:cNvSpPr>
            <a:spLocks noGrp="1"/>
          </p:cNvSpPr>
          <p:nvPr>
            <p:ph type="pic" sz="quarter" idx="46"/>
          </p:nvPr>
        </p:nvSpPr>
        <p:spPr/>
      </p:sp>
      <p:sp>
        <p:nvSpPr>
          <p:cNvPr id="147" name="Text Placeholder 146"/>
          <p:cNvSpPr>
            <a:spLocks noGrp="1"/>
          </p:cNvSpPr>
          <p:nvPr>
            <p:ph type="body" sz="quarter" idx="47"/>
          </p:nvPr>
        </p:nvSpPr>
        <p:spPr/>
        <p:txBody>
          <a:bodyPr/>
          <a:lstStyle/>
          <a:p>
            <a:endParaRPr lang="en-AU"/>
          </a:p>
        </p:txBody>
      </p:sp>
      <p:sp>
        <p:nvSpPr>
          <p:cNvPr id="148" name="Text Placeholder 147"/>
          <p:cNvSpPr>
            <a:spLocks noGrp="1"/>
          </p:cNvSpPr>
          <p:nvPr>
            <p:ph type="body" sz="quarter" idx="48"/>
          </p:nvPr>
        </p:nvSpPr>
        <p:spPr/>
        <p:txBody>
          <a:bodyPr/>
          <a:lstStyle/>
          <a:p>
            <a:endParaRPr lang="en-AU"/>
          </a:p>
        </p:txBody>
      </p:sp>
      <p:sp>
        <p:nvSpPr>
          <p:cNvPr id="149" name="Picture Placeholder 148"/>
          <p:cNvSpPr>
            <a:spLocks noGrp="1"/>
          </p:cNvSpPr>
          <p:nvPr>
            <p:ph type="pic" sz="quarter" idx="49"/>
          </p:nvPr>
        </p:nvSpPr>
        <p:spPr/>
      </p:sp>
      <p:sp>
        <p:nvSpPr>
          <p:cNvPr id="150" name="Text Placeholder 149"/>
          <p:cNvSpPr>
            <a:spLocks noGrp="1"/>
          </p:cNvSpPr>
          <p:nvPr>
            <p:ph type="body" sz="quarter" idx="50"/>
          </p:nvPr>
        </p:nvSpPr>
        <p:spPr/>
        <p:txBody>
          <a:bodyPr/>
          <a:lstStyle/>
          <a:p>
            <a:endParaRPr lang="en-AU"/>
          </a:p>
        </p:txBody>
      </p:sp>
      <p:sp>
        <p:nvSpPr>
          <p:cNvPr id="151" name="Text Placeholder 150"/>
          <p:cNvSpPr>
            <a:spLocks noGrp="1"/>
          </p:cNvSpPr>
          <p:nvPr>
            <p:ph type="body" sz="quarter" idx="51"/>
          </p:nvPr>
        </p:nvSpPr>
        <p:spPr/>
        <p:txBody>
          <a:bodyPr/>
          <a:lstStyle/>
          <a:p>
            <a:endParaRPr lang="en-AU"/>
          </a:p>
        </p:txBody>
      </p:sp>
      <p:sp>
        <p:nvSpPr>
          <p:cNvPr id="152" name="Picture Placeholder 151"/>
          <p:cNvSpPr>
            <a:spLocks noGrp="1"/>
          </p:cNvSpPr>
          <p:nvPr>
            <p:ph type="pic" sz="quarter" idx="52"/>
          </p:nvPr>
        </p:nvSpPr>
        <p:spPr/>
      </p:sp>
      <p:sp>
        <p:nvSpPr>
          <p:cNvPr id="74" name="TextBox 73"/>
          <p:cNvSpPr txBox="1"/>
          <p:nvPr/>
        </p:nvSpPr>
        <p:spPr>
          <a:xfrm>
            <a:off x="2915816" y="1988840"/>
            <a:ext cx="3240360" cy="507831"/>
          </a:xfrm>
          <a:prstGeom prst="rect">
            <a:avLst/>
          </a:prstGeom>
          <a:solidFill>
            <a:srgbClr val="FFFF00"/>
          </a:solidFill>
          <a:ln>
            <a:solidFill>
              <a:schemeClr val="tx1"/>
            </a:solidFill>
          </a:ln>
        </p:spPr>
        <p:txBody>
          <a:bodyPr wrap="square" rtlCol="0">
            <a:spAutoFit/>
          </a:bodyPr>
          <a:lstStyle/>
          <a:p>
            <a:r>
              <a:rPr lang="en-AU" sz="900" i="1" dirty="0" smtClean="0">
                <a:latin typeface="Arial" pitchFamily="34" charset="0"/>
                <a:cs typeface="Arial" pitchFamily="34" charset="0"/>
              </a:rPr>
              <a:t>Use this page to </a:t>
            </a:r>
            <a:r>
              <a:rPr lang="en-AU" sz="900" i="1" dirty="0">
                <a:latin typeface="Arial" pitchFamily="34" charset="0"/>
                <a:cs typeface="Arial" pitchFamily="34" charset="0"/>
              </a:rPr>
              <a:t>place extended wall conversations . </a:t>
            </a:r>
            <a:r>
              <a:rPr lang="en-AU" sz="900" i="1" dirty="0" smtClean="0">
                <a:latin typeface="Arial" pitchFamily="34" charset="0"/>
                <a:cs typeface="Arial" pitchFamily="34" charset="0"/>
              </a:rPr>
              <a:t>Insert  more pages as needed, delete unwanted text boxes. </a:t>
            </a:r>
            <a:br>
              <a:rPr lang="en-AU" sz="900" i="1" dirty="0" smtClean="0">
                <a:latin typeface="Arial" pitchFamily="34" charset="0"/>
                <a:cs typeface="Arial" pitchFamily="34" charset="0"/>
              </a:rPr>
            </a:br>
            <a:r>
              <a:rPr lang="en-AU" sz="900" i="1" dirty="0" smtClean="0">
                <a:latin typeface="Arial" pitchFamily="34" charset="0"/>
                <a:cs typeface="Arial" pitchFamily="34" charset="0"/>
              </a:rPr>
              <a:t>(delete this text box).  </a:t>
            </a:r>
            <a:endParaRPr lang="en-AU" sz="900" i="1" dirty="0">
              <a:latin typeface="Arial" pitchFamily="34" charset="0"/>
              <a:cs typeface="Arial" pitchFamily="34" charset="0"/>
            </a:endParaRPr>
          </a:p>
        </p:txBody>
      </p:sp>
      <p:sp>
        <p:nvSpPr>
          <p:cNvPr id="75" name="TextBox 74"/>
          <p:cNvSpPr txBox="1"/>
          <p:nvPr/>
        </p:nvSpPr>
        <p:spPr>
          <a:xfrm>
            <a:off x="179512" y="528241"/>
            <a:ext cx="1152128" cy="307777"/>
          </a:xfrm>
          <a:prstGeom prst="rect">
            <a:avLst/>
          </a:prstGeom>
          <a:noFill/>
          <a:ln>
            <a:noFill/>
          </a:ln>
        </p:spPr>
        <p:txBody>
          <a:bodyPr wrap="square" rtlCol="0">
            <a:spAutoFit/>
          </a:bodyPr>
          <a:lstStyle/>
          <a:p>
            <a:r>
              <a:rPr lang="en-AU" sz="1400" dirty="0" smtClean="0">
                <a:solidFill>
                  <a:schemeClr val="bg1">
                    <a:lumMod val="50000"/>
                  </a:schemeClr>
                </a:solidFill>
                <a:latin typeface="Arial Rounded MT Bold" pitchFamily="34" charset="0"/>
              </a:rPr>
              <a:t>Wall posts</a:t>
            </a:r>
            <a:endParaRPr lang="en-AU" sz="1400" dirty="0">
              <a:solidFill>
                <a:schemeClr val="bg1">
                  <a:lumMod val="50000"/>
                </a:schemeClr>
              </a:solidFill>
              <a:latin typeface="Arial Rounded MT Bold" pitchFamily="34" charset="0"/>
            </a:endParaRPr>
          </a:p>
        </p:txBody>
      </p:sp>
    </p:spTree>
    <p:extLst>
      <p:ext uri="{BB962C8B-B14F-4D97-AF65-F5344CB8AC3E}">
        <p14:creationId xmlns:p14="http://schemas.microsoft.com/office/powerpoint/2010/main" val="17642133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9512" y="528241"/>
            <a:ext cx="1152128" cy="307777"/>
          </a:xfrm>
          <a:prstGeom prst="rect">
            <a:avLst/>
          </a:prstGeom>
          <a:noFill/>
          <a:ln>
            <a:noFill/>
          </a:ln>
        </p:spPr>
        <p:txBody>
          <a:bodyPr wrap="square" rtlCol="0">
            <a:spAutoFit/>
          </a:bodyPr>
          <a:lstStyle/>
          <a:p>
            <a:r>
              <a:rPr lang="en-AU" sz="1400" dirty="0" smtClean="0">
                <a:solidFill>
                  <a:schemeClr val="bg1">
                    <a:lumMod val="50000"/>
                  </a:schemeClr>
                </a:solidFill>
                <a:latin typeface="Arial Rounded MT Bold" pitchFamily="34" charset="0"/>
              </a:rPr>
              <a:t>Wall posts</a:t>
            </a:r>
            <a:endParaRPr lang="en-AU" sz="1400" dirty="0">
              <a:solidFill>
                <a:schemeClr val="bg1">
                  <a:lumMod val="50000"/>
                </a:schemeClr>
              </a:solidFill>
              <a:latin typeface="Arial Rounded MT Bold" pitchFamily="34" charset="0"/>
            </a:endParaRPr>
          </a:p>
        </p:txBody>
      </p:sp>
      <p:sp>
        <p:nvSpPr>
          <p:cNvPr id="1034" name="Text Placeholder 1033"/>
          <p:cNvSpPr>
            <a:spLocks noGrp="1"/>
          </p:cNvSpPr>
          <p:nvPr>
            <p:ph type="body" sz="quarter" idx="10"/>
          </p:nvPr>
        </p:nvSpPr>
        <p:spPr/>
        <p:txBody>
          <a:bodyPr/>
          <a:lstStyle/>
          <a:p>
            <a:endParaRPr lang="en-AU"/>
          </a:p>
        </p:txBody>
      </p:sp>
      <p:sp>
        <p:nvSpPr>
          <p:cNvPr id="1035" name="Text Placeholder 1034"/>
          <p:cNvSpPr>
            <a:spLocks noGrp="1"/>
          </p:cNvSpPr>
          <p:nvPr>
            <p:ph type="body" sz="quarter" idx="11"/>
          </p:nvPr>
        </p:nvSpPr>
        <p:spPr/>
        <p:txBody>
          <a:bodyPr/>
          <a:lstStyle/>
          <a:p>
            <a:endParaRPr lang="en-AU"/>
          </a:p>
        </p:txBody>
      </p:sp>
      <p:sp>
        <p:nvSpPr>
          <p:cNvPr id="1036" name="Picture Placeholder 1035"/>
          <p:cNvSpPr>
            <a:spLocks noGrp="1"/>
          </p:cNvSpPr>
          <p:nvPr>
            <p:ph type="pic" sz="quarter" idx="12"/>
          </p:nvPr>
        </p:nvSpPr>
        <p:spPr/>
      </p:sp>
      <p:sp>
        <p:nvSpPr>
          <p:cNvPr id="1037" name="Text Placeholder 1036"/>
          <p:cNvSpPr>
            <a:spLocks noGrp="1"/>
          </p:cNvSpPr>
          <p:nvPr>
            <p:ph type="body" sz="quarter" idx="29"/>
          </p:nvPr>
        </p:nvSpPr>
        <p:spPr/>
        <p:txBody>
          <a:bodyPr/>
          <a:lstStyle/>
          <a:p>
            <a:endParaRPr lang="en-AU"/>
          </a:p>
        </p:txBody>
      </p:sp>
      <p:sp>
        <p:nvSpPr>
          <p:cNvPr id="1038" name="Text Placeholder 1037"/>
          <p:cNvSpPr>
            <a:spLocks noGrp="1"/>
          </p:cNvSpPr>
          <p:nvPr>
            <p:ph type="body" sz="quarter" idx="30"/>
          </p:nvPr>
        </p:nvSpPr>
        <p:spPr/>
        <p:txBody>
          <a:bodyPr/>
          <a:lstStyle/>
          <a:p>
            <a:endParaRPr lang="en-AU"/>
          </a:p>
        </p:txBody>
      </p:sp>
      <p:sp>
        <p:nvSpPr>
          <p:cNvPr id="1039" name="Picture Placeholder 1038"/>
          <p:cNvSpPr>
            <a:spLocks noGrp="1"/>
          </p:cNvSpPr>
          <p:nvPr>
            <p:ph type="pic" sz="quarter" idx="31"/>
          </p:nvPr>
        </p:nvSpPr>
        <p:spPr/>
      </p:sp>
      <p:sp>
        <p:nvSpPr>
          <p:cNvPr id="1040" name="Text Placeholder 1039"/>
          <p:cNvSpPr>
            <a:spLocks noGrp="1"/>
          </p:cNvSpPr>
          <p:nvPr>
            <p:ph type="body" sz="quarter" idx="32"/>
          </p:nvPr>
        </p:nvSpPr>
        <p:spPr/>
        <p:txBody>
          <a:bodyPr/>
          <a:lstStyle/>
          <a:p>
            <a:endParaRPr lang="en-AU"/>
          </a:p>
        </p:txBody>
      </p:sp>
      <p:sp>
        <p:nvSpPr>
          <p:cNvPr id="1041" name="Text Placeholder 1040"/>
          <p:cNvSpPr>
            <a:spLocks noGrp="1"/>
          </p:cNvSpPr>
          <p:nvPr>
            <p:ph type="body" sz="quarter" idx="33"/>
          </p:nvPr>
        </p:nvSpPr>
        <p:spPr/>
        <p:txBody>
          <a:bodyPr/>
          <a:lstStyle/>
          <a:p>
            <a:endParaRPr lang="en-AU"/>
          </a:p>
        </p:txBody>
      </p:sp>
      <p:sp>
        <p:nvSpPr>
          <p:cNvPr id="1042" name="Picture Placeholder 1041"/>
          <p:cNvSpPr>
            <a:spLocks noGrp="1"/>
          </p:cNvSpPr>
          <p:nvPr>
            <p:ph type="pic" sz="quarter" idx="34"/>
          </p:nvPr>
        </p:nvSpPr>
        <p:spPr/>
      </p:sp>
      <p:sp>
        <p:nvSpPr>
          <p:cNvPr id="1043" name="Text Placeholder 1042"/>
          <p:cNvSpPr>
            <a:spLocks noGrp="1"/>
          </p:cNvSpPr>
          <p:nvPr>
            <p:ph type="body" sz="quarter" idx="38"/>
          </p:nvPr>
        </p:nvSpPr>
        <p:spPr/>
        <p:txBody>
          <a:bodyPr/>
          <a:lstStyle/>
          <a:p>
            <a:endParaRPr lang="en-AU" dirty="0"/>
          </a:p>
        </p:txBody>
      </p:sp>
      <p:sp>
        <p:nvSpPr>
          <p:cNvPr id="1044" name="Text Placeholder 1043"/>
          <p:cNvSpPr>
            <a:spLocks noGrp="1"/>
          </p:cNvSpPr>
          <p:nvPr>
            <p:ph type="body" sz="quarter" idx="39"/>
          </p:nvPr>
        </p:nvSpPr>
        <p:spPr/>
        <p:txBody>
          <a:bodyPr/>
          <a:lstStyle/>
          <a:p>
            <a:endParaRPr lang="en-AU"/>
          </a:p>
        </p:txBody>
      </p:sp>
      <p:sp>
        <p:nvSpPr>
          <p:cNvPr id="1045" name="Picture Placeholder 1044"/>
          <p:cNvSpPr>
            <a:spLocks noGrp="1"/>
          </p:cNvSpPr>
          <p:nvPr>
            <p:ph type="pic" sz="quarter" idx="40"/>
          </p:nvPr>
        </p:nvSpPr>
        <p:spPr/>
      </p:sp>
      <p:sp>
        <p:nvSpPr>
          <p:cNvPr id="1046" name="Text Placeholder 1045"/>
          <p:cNvSpPr>
            <a:spLocks noGrp="1"/>
          </p:cNvSpPr>
          <p:nvPr>
            <p:ph type="body" sz="quarter" idx="41"/>
          </p:nvPr>
        </p:nvSpPr>
        <p:spPr/>
        <p:txBody>
          <a:bodyPr/>
          <a:lstStyle/>
          <a:p>
            <a:endParaRPr lang="en-AU"/>
          </a:p>
        </p:txBody>
      </p:sp>
      <p:sp>
        <p:nvSpPr>
          <p:cNvPr id="1047" name="Text Placeholder 1046"/>
          <p:cNvSpPr>
            <a:spLocks noGrp="1"/>
          </p:cNvSpPr>
          <p:nvPr>
            <p:ph type="body" sz="quarter" idx="42"/>
          </p:nvPr>
        </p:nvSpPr>
        <p:spPr/>
        <p:txBody>
          <a:bodyPr/>
          <a:lstStyle/>
          <a:p>
            <a:endParaRPr lang="en-AU"/>
          </a:p>
        </p:txBody>
      </p:sp>
      <p:sp>
        <p:nvSpPr>
          <p:cNvPr id="1048" name="Picture Placeholder 1047"/>
          <p:cNvSpPr>
            <a:spLocks noGrp="1"/>
          </p:cNvSpPr>
          <p:nvPr>
            <p:ph type="pic" sz="quarter" idx="43"/>
          </p:nvPr>
        </p:nvSpPr>
        <p:spPr/>
      </p:sp>
      <p:sp>
        <p:nvSpPr>
          <p:cNvPr id="1049" name="Text Placeholder 1048"/>
          <p:cNvSpPr>
            <a:spLocks noGrp="1"/>
          </p:cNvSpPr>
          <p:nvPr>
            <p:ph type="body" sz="quarter" idx="44"/>
          </p:nvPr>
        </p:nvSpPr>
        <p:spPr/>
        <p:txBody>
          <a:bodyPr/>
          <a:lstStyle/>
          <a:p>
            <a:endParaRPr lang="en-AU"/>
          </a:p>
        </p:txBody>
      </p:sp>
      <p:sp>
        <p:nvSpPr>
          <p:cNvPr id="1050" name="Text Placeholder 1049"/>
          <p:cNvSpPr>
            <a:spLocks noGrp="1"/>
          </p:cNvSpPr>
          <p:nvPr>
            <p:ph type="body" sz="quarter" idx="45"/>
          </p:nvPr>
        </p:nvSpPr>
        <p:spPr/>
        <p:txBody>
          <a:bodyPr/>
          <a:lstStyle/>
          <a:p>
            <a:endParaRPr lang="en-AU"/>
          </a:p>
        </p:txBody>
      </p:sp>
      <p:sp>
        <p:nvSpPr>
          <p:cNvPr id="1051" name="Picture Placeholder 1050"/>
          <p:cNvSpPr>
            <a:spLocks noGrp="1"/>
          </p:cNvSpPr>
          <p:nvPr>
            <p:ph type="pic" sz="quarter" idx="46"/>
          </p:nvPr>
        </p:nvSpPr>
        <p:spPr/>
      </p:sp>
      <p:sp>
        <p:nvSpPr>
          <p:cNvPr id="11" name="TextBox 10"/>
          <p:cNvSpPr txBox="1"/>
          <p:nvPr/>
        </p:nvSpPr>
        <p:spPr>
          <a:xfrm>
            <a:off x="2915816" y="1916832"/>
            <a:ext cx="3240360" cy="646331"/>
          </a:xfrm>
          <a:prstGeom prst="rect">
            <a:avLst/>
          </a:prstGeom>
          <a:solidFill>
            <a:srgbClr val="FFFF00"/>
          </a:solidFill>
          <a:ln>
            <a:solidFill>
              <a:schemeClr val="tx1"/>
            </a:solidFill>
          </a:ln>
        </p:spPr>
        <p:txBody>
          <a:bodyPr wrap="square" rtlCol="0">
            <a:spAutoFit/>
          </a:bodyPr>
          <a:lstStyle/>
          <a:p>
            <a:r>
              <a:rPr lang="en-AU" sz="900" i="1" dirty="0" smtClean="0">
                <a:latin typeface="Arial" pitchFamily="34" charset="0"/>
                <a:cs typeface="Arial" pitchFamily="34" charset="0"/>
              </a:rPr>
              <a:t>Use this page to place single status updates. Insert  more pages as needed, delete unwanted text boxes. Use the following template page for extended wall conversations (delete this text box).  </a:t>
            </a:r>
            <a:endParaRPr lang="en-AU" sz="900" i="1" dirty="0">
              <a:latin typeface="Arial" pitchFamily="34" charset="0"/>
              <a:cs typeface="Arial" pitchFamily="34" charset="0"/>
            </a:endParaRPr>
          </a:p>
        </p:txBody>
      </p:sp>
    </p:spTree>
    <p:extLst>
      <p:ext uri="{BB962C8B-B14F-4D97-AF65-F5344CB8AC3E}">
        <p14:creationId xmlns:p14="http://schemas.microsoft.com/office/powerpoint/2010/main" val="16408250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9512" y="518964"/>
            <a:ext cx="1296144" cy="307777"/>
          </a:xfrm>
          <a:prstGeom prst="rect">
            <a:avLst/>
          </a:prstGeom>
          <a:noFill/>
          <a:ln>
            <a:noFill/>
          </a:ln>
        </p:spPr>
        <p:txBody>
          <a:bodyPr wrap="square" rtlCol="0">
            <a:spAutoFit/>
          </a:bodyPr>
          <a:lstStyle/>
          <a:p>
            <a:r>
              <a:rPr lang="en-AU" sz="1400" dirty="0" smtClean="0">
                <a:solidFill>
                  <a:schemeClr val="bg1">
                    <a:lumMod val="50000"/>
                  </a:schemeClr>
                </a:solidFill>
                <a:latin typeface="Arial Rounded MT Bold" pitchFamily="34" charset="0"/>
              </a:rPr>
              <a:t>Your photos</a:t>
            </a:r>
            <a:endParaRPr lang="en-AU" sz="1400" dirty="0">
              <a:solidFill>
                <a:schemeClr val="bg1">
                  <a:lumMod val="50000"/>
                </a:schemeClr>
              </a:solidFill>
              <a:latin typeface="Arial Rounded MT Bold" pitchFamily="34" charset="0"/>
            </a:endParaRPr>
          </a:p>
        </p:txBody>
      </p:sp>
      <p:sp>
        <p:nvSpPr>
          <p:cNvPr id="22" name="Text Placeholder 21"/>
          <p:cNvSpPr>
            <a:spLocks noGrp="1"/>
          </p:cNvSpPr>
          <p:nvPr>
            <p:ph type="body" sz="quarter" idx="11"/>
          </p:nvPr>
        </p:nvSpPr>
        <p:spPr/>
        <p:txBody>
          <a:bodyPr/>
          <a:lstStyle/>
          <a:p>
            <a:endParaRPr lang="en-AU" dirty="0"/>
          </a:p>
        </p:txBody>
      </p:sp>
      <p:sp>
        <p:nvSpPr>
          <p:cNvPr id="23" name="Picture Placeholder 22"/>
          <p:cNvSpPr>
            <a:spLocks noGrp="1"/>
          </p:cNvSpPr>
          <p:nvPr>
            <p:ph type="pic" sz="quarter" idx="26"/>
          </p:nvPr>
        </p:nvSpPr>
        <p:spPr/>
      </p:sp>
      <p:sp>
        <p:nvSpPr>
          <p:cNvPr id="24" name="Text Placeholder 23"/>
          <p:cNvSpPr>
            <a:spLocks noGrp="1"/>
          </p:cNvSpPr>
          <p:nvPr>
            <p:ph type="body" sz="quarter" idx="27"/>
          </p:nvPr>
        </p:nvSpPr>
        <p:spPr/>
        <p:txBody>
          <a:bodyPr/>
          <a:lstStyle/>
          <a:p>
            <a:endParaRPr lang="en-AU" dirty="0"/>
          </a:p>
        </p:txBody>
      </p:sp>
      <p:sp>
        <p:nvSpPr>
          <p:cNvPr id="25" name="Picture Placeholder 24"/>
          <p:cNvSpPr>
            <a:spLocks noGrp="1"/>
          </p:cNvSpPr>
          <p:nvPr>
            <p:ph type="pic" sz="quarter" idx="28"/>
          </p:nvPr>
        </p:nvSpPr>
        <p:spPr/>
      </p:sp>
      <p:sp>
        <p:nvSpPr>
          <p:cNvPr id="26" name="Text Placeholder 25"/>
          <p:cNvSpPr>
            <a:spLocks noGrp="1"/>
          </p:cNvSpPr>
          <p:nvPr>
            <p:ph type="body" sz="quarter" idx="29"/>
          </p:nvPr>
        </p:nvSpPr>
        <p:spPr/>
        <p:txBody>
          <a:bodyPr/>
          <a:lstStyle/>
          <a:p>
            <a:endParaRPr lang="en-AU" dirty="0"/>
          </a:p>
        </p:txBody>
      </p:sp>
      <p:sp>
        <p:nvSpPr>
          <p:cNvPr id="27" name="Picture Placeholder 26"/>
          <p:cNvSpPr>
            <a:spLocks noGrp="1"/>
          </p:cNvSpPr>
          <p:nvPr>
            <p:ph type="pic" sz="quarter" idx="30"/>
          </p:nvPr>
        </p:nvSpPr>
        <p:spPr/>
      </p:sp>
      <p:sp>
        <p:nvSpPr>
          <p:cNvPr id="28" name="Text Placeholder 27"/>
          <p:cNvSpPr>
            <a:spLocks noGrp="1"/>
          </p:cNvSpPr>
          <p:nvPr>
            <p:ph type="body" sz="quarter" idx="31"/>
          </p:nvPr>
        </p:nvSpPr>
        <p:spPr/>
        <p:txBody>
          <a:bodyPr/>
          <a:lstStyle/>
          <a:p>
            <a:endParaRPr lang="en-AU" dirty="0"/>
          </a:p>
        </p:txBody>
      </p:sp>
      <p:sp>
        <p:nvSpPr>
          <p:cNvPr id="29" name="Picture Placeholder 28"/>
          <p:cNvSpPr>
            <a:spLocks noGrp="1"/>
          </p:cNvSpPr>
          <p:nvPr>
            <p:ph type="pic" sz="quarter" idx="32"/>
          </p:nvPr>
        </p:nvSpPr>
        <p:spPr/>
      </p:sp>
      <p:sp>
        <p:nvSpPr>
          <p:cNvPr id="30" name="Text Placeholder 29"/>
          <p:cNvSpPr>
            <a:spLocks noGrp="1"/>
          </p:cNvSpPr>
          <p:nvPr>
            <p:ph type="body" sz="quarter" idx="33"/>
          </p:nvPr>
        </p:nvSpPr>
        <p:spPr/>
        <p:txBody>
          <a:bodyPr/>
          <a:lstStyle/>
          <a:p>
            <a:endParaRPr lang="en-AU" dirty="0"/>
          </a:p>
        </p:txBody>
      </p:sp>
      <p:sp>
        <p:nvSpPr>
          <p:cNvPr id="32" name="Picture Placeholder 31"/>
          <p:cNvSpPr>
            <a:spLocks noGrp="1"/>
          </p:cNvSpPr>
          <p:nvPr>
            <p:ph type="pic" sz="quarter" idx="34"/>
          </p:nvPr>
        </p:nvSpPr>
        <p:spPr/>
      </p:sp>
      <p:sp>
        <p:nvSpPr>
          <p:cNvPr id="33" name="Text Placeholder 32"/>
          <p:cNvSpPr>
            <a:spLocks noGrp="1"/>
          </p:cNvSpPr>
          <p:nvPr>
            <p:ph type="body" sz="quarter" idx="35"/>
          </p:nvPr>
        </p:nvSpPr>
        <p:spPr/>
        <p:txBody>
          <a:bodyPr/>
          <a:lstStyle/>
          <a:p>
            <a:endParaRPr lang="en-AU" dirty="0"/>
          </a:p>
        </p:txBody>
      </p:sp>
      <p:sp>
        <p:nvSpPr>
          <p:cNvPr id="34" name="Picture Placeholder 33"/>
          <p:cNvSpPr>
            <a:spLocks noGrp="1"/>
          </p:cNvSpPr>
          <p:nvPr>
            <p:ph type="pic" sz="quarter" idx="36"/>
          </p:nvPr>
        </p:nvSpPr>
        <p:spPr/>
      </p:sp>
      <p:sp>
        <p:nvSpPr>
          <p:cNvPr id="36" name="Text Placeholder 35"/>
          <p:cNvSpPr>
            <a:spLocks noGrp="1"/>
          </p:cNvSpPr>
          <p:nvPr>
            <p:ph type="body" sz="quarter" idx="37"/>
          </p:nvPr>
        </p:nvSpPr>
        <p:spPr/>
        <p:txBody>
          <a:bodyPr/>
          <a:lstStyle/>
          <a:p>
            <a:endParaRPr lang="en-AU" dirty="0"/>
          </a:p>
        </p:txBody>
      </p:sp>
      <p:sp>
        <p:nvSpPr>
          <p:cNvPr id="37" name="Picture Placeholder 36"/>
          <p:cNvSpPr>
            <a:spLocks noGrp="1"/>
          </p:cNvSpPr>
          <p:nvPr>
            <p:ph type="pic" sz="quarter" idx="38"/>
          </p:nvPr>
        </p:nvSpPr>
        <p:spPr/>
      </p:sp>
      <p:sp>
        <p:nvSpPr>
          <p:cNvPr id="38" name="Text Placeholder 37"/>
          <p:cNvSpPr>
            <a:spLocks noGrp="1"/>
          </p:cNvSpPr>
          <p:nvPr>
            <p:ph type="body" sz="quarter" idx="39"/>
          </p:nvPr>
        </p:nvSpPr>
        <p:spPr/>
        <p:txBody>
          <a:bodyPr/>
          <a:lstStyle/>
          <a:p>
            <a:endParaRPr lang="en-AU" dirty="0"/>
          </a:p>
        </p:txBody>
      </p:sp>
      <p:sp>
        <p:nvSpPr>
          <p:cNvPr id="39" name="Picture Placeholder 38"/>
          <p:cNvSpPr>
            <a:spLocks noGrp="1"/>
          </p:cNvSpPr>
          <p:nvPr>
            <p:ph type="pic" sz="quarter" idx="40"/>
          </p:nvPr>
        </p:nvSpPr>
        <p:spPr/>
      </p:sp>
    </p:spTree>
    <p:extLst>
      <p:ext uri="{BB962C8B-B14F-4D97-AF65-F5344CB8AC3E}">
        <p14:creationId xmlns:p14="http://schemas.microsoft.com/office/powerpoint/2010/main" val="14162344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1"/>
          </p:nvPr>
        </p:nvSpPr>
        <p:spPr>
          <a:xfrm>
            <a:off x="352082" y="2348880"/>
            <a:ext cx="855248" cy="864161"/>
          </a:xfrm>
        </p:spPr>
      </p:sp>
      <p:sp>
        <p:nvSpPr>
          <p:cNvPr id="6" name="Text Placeholder 5"/>
          <p:cNvSpPr>
            <a:spLocks noGrp="1"/>
          </p:cNvSpPr>
          <p:nvPr>
            <p:ph type="body" sz="quarter" idx="29"/>
          </p:nvPr>
        </p:nvSpPr>
        <p:spPr>
          <a:xfrm>
            <a:off x="1248548" y="2348880"/>
            <a:ext cx="864096" cy="864096"/>
          </a:xfrm>
        </p:spPr>
        <p:txBody>
          <a:bodyPr/>
          <a:lstStyle/>
          <a:p>
            <a:endParaRPr lang="en-AU"/>
          </a:p>
        </p:txBody>
      </p:sp>
      <p:sp>
        <p:nvSpPr>
          <p:cNvPr id="7" name="Picture Placeholder 6"/>
          <p:cNvSpPr>
            <a:spLocks noGrp="1"/>
          </p:cNvSpPr>
          <p:nvPr>
            <p:ph type="pic" sz="quarter" idx="30"/>
          </p:nvPr>
        </p:nvSpPr>
        <p:spPr>
          <a:xfrm>
            <a:off x="352082" y="3351659"/>
            <a:ext cx="855248" cy="864161"/>
          </a:xfrm>
        </p:spPr>
      </p:sp>
      <p:sp>
        <p:nvSpPr>
          <p:cNvPr id="8" name="Text Placeholder 7"/>
          <p:cNvSpPr>
            <a:spLocks noGrp="1"/>
          </p:cNvSpPr>
          <p:nvPr>
            <p:ph type="body" sz="quarter" idx="31"/>
          </p:nvPr>
        </p:nvSpPr>
        <p:spPr>
          <a:xfrm>
            <a:off x="1248548" y="3351659"/>
            <a:ext cx="864096" cy="864096"/>
          </a:xfrm>
        </p:spPr>
        <p:txBody>
          <a:bodyPr/>
          <a:lstStyle/>
          <a:p>
            <a:endParaRPr lang="en-AU"/>
          </a:p>
        </p:txBody>
      </p:sp>
      <p:sp>
        <p:nvSpPr>
          <p:cNvPr id="9" name="Picture Placeholder 8"/>
          <p:cNvSpPr>
            <a:spLocks noGrp="1"/>
          </p:cNvSpPr>
          <p:nvPr>
            <p:ph type="pic" sz="quarter" idx="32"/>
          </p:nvPr>
        </p:nvSpPr>
        <p:spPr>
          <a:xfrm>
            <a:off x="352082" y="4355579"/>
            <a:ext cx="855248" cy="864161"/>
          </a:xfrm>
        </p:spPr>
      </p:sp>
      <p:sp>
        <p:nvSpPr>
          <p:cNvPr id="12" name="Text Placeholder 11"/>
          <p:cNvSpPr>
            <a:spLocks noGrp="1"/>
          </p:cNvSpPr>
          <p:nvPr>
            <p:ph type="body" sz="quarter" idx="33"/>
          </p:nvPr>
        </p:nvSpPr>
        <p:spPr>
          <a:xfrm>
            <a:off x="1248548" y="4355579"/>
            <a:ext cx="864096" cy="864096"/>
          </a:xfrm>
        </p:spPr>
        <p:txBody>
          <a:bodyPr/>
          <a:lstStyle/>
          <a:p>
            <a:endParaRPr lang="en-AU" dirty="0"/>
          </a:p>
        </p:txBody>
      </p:sp>
      <p:sp>
        <p:nvSpPr>
          <p:cNvPr id="13" name="Picture Placeholder 12"/>
          <p:cNvSpPr>
            <a:spLocks noGrp="1"/>
          </p:cNvSpPr>
          <p:nvPr>
            <p:ph type="pic" sz="quarter" idx="34"/>
          </p:nvPr>
        </p:nvSpPr>
        <p:spPr>
          <a:xfrm>
            <a:off x="352082" y="5354166"/>
            <a:ext cx="855248" cy="864161"/>
          </a:xfrm>
        </p:spPr>
      </p:sp>
      <p:sp>
        <p:nvSpPr>
          <p:cNvPr id="14" name="Text Placeholder 13"/>
          <p:cNvSpPr>
            <a:spLocks noGrp="1"/>
          </p:cNvSpPr>
          <p:nvPr>
            <p:ph type="body" sz="quarter" idx="35"/>
          </p:nvPr>
        </p:nvSpPr>
        <p:spPr>
          <a:xfrm>
            <a:off x="1248548" y="5354166"/>
            <a:ext cx="864096" cy="864096"/>
          </a:xfrm>
        </p:spPr>
        <p:txBody>
          <a:bodyPr/>
          <a:lstStyle/>
          <a:p>
            <a:endParaRPr lang="en-AU"/>
          </a:p>
        </p:txBody>
      </p:sp>
      <p:sp>
        <p:nvSpPr>
          <p:cNvPr id="15" name="Text Placeholder 14"/>
          <p:cNvSpPr>
            <a:spLocks noGrp="1"/>
          </p:cNvSpPr>
          <p:nvPr>
            <p:ph type="body" sz="quarter" idx="36"/>
          </p:nvPr>
        </p:nvSpPr>
        <p:spPr/>
        <p:txBody>
          <a:bodyPr/>
          <a:lstStyle/>
          <a:p>
            <a:endParaRPr lang="en-AU" dirty="0"/>
          </a:p>
        </p:txBody>
      </p:sp>
      <p:sp>
        <p:nvSpPr>
          <p:cNvPr id="16" name="Text Placeholder 15"/>
          <p:cNvSpPr>
            <a:spLocks noGrp="1"/>
          </p:cNvSpPr>
          <p:nvPr>
            <p:ph type="body" sz="quarter" idx="37"/>
          </p:nvPr>
        </p:nvSpPr>
        <p:spPr/>
        <p:txBody>
          <a:bodyPr/>
          <a:lstStyle/>
          <a:p>
            <a:endParaRPr lang="en-AU" dirty="0"/>
          </a:p>
        </p:txBody>
      </p:sp>
      <p:sp>
        <p:nvSpPr>
          <p:cNvPr id="17" name="Text Placeholder 16"/>
          <p:cNvSpPr>
            <a:spLocks noGrp="1"/>
          </p:cNvSpPr>
          <p:nvPr>
            <p:ph type="body" sz="quarter" idx="38"/>
          </p:nvPr>
        </p:nvSpPr>
        <p:spPr/>
        <p:txBody>
          <a:bodyPr/>
          <a:lstStyle/>
          <a:p>
            <a:endParaRPr lang="en-AU" dirty="0"/>
          </a:p>
        </p:txBody>
      </p:sp>
      <p:sp>
        <p:nvSpPr>
          <p:cNvPr id="18" name="Text Placeholder 17"/>
          <p:cNvSpPr>
            <a:spLocks noGrp="1"/>
          </p:cNvSpPr>
          <p:nvPr>
            <p:ph type="body" sz="quarter" idx="39"/>
          </p:nvPr>
        </p:nvSpPr>
        <p:spPr/>
        <p:txBody>
          <a:bodyPr/>
          <a:lstStyle/>
          <a:p>
            <a:endParaRPr lang="en-AU" dirty="0"/>
          </a:p>
        </p:txBody>
      </p:sp>
      <p:sp>
        <p:nvSpPr>
          <p:cNvPr id="19" name="Text Placeholder 18"/>
          <p:cNvSpPr>
            <a:spLocks noGrp="1"/>
          </p:cNvSpPr>
          <p:nvPr>
            <p:ph type="body" sz="quarter" idx="40"/>
          </p:nvPr>
        </p:nvSpPr>
        <p:spPr/>
        <p:txBody>
          <a:bodyPr/>
          <a:lstStyle/>
          <a:p>
            <a:endParaRPr lang="en-AU" dirty="0"/>
          </a:p>
        </p:txBody>
      </p:sp>
    </p:spTree>
    <p:extLst>
      <p:ext uri="{BB962C8B-B14F-4D97-AF65-F5344CB8AC3E}">
        <p14:creationId xmlns:p14="http://schemas.microsoft.com/office/powerpoint/2010/main" val="17640813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528935"/>
            <a:ext cx="1800200" cy="307777"/>
          </a:xfrm>
          <a:prstGeom prst="rect">
            <a:avLst/>
          </a:prstGeom>
          <a:noFill/>
          <a:ln>
            <a:noFill/>
          </a:ln>
        </p:spPr>
        <p:txBody>
          <a:bodyPr wrap="square" rtlCol="0">
            <a:spAutoFit/>
          </a:bodyPr>
          <a:lstStyle/>
          <a:p>
            <a:r>
              <a:rPr lang="en-AU" sz="1400" dirty="0" smtClean="0">
                <a:solidFill>
                  <a:schemeClr val="bg1">
                    <a:lumMod val="50000"/>
                  </a:schemeClr>
                </a:solidFill>
                <a:latin typeface="Arial Rounded MT Bold" pitchFamily="34" charset="0"/>
              </a:rPr>
              <a:t>Sources</a:t>
            </a:r>
            <a:endParaRPr lang="en-AU" sz="1400" dirty="0">
              <a:solidFill>
                <a:schemeClr val="bg1">
                  <a:lumMod val="50000"/>
                </a:schemeClr>
              </a:solidFill>
              <a:latin typeface="Arial Rounded MT Bold"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1480741544"/>
              </p:ext>
            </p:extLst>
          </p:nvPr>
        </p:nvGraphicFramePr>
        <p:xfrm>
          <a:off x="248494" y="971203"/>
          <a:ext cx="8568952" cy="815440"/>
        </p:xfrm>
        <a:graphic>
          <a:graphicData uri="http://schemas.openxmlformats.org/drawingml/2006/table">
            <a:tbl>
              <a:tblPr firstRow="1" bandRow="1">
                <a:tableStyleId>{5C22544A-7EE6-4342-B048-85BDC9FD1C3A}</a:tableStyleId>
              </a:tblPr>
              <a:tblGrid>
                <a:gridCol w="1417071"/>
                <a:gridCol w="288705"/>
                <a:gridCol w="6863176"/>
              </a:tblGrid>
              <a:tr h="160784">
                <a:tc gridSpan="3">
                  <a:txBody>
                    <a:bodyPr/>
                    <a:lstStyle/>
                    <a:p>
                      <a:r>
                        <a:rPr lang="en-AU" sz="1400" b="0" kern="1200" dirty="0" smtClean="0">
                          <a:solidFill>
                            <a:schemeClr val="bg1">
                              <a:lumMod val="50000"/>
                            </a:schemeClr>
                          </a:solidFill>
                          <a:latin typeface="Arial Rounded MT Bold" pitchFamily="34" charset="0"/>
                          <a:ea typeface="+mn-ea"/>
                          <a:cs typeface="+mn-cs"/>
                        </a:rPr>
                        <a:t>Slide 1 (references for researched information used in the slide)</a:t>
                      </a:r>
                    </a:p>
                  </a:txBody>
                  <a:tcPr>
                    <a:lnL w="12700" cap="flat" cmpd="sng" algn="ctr">
                      <a:solidFill>
                        <a:srgbClr val="2A3B92"/>
                      </a:solidFill>
                      <a:prstDash val="solid"/>
                      <a:round/>
                      <a:headEnd type="none" w="med" len="med"/>
                      <a:tailEnd type="none" w="med" len="med"/>
                    </a:lnL>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solidFill>
                      <a:schemeClr val="accent1">
                        <a:lumMod val="20000"/>
                        <a:lumOff val="80000"/>
                      </a:schemeClr>
                    </a:solidFill>
                  </a:tcPr>
                </a:tc>
                <a:tc hMerge="1">
                  <a:txBody>
                    <a:bodyPr/>
                    <a:lstStyle/>
                    <a:p>
                      <a:endParaRPr lang="en-AU" sz="1400" kern="1200" dirty="0">
                        <a:solidFill>
                          <a:schemeClr val="bg1">
                            <a:lumMod val="50000"/>
                          </a:schemeClr>
                        </a:solidFill>
                        <a:latin typeface="Arial Rounded MT Bold" pitchFamily="34" charset="0"/>
                        <a:ea typeface="+mn-ea"/>
                        <a:cs typeface="+mn-cs"/>
                      </a:endParaRPr>
                    </a:p>
                  </a:txBody>
                  <a:tcPr>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noFill/>
                  </a:tcPr>
                </a:tc>
                <a:tc hMerge="1">
                  <a:txBody>
                    <a:bodyPr/>
                    <a:lstStyle/>
                    <a:p>
                      <a:endParaRPr lang="en-AU"/>
                    </a:p>
                  </a:txBody>
                  <a:tcPr/>
                </a:tc>
              </a:tr>
              <a:tr h="510640">
                <a:tc>
                  <a:txBody>
                    <a:bodyPr/>
                    <a:lstStyle/>
                    <a:p>
                      <a:pPr marL="0" indent="0"/>
                      <a:endParaRPr lang="en-AU" sz="1000" kern="1200" dirty="0">
                        <a:solidFill>
                          <a:schemeClr val="tx1"/>
                        </a:solidFill>
                        <a:latin typeface="Arial Rounded MT Bold" pitchFamily="34" charset="0"/>
                        <a:ea typeface="+mn-ea"/>
                        <a:cs typeface="+mn-cs"/>
                      </a:endParaRPr>
                    </a:p>
                  </a:txBody>
                  <a:tcPr>
                    <a:lnL w="12700" cap="flat" cmpd="sng" algn="ctr">
                      <a:solidFill>
                        <a:srgbClr val="2A3B92"/>
                      </a:solidFill>
                      <a:prstDash val="solid"/>
                      <a:round/>
                      <a:headEnd type="none" w="med" len="med"/>
                      <a:tailEnd type="none" w="med" len="med"/>
                    </a:lnL>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noFill/>
                  </a:tcPr>
                </a:tc>
                <a:tc>
                  <a:txBody>
                    <a:bodyPr/>
                    <a:lstStyle/>
                    <a:p>
                      <a:endParaRPr lang="en-AU" sz="1000" dirty="0">
                        <a:latin typeface="Arial Rounded MT Bold" pitchFamily="34" charset="0"/>
                      </a:endParaRPr>
                    </a:p>
                  </a:txBody>
                  <a:tcPr>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noFill/>
                  </a:tcPr>
                </a:tc>
                <a:tc>
                  <a:txBody>
                    <a:bodyPr/>
                    <a:lstStyle/>
                    <a:p>
                      <a:endParaRPr lang="en-AU" sz="1000" dirty="0">
                        <a:latin typeface="Arial Rounded MT Bold" pitchFamily="34" charset="0"/>
                      </a:endParaRPr>
                    </a:p>
                  </a:txBody>
                  <a:tcPr>
                    <a:lnL w="12700" cap="flat" cmpd="sng" algn="ctr">
                      <a:solidFill>
                        <a:srgbClr val="2A3B92"/>
                      </a:solidFill>
                      <a:prstDash val="solid"/>
                      <a:round/>
                      <a:headEnd type="none" w="med" len="med"/>
                      <a:tailEnd type="none" w="med" len="med"/>
                    </a:lnL>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noFill/>
                  </a:tcPr>
                </a:tc>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1708431482"/>
              </p:ext>
            </p:extLst>
          </p:nvPr>
        </p:nvGraphicFramePr>
        <p:xfrm>
          <a:off x="248494" y="2222517"/>
          <a:ext cx="8568952" cy="815440"/>
        </p:xfrm>
        <a:graphic>
          <a:graphicData uri="http://schemas.openxmlformats.org/drawingml/2006/table">
            <a:tbl>
              <a:tblPr firstRow="1" bandRow="1">
                <a:tableStyleId>{5C22544A-7EE6-4342-B048-85BDC9FD1C3A}</a:tableStyleId>
              </a:tblPr>
              <a:tblGrid>
                <a:gridCol w="1417071"/>
                <a:gridCol w="288705"/>
                <a:gridCol w="6863176"/>
              </a:tblGrid>
              <a:tr h="160784">
                <a:tc gridSpan="3">
                  <a:txBody>
                    <a:bodyPr/>
                    <a:lstStyle/>
                    <a:p>
                      <a:r>
                        <a:rPr lang="en-AU" sz="1400" b="0" kern="1200" dirty="0" smtClean="0">
                          <a:solidFill>
                            <a:schemeClr val="bg1">
                              <a:lumMod val="50000"/>
                            </a:schemeClr>
                          </a:solidFill>
                          <a:latin typeface="Arial Rounded MT Bold" pitchFamily="34" charset="0"/>
                          <a:ea typeface="+mn-ea"/>
                          <a:cs typeface="+mn-cs"/>
                        </a:rPr>
                        <a:t>Slide 1 (references for researched information used in the slide)</a:t>
                      </a:r>
                    </a:p>
                  </a:txBody>
                  <a:tcPr>
                    <a:lnL w="12700" cap="flat" cmpd="sng" algn="ctr">
                      <a:solidFill>
                        <a:srgbClr val="2A3B92"/>
                      </a:solidFill>
                      <a:prstDash val="solid"/>
                      <a:round/>
                      <a:headEnd type="none" w="med" len="med"/>
                      <a:tailEnd type="none" w="med" len="med"/>
                    </a:lnL>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solidFill>
                      <a:schemeClr val="accent1">
                        <a:lumMod val="20000"/>
                        <a:lumOff val="80000"/>
                      </a:schemeClr>
                    </a:solidFill>
                  </a:tcPr>
                </a:tc>
                <a:tc hMerge="1">
                  <a:txBody>
                    <a:bodyPr/>
                    <a:lstStyle/>
                    <a:p>
                      <a:endParaRPr lang="en-AU" sz="1400" kern="1200" dirty="0">
                        <a:solidFill>
                          <a:schemeClr val="bg1">
                            <a:lumMod val="50000"/>
                          </a:schemeClr>
                        </a:solidFill>
                        <a:latin typeface="Arial Rounded MT Bold" pitchFamily="34" charset="0"/>
                        <a:ea typeface="+mn-ea"/>
                        <a:cs typeface="+mn-cs"/>
                      </a:endParaRPr>
                    </a:p>
                  </a:txBody>
                  <a:tcPr>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noFill/>
                  </a:tcPr>
                </a:tc>
                <a:tc hMerge="1">
                  <a:txBody>
                    <a:bodyPr/>
                    <a:lstStyle/>
                    <a:p>
                      <a:endParaRPr lang="en-AU"/>
                    </a:p>
                  </a:txBody>
                  <a:tcPr/>
                </a:tc>
              </a:tr>
              <a:tr h="510640">
                <a:tc>
                  <a:txBody>
                    <a:bodyPr/>
                    <a:lstStyle/>
                    <a:p>
                      <a:pPr marL="0" indent="0"/>
                      <a:endParaRPr lang="en-AU" sz="1000" kern="1200" dirty="0">
                        <a:solidFill>
                          <a:schemeClr val="tx1"/>
                        </a:solidFill>
                        <a:latin typeface="Arial Rounded MT Bold" pitchFamily="34" charset="0"/>
                        <a:ea typeface="+mn-ea"/>
                        <a:cs typeface="+mn-cs"/>
                      </a:endParaRPr>
                    </a:p>
                  </a:txBody>
                  <a:tcPr>
                    <a:lnL w="12700" cap="flat" cmpd="sng" algn="ctr">
                      <a:solidFill>
                        <a:srgbClr val="2A3B92"/>
                      </a:solidFill>
                      <a:prstDash val="solid"/>
                      <a:round/>
                      <a:headEnd type="none" w="med" len="med"/>
                      <a:tailEnd type="none" w="med" len="med"/>
                    </a:lnL>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noFill/>
                  </a:tcPr>
                </a:tc>
                <a:tc>
                  <a:txBody>
                    <a:bodyPr/>
                    <a:lstStyle/>
                    <a:p>
                      <a:endParaRPr lang="en-AU" sz="1000" dirty="0">
                        <a:latin typeface="Arial Rounded MT Bold" pitchFamily="34" charset="0"/>
                      </a:endParaRPr>
                    </a:p>
                  </a:txBody>
                  <a:tcPr>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noFill/>
                  </a:tcPr>
                </a:tc>
                <a:tc>
                  <a:txBody>
                    <a:bodyPr/>
                    <a:lstStyle/>
                    <a:p>
                      <a:endParaRPr lang="en-AU" sz="1000" dirty="0">
                        <a:latin typeface="Arial Rounded MT Bold" pitchFamily="34" charset="0"/>
                      </a:endParaRPr>
                    </a:p>
                  </a:txBody>
                  <a:tcPr>
                    <a:lnL w="12700" cap="flat" cmpd="sng" algn="ctr">
                      <a:solidFill>
                        <a:srgbClr val="2A3B92"/>
                      </a:solidFill>
                      <a:prstDash val="solid"/>
                      <a:round/>
                      <a:headEnd type="none" w="med" len="med"/>
                      <a:tailEnd type="none" w="med" len="med"/>
                    </a:lnL>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noFill/>
                  </a:tcPr>
                </a:tc>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562365128"/>
              </p:ext>
            </p:extLst>
          </p:nvPr>
        </p:nvGraphicFramePr>
        <p:xfrm>
          <a:off x="248494" y="3473831"/>
          <a:ext cx="8568952" cy="815440"/>
        </p:xfrm>
        <a:graphic>
          <a:graphicData uri="http://schemas.openxmlformats.org/drawingml/2006/table">
            <a:tbl>
              <a:tblPr firstRow="1" bandRow="1">
                <a:tableStyleId>{5C22544A-7EE6-4342-B048-85BDC9FD1C3A}</a:tableStyleId>
              </a:tblPr>
              <a:tblGrid>
                <a:gridCol w="1417071"/>
                <a:gridCol w="288705"/>
                <a:gridCol w="6863176"/>
              </a:tblGrid>
              <a:tr h="160784">
                <a:tc gridSpan="3">
                  <a:txBody>
                    <a:bodyPr/>
                    <a:lstStyle/>
                    <a:p>
                      <a:r>
                        <a:rPr lang="en-AU" sz="1400" b="0" kern="1200" dirty="0" smtClean="0">
                          <a:solidFill>
                            <a:schemeClr val="bg1">
                              <a:lumMod val="50000"/>
                            </a:schemeClr>
                          </a:solidFill>
                          <a:latin typeface="Arial Rounded MT Bold" pitchFamily="34" charset="0"/>
                          <a:ea typeface="+mn-ea"/>
                          <a:cs typeface="+mn-cs"/>
                        </a:rPr>
                        <a:t>Slide 1 (references for researched information used in the slide)</a:t>
                      </a:r>
                    </a:p>
                  </a:txBody>
                  <a:tcPr>
                    <a:lnL w="12700" cap="flat" cmpd="sng" algn="ctr">
                      <a:solidFill>
                        <a:srgbClr val="2A3B92"/>
                      </a:solidFill>
                      <a:prstDash val="solid"/>
                      <a:round/>
                      <a:headEnd type="none" w="med" len="med"/>
                      <a:tailEnd type="none" w="med" len="med"/>
                    </a:lnL>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solidFill>
                      <a:schemeClr val="accent1">
                        <a:lumMod val="20000"/>
                        <a:lumOff val="80000"/>
                      </a:schemeClr>
                    </a:solidFill>
                  </a:tcPr>
                </a:tc>
                <a:tc hMerge="1">
                  <a:txBody>
                    <a:bodyPr/>
                    <a:lstStyle/>
                    <a:p>
                      <a:endParaRPr lang="en-AU" sz="1400" kern="1200" dirty="0">
                        <a:solidFill>
                          <a:schemeClr val="bg1">
                            <a:lumMod val="50000"/>
                          </a:schemeClr>
                        </a:solidFill>
                        <a:latin typeface="Arial Rounded MT Bold" pitchFamily="34" charset="0"/>
                        <a:ea typeface="+mn-ea"/>
                        <a:cs typeface="+mn-cs"/>
                      </a:endParaRPr>
                    </a:p>
                  </a:txBody>
                  <a:tcPr>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noFill/>
                  </a:tcPr>
                </a:tc>
                <a:tc hMerge="1">
                  <a:txBody>
                    <a:bodyPr/>
                    <a:lstStyle/>
                    <a:p>
                      <a:endParaRPr lang="en-AU"/>
                    </a:p>
                  </a:txBody>
                  <a:tcPr/>
                </a:tc>
              </a:tr>
              <a:tr h="510640">
                <a:tc>
                  <a:txBody>
                    <a:bodyPr/>
                    <a:lstStyle/>
                    <a:p>
                      <a:pPr marL="0" indent="0"/>
                      <a:endParaRPr lang="en-AU" sz="1000" kern="1200" dirty="0">
                        <a:solidFill>
                          <a:schemeClr val="tx1"/>
                        </a:solidFill>
                        <a:latin typeface="Arial Rounded MT Bold" pitchFamily="34" charset="0"/>
                        <a:ea typeface="+mn-ea"/>
                        <a:cs typeface="+mn-cs"/>
                      </a:endParaRPr>
                    </a:p>
                  </a:txBody>
                  <a:tcPr>
                    <a:lnL w="12700" cap="flat" cmpd="sng" algn="ctr">
                      <a:solidFill>
                        <a:srgbClr val="2A3B92"/>
                      </a:solidFill>
                      <a:prstDash val="solid"/>
                      <a:round/>
                      <a:headEnd type="none" w="med" len="med"/>
                      <a:tailEnd type="none" w="med" len="med"/>
                    </a:lnL>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noFill/>
                  </a:tcPr>
                </a:tc>
                <a:tc>
                  <a:txBody>
                    <a:bodyPr/>
                    <a:lstStyle/>
                    <a:p>
                      <a:endParaRPr lang="en-AU" sz="1000" dirty="0">
                        <a:latin typeface="Arial Rounded MT Bold" pitchFamily="34" charset="0"/>
                      </a:endParaRPr>
                    </a:p>
                  </a:txBody>
                  <a:tcPr>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noFill/>
                  </a:tcPr>
                </a:tc>
                <a:tc>
                  <a:txBody>
                    <a:bodyPr/>
                    <a:lstStyle/>
                    <a:p>
                      <a:endParaRPr lang="en-AU" sz="1000" dirty="0">
                        <a:latin typeface="Arial Rounded MT Bold" pitchFamily="34" charset="0"/>
                      </a:endParaRPr>
                    </a:p>
                  </a:txBody>
                  <a:tcPr>
                    <a:lnL w="12700" cap="flat" cmpd="sng" algn="ctr">
                      <a:solidFill>
                        <a:srgbClr val="2A3B92"/>
                      </a:solidFill>
                      <a:prstDash val="solid"/>
                      <a:round/>
                      <a:headEnd type="none" w="med" len="med"/>
                      <a:tailEnd type="none" w="med" len="med"/>
                    </a:lnL>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noFill/>
                  </a:tcPr>
                </a:tc>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1134164897"/>
              </p:ext>
            </p:extLst>
          </p:nvPr>
        </p:nvGraphicFramePr>
        <p:xfrm>
          <a:off x="248494" y="4725144"/>
          <a:ext cx="8568952" cy="815440"/>
        </p:xfrm>
        <a:graphic>
          <a:graphicData uri="http://schemas.openxmlformats.org/drawingml/2006/table">
            <a:tbl>
              <a:tblPr firstRow="1" bandRow="1">
                <a:tableStyleId>{5C22544A-7EE6-4342-B048-85BDC9FD1C3A}</a:tableStyleId>
              </a:tblPr>
              <a:tblGrid>
                <a:gridCol w="1417071"/>
                <a:gridCol w="288705"/>
                <a:gridCol w="6863176"/>
              </a:tblGrid>
              <a:tr h="160784">
                <a:tc gridSpan="3">
                  <a:txBody>
                    <a:bodyPr/>
                    <a:lstStyle/>
                    <a:p>
                      <a:r>
                        <a:rPr lang="en-AU" sz="1400" b="0" kern="1200" dirty="0" smtClean="0">
                          <a:solidFill>
                            <a:schemeClr val="bg1">
                              <a:lumMod val="50000"/>
                            </a:schemeClr>
                          </a:solidFill>
                          <a:latin typeface="Arial Rounded MT Bold" pitchFamily="34" charset="0"/>
                          <a:ea typeface="+mn-ea"/>
                          <a:cs typeface="+mn-cs"/>
                        </a:rPr>
                        <a:t>Slide 1 (references for researched information used in the slide)</a:t>
                      </a:r>
                    </a:p>
                  </a:txBody>
                  <a:tcPr>
                    <a:lnL w="12700" cap="flat" cmpd="sng" algn="ctr">
                      <a:solidFill>
                        <a:srgbClr val="2A3B92"/>
                      </a:solidFill>
                      <a:prstDash val="solid"/>
                      <a:round/>
                      <a:headEnd type="none" w="med" len="med"/>
                      <a:tailEnd type="none" w="med" len="med"/>
                    </a:lnL>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solidFill>
                      <a:schemeClr val="accent1">
                        <a:lumMod val="20000"/>
                        <a:lumOff val="80000"/>
                      </a:schemeClr>
                    </a:solidFill>
                  </a:tcPr>
                </a:tc>
                <a:tc hMerge="1">
                  <a:txBody>
                    <a:bodyPr/>
                    <a:lstStyle/>
                    <a:p>
                      <a:endParaRPr lang="en-AU" sz="1400" kern="1200" dirty="0">
                        <a:solidFill>
                          <a:schemeClr val="bg1">
                            <a:lumMod val="50000"/>
                          </a:schemeClr>
                        </a:solidFill>
                        <a:latin typeface="Arial Rounded MT Bold" pitchFamily="34" charset="0"/>
                        <a:ea typeface="+mn-ea"/>
                        <a:cs typeface="+mn-cs"/>
                      </a:endParaRPr>
                    </a:p>
                  </a:txBody>
                  <a:tcPr>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noFill/>
                  </a:tcPr>
                </a:tc>
                <a:tc hMerge="1">
                  <a:txBody>
                    <a:bodyPr/>
                    <a:lstStyle/>
                    <a:p>
                      <a:endParaRPr lang="en-AU"/>
                    </a:p>
                  </a:txBody>
                  <a:tcPr/>
                </a:tc>
              </a:tr>
              <a:tr h="510640">
                <a:tc>
                  <a:txBody>
                    <a:bodyPr/>
                    <a:lstStyle/>
                    <a:p>
                      <a:pPr marL="0" indent="0"/>
                      <a:endParaRPr lang="en-AU" sz="1000" kern="1200" dirty="0">
                        <a:solidFill>
                          <a:schemeClr val="tx1"/>
                        </a:solidFill>
                        <a:latin typeface="Arial Rounded MT Bold" pitchFamily="34" charset="0"/>
                        <a:ea typeface="+mn-ea"/>
                        <a:cs typeface="+mn-cs"/>
                      </a:endParaRPr>
                    </a:p>
                  </a:txBody>
                  <a:tcPr>
                    <a:lnL w="12700" cap="flat" cmpd="sng" algn="ctr">
                      <a:solidFill>
                        <a:srgbClr val="2A3B92"/>
                      </a:solidFill>
                      <a:prstDash val="solid"/>
                      <a:round/>
                      <a:headEnd type="none" w="med" len="med"/>
                      <a:tailEnd type="none" w="med" len="med"/>
                    </a:lnL>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noFill/>
                  </a:tcPr>
                </a:tc>
                <a:tc>
                  <a:txBody>
                    <a:bodyPr/>
                    <a:lstStyle/>
                    <a:p>
                      <a:endParaRPr lang="en-AU" sz="1000" dirty="0">
                        <a:latin typeface="Arial Rounded MT Bold" pitchFamily="34" charset="0"/>
                      </a:endParaRPr>
                    </a:p>
                  </a:txBody>
                  <a:tcPr>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noFill/>
                  </a:tcPr>
                </a:tc>
                <a:tc>
                  <a:txBody>
                    <a:bodyPr/>
                    <a:lstStyle/>
                    <a:p>
                      <a:endParaRPr lang="en-AU" sz="1000" dirty="0">
                        <a:latin typeface="Arial Rounded MT Bold" pitchFamily="34" charset="0"/>
                      </a:endParaRPr>
                    </a:p>
                  </a:txBody>
                  <a:tcPr>
                    <a:lnL w="12700" cap="flat" cmpd="sng" algn="ctr">
                      <a:solidFill>
                        <a:srgbClr val="2A3B92"/>
                      </a:solidFill>
                      <a:prstDash val="solid"/>
                      <a:round/>
                      <a:headEnd type="none" w="med" len="med"/>
                      <a:tailEnd type="none" w="med" len="med"/>
                    </a:lnL>
                    <a:lnR w="12700" cap="flat" cmpd="sng" algn="ctr">
                      <a:solidFill>
                        <a:srgbClr val="2A3B92"/>
                      </a:solidFill>
                      <a:prstDash val="solid"/>
                      <a:round/>
                      <a:headEnd type="none" w="med" len="med"/>
                      <a:tailEnd type="none" w="med" len="med"/>
                    </a:lnR>
                    <a:lnT w="12700" cap="flat" cmpd="sng" algn="ctr">
                      <a:solidFill>
                        <a:srgbClr val="2A3B92"/>
                      </a:solidFill>
                      <a:prstDash val="solid"/>
                      <a:round/>
                      <a:headEnd type="none" w="med" len="med"/>
                      <a:tailEnd type="none" w="med" len="med"/>
                    </a:lnT>
                    <a:lnB w="12700" cap="flat" cmpd="sng" algn="ctr">
                      <a:solidFill>
                        <a:srgbClr val="2A3B92"/>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28917954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915816" y="980727"/>
            <a:ext cx="3240360" cy="230832"/>
          </a:xfrm>
          <a:prstGeom prst="rect">
            <a:avLst/>
          </a:prstGeom>
          <a:solidFill>
            <a:srgbClr val="FFFF00"/>
          </a:solidFill>
          <a:ln>
            <a:solidFill>
              <a:schemeClr val="tx1"/>
            </a:solidFill>
          </a:ln>
        </p:spPr>
        <p:txBody>
          <a:bodyPr wrap="square" rtlCol="0">
            <a:spAutoFit/>
          </a:bodyPr>
          <a:lstStyle/>
          <a:p>
            <a:pPr algn="ctr"/>
            <a:r>
              <a:rPr lang="en-AU" sz="900" dirty="0" smtClean="0">
                <a:latin typeface="Arial" pitchFamily="34" charset="0"/>
                <a:cs typeface="Arial" pitchFamily="34" charset="0"/>
              </a:rPr>
              <a:t>You can use these images as </a:t>
            </a:r>
            <a:r>
              <a:rPr lang="en-AU" sz="900" dirty="0" err="1" smtClean="0">
                <a:latin typeface="Arial" pitchFamily="34" charset="0"/>
                <a:cs typeface="Arial" pitchFamily="34" charset="0"/>
              </a:rPr>
              <a:t>fakebook</a:t>
            </a:r>
            <a:r>
              <a:rPr lang="en-AU" sz="900" dirty="0" smtClean="0">
                <a:latin typeface="Arial" pitchFamily="34" charset="0"/>
                <a:cs typeface="Arial" pitchFamily="34" charset="0"/>
              </a:rPr>
              <a:t> profile images </a:t>
            </a:r>
            <a:endParaRPr lang="en-AU" sz="900" dirty="0">
              <a:latin typeface="Arial" pitchFamily="34" charset="0"/>
              <a:cs typeface="Arial" pitchFamily="34" charset="0"/>
            </a:endParaRPr>
          </a:p>
        </p:txBody>
      </p:sp>
      <p:pic>
        <p:nvPicPr>
          <p:cNvPr id="12" name="Pictur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87252" y="1878888"/>
            <a:ext cx="1590361" cy="1645200"/>
          </a:xfrm>
          <a:prstGeom prst="rect">
            <a:avLst/>
          </a:prstGeom>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75341" y="1878888"/>
            <a:ext cx="1590361" cy="1645200"/>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63430" y="1878888"/>
            <a:ext cx="1590361" cy="1645200"/>
          </a:xfrm>
          <a:prstGeom prst="rect">
            <a:avLst/>
          </a:prstGeom>
        </p:spPr>
      </p:pic>
      <p:pic>
        <p:nvPicPr>
          <p:cNvPr id="15" name="Picture 1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99163" y="1878888"/>
            <a:ext cx="1590361" cy="1645200"/>
          </a:xfrm>
          <a:prstGeom prst="rect">
            <a:avLst/>
          </a:prstGeom>
        </p:spPr>
      </p:pic>
      <p:pic>
        <p:nvPicPr>
          <p:cNvPr id="16" name="Picture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1520" y="1878888"/>
            <a:ext cx="1590360" cy="1645200"/>
          </a:xfrm>
          <a:prstGeom prst="rect">
            <a:avLst/>
          </a:prstGeom>
        </p:spPr>
      </p:pic>
      <p:pic>
        <p:nvPicPr>
          <p:cNvPr id="17" name="Picture 1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99163" y="3691433"/>
            <a:ext cx="1591059" cy="1645923"/>
          </a:xfrm>
          <a:prstGeom prst="rect">
            <a:avLst/>
          </a:prstGeom>
        </p:spPr>
      </p:pic>
      <p:pic>
        <p:nvPicPr>
          <p:cNvPr id="18" name="Picture 1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87076" y="3691433"/>
            <a:ext cx="1591059" cy="1645923"/>
          </a:xfrm>
          <a:prstGeom prst="rect">
            <a:avLst/>
          </a:prstGeom>
        </p:spPr>
      </p:pic>
      <p:pic>
        <p:nvPicPr>
          <p:cNvPr id="19" name="Picture 1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74991" y="3691433"/>
            <a:ext cx="1591059" cy="1645923"/>
          </a:xfrm>
          <a:prstGeom prst="rect">
            <a:avLst/>
          </a:prstGeom>
        </p:spPr>
      </p:pic>
      <p:pic>
        <p:nvPicPr>
          <p:cNvPr id="20" name="Picture 19"/>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962906" y="3691433"/>
            <a:ext cx="1591059" cy="1645923"/>
          </a:xfrm>
          <a:prstGeom prst="rect">
            <a:avLst/>
          </a:prstGeom>
        </p:spPr>
      </p:pic>
      <p:pic>
        <p:nvPicPr>
          <p:cNvPr id="21" name="Picture 20"/>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50821" y="3691433"/>
            <a:ext cx="1591059" cy="1645923"/>
          </a:xfrm>
          <a:prstGeom prst="rect">
            <a:avLst/>
          </a:prstGeom>
        </p:spPr>
      </p:pic>
    </p:spTree>
    <p:extLst>
      <p:ext uri="{BB962C8B-B14F-4D97-AF65-F5344CB8AC3E}">
        <p14:creationId xmlns:p14="http://schemas.microsoft.com/office/powerpoint/2010/main" val="26023678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868144" y="29794"/>
            <a:ext cx="648072" cy="338554"/>
          </a:xfrm>
          <a:prstGeom prst="rect">
            <a:avLst/>
          </a:prstGeom>
          <a:solidFill>
            <a:schemeClr val="bg1"/>
          </a:solidFill>
        </p:spPr>
        <p:txBody>
          <a:bodyPr wrap="square" rtlCol="0">
            <a:spAutoFit/>
          </a:bodyPr>
          <a:lstStyle/>
          <a:p>
            <a:r>
              <a:rPr lang="en-AU" sz="800" dirty="0" smtClean="0"/>
              <a:t>Profile picture</a:t>
            </a:r>
          </a:p>
        </p:txBody>
      </p:sp>
      <p:sp>
        <p:nvSpPr>
          <p:cNvPr id="5" name="TextBox 4"/>
          <p:cNvSpPr txBox="1"/>
          <p:nvPr/>
        </p:nvSpPr>
        <p:spPr>
          <a:xfrm>
            <a:off x="3131840" y="2204864"/>
            <a:ext cx="2880320" cy="230832"/>
          </a:xfrm>
          <a:prstGeom prst="rect">
            <a:avLst/>
          </a:prstGeom>
          <a:solidFill>
            <a:srgbClr val="FFFF00"/>
          </a:solidFill>
          <a:ln>
            <a:solidFill>
              <a:schemeClr val="tx1"/>
            </a:solidFill>
          </a:ln>
        </p:spPr>
        <p:txBody>
          <a:bodyPr wrap="square" rtlCol="0">
            <a:spAutoFit/>
          </a:bodyPr>
          <a:lstStyle/>
          <a:p>
            <a:pPr algn="ctr"/>
            <a:r>
              <a:rPr lang="en-AU" sz="900" dirty="0" smtClean="0">
                <a:latin typeface="Arial" pitchFamily="34" charset="0"/>
                <a:cs typeface="Arial" pitchFamily="34" charset="0"/>
              </a:rPr>
              <a:t>Additional blank slide if required.</a:t>
            </a:r>
            <a:endParaRPr lang="en-AU" sz="900" dirty="0">
              <a:latin typeface="Arial" pitchFamily="34" charset="0"/>
              <a:cs typeface="Arial" pitchFamily="34" charset="0"/>
            </a:endParaRPr>
          </a:p>
        </p:txBody>
      </p:sp>
    </p:spTree>
    <p:extLst>
      <p:ext uri="{BB962C8B-B14F-4D97-AF65-F5344CB8AC3E}">
        <p14:creationId xmlns:p14="http://schemas.microsoft.com/office/powerpoint/2010/main" val="18871671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Assessment-related resource" ma:contentTypeID="0x010100E8E6249BEF487C4B93CC77A0FEE88FAF008924A7047D0364459B5AC495E80EA34E" ma:contentTypeVersion="3" ma:contentTypeDescription="Audio and/or visual stimulus required to complete the assessment" ma:contentTypeScope="" ma:versionID="cbd90a28fbfddf2a7e6b02e4a33cda67">
  <xsd:schema xmlns:xsd="http://www.w3.org/2001/XMLSchema" xmlns:xs="http://www.w3.org/2001/XMLSchema" xmlns:p="http://schemas.microsoft.com/office/2006/metadata/properties" targetNamespace="http://schemas.microsoft.com/office/2006/metadata/properties" ma:root="true" ma:fieldsID="986adccf7d97e3d739a255626c5916c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F70D4F-BFFE-40A7-9E30-B47E39879795}">
  <ds:schemaRefs>
    <ds:schemaRef ds:uri="http://schemas.microsoft.com/office/infopath/2007/PartnerControls"/>
    <ds:schemaRef ds:uri="http://schemas.openxmlformats.org/package/2006/metadata/core-properties"/>
    <ds:schemaRef ds:uri="http://purl.org/dc/dcmitype/"/>
    <ds:schemaRef ds:uri="http://schemas.microsoft.com/office/2006/documentManagement/types"/>
    <ds:schemaRef ds:uri="http://purl.org/dc/elements/1.1/"/>
    <ds:schemaRef ds:uri="http://purl.org/dc/term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16BC6A89-BC1E-476B-AB40-46A6C3B9B5E4}">
  <ds:schemaRefs>
    <ds:schemaRef ds:uri="http://schemas.microsoft.com/sharepoint/v3/contenttype/forms"/>
  </ds:schemaRefs>
</ds:datastoreItem>
</file>

<file path=customXml/itemProps3.xml><?xml version="1.0" encoding="utf-8"?>
<ds:datastoreItem xmlns:ds="http://schemas.openxmlformats.org/officeDocument/2006/customXml" ds:itemID="{5F8FA6FA-01C4-46DF-B25F-8EC10DAB93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1268</TotalTime>
  <Words>163</Words>
  <Application>Microsoft Office PowerPoint</Application>
  <PresentationFormat>On-screen Show (4:3)</PresentationFormat>
  <Paragraphs>19</Paragraphs>
  <Slides>8</Slides>
  <Notes>1</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Queensland Studies Authority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8 History Sample assessment Assessment resource: Blank template | Medieval eclipse | Australian Curriculum v 3.0</dc:title>
  <dc:creator>Queensland Studies Authority</dc:creator>
  <cp:lastModifiedBy>STEWART Barrie</cp:lastModifiedBy>
  <cp:revision>71</cp:revision>
  <cp:lastPrinted>2012-03-30T01:52:46Z</cp:lastPrinted>
  <dcterms:created xsi:type="dcterms:W3CDTF">2012-03-28T03:28:48Z</dcterms:created>
  <dcterms:modified xsi:type="dcterms:W3CDTF">2018-07-12T03:21:58Z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0x010100E8E6249BEF487C4B93CC77A0FEE88FAF008924A7047D0364459B5AC495E80EA34E</vt:lpwstr>
  </property>
</Properties>
</file>