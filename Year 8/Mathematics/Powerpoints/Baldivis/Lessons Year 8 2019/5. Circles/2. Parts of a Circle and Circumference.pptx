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4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6" r:id="rId2"/>
    <p:sldId id="267" r:id="rId3"/>
    <p:sldId id="260" r:id="rId4"/>
    <p:sldId id="261" r:id="rId5"/>
    <p:sldId id="262" r:id="rId6"/>
    <p:sldId id="268" r:id="rId7"/>
    <p:sldId id="263" r:id="rId8"/>
    <p:sldId id="264" r:id="rId9"/>
    <p:sldId id="269" r:id="rId10"/>
    <p:sldId id="271" r:id="rId11"/>
    <p:sldId id="270" r:id="rId12"/>
    <p:sldId id="272" r:id="rId13"/>
    <p:sldId id="273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72" d="100"/>
          <a:sy n="72" d="100"/>
        </p:scale>
        <p:origin x="63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08T04:27:01.373"/>
    </inkml:context>
    <inkml:brush xml:id="br0">
      <inkml:brushProperty name="width" value="0.025" units="cm"/>
      <inkml:brushProperty name="height" value="0.025" units="cm"/>
    </inkml:brush>
  </inkml:definitions>
  <inkml:traceGroup>
    <inkml:annotationXML>
      <emma:emma xmlns:emma="http://www.w3.org/2003/04/emma" version="1.0">
        <emma:interpretation id="{3B794302-14D4-45CE-977C-1B507B96D757}" emma:medium="tactile" emma:mode="ink">
          <msink:context xmlns:msink="http://schemas.microsoft.com/ink/2010/main" type="inkDrawing" rotatedBoundingBox="22228,11128 22387,11219 22373,11243 22214,11152" semanticType="callout" shapeName="Other"/>
        </emma:interpretation>
      </emma:emma>
    </inkml:annotationXML>
    <inkml:trace contextRef="#ctx0" brushRef="#br0">22647 12471 14912,'-82'-32'328,"66"32"72,0-17 16,-1 1-1,1 16-335,16-17-80,-17 17 0,17 0 0,0 0 0,0 0-135,0 0 31,0 0 8,17 0-216,-1 0-40,-16 0 0,0 17-5768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6-08T04:31:04.8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8006 11337 730 0,'0'0'16'0,"0"0"3"0,0 0 1 0,12-15 1 0,-12 5-21 0,0-5 0 0,5 5 0 0,1-5 0 15,0-1 102-15,-6 6 16 0,5-5 3 0,-5 5 1 16,0-5-33-16,0 5-6 0,0-1-2 0,0 11 0 15,0-10-30-15,0-5-7 0,0 15 0 0,0-5-1 16,-5-5 5-16,5 10 2 0,-6-10 0 0,6 10 0 16,-6-10-21-16,1 0-4 0,5-1-1 0,0 11 0 15,0 0 8-15,0-5 2 0,-12-5 0 0,12 10 0 16,0 0 3-16,0 0 1 0,0 0 0 0,-11 0 0 16,11 0-6-16,-12 0-2 0,12 0 0 0,-11 5 0 15,0 0-21-15,5 11-9 0,-5-6 8 0,5 0-8 16,0 5 9-16,-5 0-9 0,11 5 10 0,-12-4-10 15,7-1 0-15,-1 5 0 0,6-5 0 0,0-5 0 16,0 6 0-16,0-1 0 0,6-5 0 0,-6-10 0 16,5 10 0-16,7 0 0 0,-1 0 0 0,1-5 0 0,-1-5 0 15,6 0 11-15,-6 0-11 0,7 0 10 0,-1 0-2 0,-6 0 0 16,6 0 0-16,-5-5 0 0,-1 0 6 16,6 0 1-16,-11 0 0 0,5 0 0 0,-11 5-6 0,12-10-1 15,-1-5 0-15,-5 5 0 0,-6 10-8 16,5-11 10-16,1-4-10 0,0 0 10 0,-1 0-10 0,-5 0 10 15,0 0-10-15,0-1 10 0,6-4-10 0,-6 5 12 16,-6 0-12-16,6 0 12 0,0-1-2 0,-5 1 0 16,5 5 0-16,-6 0 0 0,-5 0 3 0,5 0 1 15,-5-1 0-15,11 6 0 0,-12 0-1 0,1 0 0 0,-1 0 0 16,1 0 0-16,0 5 0 0,-1 0 0 0,-5 0 0 16,6 5 0-16,-1 0-13 0,1 5 0 0,-6 1-9 0,11-1 9 15,-11 0-8-15,11 0 8 0,-5 5 0 0,-1-5-9 16,7 5 9-16,5 1 0 0,-17-1 0 0,11 0-8 15,0 5 8-15,1 1 0 0,-1-1 0 0,6 5 0 16,0-5 0-16,0 1 0 0,0-6 0 0,0 0 0 16,6 5 0-16,-1-10 0 0,1 6 0 0,5-6 0 15,1 0 0-15,-1-5 0 0,1 0 0 0,5-5 0 16,0 0 0-16,6-5 9 0,-6 0-1 0,5 0-8 16,1 0 8-16,0-10-8 0,-6 4 0 0,6 1 0 15,-6 0 12-15,0 0-12 0,-6-5 12 0,7 0-12 16,-7-1 16-16,-5 1-3 0,-1-5-1 0,1 5 0 15,0 0 6-15,-1-1 1 0,-5 1 0 0,0 0 0 16,0 0-3-16,-5 0 0 0,-1 5 0 0,0-6 0 0,1 1-16 16,-1 0 0-16,-5 0 0 0,5 0 0 15,-6 4 28-15,1-4 3 0,0 5 0 0,-1 0 0 0,1 0-31 16,0 0 8-16,-1 5-8 0,1 0 0 16,-1 5-23-16,1 0-7 0,-6 0-2 0,0 5 0 0,5-5 32 0,7 10 12 15,-18-5-1-15,11 5 0 0,1 5-11 0,-6 0-16 16,6 1 4-16,-1-1 1 0,1 5 11 0,-1 0 0 15,1 1 8-15,5 4-8 0,1 0 0 0,-1 0 0 16,0-4 0-16,1 4 0 0,-1 0 0 0,6-4 0 16,0-1 0-16,6 0-8 0,-6 0 8 0,5-4 0 15,1-1 0-15,5-5 0 0,1 0 0 0,5 0 0 0,-12-5 0 16,7 0-8-16,5 0 8 0,-6-5 0 0,6 0 0 0,1 0 0 16,-1-5 0-16,5-5 0 0,-4 5 0 0,-1-5 0 15,5 0 0-15,-4 0 0 0,-1-5 0 0,0-1 0 16,-6 1 11-16,0 0-3 0,1-5 0 0,-1-1 0 15,-5 1-8-15,0 0-11 0,-1 0 3 0,1 4 0 16,0-4 32-16,-6 5 6 0,-6-5 2 0,6 5 0 16,-6-1-32-16,6 1 0 0,-5 0 0 0,-1 5 0 15,-5-5 0-15,-1 5 0 0,1-1 0 0,-6 6 0 16,5 0 0-16,-5-5 0 0,0 5-13 0,0 5 4 16,0 0 9-16,-6 0 11 0,6 0-3 0,6 0 0 15,-12 0-8-15,6 5 0 0,0 0 0 0,0 0 0 16,-1 0 0-16,1 0 0 0,6 6 0 0,-6-1 0 15,6 5 0-15,-1 0 0 0,-5 0 0 0,11 0 0 16,-5 6-20-16,0-1 1 0,5 5 0 0,0-4 0 0,-5 4 19 16,5 0-10-16,6-5 10 0,0 1-8 0,0-1 8 15,0 0 0-15,6-5-9 0,-1 1 9 0,1-6 0 0,6 5 0 16,-7-5 0-16,12-5 0 0,-5 0-8 0,-1-5 8 16,6 5 0-16,6-5 0 0,0-5 0 0,-6 0 0 15,6 0 0-15,-1 0 0 0,1-5 0 0,0 0 10 16,0 0-2-16,-6-1-8 0,6 1 0 0,0 0-9 15,-18-5-1-15,7 5 0 0,-1-5 10 0,0 5 0 16,1-6 0-16,-7 1 0 0,-5 0 23 0,6 0 6 16,-6 5 2-16,0-6 0 0,-6 1-31 0,6 0 8 15,-5 0-8-15,5 0 0 0,-6 0 0 0,0-1 0 16,1 1 0-16,-1 0 0 0,0 0 0 0,-5 5 0 0,5-6 0 16,1 6 0-16,-7-5-9 0,1 5-2 0,-1 0 0 0,1 0 0 15,0 5 11-15,-1-5 16 0,1 10-4 0,-6-6-1 16,5 6-21-16,1 6-4 0,-1-1-1 0,1 0 0 15,-6 5-1-15,6 5 0 0,-1-5 0 0,1 10 0 16,-1-4 16-16,1 4 8 0,5 0 0 0,-5 5-8 16,5 1 0-16,1-1 0 0,-1 5 0 0,6-4 0 15,-6-1 0-15,6 0 0 0,6-4 0 0,0 4 0 16,-1-10 0-16,1 0 0 0,5 1-8 0,-5-1 8 16,17-5 0-16,-18-5 0 0,13 5 0 0,-1-5-9 15,0-5 9-15,0 5 0 0,6-5 0 0,-12-5 0 16,6 0 0-16,0 5 0 0,6-10 0 0,-6 5 8 15,-5 0-8-15,5 0 8 0,-6-5-8 0,0-1 8 16,1 6-8-16,-7-5 9 0,1 0-9 0,0 0 10 16,0 0 7-16,-1-5 2 0,1-1 0 0,-6 1 0 15,0 0-19-15,0 0-16 0,-6 0 4 0,1 0 0 0,-1-1 20 16,6 1 4-16,-12 0 0 0,7 0 1 0,-1 0-13 0,-5-1 0 16,5 6 0-16,-5 0 0 0,5 0 0 0,-5 5 0 15,-7-5 0-15,7 5 0 0,0 5 0 0,-6 0 0 16,5 0 0-16,-5 0 0 0,6 5 0 0,-1 0 0 15,-5 0 0-15,0 0 0 0,6 0-8 0,-1 5-5 16,-5 0-1-16,6 6 0 0,-1-1-3 0,1 5-1 16,0 0 0-16,-1 0 0 0,7 6 18 0,-7-1 14 15,6-5-2-15,-5 6-1 0,11-6-11 0,0 5 0 16,0-10 0-16,0 6-11 0,6-6 11 0,-1 5-13 0,1-5 5 16,6-5 8-16,-1 1 0 0,6-6 0 0,6 0 0 15,-12 0 0-15,6-5 0 0,0-5 0 0,6 0 0 0,-6 0 0 16,0 0 0-16,6-6 0 0,-6 1 0 0,-5 0 0 15,5 0 18-15,6-5 11 0,-18 5 3 16,7-5 0-16,-1-1-32 0,0-4 0 0,-5 5 0 0,0 0 0 16,-6-6 0-16,0 6 0 0,0 0 0 0,0-5 0 15,-6 5 8-15,0-1-8 0,1 6 11 0,-1 0-11 16,0 0 8-16,-5 0-8 0,0 5 0 0,11 0 0 16,-18 0 0-16,7 5 0 0,-6 0 0 0,6 0 0 15,-1 0 0-15,1 0 0 0,-6 5 0 0,5 0 0 16,1 0 0-16,-6 5 0 0,5-5 0 0,1 10 0 15,0 0 0-15,-1 1 0 0,1 4-12 0,11 0 3 16,-17 0 9-16,11 1 0 0,0-1 0 0,1 0 0 16,5 0-11-16,0 1 0 0,0-6 0 0,5 0 0 15,-5-5 11-15,6 5 0 0,5-4 0 0,-11-11 0 0,12 10 0 16,5-10 0-16,-6 5 0 0,6-5 0 0,-5-5 0 0,5 5 0 16,6-10 0-16,-12 4 0 0,0-4 8 0,7 5 3 15,-7-5 1-15,0 0 0 0,1-5-12 0,-7 0 0 16,1 5 0-16,6-6-11 0,-12 6 11 0,0-5 9 15,0-5-1-15,0 10-8 0,-12-6 8 0,6 1-8 16,1 5 0-16,-1-5 0 0,-5 5 9 0,5 0-9 16,-5 5 0-16,-1-6 9 0,1 6-9 0,5 0 0 15,-5 5 0-15,-1-5 0 0,1 5 0 0,-1-5 0 16,1 5 0-16,5 5 0 0,-5 0 0 0,0 0 0 16,-1 0-8-16,1 6 8 0,-1-6 0 0,1 5 0 0,5 5 0 15,-5-5 0-15,5 5-11 0,1-5 11 0,-7 6-8 0,6-1 8 16,1 0 0-16,-1-5 0 0,6 5 0 0,0-5 0 15,0-10 0-15,0 16-10 0,0-16 10 0,0 0-10 16,6 10 10-16,-6-10 0 0,0 0 0 0,11 10 0 16,1-5 0-16,-1 0 0 0,-11-5 0 0,11 0 8 15,6-5-8-15,-5 0 0 0,-1 0 0 0,1-5-8 16,-7 5 8-16,7-5 0 0,-7-1 8 0,1 1-8 16,0 0 8-16,-6 10-8 0,0-10 8 0,0 0-8 15,0 0 9-15,0 0-9 0,0-1 12 0,-6 1-12 16,0 0 11-16,1 0-11 0,-1 0 10 0,0-5-10 15,-5 10 8-15,5 0-8 0,0-5 0 0,1 4 9 16,-7 1-9-16,12 5 0 0,-11 0 0 0,5 0 0 16,-5 5-9-16,0 1 9 0,-1-1 0 0,6 5 0 15,1 0-10-15,-1 0 10 0,0 5-8 0,-5 0 8 16,5 1-8-16,6-1 8 0,-5 0-8 0,5 0 8 0,-6 0 0 0,6 1 0 16,0-6 0-16,6 5-8 0,-6-5 8 0,0-10 0 15,11 10 0-15,0 0 0 0,-11-10 0 0,12 5 0 16,5 0 0-16,0-5-12 0,0 0 12 0,6-5 0 15,-12 0 10-15,6 0-10 0,-5-5 8 0,5 0-8 16,-6 0 0-16,6 0 9 0,-5 0-9 0,-1-1 0 16,-5-4 0-16,5 0 0 0,-5 0 0 0,0 0 8 15,-6-1-8-15,0 1 8 0,0 0-8 0,0 0 0 16,-6 0 0-16,0 5 8 0,0-6-8 0,1 6 0 16,-7 5 9-16,7-5-9 0,-7 0 0 0,1 5 0 0,-1-5 0 15,1 10 8-15,5-5-8 0,-5 5 0 0,0 0 0 0,-1 5 0 16,1 0 0-16,11 5-8 0,-12 0 8 0,1 0-8 15,5 0 8-15,-5 5-10 0,5 1 10 16,1-6-10-16,5 5 10 0,-6 0 0 0,6-15-9 0,0 10 9 16,0 5-24-16,0-15-1 0,6 11 0 0,5-1-839 15,0-5-168-15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6-08T04:35:04.8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20661 11570 1545 0,'0'0'44'0,"0"0"9"16,0 0-42-16,0 0-11 0,0 0 0 0,0 0 0 0,0 0 54 0,0 0 9 16,0 0 1-16,0 0 1 0,0 0 0 0,0 0 0 15,0 0 0-15,0 0 0 0,0 0-31 0,0 0-6 16,0 16-2-16,0-1 0 0,-6 0-7 0,1 0-2 15,-7 5 0-15,6 1 0 0,-5-1 3 0,0 5 0 16,-6 6 0-16,0-6 0 0,-1 10-4 0,-4-4-1 16,-1 4 0-16,-6 1 0 0,7 4-3 0,-13-4-1 15,7-1 0-15,-6 0 0 0,-1 1-11 0,1-6 10 0,0 6-10 0,0-6 10 16,0 1-10-16,0-1 0 0,5-5 0 0,1 1 0 16,5-1 0-16,0 0 8 0,0-5-8 0,6-4 0 15,0-1 0-15,11-5 0 0,-5 0-14 0,11-10-666 16,0 0-134-16</inkml:trace>
  <inkml:trace contextRef="#ctx0" brushRef="#br0" timeOffset="340.688">20068 11565 1350 0,'0'0'29'15,"-11"-5"7"-15,5 0 0 0,-5 0 3 0,0 0-31 0,-1 0-8 0,12 5 0 0,-6-5 0 0,-5 0 54 0,11 5 10 16,0 0 1-16,-6-10 1 0,6 10-1 0,0 0 0 16,0 0 0-16,0 0 0 0,0 0-20 0,0 0-4 15,0 0-1-15,0 0 0 0,0 0 6 0,12 0 1 16,5 0 0-16,-6 5 0 0,1 5-5 0,-1 10-1 16,6 0 0-16,-6 6 0 0,1 4-17 0,-1 6-3 15,6 4-1-15,0 1 0 0,-5 4 0 0,5-4 0 16,0-1 0-16,0-4 0 0,6 4-12 0,-6-4-8 15,6-6 10-15,0 5-10 0,-6-9 16 0,5 4-4 16,-4-5 0-16,4-4 0 0,-5-1-12 0,6-5-12 16,-6-5 3-16,0 5 0 0,1-9-7 0,-1-1-2 15,-6 0 0-15,0 0 0 16,1-5-127-16,-12 0-26 0,11-5-5 0,1-5-709 0</inkml:trace>
  <inkml:trace contextRef="#ctx0" brushRef="#br0" timeOffset="661.292">20450 11322 1818 0,'0'0'52'16,"-6"-5"10"-16,6 5-50 0,-11-5-12 0,5 5 0 0,6 0 0 15,-11-5 38-15,11 5 5 0,0 0 1 0,0 0 0 0,0 0 7 0,0 0 1 16,0 0 1-16,0 0 0 0,0 0-27 16,0 0-6-16,-6 10 0 0,6 10-1 15,0-4-4-15,0 9-1 0,0 5 0 0,-5 6 0 0,5 9 0 0,0 1 0 16,0 10 0-16,-6 4 0 0,0 6-3 0,6-5-1 16,0 0 0-16,0-1 0 0,0 1-10 0,0-5 10 15,0-5-10-15,0-6 10 0,0-4-10 0,0 4 0 16,6-4 0-16,-6-6 8 0,6 1-8 0,-6 4 0 15,0-9 0-15,0-1 0 16,5-5-34-16,-5 1-2 0,6-6-1 0,-6-5-630 16,0-15-125-16</inkml:trace>
  <inkml:trace contextRef="#ctx0" brushRef="#br0" timeOffset="895.311">19983 12026 1974 0,'0'0'56'0,"0"0"12"0,0 0-54 0,0 0-14 0,0 0 0 0,0 0 0 16,0 0 38-16,0 0 5 0,0 0 1 0,0 0 0 16,11-5 9-16,1 0 3 0,5 0 0 0,0 0 0 15,11 0-30-15,1 0-6 0,5 5 0 0,6-5-1 16,0 0-19-16,17 0 0 0,0-1 0 0,5-4 0 15,13 5-122-15,-1 0-28 0,5-5-6 0</inkml:trace>
  <inkml:trace contextRef="#ctx0" brushRef="#br0" timeOffset="1760.25">32113 11373 1033 0,'0'0'22'0,"0"0"5"0,0 0 1 0,0 0 2 0,0 0-30 0,12-5 0 0,-12 5 0 0,0 0 0 16,0 0 59-16,11-5 5 0,-11 5 2 0,0 0 0 16,0 0 6-16,12 0 2 0,-12 0 0 0,0 0 0 15,0 0-16-15,0 0-3 0,0 0-1 0,0 0 0 16,0 0-17-16,0 0-3 0,0 0-1 0,0 0 0 15,0 0-11-15,0 0-2 0,0 15-1 0,-6 0 0 16,-5 5 1-16,-1-4 0 0,1 4 0 0,-12 0 0 16,0 10-2-16,0 6 0 0,-5-1 0 0,-6 6 0 15,5-1-8-15,-5 11-2 0,0-5 0 0,0-1 0 0,-1 1-8 16,7-1 0-16,-6-4 0 0,5-1 0 0,1 1 0 16,5-6 8-16,0-4-8 0,0-1 0 0,6-10 0 15,0 1-12-15,6-1 0 0,-1-10 1 16,1 5-37-16,0-10-7 0,11-5-1 0,0 0-519 15,0 0-103-15</inkml:trace>
  <inkml:trace contextRef="#ctx0" brushRef="#br0" timeOffset="2071.919">31572 11444 1485 0,'0'0'42'0,"0"0"10"0,-11 0-42 0,11 0-10 0,0 0 0 0,-12 0 0 16,12 0 46-16,0 0 7 0,-11 0 2 0,11 0 0 15,0 0 5-15,0 0 0 0,0 0 1 0,0 0 0 16,0 0-33-16,6 10-8 0,5 0 0 0,0 5-1 16,1 0 18-16,5 1 4 0,0 4 1 0,0 5 0 15,6 0-2-15,-6 6-1 0,6 9 0 0,-6-4 0 16,6 4-14-16,0 1-2 0,-1-1-1 0,7 1 0 15,-12-6-12-15,6 6-2 0,-1-1-8 0,-4-4 12 16,4-1-12-16,1-4 0 0,0-1 0 0,-6 0 0 16,6-4 0-16,-6-6 0 0,0 0 0 0,0 0 0 15,-6-4-40-15,1-6-13 0,-1 0-3 0,1 0-597 16,-12-10-119-16</inkml:trace>
  <inkml:trace contextRef="#ctx0" brushRef="#br0" timeOffset="2423.061">31908 11165 1710 0,'0'0'37'0,"0"0"8"0,0 0 2 0,0 0 1 0,0 0-38 0,0 0-10 16,0 0 0-16,0 0 0 0,0 0 52 0,0 0 9 0,0 0 2 0,6 15 0 16,-6 6-28-16,0-1-6 0,0 0-1 0,0 5 0 15,0 6-15-15,0-1-3 0,0 6-1 0,0 4 0 16,0 6 2-16,0-1 0 0,0 11 0 0,0 0 0 16,-6 10-11-16,6-6 10 0,0 1-10 0,-5 0 10 15,5 0-10-15,0-6 8 0,0 1-8 0,0-10 8 16,0-1-8-16,0-4 0 0,0-6 0 0,5-4 0 15,-5-1 8-15,0-5-8 0,0 1 8 0,6-1-8 16,-6-5 0-16,0 0-17 0,0-4 2 0,0-6 1 16,0-10-113-16,0 0-22 0,0 0-5 0</inkml:trace>
  <inkml:trace contextRef="#ctx0" brushRef="#br0" timeOffset="2709.939">31350 12006 1911 0,'0'0'42'0,"0"0"9"0,0 0 1 0,0 0 2 0,0 0-43 0,0 0-11 0,0 0 0 15,0-10 0-15,6 0 60 0,-1 5 9 0,7-6 3 0,5 6 0 16,0 0-10-16,6-5-2 0,5 5 0 0,6 0 0 15,6 0-19-15,6 5-4 0,-1 0-1 0,7 0 0 16,5 0-22-16,0 5-5 0,5-5-1 0,-5 5 0 16,0 0-8-16,0 5 0 0,-5-5 0 0,-1 0 0 15,6 0 0-15,0-5-12 0,-6 0 2 0,0 6 1 32,6-6-101-32,-5 0-20 0,-1 0-4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6-08T04:40:46.2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27293 4506 1384 0,'0'0'39'0,"0"0"9"0,0 0-38 0,0 0-10 0,0 0 0 0,0 0 0 16,0 0 79-16,0 0 13 0,0 0 4 0,12 0 0 16,-12 0-32-16,11 5-7 0,0 0-1 0,1 0 0 15,-12-5-15-15,11 10-3 0,6-5-1 0,-11 6 0 16,-6-11-1-16,11 10-1 0,-5 5 0 0,5 0 0 15,-5 0-7-15,0 0-2 0,-6 6 0 0,6-1 0 16,-1 5-1-16,-5 1 0 0,0-1 0 0,-5 5 0 16,5 1-3-16,-6-1-1 0,6 0 0 0,-6 11 0 15,-5-6-6-15,5 1-2 0,-5-1 0 0,5-4 0 16,-5 4 2-16,-1-4 0 0,1-6 0 0,-1 5 0 16,1-4-3-16,-6-1-1 0,5 0 0 0,-5-5 0 0,0 1-1 15,6-6 0-15,-6 0 0 0,5 0 0 0,-5-5-10 0,0 1 0 16,0-1 0-16,6 0 0 0,-6 0-8 0,5-5 8 15,-5 0 0-15,6 0 0 16,-6-5-36-16,5 0-4 0,1 0 0 0,-1 0-695 16,1-5-139-16</inkml:trace>
  <inkml:trace contextRef="#ctx0" brushRef="#br0" timeOffset="449.572">28028 4521 1378 0,'0'0'30'0,"0"0"6"0,0 0 2 0,0 0 2 0,0 0-32 0,0 0-8 0,0 0 0 0,0 0 0 15,0 0 57-15,0 0 11 0,0 0 1 0,0 0 1 16,0 0-7-16,0 0-2 0,0 0 0 0,0 0 0 16,0 0 7-16,0 0 0 0,0 0 1 0,0 0 0 15,0 0-2-15,0 0-1 0,-6 10 0 0,1 6 0 16,-1-6-12-16,0 0-2 0,-5 0-1 0,11 5 0 16,-6 0-24-16,1-5-5 0,-1 11-1 0,6-1 0 0,-6 5 11 0,0 6 1 15,6-1 1-15,-5 11 0 0,-1-1-34 0,6 6 0 16,-6-1 0-16,6 1-12 0,0-1 12 0,0 1 0 15,0 0 0-15,0-1 10 0,6-4-10 0,-6-1 0 16,11-4 0-16,-5-1 8 0,0-5-8 0,5-4 0 16,6-1 0-16,-5 0 0 0,5-4 0 0,0-1 0 15,0-5 0-15,6 0 0 0,-6-5-8 0,6 1 8 16,5-6-10-16,-5 0 10 16,0-5-35-16,5 0-1 0,-5-10 0 0,6 4 0 15,-7-4-30-15,1-5-6 0,0 0-2 0,0-5-991 0</inkml:trace>
  <inkml:trace contextRef="#ctx0" brushRef="#br0" timeOffset="874.739">26672 4430 1278 0,'0'0'28'0,"0"0"5"0,0 0 2 0,11 10 1 0,7-5-28 0,-7 5-8 15,6-10 0-15,0 5 0 0,0 1 99 0,-5-1 18 16,5 0 4-16,0 0 1 0,0-5-22 0,0 5-5 16,6 0-1-16,-6 0 0 0,6-5-15 0,0 0-3 15,5 0-1-15,0 0 0 0,1 0-16 0,11 0-3 16,-6 0-1-16,6 0 0 0,6 0-27 0,-1 0-4 16,6 0-2-16,6 0 0 0,-5 0-10 0,5 0-1 15,5 0-1-15,1-5 0 0,-6 5-10 0,0-5 0 16,6 5 0-16,-6-5 0 0,5 5 0 0,7 0 0 0,-7-5 0 15,7 5 8 1,-1 0-44-16,6 0-10 0,-6 0-2 0,7 0-707 0,-1 5-141 16</inkml:trace>
  <inkml:trace contextRef="#ctx0" brushRef="#br0" timeOffset="1388.715">29379 4739 1875 0,'0'0'41'0,"0"0"9"0,0 0 2 0,0 0 0 0,0 0-41 0,0 0-11 0,0 0 0 0,0 0 0 16,11 5 61-16,0 0 11 0,-11-5 1 0,17 5 1 15,1 0-29-15,4-5-5 0,-5 0-2 0,6 0 0 16,0 0-18-16,0-5-3 0,0 5-1 0,-1-5 0 15,1 5-16-15,0-5 0 0,5 5 0 0,1-5 0 16,-6 0-66 0,5 5-17-16,1 0-3 0,-7-5-866 0</inkml:trace>
  <inkml:trace contextRef="#ctx0" brushRef="#br0" timeOffset="1666.921">29356 5119 1857 0,'0'0'40'0,"0"0"9"0,0 0 2 0,0 0 2 0,0 0-42 0,0 0-11 16,0 0 0-16,0 0 0 0,0 0 64 0,17-5 10 15,-6 5 2-15,6-5 1 0,0 5-21 0,1 0-5 16,-1-5-1-16,0 5 0 0,0-5 10 0,0 5 3 0,6 0 0 0,-6 0 0 16,6 0-38-16,5 0-7 0,-5-6-2 0,11 6 0 15,-5-5-31-15,5 0-6 0,0 5-2 0,11-5-1109 16</inkml:trace>
  <inkml:trace contextRef="#ctx0" brushRef="#br0" timeOffset="2975.56">30735 4471 1486 0,'0'0'32'0,"0"0"8"0,0 0 0 0,0 0 3 0,0 0-35 0,0 0-8 0,0 0 0 0,0 0 0 16,0 0 75-16,0 0 13 0,0 0 2 0,0 0 1 15,0 0-20-15,0 0-4 0,0 0-1 0,0 0 0 16,0 0-17-16,5 10-3 0,1 10-1 0,-6 0 0 15,0 11-9-15,0 4-1 0,0 6-1 0,0 4 0 16,0 11-19-16,0 5-4 0,0-1-1 0,-6 6 0 0,6-5-10 16,0 0 8-16,0-6-8 0,0 1 8 0,0-5-8 0,6-6 0 15,-6-4 0-15,0-1 0 0,0-4 0 0,0-6 0 16,0 1 0-16,-6-6 0 0,6 0 8 0,0 1-8 16,0-6 0-16,-5-5 8 0,5 0-8 0,0-15 10 15,-6 10-10-15,6-10 10 0,0 0 4 0,0 0 1 16,0 0 0-16,0 0 0 0,0-15 9 0,-6 0 1 15,1-10 1-15,-1-1 0 0,6-4-12 0,-6 0-2 16,0-16-1-16,6 0 0 0,0-4-11 0,0-6 8 16,0 0-8-16,0-4 8 0,6-6-8 0,-6 0 10 15,6 0-10-15,5 5 10 0,-5 6 8 0,5-1 2 0,1 10 0 16,5 1 0-16,0-1-20 0,0 6 0 0,0-6 0 16,0 6 0-16,6-1 0 0,0 6-12 0,0-1 1 0,5 1 1 15,-5 4 10-15,0 6 0 0,-1 5 0 0,7 0 8 16,-6 4-8-16,-1 6 9 0,7 5-9 0,-6 5 10 15,0 0-10-15,-6 5 0 0,0 5 0 0,6 6 8 16,-6 4-8-16,0 0 0 0,0 10 9 0,0 1-9 16,0-1 8-16,-6 1-8 0,6-1 10 0,-5 0-10 15,-6 1 0-15,-1-1 8 0,1 0-8 0,-6 1 0 16,0-6 0-16,-6 11 0 0,1-6 0 0,-7 0 0 16,1 6 0-16,-1-6 8 0,-5 1-8 0,0-1 0 15,-6-5 8-15,6 1-8 0,-5-1 0 0,-1-10 9 16,0 0-23-16,0-5-5 0,0 1-1 0,1-11-787 15,-1 0-157-15</inkml:trace>
  <inkml:trace contextRef="#ctx0" brushRef="#br0" timeOffset="3336.585">31749 5245 1904 0,'0'0'42'0,"0"0"9"0,0 0 1 0,0 0 1 0,0 0-42 0,0 0-11 0,11-10 0 0,-11 10 0 16,12-5 71-16,-12 5 12 0,0 0 2 0,0 0 1 15,5-5-30-15,-5 5-7 0,0 0-1 0,0 0 0 16,0 0 1-16,12 10 0 0,-7 5 0 0,-5 1 0 16,0-1-22-16,0 0-5 0,0 5-1 0,0-5 0 15,-5 6-13-15,5-1-8 0,0-5 8 0,0 5-8 16,0-9 0-16,0 4 0 0,0 0 0 0,0-5 0 16,0-10 0-16,5 15 0 0,-5-5 0 0,0-10-8 15,0 0-83-15,0 0-16 0,0 0-3 0,0 0-605 16,0 0-121-16</inkml:trace>
  <inkml:trace contextRef="#ctx0" brushRef="#br0" timeOffset="3681.325">31925 4572 1724 0,'0'0'38'0,"0"0"8"0,0 0 2 0,0 0 0 0,0 0-39 0,0 0-9 15,0 0 0-15,0 0 0 0,0 0 63 0,0 0 10 16,0 0 3-16,0 0 0 0,0 0-29 0,0 0-6 0,0 0-1 0,0 0 0 16,0 0-10-16,-5 10-2 0,-1 0-1 0,6-10 0 15,-6 10-17-15,6-10-10 0,0 0 12 0,0 0-12 16,0 0 8-16,0 0-8 0,0 0 0 0,12 5 0 15,-12-5 9-15,17 0-1 0,-6 0-8 0,6-5 12 16,0 0-1-16,-5 0-1 0,-1-5 0 0,1 5 0 16,-7-5-10-16,-5 10 0 0,0 0 9 0,0 0-9 15,0 0 8-15,0 0-8 0,6-10 8 0,-6 10-8 16,0 0 0-16,0 0 0 0,0 0 0 0,0 0-692 16,0 0-144-16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E2300-05A5-43A4-A9DA-A161754DCB56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509E0-4010-40E2-9536-E715104E84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777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0281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3351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089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46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7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8815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3960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49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655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69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1241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1677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7BD3-B4A1-4318-9FA3-BD1D211DC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052BC-DB38-4496-9ED8-E27F4F2BC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1CA84-81A5-4B85-BC5D-FB52B03DC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36A8-42FA-43D4-8111-0E3656B25762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AF18A-55F1-46D3-BCEC-6D368FB32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E9CEB-0CBA-428A-8527-E45B8D17D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389-67F8-4423-8C2B-4C0E527D8F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31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01BEF-0BC6-4FFF-B84E-904726FAD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5957-071D-485F-B8EF-3866BD1C2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4AEAF-07CA-46D2-AC1E-3AACCD4FC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36A8-42FA-43D4-8111-0E3656B25762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61B49-B0A8-410D-9E11-514CFAF3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E13AC-975A-40CC-A3FC-978941792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389-67F8-4423-8C2B-4C0E527D8F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88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8488F-501D-487C-848E-B938FB76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5E842-0623-4C1A-AB80-197A3ABAD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A2E7B-65B4-4A5C-9E7D-5569B72C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36A8-42FA-43D4-8111-0E3656B25762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D9150-1AA4-41D7-8A51-B3A17838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BEE83-5F76-478B-9485-AEEFEB87C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389-67F8-4423-8C2B-4C0E527D8F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5546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44A0-5151-4C91-A50D-34809A8C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47D23-0115-403D-A89C-422DE7B74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6CA47-BA93-4411-B37E-74373B06F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D1FC7-89F2-4A20-9B1A-A2258A8CC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36A8-42FA-43D4-8111-0E3656B25762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0E712-1388-4118-A4E8-6E376D54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D00BC-CA65-40EF-A118-029C686E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389-67F8-4423-8C2B-4C0E527D8F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73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BBB76-1392-400D-A317-00001D7A7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F7C0F-8522-46A3-A8B1-909091024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C89C2-4908-4176-A359-A7CB80E56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6D8B24-9C10-481D-9A3F-B85F3E97F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A1E07C-4D97-4D86-92DA-303F7B661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2EB265-C0E2-46F0-9BE9-55C66F84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36A8-42FA-43D4-8111-0E3656B25762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4EF19A-ED56-4B63-AFB0-C9927043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9C09E-DD4E-4E6C-AE9A-DB898E55D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389-67F8-4423-8C2B-4C0E527D8F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7467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CA119-D31C-42E7-B909-3346CB0B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B93D47-C4DE-4B27-8008-BE5F1FBE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36A8-42FA-43D4-8111-0E3656B25762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AD6D5C-8C92-42F3-90E0-D72D3A70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8368D-F50A-427B-8F51-02F43F06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389-67F8-4423-8C2B-4C0E527D8F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7661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A278B6-53F6-4753-8315-0E9A1ED83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36A8-42FA-43D4-8111-0E3656B25762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6BF86-BAA8-4488-A1CA-8F2893BBA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2906E-8063-4305-AB71-3A90BDFDA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389-67F8-4423-8C2B-4C0E527D8F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9615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67D65-7E98-4147-8664-251DCA2D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18559-B155-4E5C-9C6B-28DA99199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F0EAE-0893-42E4-9606-7D115A61E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40D5F-9445-4759-B71E-6DC812117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36A8-42FA-43D4-8111-0E3656B25762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C2BC1-D2C8-445A-BE48-5189D66F7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1AD67-1228-4D59-8E58-AA540789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389-67F8-4423-8C2B-4C0E527D8F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5180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94E0-159B-4FB6-83BA-6A35C75AE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25FEA9-CED6-403C-B61B-D84768CBC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66806-7435-425E-948B-D779653AD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F1F0C-6BD3-4EB1-81E2-D9504422F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36A8-42FA-43D4-8111-0E3656B25762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3D6A0-7226-43DA-8B34-9E350177D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D38E2-AEE1-461A-BC30-E0470579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389-67F8-4423-8C2B-4C0E527D8F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27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60256-8C6E-4C72-BCEA-FCE43214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67785-5A30-4700-910E-C0D27A08C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15F0A-48EB-42D3-9E74-74B7C42F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36A8-42FA-43D4-8111-0E3656B25762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0A393-262E-49F8-9210-964E6E6BC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4E57C-8636-4577-9C43-0391DA3E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389-67F8-4423-8C2B-4C0E527D8F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4539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29E0F7-00F7-403B-BE9B-E448D6127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169FC-6CF4-4D0D-B248-518D006ED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70BDE-E803-4D69-B263-F1F2A73A6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36A8-42FA-43D4-8111-0E3656B25762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D71E2-8C8D-47D4-B8DE-0E3FDE911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8FAD6-5F1B-4CA0-9F65-E6E81D79B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389-67F8-4423-8C2B-4C0E527D8F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7851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44486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1232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633584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06366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396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68EC11-70AE-4CC0-8DA0-445293CB1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980EE-06FE-4115-9BD2-37D0FA44D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6798A-358A-4416-9310-2B5224BCA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36A8-42FA-43D4-8111-0E3656B25762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BDCC0-3AC6-4458-891D-F028ED326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0E8D8-4B8C-4B0D-AA9F-4C7CD1235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34389-67F8-4423-8C2B-4C0E527D8F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744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customXml" Target="../ink/ink4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0" cy="68439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-1" y="841913"/>
            <a:ext cx="602408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194274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79064" y="100023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704" y="423829"/>
            <a:ext cx="63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2927646" y="513634"/>
            <a:ext cx="0" cy="633036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05725" y="423829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3724" y="423829"/>
            <a:ext cx="139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6792" y="12630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Glossary or Formula Page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BB7B08-4440-4D2D-BEB5-0FCF84FF1817}"/>
              </a:ext>
            </a:extLst>
          </p:cNvPr>
          <p:cNvCxnSpPr>
            <a:cxnSpLocks/>
          </p:cNvCxnSpPr>
          <p:nvPr/>
        </p:nvCxnSpPr>
        <p:spPr>
          <a:xfrm>
            <a:off x="6065355" y="841913"/>
            <a:ext cx="6126645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009663-A17A-419F-A984-AD0140476DA4}"/>
              </a:ext>
            </a:extLst>
          </p:cNvPr>
          <p:cNvCxnSpPr>
            <a:cxnSpLocks/>
          </p:cNvCxnSpPr>
          <p:nvPr/>
        </p:nvCxnSpPr>
        <p:spPr>
          <a:xfrm>
            <a:off x="7259630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818468-9124-4B90-B3CB-D7E5860EA908}"/>
              </a:ext>
            </a:extLst>
          </p:cNvPr>
          <p:cNvSpPr txBox="1"/>
          <p:nvPr/>
        </p:nvSpPr>
        <p:spPr>
          <a:xfrm>
            <a:off x="6241706" y="423829"/>
            <a:ext cx="928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40C921-A454-4175-9605-5FE38A08D796}"/>
              </a:ext>
            </a:extLst>
          </p:cNvPr>
          <p:cNvSpPr txBox="1"/>
          <p:nvPr/>
        </p:nvSpPr>
        <p:spPr>
          <a:xfrm>
            <a:off x="7647597" y="423829"/>
            <a:ext cx="15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5947484" y="0"/>
            <a:ext cx="0" cy="685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6024082" y="620688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57262" y="5680798"/>
            <a:ext cx="6095911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392144" y="1196752"/>
            <a:ext cx="0" cy="448404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05746" y="-8452"/>
            <a:ext cx="431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241" y="749956"/>
            <a:ext cx="1532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734" y="1280374"/>
            <a:ext cx="1366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7262" y="1253432"/>
            <a:ext cx="920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1726" y="5795386"/>
            <a:ext cx="878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0653" y="128245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Tasks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0549AA-3BC3-4787-9316-32BE6C85A247}"/>
              </a:ext>
            </a:extLst>
          </p:cNvPr>
          <p:cNvSpPr txBox="1"/>
          <p:nvPr/>
        </p:nvSpPr>
        <p:spPr>
          <a:xfrm>
            <a:off x="6757892" y="312911"/>
            <a:ext cx="563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Mrs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Parts of a Circle and Circumference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9C3A73-FDA9-4FC7-AA0D-F81802B6F87D}"/>
              </a:ext>
            </a:extLst>
          </p:cNvPr>
          <p:cNvSpPr txBox="1"/>
          <p:nvPr/>
        </p:nvSpPr>
        <p:spPr>
          <a:xfrm>
            <a:off x="2006893" y="904581"/>
            <a:ext cx="9078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label a circle and find the circumference?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8448" y="207934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572247" y="2039172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Label the parts of a circle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Find the circumference of a circle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7557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Parts of Circle and Circumference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label a circle and find the circumference?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6842716A-683D-4DDF-9774-781ADAA16883}"/>
              </a:ext>
            </a:extLst>
          </p:cNvPr>
          <p:cNvSpPr/>
          <p:nvPr/>
        </p:nvSpPr>
        <p:spPr>
          <a:xfrm>
            <a:off x="418353" y="1602135"/>
            <a:ext cx="4966447" cy="4942541"/>
          </a:xfrm>
          <a:prstGeom prst="ellipse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34599B-E0D5-4083-9DD4-EB6429480F21}"/>
              </a:ext>
            </a:extLst>
          </p:cNvPr>
          <p:cNvCxnSpPr>
            <a:cxnSpLocks/>
          </p:cNvCxnSpPr>
          <p:nvPr/>
        </p:nvCxnSpPr>
        <p:spPr>
          <a:xfrm flipH="1">
            <a:off x="5139765" y="1864659"/>
            <a:ext cx="2073836" cy="99209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45CFD13-3AC8-4C73-856D-3626383DB490}"/>
              </a:ext>
            </a:extLst>
          </p:cNvPr>
          <p:cNvSpPr/>
          <p:nvPr/>
        </p:nvSpPr>
        <p:spPr>
          <a:xfrm>
            <a:off x="7428754" y="1423916"/>
            <a:ext cx="43508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The </a:t>
            </a:r>
            <a:r>
              <a:rPr lang="en-AU" sz="2400" b="1" dirty="0">
                <a:solidFill>
                  <a:srgbClr val="0070C0"/>
                </a:solidFill>
              </a:rPr>
              <a:t>circumference</a:t>
            </a:r>
            <a:r>
              <a:rPr lang="en-AU" sz="2400" dirty="0">
                <a:solidFill>
                  <a:srgbClr val="7030A0"/>
                </a:solidFill>
              </a:rPr>
              <a:t> </a:t>
            </a:r>
            <a:r>
              <a:rPr lang="en-AU" sz="2400" dirty="0"/>
              <a:t>of a circle is the boundary of the circle.</a:t>
            </a:r>
          </a:p>
          <a:p>
            <a:endParaRPr lang="en-AU" sz="2400" dirty="0"/>
          </a:p>
          <a:p>
            <a:r>
              <a:rPr lang="en-AU" sz="2400" dirty="0"/>
              <a:t>The perimeter of a circle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1CCACB-C29C-4DD1-BEFA-5EB0509A6549}"/>
              </a:ext>
            </a:extLst>
          </p:cNvPr>
          <p:cNvCxnSpPr>
            <a:stCxn id="2" idx="3"/>
          </p:cNvCxnSpPr>
          <p:nvPr/>
        </p:nvCxnSpPr>
        <p:spPr>
          <a:xfrm flipV="1">
            <a:off x="1145672" y="4069976"/>
            <a:ext cx="1705104" cy="1750882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3480144-EE2F-411F-9E10-14A49763C50D}"/>
              </a:ext>
            </a:extLst>
          </p:cNvPr>
          <p:cNvCxnSpPr>
            <a:cxnSpLocks/>
          </p:cNvCxnSpPr>
          <p:nvPr/>
        </p:nvCxnSpPr>
        <p:spPr>
          <a:xfrm flipH="1" flipV="1">
            <a:off x="2743200" y="4490100"/>
            <a:ext cx="3615766" cy="34088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DD2E2BF-E37F-40E2-8E6B-8B796F455FBF}"/>
              </a:ext>
            </a:extLst>
          </p:cNvPr>
          <p:cNvSpPr/>
          <p:nvPr/>
        </p:nvSpPr>
        <p:spPr>
          <a:xfrm>
            <a:off x="6801224" y="3977358"/>
            <a:ext cx="456004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A line drawn from the centre of a circle to the circumference is the </a:t>
            </a:r>
            <a:r>
              <a:rPr lang="en-AU" sz="2400" b="1" dirty="0">
                <a:solidFill>
                  <a:srgbClr val="7030A0"/>
                </a:solidFill>
              </a:rPr>
              <a:t>radius</a:t>
            </a:r>
            <a:r>
              <a:rPr lang="en-AU" sz="2400" dirty="0">
                <a:solidFill>
                  <a:srgbClr val="7030A0"/>
                </a:solidFill>
              </a:rPr>
              <a:t>. </a:t>
            </a:r>
          </a:p>
          <a:p>
            <a:endParaRPr lang="en-AU" sz="2400" dirty="0">
              <a:solidFill>
                <a:srgbClr val="7030A0"/>
              </a:solidFill>
            </a:endParaRPr>
          </a:p>
          <a:p>
            <a:r>
              <a:rPr lang="en-AU" sz="2400" dirty="0"/>
              <a:t>Every radius in a circle is equal in length.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80D929A-5881-45CC-949A-253E76112BBB}"/>
                  </a:ext>
                </a:extLst>
              </p14:cNvPr>
              <p14:cNvContentPartPr/>
              <p14:nvPr/>
            </p14:nvContentPartPr>
            <p14:xfrm>
              <a:off x="7999490" y="4011509"/>
              <a:ext cx="59220" cy="297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80D929A-5881-45CC-949A-253E76112B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95183" y="4007215"/>
                <a:ext cx="67834" cy="382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00A2CF6-0B37-4A4D-95A0-4EE80E5F74EE}"/>
                  </a:ext>
                </a:extLst>
              </p14:cNvPr>
              <p14:cNvContentPartPr/>
              <p14:nvPr/>
            </p14:nvContentPartPr>
            <p14:xfrm>
              <a:off x="2802240" y="3940920"/>
              <a:ext cx="160200" cy="181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00A2CF6-0B37-4A4D-95A0-4EE80E5F74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92880" y="3931560"/>
                <a:ext cx="178920" cy="19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7557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Parts of Circle and Circumference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label a circle and find the circumference?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6842716A-683D-4DDF-9774-781ADAA16883}"/>
              </a:ext>
            </a:extLst>
          </p:cNvPr>
          <p:cNvSpPr/>
          <p:nvPr/>
        </p:nvSpPr>
        <p:spPr>
          <a:xfrm>
            <a:off x="418353" y="1602135"/>
            <a:ext cx="4966447" cy="4942541"/>
          </a:xfrm>
          <a:prstGeom prst="ellipse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F7C97B-7130-4DDD-AE81-8EC7B4973F60}"/>
              </a:ext>
            </a:extLst>
          </p:cNvPr>
          <p:cNvCxnSpPr>
            <a:stCxn id="2" idx="1"/>
            <a:endCxn id="2" idx="5"/>
          </p:cNvCxnSpPr>
          <p:nvPr/>
        </p:nvCxnSpPr>
        <p:spPr>
          <a:xfrm>
            <a:off x="1145672" y="2325953"/>
            <a:ext cx="3511809" cy="3494905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FA17DC7-2A7F-4888-96D5-8AFB156FC227}"/>
              </a:ext>
            </a:extLst>
          </p:cNvPr>
          <p:cNvCxnSpPr>
            <a:cxnSpLocks/>
          </p:cNvCxnSpPr>
          <p:nvPr/>
        </p:nvCxnSpPr>
        <p:spPr>
          <a:xfrm flipH="1">
            <a:off x="3830918" y="2994212"/>
            <a:ext cx="3544048" cy="180879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9D3AD1E-7195-4B52-9B9B-A8DD7C6099C8}"/>
              </a:ext>
            </a:extLst>
          </p:cNvPr>
          <p:cNvSpPr/>
          <p:nvPr/>
        </p:nvSpPr>
        <p:spPr>
          <a:xfrm>
            <a:off x="7488518" y="2125355"/>
            <a:ext cx="398630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A line drawn through the centre from one side of a circle to its opposite side is called the </a:t>
            </a:r>
            <a:r>
              <a:rPr lang="en-AU" sz="2400" b="1" dirty="0">
                <a:solidFill>
                  <a:srgbClr val="00B050"/>
                </a:solidFill>
              </a:rPr>
              <a:t>diameter.</a:t>
            </a:r>
            <a:r>
              <a:rPr lang="en-AU" sz="2400" dirty="0">
                <a:solidFill>
                  <a:srgbClr val="00B050"/>
                </a:solidFill>
              </a:rPr>
              <a:t>  </a:t>
            </a:r>
          </a:p>
          <a:p>
            <a:endParaRPr lang="en-AU" sz="2400" dirty="0">
              <a:solidFill>
                <a:srgbClr val="00B050"/>
              </a:solidFill>
            </a:endParaRPr>
          </a:p>
          <a:p>
            <a:r>
              <a:rPr lang="en-AU" sz="2400" dirty="0"/>
              <a:t>It is double the length of the radius.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FC8208-50B3-4435-A035-4244755D8E8C}"/>
              </a:ext>
            </a:extLst>
          </p:cNvPr>
          <p:cNvCxnSpPr/>
          <p:nvPr/>
        </p:nvCxnSpPr>
        <p:spPr>
          <a:xfrm flipV="1">
            <a:off x="1145672" y="4069976"/>
            <a:ext cx="1705104" cy="1750882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1C2EB88-9172-4393-81D1-AD2582F8F842}"/>
                  </a:ext>
                </a:extLst>
              </p14:cNvPr>
              <p14:cNvContentPartPr/>
              <p14:nvPr/>
            </p14:nvContentPartPr>
            <p14:xfrm>
              <a:off x="7193880" y="4019400"/>
              <a:ext cx="4506840" cy="479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1C2EB88-9172-4393-81D1-AD2582F8F8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84520" y="4010040"/>
                <a:ext cx="4525560" cy="49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559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4AA6B91-2B81-4469-803F-858A2C482E51}"/>
              </a:ext>
            </a:extLst>
          </p:cNvPr>
          <p:cNvSpPr/>
          <p:nvPr/>
        </p:nvSpPr>
        <p:spPr>
          <a:xfrm>
            <a:off x="2446187" y="783358"/>
            <a:ext cx="4966447" cy="4942541"/>
          </a:xfrm>
          <a:prstGeom prst="ellipse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0C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EDFE308-DD9D-401C-BEED-58117FFA5CB6}"/>
              </a:ext>
            </a:extLst>
          </p:cNvPr>
          <p:cNvCxnSpPr>
            <a:stCxn id="3" idx="1"/>
            <a:endCxn id="3" idx="5"/>
          </p:cNvCxnSpPr>
          <p:nvPr/>
        </p:nvCxnSpPr>
        <p:spPr>
          <a:xfrm>
            <a:off x="3173506" y="1507176"/>
            <a:ext cx="3511809" cy="349490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9DB40E-F95F-4E7F-AAC4-66E98808D2A3}"/>
              </a:ext>
            </a:extLst>
          </p:cNvPr>
          <p:cNvCxnSpPr/>
          <p:nvPr/>
        </p:nvCxnSpPr>
        <p:spPr>
          <a:xfrm flipV="1">
            <a:off x="4929410" y="1503746"/>
            <a:ext cx="1705104" cy="1750882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7557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Parts of Circle and Circumference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label a circle and find the circumference?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689219-8B26-4B2E-BB70-C9330958F161}"/>
              </a:ext>
            </a:extLst>
          </p:cNvPr>
          <p:cNvCxnSpPr>
            <a:cxnSpLocks/>
          </p:cNvCxnSpPr>
          <p:nvPr/>
        </p:nvCxnSpPr>
        <p:spPr>
          <a:xfrm>
            <a:off x="2415292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1CEE673-55DB-4695-BDBE-09C494BF3ECB}"/>
              </a:ext>
            </a:extLst>
          </p:cNvPr>
          <p:cNvSpPr txBox="1"/>
          <p:nvPr/>
        </p:nvSpPr>
        <p:spPr>
          <a:xfrm>
            <a:off x="0" y="1596572"/>
            <a:ext cx="2415292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I find the circumference of a full circle?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892378-9BCC-46CE-989A-8EFCD6B78B62}"/>
              </a:ext>
            </a:extLst>
          </p:cNvPr>
          <p:cNvSpPr txBox="1"/>
          <p:nvPr/>
        </p:nvSpPr>
        <p:spPr>
          <a:xfrm>
            <a:off x="3536497" y="1386199"/>
            <a:ext cx="590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0070C0"/>
                </a:solidFill>
              </a:rPr>
              <a:t>Circumference = </a:t>
            </a:r>
            <a:r>
              <a:rPr lang="el-GR" sz="2800" dirty="0">
                <a:solidFill>
                  <a:srgbClr val="0070C0"/>
                </a:solidFill>
              </a:rPr>
              <a:t>π</a:t>
            </a:r>
            <a:r>
              <a:rPr lang="en-AU" sz="2800" dirty="0">
                <a:solidFill>
                  <a:srgbClr val="0070C0"/>
                </a:solidFill>
              </a:rPr>
              <a:t> x diameter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D024B3-AE45-479B-BB12-B3B925174CBB}"/>
                  </a:ext>
                </a:extLst>
              </p:cNvPr>
              <p:cNvSpPr txBox="1"/>
              <p:nvPr/>
            </p:nvSpPr>
            <p:spPr>
              <a:xfrm>
                <a:off x="3050973" y="2017661"/>
                <a:ext cx="583264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AU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AU" sz="32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D024B3-AE45-479B-BB12-B3B925174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973" y="2017661"/>
                <a:ext cx="583264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8291629-BA83-4442-B7B0-66EC6269D289}"/>
              </a:ext>
            </a:extLst>
          </p:cNvPr>
          <p:cNvSpPr txBox="1"/>
          <p:nvPr/>
        </p:nvSpPr>
        <p:spPr>
          <a:xfrm>
            <a:off x="2630194" y="3230677"/>
            <a:ext cx="5832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Since the diameter is twice the length of the radius, it can also be found as: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AE1F9A-A6ED-4C5A-B577-F93BC823F23A}"/>
              </a:ext>
            </a:extLst>
          </p:cNvPr>
          <p:cNvSpPr txBox="1"/>
          <p:nvPr/>
        </p:nvSpPr>
        <p:spPr>
          <a:xfrm>
            <a:off x="4566549" y="4222856"/>
            <a:ext cx="5472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7030A0"/>
                </a:solidFill>
              </a:rPr>
              <a:t>Circumference = </a:t>
            </a:r>
            <a:r>
              <a:rPr lang="el-GR" sz="2800" dirty="0">
                <a:solidFill>
                  <a:srgbClr val="7030A0"/>
                </a:solidFill>
              </a:rPr>
              <a:t>π</a:t>
            </a:r>
            <a:r>
              <a:rPr lang="en-AU" sz="2800" dirty="0">
                <a:solidFill>
                  <a:srgbClr val="7030A0"/>
                </a:solidFill>
              </a:rPr>
              <a:t> x 2 x radius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38CB44-B083-4AFF-B1FA-9F79412C867B}"/>
                  </a:ext>
                </a:extLst>
              </p:cNvPr>
              <p:cNvSpPr txBox="1"/>
              <p:nvPr/>
            </p:nvSpPr>
            <p:spPr>
              <a:xfrm>
                <a:off x="4405744" y="4907258"/>
                <a:ext cx="54006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l-GR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38CB44-B083-4AFF-B1FA-9F79412C8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744" y="4907258"/>
                <a:ext cx="54006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DDAA019-0CF2-4749-9F4D-DE159635666B}"/>
              </a:ext>
            </a:extLst>
          </p:cNvPr>
          <p:cNvSpPr txBox="1"/>
          <p:nvPr/>
        </p:nvSpPr>
        <p:spPr>
          <a:xfrm>
            <a:off x="3759659" y="6128835"/>
            <a:ext cx="7619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*remember that multiplication can be done in any order*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977AEC-69D5-4D75-8C44-A57F045EAE97}"/>
                  </a:ext>
                </a:extLst>
              </p14:cNvPr>
              <p14:cNvContentPartPr/>
              <p14:nvPr/>
            </p14:nvContentPartPr>
            <p14:xfrm>
              <a:off x="9601920" y="1510920"/>
              <a:ext cx="1928520" cy="490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977AEC-69D5-4D75-8C44-A57F045EAE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92560" y="1501560"/>
                <a:ext cx="1947240" cy="50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958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1" grpId="0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000357-0547-48D2-B3E3-7A805617D1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4" t="4891" r="41045" b="6424"/>
          <a:stretch/>
        </p:blipFill>
        <p:spPr bwMode="auto">
          <a:xfrm>
            <a:off x="1451552" y="-1"/>
            <a:ext cx="3622471" cy="6828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88226F-C497-407A-B45E-2A0D0331D9FD}"/>
              </a:ext>
            </a:extLst>
          </p:cNvPr>
          <p:cNvSpPr/>
          <p:nvPr/>
        </p:nvSpPr>
        <p:spPr>
          <a:xfrm>
            <a:off x="2796988" y="6161741"/>
            <a:ext cx="723153" cy="6664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F7B5541-2071-462C-9F81-D4679DAEE173}"/>
              </a:ext>
            </a:extLst>
          </p:cNvPr>
          <p:cNvCxnSpPr>
            <a:cxnSpLocks/>
          </p:cNvCxnSpPr>
          <p:nvPr/>
        </p:nvCxnSpPr>
        <p:spPr>
          <a:xfrm flipH="1">
            <a:off x="3669553" y="2910541"/>
            <a:ext cx="3777129" cy="32512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08E8B83-688C-487A-BDED-482A7A9E0296}"/>
              </a:ext>
            </a:extLst>
          </p:cNvPr>
          <p:cNvSpPr/>
          <p:nvPr/>
        </p:nvSpPr>
        <p:spPr>
          <a:xfrm>
            <a:off x="1377576" y="1849717"/>
            <a:ext cx="723153" cy="6664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377DFA-725A-440B-9846-0860A4A87455}"/>
              </a:ext>
            </a:extLst>
          </p:cNvPr>
          <p:cNvCxnSpPr>
            <a:cxnSpLocks/>
          </p:cNvCxnSpPr>
          <p:nvPr/>
        </p:nvCxnSpPr>
        <p:spPr>
          <a:xfrm flipH="1">
            <a:off x="2265083" y="1261035"/>
            <a:ext cx="5002305" cy="83073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A8896DF-5CB0-40D4-A656-7D9CD880A012}"/>
              </a:ext>
            </a:extLst>
          </p:cNvPr>
          <p:cNvSpPr/>
          <p:nvPr/>
        </p:nvSpPr>
        <p:spPr>
          <a:xfrm>
            <a:off x="7492236" y="930061"/>
            <a:ext cx="398630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Press “shift” first</a:t>
            </a:r>
            <a:endParaRPr lang="en-AU" sz="2400" dirty="0">
              <a:solidFill>
                <a:srgbClr val="00B050"/>
              </a:solidFill>
            </a:endParaRPr>
          </a:p>
          <a:p>
            <a:endParaRPr lang="en-AU" sz="2400" dirty="0">
              <a:solidFill>
                <a:srgbClr val="00B050"/>
              </a:solidFill>
            </a:endParaRPr>
          </a:p>
          <a:p>
            <a:endParaRPr lang="en-AU" sz="2400" dirty="0">
              <a:solidFill>
                <a:srgbClr val="00B050"/>
              </a:solidFill>
            </a:endParaRPr>
          </a:p>
          <a:p>
            <a:endParaRPr lang="en-AU" sz="2400" dirty="0">
              <a:solidFill>
                <a:srgbClr val="00B050"/>
              </a:solidFill>
            </a:endParaRPr>
          </a:p>
          <a:p>
            <a:r>
              <a:rPr lang="en-AU" sz="2400" dirty="0"/>
              <a:t>Then press the x10 button to get pi</a:t>
            </a:r>
          </a:p>
        </p:txBody>
      </p:sp>
    </p:spTree>
    <p:extLst>
      <p:ext uri="{BB962C8B-B14F-4D97-AF65-F5344CB8AC3E}">
        <p14:creationId xmlns:p14="http://schemas.microsoft.com/office/powerpoint/2010/main" val="1863737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2F53C1-CFA7-4AE5-9F91-511658F1E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32" y="1257626"/>
            <a:ext cx="2828179" cy="26336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F46B04-4FB6-49D6-A5B9-6DE92408D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745" y="1213634"/>
            <a:ext cx="2721629" cy="272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18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7557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Parts of Circle and Circumference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label a circle and find the circumference?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689219-8B26-4B2E-BB70-C9330958F161}"/>
              </a:ext>
            </a:extLst>
          </p:cNvPr>
          <p:cNvCxnSpPr>
            <a:cxnSpLocks/>
          </p:cNvCxnSpPr>
          <p:nvPr/>
        </p:nvCxnSpPr>
        <p:spPr>
          <a:xfrm>
            <a:off x="2415292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1CEE673-55DB-4695-BDBE-09C494BF3ECB}"/>
              </a:ext>
            </a:extLst>
          </p:cNvPr>
          <p:cNvSpPr txBox="1"/>
          <p:nvPr/>
        </p:nvSpPr>
        <p:spPr>
          <a:xfrm>
            <a:off x="0" y="1596572"/>
            <a:ext cx="2415292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I find the circumference of a semi circle?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D024B3-AE45-479B-BB12-B3B925174CBB}"/>
                  </a:ext>
                </a:extLst>
              </p:cNvPr>
              <p:cNvSpPr txBox="1"/>
              <p:nvPr/>
            </p:nvSpPr>
            <p:spPr>
              <a:xfrm>
                <a:off x="2669756" y="1615002"/>
                <a:ext cx="5832649" cy="787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AU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l-GR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AU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AU" sz="3200" b="1" dirty="0">
                    <a:solidFill>
                      <a:srgbClr val="0070C0"/>
                    </a:solidFill>
                  </a:rPr>
                  <a:t> + straight line section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D024B3-AE45-479B-BB12-B3B925174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756" y="1615002"/>
                <a:ext cx="5832649" cy="787716"/>
              </a:xfrm>
              <a:prstGeom prst="rect">
                <a:avLst/>
              </a:prstGeom>
              <a:blipFill>
                <a:blip r:embed="rId3"/>
                <a:stretch>
                  <a:fillRect b="-124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D28D04DD-DCB6-4EC4-8C4E-D0A4E3A30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645" y="4354834"/>
            <a:ext cx="3905250" cy="2352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8B7E702-5488-434E-821A-FB14EF8F0F19}"/>
                  </a:ext>
                </a:extLst>
              </p:cNvPr>
              <p:cNvSpPr txBox="1"/>
              <p:nvPr/>
            </p:nvSpPr>
            <p:spPr>
              <a:xfrm>
                <a:off x="2625389" y="2850124"/>
                <a:ext cx="7263453" cy="801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l-GR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AU" sz="3200" b="1" dirty="0">
                    <a:solidFill>
                      <a:srgbClr val="7030A0"/>
                    </a:solidFill>
                  </a:rPr>
                  <a:t> + straight line section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8B7E702-5488-434E-821A-FB14EF8F0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389" y="2850124"/>
                <a:ext cx="7263453" cy="801310"/>
              </a:xfrm>
              <a:prstGeom prst="rect">
                <a:avLst/>
              </a:prstGeom>
              <a:blipFill>
                <a:blip r:embed="rId5"/>
                <a:stretch>
                  <a:fillRect b="-129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44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64FC86-9F7C-4E7F-B405-40D501A8C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87" y="568944"/>
            <a:ext cx="3843843" cy="24727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DF3D89-D768-49E2-BFF2-8CD0A75FB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583" y="568944"/>
            <a:ext cx="2918804" cy="320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200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48FC1C-A554-41CB-BECD-C9275E7B6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918"/>
            <a:ext cx="12192000" cy="304385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6762" y="2492356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4C36A6-FFB3-4ECE-A6E1-37981E3FD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6461"/>
          <a:stretch/>
        </p:blipFill>
        <p:spPr>
          <a:xfrm>
            <a:off x="0" y="3785384"/>
            <a:ext cx="2869882" cy="28731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B8E6D8-6876-408C-87A1-71566F2CE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640" y="4408497"/>
            <a:ext cx="3025511" cy="186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340</Words>
  <Application>Microsoft Office PowerPoint</Application>
  <PresentationFormat>Widescreen</PresentationFormat>
  <Paragraphs>85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Fragment Core</vt:lpstr>
      <vt:lpstr>Kiwi School Handwriting</vt:lpstr>
      <vt:lpstr>Office Theme</vt:lpstr>
      <vt:lpstr>PowerPoint Presentation</vt:lpstr>
      <vt:lpstr>PowerPoint Presentation</vt:lpstr>
      <vt:lpstr>Parts of a Circle and Circumference </vt:lpstr>
      <vt:lpstr>Learning Intentions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Practice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Parts of a Circle and Circumference </dc:title>
  <dc:creator>LABUSCHAGNE Nine [Baldivis Secondary College]</dc:creator>
  <cp:lastModifiedBy>STRETCH Nine [Baldivis Secondary College]</cp:lastModifiedBy>
  <cp:revision>20</cp:revision>
  <dcterms:created xsi:type="dcterms:W3CDTF">2018-05-31T04:51:41Z</dcterms:created>
  <dcterms:modified xsi:type="dcterms:W3CDTF">2019-05-20T02:40:38Z</dcterms:modified>
</cp:coreProperties>
</file>