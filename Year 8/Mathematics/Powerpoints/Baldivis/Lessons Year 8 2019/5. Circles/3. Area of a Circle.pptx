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60" r:id="rId3"/>
    <p:sldId id="261" r:id="rId4"/>
    <p:sldId id="262" r:id="rId5"/>
    <p:sldId id="264" r:id="rId6"/>
    <p:sldId id="266" r:id="rId7"/>
    <p:sldId id="263" r:id="rId8"/>
    <p:sldId id="267" r:id="rId9"/>
    <p:sldId id="268" r:id="rId10"/>
    <p:sldId id="269" r:id="rId11"/>
    <p:sldId id="270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3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6-11T04:33:56.85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941 5782 817 0,'0'0'17'0,"0"0"4"0,-11-5 1 0,5 0 2 0,6 5-24 0,-11-10 0 0,5 0 0 0,0 5 0 16,-11-5 16-16,6 5-1 0,5-6-1 0,6 6 0 15,-6 0-14-15,6 5-16 0,0 0 3 0,0 0 1 16,-11-5 12-16,11 5 16 0,0 0-3 0,0 0-1 15,0 0 5-15,17-5 1 0,0 0 0 0,-17 5 0 16,17 5-18-16,6 0 0 0,0 0 0 0,11 0 0 16,-11 0 0-16,11 0 10 0,6 1-10 0,0-1 8 15,5 0-8-15,7 5 0 0,-7-5 0 0,12-5 0 0,11 5 0 0,-5 0 12 16,17-5-2-16,0 0 0 0,-1 0 5 0,7 5 1 16,11 0 0-16,-12 0 0 0,12 0-3 0,-6 0 0 15,6 5 0-15,0-5 0 0,0-5 2 0,5 6 0 16,7-1 0-16,-12 0 0 0,-1 5-15 0,1 0 0 15,0-5 0-15,0 5 0 0,-6-10 0 0,-5 5 0 16,10 5 0-16,-16-5 0 0,0 6 0 0,-6-6 0 16,-6 5 0-16,-11 0 0 0,0-5 9 0,-5 5-9 15,-18-5 8-15,6 5-8 0,0-5 11 0,-18 0-3 16,1 5-8-16,0-4 12 0,-6-1-12 0,0 0 9 16,-17-5-9-16,0 0 8 0,0 0 13 0,0 0 3 0,0 0 0 15,0 0 0-15,0 0 16 0,0 0 3 16,-17 0 1-16,-6 5 0 0,1-5-27 0,-18-5-5 0,5 5 0 0,-10-5-1 15,-1 0-1-15,1-6 0 0,-7 6 0 0,-5-5 0 16,-5 5 4-16,-1 0 1 0,-11 0 0 0,0 0 0 16,6 0-7-16,-6 0-8 0,-6 0 11 0,0 0-11 15,6-5 8-15,-6-1-8 0,-11 11 0 0,0-5 0 16,5-5 0-16,-5 10 0 0,6-5 0 0,-6 0 0 16,5 5 15-16,-11-5-4 0,6 0-1 0,0 0 0 15,5 5-10-15,-10-5 0 0,4 5 0 0,7 0 8 16,-6 0-8-16,11 0 0 0,6 0 0 0,-6 0 0 15,6 0 0-15,6 5 0 0,-1-5 0 0,7 5 0 16,-18 0 0-16,23 5 0 0,-11-5 0 0,16 5 0 16,-5 1 0-16,0-6 0 0,17 5 0 0,-11 0 0 15,11-5 0-15,17 0 0 0,-11-5 0 0,11 5 0 0,6 0 0 16,0 0 0-16,0 0 0 0,12-5 0 0,-1 5 0 0,6-5 8 16,0 0 0-16,0 0 0 0,0 0-8 0,6 5 0 15,16 5 0-15,7-4 8 0,-6-1-8 0,5 0 8 16,23-5-8-16,-11 5 8 0,17 5-8 0,0 0 0 15,17 0 0-15,6 0 0 0,0 0 0 0,5 1 8 16,1-1-8-16,11 0 8 0,11 5-8 0,6-5 0 16,11 0 0-16,-5 0 0 0,5 0 0 0,6 6 0 15,0-6 0-15,6 0 0 0,0 0 0 0,-6 0 0 16,6 0 0-16,-1-5 0 0,-10 5 0 0,5-4 0 16,5-1 0-16,-5 0 0 0,-11 5 0 0,-6 0 0 0,0-5 0 0,-17 5 0 15,0-5 0-15,-12 0 0 0,-5 0 0 0,-6 5 0 16,0-4 0-16,-11-1 0 0,-12 0 0 0,-5 5 8 15,-6-5-8-15,-6 0 0 0,-11 0 0 0,-1-5 8 16,-5 5 13-16,-17-5 3 0,0 0 0 0,0 0 0 16,0 0-24-16,0 0 0 0,-5-5 0 0,-18 5-8 15,-11-5 8-15,0 5 0 0,-6 0 0 0,-6 0 8 16,-5-5 0-16,5 0 1 0,-11 5 0 0,0-5 0 16,-11 5-9-16,0-5 0 0,-7 0 0 0,-4 0 0 15,-1-1 0-15,-6 6 0 0,-5-5 0 0,6 5 0 16,-12 0 0-16,0 0 0 0,0 0 9 0,0 0-1 15,1 5-8-15,-7-5-10 0,0 6 10 0,7-6-13 16,-1 0 13-16,0 0 8 0,0 5 0 0,0-5-8 16,-17 0 0-16,17 0 0 0,-11 0 0 0,5 5-9 15,7 0 9-15,4 0 0 0,7 0 0 0,5 5 0 0,6 0 0 0,-6 0 0 16,1 0 0-16,5 6 0 0,-1-11 0 0,13 5 0 16,-7 5 0-16,18-5 0 0,-6 0 0 0,0 0 0 15,17 0 0-15,0 1 0 0,1-1 0 0,4 0 0 16,13 0 10-16,-7 0-10 0,18 0 0 0,-6 0 0 15,5-5-11-15,12-5 11 0,0 0 0 0,0 0 0 16,17 5 0-16,6 6 0 0,6-6 0 0,10-5 0 16,1 0 0-16,17 0 0 0,6 0 0 0,0-5 8 15,11 0-8-15,5-1 12 0,13 6-4 0,4-5-8 16,1 0 12-16,17-5-4 0,6 0-8 0,-6 0 0 16,11 0 0-16,6 0 0 0,0 5 0 0,-5-6 0 15,-1 6 0-15,12 0 0 0,0 0 0 0,-1 0 0 16,1-5 0-16,-12 0 0 0,1 5 0 0,-7 5 0 0,12-5 0 0,-22 0 8 15,5 0-8-15,-6 0 12 0,-6-5-12 0,-10 4 12 16,-7-4-12-16,-11 5 0 0,0-5 0 0,-5 0 0 16,-12 5 0-16,-6 0 0 0,-11-5 10 0,-6 0-10 15,-6 0 0-15,-10 4 0 0,-7 6 0 0,0-10 0 16,1 0 22-16,-12 10 7 0,-12-10 2 0,1 0 0 16,-18 0-12-16,1-5-3 0,-12 4 0 0,-6 1 0 15,-5 0-16-15,0 0 0 0,-6-5 0 0,-6 0 0 16,-5 5 0-16,0-1 0 0,-12 1 0 0,-11-5-9 15,5 0 9-15,1 5 0 0,-1 0 0 0,-5 0 0 16,6-6 0-16,-12 6 0 0,-12 0 0 0,7 0 0 16,5 0 0-16,-17 0 0 0,12 5 0 0,5 0 0 15,-12 0 0-15,7-6 0 0,-12 6 0 0,0 5 0 16,0-5 0-16,-6 5 0 0,6 0 0 0,-5 5 0 0,5-5 0 16,11 0 0-16,-5 0-9 0,5 0 9 0,-11 5 0 0,12 0 0 15,5 1 0-15,0-1 0 0,17 0 0 0,-11 0 0 16,17 0 0-16,0 0 0 0,6-5 0 0,11 5 0 15,-12 0 0-15,24-5 0 0,-12 0 0 0,17 0 0 16,0 0 0-16,6 5 0 0,11 0 0 0,0 0 0 16,6 0 0-16,0 0 0 0,17-5 0 0,0 0-9 15,0 0 0-15,17 10 0 0,0 6 9 0,6-6 0 16,11 0 0-16,6 0 0 0,17 0 0 0,6 0 0 16,-1 0 0-16,18 1 0 0,11-6 0 0,6 0 0 15,17 0 0-15,0 0 0 0,11 5 0 0,7-10 0 16,-1 0 0-16,5 0 0 0,18 5-8 0,6-5-4 0,-6 0 0 0,-1 0 0 15,1 0 20-15,0 5 3 0,-11-5 1 0,5 0 0 16,0 0-12-16,0-5 0 0,-6 0 0 0,1 5 0 16,-6 0 0-16,-1-5-14 0,-16 5 3 0,-6-5 1 15,0 5 10-15,-12-5 14 0,-10 5-3 0,-1-5-1 16,-6 0-10-16,-5 0 0 0,-6-1 0 0,-23 1-11 16,6 5 11-16,-17-5 0 0,0 0 0 0,-11 0 8 15,-7-5 0-15,-10 10 1 0,11-5 0 0,-23 0 0 16,0 5 6-16,-12-5 1 0,6-5 0 0,-16 0 0 15,5 5-7-15,-23-6-1 0,0 1 0 0,-11 5 0 16,-6 0-8-16,-6 5 0 0,0 0 0 0,-11-5-11 16,0 5 11-16,-11 0 0 0,-1 0 0 0,-11 0-8 15,0-5 8-15,-11 5 0 0,0 10 0 0,5-5 0 16,-16 0 0-16,5-5 0 0,0 10 0 0,-6-4-8 16,-11-1 8-16,11 10 0 0,6-5 0 0,-5 0 0 0,5 5 0 15,-17-5 0-15,11 6 0 0,-11-1 0 0,6 0 0 0,11 0 0 16,0 0 0-16,0 6 0 0,11-11-10 0,-5 10 0 15,6 0 0-15,5 0-610 16,0-4-123-16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6-11T05:01:21.8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445 5433 1335 0,'0'0'29'0,"0"0"7"0,0 0 0 0,0 0 2 0,0 0-30 0,0 0-8 0,0 0 0 0,0 0 0 15,0 0-24-15,0 0-7 0,12 10-1 0,5 0 0 16,-11 0 16-16,11 5 4 0,0 1 0 0,5-1 0 15,-4 0-4-15,4 5 0 0,1 0 0 0,11-4 0 0,6 4 16 0,0 0 0 16,17 5 0-16,-6-4-9 0,1-6 9 0,16 5 0 16,-5 0 0-16,11 1 0 0,0-11 0 0,6 5 0 15,-1-5 0-15,7 0 0 0,11 0 19 0,11 0 5 16,6 1 2-16,6-1 0 0,11 5 8 16,-12-5 2-16,7 0 0 0,5 0 0 0,17 6-36 0,-11-6 0 15,-12 0 0-15,23 0 0 0,-17-5 0 0,12 0 0 16,-1 0 0-16,0 0 0 0,-16 0 0 0,-1 5 0 15,-5-5 0-15,-6 0 0 0,-6 1 12 0,0-1 1 16,-11 0 1-16,-11 0 0 0,-1-5 5 0,-5 5 1 16,-23 0 0-16,0-5 0 0,-12 0 9 0,-10 0 3 15,-7 0 0-15,-5-5 0 0,-6 5-7 0,-6-5-1 0,-11 5 0 0,0-15 0 16,-11-1 20-16,-6 6 4 0,5-5 1 0,-27 5 0 16,-1-10-24-16,-6 4-5 0,-11 1 0 0,-6 0-1 15,-11 5-11-15,-5 0-8 0,-7 0 12 0,-5 0-12 16,-6-1 0-16,-5 1 0 0,-18 0 0 0,6 0 0 15,-11 0 0-15,5 5 0 0,-5-5 0 0,-6 5 0 16,-1-5 8-16,7-1-8 0,-12 6 0 0,6 0 0 16,0 5 9-16,6 0-9 0,-18-5 0 0,7 0 9 15,10 5-9-15,-10 0 0 0,5 5 0 0,11-5 8 16,6 0-8-16,0 0 0 0,0 5 0 0,12-5 8 16,5 0-8-16,5 5 0 0,-4 0 0 0,16 0 8 15,6 1-8-15,11 9 0 0,6-5 0 0,12 0 0 16,-7-5 0-16,24 5 0 0,-6-5 0 0,17 5 0 15,-6 0 0-15,6 6-11 0,17-6 11 0,-6 5-8 16,12 0-1-16,-6 0 0 0,17 6 0 0,0-1 0 0,6-5 9 0,11 0-12 16,6 6 12-16,5-6-12 0,12 0 12 0,17 0 0 15,0 0 0-15,6-5 0 0,17 6 0 0,11-6 0 16,1 0 0-16,4 0 0 0,13-5 0 0,5 10 0 16,6-10 0-16,11 0 0 0,-11 0 0 0,5 1 0 15,12-1 0-15,0 5 0 0,-1-10 0 0,1 10 0 16,0-5 0-16,0 0 0 0,0 0 0 0,5 5 0 15,-22-5 0-15,0 0 0 0,-6 0 0 0,-11 5 8 16,-6-4-8-16,-12-1 0 0,-5 0 11 0,-17 10-3 16,-1-5 0-16,-10 0 0 0,-12 0-8 0,-12-5 0 15,-5 5 9-15,-11-4-9 0,-6-1 24 0,-18 0 0 16,-5-5 0-16,0 0 0 0,0 0-12 0,-23-5-3 0,-11 5 0 16,-6-5 0-16,-5-1 9 0,-24 1 2 0,-10 0 0 15,-7 0 0-15,1-5-20 0,-18 5 0 0,-11 0 8 0,-5-5-8 16,-12 5 0-16,5 0 0 0,-11 0 8 0,-11 0-8 15,6 0 0-15,-12-1 10 0,0 1-10 0,0 5 8 16,-5-5-8-16,5 5 0 0,-11 0 0 0,-1 0 0 16,13 0 0-16,-1-5 0 0,17 0 0 0,-11 5 0 15,23-5 0-15,-18 5 0 0,6 5 0 0,12-5 0 16,5 0 0-16,6 5 0 0,0 0 0 0,18 0 0 16,4-5 9-16,13 0-9 0,16 5 10 0,-5 1-10 15,22-1 0-15,-5 0 0 0,22 0 0 0,6 5 0 16,6 0-9-16,6 0 9 0,11-10 0 0,17 10-9 15,17 5 9-15,6 1-13 0,0-1 5 0,23 0 8 16,11 0 0-16,6 0 0 0,11 1 0 0,6-1 0 0,22 5-9 0,1-5 9 16,17 0 0-16,11-4 0 0,-6-1 0 0,12 5 0 15,17-10 0-15,6 5 0 0,-1 0 0 16,12 0 0-16,6 0 0 0,-12 1 0 0,6 4 0 0,0 0 0 16,0-10 0-16,0 0 0 0,0 10 0 0,-11-5 0 15,-23 1 0-15,0-6 0 0,-6 5 0 0,-17-5 0 16,0 0 0-16,-17 0 0 0,-17 5 11 0,0-5-11 15,-18-5 12-15,-16 5-12 0,0-5 9 0,-12 0-9 16,-5 5 0-16,-12-5 9 0,-11-5 1 0,-6 5 0 16,-6-10 0-16,-5 5 0 0,-6 5 10 0,-6-10 1 15,-22-5 1-15,5-1 0 0,-11-4-1 0,-18 0 0 0,-5 0 0 16,-17-1 0-16,-5-4-21 0,-18 0 0 0,-12-1 0 0,-5 1 8 16,-5 0-8-16,-7 0 0 0,-16-1 0 0,-6 6 0 15,-6-5 0-15,-11 9 0 0,5 1 0 0,-11 0-8 16,6 5 8-16,-6 0 0 0,0-5 0 0,0 4 0 15,6 6 0-15,-6 0 0 0,-5 0 0 0,5 0 0 16,11 5 0-16,6 0 0 0,-11 5 0 0,17-5-8 16,-6 0 8-16,23 5 0 0,0-5 0 0,23 5 0 15,-6-5 0-15,17 5 0 0,17-5 8 0,-11 6-8 16,17-6 0-16,11 5 0 0,23 0 0 0,0 0-8 16,12-5 8-16,17 5 0 0,-7 0 0 0,18-5-8 15,23 10-4-15,11 0-1 16,6-5 0-16,17 5 0 0,12-5 5 0,22 0 8 0,11 6-13 0,12-6 5 15,23 0 8-15,11 0 0 0,23-5 0 0,-6 5 0 16,23-5 0-16,-5 0 0 0,22-5 0 0,-6 5 0 16,6-5 0-16,-5 5 0 0,11-5 12 0,-1 5-4 0,-16-10-8 0,11 4 0 15,-5 6 0-15,-7-10 0 0,-10 5 0 0,-7-5 0 16,-10 0 0-16,-7 5 0 0,-22 0 0 0,-6 0 8 16,-11 0-8-16,-24 0 8 0,-16-5-8 0,-6-1 0 15,-17 6 0-15,-11-5 0 0,-12 5 13 0,-11-5 2 16,-12 0 0-16,-5-5 0 0,-12 5 17 0,-11-1 4 15,-11-4 1-15,-12 0 0 0,-6 0-20 0,-28-5-4 16,-11-1-1-16,-18 1 0 0,-5 0-12 0,-23 5-10 16,0-6 2-16,-12 6 0 0,-5 0 8 0,-6 0 0 15,0 0 0-15,-5 5-8 0,-6-1 8 0,-1 6 0 16,7 0 0-16,-12 0 0 0,0 5 0 0,6 0 0 16,-6 0 0-16,0 0 0 0,11 5 0 0,7-5 0 0,16 5 0 15,0 0-8-15,17-5 8 0,6 5 11 0,1-5-3 0,16 6 0 16,17-1-8-16,6-5 0 0,11 5 0 0,12 0 0 15,5-5 0-15,12 5-12 0,11-5 4 0,6 5 8 16,17 0-13-16,0-5 5 0,17 10 8 0,12-5-13 16,28 5 1-16,11 0 0 0,12 0 0 0,22 1 0 15,7-1-3-15,27 0 0 0,7-5 0 0,28 0 0 16,5 5 15-16,13-5 16 0,4 0-3 0,12 0-1 16,18-5-12-16,-13 5-16 0,13 0 3 0,-7 1 1 15,6-6 12-15,-17 5 16 0,-11 0-3 0,0 0-1 16,-12-5-12-16,-5 5 0 0,-23-5 8 0,-18 0-8 15,-22 0 16-15,-5 0 1 0,-12 0 0 0,-18 5 0 16,-22-5-17-16,-17-5-14 0,-11 5 2 0,-12-5 1 16,-6 0 24-16,-22 0 5 0,-29-6 1 0,-6 1 0 0,-22 0-19 15,-23-10 8-15,-12 0-8 0,-28 4 0 0,-17-4 0 0,-17-5 0 16,-1 5 0-16,-22-1-12 0,-11 1 12 0,-6 5 0 16,11 5 0-16,-11-5 0 0,-6-1 0 0,6 1 0 15,11 10 0-15,-11-5 0 0,23-5 0 0,-6 5 10 16,11 10-10-16,18 0 8 0,11-5-8 0,28 0 0 15,0 0-10-15,23 5 10 0,23 0 0 0,12 0 0 16,10 0 0-16,30 5 10 0,-1 0-10 0,23-5 0 16,11 15 0-16,23 0 0 0,18 5-18 0,27 1-2 15,7-6-1-15,39 5 0 0,29 0 13 0,11 1 8 16,12-1-10-16,28 0 10 0,6-5 0 0,11 0 0 16,6 1-8-16,0-1 8 0,17 0 0 0,-17 0 0 0,0-5 0 15,-17 6 0-15,-6-6 0 0,-17 0 0 0,-12 5 0 0,-27-5 0 16,-13-5 0-16,-22 5 0 0,-17 0 0 0,-11 1 0 15,-12-6 12-15,-17 0 6 0,-29 0 1 0,-11-5 0 16,-17 0-19-16,-11 0-9 0,-18 0 1 0,-16-5 0 16,-29 0 20-16,-23-6 4 0,-23 1 0 0,-17 5 1 15,-28-5-17-15,-11 5-14 0,-7 0 2 0,-22 5 1 16,-11-5 11-16,5 5 0 0,11 5 0 0,-16 0 0 16,11-5 0-16,5 10 0 0,7 0 0 0,-1 6 0 31,0-1-88-31,17 10-13 0,12 0-3 0,6 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FBCAD-071B-44EC-BCDD-66CF8680F79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DD260-21B6-4656-BEDB-7D5E2EE246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324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94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61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05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8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092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177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54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79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600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9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986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46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8877-3DC4-47F6-9459-4165A354D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72C31-8743-4467-B2E7-EB451A683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C57DE-781C-400B-8F71-6F911641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FF276-803E-40DF-81BB-832D0287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CF3F2-7FC1-415A-BD11-C542AD4C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965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F63A9-233B-436F-88EC-C7E668C3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1697-D0E2-47A8-B56A-42D9847E9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F1E6B-58DE-43B8-A7B1-76322F3F0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737DA-8D25-4622-8C9A-EE4C3FB4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F9374-994B-4F27-9483-1D3296AE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69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170D-A68E-4043-B847-E0D43774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77A4C-D1DD-4924-8F8C-58C19CDB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AC60A-E6CA-48B4-808C-EEAA4E53A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2BB8A-A463-4B42-A4BD-CA2E9584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BFE5A-E1F0-4F62-B4F2-1FBCDDD3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286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3212-2F59-449D-B5BB-73514559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6A90D-0490-4617-A902-827D487DB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44675-AC40-4FE8-BBD9-D993D52FC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30F17-27C8-4A50-9162-28E92610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8D5E9-BA28-42C3-B337-44062591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C151-E1FF-45D1-AA77-51D7A1B6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17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CDEE-891C-499A-8AF4-4B64FBD6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A0DD1-4245-4357-A778-0B3604D6E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E3E3-E449-467D-B33E-530E70CA8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DA850-60C6-4E7F-A395-9B1E7928A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972BA-A79B-456E-BBA6-413223750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FA25B-E6ED-417D-BB65-A2287424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A84FD-8A35-4A0E-9D2F-8C6BDDF7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A1543-7279-48B4-BE80-078E219C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6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BA2F-C536-4EDC-8C9D-BC73C5CC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D269F-CBA9-4F56-BEBA-3D3ED9C5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A58C5-BBF6-4C87-9159-341A5400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A4656-6C14-4BF3-8907-DBB2F580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48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6202C-8979-46E7-98DA-B814D95C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380A9-80CA-4A7F-AA5B-B5760851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6FB25-80A9-46B7-878D-C81E244F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57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A848-9F21-4650-B614-4B4CF36B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E2107-6CD6-4E77-9407-5989AA3C4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1EE4E-CD70-41B2-8E32-2DB92F06D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89363-2C72-49B4-87D2-0B1B05A8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BD9BF-48B1-4952-B55D-CFC0D6FF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619AD-B72C-40A8-9449-EDCDAE5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54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0F172-7F6F-4BE8-8E28-5A3D4A69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88A23-2CA0-4DB6-B292-FA001E2E9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D2E9F-8338-432B-A6A3-0E3865FE8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9FE95-BC5B-4570-9984-BC54054A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454BC-BE75-4E97-972C-88B6D17E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11974-8D31-46ED-8534-D6F0B532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041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1197-9536-4F19-9409-6896D201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84CE5-F87B-4EAB-A610-9359708F3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66C87-0080-4FC5-8B66-77EA7528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049F2-3053-4943-8724-119E8380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15AA4-6EB6-4AFE-9AAE-10502048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71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88AD6-BC97-4357-B58A-45124A402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78C33-46F5-41C5-A865-61DC66E71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C379-9B32-4D36-ACD7-C693D0D9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F88C-FB33-43A5-901A-1EF38210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1626D-FA08-4288-9AC2-35F54EDA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594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4085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57177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639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82910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0553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EB15E-95A8-47F6-922C-0C6031D8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3AAA6-33A9-463F-9EA6-E3A8E4DD1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AE9A5-DE0D-4EBA-A715-DE8609436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B1EAD-728B-4866-9566-38B770DA916C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32C35-994C-4025-BB4D-6667EFB52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CF5F2-FA86-4F8F-8908-73149C0B2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4F0A7-FFB3-4755-AD21-EFC707833A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803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B80A2-3072-4810-81B1-58DC605E3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84" y="979596"/>
            <a:ext cx="3400425" cy="320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BEB287-5E6A-4223-BF93-124818128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279" y="979595"/>
            <a:ext cx="3296915" cy="3209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22768-B844-4BB3-8856-389244B753FB}"/>
              </a:ext>
            </a:extLst>
          </p:cNvPr>
          <p:cNvSpPr txBox="1"/>
          <p:nvPr/>
        </p:nvSpPr>
        <p:spPr>
          <a:xfrm>
            <a:off x="481448" y="404664"/>
            <a:ext cx="8159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>
                <a:latin typeface="Calibri" panose="020F0502020204030204"/>
              </a:rPr>
              <a:t>Find the </a:t>
            </a:r>
            <a:r>
              <a:rPr lang="en-US" sz="2400" b="1" dirty="0">
                <a:latin typeface="Calibri" panose="020F0502020204030204"/>
              </a:rPr>
              <a:t>circumference</a:t>
            </a:r>
            <a:r>
              <a:rPr lang="en-US" sz="2400" dirty="0">
                <a:latin typeface="Calibri" panose="020F0502020204030204"/>
              </a:rPr>
              <a:t> of the two circles</a:t>
            </a:r>
          </a:p>
        </p:txBody>
      </p:sp>
    </p:spTree>
    <p:extLst>
      <p:ext uri="{BB962C8B-B14F-4D97-AF65-F5344CB8AC3E}">
        <p14:creationId xmlns:p14="http://schemas.microsoft.com/office/powerpoint/2010/main" val="345573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Area of </a:t>
            </a:r>
            <a:r>
              <a:rPr lang="en-AU" b="1">
                <a:latin typeface="Fragment Core" panose="02000504040000020003" pitchFamily="50" charset="0"/>
              </a:rPr>
              <a:t>a Circle</a:t>
            </a:r>
            <a:endParaRPr lang="en-AU" b="1" dirty="0">
              <a:latin typeface="Fragment Core" panose="02000504040000020003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8B194-0BC9-45C3-9545-7CFE0845F4DE}"/>
              </a:ext>
            </a:extLst>
          </p:cNvPr>
          <p:cNvSpPr txBox="1"/>
          <p:nvPr/>
        </p:nvSpPr>
        <p:spPr>
          <a:xfrm>
            <a:off x="1270671" y="1507422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the area of parts of a Circle?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Find the area of a circle, semicircle and a quadrant 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95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 of a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Area of a Full Circle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7245" y="791805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the area of parts of a Circle?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68643" y="1879580"/>
                <a:ext cx="4155965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643" y="1879580"/>
                <a:ext cx="4155965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B9750A-5265-4A23-BDF6-1141BE8E474A}"/>
              </a:ext>
            </a:extLst>
          </p:cNvPr>
          <p:cNvSpPr txBox="1"/>
          <p:nvPr/>
        </p:nvSpPr>
        <p:spPr>
          <a:xfrm>
            <a:off x="2040977" y="2998731"/>
            <a:ext cx="8159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If you have a circle with a diameter you will need to half it in order to find the radius.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9B27E6-0B23-4A62-AE68-8EA2745E7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125" y="3573950"/>
            <a:ext cx="2976694" cy="30297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9508E9-8C84-4270-86D6-2BB7925265E0}"/>
                  </a:ext>
                </a:extLst>
              </p14:cNvPr>
              <p14:cNvContentPartPr/>
              <p14:nvPr/>
            </p14:nvContentPartPr>
            <p14:xfrm>
              <a:off x="33120" y="2050560"/>
              <a:ext cx="1639440" cy="301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9508E9-8C84-4270-86D6-2BB7925265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80" y="1987200"/>
                <a:ext cx="1670760" cy="4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B80A2-3072-4810-81B1-58DC605E3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46" y="1200577"/>
            <a:ext cx="3400425" cy="3209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BEB287-5E6A-4223-BF93-124818128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912" y="1200576"/>
            <a:ext cx="3296915" cy="3209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126C90-48A1-4679-B295-C582274F2EB4}"/>
              </a:ext>
            </a:extLst>
          </p:cNvPr>
          <p:cNvSpPr txBox="1"/>
          <p:nvPr/>
        </p:nvSpPr>
        <p:spPr>
          <a:xfrm>
            <a:off x="537546" y="571788"/>
            <a:ext cx="8159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Find the area.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104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E5D6E-FD8C-41CA-8880-B50C68114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52" y="1033453"/>
            <a:ext cx="2339503" cy="2631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873EBF-9B58-4641-8ED6-E8616C011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942" y="920334"/>
            <a:ext cx="2529872" cy="2631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BDCC7-3335-4590-AB8A-1264402D3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102" y="1293028"/>
            <a:ext cx="2984213" cy="2859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282733-A4FC-40C4-9470-F4DFE668A6D7}"/>
              </a:ext>
            </a:extLst>
          </p:cNvPr>
          <p:cNvSpPr txBox="1"/>
          <p:nvPr/>
        </p:nvSpPr>
        <p:spPr>
          <a:xfrm>
            <a:off x="537546" y="571788"/>
            <a:ext cx="8159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Find the area.</a:t>
            </a:r>
          </a:p>
        </p:txBody>
      </p:sp>
    </p:spTree>
    <p:extLst>
      <p:ext uri="{BB962C8B-B14F-4D97-AF65-F5344CB8AC3E}">
        <p14:creationId xmlns:p14="http://schemas.microsoft.com/office/powerpoint/2010/main" val="358252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95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 of a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Area of a Semi Circle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7245" y="791805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the area of parts of a Circle?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68643" y="1596572"/>
                <a:ext cx="4155965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643" y="1596572"/>
                <a:ext cx="4155965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B9750A-5265-4A23-BDF6-1141BE8E474A}"/>
              </a:ext>
            </a:extLst>
          </p:cNvPr>
          <p:cNvSpPr txBox="1"/>
          <p:nvPr/>
        </p:nvSpPr>
        <p:spPr>
          <a:xfrm>
            <a:off x="2125756" y="2974508"/>
            <a:ext cx="8159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>
                <a:latin typeface="Calibri" panose="020F0502020204030204"/>
              </a:rPr>
              <a:t>A Semi-Circle is half a full circle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Again if you get given the diameter you need to half it to get the radius.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990976-6EB6-4302-B72B-A5B5ADCA4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546" y="4364783"/>
            <a:ext cx="3683273" cy="2381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73D98B-23A8-40CB-ABAB-E3B244EA1D94}"/>
                  </a:ext>
                </a:extLst>
              </p14:cNvPr>
              <p14:cNvContentPartPr/>
              <p14:nvPr/>
            </p14:nvContentPartPr>
            <p14:xfrm>
              <a:off x="-10080" y="1955880"/>
              <a:ext cx="1922400" cy="44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73D98B-23A8-40CB-ABAB-E3B244EA1D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5920" y="1892520"/>
                <a:ext cx="1953720" cy="5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55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B4814-8046-479F-B275-BBF692CF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41" y="1112236"/>
            <a:ext cx="3352353" cy="2399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E053DD-FB97-48F9-ACD6-5A3FC232C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451" y="803696"/>
            <a:ext cx="2834100" cy="2641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3849A-B476-4E93-84EA-320B4DAB74A0}"/>
              </a:ext>
            </a:extLst>
          </p:cNvPr>
          <p:cNvSpPr txBox="1"/>
          <p:nvPr/>
        </p:nvSpPr>
        <p:spPr>
          <a:xfrm>
            <a:off x="537546" y="571788"/>
            <a:ext cx="8159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Find the area.</a:t>
            </a:r>
          </a:p>
        </p:txBody>
      </p:sp>
    </p:spTree>
    <p:extLst>
      <p:ext uri="{BB962C8B-B14F-4D97-AF65-F5344CB8AC3E}">
        <p14:creationId xmlns:p14="http://schemas.microsoft.com/office/powerpoint/2010/main" val="191901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95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 of a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Area of a Quadrant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7245" y="791805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the area of parts of a Circle?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68643" y="1596572"/>
                <a:ext cx="4155965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643" y="1596572"/>
                <a:ext cx="4155965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B9750A-5265-4A23-BDF6-1141BE8E474A}"/>
              </a:ext>
            </a:extLst>
          </p:cNvPr>
          <p:cNvSpPr txBox="1"/>
          <p:nvPr/>
        </p:nvSpPr>
        <p:spPr>
          <a:xfrm>
            <a:off x="2125756" y="2974508"/>
            <a:ext cx="8159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>
                <a:latin typeface="Calibri" panose="020F0502020204030204"/>
              </a:rPr>
              <a:t>A Quadrant is a quarter of a circle.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30583-8312-4522-8A53-91350EE41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754" y="3978549"/>
            <a:ext cx="2116004" cy="23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0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BD1897-361F-4E3E-A01B-3265D49AE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57" y="1161001"/>
            <a:ext cx="1924428" cy="22894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A86A40-EF16-48B5-A2D3-3FEC17CF2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805" y="577697"/>
            <a:ext cx="3360547" cy="2216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0C695C-38D2-41A6-ABC6-FE1EEE29EC7E}"/>
              </a:ext>
            </a:extLst>
          </p:cNvPr>
          <p:cNvSpPr txBox="1"/>
          <p:nvPr/>
        </p:nvSpPr>
        <p:spPr>
          <a:xfrm>
            <a:off x="537546" y="571788"/>
            <a:ext cx="8159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Find the area.</a:t>
            </a:r>
          </a:p>
        </p:txBody>
      </p:sp>
    </p:spTree>
    <p:extLst>
      <p:ext uri="{BB962C8B-B14F-4D97-AF65-F5344CB8AC3E}">
        <p14:creationId xmlns:p14="http://schemas.microsoft.com/office/powerpoint/2010/main" val="1105296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770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F6C9C-BB1B-4305-ACFB-2A026CB3E5AB}"/>
              </a:ext>
            </a:extLst>
          </p:cNvPr>
          <p:cNvSpPr txBox="1"/>
          <p:nvPr/>
        </p:nvSpPr>
        <p:spPr>
          <a:xfrm>
            <a:off x="1435415" y="589513"/>
            <a:ext cx="8159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>
                <a:latin typeface="Calibri" panose="020F0502020204030204"/>
              </a:rPr>
              <a:t>Find the area of the following circles, semi-circles and quadrants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19FE0-A843-4A12-A53E-D40AADA55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3" y="1097394"/>
            <a:ext cx="7502484" cy="2808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610EBB-4BA2-49DF-B2EB-4F25E0809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553" y="1231248"/>
            <a:ext cx="287655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231</Words>
  <Application>Microsoft Office PowerPoint</Application>
  <PresentationFormat>Widescreen</PresentationFormat>
  <Paragraphs>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Practice</vt:lpstr>
      <vt:lpstr>Area of a Circle</vt:lpstr>
      <vt:lpstr>Learning Intentions</vt:lpstr>
      <vt:lpstr>PowerPoint Presentation</vt:lpstr>
      <vt:lpstr>Practice</vt:lpstr>
      <vt:lpstr>Practice</vt:lpstr>
      <vt:lpstr>PowerPoint Presentation</vt:lpstr>
      <vt:lpstr>PowerPoint Presentation</vt:lpstr>
      <vt:lpstr>Practice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a Circle</dc:title>
  <dc:creator>LABUSCHAGNE Nine [Baldivis Secondary College]</dc:creator>
  <cp:lastModifiedBy>STRETCH Nine [Baldivis Secondary College]</cp:lastModifiedBy>
  <cp:revision>13</cp:revision>
  <dcterms:created xsi:type="dcterms:W3CDTF">2018-06-01T01:18:48Z</dcterms:created>
  <dcterms:modified xsi:type="dcterms:W3CDTF">2019-05-20T02:41:07Z</dcterms:modified>
</cp:coreProperties>
</file>