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259" r:id="rId3"/>
    <p:sldId id="258" r:id="rId4"/>
    <p:sldId id="309" r:id="rId5"/>
    <p:sldId id="310" r:id="rId6"/>
    <p:sldId id="311" r:id="rId7"/>
    <p:sldId id="312" r:id="rId8"/>
    <p:sldId id="321" r:id="rId9"/>
    <p:sldId id="313" r:id="rId10"/>
    <p:sldId id="314" r:id="rId11"/>
    <p:sldId id="315" r:id="rId12"/>
    <p:sldId id="316" r:id="rId13"/>
    <p:sldId id="317" r:id="rId14"/>
    <p:sldId id="318" r:id="rId15"/>
    <p:sldId id="31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8401" autoAdjust="0"/>
  </p:normalViewPr>
  <p:slideViewPr>
    <p:cSldViewPr>
      <p:cViewPr varScale="1">
        <p:scale>
          <a:sx n="87" d="100"/>
          <a:sy n="87" d="100"/>
        </p:scale>
        <p:origin x="894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922112"/>
        <c:axId val="31458048"/>
      </c:barChart>
      <c:catAx>
        <c:axId val="409221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31458048"/>
        <c:crosses val="autoZero"/>
        <c:auto val="1"/>
        <c:lblAlgn val="ctr"/>
        <c:lblOffset val="100"/>
        <c:noMultiLvlLbl val="0"/>
      </c:catAx>
      <c:valAx>
        <c:axId val="314580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092211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17/03/2019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17/03/2019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17/03/2019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17/03/2019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17/03/2019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17/03/2019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17/03/2019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/>
              <a:t>Probability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6650951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AutoShape 2" descr="Image result for di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844824"/>
            <a:ext cx="3681760" cy="275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a sample space is used to estimate probability</a:t>
            </a:r>
          </a:p>
        </p:txBody>
      </p:sp>
    </p:spTree>
    <p:extLst>
      <p:ext uri="{BB962C8B-B14F-4D97-AF65-F5344CB8AC3E}">
        <p14:creationId xmlns:p14="http://schemas.microsoft.com/office/powerpoint/2010/main" val="2162475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843808" y="170080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a sample space is used to estimate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9832" y="2060848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probability of an event is between 0 and 1. it can be written as words, a fraction, decimal or percentage.</a:t>
            </a:r>
          </a:p>
        </p:txBody>
      </p:sp>
    </p:spTree>
    <p:extLst>
      <p:ext uri="{BB962C8B-B14F-4D97-AF65-F5344CB8AC3E}">
        <p14:creationId xmlns:p14="http://schemas.microsoft.com/office/powerpoint/2010/main" val="1083539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935119" y="1916832"/>
            <a:ext cx="0" cy="1512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a sample space is used to estimate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9832" y="2060848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probability of an event is between 0 and 1. it can be written as words, a fraction, decimal or percentage.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514" y="2078823"/>
            <a:ext cx="279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can I write probability?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514" y="2855571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probability scale?</a:t>
            </a:r>
          </a:p>
        </p:txBody>
      </p:sp>
      <p:pic>
        <p:nvPicPr>
          <p:cNvPr id="1026" name="Picture 2" descr="http://m.everythingmaths.co.za/maths/grade-10-mathematical-literacy/07-probability/images/a28962b0167bf3f4ca1e53a10ee2b3a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5" y="3845419"/>
            <a:ext cx="9077970" cy="203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6215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a sample space is used to estimate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9832" y="2060848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probability of an event is between 0 and 1. It can be written as words, a fraction, decimal or percentage.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514" y="2078823"/>
            <a:ext cx="279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can I write probability?</a:t>
            </a:r>
          </a:p>
        </p:txBody>
      </p:sp>
      <p:pic>
        <p:nvPicPr>
          <p:cNvPr id="1026" name="Picture 2" descr="http://m.everythingmaths.co.za/maths/grade-10-mathematical-literacy/07-probability/images/a28962b0167bf3f4ca1e53a10ee2b3a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407" y="2813080"/>
            <a:ext cx="5813003" cy="130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19514" y="2855571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probability scale?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23407" y="4365104"/>
                <a:ext cx="5813003" cy="944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If all outcomes are equally likely 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𝑒𝑣𝑒𝑛𝑡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𝑓𝑎𝑣𝑜𝑢𝑟𝑎𝑏𝑙𝑒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𝑜𝑢𝑡𝑐𝑜𝑚𝑒𝑠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𝑝𝑜𝑠𝑠𝑖𝑏𝑙𝑒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𝑜𝑢𝑡𝑐𝑜𝑚𝑒𝑠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407" y="4365104"/>
                <a:ext cx="5813003" cy="944489"/>
              </a:xfrm>
              <a:prstGeom prst="rect">
                <a:avLst/>
              </a:prstGeom>
              <a:blipFill rotWithShape="0">
                <a:blip r:embed="rId3"/>
                <a:stretch>
                  <a:fillRect l="-839" t="-32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39217" y="4365104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probability of an event?</a:t>
            </a:r>
          </a:p>
        </p:txBody>
      </p:sp>
    </p:spTree>
    <p:extLst>
      <p:ext uri="{BB962C8B-B14F-4D97-AF65-F5344CB8AC3E}">
        <p14:creationId xmlns:p14="http://schemas.microsoft.com/office/powerpoint/2010/main" val="2110421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a sample space is used to estimate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9832" y="2060848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probability of an event is between 0 and 1. It can be written as words, a fraction, decimal or percentage.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514" y="2078823"/>
            <a:ext cx="279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can I write probability?</a:t>
            </a:r>
          </a:p>
        </p:txBody>
      </p:sp>
      <p:pic>
        <p:nvPicPr>
          <p:cNvPr id="1026" name="Picture 2" descr="http://m.everythingmaths.co.za/maths/grade-10-mathematical-literacy/07-probability/images/a28962b0167bf3f4ca1e53a10ee2b3a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407" y="2813080"/>
            <a:ext cx="5813003" cy="130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19514" y="2855571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probability scale?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23407" y="4365104"/>
                <a:ext cx="5813003" cy="944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If all outcomes are equally likely 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𝑒𝑣𝑒𝑛𝑡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𝑓𝑎𝑣𝑜𝑢𝑟𝑎𝑏𝑙𝑒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𝑜𝑢𝑡𝑐𝑜𝑚𝑒𝑠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𝑝𝑜𝑠𝑠𝑖𝑏𝑙𝑒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𝑜𝑢𝑡𝑐𝑜𝑚𝑒𝑠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407" y="4365104"/>
                <a:ext cx="5813003" cy="944489"/>
              </a:xfrm>
              <a:prstGeom prst="rect">
                <a:avLst/>
              </a:prstGeom>
              <a:blipFill rotWithShape="0">
                <a:blip r:embed="rId3"/>
                <a:stretch>
                  <a:fillRect l="-839" t="-32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39217" y="4365104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probability of an event?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3407" y="5650487"/>
            <a:ext cx="5697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sample space is a list of all possible outcomes. It may contain numbers or qualities depending on the data 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379" y="5650487"/>
            <a:ext cx="263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sample space?</a:t>
            </a:r>
          </a:p>
        </p:txBody>
      </p:sp>
    </p:spTree>
    <p:extLst>
      <p:ext uri="{BB962C8B-B14F-4D97-AF65-F5344CB8AC3E}">
        <p14:creationId xmlns:p14="http://schemas.microsoft.com/office/powerpoint/2010/main" val="3697513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a sample space is used to estimate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9720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a sample space is used to estimate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56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a sample space is used to estimate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851920" y="3429000"/>
            <a:ext cx="1152128" cy="2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3501008"/>
            <a:ext cx="28803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5" idx="1"/>
          </p:cNvCxnSpPr>
          <p:nvPr/>
        </p:nvCxnSpPr>
        <p:spPr>
          <a:xfrm flipH="1">
            <a:off x="7092280" y="3006825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20272" y="3573016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32" y="37037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probability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0052" y="401808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0352" y="2852936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One side is a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3518" y="399957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6 possible outcomes</a:t>
            </a:r>
          </a:p>
        </p:txBody>
      </p:sp>
    </p:spTree>
    <p:extLst>
      <p:ext uri="{BB962C8B-B14F-4D97-AF65-F5344CB8AC3E}">
        <p14:creationId xmlns:p14="http://schemas.microsoft.com/office/powerpoint/2010/main" val="1659033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a sample space is used to estimate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851920" y="3429000"/>
            <a:ext cx="1152128" cy="2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3501008"/>
            <a:ext cx="28803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5" idx="1"/>
          </p:cNvCxnSpPr>
          <p:nvPr/>
        </p:nvCxnSpPr>
        <p:spPr>
          <a:xfrm flipH="1">
            <a:off x="7092280" y="3006825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20272" y="3573016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32" y="37037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probability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0052" y="401808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0352" y="2852936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One side is a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3518" y="399957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6 possible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4128" y="4711861"/>
            <a:ext cx="6107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bag contains 4 coloured balls: 1 red, 1 blue, 1 green, 1 yellow.</a:t>
            </a:r>
          </a:p>
        </p:txBody>
      </p:sp>
    </p:spTree>
    <p:extLst>
      <p:ext uri="{BB962C8B-B14F-4D97-AF65-F5344CB8AC3E}">
        <p14:creationId xmlns:p14="http://schemas.microsoft.com/office/powerpoint/2010/main" val="2374107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a sample space is used to estimate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851920" y="3429000"/>
            <a:ext cx="1152128" cy="2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3501008"/>
            <a:ext cx="28803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5" idx="1"/>
          </p:cNvCxnSpPr>
          <p:nvPr/>
        </p:nvCxnSpPr>
        <p:spPr>
          <a:xfrm flipH="1">
            <a:off x="7092280" y="3006825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20272" y="3573016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32" y="37037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probability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0052" y="401808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0352" y="2852936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One side is a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3518" y="399957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6 possible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4128" y="4711861"/>
            <a:ext cx="61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bag contains 4 coloured balls: 1 red, 1 blue, 1 green, 1 yellow.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𝑔𝑟𝑒𝑒𝑛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165" t="-2174" b="-326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2990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a sample space is used to estimate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851920" y="3429000"/>
            <a:ext cx="1152128" cy="2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3501008"/>
            <a:ext cx="28803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5" idx="1"/>
          </p:cNvCxnSpPr>
          <p:nvPr/>
        </p:nvCxnSpPr>
        <p:spPr>
          <a:xfrm flipH="1">
            <a:off x="7092280" y="3006825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20272" y="3573016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32" y="37037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probability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0052" y="401808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0352" y="2852936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One side is a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3518" y="399957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6 possible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4128" y="4711861"/>
            <a:ext cx="61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bag contains 4 coloured balls: 1 red, 1 blue, 1 green, 1 yellow.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𝑔𝑟𝑒𝑒𝑛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165" t="-2174" b="-326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823851" y="5886921"/>
                <a:ext cx="311822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𝑐h𝑜𝑜𝑠𝑖𝑛𝑔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𝑏𝑎𝑙𝑙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851" y="5886921"/>
                <a:ext cx="3118225" cy="51860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1707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a sample space is used to estimate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851920" y="3429000"/>
            <a:ext cx="1152128" cy="2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3501008"/>
            <a:ext cx="28803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5" idx="1"/>
          </p:cNvCxnSpPr>
          <p:nvPr/>
        </p:nvCxnSpPr>
        <p:spPr>
          <a:xfrm flipH="1">
            <a:off x="7092280" y="3006825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20272" y="3573016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32" y="37037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probability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0052" y="401808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0352" y="2852936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One side is a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3518" y="399957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6 possible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4128" y="4711861"/>
            <a:ext cx="61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bag contains 4 coloured balls: 1 red, 1 blue, 1 green, 1 yellow.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𝑔𝑟𝑒𝑒𝑛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165" t="-2174" b="-326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823851" y="5886921"/>
                <a:ext cx="311822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𝑐h𝑜𝑜𝑠𝑖𝑛𝑔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𝑏𝑎𝑙𝑙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851" y="5886921"/>
                <a:ext cx="3118225" cy="51860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3430707" y="5818331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probability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2146" y="6366523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event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4739" y="5604408"/>
            <a:ext cx="1463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One ball is blue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2240" y="6488668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4 possible outcomes</a:t>
            </a:r>
          </a:p>
        </p:txBody>
      </p:sp>
      <p:cxnSp>
        <p:nvCxnSpPr>
          <p:cNvPr id="19" name="Straight Arrow Connector 18"/>
          <p:cNvCxnSpPr>
            <a:endCxn id="17" idx="1"/>
          </p:cNvCxnSpPr>
          <p:nvPr/>
        </p:nvCxnSpPr>
        <p:spPr>
          <a:xfrm>
            <a:off x="4355976" y="6021288"/>
            <a:ext cx="467875" cy="12493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5796136" y="6309320"/>
            <a:ext cx="408603" cy="17934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7439175" y="5818331"/>
            <a:ext cx="301177" cy="20295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7092280" y="6366523"/>
            <a:ext cx="576064" cy="12214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263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742</Words>
  <Application>Microsoft Office PowerPoint</Application>
  <PresentationFormat>On-screen Show (4:3)</PresentationFormat>
  <Paragraphs>186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Probability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STRETCH Nine [Baldivis Secondary College]</cp:lastModifiedBy>
  <cp:revision>78</cp:revision>
  <dcterms:created xsi:type="dcterms:W3CDTF">2014-05-14T02:58:57Z</dcterms:created>
  <dcterms:modified xsi:type="dcterms:W3CDTF">2019-03-17T05:57:01Z</dcterms:modified>
</cp:coreProperties>
</file>