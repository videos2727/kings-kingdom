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322" r:id="rId3"/>
    <p:sldId id="321" r:id="rId4"/>
    <p:sldId id="323" r:id="rId5"/>
    <p:sldId id="309" r:id="rId6"/>
    <p:sldId id="320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 varScale="1">
        <p:scale>
          <a:sx n="83" d="100"/>
          <a:sy n="83" d="100"/>
        </p:scale>
        <p:origin x="144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922112"/>
        <c:axId val="31458048"/>
      </c:barChart>
      <c:catAx>
        <c:axId val="40922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458048"/>
        <c:crosses val="autoZero"/>
        <c:auto val="1"/>
        <c:lblAlgn val="ctr"/>
        <c:lblOffset val="100"/>
        <c:noMultiLvlLbl val="0"/>
      </c:catAx>
      <c:valAx>
        <c:axId val="31458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92211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650951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utoShape 2" descr="Image result for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44824"/>
            <a:ext cx="3681760" cy="275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DB82-EFAF-46E2-9F63-35A3A055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2B730-D377-43EC-9D66-350D8C287334}"/>
              </a:ext>
            </a:extLst>
          </p:cNvPr>
          <p:cNvSpPr txBox="1"/>
          <p:nvPr/>
        </p:nvSpPr>
        <p:spPr>
          <a:xfrm>
            <a:off x="827584" y="1556792"/>
            <a:ext cx="57392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a letter if picked at random from the word REVISION find;</a:t>
            </a:r>
          </a:p>
          <a:p>
            <a:endParaRPr lang="en-AU" dirty="0"/>
          </a:p>
          <a:p>
            <a:r>
              <a:rPr lang="en-AU" dirty="0"/>
              <a:t>P(</a:t>
            </a:r>
            <a:r>
              <a:rPr lang="en-AU" dirty="0" err="1"/>
              <a:t>i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/>
              <a:t>P(R)</a:t>
            </a:r>
          </a:p>
          <a:p>
            <a:endParaRPr lang="en-AU" dirty="0"/>
          </a:p>
          <a:p>
            <a:r>
              <a:rPr lang="en-AU" dirty="0"/>
              <a:t>P(v)</a:t>
            </a:r>
          </a:p>
          <a:p>
            <a:endParaRPr lang="en-AU" dirty="0"/>
          </a:p>
          <a:p>
            <a:r>
              <a:rPr lang="en-AU" dirty="0"/>
              <a:t>P(a vowel)</a:t>
            </a:r>
          </a:p>
          <a:p>
            <a:endParaRPr lang="en-AU" dirty="0"/>
          </a:p>
          <a:p>
            <a:r>
              <a:rPr lang="en-AU" dirty="0"/>
              <a:t>P( a consonant)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70684-0F8A-442B-A8F6-41C2128BB2A5}"/>
              </a:ext>
            </a:extLst>
          </p:cNvPr>
          <p:cNvSpPr txBox="1"/>
          <p:nvPr/>
        </p:nvSpPr>
        <p:spPr>
          <a:xfrm>
            <a:off x="2915816" y="2060848"/>
            <a:ext cx="51809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2/8</a:t>
            </a:r>
          </a:p>
          <a:p>
            <a:endParaRPr lang="en-AU" b="1" dirty="0">
              <a:solidFill>
                <a:schemeClr val="accent2"/>
              </a:solidFill>
            </a:endParaRPr>
          </a:p>
          <a:p>
            <a:r>
              <a:rPr lang="en-AU" b="1" dirty="0">
                <a:solidFill>
                  <a:schemeClr val="accent2"/>
                </a:solidFill>
              </a:rPr>
              <a:t>1/8</a:t>
            </a:r>
          </a:p>
          <a:p>
            <a:endParaRPr lang="en-AU" b="1" dirty="0">
              <a:solidFill>
                <a:schemeClr val="accent2"/>
              </a:solidFill>
            </a:endParaRPr>
          </a:p>
          <a:p>
            <a:r>
              <a:rPr lang="en-AU" b="1" dirty="0">
                <a:solidFill>
                  <a:schemeClr val="accent2"/>
                </a:solidFill>
              </a:rPr>
              <a:t>1/8</a:t>
            </a:r>
          </a:p>
          <a:p>
            <a:endParaRPr lang="en-AU" b="1" dirty="0">
              <a:solidFill>
                <a:schemeClr val="accent2"/>
              </a:solidFill>
            </a:endParaRPr>
          </a:p>
          <a:p>
            <a:r>
              <a:rPr lang="en-AU" b="1" dirty="0">
                <a:solidFill>
                  <a:schemeClr val="accent2"/>
                </a:solidFill>
              </a:rPr>
              <a:t>4/8</a:t>
            </a:r>
          </a:p>
          <a:p>
            <a:endParaRPr lang="en-AU" b="1" dirty="0">
              <a:solidFill>
                <a:schemeClr val="accent2"/>
              </a:solidFill>
            </a:endParaRPr>
          </a:p>
          <a:p>
            <a:r>
              <a:rPr lang="en-AU" b="1" dirty="0">
                <a:solidFill>
                  <a:schemeClr val="accent2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367999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2011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complementary events?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DF712-25A7-4689-877A-086A18AC8A2E}"/>
              </a:ext>
            </a:extLst>
          </p:cNvPr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Complementary events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204B6727-E980-4216-A422-0F89CDF90FF3}"/>
              </a:ext>
            </a:extLst>
          </p:cNvPr>
          <p:cNvSpPr txBox="1"/>
          <p:nvPr/>
        </p:nvSpPr>
        <p:spPr>
          <a:xfrm>
            <a:off x="115888" y="2170852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What does complement mean in probability?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5C10A-A834-4130-8E34-DEFDA2E24F8B}"/>
              </a:ext>
            </a:extLst>
          </p:cNvPr>
          <p:cNvSpPr txBox="1"/>
          <p:nvPr/>
        </p:nvSpPr>
        <p:spPr>
          <a:xfrm flipH="1">
            <a:off x="3150141" y="2182219"/>
            <a:ext cx="55363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Complement means an event not happening</a:t>
            </a:r>
          </a:p>
          <a:p>
            <a:endParaRPr lang="en-AU" dirty="0"/>
          </a:p>
          <a:p>
            <a:r>
              <a:rPr lang="en-AU" dirty="0"/>
              <a:t>The complement of having long hair is the not having long hair.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748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F6950-C47D-4A65-B81E-063965C63BFF}"/>
              </a:ext>
            </a:extLst>
          </p:cNvPr>
          <p:cNvSpPr txBox="1"/>
          <p:nvPr/>
        </p:nvSpPr>
        <p:spPr>
          <a:xfrm>
            <a:off x="899592" y="620688"/>
            <a:ext cx="8133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Write the complement for each of the following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ECDAF-FE23-4E77-9CFC-662106A72A9D}"/>
              </a:ext>
            </a:extLst>
          </p:cNvPr>
          <p:cNvSpPr txBox="1"/>
          <p:nvPr/>
        </p:nvSpPr>
        <p:spPr>
          <a:xfrm>
            <a:off x="1708356" y="1916832"/>
            <a:ext cx="292221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Wearing hat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Having a red shirt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Not having gloves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Winning a game of tennis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The ball is yellow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129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68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Complementary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complementary events? 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ED87DCB-272E-4A90-99EA-0934A3E967CC}"/>
              </a:ext>
            </a:extLst>
          </p:cNvPr>
          <p:cNvSpPr txBox="1"/>
          <p:nvPr/>
        </p:nvSpPr>
        <p:spPr>
          <a:xfrm>
            <a:off x="115888" y="2170852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What does complement mean in probability?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66B0A-DD60-44A8-AD56-AE2D1918DB84}"/>
              </a:ext>
            </a:extLst>
          </p:cNvPr>
          <p:cNvSpPr txBox="1"/>
          <p:nvPr/>
        </p:nvSpPr>
        <p:spPr>
          <a:xfrm flipH="1">
            <a:off x="3150141" y="2182219"/>
            <a:ext cx="55363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Complement means an event not happening</a:t>
            </a:r>
          </a:p>
          <a:p>
            <a:endParaRPr lang="en-AU" dirty="0"/>
          </a:p>
          <a:p>
            <a:r>
              <a:rPr lang="en-AU" dirty="0"/>
              <a:t>The complement of having long hair is the not having long hair.</a:t>
            </a:r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32170-DD36-40A6-8BBF-1EBFBBF66A62}"/>
              </a:ext>
            </a:extLst>
          </p:cNvPr>
          <p:cNvSpPr txBox="1"/>
          <p:nvPr/>
        </p:nvSpPr>
        <p:spPr>
          <a:xfrm>
            <a:off x="302451" y="5040639"/>
            <a:ext cx="2274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use complements?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E48FB-0CBB-4355-9D0B-A10901871372}"/>
              </a:ext>
            </a:extLst>
          </p:cNvPr>
          <p:cNvSpPr txBox="1"/>
          <p:nvPr/>
        </p:nvSpPr>
        <p:spPr>
          <a:xfrm>
            <a:off x="3028155" y="5010163"/>
            <a:ext cx="57530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sum of the probability of an event and its complete is 1</a:t>
            </a:r>
          </a:p>
          <a:p>
            <a:endParaRPr lang="en-AU" dirty="0"/>
          </a:p>
          <a:p>
            <a:r>
              <a:rPr lang="en-AU" b="1" dirty="0">
                <a:solidFill>
                  <a:schemeClr val="tx2"/>
                </a:solidFill>
              </a:rPr>
              <a:t>P(A)+P(A’)=1</a:t>
            </a:r>
          </a:p>
          <a:p>
            <a:endParaRPr lang="en-AU" b="1" dirty="0">
              <a:solidFill>
                <a:schemeClr val="tx2"/>
              </a:solidFill>
            </a:endParaRPr>
          </a:p>
          <a:p>
            <a:r>
              <a:rPr lang="en-AU" b="1" dirty="0">
                <a:solidFill>
                  <a:schemeClr val="tx2"/>
                </a:solidFill>
              </a:rPr>
              <a:t>Therefor P(A’)= 1 -  P(A)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5510D2-DBF7-405A-BA61-9C55E6ABA1D3}"/>
              </a:ext>
            </a:extLst>
          </p:cNvPr>
          <p:cNvSpPr txBox="1"/>
          <p:nvPr/>
        </p:nvSpPr>
        <p:spPr>
          <a:xfrm>
            <a:off x="183704" y="3715731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easy way of writing complements?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9CF6E-39A9-49A2-8642-77C2CD583A12}"/>
              </a:ext>
            </a:extLst>
          </p:cNvPr>
          <p:cNvSpPr txBox="1"/>
          <p:nvPr/>
        </p:nvSpPr>
        <p:spPr>
          <a:xfrm>
            <a:off x="2920007" y="3715731"/>
            <a:ext cx="622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tx2"/>
                </a:solidFill>
              </a:rPr>
              <a:t>The complement of event A is not event A which can be written as A’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25D11-2882-4D6F-90F3-B199F25EC583}"/>
              </a:ext>
            </a:extLst>
          </p:cNvPr>
          <p:cNvSpPr txBox="1"/>
          <p:nvPr/>
        </p:nvSpPr>
        <p:spPr>
          <a:xfrm>
            <a:off x="5215880" y="428845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Not A = A’</a:t>
            </a:r>
          </a:p>
        </p:txBody>
      </p:sp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Dwyer text book</a:t>
            </a:r>
          </a:p>
          <a:p>
            <a:pPr marL="0" indent="0">
              <a:buNone/>
            </a:pPr>
            <a:r>
              <a:rPr lang="en-AU" dirty="0" err="1"/>
              <a:t>Pg</a:t>
            </a:r>
            <a:r>
              <a:rPr lang="en-AU" dirty="0"/>
              <a:t> 55</a:t>
            </a:r>
          </a:p>
        </p:txBody>
      </p:sp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245</Words>
  <Application>Microsoft Office PowerPoint</Application>
  <PresentationFormat>On-screen Show (4:3)</PresentationFormat>
  <Paragraphs>70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Probability Interactive Notebook</vt:lpstr>
      <vt:lpstr>Revision</vt:lpstr>
      <vt:lpstr>PowerPoint Presentation</vt:lpstr>
      <vt:lpstr>PowerPoint Presentation</vt:lpstr>
      <vt:lpstr>PowerPoint Presentation</vt:lpstr>
      <vt:lpstr>Task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Shanna Moneypenny</cp:lastModifiedBy>
  <cp:revision>80</cp:revision>
  <dcterms:created xsi:type="dcterms:W3CDTF">2014-05-14T02:58:57Z</dcterms:created>
  <dcterms:modified xsi:type="dcterms:W3CDTF">2018-04-03T12:43:58Z</dcterms:modified>
</cp:coreProperties>
</file>