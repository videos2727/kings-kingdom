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1" d="100"/>
          <a:sy n="41" d="100"/>
        </p:scale>
        <p:origin x="6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://www.mathgoodies.com/lessons/vol5/images/no_line10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Adding and Subtracting </a:t>
            </a:r>
            <a:r>
              <a:rPr lang="en-AU" dirty="0"/>
              <a:t>I</a:t>
            </a:r>
            <a:r>
              <a:rPr lang="en-AU" cap="none" dirty="0"/>
              <a:t>ntegers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AAB36-3758-42D4-A132-F5FD6DD5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44" y="5715000"/>
            <a:ext cx="10058400" cy="1143000"/>
          </a:xfrm>
        </p:spPr>
        <p:txBody>
          <a:bodyPr>
            <a:normAutofit/>
          </a:bodyPr>
          <a:lstStyle/>
          <a:p>
            <a:r>
              <a:rPr lang="en-AU" sz="2800" dirty="0"/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1A26-E114-4D29-96D0-666B3A6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pic>
        <p:nvPicPr>
          <p:cNvPr id="4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82" y="2406279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627434" y="3548528"/>
            <a:ext cx="7467600" cy="838200"/>
            <a:chOff x="4099618" y="3804560"/>
            <a:chExt cx="7467600" cy="8382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9047B76-E6D7-4EF7-9CD0-020AE06081B0}"/>
              </a:ext>
            </a:extLst>
          </p:cNvPr>
          <p:cNvSpPr txBox="1"/>
          <p:nvPr/>
        </p:nvSpPr>
        <p:spPr>
          <a:xfrm>
            <a:off x="4083729" y="521120"/>
            <a:ext cx="482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integers?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9D982-4C52-4DD7-B3CF-696A68DA1A26}"/>
              </a:ext>
            </a:extLst>
          </p:cNvPr>
          <p:cNvSpPr txBox="1"/>
          <p:nvPr/>
        </p:nvSpPr>
        <p:spPr>
          <a:xfrm>
            <a:off x="4303834" y="1899204"/>
            <a:ext cx="427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and Negative whole numbers</a:t>
            </a:r>
          </a:p>
        </p:txBody>
      </p:sp>
    </p:spTree>
    <p:extLst>
      <p:ext uri="{BB962C8B-B14F-4D97-AF65-F5344CB8AC3E}">
        <p14:creationId xmlns:p14="http://schemas.microsoft.com/office/powerpoint/2010/main" val="276314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3DDE-836B-4280-941A-0B23EF63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Which number is greater?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2BCD5-4525-45B1-94AF-4EA35CC43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6600" dirty="0"/>
              <a:t> - 1 		and 		0</a:t>
            </a:r>
          </a:p>
          <a:p>
            <a:pPr algn="ctr"/>
            <a:r>
              <a:rPr lang="en-AU" sz="6600" dirty="0"/>
              <a:t>2 			and 		-4</a:t>
            </a:r>
          </a:p>
          <a:p>
            <a:pPr algn="ctr"/>
            <a:r>
              <a:rPr lang="en-AU" sz="6600" dirty="0"/>
              <a:t>- 20	 	  and 		-25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6337ED-6787-424F-870C-51250CD71291}"/>
              </a:ext>
            </a:extLst>
          </p:cNvPr>
          <p:cNvSpPr/>
          <p:nvPr/>
        </p:nvSpPr>
        <p:spPr>
          <a:xfrm>
            <a:off x="8248261" y="1845734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2ABFEC-7F8A-43AC-B310-1BA6BC82DC5A}"/>
              </a:ext>
            </a:extLst>
          </p:cNvPr>
          <p:cNvSpPr/>
          <p:nvPr/>
        </p:nvSpPr>
        <p:spPr>
          <a:xfrm>
            <a:off x="2668554" y="2847981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55AF72-569F-40D1-B6AF-9300BD89E4BF}"/>
              </a:ext>
            </a:extLst>
          </p:cNvPr>
          <p:cNvSpPr/>
          <p:nvPr/>
        </p:nvSpPr>
        <p:spPr>
          <a:xfrm>
            <a:off x="2450841" y="3942011"/>
            <a:ext cx="1654628" cy="114317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106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3!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8714557" y="2981917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-2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-4!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891530" y="295756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199145" y="2964062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E7EEC-E186-47EA-9EA1-10C7B203C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6" t="30947" r="27704" b="24973"/>
          <a:stretch/>
        </p:blipFill>
        <p:spPr>
          <a:xfrm>
            <a:off x="473288" y="1090808"/>
            <a:ext cx="8028426" cy="360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-3 - 2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-3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-5!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5815918" y="2905781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6545811" y="2911000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-4 -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-4 and go to the </a:t>
            </a:r>
            <a:r>
              <a:rPr lang="en-AU" b="1" dirty="0"/>
              <a:t>right </a:t>
            </a:r>
            <a:r>
              <a:rPr lang="en-AU" dirty="0"/>
              <a:t>2 </a:t>
            </a:r>
          </a:p>
          <a:p>
            <a:endParaRPr lang="en-AU" dirty="0"/>
          </a:p>
          <a:p>
            <a:r>
              <a:rPr lang="en-AU" dirty="0"/>
              <a:t>Get to -2!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199145" y="321984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971700" y="3233163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A230FC-9375-4D00-95FD-F084E82126C2}"/>
              </a:ext>
            </a:extLst>
          </p:cNvPr>
          <p:cNvGrpSpPr/>
          <p:nvPr/>
        </p:nvGrpSpPr>
        <p:grpSpPr>
          <a:xfrm>
            <a:off x="9249508" y="2912750"/>
            <a:ext cx="2789461" cy="1518573"/>
            <a:chOff x="9249508" y="2912750"/>
            <a:chExt cx="2789461" cy="151857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104453-2801-4978-8D13-AB9353778996}"/>
                </a:ext>
              </a:extLst>
            </p:cNvPr>
            <p:cNvSpPr/>
            <p:nvPr/>
          </p:nvSpPr>
          <p:spPr>
            <a:xfrm>
              <a:off x="9249508" y="4264772"/>
              <a:ext cx="298938" cy="166551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BFF258-5500-455D-8CCF-53BDEF6F4DE0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9398977" y="3690805"/>
              <a:ext cx="993531" cy="573967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6070B1-085D-4D4A-878F-21660446A682}"/>
                </a:ext>
              </a:extLst>
            </p:cNvPr>
            <p:cNvSpPr txBox="1"/>
            <p:nvPr/>
          </p:nvSpPr>
          <p:spPr>
            <a:xfrm>
              <a:off x="10415689" y="2912750"/>
              <a:ext cx="1623280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dirty="0"/>
                <a:t>Two negatives become a positive!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338</Words>
  <Application>Microsoft Office PowerPoint</Application>
  <PresentationFormat>Widescreen</PresentationFormat>
  <Paragraphs>85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Adding and Subtracting Integers</vt:lpstr>
      <vt:lpstr>Review</vt:lpstr>
      <vt:lpstr>Which number is greater?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Alexandria Latham</cp:lastModifiedBy>
  <cp:revision>10</cp:revision>
  <dcterms:created xsi:type="dcterms:W3CDTF">2017-07-19T07:13:19Z</dcterms:created>
  <dcterms:modified xsi:type="dcterms:W3CDTF">2019-02-08T12:31:39Z</dcterms:modified>
</cp:coreProperties>
</file>