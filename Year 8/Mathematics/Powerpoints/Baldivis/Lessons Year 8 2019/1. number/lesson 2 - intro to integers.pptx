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83" r:id="rId2"/>
    <p:sldId id="263" r:id="rId3"/>
    <p:sldId id="264" r:id="rId4"/>
    <p:sldId id="284" r:id="rId5"/>
    <p:sldId id="285" r:id="rId6"/>
    <p:sldId id="281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86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2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1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4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9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4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7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8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8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2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0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56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18" y="371764"/>
            <a:ext cx="4356100" cy="311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9272" y="4546601"/>
            <a:ext cx="3190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Term 1</a:t>
            </a:r>
          </a:p>
          <a:p>
            <a:pPr algn="ctr"/>
            <a:r>
              <a:rPr lang="en-US" sz="2400" dirty="0" smtClean="0"/>
              <a:t>Semester 1</a:t>
            </a:r>
          </a:p>
          <a:p>
            <a:r>
              <a:rPr lang="en-US" sz="2400" dirty="0" smtClean="0"/>
              <a:t>Teacher:</a:t>
            </a:r>
          </a:p>
          <a:p>
            <a:r>
              <a:rPr lang="en-US" sz="2400" dirty="0" smtClean="0"/>
              <a:t>Class: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9643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66994" y="32597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897199" y="344357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2105" y="32597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0682" y="105927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690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3857" y="1254942"/>
            <a:ext cx="12064412" cy="39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794813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005099" y="1337073"/>
            <a:ext cx="88072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 smtClean="0"/>
              <a:t>Notes:</a:t>
            </a:r>
          </a:p>
          <a:p>
            <a:endParaRPr lang="en-AU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7425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74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integers and how do they relate to math?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963031" y="150684"/>
            <a:ext cx="2242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INTEGERS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" name="Rectangle 1"/>
          <p:cNvSpPr/>
          <p:nvPr/>
        </p:nvSpPr>
        <p:spPr>
          <a:xfrm>
            <a:off x="220520" y="1951243"/>
            <a:ext cx="20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What is an integer?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78799" y="1702068"/>
            <a:ext cx="623439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 smtClean="0"/>
              <a:t>Any </a:t>
            </a:r>
            <a:r>
              <a:rPr lang="en-AU" sz="2400" b="1" u="sng" dirty="0" smtClean="0"/>
              <a:t>positive</a:t>
            </a:r>
            <a:r>
              <a:rPr lang="en-AU" sz="2400" dirty="0" smtClean="0"/>
              <a:t> or </a:t>
            </a:r>
            <a:r>
              <a:rPr lang="en-AU" sz="2400" b="1" u="sng" dirty="0" smtClean="0"/>
              <a:t>negative whole numbers</a:t>
            </a:r>
            <a:r>
              <a:rPr lang="en-US" sz="2400" b="1" dirty="0" smtClean="0"/>
              <a:t> </a:t>
            </a:r>
            <a:r>
              <a:rPr lang="en-US" sz="2400" dirty="0" smtClean="0"/>
              <a:t>or </a:t>
            </a:r>
            <a:r>
              <a:rPr lang="en-US" sz="2400" b="1" u="sng" dirty="0" smtClean="0"/>
              <a:t>zero</a:t>
            </a:r>
          </a:p>
          <a:p>
            <a:endParaRPr lang="en-US" sz="2400" u="sn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72" y="2145971"/>
            <a:ext cx="8193130" cy="186521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FD6CB5B-0426-41E2-B93D-43B358BBF1FD}"/>
              </a:ext>
            </a:extLst>
          </p:cNvPr>
          <p:cNvSpPr/>
          <p:nvPr/>
        </p:nvSpPr>
        <p:spPr>
          <a:xfrm>
            <a:off x="2978799" y="411464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Which number is </a:t>
            </a:r>
            <a:endParaRPr lang="en-AU" dirty="0"/>
          </a:p>
          <a:p>
            <a:endParaRPr lang="en-AU" dirty="0"/>
          </a:p>
          <a:p>
            <a:r>
              <a:rPr lang="en-AU" dirty="0"/>
              <a:t>-4 		1</a:t>
            </a:r>
          </a:p>
          <a:p>
            <a:endParaRPr lang="en-AU" dirty="0"/>
          </a:p>
          <a:p>
            <a:r>
              <a:rPr lang="en-AU" dirty="0"/>
              <a:t>-1 		8</a:t>
            </a:r>
          </a:p>
          <a:p>
            <a:endParaRPr lang="en-AU" dirty="0"/>
          </a:p>
          <a:p>
            <a:r>
              <a:rPr lang="en-AU" dirty="0"/>
              <a:t>3 		-10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2582E8-85E5-464B-A788-C9E47C9778CA}"/>
              </a:ext>
            </a:extLst>
          </p:cNvPr>
          <p:cNvSpPr/>
          <p:nvPr/>
        </p:nvSpPr>
        <p:spPr>
          <a:xfrm>
            <a:off x="3459263" y="4725445"/>
            <a:ext cx="339365" cy="2922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76DC42-604A-455C-B8A7-418492A8F1D8}"/>
              </a:ext>
            </a:extLst>
          </p:cNvPr>
          <p:cNvSpPr/>
          <p:nvPr/>
        </p:nvSpPr>
        <p:spPr>
          <a:xfrm>
            <a:off x="3459262" y="5289593"/>
            <a:ext cx="339365" cy="2922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02F2EB-6959-4E49-ABAF-393A42E964C2}"/>
              </a:ext>
            </a:extLst>
          </p:cNvPr>
          <p:cNvSpPr/>
          <p:nvPr/>
        </p:nvSpPr>
        <p:spPr>
          <a:xfrm>
            <a:off x="3459262" y="5717783"/>
            <a:ext cx="339365" cy="2922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4387272" y="3642931"/>
            <a:ext cx="1791855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7670727" y="3656488"/>
            <a:ext cx="1791855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6731816" y="3553025"/>
            <a:ext cx="620330" cy="298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65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5" grpId="0" animBg="1"/>
      <p:bldP spid="26" grpId="0" animBg="1"/>
      <p:bldP spid="27" grpId="0" animBg="1"/>
      <p:bldP spid="8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0040-1F0F-476C-82BE-AE1FAF90BB21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 smtClean="0"/>
              <a:t>LEFT HAND SIDE</a:t>
            </a:r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F347D0-9744-437A-BAFD-0C1EBAF66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70" y="1411008"/>
            <a:ext cx="10176840" cy="1365936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E9986D9-FC48-42B3-8354-3F2DBF585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56" y="4158664"/>
            <a:ext cx="10927499" cy="136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4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85024" y="2080645"/>
            <a:ext cx="69111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Quiz time – 7 questions</a:t>
            </a:r>
          </a:p>
        </p:txBody>
      </p:sp>
    </p:spTree>
    <p:extLst>
      <p:ext uri="{BB962C8B-B14F-4D97-AF65-F5344CB8AC3E}">
        <p14:creationId xmlns:p14="http://schemas.microsoft.com/office/powerpoint/2010/main" val="87635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612" t="13457" r="35833" b="77654"/>
          <a:stretch/>
        </p:blipFill>
        <p:spPr>
          <a:xfrm>
            <a:off x="800099" y="1206500"/>
            <a:ext cx="10399889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7"/>
          <a:stretch/>
        </p:blipFill>
        <p:spPr>
          <a:xfrm>
            <a:off x="977972" y="3657271"/>
            <a:ext cx="10489200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4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388" t="24601" r="36057" b="66510"/>
          <a:stretch/>
        </p:blipFill>
        <p:spPr>
          <a:xfrm>
            <a:off x="800099" y="1206500"/>
            <a:ext cx="10399889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7"/>
          <a:stretch/>
        </p:blipFill>
        <p:spPr>
          <a:xfrm>
            <a:off x="977972" y="3657271"/>
            <a:ext cx="10489200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1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724" t="34286" r="35721" b="56825"/>
          <a:stretch/>
        </p:blipFill>
        <p:spPr>
          <a:xfrm>
            <a:off x="800099" y="1206500"/>
            <a:ext cx="10399889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7"/>
          <a:stretch/>
        </p:blipFill>
        <p:spPr>
          <a:xfrm>
            <a:off x="977972" y="3657271"/>
            <a:ext cx="10489200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0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948" t="44303" r="35497" b="46808"/>
          <a:stretch/>
        </p:blipFill>
        <p:spPr>
          <a:xfrm>
            <a:off x="800099" y="1206500"/>
            <a:ext cx="10399889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7"/>
          <a:stretch/>
        </p:blipFill>
        <p:spPr>
          <a:xfrm>
            <a:off x="977972" y="3657271"/>
            <a:ext cx="10489200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0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612" t="54187" r="35833" b="36924"/>
          <a:stretch/>
        </p:blipFill>
        <p:spPr>
          <a:xfrm>
            <a:off x="800099" y="1206500"/>
            <a:ext cx="10399889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7"/>
          <a:stretch/>
        </p:blipFill>
        <p:spPr>
          <a:xfrm>
            <a:off x="977972" y="3657271"/>
            <a:ext cx="10489200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4060" t="64933" r="35385" b="26178"/>
          <a:stretch/>
        </p:blipFill>
        <p:spPr>
          <a:xfrm>
            <a:off x="800099" y="1206500"/>
            <a:ext cx="10399889" cy="170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7"/>
          <a:stretch/>
        </p:blipFill>
        <p:spPr>
          <a:xfrm>
            <a:off x="977972" y="3657271"/>
            <a:ext cx="10489200" cy="137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5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3836" t="75082" r="35609" b="16029"/>
          <a:stretch/>
        </p:blipFill>
        <p:spPr>
          <a:xfrm>
            <a:off x="901699" y="800100"/>
            <a:ext cx="10399889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1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DEF6BC-632A-4ACC-AAF4-C5C648C17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00" y="1393942"/>
            <a:ext cx="10339175" cy="12349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DC92E9-D216-4B62-8C81-DBA405D7D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01" y="4631282"/>
            <a:ext cx="10478462" cy="9186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2EA77B-97DC-47C8-961C-E906FB099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01" y="3192511"/>
            <a:ext cx="10339174" cy="8553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04819" y="462662"/>
            <a:ext cx="32800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b="1" dirty="0"/>
              <a:t>LEFT HAND SIDE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51484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1EE45F1-7CF5-44CA-857D-831393521B7A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/>
              <a:t>GAME TIME</a:t>
            </a: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419AF7-FA66-414E-AFB8-99BF81AF0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230191"/>
              </p:ext>
            </p:extLst>
          </p:nvPr>
        </p:nvGraphicFramePr>
        <p:xfrm>
          <a:off x="1069848" y="1816883"/>
          <a:ext cx="4762317" cy="376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439">
                  <a:extLst>
                    <a:ext uri="{9D8B030D-6E8A-4147-A177-3AD203B41FA5}">
                      <a16:colId xmlns:a16="http://schemas.microsoft.com/office/drawing/2014/main" val="3379341426"/>
                    </a:ext>
                  </a:extLst>
                </a:gridCol>
                <a:gridCol w="1587439">
                  <a:extLst>
                    <a:ext uri="{9D8B030D-6E8A-4147-A177-3AD203B41FA5}">
                      <a16:colId xmlns:a16="http://schemas.microsoft.com/office/drawing/2014/main" val="3644903322"/>
                    </a:ext>
                  </a:extLst>
                </a:gridCol>
                <a:gridCol w="1587439">
                  <a:extLst>
                    <a:ext uri="{9D8B030D-6E8A-4147-A177-3AD203B41FA5}">
                      <a16:colId xmlns:a16="http://schemas.microsoft.com/office/drawing/2014/main" val="3750731447"/>
                    </a:ext>
                  </a:extLst>
                </a:gridCol>
              </a:tblGrid>
              <a:tr h="12539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290247"/>
                  </a:ext>
                </a:extLst>
              </a:tr>
              <a:tr h="125396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725610"/>
                  </a:ext>
                </a:extLst>
              </a:tr>
              <a:tr h="125396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0874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70255" y="1121941"/>
            <a:ext cx="42117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Complete the table using numbers between 2 – 12</a:t>
            </a:r>
          </a:p>
          <a:p>
            <a:endParaRPr lang="en-US" sz="2400" dirty="0"/>
          </a:p>
          <a:p>
            <a:endParaRPr lang="en-US" sz="2400" dirty="0" smtClean="0"/>
          </a:p>
          <a:p>
            <a:pPr marL="342900" indent="-342900">
              <a:buFontTx/>
              <a:buChar char="-"/>
            </a:pPr>
            <a:r>
              <a:rPr lang="en-US" sz="2400" dirty="0" smtClean="0"/>
              <a:t>You can repeat numbers as many times as you like!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 smtClean="0"/>
          </a:p>
          <a:p>
            <a:r>
              <a:rPr lang="en-US" sz="2400" b="1" dirty="0" smtClean="0"/>
              <a:t>Rules:</a:t>
            </a:r>
          </a:p>
          <a:p>
            <a:r>
              <a:rPr lang="en-US" sz="2400" b="1" dirty="0" smtClean="0"/>
              <a:t>Roll 2x 6-sided dice</a:t>
            </a:r>
          </a:p>
          <a:p>
            <a:r>
              <a:rPr lang="en-US" sz="2400" b="1" dirty="0" smtClean="0"/>
              <a:t>Add the numbers</a:t>
            </a:r>
          </a:p>
          <a:p>
            <a:r>
              <a:rPr lang="en-US" sz="2400" b="1" dirty="0" smtClean="0"/>
              <a:t>Cross off on your board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3819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</TotalTime>
  <Words>120</Words>
  <Application>Microsoft Office PowerPoint</Application>
  <PresentationFormat>Widescreen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</dc:title>
  <dc:creator>D'SOUZA Jillian [Baldivis Secondary College]</dc:creator>
  <cp:lastModifiedBy>D'SOUZA Jillian [Baldivis Secondary College]</cp:lastModifiedBy>
  <cp:revision>36</cp:revision>
  <dcterms:created xsi:type="dcterms:W3CDTF">2018-01-31T23:34:05Z</dcterms:created>
  <dcterms:modified xsi:type="dcterms:W3CDTF">2019-02-05T06:01:05Z</dcterms:modified>
</cp:coreProperties>
</file>