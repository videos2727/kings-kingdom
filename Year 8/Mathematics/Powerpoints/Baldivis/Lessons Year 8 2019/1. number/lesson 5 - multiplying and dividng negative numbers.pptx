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3" r:id="rId2"/>
    <p:sldId id="318" r:id="rId3"/>
    <p:sldId id="306" r:id="rId4"/>
    <p:sldId id="317" r:id="rId5"/>
    <p:sldId id="316" r:id="rId6"/>
    <p:sldId id="304" r:id="rId7"/>
    <p:sldId id="30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89165" autoAdjust="0"/>
  </p:normalViewPr>
  <p:slideViewPr>
    <p:cSldViewPr>
      <p:cViewPr varScale="1">
        <p:scale>
          <a:sx n="76" d="100"/>
          <a:sy n="76" d="100"/>
        </p:scale>
        <p:origin x="1637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97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Multiplying and Dividing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multiply and divide negative numbers?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24E24-B8EE-4AF9-A378-E53F56D6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101" y="2284420"/>
            <a:ext cx="4005064" cy="40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F26031-6955-4D89-A4DA-3C341CF38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1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One (review from last lesson)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AU" dirty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 – (-3) 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F62D6-C92A-4790-80CC-0DF5FDE15627}"/>
              </a:ext>
            </a:extLst>
          </p:cNvPr>
          <p:cNvSpPr txBox="1"/>
          <p:nvPr/>
        </p:nvSpPr>
        <p:spPr>
          <a:xfrm>
            <a:off x="6588224" y="1340768"/>
            <a:ext cx="2448272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Don’t just write the answer, write the question as well to help you when reviewing.</a:t>
            </a:r>
          </a:p>
        </p:txBody>
      </p:sp>
    </p:spTree>
    <p:extLst>
      <p:ext uri="{BB962C8B-B14F-4D97-AF65-F5344CB8AC3E}">
        <p14:creationId xmlns:p14="http://schemas.microsoft.com/office/powerpoint/2010/main" val="339170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97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Multiplying and Dividing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multiply and divide negative numbers?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3B19EE-E67B-44ED-82BE-06BCDA6E01E8}"/>
              </a:ext>
            </a:extLst>
          </p:cNvPr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for multiplying and dividing?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9FF107-2241-443A-AAFA-25690F3DAB22}"/>
                  </a:ext>
                </a:extLst>
              </p:cNvPr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/>
              </a:p>
              <a:p>
                <a:endParaRPr lang="en-AU" b="0" dirty="0"/>
              </a:p>
              <a:p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9FF107-2241-443A-AAFA-25690F3D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94C419D1-1EF3-4BE7-B210-1F3BF0CA123C}"/>
              </a:ext>
            </a:extLst>
          </p:cNvPr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F721D98-D4E3-476A-BDF3-21DCE0D72464}"/>
              </a:ext>
            </a:extLst>
          </p:cNvPr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BB9828-ECE5-4ECA-BAD1-BC676F0D6CDA}"/>
              </a:ext>
            </a:extLst>
          </p:cNvPr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Same sign 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56B99-61C3-477F-9214-B7E271FE2532}"/>
              </a:ext>
            </a:extLst>
          </p:cNvPr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C0356A-F5EC-47E0-BD62-A75EEAD95492}"/>
                  </a:ext>
                </a:extLst>
              </p:cNvPr>
              <p:cNvSpPr txBox="1"/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/>
                  <a:t>e.g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−12</m:t>
                    </m:r>
                  </m:oMath>
                </a14:m>
                <a:endParaRPr lang="en-AU" b="0" dirty="0"/>
              </a:p>
              <a:p>
                <a:endParaRPr lang="en-AU" b="0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−30  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3  =10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C0356A-F5EC-47E0-BD62-A75EEAD9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blipFill>
                <a:blip r:embed="rId3"/>
                <a:stretch>
                  <a:fillRect l="-225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2C0B00E-F33C-40FE-8184-BAF472614C8D}"/>
              </a:ext>
            </a:extLst>
          </p:cNvPr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both numbers are different  signs then the answer is negative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5DEC7-283E-4B00-9FD7-16695ECA500A}"/>
              </a:ext>
            </a:extLst>
          </p:cNvPr>
          <p:cNvSpPr txBox="1"/>
          <p:nvPr/>
        </p:nvSpPr>
        <p:spPr>
          <a:xfrm>
            <a:off x="3037647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both numbers are the same sign then the answer is positive</a:t>
            </a:r>
          </a:p>
        </p:txBody>
      </p:sp>
    </p:spTree>
    <p:extLst>
      <p:ext uri="{BB962C8B-B14F-4D97-AF65-F5344CB8AC3E}">
        <p14:creationId xmlns:p14="http://schemas.microsoft.com/office/powerpoint/2010/main" val="320295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Task-two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3=</m:t>
                    </m:r>
                  </m:oMath>
                </a14:m>
                <a:endParaRPr lang="en-AU" b="0" dirty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928" y="12170"/>
            <a:ext cx="8229600" cy="1143000"/>
          </a:xfrm>
        </p:spPr>
        <p:txBody>
          <a:bodyPr/>
          <a:lstStyle/>
          <a:p>
            <a:r>
              <a:rPr lang="en-AU" dirty="0"/>
              <a:t>Task 3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67E4-035D-42F1-BE8C-51292F97B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0" t="17801" r="17713" b="38800"/>
          <a:stretch/>
        </p:blipFill>
        <p:spPr>
          <a:xfrm>
            <a:off x="17494" y="33520"/>
            <a:ext cx="7308812" cy="2243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19D4A-211C-475D-AA99-D8747E0D4A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26" t="19201" r="25588" b="48600"/>
          <a:stretch/>
        </p:blipFill>
        <p:spPr>
          <a:xfrm>
            <a:off x="137430" y="2758461"/>
            <a:ext cx="6582378" cy="1701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7617E-763F-421C-B8A8-2B3DC61562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26" t="31800" r="22438" b="38720"/>
          <a:stretch/>
        </p:blipFill>
        <p:spPr>
          <a:xfrm>
            <a:off x="107504" y="4941168"/>
            <a:ext cx="7308812" cy="16548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6B41C-AB81-44C8-873E-43A7413E59C4}"/>
              </a:ext>
            </a:extLst>
          </p:cNvPr>
          <p:cNvSpPr txBox="1"/>
          <p:nvPr/>
        </p:nvSpPr>
        <p:spPr>
          <a:xfrm>
            <a:off x="6876256" y="1772816"/>
            <a:ext cx="2160240" cy="1477328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Minimum: </a:t>
            </a:r>
            <a:r>
              <a:rPr lang="en-AU" dirty="0"/>
              <a:t>pick 3 from each </a:t>
            </a:r>
          </a:p>
          <a:p>
            <a:r>
              <a:rPr lang="en-AU" b="1" dirty="0"/>
              <a:t>Medium: </a:t>
            </a:r>
            <a:r>
              <a:rPr lang="en-AU" dirty="0"/>
              <a:t>pick 5 from each</a:t>
            </a:r>
          </a:p>
          <a:p>
            <a:r>
              <a:rPr lang="en-AU" b="1" dirty="0"/>
              <a:t>Advanced: </a:t>
            </a:r>
            <a:r>
              <a:rPr lang="en-AU" dirty="0"/>
              <a:t>ALL!!</a:t>
            </a:r>
          </a:p>
        </p:txBody>
      </p:sp>
    </p:spTree>
    <p:extLst>
      <p:ext uri="{BB962C8B-B14F-4D97-AF65-F5344CB8AC3E}">
        <p14:creationId xmlns:p14="http://schemas.microsoft.com/office/powerpoint/2010/main" val="303563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192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Task One (review from last lesson)</vt:lpstr>
      <vt:lpstr>PowerPoint Presentation</vt:lpstr>
      <vt:lpstr>Task-two</vt:lpstr>
      <vt:lpstr>Task 3 </vt:lpstr>
      <vt:lpstr>Questions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Alexandria Latham</cp:lastModifiedBy>
  <cp:revision>64</cp:revision>
  <dcterms:created xsi:type="dcterms:W3CDTF">2014-05-14T02:58:57Z</dcterms:created>
  <dcterms:modified xsi:type="dcterms:W3CDTF">2019-02-08T12:33:30Z</dcterms:modified>
</cp:coreProperties>
</file>