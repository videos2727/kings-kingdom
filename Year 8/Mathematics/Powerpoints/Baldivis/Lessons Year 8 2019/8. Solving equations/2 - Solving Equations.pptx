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7" r:id="rId4"/>
    <p:sldId id="263" r:id="rId5"/>
    <p:sldId id="262" r:id="rId6"/>
    <p:sldId id="264" r:id="rId7"/>
    <p:sldId id="270" r:id="rId8"/>
    <p:sldId id="265" r:id="rId9"/>
    <p:sldId id="271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7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6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7281" y="1260530"/>
                <a:ext cx="8924785" cy="936752"/>
              </a:xfrm>
            </p:spPr>
            <p:txBody>
              <a:bodyPr>
                <a:noAutofit/>
              </a:bodyPr>
              <a:lstStyle/>
              <a:p>
                <a:r>
                  <a:rPr lang="en-US" sz="3200" dirty="0"/>
                  <a:t>ALGEBRA</a:t>
                </a:r>
                <a:br>
                  <a:rPr lang="en-US" sz="3200" dirty="0"/>
                </a:br>
                <a:r>
                  <a:rPr lang="en-US" sz="3200" dirty="0"/>
                  <a:t>EQ: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𝐻𝑜𝑤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𝑠𝑜𝑙𝑣𝑒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𝑒𝑞𝑢𝑎𝑡𝑖𝑜𝑛𝑠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𝑢𝑠𝑖𝑛𝑔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𝑡𝑤𝑜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𝑠𝑡𝑒𝑝𝑠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? </m:t>
                    </m:r>
                  </m:oMath>
                </a14:m>
                <a:br>
                  <a:rPr lang="en-AU" sz="3200" dirty="0"/>
                </a:br>
                <a:r>
                  <a:rPr lang="en-US" sz="3200" dirty="0"/>
                  <a:t> </a:t>
                </a:r>
                <a:endParaRPr lang="en-AU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7281" y="1260530"/>
                <a:ext cx="8924785" cy="936752"/>
              </a:xfrm>
              <a:blipFill>
                <a:blip r:embed="rId2"/>
                <a:stretch>
                  <a:fillRect l="-1708" t="-647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74197" y="5695482"/>
            <a:ext cx="7315200" cy="914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Miss D’souza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8561" y="326880"/>
                <a:ext cx="10319111" cy="487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FF0000"/>
                    </a:solidFill>
                  </a:rPr>
                  <a:t>5 questions: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the median	(45, 20, 41, 38, 42, 42)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Give an example of collecting continuous numerical data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×3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Expand the brackets;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+4)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61" y="326880"/>
                <a:ext cx="10319111" cy="4878964"/>
              </a:xfrm>
              <a:prstGeom prst="rect">
                <a:avLst/>
              </a:prstGeom>
              <a:blipFill>
                <a:blip r:embed="rId2"/>
                <a:stretch>
                  <a:fillRect l="-532" t="-16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0709" t="32742" r="46950" b="22624"/>
          <a:stretch/>
        </p:blipFill>
        <p:spPr>
          <a:xfrm>
            <a:off x="769274" y="3218711"/>
            <a:ext cx="5826079" cy="345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5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748146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88473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53320" y="1293091"/>
            <a:ext cx="0" cy="5643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𝑇𝑂𝑃𝐼𝐶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𝐴𝑙𝑔𝑒𝑏𝑟𝑎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00576" y="1597967"/>
            <a:ext cx="3057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What is an equation?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564525" y="1588167"/>
            <a:ext cx="8072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mathematical statement that two things are equal</a:t>
            </a:r>
          </a:p>
          <a:p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564525" y="4680232"/>
            <a:ext cx="8072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91981" y="2875231"/>
            <a:ext cx="305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How do we find  equivalent equations?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565236" y="2875231"/>
            <a:ext cx="5061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OPTION 1</a:t>
            </a:r>
            <a:r>
              <a:rPr lang="en-US" sz="2000" dirty="0"/>
              <a:t>: Backtracking</a:t>
            </a:r>
          </a:p>
          <a:p>
            <a:endParaRPr lang="en-US" sz="2000" dirty="0"/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OPTION 2: </a:t>
            </a:r>
            <a:r>
              <a:rPr lang="en-US" sz="2000" dirty="0"/>
              <a:t>Balancing both sides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7729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748146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88473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53320" y="1293091"/>
            <a:ext cx="0" cy="5643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𝑇𝑂𝑃𝐼𝐶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𝐴𝑙𝑔𝑒𝑏𝑟𝑎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5074" y="1413301"/>
            <a:ext cx="305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How do we find  equivalent equations?</a:t>
            </a:r>
            <a:endParaRPr lang="en-AU" sz="24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33572" y="292013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61412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04934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10" name="Left-Right Arrow 9"/>
          <p:cNvSpPr/>
          <p:nvPr/>
        </p:nvSpPr>
        <p:spPr>
          <a:xfrm>
            <a:off x="10260308" y="581758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Left-Right Arrow 42"/>
          <p:cNvSpPr/>
          <p:nvPr/>
        </p:nvSpPr>
        <p:spPr>
          <a:xfrm>
            <a:off x="10260308" y="1804012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3818957" y="1449288"/>
            <a:ext cx="5061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OPTION 1</a:t>
            </a:r>
            <a:r>
              <a:rPr lang="en-US" sz="2000" dirty="0"/>
              <a:t>: Backtracking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906641" y="1511557"/>
                <a:ext cx="215764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641" y="1511557"/>
                <a:ext cx="215764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4265644" y="3446324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5959186" y="3446326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4265644" y="426306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5959186" y="426306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7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850379" y="2866311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28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574206" y="5144384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491247" y="3545749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247" y="3545749"/>
                <a:ext cx="51488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6137002" y="3561917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002" y="3561917"/>
                <a:ext cx="124867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5237728" y="2219443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728" y="2219443"/>
                <a:ext cx="907428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5006132" y="5611816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132" y="5611816"/>
                <a:ext cx="108276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6129220" y="4413275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220" y="4413275"/>
                <a:ext cx="124867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4124351" y="4377457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351" y="4377457"/>
                <a:ext cx="1248675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8582221" y="3499634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8582221" y="4316377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7473414" y="2919619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7197241" y="5197692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8643899" y="3586838"/>
                <a:ext cx="155389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899" y="3586838"/>
                <a:ext cx="1553899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7860763" y="2272751"/>
                <a:ext cx="9108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763" y="2272751"/>
                <a:ext cx="910827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8752255" y="446658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255" y="4466583"/>
                <a:ext cx="1248675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7841428" y="5659954"/>
                <a:ext cx="9108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428" y="5659954"/>
                <a:ext cx="910827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86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41" grpId="0" animBg="1"/>
      <p:bldP spid="42" grpId="0" animBg="1"/>
      <p:bldP spid="44" grpId="0"/>
      <p:bldP spid="45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748146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88473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53320" y="1293091"/>
            <a:ext cx="0" cy="5643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𝑇𝑂𝑃𝐼𝐶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𝐴𝑙𝑔𝑒𝑏𝑟𝑎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5074" y="1413301"/>
            <a:ext cx="305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How do we find  equivalent equations?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374926" y="2738866"/>
                <a:ext cx="211596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−6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926" y="2738866"/>
                <a:ext cx="211596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rved Right Arrow 2"/>
          <p:cNvSpPr/>
          <p:nvPr/>
        </p:nvSpPr>
        <p:spPr>
          <a:xfrm>
            <a:off x="4901902" y="2909668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5" name="Curved Right Arrow 34"/>
          <p:cNvSpPr/>
          <p:nvPr/>
        </p:nvSpPr>
        <p:spPr>
          <a:xfrm flipH="1">
            <a:off x="7490890" y="2918569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21373" y="3200038"/>
                <a:ext cx="6171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73" y="3200038"/>
                <a:ext cx="61715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064064" y="3201072"/>
                <a:ext cx="6171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064" y="3201072"/>
                <a:ext cx="61715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962452" y="2733895"/>
            <a:ext cx="798899" cy="54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68530" y="4413868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39892" y="4378174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9892" y="4378174"/>
                <a:ext cx="880364" cy="97167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96370" y="566133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39892" y="566133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10" name="Left-Right Arrow 9"/>
          <p:cNvSpPr/>
          <p:nvPr/>
        </p:nvSpPr>
        <p:spPr>
          <a:xfrm>
            <a:off x="10295266" y="4703613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Left-Right Arrow 42"/>
          <p:cNvSpPr/>
          <p:nvPr/>
        </p:nvSpPr>
        <p:spPr>
          <a:xfrm>
            <a:off x="10295266" y="5925867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835194" y="3860117"/>
                <a:ext cx="161018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194" y="3860117"/>
                <a:ext cx="16101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688528" y="1450976"/>
            <a:ext cx="5061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OPTION 2: </a:t>
            </a:r>
            <a:r>
              <a:rPr lang="en-US" sz="2000" dirty="0"/>
              <a:t>Balancing both sides</a:t>
            </a:r>
            <a:endParaRPr lang="en-AU" sz="2000" dirty="0"/>
          </a:p>
        </p:txBody>
      </p:sp>
      <p:sp>
        <p:nvSpPr>
          <p:cNvPr id="22" name="Curved Right Arrow 21"/>
          <p:cNvSpPr/>
          <p:nvPr/>
        </p:nvSpPr>
        <p:spPr>
          <a:xfrm>
            <a:off x="5002052" y="4220959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Curved Right Arrow 22"/>
          <p:cNvSpPr/>
          <p:nvPr/>
        </p:nvSpPr>
        <p:spPr>
          <a:xfrm flipH="1">
            <a:off x="7591040" y="4229860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321523" y="4511329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523" y="4511329"/>
                <a:ext cx="61837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064064" y="4512758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064" y="4512758"/>
                <a:ext cx="61837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35344" y="5171408"/>
                <a:ext cx="1212640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44" y="5171408"/>
                <a:ext cx="121264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5881294" y="3879679"/>
            <a:ext cx="323321" cy="498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37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7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4" grpId="0"/>
      <p:bldP spid="36" grpId="0"/>
      <p:bldP spid="8" grpId="0" animBg="1"/>
      <p:bldP spid="43" grpId="0" animBg="1"/>
      <p:bldP spid="22" grpId="0" animBg="1"/>
      <p:bldP spid="23" grpId="0" animBg="1"/>
      <p:bldP spid="24" grpId="0"/>
      <p:bldP spid="25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81551" y="90413"/>
                <a:ext cx="235641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51" y="90413"/>
                <a:ext cx="235641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4321388" y="291849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6014930" y="291849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4321388" y="3735233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6014930" y="3735235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9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906123" y="2338477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30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629950" y="4616550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546991" y="3017915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991" y="3017915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6192746" y="303408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746" y="3034083"/>
                <a:ext cx="124867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5293472" y="1691609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472" y="1691609"/>
                <a:ext cx="90742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5061876" y="5083982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876" y="5083982"/>
                <a:ext cx="108276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6184964" y="3885441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964" y="3885441"/>
                <a:ext cx="124867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4180095" y="384962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095" y="3849623"/>
                <a:ext cx="124867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8637965" y="2971800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8637965" y="3788543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7529158" y="2391785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0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7252985" y="4669858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8535740" y="3030540"/>
                <a:ext cx="179319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740" y="3030540"/>
                <a:ext cx="1793192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7916507" y="1744917"/>
                <a:ext cx="11560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07" y="1744917"/>
                <a:ext cx="1156086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8807999" y="3938749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999" y="3938749"/>
                <a:ext cx="1248675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7897172" y="5132120"/>
                <a:ext cx="11560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172" y="5132120"/>
                <a:ext cx="1156086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33572" y="292013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61412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04934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49" name="Left-Right Arrow 48"/>
          <p:cNvSpPr/>
          <p:nvPr/>
        </p:nvSpPr>
        <p:spPr>
          <a:xfrm>
            <a:off x="10260308" y="581758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Left-Right Arrow 49"/>
          <p:cNvSpPr/>
          <p:nvPr/>
        </p:nvSpPr>
        <p:spPr>
          <a:xfrm>
            <a:off x="10260308" y="1804012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82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81551" y="90413"/>
                <a:ext cx="235641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51" y="90413"/>
                <a:ext cx="235641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6141544" y="2249339"/>
                <a:ext cx="243496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+10 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44" y="2249339"/>
                <a:ext cx="24349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urved Right Arrow 45"/>
          <p:cNvSpPr/>
          <p:nvPr/>
        </p:nvSpPr>
        <p:spPr>
          <a:xfrm>
            <a:off x="5668520" y="2420141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7" name="Curved Right Arrow 46"/>
          <p:cNvSpPr/>
          <p:nvPr/>
        </p:nvSpPr>
        <p:spPr>
          <a:xfrm flipH="1">
            <a:off x="8257508" y="2429042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987991" y="2710511"/>
                <a:ext cx="737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991" y="2710511"/>
                <a:ext cx="73738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8830682" y="2711545"/>
                <a:ext cx="737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682" y="2711545"/>
                <a:ext cx="73738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6729070" y="2244368"/>
            <a:ext cx="798899" cy="54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6601812" y="3370590"/>
                <a:ext cx="161018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812" y="3370590"/>
                <a:ext cx="161018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Curved Right Arrow 51"/>
          <p:cNvSpPr/>
          <p:nvPr/>
        </p:nvSpPr>
        <p:spPr>
          <a:xfrm>
            <a:off x="5768670" y="3731432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3" name="Curved Right Arrow 52"/>
          <p:cNvSpPr/>
          <p:nvPr/>
        </p:nvSpPr>
        <p:spPr>
          <a:xfrm flipH="1">
            <a:off x="8357658" y="3740333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088141" y="4021802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141" y="4021802"/>
                <a:ext cx="61837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8830682" y="4023231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682" y="4023231"/>
                <a:ext cx="61837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6701962" y="4681881"/>
                <a:ext cx="1212640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962" y="4681881"/>
                <a:ext cx="121264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/>
          <p:cNvSpPr/>
          <p:nvPr/>
        </p:nvSpPr>
        <p:spPr>
          <a:xfrm>
            <a:off x="6647912" y="3390152"/>
            <a:ext cx="323321" cy="498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33572" y="292013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61412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04934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62" name="Left-Right Arrow 61"/>
          <p:cNvSpPr/>
          <p:nvPr/>
        </p:nvSpPr>
        <p:spPr>
          <a:xfrm>
            <a:off x="10260308" y="581758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3" name="Left-Right Arrow 62"/>
          <p:cNvSpPr/>
          <p:nvPr/>
        </p:nvSpPr>
        <p:spPr>
          <a:xfrm>
            <a:off x="10260308" y="1804012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38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  <p:bldP spid="50" grpId="0" animBg="1"/>
      <p:bldP spid="52" grpId="0" animBg="1"/>
      <p:bldP spid="53" grpId="0" animBg="1"/>
      <p:bldP spid="54" grpId="0"/>
      <p:bldP spid="55" grpId="0"/>
      <p:bldP spid="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761049" y="600617"/>
                <a:ext cx="1958870" cy="8274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49" y="600617"/>
                <a:ext cx="1958870" cy="8274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4330031" y="3656698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6023573" y="3656700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4330031" y="4473441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6023573" y="4473443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4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914766" y="3076685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25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638593" y="5354758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555634" y="3756123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634" y="3756123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8646608" y="3710008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8646608" y="4526751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9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7537801" y="3129993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30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7261628" y="5408066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33572" y="292013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61412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04934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35" name="Left-Right Arrow 34"/>
          <p:cNvSpPr/>
          <p:nvPr/>
        </p:nvSpPr>
        <p:spPr>
          <a:xfrm>
            <a:off x="10260308" y="581758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Left-Right Arrow 35"/>
          <p:cNvSpPr/>
          <p:nvPr/>
        </p:nvSpPr>
        <p:spPr>
          <a:xfrm>
            <a:off x="10260308" y="1804012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41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761049" y="600617"/>
                <a:ext cx="1958870" cy="8274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49" y="600617"/>
                <a:ext cx="1958870" cy="8274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33572" y="292013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934" y="256319"/>
                <a:ext cx="880364" cy="97167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61412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04934" y="1539476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35" name="Left-Right Arrow 34"/>
          <p:cNvSpPr/>
          <p:nvPr/>
        </p:nvSpPr>
        <p:spPr>
          <a:xfrm>
            <a:off x="10260308" y="581758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Left-Right Arrow 35"/>
          <p:cNvSpPr/>
          <p:nvPr/>
        </p:nvSpPr>
        <p:spPr>
          <a:xfrm>
            <a:off x="10260308" y="1804012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113835" y="2255443"/>
                <a:ext cx="2037417" cy="8274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+8 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835" y="2255443"/>
                <a:ext cx="2037417" cy="8274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rved Right Arrow 36"/>
          <p:cNvSpPr/>
          <p:nvPr/>
        </p:nvSpPr>
        <p:spPr>
          <a:xfrm>
            <a:off x="5640811" y="2426245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8" name="Curved Right Arrow 37"/>
          <p:cNvSpPr/>
          <p:nvPr/>
        </p:nvSpPr>
        <p:spPr>
          <a:xfrm flipH="1">
            <a:off x="8229799" y="2435146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6574103" y="3376694"/>
                <a:ext cx="142218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:r>
                  <a:rPr lang="en-AU" sz="2800" dirty="0">
                    <a:solidFill>
                      <a:prstClr val="black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AU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103" y="3376694"/>
                <a:ext cx="142218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urved Right Arrow 42"/>
          <p:cNvSpPr/>
          <p:nvPr/>
        </p:nvSpPr>
        <p:spPr>
          <a:xfrm>
            <a:off x="5740961" y="3737536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Curved Right Arrow 43"/>
          <p:cNvSpPr/>
          <p:nvPr/>
        </p:nvSpPr>
        <p:spPr>
          <a:xfrm flipH="1">
            <a:off x="8329949" y="3746437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6574103" y="4776004"/>
                <a:ext cx="142218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:r>
                  <a:rPr lang="en-AU" sz="2800" dirty="0">
                    <a:solidFill>
                      <a:prstClr val="black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AU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103" y="4776004"/>
                <a:ext cx="142218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50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96213"/>
            <a:ext cx="3595660" cy="1046708"/>
          </a:xfrm>
        </p:spPr>
        <p:txBody>
          <a:bodyPr>
            <a:noAutofit/>
          </a:bodyPr>
          <a:lstStyle/>
          <a:p>
            <a:r>
              <a:rPr lang="en-US" sz="4000" dirty="0"/>
              <a:t>Answer the questions (only choose ONE option)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710" t="43144" r="40141" b="44563"/>
          <a:stretch/>
        </p:blipFill>
        <p:spPr>
          <a:xfrm>
            <a:off x="3869268" y="654970"/>
            <a:ext cx="2589898" cy="1957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918183" y="1310546"/>
                <a:ext cx="326518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+ 11 =27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183" y="1310546"/>
                <a:ext cx="326518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2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1) Complete the worksheet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2) Complete your SUMMARY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06717614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89</TotalTime>
  <Words>282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Corbel</vt:lpstr>
      <vt:lpstr>Wingdings 2</vt:lpstr>
      <vt:lpstr>Frame</vt:lpstr>
      <vt:lpstr>ALGEBRA EQ: How do we solve equations using two steps?   </vt:lpstr>
      <vt:lpstr>PowerPoint Presentation</vt:lpstr>
      <vt:lpstr>PowerPoint Presentation</vt:lpstr>
      <vt:lpstr>PowerPoint Presentation</vt:lpstr>
      <vt:lpstr>PowerPoint Presentation</vt:lpstr>
      <vt:lpstr>I DO   (LHS)</vt:lpstr>
      <vt:lpstr>I DO   (LHS)</vt:lpstr>
      <vt:lpstr>WE DO   (LHS)</vt:lpstr>
      <vt:lpstr>WE DO   (LHS)</vt:lpstr>
      <vt:lpstr>Answer the questions (only choose ONE option)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D'SOUZA Jillian [Baldivis Secondary College]</dc:creator>
  <cp:lastModifiedBy>Mitchell CUMMING</cp:lastModifiedBy>
  <cp:revision>19</cp:revision>
  <dcterms:created xsi:type="dcterms:W3CDTF">2019-08-19T03:32:40Z</dcterms:created>
  <dcterms:modified xsi:type="dcterms:W3CDTF">2019-09-16T00:31:33Z</dcterms:modified>
</cp:coreProperties>
</file>