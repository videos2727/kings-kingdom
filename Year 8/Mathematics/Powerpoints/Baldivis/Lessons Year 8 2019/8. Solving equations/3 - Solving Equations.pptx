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8/19/2019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8/19/2019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8/19/2019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8/19/2019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8/19/2019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8/19/2019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8/19/2019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8/19/2019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8/19/2019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8/19/2019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8/19/2019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8/19/2019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ctrTitle"/>
              </p:nvPr>
            </p:nvSpPr>
            <p:spPr>
              <a:xfrm>
                <a:off x="147281" y="1260530"/>
                <a:ext cx="8924785" cy="936752"/>
              </a:xfrm>
            </p:spPr>
            <p:txBody>
              <a:bodyPr>
                <a:noAutofit/>
              </a:bodyPr>
              <a:lstStyle/>
              <a:p>
                <a:r>
                  <a:rPr lang="en-US" sz="3200" dirty="0" smtClean="0"/>
                  <a:t>ALGEBRA</a:t>
                </a:r>
                <a:br>
                  <a:rPr lang="en-US" sz="3200" dirty="0" smtClean="0"/>
                </a:br>
                <a:r>
                  <a:rPr lang="en-US" sz="3200" dirty="0" smtClean="0"/>
                  <a:t>EQ: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𝐻𝑜𝑤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𝑑𝑜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𝑤𝑒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𝑠𝑜𝑙𝑣𝑒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𝑒𝑞𝑢𝑎𝑡𝑖𝑜𝑛𝑠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AU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xfrm>
                <a:off x="147281" y="1260530"/>
                <a:ext cx="8924785" cy="936752"/>
              </a:xfrm>
              <a:blipFill>
                <a:blip r:embed="rId2"/>
                <a:stretch>
                  <a:fillRect l="-1708" t="-17647" b="-222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74197" y="5695482"/>
            <a:ext cx="7315200" cy="91440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Miss D’souza</a:t>
            </a:r>
          </a:p>
          <a:p>
            <a:endParaRPr lang="en-A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682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28561" y="326880"/>
                <a:ext cx="10319111" cy="47397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dirty="0" smtClean="0">
                    <a:solidFill>
                      <a:srgbClr val="FF0000"/>
                    </a:solidFill>
                  </a:rPr>
                  <a:t>5 questions:</a:t>
                </a:r>
              </a:p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Find the outlier (15, 9, 10, 21, 25, 29, 42)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Give an example of collecting categorical data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+6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+2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</m:oMath>
                </a14:m>
                <a:r>
                  <a:rPr lang="en-US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Expand the brackets;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4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−10)</m:t>
                    </m:r>
                  </m:oMath>
                </a14:m>
                <a:endParaRPr lang="en-US" dirty="0" smtClean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dirty="0" smtClean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dirty="0" smtClean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AU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561" y="326880"/>
                <a:ext cx="10319111" cy="4739759"/>
              </a:xfrm>
              <a:prstGeom prst="rect">
                <a:avLst/>
              </a:prstGeom>
              <a:blipFill>
                <a:blip r:embed="rId2"/>
                <a:stretch>
                  <a:fillRect l="-532" t="-167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24965" t="45791" r="29397" b="31704"/>
          <a:stretch/>
        </p:blipFill>
        <p:spPr>
          <a:xfrm>
            <a:off x="817123" y="3269463"/>
            <a:ext cx="9290752" cy="257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153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GROUP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ACTIVITY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6832" y="599518"/>
            <a:ext cx="7315200" cy="512064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In groups of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2 you will need:</a:t>
            </a:r>
          </a:p>
          <a:p>
            <a:pPr>
              <a:buFontTx/>
              <a:buChar char="-"/>
            </a:pP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1x A3 paper</a:t>
            </a:r>
          </a:p>
          <a:p>
            <a:pPr>
              <a:buFontTx/>
              <a:buChar char="-"/>
            </a:pP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Scissors</a:t>
            </a:r>
          </a:p>
          <a:p>
            <a:pPr>
              <a:buFontTx/>
              <a:buChar char="-"/>
            </a:pP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glue</a:t>
            </a:r>
            <a:endParaRPr lang="en-AU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CUT </a:t>
            </a:r>
            <a:r>
              <a:rPr lang="en-US" dirty="0" smtClean="0"/>
              <a:t>and glue three cards that match 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EXAMPLE: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4752" t="26879" r="60461" b="61962"/>
          <a:stretch/>
        </p:blipFill>
        <p:spPr>
          <a:xfrm>
            <a:off x="4345923" y="3424428"/>
            <a:ext cx="6361890" cy="114786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40283" t="27068" r="24930" b="61773"/>
          <a:stretch/>
        </p:blipFill>
        <p:spPr>
          <a:xfrm>
            <a:off x="4345923" y="4562627"/>
            <a:ext cx="6361890" cy="114786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04306" y="4548098"/>
            <a:ext cx="3003507" cy="11527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7114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arenR"/>
            </a:pPr>
            <a:r>
              <a:rPr lang="en-US" dirty="0" smtClean="0"/>
              <a:t>Copy 5 examples into your Interactive notebook</a:t>
            </a:r>
          </a:p>
          <a:p>
            <a:pPr marL="457200" indent="-457200">
              <a:buAutoNum type="arabicParenR"/>
            </a:pPr>
            <a:endParaRPr lang="en-US" dirty="0"/>
          </a:p>
          <a:p>
            <a:pPr marL="457200" indent="-457200">
              <a:buAutoNum type="arabicParenR"/>
            </a:pPr>
            <a:endParaRPr lang="en-US" dirty="0" smtClean="0"/>
          </a:p>
          <a:p>
            <a:pPr marL="457200" indent="-457200">
              <a:buAutoNum type="arabicParenR"/>
            </a:pPr>
            <a:r>
              <a:rPr lang="en-US" dirty="0" smtClean="0"/>
              <a:t>Complete a summary and add a glossary word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82157213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90</TotalTime>
  <Words>81</Words>
  <Application>Microsoft Office PowerPoint</Application>
  <PresentationFormat>Widescreen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Calibri</vt:lpstr>
      <vt:lpstr>Cambria Math</vt:lpstr>
      <vt:lpstr>Corbel</vt:lpstr>
      <vt:lpstr>Wingdings 2</vt:lpstr>
      <vt:lpstr>Frame</vt:lpstr>
      <vt:lpstr>ALGEBRA EQ: How do we solve equations?</vt:lpstr>
      <vt:lpstr>PowerPoint Presentation</vt:lpstr>
      <vt:lpstr> GROUP  ACTIVITY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Solving Equations</dc:title>
  <dc:creator>D'SOUZA Jillian [Baldivis Secondary College]</dc:creator>
  <cp:lastModifiedBy>D'SOUZA Jillian [Baldivis Secondary College]</cp:lastModifiedBy>
  <cp:revision>19</cp:revision>
  <dcterms:created xsi:type="dcterms:W3CDTF">2019-08-19T03:32:40Z</dcterms:created>
  <dcterms:modified xsi:type="dcterms:W3CDTF">2019-08-19T07:54:28Z</dcterms:modified>
</cp:coreProperties>
</file>