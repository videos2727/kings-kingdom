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" r:id="rId2"/>
    <p:sldId id="308" r:id="rId3"/>
    <p:sldId id="317" r:id="rId4"/>
    <p:sldId id="314" r:id="rId5"/>
    <p:sldId id="307" r:id="rId6"/>
    <p:sldId id="315" r:id="rId7"/>
    <p:sldId id="318" r:id="rId8"/>
    <p:sldId id="319" r:id="rId9"/>
    <p:sldId id="311" r:id="rId10"/>
    <p:sldId id="29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28/04/2019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Introduction to ratio </a:t>
            </a:r>
            <a:endParaRPr lang="en-AU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3424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Autofit/>
          </a:bodyPr>
          <a:lstStyle/>
          <a:p>
            <a:r>
              <a:rPr lang="en-AU" sz="2400" dirty="0"/>
              <a:t>Title: Introduction to ratios</a:t>
            </a:r>
            <a:br>
              <a:rPr lang="en-AU" sz="2400" dirty="0"/>
            </a:br>
            <a:r>
              <a:rPr lang="en-AU" sz="2400" dirty="0"/>
              <a:t>EQ – Describe how to simplify and find equivalent ratios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71984" y="1215232"/>
            <a:ext cx="4040188" cy="639762"/>
          </a:xfrm>
        </p:spPr>
        <p:txBody>
          <a:bodyPr>
            <a:normAutofit/>
          </a:bodyPr>
          <a:lstStyle/>
          <a:p>
            <a:r>
              <a:rPr lang="en-AU" dirty="0" smtClean="0"/>
              <a:t>Do Now</a:t>
            </a:r>
            <a:endParaRPr lang="en-AU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33156" y="1929721"/>
            <a:ext cx="7235188" cy="442247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dirty="0" smtClean="0"/>
              <a:t>What is the complement event of it will rain today?</a:t>
            </a:r>
            <a:endParaRPr lang="en-AU" dirty="0" smtClean="0"/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If the probability of getting a red is 0.3. What is the probability of not rolling a red? </a:t>
            </a:r>
            <a:endParaRPr lang="en-AU" dirty="0" smtClean="0"/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Find the area of the parallelogram. </a:t>
            </a:r>
          </a:p>
          <a:p>
            <a:pPr marL="0" indent="0">
              <a:buNone/>
            </a:pPr>
            <a:endParaRPr lang="en-AU" dirty="0"/>
          </a:p>
          <a:p>
            <a:pPr marL="1714500" lvl="4" indent="0">
              <a:buNone/>
            </a:pPr>
            <a:r>
              <a:rPr lang="en-AU" dirty="0" smtClean="0"/>
              <a:t>5m</a:t>
            </a:r>
          </a:p>
          <a:p>
            <a:pPr marL="0" indent="0">
              <a:buNone/>
            </a:pPr>
            <a:endParaRPr lang="en-AU" dirty="0" smtClean="0"/>
          </a:p>
          <a:p>
            <a:pPr marL="457200" indent="-457200">
              <a:buFont typeface="+mj-lt"/>
              <a:buAutoNum type="arabicPeriod" startAt="4"/>
            </a:pPr>
            <a:r>
              <a:rPr lang="en-AU" dirty="0" smtClean="0"/>
              <a:t>Find the HCF of 20 and 28.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AU" dirty="0" smtClean="0"/>
              <a:t>	</a:t>
            </a:r>
          </a:p>
          <a:p>
            <a:pPr marL="0" indent="0">
              <a:buNone/>
            </a:pPr>
            <a:endParaRPr lang="en-AU" dirty="0" smtClean="0"/>
          </a:p>
        </p:txBody>
      </p:sp>
      <p:sp>
        <p:nvSpPr>
          <p:cNvPr id="9" name="Parallelogram 8"/>
          <p:cNvSpPr/>
          <p:nvPr/>
        </p:nvSpPr>
        <p:spPr>
          <a:xfrm>
            <a:off x="2279924" y="3789039"/>
            <a:ext cx="2508100" cy="809119"/>
          </a:xfrm>
          <a:prstGeom prst="parallelogram">
            <a:avLst>
              <a:gd name="adj" fmla="val 9235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Connector 10"/>
          <p:cNvCxnSpPr/>
          <p:nvPr/>
        </p:nvCxnSpPr>
        <p:spPr>
          <a:xfrm>
            <a:off x="3347864" y="3813765"/>
            <a:ext cx="0" cy="784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069582" y="4598158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10m</a:t>
            </a:r>
            <a:endParaRPr lang="en-AU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3255692" y="3983565"/>
            <a:ext cx="4523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4</a:t>
            </a:r>
            <a:r>
              <a:rPr lang="en-AU" sz="1600" dirty="0" smtClean="0"/>
              <a:t>m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239388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467544" y="692696"/>
            <a:ext cx="7772400" cy="1470025"/>
          </a:xfrm>
        </p:spPr>
        <p:txBody>
          <a:bodyPr/>
          <a:lstStyle/>
          <a:p>
            <a:r>
              <a:rPr lang="en-AU" dirty="0" smtClean="0"/>
              <a:t>Introduction to Ratios</a:t>
            </a:r>
            <a:endParaRPr lang="en-AU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475656" y="2492896"/>
            <a:ext cx="6400800" cy="1752600"/>
          </a:xfrm>
        </p:spPr>
        <p:txBody>
          <a:bodyPr/>
          <a:lstStyle/>
          <a:p>
            <a:r>
              <a:rPr lang="en-AU" dirty="0" smtClean="0"/>
              <a:t>Learning Objectives: To know what a ratio is, simplify ratios and find equivalent ratios.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9709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sz="2700" dirty="0" smtClean="0"/>
              <a:t/>
            </a:r>
            <a:br>
              <a:rPr lang="en-AU" sz="2700" dirty="0" smtClean="0"/>
            </a:br>
            <a:r>
              <a:rPr lang="en-AU" sz="2700" dirty="0" smtClean="0"/>
              <a:t/>
            </a:r>
            <a:br>
              <a:rPr lang="en-AU" sz="2700" dirty="0" smtClean="0"/>
            </a:br>
            <a:r>
              <a:rPr lang="en-AU" sz="2700" dirty="0" smtClean="0"/>
              <a:t>Title: Introduction to ratios</a:t>
            </a:r>
            <a:br>
              <a:rPr lang="en-AU" sz="2700" dirty="0" smtClean="0"/>
            </a:br>
            <a:r>
              <a:rPr lang="en-AU" sz="2700" dirty="0" smtClean="0"/>
              <a:t>EQ – Describe how to simplify and find equivalent ratios?</a:t>
            </a:r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Think, Pair Share </a:t>
            </a:r>
            <a:endParaRPr lang="en-AU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AU" dirty="0" smtClean="0"/>
              <a:t>What do you know about ratios?</a:t>
            </a:r>
          </a:p>
          <a:p>
            <a:r>
              <a:rPr lang="en-AU" dirty="0" smtClean="0"/>
              <a:t>Can you give an example? </a:t>
            </a:r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7696616" y="0"/>
            <a:ext cx="144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Collaboration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431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60620" y="1916831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783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Introduction to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2971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Describe how to simplify and find equivalent </a:t>
            </a:r>
            <a:r>
              <a:rPr lang="en-AU" sz="2400" dirty="0" smtClean="0"/>
              <a:t>ratios?</a:t>
            </a:r>
            <a:endParaRPr lang="en-AU" sz="2400" dirty="0" smtClean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694692" y="1959301"/>
            <a:ext cx="7197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Ratios show the relationship between two or more related quantities.</a:t>
            </a:r>
          </a:p>
          <a:p>
            <a:r>
              <a:rPr lang="en-AU" dirty="0" smtClean="0"/>
              <a:t>The quantities must be of the same type and in the same unit. </a:t>
            </a:r>
            <a:endParaRPr lang="en-AU" dirty="0"/>
          </a:p>
          <a:p>
            <a:r>
              <a:rPr lang="en-AU" dirty="0" smtClean="0"/>
              <a:t>The </a:t>
            </a:r>
            <a:r>
              <a:rPr lang="en-AU" dirty="0" smtClean="0"/>
              <a:t>ratio of chairs </a:t>
            </a:r>
            <a:r>
              <a:rPr lang="en-AU" dirty="0" smtClean="0"/>
              <a:t>to tables is written as </a:t>
            </a:r>
            <a:r>
              <a:rPr lang="en-AU" b="1" dirty="0" smtClean="0"/>
              <a:t>2</a:t>
            </a:r>
            <a:r>
              <a:rPr lang="en-AU" b="1" dirty="0" smtClean="0">
                <a:solidFill>
                  <a:srgbClr val="FF0000"/>
                </a:solidFill>
              </a:rPr>
              <a:t>:</a:t>
            </a:r>
            <a:r>
              <a:rPr lang="en-AU" b="1" dirty="0" smtClean="0"/>
              <a:t>1</a:t>
            </a:r>
            <a:endParaRPr lang="en-AU" b="1" dirty="0"/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5724128" y="2821699"/>
            <a:ext cx="885800" cy="2289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81386" y="3074212"/>
            <a:ext cx="306987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A colon is the symbol for ratios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015624" y="50166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25506" y="1916831"/>
            <a:ext cx="165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ratio?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8266427" y="-43430"/>
            <a:ext cx="92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Writing 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84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60620" y="1916831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783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Introduction to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2971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Describe how to simplify and find equivalent </a:t>
            </a:r>
            <a:r>
              <a:rPr lang="en-AU" sz="2400" dirty="0" smtClean="0"/>
              <a:t>ratios?</a:t>
            </a:r>
            <a:endParaRPr lang="en-AU" sz="2400" dirty="0" smtClean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694692" y="1959301"/>
            <a:ext cx="7197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Ratios show the relationship between two or more related quantities.</a:t>
            </a:r>
          </a:p>
          <a:p>
            <a:r>
              <a:rPr lang="en-AU" dirty="0" smtClean="0"/>
              <a:t>The quantities must be of the same type and in the same unit. </a:t>
            </a:r>
            <a:endParaRPr lang="en-AU" dirty="0"/>
          </a:p>
          <a:p>
            <a:r>
              <a:rPr lang="en-AU" dirty="0" smtClean="0"/>
              <a:t>The </a:t>
            </a:r>
            <a:r>
              <a:rPr lang="en-AU" dirty="0" smtClean="0"/>
              <a:t>ratio of chairs </a:t>
            </a:r>
            <a:r>
              <a:rPr lang="en-AU" dirty="0" smtClean="0"/>
              <a:t>to tables is written as </a:t>
            </a:r>
            <a:r>
              <a:rPr lang="en-AU" b="1" dirty="0" smtClean="0"/>
              <a:t>2</a:t>
            </a:r>
            <a:r>
              <a:rPr lang="en-AU" b="1" dirty="0" smtClean="0">
                <a:solidFill>
                  <a:srgbClr val="FF0000"/>
                </a:solidFill>
              </a:rPr>
              <a:t>:</a:t>
            </a:r>
            <a:r>
              <a:rPr lang="en-AU" b="1" dirty="0" smtClean="0"/>
              <a:t>1</a:t>
            </a:r>
            <a:endParaRPr lang="en-AU" b="1" dirty="0"/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5724128" y="2821699"/>
            <a:ext cx="885800" cy="2289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81386" y="3074212"/>
            <a:ext cx="306987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A colon is the symbol for ratios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828560" y="3584451"/>
            <a:ext cx="6896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order in which the quantities are written is important.</a:t>
            </a:r>
          </a:p>
          <a:p>
            <a:r>
              <a:rPr lang="en-AU" dirty="0" smtClean="0"/>
              <a:t>The ratio of tables to chairs is </a:t>
            </a:r>
            <a:r>
              <a:rPr lang="en-AU" b="1" dirty="0" smtClean="0"/>
              <a:t>1:2</a:t>
            </a:r>
            <a:endParaRPr lang="en-AU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015624" y="50166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25506" y="1916831"/>
            <a:ext cx="165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ratio?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8266427" y="-43430"/>
            <a:ext cx="92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Writing 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25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60620" y="1916831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783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Introduction to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2971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Describe how to simplify and find equivalent </a:t>
            </a:r>
            <a:r>
              <a:rPr lang="en-AU" sz="2400" dirty="0" smtClean="0"/>
              <a:t>ratios?</a:t>
            </a:r>
            <a:endParaRPr lang="en-AU" sz="2400" dirty="0" smtClean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694692" y="1959301"/>
            <a:ext cx="7197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Ratios show the relationship between two or more related quantities.</a:t>
            </a:r>
          </a:p>
          <a:p>
            <a:r>
              <a:rPr lang="en-AU" dirty="0" smtClean="0"/>
              <a:t>The quantities must be of the same type and in the same unit. </a:t>
            </a:r>
            <a:endParaRPr lang="en-AU" dirty="0"/>
          </a:p>
          <a:p>
            <a:r>
              <a:rPr lang="en-AU" dirty="0" smtClean="0"/>
              <a:t>The </a:t>
            </a:r>
            <a:r>
              <a:rPr lang="en-AU" dirty="0" smtClean="0"/>
              <a:t>ratio of chairs </a:t>
            </a:r>
            <a:r>
              <a:rPr lang="en-AU" dirty="0" smtClean="0"/>
              <a:t>to tables is written as </a:t>
            </a:r>
            <a:r>
              <a:rPr lang="en-AU" b="1" dirty="0" smtClean="0"/>
              <a:t>2</a:t>
            </a:r>
            <a:r>
              <a:rPr lang="en-AU" b="1" dirty="0" smtClean="0">
                <a:solidFill>
                  <a:srgbClr val="FF0000"/>
                </a:solidFill>
              </a:rPr>
              <a:t>:</a:t>
            </a:r>
            <a:r>
              <a:rPr lang="en-AU" b="1" dirty="0" smtClean="0"/>
              <a:t>1</a:t>
            </a:r>
            <a:endParaRPr lang="en-AU" b="1" dirty="0"/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5724128" y="2821699"/>
            <a:ext cx="885800" cy="2289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81386" y="3074212"/>
            <a:ext cx="306987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A colon is the symbol for ratios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828560" y="3584451"/>
            <a:ext cx="6896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order in which the quantities are written is important.</a:t>
            </a:r>
          </a:p>
          <a:p>
            <a:r>
              <a:rPr lang="en-AU" dirty="0" smtClean="0"/>
              <a:t>The ratio of tables to chairs is </a:t>
            </a:r>
            <a:r>
              <a:rPr lang="en-AU" b="1" dirty="0" smtClean="0"/>
              <a:t>1:2</a:t>
            </a:r>
            <a:endParaRPr lang="en-AU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015624" y="50166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25506" y="1916831"/>
            <a:ext cx="165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ratio?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8266427" y="-43430"/>
            <a:ext cx="92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Writing 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1867215" y="4230782"/>
                <a:ext cx="715613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If each number in a ratio is multiplied or divided by the same amount an </a:t>
                </a:r>
                <a:r>
                  <a:rPr lang="en-AU" b="1" dirty="0" smtClean="0"/>
                  <a:t>equivalent</a:t>
                </a:r>
                <a:r>
                  <a:rPr lang="en-AU" dirty="0" smtClean="0"/>
                  <a:t> ratio is formed.</a:t>
                </a:r>
              </a:p>
              <a:p>
                <a:r>
                  <a:rPr lang="en-AU" dirty="0" smtClean="0"/>
                  <a:t>e.g. 3  :  4			10 : 20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        </m:t>
                    </m:r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4 </m:t>
                    </m:r>
                  </m:oMath>
                </a14:m>
                <a:r>
                  <a:rPr lang="en-AU" b="0" dirty="0" smtClean="0">
                    <a:solidFill>
                      <a:srgbClr val="00B050"/>
                    </a:solidFill>
                    <a:ea typeface="Cambria Math"/>
                  </a:rPr>
                  <a:t>			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÷5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  <a:ea typeface="Cambria Math"/>
                </a:endParaRPr>
              </a:p>
              <a:p>
                <a:r>
                  <a:rPr lang="en-AU" dirty="0"/>
                  <a:t> </a:t>
                </a:r>
                <a:r>
                  <a:rPr lang="en-AU" dirty="0" smtClean="0"/>
                  <a:t>      12:16			2 : 4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215" y="4230782"/>
                <a:ext cx="7156136" cy="1754326"/>
              </a:xfrm>
              <a:prstGeom prst="rect">
                <a:avLst/>
              </a:prstGeom>
              <a:blipFill>
                <a:blip r:embed="rId2"/>
                <a:stretch>
                  <a:fillRect l="-681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-51611" y="4287021"/>
            <a:ext cx="1544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an equivalent ratio?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35335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60620" y="1916831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783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Introduction to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2971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Describe how to simplify and find equivalent </a:t>
            </a:r>
            <a:r>
              <a:rPr lang="en-AU" sz="2400" dirty="0" smtClean="0"/>
              <a:t>ratios?</a:t>
            </a:r>
            <a:endParaRPr lang="en-AU" sz="2400" dirty="0" smtClean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694692" y="1959301"/>
            <a:ext cx="7197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Ratios show the relationship between two or more related quantities.</a:t>
            </a:r>
          </a:p>
          <a:p>
            <a:r>
              <a:rPr lang="en-AU" dirty="0" smtClean="0"/>
              <a:t>The quantities must be of the same type and in the same unit. </a:t>
            </a:r>
            <a:endParaRPr lang="en-AU" dirty="0"/>
          </a:p>
          <a:p>
            <a:r>
              <a:rPr lang="en-AU" dirty="0" smtClean="0"/>
              <a:t>The </a:t>
            </a:r>
            <a:r>
              <a:rPr lang="en-AU" dirty="0" smtClean="0"/>
              <a:t>ratio of chairs </a:t>
            </a:r>
            <a:r>
              <a:rPr lang="en-AU" dirty="0" smtClean="0"/>
              <a:t>to tables is written as </a:t>
            </a:r>
            <a:r>
              <a:rPr lang="en-AU" b="1" dirty="0" smtClean="0"/>
              <a:t>2</a:t>
            </a:r>
            <a:r>
              <a:rPr lang="en-AU" b="1" dirty="0" smtClean="0">
                <a:solidFill>
                  <a:srgbClr val="FF0000"/>
                </a:solidFill>
              </a:rPr>
              <a:t>:</a:t>
            </a:r>
            <a:r>
              <a:rPr lang="en-AU" b="1" dirty="0" smtClean="0"/>
              <a:t>1</a:t>
            </a:r>
            <a:endParaRPr lang="en-AU" b="1" dirty="0"/>
          </a:p>
        </p:txBody>
      </p:sp>
      <p:cxnSp>
        <p:nvCxnSpPr>
          <p:cNvPr id="5" name="Straight Arrow Connector 4"/>
          <p:cNvCxnSpPr>
            <a:stCxn id="15" idx="1"/>
          </p:cNvCxnSpPr>
          <p:nvPr/>
        </p:nvCxnSpPr>
        <p:spPr>
          <a:xfrm flipH="1" flipV="1">
            <a:off x="5724128" y="2821699"/>
            <a:ext cx="349993" cy="1431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74121" y="2780147"/>
            <a:ext cx="306987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A colon is the symbol for ratios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828560" y="3089533"/>
            <a:ext cx="6896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order in which the quantities are written is important.</a:t>
            </a:r>
          </a:p>
          <a:p>
            <a:r>
              <a:rPr lang="en-AU" dirty="0" smtClean="0"/>
              <a:t>The ratio of tables to chairs is </a:t>
            </a:r>
            <a:r>
              <a:rPr lang="en-AU" b="1" dirty="0" smtClean="0"/>
              <a:t>1:2</a:t>
            </a:r>
            <a:endParaRPr lang="en-AU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015624" y="50166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25506" y="1916831"/>
            <a:ext cx="165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ratio?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8266427" y="-43430"/>
            <a:ext cx="92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Writing 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1841206" y="3734072"/>
                <a:ext cx="715613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If each number in a ratio is multiplied or divided by the same amount an </a:t>
                </a:r>
                <a:r>
                  <a:rPr lang="en-AU" b="1" dirty="0" smtClean="0"/>
                  <a:t>equivalent</a:t>
                </a:r>
                <a:r>
                  <a:rPr lang="en-AU" dirty="0" smtClean="0"/>
                  <a:t> ratio is formed.</a:t>
                </a:r>
              </a:p>
              <a:p>
                <a:r>
                  <a:rPr lang="en-AU" dirty="0" smtClean="0"/>
                  <a:t>e.g. 3  :  4			10 : 20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        </m:t>
                    </m:r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4 </m:t>
                    </m:r>
                  </m:oMath>
                </a14:m>
                <a:r>
                  <a:rPr lang="en-AU" b="0" dirty="0" smtClean="0">
                    <a:solidFill>
                      <a:srgbClr val="00B050"/>
                    </a:solidFill>
                    <a:ea typeface="Cambria Math"/>
                  </a:rPr>
                  <a:t>			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÷5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  <a:ea typeface="Cambria Math"/>
                </a:endParaRPr>
              </a:p>
              <a:p>
                <a:r>
                  <a:rPr lang="en-AU" dirty="0"/>
                  <a:t> </a:t>
                </a:r>
                <a:r>
                  <a:rPr lang="en-AU" dirty="0" smtClean="0"/>
                  <a:t>      12:16			2 : 4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206" y="3734072"/>
                <a:ext cx="7156136" cy="1754326"/>
              </a:xfrm>
              <a:prstGeom prst="rect">
                <a:avLst/>
              </a:prstGeom>
              <a:blipFill>
                <a:blip r:embed="rId2"/>
                <a:stretch>
                  <a:fillRect l="-681" t="-20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26036" y="3734072"/>
            <a:ext cx="1544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an equivalent ratio?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76436" y="5176638"/>
            <a:ext cx="1533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simplified ratio?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1660620" y="5230509"/>
                <a:ext cx="7396802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When the values in the ratio are written as integers and have no common factors </a:t>
                </a:r>
              </a:p>
              <a:p>
                <a:r>
                  <a:rPr lang="en-AU" dirty="0"/>
                  <a:t>e.g. </a:t>
                </a:r>
                <a:r>
                  <a:rPr lang="en-AU" dirty="0" smtClean="0"/>
                  <a:t>12  </a:t>
                </a:r>
                <a:r>
                  <a:rPr lang="en-AU" dirty="0"/>
                  <a:t>:  </a:t>
                </a:r>
                <a:r>
                  <a:rPr lang="en-AU" dirty="0" smtClean="0"/>
                  <a:t>15</a:t>
                </a:r>
                <a:r>
                  <a:rPr lang="en-AU" dirty="0"/>
                  <a:t>		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:50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𝑐𝑚</m:t>
                    </m:r>
                  </m:oMath>
                </a14:m>
                <a:r>
                  <a:rPr lang="en-AU" dirty="0"/>
                  <a:t>	</a:t>
                </a:r>
                <a:r>
                  <a:rPr lang="en-AU" dirty="0" smtClean="0"/>
                  <a:t>0.5 : 2</a:t>
                </a:r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        </m:t>
                    </m:r>
                    <m:r>
                      <a:rPr lang="en-AU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  <a:ea typeface="Cambria Math"/>
                  </a:rPr>
                  <a:t>			</a:t>
                </a:r>
                <a:r>
                  <a:rPr lang="en-AU" dirty="0" smtClean="0">
                    <a:ea typeface="Cambria Math"/>
                  </a:rPr>
                  <a:t>=</a:t>
                </a:r>
                <a14:m>
                  <m:oMath xmlns:m="http://schemas.openxmlformats.org/officeDocument/2006/math">
                    <m:r>
                      <a:rPr lang="en-AU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100:50</m:t>
                    </m:r>
                    <m:r>
                      <a:rPr lang="en-AU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>
                    <a:solidFill>
                      <a:schemeClr val="tx1"/>
                    </a:solidFill>
                    <a:ea typeface="Cambria Math"/>
                  </a:rPr>
                  <a:t>  	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AU" dirty="0">
                  <a:solidFill>
                    <a:srgbClr val="00B050"/>
                  </a:solidFill>
                  <a:ea typeface="Cambria Math"/>
                </a:endParaRPr>
              </a:p>
              <a:p>
                <a:r>
                  <a:rPr lang="en-AU" dirty="0"/>
                  <a:t> </a:t>
                </a:r>
                <a:r>
                  <a:rPr lang="en-AU" dirty="0"/>
                  <a:t>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 4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:5</m:t>
                    </m:r>
                  </m:oMath>
                </a14:m>
                <a:r>
                  <a:rPr lang="en-AU" dirty="0"/>
                  <a:t>			</a:t>
                </a:r>
                <a:r>
                  <a:rPr lang="en-AU" dirty="0" smtClean="0"/>
                  <a:t>=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:1</m:t>
                    </m:r>
                  </m:oMath>
                </a14:m>
                <a:r>
                  <a:rPr lang="en-AU" dirty="0" smtClean="0"/>
                  <a:t>		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:4</m:t>
                    </m:r>
                  </m:oMath>
                </a14:m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620" y="5230509"/>
                <a:ext cx="7396802" cy="2031325"/>
              </a:xfrm>
              <a:prstGeom prst="rect">
                <a:avLst/>
              </a:prstGeom>
              <a:blipFill>
                <a:blip r:embed="rId3"/>
                <a:stretch>
                  <a:fillRect l="-659" t="-15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747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Exit Pass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 smtClean="0"/>
              <a:t>A class has 14 boys and 16 girls. Write down the ratio of boys to girls. Simplify your answer. 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Write </a:t>
            </a:r>
            <a:r>
              <a:rPr lang="en-AU" dirty="0"/>
              <a:t>down </a:t>
            </a:r>
            <a:r>
              <a:rPr lang="en-AU" dirty="0" smtClean="0"/>
              <a:t>2 </a:t>
            </a:r>
            <a:r>
              <a:rPr lang="en-AU" dirty="0"/>
              <a:t>ratios equivalent to 1:3</a:t>
            </a:r>
          </a:p>
        </p:txBody>
      </p:sp>
    </p:spTree>
    <p:extLst>
      <p:ext uri="{BB962C8B-B14F-4D97-AF65-F5344CB8AC3E}">
        <p14:creationId xmlns:p14="http://schemas.microsoft.com/office/powerpoint/2010/main" val="1456269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574</Words>
  <Application>Microsoft Office PowerPoint</Application>
  <PresentationFormat>On-screen Show (4:3)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Introduction to ratio </vt:lpstr>
      <vt:lpstr>Title: Introduction to ratios EQ – Describe how to simplify and find equivalent ratios?</vt:lpstr>
      <vt:lpstr>Introduction to Ratios</vt:lpstr>
      <vt:lpstr>  Title: Introduction to ratios EQ – Describe how to simplify and find equivalent ratios? </vt:lpstr>
      <vt:lpstr>PowerPoint Presentation</vt:lpstr>
      <vt:lpstr>PowerPoint Presentation</vt:lpstr>
      <vt:lpstr>PowerPoint Presentation</vt:lpstr>
      <vt:lpstr>PowerPoint Presentation</vt:lpstr>
      <vt:lpstr>Exit Pass</vt:lpstr>
      <vt:lpstr>Notes Review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 [Baldivis Secondary College]</cp:lastModifiedBy>
  <cp:revision>41</cp:revision>
  <dcterms:created xsi:type="dcterms:W3CDTF">2014-05-14T02:58:57Z</dcterms:created>
  <dcterms:modified xsi:type="dcterms:W3CDTF">2019-04-28T13:00:13Z</dcterms:modified>
</cp:coreProperties>
</file>