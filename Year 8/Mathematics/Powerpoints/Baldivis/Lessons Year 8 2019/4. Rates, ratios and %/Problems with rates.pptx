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260" r:id="rId3"/>
    <p:sldId id="285" r:id="rId4"/>
    <p:sldId id="277" r:id="rId5"/>
    <p:sldId id="282" r:id="rId6"/>
    <p:sldId id="283" r:id="rId7"/>
    <p:sldId id="28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8" d="100"/>
          <a:sy n="88" d="100"/>
        </p:scale>
        <p:origin x="49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5/3/2019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5/3/2019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/>
              <a:t>Click to edit Master text styles</a:t>
            </a:r>
          </a:p>
          <a:p>
            <a:pPr lvl="1"/>
            <a:r>
              <a:rPr/>
              <a:t>Second level</a:t>
            </a:r>
          </a:p>
          <a:p>
            <a:pPr lvl="2"/>
            <a:r>
              <a:rPr/>
              <a:t>Third level</a:t>
            </a:r>
          </a:p>
          <a:p>
            <a:pPr lvl="3"/>
            <a:r>
              <a:rPr/>
              <a:t>Fourth level</a:t>
            </a:r>
          </a:p>
          <a:p>
            <a:pPr lvl="4"/>
            <a:r>
              <a:rPr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5/3/2019</a:t>
            </a:fld>
            <a:endParaRPr lang="en-US" dirty="0"/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5/3/2019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2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idx="1"/>
          </p:nvPr>
        </p:nvSpPr>
        <p:spPr>
          <a:xfrm>
            <a:off x="5518897" y="2465294"/>
            <a:ext cx="5174504" cy="3711669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5/3/2019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/>
                </a:solidFill>
              </a:defRPr>
            </a:lvl1pPr>
          </a:lstStyle>
          <a:p>
            <a:fld id="{2CCFE9AC-F15C-4FA0-A6F1-298829FA691D}" type="datetimeFigureOut">
              <a:rPr lang="en-US" smtClean="0"/>
              <a:pPr/>
              <a:t>5/3/2019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/>
                </a:solidFill>
              </a:defRPr>
            </a:lvl1pPr>
          </a:lstStyle>
          <a:p>
            <a:fld id="{BD266BE7-899D-4075-917F-DBDE33B6B69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Rates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054839" y="452124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EQ – </a:t>
            </a:r>
            <a:r>
              <a:rPr lang="en-AU" sz="2400" dirty="0"/>
              <a:t>How do I solve problems given a rate?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Learning Objectives </a:t>
            </a:r>
            <a:endParaRPr lang="en-US" dirty="0"/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Be able to solve problems involving rates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355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Rates </a:t>
            </a:r>
            <a:br>
              <a:rPr lang="en-AU" dirty="0" smtClean="0"/>
            </a:br>
            <a:r>
              <a:rPr lang="en-AU" dirty="0" smtClean="0"/>
              <a:t>EQ: How do I solve problems given a rate?</a:t>
            </a:r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Task - </a:t>
            </a:r>
            <a:endParaRPr lang="en-AU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10458994" cy="3433769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AU" dirty="0" smtClean="0"/>
              <a:t>A car travels 200 km in 4 hours. What is the speed of the car? 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Find the missing number </a:t>
            </a:r>
          </a:p>
          <a:p>
            <a:pPr marL="914400" lvl="1" indent="-457200">
              <a:buFont typeface="+mj-lt"/>
              <a:buAutoNum type="alphaLcParenR"/>
            </a:pPr>
            <a:r>
              <a:rPr lang="en-AU" dirty="0" smtClean="0"/>
              <a:t>3 : 7 = 9 : ___			b) 15 : 40 = 12 : ____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If the probability of it raining today is 0.4, what is the probability of it not raining?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If I travel 20 km in 1 hour how far could I travel in 2 hours.</a:t>
            </a:r>
          </a:p>
          <a:p>
            <a:pPr marL="457200" indent="-457200">
              <a:buFont typeface="+mj-lt"/>
              <a:buAutoNum type="arabicPeriod"/>
            </a:pPr>
            <a:r>
              <a:rPr lang="en-AU" dirty="0" smtClean="0"/>
              <a:t>If the ratio of boys to girls in a class is 3 : 2. If there are 18 boys, how many girls are there?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8990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06513" y="181225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1" y="38189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0661" y="107181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</a:t>
            </a:r>
            <a:r>
              <a:rPr lang="en-AU" sz="2400" dirty="0">
                <a:solidFill>
                  <a:schemeClr val="bg2"/>
                </a:solidFill>
              </a:rPr>
              <a:t>How do I solve problems given a rate?</a:t>
            </a:r>
            <a:endParaRPr lang="en-AU" sz="2400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48" y="1941161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4975" y="1941161"/>
            <a:ext cx="59766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</a:t>
            </a:r>
            <a:r>
              <a:rPr lang="en-US" dirty="0"/>
              <a:t>unit, </a:t>
            </a:r>
            <a:r>
              <a:rPr lang="en-US" dirty="0"/>
              <a:t>if we have more than 1 of those units we can simply multiply  by how many we have.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/>
              <a:t>example,</a:t>
            </a:r>
          </a:p>
          <a:p>
            <a:r>
              <a:rPr lang="en-US" dirty="0"/>
              <a:t> How far will we travel  if we drive at </a:t>
            </a:r>
            <a:r>
              <a:rPr lang="en-US" dirty="0"/>
              <a:t>50km/h for </a:t>
            </a:r>
            <a:r>
              <a:rPr lang="en-US" dirty="0"/>
              <a:t>3 </a:t>
            </a:r>
            <a:r>
              <a:rPr lang="en-US" dirty="0"/>
              <a:t>hours</a:t>
            </a:r>
          </a:p>
          <a:p>
            <a:pPr algn="ctr"/>
            <a:r>
              <a:rPr lang="en-US" dirty="0"/>
              <a:t>50km/h</a:t>
            </a:r>
          </a:p>
          <a:p>
            <a:endParaRPr lang="en-US" dirty="0"/>
          </a:p>
          <a:p>
            <a:pPr algn="ctr"/>
            <a:r>
              <a:rPr lang="en-US" dirty="0"/>
              <a:t>? Km / 3 hours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6438488" y="3389410"/>
            <a:ext cx="432048" cy="7884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>
            <a:off x="4494272" y="3376769"/>
            <a:ext cx="451330" cy="7147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70536" y="354945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947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06513" y="181225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1" y="38189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0661" y="107181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</a:t>
            </a:r>
            <a:r>
              <a:rPr lang="en-AU" sz="2400" dirty="0">
                <a:solidFill>
                  <a:schemeClr val="bg2"/>
                </a:solidFill>
              </a:rPr>
              <a:t>How do I solve problems given a rate?</a:t>
            </a:r>
            <a:endParaRPr lang="en-AU" sz="2400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48" y="1941161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4975" y="1941161"/>
            <a:ext cx="5976664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</a:t>
            </a:r>
            <a:r>
              <a:rPr lang="en-US" dirty="0"/>
              <a:t>unit, </a:t>
            </a:r>
            <a:r>
              <a:rPr lang="en-US" dirty="0"/>
              <a:t>if we have more than 1 of those units we can simply multiply  by how many we have.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/>
              <a:t>example,</a:t>
            </a:r>
          </a:p>
          <a:p>
            <a:r>
              <a:rPr lang="en-US" dirty="0"/>
              <a:t> How far will we travel  if we drive at </a:t>
            </a:r>
            <a:r>
              <a:rPr lang="en-US" dirty="0"/>
              <a:t>50km/h for </a:t>
            </a:r>
            <a:r>
              <a:rPr lang="en-US" dirty="0"/>
              <a:t>3 </a:t>
            </a:r>
            <a:r>
              <a:rPr lang="en-US" dirty="0"/>
              <a:t>hours</a:t>
            </a:r>
          </a:p>
          <a:p>
            <a:pPr algn="ctr"/>
            <a:r>
              <a:rPr lang="en-US" dirty="0"/>
              <a:t>50km/h</a:t>
            </a:r>
          </a:p>
          <a:p>
            <a:endParaRPr lang="en-US" dirty="0"/>
          </a:p>
          <a:p>
            <a:pPr algn="ctr"/>
            <a:r>
              <a:rPr lang="en-US" dirty="0"/>
              <a:t>? Km / 3 hours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6438488" y="3389410"/>
            <a:ext cx="432048" cy="7884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>
            <a:off x="4494272" y="3376769"/>
            <a:ext cx="451330" cy="7147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70536" y="3549455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040843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8219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06513" y="181225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1" y="38189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0661" y="107181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</a:t>
            </a:r>
            <a:r>
              <a:rPr lang="en-AU" sz="2400" dirty="0">
                <a:solidFill>
                  <a:schemeClr val="bg2"/>
                </a:solidFill>
              </a:rPr>
              <a:t>How do I solve problems given a rate?</a:t>
            </a:r>
            <a:endParaRPr lang="en-AU" sz="2400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48" y="1941161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4419" y="1936994"/>
            <a:ext cx="597666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</a:t>
            </a:r>
            <a:r>
              <a:rPr lang="en-US" dirty="0"/>
              <a:t>unit, </a:t>
            </a:r>
            <a:r>
              <a:rPr lang="en-US" dirty="0"/>
              <a:t>if we have more than 1 of those units we can simply multiply  by how many we have.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/>
              <a:t>example,</a:t>
            </a:r>
          </a:p>
          <a:p>
            <a:r>
              <a:rPr lang="en-US" dirty="0"/>
              <a:t> How far will we travel  if we drive at </a:t>
            </a:r>
            <a:r>
              <a:rPr lang="en-US" dirty="0"/>
              <a:t>50km/h for </a:t>
            </a:r>
            <a:r>
              <a:rPr lang="en-US" dirty="0"/>
              <a:t>3 </a:t>
            </a:r>
            <a:r>
              <a:rPr lang="en-US" dirty="0"/>
              <a:t>hours</a:t>
            </a:r>
          </a:p>
          <a:p>
            <a:pPr algn="ctr"/>
            <a:r>
              <a:rPr lang="en-US" dirty="0"/>
              <a:t>50km/h</a:t>
            </a:r>
          </a:p>
          <a:p>
            <a:endParaRPr lang="en-US" dirty="0"/>
          </a:p>
          <a:p>
            <a:pPr algn="ctr"/>
            <a:r>
              <a:rPr lang="en-US" dirty="0" smtClean="0"/>
              <a:t>150 </a:t>
            </a:r>
            <a:r>
              <a:rPr lang="en-US" dirty="0"/>
              <a:t>Km / 3 hours</a:t>
            </a:r>
          </a:p>
          <a:p>
            <a:endParaRPr lang="en-US" dirty="0" smtClean="0"/>
          </a:p>
          <a:p>
            <a:r>
              <a:rPr lang="en-US" dirty="0"/>
              <a:t>So we travel 150km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6675893" y="3404161"/>
            <a:ext cx="432048" cy="7884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>
            <a:off x="4494272" y="3376769"/>
            <a:ext cx="451330" cy="7147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07941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040843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085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2506513" y="1812257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80661" y="381893"/>
            <a:ext cx="9837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Rates</a:t>
            </a:r>
            <a:endParaRPr lang="en-AU" sz="2800" dirty="0">
              <a:solidFill>
                <a:schemeClr val="bg2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80661" y="1071816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solidFill>
                  <a:schemeClr val="bg2"/>
                </a:solidFill>
              </a:rPr>
              <a:t>EQ – </a:t>
            </a:r>
            <a:r>
              <a:rPr lang="en-AU" sz="2400" dirty="0">
                <a:solidFill>
                  <a:schemeClr val="bg2"/>
                </a:solidFill>
              </a:rPr>
              <a:t>How do I solve problems given a rate?</a:t>
            </a:r>
            <a:endParaRPr lang="en-AU" sz="2400" dirty="0">
              <a:solidFill>
                <a:schemeClr val="bg2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748" y="1941161"/>
            <a:ext cx="24856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How do use rates?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24419" y="1936994"/>
            <a:ext cx="5976664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Given a rate is for 1 </a:t>
            </a:r>
            <a:r>
              <a:rPr lang="en-US" dirty="0"/>
              <a:t>unit, </a:t>
            </a:r>
            <a:r>
              <a:rPr lang="en-US" dirty="0"/>
              <a:t>if we have more than 1 of those units we can simply multiply  by how many we have.</a:t>
            </a:r>
          </a:p>
          <a:p>
            <a:endParaRPr lang="en-US" dirty="0"/>
          </a:p>
          <a:p>
            <a:r>
              <a:rPr lang="en-US" dirty="0"/>
              <a:t>For </a:t>
            </a:r>
            <a:r>
              <a:rPr lang="en-US" dirty="0"/>
              <a:t>example,</a:t>
            </a:r>
          </a:p>
          <a:p>
            <a:r>
              <a:rPr lang="en-US" dirty="0"/>
              <a:t> How far will we travel  if we drive at </a:t>
            </a:r>
            <a:r>
              <a:rPr lang="en-US" dirty="0"/>
              <a:t>50km/h for </a:t>
            </a:r>
            <a:r>
              <a:rPr lang="en-US" dirty="0"/>
              <a:t>3 </a:t>
            </a:r>
            <a:r>
              <a:rPr lang="en-US" dirty="0"/>
              <a:t>hours</a:t>
            </a:r>
          </a:p>
          <a:p>
            <a:pPr algn="ctr"/>
            <a:r>
              <a:rPr lang="en-US" dirty="0"/>
              <a:t>50km/h</a:t>
            </a:r>
          </a:p>
          <a:p>
            <a:endParaRPr lang="en-US" dirty="0"/>
          </a:p>
          <a:p>
            <a:pPr algn="ctr"/>
            <a:r>
              <a:rPr lang="en-US" dirty="0" smtClean="0"/>
              <a:t>150 </a:t>
            </a:r>
            <a:r>
              <a:rPr lang="en-US" dirty="0"/>
              <a:t>Km / 3 hours</a:t>
            </a:r>
          </a:p>
          <a:p>
            <a:endParaRPr lang="en-US" dirty="0" smtClean="0"/>
          </a:p>
          <a:p>
            <a:r>
              <a:rPr lang="en-US" dirty="0"/>
              <a:t>So we travel 150km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Curved Left Arrow 2"/>
          <p:cNvSpPr/>
          <p:nvPr/>
        </p:nvSpPr>
        <p:spPr>
          <a:xfrm>
            <a:off x="6675893" y="3404161"/>
            <a:ext cx="432048" cy="788489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Curved Right Arrow 4"/>
          <p:cNvSpPr/>
          <p:nvPr/>
        </p:nvSpPr>
        <p:spPr>
          <a:xfrm>
            <a:off x="4494272" y="3376769"/>
            <a:ext cx="451330" cy="71470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07941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  <a:endParaRPr lang="en-AU" dirty="0"/>
          </a:p>
        </p:txBody>
      </p:sp>
      <p:sp>
        <p:nvSpPr>
          <p:cNvPr id="11" name="TextBox 10"/>
          <p:cNvSpPr txBox="1"/>
          <p:nvPr/>
        </p:nvSpPr>
        <p:spPr>
          <a:xfrm>
            <a:off x="4040843" y="3510821"/>
            <a:ext cx="474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X 3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2824419" y="4734342"/>
            <a:ext cx="578366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</a:rPr>
              <a:t>Make sure the units </a:t>
            </a:r>
            <a:r>
              <a:rPr lang="en-US" sz="2400" b="1" dirty="0">
                <a:solidFill>
                  <a:srgbClr val="FF0000"/>
                </a:solidFill>
              </a:rPr>
              <a:t>match </a:t>
            </a:r>
            <a:r>
              <a:rPr lang="en-US" sz="2400" b="1" dirty="0">
                <a:solidFill>
                  <a:srgbClr val="FF0000"/>
                </a:solidFill>
              </a:rPr>
              <a:t>the rate first!</a:t>
            </a:r>
          </a:p>
          <a:p>
            <a:endParaRPr lang="en-US" sz="2400" b="1" dirty="0">
              <a:solidFill>
                <a:srgbClr val="FF0000"/>
              </a:solidFill>
            </a:endParaRPr>
          </a:p>
          <a:p>
            <a:r>
              <a:rPr lang="en-US" dirty="0"/>
              <a:t> if we drive at 50km/h for 30 </a:t>
            </a:r>
            <a:r>
              <a:rPr lang="en-US" dirty="0"/>
              <a:t>minutes</a:t>
            </a:r>
          </a:p>
          <a:p>
            <a:r>
              <a:rPr lang="en-US" dirty="0"/>
              <a:t>30 minutes = 0.5 hours</a:t>
            </a:r>
          </a:p>
          <a:p>
            <a:r>
              <a:rPr lang="en-US" dirty="0"/>
              <a:t>50 x 0.5 = 25km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5436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7" grpId="0"/>
    </p:bldLst>
  </p:timing>
</p:sld>
</file>

<file path=ppt/theme/theme1.xml><?xml version="1.0" encoding="utf-8"?>
<a:theme xmlns:a="http://schemas.openxmlformats.org/drawingml/2006/main" name="Educational subjects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00001127.potx" id="{6B18C398-4F76-4BDC-B8A4-D02A96E0AA82}" vid="{FBF1AC64-E511-41D2-AA23-0E693E79CD77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Educational subjects presentation, chalkboard illustrations design (widescreen)</Template>
  <TotalTime>771</TotalTime>
  <Words>374</Words>
  <Application>Microsoft Office PowerPoint</Application>
  <PresentationFormat>Widescreen</PresentationFormat>
  <Paragraphs>76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Calibri</vt:lpstr>
      <vt:lpstr>Wingdings</vt:lpstr>
      <vt:lpstr>Educational subjects 16x9</vt:lpstr>
      <vt:lpstr>Rates </vt:lpstr>
      <vt:lpstr>Learning Objectives </vt:lpstr>
      <vt:lpstr>Rates  EQ: How do I solve problems given a rate?</vt:lpstr>
      <vt:lpstr>PowerPoint Presentation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Revision of Area</dc:title>
  <dc:creator>RUST Joanne [Baldivis Secondary College]</dc:creator>
  <cp:lastModifiedBy>RUST Joanne [Baldivis Secondary College]</cp:lastModifiedBy>
  <cp:revision>24</cp:revision>
  <dcterms:created xsi:type="dcterms:W3CDTF">2019-03-18T23:45:29Z</dcterms:created>
  <dcterms:modified xsi:type="dcterms:W3CDTF">2019-05-03T04:19:27Z</dcterms:modified>
</cp:coreProperties>
</file>