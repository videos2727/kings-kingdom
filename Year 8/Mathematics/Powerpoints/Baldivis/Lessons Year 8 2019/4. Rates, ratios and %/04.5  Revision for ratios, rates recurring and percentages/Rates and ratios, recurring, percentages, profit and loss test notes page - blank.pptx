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51" d="100"/>
          <a:sy n="51" d="100"/>
        </p:scale>
        <p:origin x="23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1A83-63A1-446B-9028-96EFF1ECD974}" type="datetimeFigureOut">
              <a:rPr lang="en-AU" smtClean="0"/>
              <a:t>19/05/2019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3BE75-A394-4924-B543-C0275EE15D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0745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1A83-63A1-446B-9028-96EFF1ECD974}" type="datetimeFigureOut">
              <a:rPr lang="en-AU" smtClean="0"/>
              <a:t>19/05/2019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3BE75-A394-4924-B543-C0275EE15D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2526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1A83-63A1-446B-9028-96EFF1ECD974}" type="datetimeFigureOut">
              <a:rPr lang="en-AU" smtClean="0"/>
              <a:t>19/05/2019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3BE75-A394-4924-B543-C0275EE15D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7544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1A83-63A1-446B-9028-96EFF1ECD974}" type="datetimeFigureOut">
              <a:rPr lang="en-AU" smtClean="0"/>
              <a:t>19/05/2019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3BE75-A394-4924-B543-C0275EE15D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3695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1A83-63A1-446B-9028-96EFF1ECD974}" type="datetimeFigureOut">
              <a:rPr lang="en-AU" smtClean="0"/>
              <a:t>19/05/2019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3BE75-A394-4924-B543-C0275EE15D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3979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1A83-63A1-446B-9028-96EFF1ECD974}" type="datetimeFigureOut">
              <a:rPr lang="en-AU" smtClean="0"/>
              <a:t>19/05/2019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3BE75-A394-4924-B543-C0275EE15D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202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1A83-63A1-446B-9028-96EFF1ECD974}" type="datetimeFigureOut">
              <a:rPr lang="en-AU" smtClean="0"/>
              <a:t>19/05/2019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3BE75-A394-4924-B543-C0275EE15D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736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1A83-63A1-446B-9028-96EFF1ECD974}" type="datetimeFigureOut">
              <a:rPr lang="en-AU" smtClean="0"/>
              <a:t>19/05/2019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3BE75-A394-4924-B543-C0275EE15D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6743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1A83-63A1-446B-9028-96EFF1ECD974}" type="datetimeFigureOut">
              <a:rPr lang="en-AU" smtClean="0"/>
              <a:t>19/05/2019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3BE75-A394-4924-B543-C0275EE15D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0794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1A83-63A1-446B-9028-96EFF1ECD974}" type="datetimeFigureOut">
              <a:rPr lang="en-AU" smtClean="0"/>
              <a:t>19/05/2019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3BE75-A394-4924-B543-C0275EE15D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0602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1A83-63A1-446B-9028-96EFF1ECD974}" type="datetimeFigureOut">
              <a:rPr lang="en-AU" smtClean="0"/>
              <a:t>19/05/2019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3BE75-A394-4924-B543-C0275EE15D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9662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171A83-63A1-446B-9028-96EFF1ECD974}" type="datetimeFigureOut">
              <a:rPr lang="en-AU" smtClean="0"/>
              <a:t>19/05/2019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E3BE75-A394-4924-B543-C0275EE15D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0474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A7AB97-B44E-493C-BC15-41FA9FD46BB5}"/>
              </a:ext>
            </a:extLst>
          </p:cNvPr>
          <p:cNvSpPr txBox="1"/>
          <p:nvPr/>
        </p:nvSpPr>
        <p:spPr>
          <a:xfrm>
            <a:off x="342900" y="323850"/>
            <a:ext cx="5829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Ratios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312C23-B675-4741-B5F8-1F136FD1D8AD}"/>
              </a:ext>
            </a:extLst>
          </p:cNvPr>
          <p:cNvSpPr txBox="1"/>
          <p:nvPr/>
        </p:nvSpPr>
        <p:spPr>
          <a:xfrm>
            <a:off x="342900" y="2362200"/>
            <a:ext cx="5829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Simplify Ratios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4C5451-4D77-4486-96A0-D3BD9C3E0AA8}"/>
              </a:ext>
            </a:extLst>
          </p:cNvPr>
          <p:cNvSpPr txBox="1"/>
          <p:nvPr/>
        </p:nvSpPr>
        <p:spPr>
          <a:xfrm>
            <a:off x="342900" y="4138940"/>
            <a:ext cx="5829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Splitting an amount by a ratio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A43D7C-A541-4DBA-9D6F-E717810829A3}"/>
              </a:ext>
            </a:extLst>
          </p:cNvPr>
          <p:cNvSpPr txBox="1"/>
          <p:nvPr/>
        </p:nvSpPr>
        <p:spPr>
          <a:xfrm>
            <a:off x="514350" y="7583210"/>
            <a:ext cx="5829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Unit rates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B92AE6-4D2F-4D58-BEEF-87FC7752D18D}"/>
              </a:ext>
            </a:extLst>
          </p:cNvPr>
          <p:cNvSpPr txBox="1"/>
          <p:nvPr/>
        </p:nvSpPr>
        <p:spPr>
          <a:xfrm>
            <a:off x="495300" y="6068080"/>
            <a:ext cx="5829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Rates</a:t>
            </a:r>
          </a:p>
        </p:txBody>
      </p:sp>
    </p:spTree>
    <p:extLst>
      <p:ext uri="{BB962C8B-B14F-4D97-AF65-F5344CB8AC3E}">
        <p14:creationId xmlns:p14="http://schemas.microsoft.com/office/powerpoint/2010/main" val="2612490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FFE700-60A8-46FF-988A-A0BB2008EEFD}"/>
              </a:ext>
            </a:extLst>
          </p:cNvPr>
          <p:cNvSpPr txBox="1"/>
          <p:nvPr/>
        </p:nvSpPr>
        <p:spPr>
          <a:xfrm>
            <a:off x="361950" y="268010"/>
            <a:ext cx="5829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Best Buys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174127-25C0-417F-A402-57DC6150DBE9}"/>
              </a:ext>
            </a:extLst>
          </p:cNvPr>
          <p:cNvSpPr txBox="1"/>
          <p:nvPr/>
        </p:nvSpPr>
        <p:spPr>
          <a:xfrm>
            <a:off x="361950" y="1925360"/>
            <a:ext cx="5829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Recurring decimal notation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10729F-A7CD-40ED-843A-4B83E2BCA8F1}"/>
              </a:ext>
            </a:extLst>
          </p:cNvPr>
          <p:cNvSpPr txBox="1"/>
          <p:nvPr/>
        </p:nvSpPr>
        <p:spPr>
          <a:xfrm>
            <a:off x="361950" y="3582710"/>
            <a:ext cx="5829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Percentage of an amount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6C14B9-D569-4AF2-BF49-0124AEDFA483}"/>
              </a:ext>
            </a:extLst>
          </p:cNvPr>
          <p:cNvSpPr txBox="1"/>
          <p:nvPr/>
        </p:nvSpPr>
        <p:spPr>
          <a:xfrm>
            <a:off x="361950" y="5240060"/>
            <a:ext cx="6210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Increasing or decreasing by a percentage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F0AD33-5631-4864-9D2E-F7F059F18B10}"/>
              </a:ext>
            </a:extLst>
          </p:cNvPr>
          <p:cNvSpPr txBox="1"/>
          <p:nvPr/>
        </p:nvSpPr>
        <p:spPr>
          <a:xfrm>
            <a:off x="361950" y="7126010"/>
            <a:ext cx="6210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Profit and loss</a:t>
            </a:r>
          </a:p>
        </p:txBody>
      </p:sp>
    </p:spTree>
    <p:extLst>
      <p:ext uri="{BB962C8B-B14F-4D97-AF65-F5344CB8AC3E}">
        <p14:creationId xmlns:p14="http://schemas.microsoft.com/office/powerpoint/2010/main" val="1711066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30</Words>
  <Application>Microsoft Office PowerPoint</Application>
  <PresentationFormat>A4 Paper (210x297 mm)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 James [Baldivis Secondary College]</dc:creator>
  <cp:lastModifiedBy>WILSON James [Baldivis Secondary College]</cp:lastModifiedBy>
  <cp:revision>1</cp:revision>
  <dcterms:created xsi:type="dcterms:W3CDTF">2019-05-19T09:30:25Z</dcterms:created>
  <dcterms:modified xsi:type="dcterms:W3CDTF">2019-05-19T09:34:52Z</dcterms:modified>
</cp:coreProperties>
</file>