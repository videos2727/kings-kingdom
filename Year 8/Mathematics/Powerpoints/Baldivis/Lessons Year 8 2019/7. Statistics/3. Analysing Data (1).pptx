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8" r:id="rId4"/>
    <p:sldId id="269" r:id="rId5"/>
    <p:sldId id="270" r:id="rId6"/>
    <p:sldId id="265" r:id="rId7"/>
    <p:sldId id="271" r:id="rId8"/>
    <p:sldId id="263" r:id="rId9"/>
    <p:sldId id="264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AE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2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F7FFA-A5DF-41B0-A40A-9F76B9ACF05C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998AB-7CBF-4657-BBB5-55646DC369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316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4012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769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4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6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61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386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9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148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7628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319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355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514C-91F0-4EB5-A543-F9C5BBF5D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E84FD-B876-40AE-8568-3BA8C1872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31ED-8703-4302-9D03-C063E0AE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3B36-0505-4B72-BDCB-5C7D34B9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0DE3-173F-497F-AC26-BAF82F6B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923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D080-D5C0-4473-9AAE-6697BE68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DD61-734A-4659-A6F3-60FF446B3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97D4-BD96-4E79-A26F-5A36C56F8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509E-CB05-42C2-A018-53BEBBE0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DEB7-6045-4A3C-9D04-FA00D19E5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446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9535-A255-4F08-AAF8-1895B2D4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2A1EE-3898-4CAA-B355-D878F3418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48FA4-5E73-411E-B11D-78BFC7FB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0F2C8-027C-4488-9227-8FD06E82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C05FF-0F8C-44EF-8B1E-9FF53431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284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6FD2-7FA8-456E-B0D1-02EEF9DEF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3D2D-B898-487F-A121-E56D928C2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4A72B-2340-433E-BBAC-C62E6C53D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09604-4884-4D07-9EB7-2194546C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AEEF0-E0F0-4C73-9726-F7D3620B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D5ACA-8034-40A1-871D-B6C4DB71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28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A971-C112-4615-A58D-5C406D48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CEBFB-5631-46F6-8FB4-EDF3FA3BC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975FC-9541-4A11-94CC-B81DCA88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72B51-413D-4F3F-85E0-0C89A282C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DEF1C-2D47-4D4D-ADEA-14E252CE5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367B1-CE4C-4393-AD58-54C697B9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40072-5543-44FB-8C86-84868C42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76B83-1EC3-45AC-BFF6-148B133A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81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9FA7-6F0A-48AE-BE27-798FEE6D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5B3DA-B58E-44FA-AB4C-687BC9CC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E3B3E-7FA9-4A28-80F8-B9365965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43BA-6221-4A3C-8469-746738B0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68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E03D-28C1-4C39-8BF9-5E46F218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33EF2-277C-42CE-809A-F6C170C8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5FBD2-5D34-4422-9DDF-4EF0BAA7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27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CF14-F642-419C-81F5-E7BD8E57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6BFA3-54C4-4A84-99B5-A80D42BF1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284BC-C355-4C08-A181-BF32D7B20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F978D-3DE7-4189-939C-18090E9CD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A52D2-CE31-4406-976A-18F4469F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75FB-D0E3-4D58-8D86-26C3C81B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55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7374E-2497-4B74-9B60-A8D96D3E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153DBF-42F6-4E35-BF38-69F0896D7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AA914-0EF8-411D-8567-0CCF26B52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D1934-4ACA-4B5A-9815-E8CD1E41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65064-E639-4D2F-9675-DE6BCB42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26E3F-C5F2-4321-80AD-C454349B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24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7F3A-FFCD-4326-8468-849A51FB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A59BE-0398-446A-AC7F-07716498F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4E6F7-CF4E-4AE8-8F68-509E00DC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1E076-42E6-4436-8FB1-43D5892E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23CC8-5B03-4946-B66B-7A0F28A82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70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3752A-D07F-4722-AA33-EEF9D9F86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B6047-C7EB-415C-AA92-B87F75D3A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D6E41-F76A-404E-A4A3-B80E1CDB9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47AAB-1010-4CDB-AC64-EFED1DBC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78F8B-CE0A-4A2E-87BF-E6C8394E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15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8371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1723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42342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708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924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EB7F8-43F5-4E59-B7B6-B9456184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3D756-A369-490E-9AF8-4B8F078D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06E4E-3D76-4095-BAD9-9EE800967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F81E1-7D96-4760-A257-350ED6BADC76}" type="datetimeFigureOut">
              <a:rPr lang="en-AU" smtClean="0"/>
              <a:t>28/07/2019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C8652-1ABD-46AA-B5B0-F22A009B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838D9-93FE-4259-8499-C19421B72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A0120-37FF-469A-8B7C-BE8066D5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523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Analysing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416937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600" dirty="0">
                <a:latin typeface="Kiwi School Handwriting" panose="00000500000000000000" pitchFamily="2" charset="0"/>
              </a:rPr>
              <a:t>Find the </a:t>
            </a:r>
            <a:r>
              <a:rPr lang="en-AU" sz="3600" u="sng" dirty="0">
                <a:latin typeface="Kiwi School Handwriting" panose="00000500000000000000" pitchFamily="2" charset="0"/>
              </a:rPr>
              <a:t>mean, median, mode and range </a:t>
            </a:r>
            <a:r>
              <a:rPr lang="en-AU" sz="3600" dirty="0">
                <a:latin typeface="Kiwi School Handwriting" panose="00000500000000000000" pitchFamily="2" charset="0"/>
              </a:rPr>
              <a:t>for the following data set:</a:t>
            </a:r>
          </a:p>
          <a:p>
            <a:pPr marL="135464" indent="0" algn="ctr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4, 8, 9, 9, 9, 10, 14, 16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population?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D8C75A8-D0BD-40E0-88E5-ACFFC7AD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989" y="1419839"/>
            <a:ext cx="10257011" cy="1178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00F97D-D729-412E-B6F8-C356A5C3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989" y="3577167"/>
            <a:ext cx="10242891" cy="21092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53A73D-D70C-4AB1-B527-C1B8EA22FDEF}"/>
              </a:ext>
            </a:extLst>
          </p:cNvPr>
          <p:cNvSpPr txBox="1"/>
          <p:nvPr/>
        </p:nvSpPr>
        <p:spPr>
          <a:xfrm>
            <a:off x="0" y="366411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survey?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</a:t>
            </a:r>
            <a:r>
              <a:rPr lang="en-US" sz="2399" b="1" dirty="0" err="1">
                <a:solidFill>
                  <a:prstClr val="black"/>
                </a:solidFill>
                <a:latin typeface="Fragment Core" panose="02000504040000020003" pitchFamily="50" charset="0"/>
              </a:rPr>
              <a:t>analyse</a:t>
            </a:r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 a graph?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5BB7640-0BB5-4606-957A-3739AB76B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16" y="1538980"/>
            <a:ext cx="10097729" cy="37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1CAEFB-FEF9-4AAA-BAFD-8E3D1FEA8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21" y="955694"/>
            <a:ext cx="9619316" cy="536744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021" y="150992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30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508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Analysing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work out the proportion of a population?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analyse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A46A438-B329-46C5-80E7-8287434FA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774" y="1423916"/>
            <a:ext cx="10245213" cy="17815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B75BF8-B99D-4A88-B2D9-BCC48E5E8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962" y="3328399"/>
            <a:ext cx="10032835" cy="33483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FDE259-2D0A-42E3-ACAD-AF5927F698C3}"/>
              </a:ext>
            </a:extLst>
          </p:cNvPr>
          <p:cNvSpPr/>
          <p:nvPr/>
        </p:nvSpPr>
        <p:spPr>
          <a:xfrm>
            <a:off x="2176862" y="3899474"/>
            <a:ext cx="9751633" cy="979292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66BEEE-DCFA-496F-8704-4CF5DFEC7D6F}"/>
              </a:ext>
            </a:extLst>
          </p:cNvPr>
          <p:cNvSpPr/>
          <p:nvPr/>
        </p:nvSpPr>
        <p:spPr>
          <a:xfrm>
            <a:off x="2282164" y="4898291"/>
            <a:ext cx="9751633" cy="824083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F6D165-2045-4578-BE58-A609377C80BC}"/>
              </a:ext>
            </a:extLst>
          </p:cNvPr>
          <p:cNvSpPr/>
          <p:nvPr/>
        </p:nvSpPr>
        <p:spPr>
          <a:xfrm>
            <a:off x="2141562" y="5787495"/>
            <a:ext cx="9751633" cy="824083"/>
          </a:xfrm>
          <a:prstGeom prst="rect">
            <a:avLst/>
          </a:prstGeom>
          <a:solidFill>
            <a:srgbClr val="E3EAEE"/>
          </a:solidFill>
          <a:ln>
            <a:solidFill>
              <a:srgbClr val="E3E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151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925" y="-49586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48E50B-12A5-444B-B346-C3C4770F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4440"/>
            <a:ext cx="12192000" cy="35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307BBB-840C-4B26-B14D-36D4A2340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493"/>
            <a:ext cx="12192000" cy="45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E49CA-94DC-4E1B-A4BE-B266AA59E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8824"/>
            <a:ext cx="12192000" cy="4960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1224B7-30D3-4963-94B3-5B5D3E2E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26" y="89657"/>
            <a:ext cx="2594380" cy="9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4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429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1D075A-D245-4277-BA9D-978E92A12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364"/>
            <a:ext cx="12192000" cy="4997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856BB-875B-4D8D-966C-938CA094F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085" y="38495"/>
            <a:ext cx="2843213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9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117</Words>
  <Application>Microsoft Office PowerPoint</Application>
  <PresentationFormat>Widescreen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Fragment Core</vt:lpstr>
      <vt:lpstr>Kiwi School Handwriting</vt:lpstr>
      <vt:lpstr>Office Theme</vt:lpstr>
      <vt:lpstr>Analysing Data</vt:lpstr>
      <vt:lpstr>From Last Lesson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Analysing Data</dc:title>
  <dc:creator>Nine LABUSCHAGNE</dc:creator>
  <cp:lastModifiedBy>RUST Joanne [Baldivis Secondary College]</cp:lastModifiedBy>
  <cp:revision>6</cp:revision>
  <dcterms:created xsi:type="dcterms:W3CDTF">2018-08-05T07:33:10Z</dcterms:created>
  <dcterms:modified xsi:type="dcterms:W3CDTF">2019-07-28T12:49:11Z</dcterms:modified>
</cp:coreProperties>
</file>