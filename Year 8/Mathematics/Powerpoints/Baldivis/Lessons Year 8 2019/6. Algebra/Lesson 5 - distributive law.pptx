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2"/>
    <p:sldId id="288" r:id="rId3"/>
    <p:sldId id="289" r:id="rId4"/>
    <p:sldId id="290" r:id="rId5"/>
    <p:sldId id="285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86480" autoAdjust="0"/>
  </p:normalViewPr>
  <p:slideViewPr>
    <p:cSldViewPr snapToGrid="0">
      <p:cViewPr>
        <p:scale>
          <a:sx n="25" d="100"/>
          <a:sy n="25" d="100"/>
        </p:scale>
        <p:origin x="216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EECA97-00A9-4E44-B567-D44A0AAC1A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41FB0-B0CA-4608-9E33-A7F4B1C7BC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FE614-A481-4EBE-ABFF-B5ED90C35F14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4A7E4-37FB-4D94-A292-00D24B941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2B6A9-2C4E-4977-B350-F870D78AA3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F49CE-DB41-4A5F-A49A-763F06E9E1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379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WATCH THE SECOND</a:t>
            </a:r>
            <a:r>
              <a:rPr lang="en-US" baseline="0" dirty="0" smtClean="0"/>
              <a:t> HALF of the video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8343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894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72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17/06/2019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-6MShC82ow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177145" y="1303330"/>
            <a:ext cx="2205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distributive law?</a:t>
            </a:r>
          </a:p>
        </p:txBody>
      </p:sp>
      <p:sp>
        <p:nvSpPr>
          <p:cNvPr id="2" name="Rectangle 1"/>
          <p:cNvSpPr/>
          <p:nvPr/>
        </p:nvSpPr>
        <p:spPr>
          <a:xfrm>
            <a:off x="2743198" y="1493004"/>
            <a:ext cx="85561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he Distributive Law says that </a:t>
            </a:r>
            <a:r>
              <a:rPr lang="en-US" b="1" dirty="0">
                <a:solidFill>
                  <a:srgbClr val="000066"/>
                </a:solidFill>
                <a:latin typeface="Verdana" panose="020B0604030504040204" pitchFamily="34" charset="0"/>
              </a:rPr>
              <a:t>multiplying a number by a group of numbers added together</a:t>
            </a:r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 is the same as doing each multiplication separately.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5080360" y="24600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Example: 3 × (2 + 4) = 3×2 + 3×4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pic>
        <p:nvPicPr>
          <p:cNvPr id="5" name="v-6MShC82ow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724726" y="2986088"/>
            <a:ext cx="6593114" cy="370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177145" y="1303330"/>
            <a:ext cx="2205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I expand </a:t>
            </a:r>
            <a:r>
              <a:rPr lang="en-AU" sz="2400" dirty="0" smtClean="0"/>
              <a:t>brackets</a:t>
            </a:r>
          </a:p>
          <a:p>
            <a:r>
              <a:rPr lang="en-AU" sz="2400" dirty="0" smtClean="0"/>
              <a:t>Using the grid method?</a:t>
            </a:r>
            <a:r>
              <a:rPr lang="en-AU" sz="2400" dirty="0" smtClean="0"/>
              <a:t>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/>
              <p:nvPr/>
            </p:nvSpPr>
            <p:spPr>
              <a:xfrm>
                <a:off x="2639125" y="1457407"/>
                <a:ext cx="661987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</a:p>
              <a:p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+10</m:t>
                        </m:r>
                      </m:e>
                    </m:d>
                  </m:oMath>
                </a14:m>
                <a:r>
                  <a:rPr lang="en-AU" sz="24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25" y="1457407"/>
                <a:ext cx="6619875" cy="2862322"/>
              </a:xfrm>
              <a:prstGeom prst="rect">
                <a:avLst/>
              </a:prstGeom>
              <a:blipFill>
                <a:blip r:embed="rId3"/>
                <a:stretch>
                  <a:fillRect l="-1473" t="-14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8526658"/>
                  </p:ext>
                </p:extLst>
              </p:nvPr>
            </p:nvGraphicFramePr>
            <p:xfrm>
              <a:off x="2688551" y="2888568"/>
              <a:ext cx="6889542" cy="2947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6514">
                      <a:extLst>
                        <a:ext uri="{9D8B030D-6E8A-4147-A177-3AD203B41FA5}">
                          <a16:colId xmlns:a16="http://schemas.microsoft.com/office/drawing/2014/main" val="1809168660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1615162025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476799297"/>
                        </a:ext>
                      </a:extLst>
                    </a:gridCol>
                  </a:tblGrid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10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842587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703838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84577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8526658"/>
                  </p:ext>
                </p:extLst>
              </p:nvPr>
            </p:nvGraphicFramePr>
            <p:xfrm>
              <a:off x="2688551" y="2888568"/>
              <a:ext cx="6889542" cy="2947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6514">
                      <a:extLst>
                        <a:ext uri="{9D8B030D-6E8A-4147-A177-3AD203B41FA5}">
                          <a16:colId xmlns:a16="http://schemas.microsoft.com/office/drawing/2014/main" val="1809168660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1615162025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476799297"/>
                        </a:ext>
                      </a:extLst>
                    </a:gridCol>
                  </a:tblGrid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r="-100531" b="-199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000" r="-531" b="-199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842587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621" r="-200531" b="-100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703838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84577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5159829" y="4495801"/>
            <a:ext cx="631371" cy="9252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61023" y="5421086"/>
                <a:ext cx="12646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023" y="5421086"/>
                <a:ext cx="126464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H="1" flipV="1">
            <a:off x="8719458" y="4615389"/>
            <a:ext cx="858635" cy="10211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9178028" y="5701105"/>
                <a:ext cx="13817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×10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028" y="5701105"/>
                <a:ext cx="138178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86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6" grpId="0"/>
      <p:bldP spid="3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177145" y="1303330"/>
            <a:ext cx="2205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I expand </a:t>
            </a:r>
            <a:r>
              <a:rPr lang="en-AU" sz="2400" dirty="0" smtClean="0"/>
              <a:t>brackets</a:t>
            </a:r>
          </a:p>
          <a:p>
            <a:r>
              <a:rPr lang="en-AU" sz="2400" dirty="0" smtClean="0"/>
              <a:t>Using the grid method?</a:t>
            </a:r>
            <a:r>
              <a:rPr lang="en-AU" sz="2400" dirty="0" smtClean="0"/>
              <a:t>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/>
              <p:nvPr/>
            </p:nvSpPr>
            <p:spPr>
              <a:xfrm>
                <a:off x="2639125" y="1457407"/>
                <a:ext cx="661987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</a:p>
              <a:p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25" y="1457407"/>
                <a:ext cx="6619875" cy="2862322"/>
              </a:xfrm>
              <a:prstGeom prst="rect">
                <a:avLst/>
              </a:prstGeom>
              <a:blipFill>
                <a:blip r:embed="rId3"/>
                <a:stretch>
                  <a:fillRect l="-1473" t="-14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3883806"/>
                  </p:ext>
                </p:extLst>
              </p:nvPr>
            </p:nvGraphicFramePr>
            <p:xfrm>
              <a:off x="2688551" y="2888568"/>
              <a:ext cx="6889542" cy="2947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6514">
                      <a:extLst>
                        <a:ext uri="{9D8B030D-6E8A-4147-A177-3AD203B41FA5}">
                          <a16:colId xmlns:a16="http://schemas.microsoft.com/office/drawing/2014/main" val="1809168660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1615162025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476799297"/>
                        </a:ext>
                      </a:extLst>
                    </a:gridCol>
                  </a:tblGrid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842587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703838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84577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3883806"/>
                  </p:ext>
                </p:extLst>
              </p:nvPr>
            </p:nvGraphicFramePr>
            <p:xfrm>
              <a:off x="2688551" y="2888568"/>
              <a:ext cx="6889542" cy="2947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96514">
                      <a:extLst>
                        <a:ext uri="{9D8B030D-6E8A-4147-A177-3AD203B41FA5}">
                          <a16:colId xmlns:a16="http://schemas.microsoft.com/office/drawing/2014/main" val="1809168660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1615162025"/>
                        </a:ext>
                      </a:extLst>
                    </a:gridCol>
                    <a:gridCol w="2296514">
                      <a:extLst>
                        <a:ext uri="{9D8B030D-6E8A-4147-A177-3AD203B41FA5}">
                          <a16:colId xmlns:a16="http://schemas.microsoft.com/office/drawing/2014/main" val="476799297"/>
                        </a:ext>
                      </a:extLst>
                    </a:gridCol>
                  </a:tblGrid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r="-100531" b="-199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000" r="-531" b="-199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842587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621" r="-200531" b="-100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703838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84577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5159829" y="4495801"/>
            <a:ext cx="631371" cy="9252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61023" y="5421086"/>
                <a:ext cx="137428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023" y="5421086"/>
                <a:ext cx="137428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H="1" flipV="1">
            <a:off x="8719458" y="4615389"/>
            <a:ext cx="858635" cy="10211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9178028" y="5701105"/>
                <a:ext cx="17234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×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028" y="5701105"/>
                <a:ext cx="172342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9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6" grpId="0"/>
      <p:bldP spid="3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177145" y="1303330"/>
            <a:ext cx="2205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I expand </a:t>
            </a:r>
            <a:r>
              <a:rPr lang="en-AU" sz="2400" dirty="0" smtClean="0"/>
              <a:t>brackets</a:t>
            </a:r>
          </a:p>
          <a:p>
            <a:r>
              <a:rPr lang="en-AU" sz="2400" dirty="0" smtClean="0"/>
              <a:t>Using the grid method?</a:t>
            </a:r>
            <a:r>
              <a:rPr lang="en-AU" sz="2400" dirty="0" smtClean="0"/>
              <a:t>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/>
              <p:nvPr/>
            </p:nvSpPr>
            <p:spPr>
              <a:xfrm>
                <a:off x="2639125" y="1457407"/>
                <a:ext cx="661987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</a:p>
              <a:p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b="0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25" y="1457407"/>
                <a:ext cx="6619875" cy="2862322"/>
              </a:xfrm>
              <a:prstGeom prst="rect">
                <a:avLst/>
              </a:prstGeom>
              <a:blipFill>
                <a:blip r:embed="rId3"/>
                <a:stretch>
                  <a:fillRect l="-1473" t="-14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134073"/>
                  </p:ext>
                </p:extLst>
              </p:nvPr>
            </p:nvGraphicFramePr>
            <p:xfrm>
              <a:off x="2688551" y="2888568"/>
              <a:ext cx="6889544" cy="2947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9278">
                      <a:extLst>
                        <a:ext uri="{9D8B030D-6E8A-4147-A177-3AD203B41FA5}">
                          <a16:colId xmlns:a16="http://schemas.microsoft.com/office/drawing/2014/main" val="1809168660"/>
                        </a:ext>
                      </a:extLst>
                    </a:gridCol>
                    <a:gridCol w="1735494">
                      <a:extLst>
                        <a:ext uri="{9D8B030D-6E8A-4147-A177-3AD203B41FA5}">
                          <a16:colId xmlns:a16="http://schemas.microsoft.com/office/drawing/2014/main" val="1615162025"/>
                        </a:ext>
                      </a:extLst>
                    </a:gridCol>
                    <a:gridCol w="1722386">
                      <a:extLst>
                        <a:ext uri="{9D8B030D-6E8A-4147-A177-3AD203B41FA5}">
                          <a16:colId xmlns:a16="http://schemas.microsoft.com/office/drawing/2014/main" val="476799297"/>
                        </a:ext>
                      </a:extLst>
                    </a:gridCol>
                    <a:gridCol w="1722386">
                      <a:extLst>
                        <a:ext uri="{9D8B030D-6E8A-4147-A177-3AD203B41FA5}">
                          <a16:colId xmlns:a16="http://schemas.microsoft.com/office/drawing/2014/main" val="754461915"/>
                        </a:ext>
                      </a:extLst>
                    </a:gridCol>
                  </a:tblGrid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842587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703838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4577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134073"/>
                  </p:ext>
                </p:extLst>
              </p:nvPr>
            </p:nvGraphicFramePr>
            <p:xfrm>
              <a:off x="2688551" y="2888568"/>
              <a:ext cx="6889544" cy="29477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9278">
                      <a:extLst>
                        <a:ext uri="{9D8B030D-6E8A-4147-A177-3AD203B41FA5}">
                          <a16:colId xmlns:a16="http://schemas.microsoft.com/office/drawing/2014/main" val="1809168660"/>
                        </a:ext>
                      </a:extLst>
                    </a:gridCol>
                    <a:gridCol w="1735494">
                      <a:extLst>
                        <a:ext uri="{9D8B030D-6E8A-4147-A177-3AD203B41FA5}">
                          <a16:colId xmlns:a16="http://schemas.microsoft.com/office/drawing/2014/main" val="1615162025"/>
                        </a:ext>
                      </a:extLst>
                    </a:gridCol>
                    <a:gridCol w="1722386">
                      <a:extLst>
                        <a:ext uri="{9D8B030D-6E8A-4147-A177-3AD203B41FA5}">
                          <a16:colId xmlns:a16="http://schemas.microsoft.com/office/drawing/2014/main" val="476799297"/>
                        </a:ext>
                      </a:extLst>
                    </a:gridCol>
                    <a:gridCol w="1722386">
                      <a:extLst>
                        <a:ext uri="{9D8B030D-6E8A-4147-A177-3AD203B41FA5}">
                          <a16:colId xmlns:a16="http://schemas.microsoft.com/office/drawing/2014/main" val="754461915"/>
                        </a:ext>
                      </a:extLst>
                    </a:gridCol>
                  </a:tblGrid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8596" r="-198947" b="-199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709" r="-101064" b="-199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9647" r="-707" b="-199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842587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621" r="-303203" b="-100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703838"/>
                      </a:ext>
                    </a:extLst>
                  </a:tr>
                  <a:tr h="982588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4577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832480" y="4505740"/>
            <a:ext cx="631371" cy="9252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970523" y="5421085"/>
                <a:ext cx="1104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523" y="5421085"/>
                <a:ext cx="110447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H="1" flipV="1">
            <a:off x="9092646" y="4451761"/>
            <a:ext cx="858635" cy="10211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9259000" y="5506014"/>
                <a:ext cx="11075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000" y="5506014"/>
                <a:ext cx="110754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500233" y="5421084"/>
                <a:ext cx="13136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233" y="5421084"/>
                <a:ext cx="13136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 flipV="1">
            <a:off x="6889092" y="4484874"/>
            <a:ext cx="59625" cy="84870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97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6" grpId="0"/>
      <p:bldP spid="36" grpId="1"/>
      <p:bldP spid="21" grpId="0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0494" y="180309"/>
            <a:ext cx="3228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Now it’s your Turn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0972" t="23333" r="38332" b="46544"/>
          <a:stretch/>
        </p:blipFill>
        <p:spPr>
          <a:xfrm>
            <a:off x="914399" y="1069884"/>
            <a:ext cx="3352801" cy="531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1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2432</TotalTime>
  <Words>196</Words>
  <Application>Microsoft Office PowerPoint</Application>
  <PresentationFormat>Widescreen</PresentationFormat>
  <Paragraphs>74</Paragraphs>
  <Slides>5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D'SOUZA Jillian [Baldivis Secondary College]</cp:lastModifiedBy>
  <cp:revision>25</cp:revision>
  <cp:lastPrinted>2018-06-25T00:33:26Z</cp:lastPrinted>
  <dcterms:created xsi:type="dcterms:W3CDTF">2018-02-10T03:48:19Z</dcterms:created>
  <dcterms:modified xsi:type="dcterms:W3CDTF">2019-06-17T08:10:53Z</dcterms:modified>
</cp:coreProperties>
</file>