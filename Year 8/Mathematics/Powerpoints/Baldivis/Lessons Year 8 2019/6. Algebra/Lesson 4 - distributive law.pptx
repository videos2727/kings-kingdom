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2"/>
    <p:sldId id="287" r:id="rId3"/>
    <p:sldId id="288" r:id="rId4"/>
    <p:sldId id="285" r:id="rId5"/>
    <p:sldId id="286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86480" autoAdjust="0"/>
  </p:normalViewPr>
  <p:slideViewPr>
    <p:cSldViewPr snapToGrid="0">
      <p:cViewPr varScale="1">
        <p:scale>
          <a:sx n="59" d="100"/>
          <a:sy n="59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EECA97-00A9-4E44-B567-D44A0AAC1A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41FB0-B0CA-4608-9E33-A7F4B1C7BC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FE614-A481-4EBE-ABFF-B5ED90C35F14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4A7E4-37FB-4D94-A292-00D24B941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2B6A9-2C4E-4977-B350-F870D78AA3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F49CE-DB41-4A5F-A49A-763F06E9E1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379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Only watch the first half of the video (stop</a:t>
            </a:r>
            <a:r>
              <a:rPr lang="en-US" baseline="0" dirty="0" smtClean="0"/>
              <a:t> when it starts using indices)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085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16/06/2019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-6MShC82ow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177145" y="1303330"/>
            <a:ext cx="2205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distributive law?</a:t>
            </a:r>
          </a:p>
        </p:txBody>
      </p:sp>
      <p:sp>
        <p:nvSpPr>
          <p:cNvPr id="2" name="Rectangle 1"/>
          <p:cNvSpPr/>
          <p:nvPr/>
        </p:nvSpPr>
        <p:spPr>
          <a:xfrm>
            <a:off x="2743198" y="1493004"/>
            <a:ext cx="85561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he Distributive Law says that </a:t>
            </a:r>
            <a:r>
              <a:rPr lang="en-US" b="1" dirty="0">
                <a:solidFill>
                  <a:srgbClr val="000066"/>
                </a:solidFill>
                <a:latin typeface="Verdana" panose="020B0604030504040204" pitchFamily="34" charset="0"/>
              </a:rPr>
              <a:t>multiplying a number by a group of numbers added together</a:t>
            </a:r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 is the same as doing each multiplication separately.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5080360" y="24600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Example: 3 × (2 + 4) = 3×2 + 3×4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pic>
        <p:nvPicPr>
          <p:cNvPr id="5" name="v-6MShC82ow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724726" y="2986088"/>
            <a:ext cx="6593114" cy="370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177145" y="1303330"/>
            <a:ext cx="2205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I expand brackets?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/>
              <p:nvPr/>
            </p:nvSpPr>
            <p:spPr>
              <a:xfrm>
                <a:off x="2639126" y="1544493"/>
                <a:ext cx="6619875" cy="4339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</a:p>
              <a:p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3 </m:t>
                    </m:r>
                    <m:d>
                      <m:dPr>
                        <m:ctrlP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+8</m:t>
                        </m:r>
                      </m:e>
                    </m:d>
                  </m:oMath>
                </a14:m>
                <a:r>
                  <a:rPr lang="en-AU" sz="24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0 </m:t>
                    </m:r>
                    <m:d>
                      <m:dPr>
                        <m:ctrlP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5 −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6 </m:t>
                    </m:r>
                    <m:d>
                      <m:dPr>
                        <m:ctrlP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+2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26" y="1544493"/>
                <a:ext cx="6619875" cy="4339650"/>
              </a:xfrm>
              <a:prstGeom prst="rect">
                <a:avLst/>
              </a:prstGeom>
              <a:blipFill>
                <a:blip r:embed="rId3"/>
                <a:stretch>
                  <a:fillRect l="-1473" t="-9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6">
            <a:extLst>
              <a:ext uri="{FF2B5EF4-FFF2-40B4-BE49-F238E27FC236}">
                <a16:creationId xmlns:a16="http://schemas.microsoft.com/office/drawing/2014/main" id="{E02B34D7-7F76-403B-823D-12C0138ACAE4}"/>
              </a:ext>
            </a:extLst>
          </p:cNvPr>
          <p:cNvSpPr/>
          <p:nvPr/>
        </p:nvSpPr>
        <p:spPr>
          <a:xfrm rot="5400000" flipV="1">
            <a:off x="3335225" y="2983606"/>
            <a:ext cx="250579" cy="6036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2" name="Arrow: Curved Right 12">
            <a:extLst>
              <a:ext uri="{FF2B5EF4-FFF2-40B4-BE49-F238E27FC236}">
                <a16:creationId xmlns:a16="http://schemas.microsoft.com/office/drawing/2014/main" id="{0D3C15BB-14D6-4367-8B33-DDC80953AA9F}"/>
              </a:ext>
            </a:extLst>
          </p:cNvPr>
          <p:cNvSpPr/>
          <p:nvPr/>
        </p:nvSpPr>
        <p:spPr>
          <a:xfrm rot="5400000" flipV="1">
            <a:off x="3582072" y="2732987"/>
            <a:ext cx="250580" cy="10979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Right 22">
            <a:extLst>
              <a:ext uri="{FF2B5EF4-FFF2-40B4-BE49-F238E27FC236}">
                <a16:creationId xmlns:a16="http://schemas.microsoft.com/office/drawing/2014/main" id="{DC54BB1C-4E0F-4073-9678-1217DBBEEA0B}"/>
              </a:ext>
            </a:extLst>
          </p:cNvPr>
          <p:cNvSpPr/>
          <p:nvPr/>
        </p:nvSpPr>
        <p:spPr>
          <a:xfrm rot="5400000" flipV="1">
            <a:off x="3250218" y="1946447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Right 23">
            <a:extLst>
              <a:ext uri="{FF2B5EF4-FFF2-40B4-BE49-F238E27FC236}">
                <a16:creationId xmlns:a16="http://schemas.microsoft.com/office/drawing/2014/main" id="{09EEC6E2-55B0-403D-8829-5C49772C68F5}"/>
              </a:ext>
            </a:extLst>
          </p:cNvPr>
          <p:cNvSpPr/>
          <p:nvPr/>
        </p:nvSpPr>
        <p:spPr>
          <a:xfrm rot="5400000" flipV="1">
            <a:off x="3479596" y="1713295"/>
            <a:ext cx="259593" cy="90196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0" name="Arrow: Curved Right 6">
            <a:extLst>
              <a:ext uri="{FF2B5EF4-FFF2-40B4-BE49-F238E27FC236}">
                <a16:creationId xmlns:a16="http://schemas.microsoft.com/office/drawing/2014/main" id="{E02B34D7-7F76-403B-823D-12C0138ACAE4}"/>
              </a:ext>
            </a:extLst>
          </p:cNvPr>
          <p:cNvSpPr/>
          <p:nvPr/>
        </p:nvSpPr>
        <p:spPr>
          <a:xfrm rot="5400000" flipV="1">
            <a:off x="3280324" y="4213817"/>
            <a:ext cx="250579" cy="4944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1" name="Arrow: Curved Right 12">
            <a:extLst>
              <a:ext uri="{FF2B5EF4-FFF2-40B4-BE49-F238E27FC236}">
                <a16:creationId xmlns:a16="http://schemas.microsoft.com/office/drawing/2014/main" id="{0D3C15BB-14D6-4367-8B33-DDC80953AA9F}"/>
              </a:ext>
            </a:extLst>
          </p:cNvPr>
          <p:cNvSpPr/>
          <p:nvPr/>
        </p:nvSpPr>
        <p:spPr>
          <a:xfrm rot="5400000" flipV="1">
            <a:off x="3525567" y="3965083"/>
            <a:ext cx="254070" cy="98838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44164" y="2164276"/>
                <a:ext cx="1992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+ 24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164" y="2164276"/>
                <a:ext cx="199208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099957" y="3355482"/>
                <a:ext cx="1992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15 – 10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957" y="3355482"/>
                <a:ext cx="199208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710812" y="4459275"/>
                <a:ext cx="1992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812" y="4459275"/>
                <a:ext cx="199208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092042" y="4459275"/>
                <a:ext cx="1992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042" y="4459275"/>
                <a:ext cx="199208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3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 animBg="1"/>
      <p:bldP spid="26" grpId="0" animBg="1"/>
      <p:bldP spid="30" grpId="0" animBg="1"/>
      <p:bldP spid="31" grpId="0" animBg="1"/>
      <p:bldP spid="5" grpId="0"/>
      <p:bldP spid="32" grpId="0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57" y="1206042"/>
            <a:ext cx="10967943" cy="19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1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0494" y="180309"/>
            <a:ext cx="3228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Now it’s your Turn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27" y="928955"/>
            <a:ext cx="4992738" cy="3662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84" y="2059388"/>
            <a:ext cx="7910536" cy="238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1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PQuestion">
            <a:extLst>
              <a:ext uri="{FF2B5EF4-FFF2-40B4-BE49-F238E27FC236}">
                <a16:creationId xmlns:a16="http://schemas.microsoft.com/office/drawing/2014/main" id="{9A96EC89-AE21-41E8-8658-AFF86F30B308}"/>
              </a:ext>
            </a:extLst>
          </p:cNvPr>
          <p:cNvSpPr txBox="1">
            <a:spLocks noChangeArrowheads="1"/>
          </p:cNvSpPr>
          <p:nvPr/>
        </p:nvSpPr>
        <p:spPr>
          <a:xfrm>
            <a:off x="2939143" y="2547257"/>
            <a:ext cx="86106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4000" dirty="0" smtClean="0"/>
              <a:t>MATCHING CARDS ACTIVITY </a:t>
            </a:r>
            <a:r>
              <a:rPr lang="en-US" altLang="x-none" sz="4000" dirty="0" smtClean="0">
                <a:sym typeface="Wingdings" panose="05000000000000000000" pitchFamily="2" charset="2"/>
              </a:rPr>
              <a:t></a:t>
            </a:r>
            <a:endParaRPr lang="en-US" altLang="x-none" sz="4000" dirty="0"/>
          </a:p>
        </p:txBody>
      </p:sp>
      <p:sp>
        <p:nvSpPr>
          <p:cNvPr id="5" name="TPAnswers">
            <a:extLst>
              <a:ext uri="{FF2B5EF4-FFF2-40B4-BE49-F238E27FC236}">
                <a16:creationId xmlns:a16="http://schemas.microsoft.com/office/drawing/2014/main" id="{923220D3-8328-4768-B199-AFD733E82F3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981200" y="2133600"/>
            <a:ext cx="6487886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50000"/>
              </a:lnSpc>
              <a:buFontTx/>
              <a:buAutoNum type="arabicPeriod"/>
            </a:pPr>
            <a:endParaRPr lang="en-US" altLang="x-none" sz="3600" dirty="0"/>
          </a:p>
        </p:txBody>
      </p:sp>
    </p:spTree>
    <p:extLst>
      <p:ext uri="{BB962C8B-B14F-4D97-AF65-F5344CB8AC3E}">
        <p14:creationId xmlns:p14="http://schemas.microsoft.com/office/powerpoint/2010/main" val="334760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91"/>
  <p:tag name="FONTSIZE" val="32"/>
  <p:tag name="BULLETTYPE" val="ppBulletArabicPeriod"/>
  <p:tag name="ANSWERTEXT" val="3(x + y + z) = 3x + 3y + 3z&#10;(a + b) c = ac + bc&#10;5(2 + 3x) = 10 + 3x&#10;6(3k - 4) = 18k - 2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109</Words>
  <Application>Microsoft Office PowerPoint</Application>
  <PresentationFormat>Widescreen</PresentationFormat>
  <Paragraphs>35</Paragraphs>
  <Slides>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D'SOUZA Jillian [Baldivis Secondary College]</cp:lastModifiedBy>
  <cp:revision>21</cp:revision>
  <cp:lastPrinted>2018-06-25T00:33:26Z</cp:lastPrinted>
  <dcterms:created xsi:type="dcterms:W3CDTF">2018-02-10T03:48:19Z</dcterms:created>
  <dcterms:modified xsi:type="dcterms:W3CDTF">2019-06-16T15:55:04Z</dcterms:modified>
</cp:coreProperties>
</file>