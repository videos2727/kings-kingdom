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1" r:id="rId3"/>
    <p:sldId id="268" r:id="rId4"/>
    <p:sldId id="269" r:id="rId5"/>
    <p:sldId id="270" r:id="rId6"/>
    <p:sldId id="2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22625-956F-4B0E-B478-590E9C31F25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FF7C00-6869-455E-A351-5583A7796E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45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09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27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81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4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D7134-3A78-4A14-A6CA-E3942153D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F8CA-93E1-4D7A-ACCE-14FAF592E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908D1-B2E8-426A-9712-AD4B3F233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96152-8AB6-4500-A370-1B5EB5041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475C8-125B-44DD-A935-B7ACF460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708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7903-52AF-40F0-9DDD-1B562BEAF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AA910-FDAF-44D6-9114-FE1951DF0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0C882-8DFB-4BD8-ABFF-417D14D8C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56EEA-551E-47BF-A9FB-505E52B6A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4DE9E-C0A4-4348-B71C-0A659286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8838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00427-6CC2-4494-800D-A000A8C3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B2988-8E19-4A69-9784-0BF1579BB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443A7-E71E-448D-9EEA-C17B1EDB0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2F7FC-2D82-4776-9493-2C39ECFCD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90B55-AEDD-4A92-8129-172F1035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091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3447D-DC65-4AC0-8814-68683EAC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F5502-3E8C-47FF-A385-A2C6E17B9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026B98-923D-46BE-B021-38E58B6DD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36C70-9592-45C6-B331-E2216428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AFADD-15F6-4755-808B-2E44D7E7A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B3A70-9DCC-4D46-A374-1852AA1A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13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E01E-0B2E-4D92-B8B1-28409B184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C471C-0A02-4499-AEB4-49D4DC4CA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BC7F4-3828-436C-A408-BFA17F854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508766-9523-4E52-8D3A-23A1DE678C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05B8E4-EB4F-428F-8FB7-97C1E2401B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F8AB1-394C-4478-A940-241A45BC1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6620FD-5855-4B6B-8F01-348D6CAC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F70C6D-4120-4F2D-821D-45A31BE1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5796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AD4FC-1C48-413D-B8FD-A16A92F3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D003E7-1636-4DEF-86DD-F1A7F85E8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545A7-1009-4931-9456-C9C20AC3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66F80-F19E-48BC-BB44-A06CBEFC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7401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82D5E7-037D-4729-9345-E90F25BB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F3506-A0F7-4023-9EA5-34BB34CD3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07625-FCF1-43FD-9ACF-563EC843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376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39204-D245-47B5-AAEF-296C6D6FD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03DE-4BF5-46C0-AC90-27DC6A1C33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C5385C-6016-4506-B799-4D349D435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FD0E0-9928-4E48-AB47-06438085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5A073-DF7A-4831-8D5B-AAC4AE76D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2E7642-2BAC-418A-825F-39FAE2B9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896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58304-F991-4581-ADDD-B73DDF80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FA820-D04F-40A2-84E9-66B65AFC73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D5FFA3-2DC9-43B2-9D5E-5640ED388D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E3BB8C-CC3A-4292-B163-FE60DD51E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0F05A-3A9D-4668-B1F2-357B9FC76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225A6B-C1D8-475A-AC9E-46F2216D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3122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30BD-4682-4C15-A85D-FAC27DEBB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F3FF1-A8C6-4174-92D5-82F43C91B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FA168-A0F2-42BD-8F3C-FC1E33FA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2598B-B48E-42B1-9E41-7174DEA38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0ADDE-325C-4884-91D5-994F9FAF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916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8F954-B9F9-4277-B662-71DBF498D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32D1C-B39B-442A-AA65-EAC96536D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0CE01-FB7B-4B50-AFC7-6E2001D3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08044-AD8E-4A6B-A7DE-C3613954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972A9-E898-4D10-9D5B-DF6C7D59A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089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389659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394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B8EDF-EA96-47B8-BE72-F3CE01EC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D6FE2-3AEE-48B1-90DF-3328BCC70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917EB-681F-40B6-81AA-89A4026E7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79659-72A4-46D0-B7A2-BCE4D37A5BD3}" type="datetimeFigureOut">
              <a:rPr lang="en-AU" smtClean="0"/>
              <a:t>1/03/2019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3D15E-166D-4C09-BA38-3D6C870CC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75D20-6C5B-4C2C-89E2-D77BFA6FE5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A0095-C8DB-4567-80C2-6DA70DFC1D9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10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Measurement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Area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the area of basic shapes?</a:t>
            </a:r>
          </a:p>
        </p:txBody>
      </p:sp>
      <p:sp>
        <p:nvSpPr>
          <p:cNvPr id="7" name="Cloud 6">
            <a:extLst>
              <a:ext uri="{FF2B5EF4-FFF2-40B4-BE49-F238E27FC236}">
                <a16:creationId xmlns:a16="http://schemas.microsoft.com/office/drawing/2014/main" id="{C34AAB6A-65BF-42DF-81B3-1B07451C67FD}"/>
              </a:ext>
            </a:extLst>
          </p:cNvPr>
          <p:cNvSpPr/>
          <p:nvPr/>
        </p:nvSpPr>
        <p:spPr>
          <a:xfrm>
            <a:off x="8791303" y="548979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Last Lesson Re-Cap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BFD52A-3CEA-493A-93B5-3A51C0CB44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7195"/>
          <a:stretch/>
        </p:blipFill>
        <p:spPr>
          <a:xfrm>
            <a:off x="337646" y="1493140"/>
            <a:ext cx="11516707" cy="341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531313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23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area of basic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4269E6-C198-42E5-A6D8-B3F7F63B8EEB}"/>
              </a:ext>
            </a:extLst>
          </p:cNvPr>
          <p:cNvCxnSpPr>
            <a:cxnSpLocks/>
          </p:cNvCxnSpPr>
          <p:nvPr/>
        </p:nvCxnSpPr>
        <p:spPr>
          <a:xfrm>
            <a:off x="8123905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DA19CB-3B45-4AEE-9A56-59BAC51E1BB2}"/>
              </a:ext>
            </a:extLst>
          </p:cNvPr>
          <p:cNvSpPr txBox="1"/>
          <p:nvPr/>
        </p:nvSpPr>
        <p:spPr>
          <a:xfrm>
            <a:off x="253934" y="2416189"/>
            <a:ext cx="1859369" cy="830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Rectangle</a:t>
            </a:r>
          </a:p>
          <a:p>
            <a:pPr algn="ctr"/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42628-8859-43A6-B392-38FD6561D952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E855C-445B-4ABB-B0AC-31D5E4CDE5FF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116C4E1-A9EA-483A-BB04-73C8A4A94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170" y="1851258"/>
            <a:ext cx="3838389" cy="20153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A000D56-DA1D-4521-A85A-9E5A8BCEA8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1499" r="65423" b="46854"/>
          <a:stretch/>
        </p:blipFill>
        <p:spPr>
          <a:xfrm>
            <a:off x="3554660" y="4396083"/>
            <a:ext cx="3725920" cy="229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63525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23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area of basic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4269E6-C198-42E5-A6D8-B3F7F63B8EEB}"/>
              </a:ext>
            </a:extLst>
          </p:cNvPr>
          <p:cNvCxnSpPr>
            <a:cxnSpLocks/>
          </p:cNvCxnSpPr>
          <p:nvPr/>
        </p:nvCxnSpPr>
        <p:spPr>
          <a:xfrm>
            <a:off x="8463539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DA19CB-3B45-4AEE-9A56-59BAC51E1BB2}"/>
              </a:ext>
            </a:extLst>
          </p:cNvPr>
          <p:cNvSpPr txBox="1"/>
          <p:nvPr/>
        </p:nvSpPr>
        <p:spPr>
          <a:xfrm>
            <a:off x="253934" y="2416189"/>
            <a:ext cx="1859369" cy="830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Triangle</a:t>
            </a:r>
          </a:p>
          <a:p>
            <a:pPr algn="ctr"/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42628-8859-43A6-B392-38FD6561D952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E855C-445B-4ABB-B0AC-31D5E4CDE5FF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8BA83C2-C6AC-41EC-9D94-09F7496B7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436" y="1869645"/>
            <a:ext cx="3485977" cy="21086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C63FDAC-8768-409A-9B4D-B253C43B3A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52" t="52794" r="63402" b="4994"/>
          <a:stretch/>
        </p:blipFill>
        <p:spPr>
          <a:xfrm>
            <a:off x="2736668" y="4546966"/>
            <a:ext cx="3213745" cy="20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6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63525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23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area of basic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4269E6-C198-42E5-A6D8-B3F7F63B8EEB}"/>
              </a:ext>
            </a:extLst>
          </p:cNvPr>
          <p:cNvCxnSpPr>
            <a:cxnSpLocks/>
          </p:cNvCxnSpPr>
          <p:nvPr/>
        </p:nvCxnSpPr>
        <p:spPr>
          <a:xfrm>
            <a:off x="8463539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DA19CB-3B45-4AEE-9A56-59BAC51E1BB2}"/>
              </a:ext>
            </a:extLst>
          </p:cNvPr>
          <p:cNvSpPr txBox="1"/>
          <p:nvPr/>
        </p:nvSpPr>
        <p:spPr>
          <a:xfrm>
            <a:off x="84916" y="2416189"/>
            <a:ext cx="2028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Parallelogram</a:t>
            </a:r>
          </a:p>
          <a:p>
            <a:pPr algn="ctr"/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42628-8859-43A6-B392-38FD6561D952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E855C-445B-4ABB-B0AC-31D5E4CDE5FF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73884C8-029F-48D8-B885-FEFAB95BB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229" y="1951993"/>
            <a:ext cx="4144892" cy="17593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F3A478C-60BF-47FD-AE7A-2312145CBA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268" t="9770" r="4142" b="49435"/>
          <a:stretch/>
        </p:blipFill>
        <p:spPr>
          <a:xfrm>
            <a:off x="3036543" y="4476671"/>
            <a:ext cx="4653978" cy="195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90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63525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2311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work out the area of basic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4269E6-C198-42E5-A6D8-B3F7F63B8EEB}"/>
              </a:ext>
            </a:extLst>
          </p:cNvPr>
          <p:cNvCxnSpPr>
            <a:cxnSpLocks/>
          </p:cNvCxnSpPr>
          <p:nvPr/>
        </p:nvCxnSpPr>
        <p:spPr>
          <a:xfrm>
            <a:off x="8463539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1DA19CB-3B45-4AEE-9A56-59BAC51E1BB2}"/>
              </a:ext>
            </a:extLst>
          </p:cNvPr>
          <p:cNvSpPr txBox="1"/>
          <p:nvPr/>
        </p:nvSpPr>
        <p:spPr>
          <a:xfrm>
            <a:off x="84916" y="2416189"/>
            <a:ext cx="2028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Rhombus</a:t>
            </a:r>
          </a:p>
          <a:p>
            <a:pPr algn="ctr"/>
            <a:endParaRPr lang="en-AU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B42628-8859-43A6-B392-38FD6561D952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2E855C-445B-4ABB-B0AC-31D5E4CDE5FF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65E5BC-B5A5-4521-90AC-778B69168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557" y="1805519"/>
            <a:ext cx="2935600" cy="27693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2F7B32-A914-4179-95B2-202E5DCD81A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7740" t="55812" r="11537"/>
          <a:stretch/>
        </p:blipFill>
        <p:spPr>
          <a:xfrm>
            <a:off x="5791188" y="4173583"/>
            <a:ext cx="2623406" cy="251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863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118</Words>
  <Application>Microsoft Office PowerPoint</Application>
  <PresentationFormat>Widescreen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Fragment Core</vt:lpstr>
      <vt:lpstr>Harrington</vt:lpstr>
      <vt:lpstr>Office Theme</vt:lpstr>
      <vt:lpstr>Measurement </vt:lpstr>
      <vt:lpstr>Last Lesson Re-Cap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</dc:title>
  <dc:creator>STRETCH Nine [Baldivis Secondary College]</dc:creator>
  <cp:lastModifiedBy>STRETCH Nine [Baldivis Secondary College]</cp:lastModifiedBy>
  <cp:revision>7</cp:revision>
  <dcterms:created xsi:type="dcterms:W3CDTF">2019-03-01T01:03:20Z</dcterms:created>
  <dcterms:modified xsi:type="dcterms:W3CDTF">2019-03-01T01:19:48Z</dcterms:modified>
</cp:coreProperties>
</file>