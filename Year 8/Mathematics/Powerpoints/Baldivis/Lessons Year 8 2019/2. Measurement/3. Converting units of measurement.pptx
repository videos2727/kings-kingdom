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9" r:id="rId3"/>
    <p:sldId id="258" r:id="rId4"/>
    <p:sldId id="261" r:id="rId5"/>
    <p:sldId id="306" r:id="rId6"/>
    <p:sldId id="298" r:id="rId7"/>
    <p:sldId id="305" r:id="rId8"/>
    <p:sldId id="304" r:id="rId9"/>
    <p:sldId id="303" r:id="rId10"/>
    <p:sldId id="302" r:id="rId11"/>
    <p:sldId id="301" r:id="rId12"/>
    <p:sldId id="300" r:id="rId13"/>
    <p:sldId id="299" r:id="rId14"/>
    <p:sldId id="294" r:id="rId15"/>
    <p:sldId id="297" r:id="rId16"/>
    <p:sldId id="296" r:id="rId17"/>
    <p:sldId id="295" r:id="rId18"/>
    <p:sldId id="307" r:id="rId19"/>
    <p:sldId id="308" r:id="rId20"/>
    <p:sldId id="312" r:id="rId21"/>
    <p:sldId id="311" r:id="rId22"/>
    <p:sldId id="310" r:id="rId23"/>
    <p:sldId id="309" r:id="rId24"/>
    <p:sldId id="314" r:id="rId25"/>
    <p:sldId id="292" r:id="rId26"/>
    <p:sldId id="31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0" autoAdjust="0"/>
    <p:restoredTop sz="94572"/>
  </p:normalViewPr>
  <p:slideViewPr>
    <p:cSldViewPr>
      <p:cViewPr varScale="1">
        <p:scale>
          <a:sx n="99" d="100"/>
          <a:sy n="99" d="100"/>
        </p:scale>
        <p:origin x="149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21/2/19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21/2/19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21/2/19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21/2/19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21/2/19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21/2/19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21/2/19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21/2/19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21/2/19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21/2/19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21/2/19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21/2/19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11188" y="333375"/>
            <a:ext cx="7772400" cy="1470025"/>
          </a:xfrm>
        </p:spPr>
        <p:txBody>
          <a:bodyPr/>
          <a:lstStyle/>
          <a:p>
            <a:pPr eaLnBrk="1" hangingPunct="1"/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Name 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Class: 8-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Teacher: Mr Evans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Term 1 Semester 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C38E07-BA7A-4902-95BA-09BA78FE9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03" y="4191888"/>
            <a:ext cx="2723085" cy="22692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4D5330-4D57-44F7-AC79-9DB932408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33" y="2035175"/>
            <a:ext cx="1879934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5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99203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8368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42308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71354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62649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8407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865216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42013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27452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5866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81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357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66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5m to cm</a:t>
            </a:r>
          </a:p>
          <a:p>
            <a:pPr marL="342900" indent="-342900">
              <a:buAutoNum type="arabicPeriod"/>
            </a:pPr>
            <a:r>
              <a:rPr lang="en-AU" dirty="0"/>
              <a:t>780mm to cm</a:t>
            </a:r>
          </a:p>
          <a:p>
            <a:pPr marL="342900" indent="-342900">
              <a:buAutoNum type="arabicPeriod"/>
            </a:pPr>
            <a:r>
              <a:rPr lang="en-AU" dirty="0"/>
              <a:t>2.4km to cm</a:t>
            </a:r>
          </a:p>
        </p:txBody>
      </p:sp>
    </p:spTree>
    <p:extLst>
      <p:ext uri="{BB962C8B-B14F-4D97-AF65-F5344CB8AC3E}">
        <p14:creationId xmlns:p14="http://schemas.microsoft.com/office/powerpoint/2010/main" val="3905453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5m to cm   </a:t>
            </a:r>
          </a:p>
          <a:p>
            <a:pPr marL="342900" indent="-342900">
              <a:buAutoNum type="arabicPeriod"/>
            </a:pPr>
            <a:r>
              <a:rPr lang="en-AU" dirty="0"/>
              <a:t>780mm to cm  </a:t>
            </a:r>
          </a:p>
          <a:p>
            <a:pPr marL="342900" indent="-342900">
              <a:buAutoNum type="arabicPeriod"/>
            </a:pPr>
            <a:r>
              <a:rPr lang="en-AU" dirty="0"/>
              <a:t>2.4km to cm   </a:t>
            </a:r>
          </a:p>
          <a:p>
            <a:r>
              <a:rPr lang="en-AU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917055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5m to cm   5  </a:t>
            </a:r>
            <a:r>
              <a:rPr lang="en-AU" dirty="0">
                <a:solidFill>
                  <a:srgbClr val="00B050"/>
                </a:solidFill>
              </a:rPr>
              <a:t>x100  =  </a:t>
            </a:r>
            <a:r>
              <a:rPr lang="en-AU" dirty="0"/>
              <a:t>500cm</a:t>
            </a:r>
            <a:endParaRPr lang="en-AU" dirty="0">
              <a:solidFill>
                <a:srgbClr val="00B050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AU" dirty="0"/>
              <a:t>780mm to cm  </a:t>
            </a:r>
          </a:p>
          <a:p>
            <a:pPr marL="342900" indent="-342900">
              <a:buFontTx/>
              <a:buAutoNum type="arabicPeriod"/>
            </a:pPr>
            <a:r>
              <a:rPr lang="en-AU" dirty="0"/>
              <a:t>2.4km to cm   </a:t>
            </a:r>
          </a:p>
          <a:p>
            <a:r>
              <a:rPr lang="en-AU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404354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5m to cm   5  </a:t>
                </a:r>
                <a:r>
                  <a:rPr lang="en-AU" dirty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/>
                  <a:t>500cm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 </a:t>
                </a:r>
                <a:r>
                  <a:rPr lang="en-AU" dirty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/>
                  <a:t>2.4km to cm   </a:t>
                </a:r>
              </a:p>
              <a:p>
                <a:r>
                  <a:rPr lang="en-AU" dirty="0"/>
                  <a:t>		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1754326"/>
              </a:xfrm>
              <a:prstGeom prst="rect">
                <a:avLst/>
              </a:prstGeom>
              <a:blipFill rotWithShape="1">
                <a:blip r:embed="rId3"/>
                <a:stretch>
                  <a:fillRect l="-1424" t="-1736" r="-6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3893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5m to cm   5  </a:t>
                </a:r>
                <a:r>
                  <a:rPr lang="en-AU" dirty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/>
                  <a:t>500cm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 </a:t>
                </a:r>
                <a:r>
                  <a:rPr lang="en-AU" dirty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/>
                  <a:t>2.4km to cm   </a:t>
                </a:r>
              </a:p>
              <a:p>
                <a:r>
                  <a:rPr lang="en-AU" dirty="0"/>
                  <a:t>	2.4 </a:t>
                </a:r>
                <a:r>
                  <a:rPr lang="en-AU" dirty="0">
                    <a:solidFill>
                      <a:srgbClr val="00B050"/>
                    </a:solidFill>
                  </a:rPr>
                  <a:t>x1000 </a:t>
                </a:r>
                <a:r>
                  <a:rPr lang="en-AU" dirty="0"/>
                  <a:t>= 2400 m </a:t>
                </a:r>
              </a:p>
              <a:p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blipFill rotWithShape="1">
                <a:blip r:embed="rId3"/>
                <a:stretch>
                  <a:fillRect l="-1424" t="-1502" r="-6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615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5m to cm   5  </a:t>
                </a:r>
                <a:r>
                  <a:rPr lang="en-AU" dirty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/>
                  <a:t>500cm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 </a:t>
                </a:r>
                <a:r>
                  <a:rPr lang="en-AU" dirty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/>
                  <a:t>2.4km to cm   </a:t>
                </a:r>
              </a:p>
              <a:p>
                <a:r>
                  <a:rPr lang="en-AU" dirty="0"/>
                  <a:t>	2.4 </a:t>
                </a:r>
                <a:r>
                  <a:rPr lang="en-AU" dirty="0">
                    <a:solidFill>
                      <a:srgbClr val="00B050"/>
                    </a:solidFill>
                  </a:rPr>
                  <a:t>x1000 </a:t>
                </a:r>
                <a:r>
                  <a:rPr lang="en-AU" dirty="0"/>
                  <a:t>= 2400 m </a:t>
                </a:r>
              </a:p>
              <a:p>
                <a:r>
                  <a:rPr lang="en-AU" dirty="0"/>
                  <a:t>	2400 </a:t>
                </a:r>
                <a:r>
                  <a:rPr lang="en-AU" dirty="0">
                    <a:solidFill>
                      <a:srgbClr val="00B050"/>
                    </a:solidFill>
                  </a:rPr>
                  <a:t> x 100 = </a:t>
                </a:r>
                <a:r>
                  <a:rPr lang="en-AU" dirty="0"/>
                  <a:t>240 000cm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blipFill rotWithShape="0">
                <a:blip r:embed="rId3"/>
                <a:stretch>
                  <a:fillRect l="-1424" t="-1802" r="-633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632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3808" y="1340768"/>
            <a:ext cx="34589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Guided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7966" y="2390503"/>
            <a:ext cx="3074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Converting Units worksheet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Metric </a:t>
            </a:r>
            <a:r>
              <a:rPr lang="en-US"/>
              <a:t>Length puzzle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16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858</Words>
  <Application>Microsoft Macintosh PowerPoint</Application>
  <PresentationFormat>On-screen Show (4:3)</PresentationFormat>
  <Paragraphs>326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 Math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25</cp:revision>
  <dcterms:created xsi:type="dcterms:W3CDTF">2014-05-14T02:58:57Z</dcterms:created>
  <dcterms:modified xsi:type="dcterms:W3CDTF">2019-02-21T07:09:47Z</dcterms:modified>
</cp:coreProperties>
</file>