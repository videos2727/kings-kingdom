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9" r:id="rId3"/>
    <p:sldId id="258" r:id="rId4"/>
    <p:sldId id="329" r:id="rId5"/>
    <p:sldId id="328" r:id="rId6"/>
    <p:sldId id="330" r:id="rId7"/>
    <p:sldId id="331" r:id="rId8"/>
    <p:sldId id="332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7" autoAdjust="0"/>
    <p:restoredTop sz="95559" autoAdjust="0"/>
  </p:normalViewPr>
  <p:slideViewPr>
    <p:cSldViewPr>
      <p:cViewPr varScale="1">
        <p:scale>
          <a:sx n="100" d="100"/>
          <a:sy n="100" d="100"/>
        </p:scale>
        <p:origin x="208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21/2/19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21/2/19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ogebra.org/m/cR436B3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Area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Parallelogram demo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3270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2372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44351"/>
            <a:ext cx="524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 of parallelograms and rhombi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to calculate the areas of different quadrilaterals.  </a:t>
            </a:r>
          </a:p>
        </p:txBody>
      </p:sp>
      <p:pic>
        <p:nvPicPr>
          <p:cNvPr id="16" name="Picture 15"/>
          <p:cNvPicPr/>
          <p:nvPr/>
        </p:nvPicPr>
        <p:blipFill rotWithShape="1">
          <a:blip r:embed="rId2"/>
          <a:srcRect r="4292" b="9886"/>
          <a:stretch/>
        </p:blipFill>
        <p:spPr bwMode="auto">
          <a:xfrm>
            <a:off x="2627784" y="2066368"/>
            <a:ext cx="1944216" cy="15066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64088" y="3146855"/>
                <a:ext cx="7596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𝑏h</m:t>
                      </m:r>
                    </m:oMath>
                  </m:oMathPara>
                </a14:m>
                <a:endParaRPr lang="en-AU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146855"/>
                <a:ext cx="759632" cy="276999"/>
              </a:xfrm>
              <a:prstGeom prst="rect">
                <a:avLst/>
              </a:prstGeom>
              <a:blipFill>
                <a:blip r:embed="rId5"/>
                <a:stretch>
                  <a:fillRect l="-7200" r="-6400"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997074" y="2756221"/>
                <a:ext cx="2522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074" y="2756221"/>
                <a:ext cx="2522165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004FD1CD-90AA-C342-922D-CC8CC478AAC4}"/>
              </a:ext>
            </a:extLst>
          </p:cNvPr>
          <p:cNvSpPr/>
          <p:nvPr/>
        </p:nvSpPr>
        <p:spPr>
          <a:xfrm>
            <a:off x="442705" y="3637549"/>
            <a:ext cx="177787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Rhombus: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A7554EC-4ED4-EB4F-9536-E3D4715F7E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8" t="22917" r="35391" b="58471"/>
          <a:stretch/>
        </p:blipFill>
        <p:spPr bwMode="auto">
          <a:xfrm>
            <a:off x="2411760" y="4068436"/>
            <a:ext cx="4819651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F7486DD-6EA0-5041-8C44-BF0C7F514463}"/>
              </a:ext>
            </a:extLst>
          </p:cNvPr>
          <p:cNvSpPr/>
          <p:nvPr/>
        </p:nvSpPr>
        <p:spPr>
          <a:xfrm>
            <a:off x="467544" y="5446385"/>
            <a:ext cx="17530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Example:</a:t>
            </a:r>
          </a:p>
        </p:txBody>
      </p:sp>
      <p:pic>
        <p:nvPicPr>
          <p:cNvPr id="26" name="Picture 23">
            <a:extLst>
              <a:ext uri="{FF2B5EF4-FFF2-40B4-BE49-F238E27FC236}">
                <a16:creationId xmlns:a16="http://schemas.microsoft.com/office/drawing/2014/main" id="{4766AE5F-D49E-5846-AC84-B60DC02D0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2" t="55139" r="54219" b="26336"/>
          <a:stretch/>
        </p:blipFill>
        <p:spPr bwMode="auto">
          <a:xfrm>
            <a:off x="2411760" y="5495271"/>
            <a:ext cx="2343151" cy="1270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3">
            <a:extLst>
              <a:ext uri="{FF2B5EF4-FFF2-40B4-BE49-F238E27FC236}">
                <a16:creationId xmlns:a16="http://schemas.microsoft.com/office/drawing/2014/main" id="{C0C6BACD-A585-7949-B67B-C045341E2C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2" t="73015" r="54219" b="13752"/>
          <a:stretch/>
        </p:blipFill>
        <p:spPr bwMode="auto">
          <a:xfrm>
            <a:off x="5018778" y="5723414"/>
            <a:ext cx="2343151" cy="907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20" y="1417638"/>
            <a:ext cx="7755759" cy="1728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1D2DEF-C353-C649-BD20-3C662572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288830"/>
            <a:ext cx="1523250" cy="1143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07FB37-45F2-1944-AE7A-978287A82675}"/>
              </a:ext>
            </a:extLst>
          </p:cNvPr>
          <p:cNvSpPr/>
          <p:nvPr/>
        </p:nvSpPr>
        <p:spPr>
          <a:xfrm>
            <a:off x="1536425" y="5157192"/>
            <a:ext cx="288032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6DF0E8-6A2C-3D49-BFD1-2DFD38F8C555}"/>
              </a:ext>
            </a:extLst>
          </p:cNvPr>
          <p:cNvSpPr/>
          <p:nvPr/>
        </p:nvSpPr>
        <p:spPr>
          <a:xfrm>
            <a:off x="2123728" y="4630614"/>
            <a:ext cx="144016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8279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A9B4-13B0-F848-8BD0-F68F19E4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2EA397-5CB1-F644-9A6B-2BF7E78C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87" y="0"/>
            <a:ext cx="757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4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7F81-68C0-7A48-91F8-55BE504C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34DD0-7E8F-EC49-83A4-3D5171B63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79400"/>
            <a:ext cx="81534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49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121</Words>
  <Application>Microsoft Macintosh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Times New Roman</vt:lpstr>
      <vt:lpstr>Office Theme</vt:lpstr>
      <vt:lpstr>My Measurement Interactive Notebook</vt:lpstr>
      <vt:lpstr>PowerPoint Presentation</vt:lpstr>
      <vt:lpstr>PowerPoint Presentation</vt:lpstr>
      <vt:lpstr>Area demo</vt:lpstr>
      <vt:lpstr>PowerPoint Presentation</vt:lpstr>
      <vt:lpstr>Examples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98</cp:revision>
  <dcterms:created xsi:type="dcterms:W3CDTF">2014-05-14T02:58:57Z</dcterms:created>
  <dcterms:modified xsi:type="dcterms:W3CDTF">2019-02-21T06:57:40Z</dcterms:modified>
</cp:coreProperties>
</file>