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2"/>
  </p:notesMasterIdLst>
  <p:sldIdLst>
    <p:sldId id="284" r:id="rId2"/>
    <p:sldId id="285" r:id="rId3"/>
    <p:sldId id="286" r:id="rId4"/>
    <p:sldId id="287" r:id="rId5"/>
    <p:sldId id="257" r:id="rId6"/>
    <p:sldId id="288" r:id="rId7"/>
    <p:sldId id="290" r:id="rId8"/>
    <p:sldId id="292" r:id="rId9"/>
    <p:sldId id="291" r:id="rId10"/>
    <p:sldId id="28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8"/>
    <p:restoredTop sz="94599"/>
  </p:normalViewPr>
  <p:slideViewPr>
    <p:cSldViewPr>
      <p:cViewPr varScale="1">
        <p:scale>
          <a:sx n="94" d="100"/>
          <a:sy n="94" d="100"/>
        </p:scale>
        <p:origin x="91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19/10/2018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Fill</a:t>
            </a:r>
            <a:r>
              <a:rPr lang="en-US" baseline="0" dirty="0" smtClean="0">
                <a:latin typeface="Arial" charset="0"/>
                <a:cs typeface="Arial" charset="0"/>
              </a:rPr>
              <a:t> in the Venn diagram with the class explaining where each of the numbers 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11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19/10/2018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-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PROBABILITY-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Interactive Notebook</a:t>
            </a:r>
            <a:endParaRPr lang="en-AU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Name </a:t>
            </a:r>
          </a:p>
          <a:p>
            <a:pPr algn="l"/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Class </a:t>
            </a:r>
          </a:p>
          <a:p>
            <a:pPr algn="l"/>
            <a:r>
              <a:rPr lang="en-AU" smtClean="0">
                <a:latin typeface="Arial" charset="0"/>
                <a:ea typeface="Arial" charset="0"/>
                <a:cs typeface="Arial" charset="0"/>
              </a:rPr>
              <a:t>Teacher </a:t>
            </a:r>
            <a:endParaRPr lang="en-AU" dirty="0" smtClean="0">
              <a:latin typeface="Arial" charset="0"/>
              <a:ea typeface="Arial" charset="0"/>
              <a:cs typeface="Arial" charset="0"/>
            </a:endParaRPr>
          </a:p>
          <a:p>
            <a:pPr algn="l"/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Term 4  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76672"/>
            <a:ext cx="1336148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4220" y="-73867"/>
            <a:ext cx="576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         </a:t>
            </a:r>
            <a:r>
              <a:rPr lang="en-AU" sz="2400" b="1" dirty="0" smtClean="0">
                <a:latin typeface="Arial" charset="0"/>
                <a:ea typeface="Arial" charset="0"/>
                <a:cs typeface="Arial" charset="0"/>
              </a:rPr>
              <a:t>Venn Diagrams</a:t>
            </a:r>
            <a:endParaRPr lang="en-AU" sz="2400" b="1" dirty="0"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4208" y="260649"/>
            <a:ext cx="2579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73964" y="96623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EQ – What does a </a:t>
            </a:r>
            <a:r>
              <a:rPr lang="en-AU" sz="2400" b="1" dirty="0" smtClean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look like</a:t>
            </a:r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81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732508" y="2258001"/>
            <a:ext cx="60879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sz="2800" u="sng" dirty="0" smtClean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is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pictorial representation of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two-way table without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the total row and total column.  </a:t>
            </a:r>
          </a:p>
          <a:p>
            <a:endParaRPr lang="en-US" sz="28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two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way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table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can be written as a Venn diagram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as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pPr lvl="1"/>
            <a:endParaRPr lang="en-AU" sz="6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36982"/>
              </p:ext>
            </p:extLst>
          </p:nvPr>
        </p:nvGraphicFramePr>
        <p:xfrm>
          <a:off x="1691853" y="1129288"/>
          <a:ext cx="5721350" cy="2011680"/>
        </p:xfrm>
        <a:graphic>
          <a:graphicData uri="http://schemas.openxmlformats.org/drawingml/2006/table">
            <a:tbl>
              <a:tblPr firstRow="1" firstCol="1" bandRow="1"/>
              <a:tblGrid>
                <a:gridCol w="14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Science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 not 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Science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HASS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28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 not 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HASS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100</a:t>
                      </a:r>
                      <a:endParaRPr lang="en-GB" sz="12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0689" y="2484"/>
            <a:ext cx="8238728" cy="89549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2way to Venn</a:t>
            </a:r>
            <a:br>
              <a:rPr lang="en-AU" dirty="0" smtClean="0"/>
            </a:br>
            <a:r>
              <a:rPr lang="en-AU" dirty="0" smtClean="0"/>
              <a:t>(copy into your notes)</a:t>
            </a:r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140968"/>
            <a:ext cx="6714379" cy="3391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What does the overlap represent?</a:t>
            </a:r>
            <a:br>
              <a:rPr lang="en-US" dirty="0" smtClean="0">
                <a:latin typeface="Arial" charset="0"/>
                <a:ea typeface="Arial" charset="0"/>
                <a:cs typeface="Arial" charset="0"/>
              </a:rPr>
            </a:b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Those who enjoy both.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28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What does the outside area mean?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Those who enjoy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Neither.    34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There are only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4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numbers needed in a 2-circle Venn diagram = 4 Probabilities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3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Draw the VENN diagram for…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In a class of 30 students there are 20 students who like Maths, 15 who like English and 12 who like both.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996952"/>
            <a:ext cx="6229126" cy="340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0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925" y="2010569"/>
            <a:ext cx="72961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7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Use you VENN diagram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How many only like Math?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How many only like English?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How many don’t like either?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789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LHS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EASY        Dwyer p.247 Ex, 18.2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Qns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1-3</a:t>
            </a: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MEDIUM.  </a:t>
            </a:r>
            <a:r>
              <a:rPr lang="en-US" smtClean="0">
                <a:latin typeface="Arial" charset="0"/>
                <a:ea typeface="Arial" charset="0"/>
                <a:cs typeface="Arial" charset="0"/>
              </a:rPr>
              <a:t>Dwyer p.252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Ex. 18.9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Qns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1-8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HARD.  P. 500, q 12-13. </a:t>
            </a:r>
            <a:r>
              <a:rPr lang="en-US" b="1" i="1" dirty="0" smtClean="0">
                <a:latin typeface="Arial" charset="0"/>
                <a:ea typeface="Arial" charset="0"/>
                <a:cs typeface="Arial" charset="0"/>
              </a:rPr>
              <a:t>Algebraic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Venns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&amp; 2-way tables.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ENRICHMENT- Triple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Venns</a:t>
            </a:r>
            <a:r>
              <a:rPr lang="mr-IN" dirty="0" smtClean="0">
                <a:latin typeface="Arial" charset="0"/>
                <a:ea typeface="Arial" charset="0"/>
                <a:cs typeface="Arial" charset="0"/>
              </a:rPr>
              <a:t>…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p. 501 Cambridge Essentials.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9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240</TotalTime>
  <Words>255</Words>
  <Application>Microsoft Office PowerPoint</Application>
  <PresentationFormat>On-screen Show (4:3)</PresentationFormat>
  <Paragraphs>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Comic Sans MS</vt:lpstr>
      <vt:lpstr>Times New Roman</vt:lpstr>
      <vt:lpstr>Office Theme</vt:lpstr>
      <vt:lpstr>-PROBABILITY- Interactive Notebook</vt:lpstr>
      <vt:lpstr>PowerPoint Presentation</vt:lpstr>
      <vt:lpstr>PowerPoint Presentation</vt:lpstr>
      <vt:lpstr>PowerPoint Presentation</vt:lpstr>
      <vt:lpstr>2way to Venn (copy into your notes)</vt:lpstr>
      <vt:lpstr>What does the overlap represent? </vt:lpstr>
      <vt:lpstr>Draw the VENN diagram for…</vt:lpstr>
      <vt:lpstr>Answer</vt:lpstr>
      <vt:lpstr>Use you VENN diagram</vt:lpstr>
      <vt:lpstr>LHS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MORGAN Adam [Baldivis Secondary College]</cp:lastModifiedBy>
  <cp:revision>22</cp:revision>
  <dcterms:created xsi:type="dcterms:W3CDTF">2017-08-30T11:53:26Z</dcterms:created>
  <dcterms:modified xsi:type="dcterms:W3CDTF">2018-10-19T06:49:53Z</dcterms:modified>
</cp:coreProperties>
</file>