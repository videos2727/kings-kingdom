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4" r:id="rId3"/>
    <p:sldId id="259" r:id="rId4"/>
    <p:sldId id="258" r:id="rId5"/>
    <p:sldId id="303" r:id="rId6"/>
    <p:sldId id="301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92163" autoAdjust="0"/>
  </p:normalViewPr>
  <p:slideViewPr>
    <p:cSldViewPr>
      <p:cViewPr>
        <p:scale>
          <a:sx n="75" d="100"/>
          <a:sy n="75" d="100"/>
        </p:scale>
        <p:origin x="2600" y="7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Statistics &amp; Graphs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8.7</a:t>
            </a:r>
          </a:p>
          <a:p>
            <a:pPr algn="l"/>
            <a:r>
              <a:rPr lang="en-AU" dirty="0" smtClean="0"/>
              <a:t>Teacher Ms Paterson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442082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Tasks, LHS</a:t>
            </a:r>
          </a:p>
          <a:p>
            <a:endParaRPr lang="en-AU" dirty="0"/>
          </a:p>
          <a:p>
            <a:r>
              <a:rPr lang="en-AU" dirty="0" smtClean="0"/>
              <a:t>Once ordered,</a:t>
            </a:r>
          </a:p>
          <a:p>
            <a:r>
              <a:rPr lang="en-AU" dirty="0" smtClean="0"/>
              <a:t>As you add each value, </a:t>
            </a:r>
          </a:p>
          <a:p>
            <a:r>
              <a:rPr lang="en-AU" dirty="0" smtClean="0"/>
              <a:t>cross it off the list. Counting you have all the </a:t>
            </a:r>
          </a:p>
          <a:p>
            <a:r>
              <a:rPr lang="en-AU" dirty="0" smtClean="0"/>
              <a:t>values is important.</a:t>
            </a:r>
          </a:p>
          <a:p>
            <a:endParaRPr lang="en-AU" dirty="0"/>
          </a:p>
          <a:p>
            <a:r>
              <a:rPr lang="en-AU" dirty="0" smtClean="0"/>
              <a:t>Do Example on p.291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[Picture of a Long-stem Red rose here</a:t>
            </a:r>
          </a:p>
          <a:p>
            <a:r>
              <a:rPr lang="en-AU" dirty="0"/>
              <a:t> </a:t>
            </a:r>
            <a:r>
              <a:rPr lang="en-AU" dirty="0" smtClean="0"/>
              <a:t>St. Valentine’s day- why roses, they are a</a:t>
            </a:r>
          </a:p>
          <a:p>
            <a:r>
              <a:rPr lang="en-AU" dirty="0"/>
              <a:t>s</a:t>
            </a:r>
            <a:r>
              <a:rPr lang="en-AU" dirty="0" smtClean="0"/>
              <a:t>ymbol of Love &amp; perfection ?]note the stem </a:t>
            </a:r>
          </a:p>
          <a:p>
            <a:r>
              <a:rPr lang="en-AU" dirty="0" smtClean="0"/>
              <a:t>&amp; the leaves</a:t>
            </a:r>
            <a:r>
              <a:rPr lang="is-IS" dirty="0" smtClean="0"/>
              <a:t>….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5868127" y="1442973"/>
            <a:ext cx="3409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Students either draw p. 292 or </a:t>
            </a:r>
          </a:p>
          <a:p>
            <a:r>
              <a:rPr lang="en-US" dirty="0" smtClean="0"/>
              <a:t>photocopy so they can stick it</a:t>
            </a:r>
          </a:p>
          <a:p>
            <a:r>
              <a:rPr lang="en-US" dirty="0" smtClean="0"/>
              <a:t> in their books.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			How do we construct Stem &amp; Leaf Graphs?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 flipH="1">
            <a:off x="3419872" y="2132856"/>
            <a:ext cx="53285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u="sng" dirty="0" smtClean="0"/>
              <a:t>Notes:    </a:t>
            </a:r>
          </a:p>
          <a:p>
            <a:r>
              <a:rPr lang="en-US" dirty="0" smtClean="0"/>
              <a:t>Order is important, </a:t>
            </a:r>
          </a:p>
          <a:p>
            <a:r>
              <a:rPr lang="en-US" dirty="0" smtClean="0"/>
              <a:t>so first place your data set in order. </a:t>
            </a:r>
          </a:p>
          <a:p>
            <a:endParaRPr lang="en-US" dirty="0" smtClean="0"/>
          </a:p>
          <a:p>
            <a:r>
              <a:rPr lang="en-US" dirty="0" smtClean="0"/>
              <a:t>The leaf is the LAST digit of the number,</a:t>
            </a:r>
          </a:p>
          <a:p>
            <a:r>
              <a:rPr lang="en-US" dirty="0" smtClean="0"/>
              <a:t>The stem is the rest of the digits in the number.</a:t>
            </a:r>
          </a:p>
          <a:p>
            <a:r>
              <a:rPr lang="en-US" dirty="0" smtClean="0"/>
              <a:t>A stem of 10, leaf of 4 = 104.</a:t>
            </a:r>
          </a:p>
          <a:p>
            <a:r>
              <a:rPr lang="en-US" dirty="0" smtClean="0"/>
              <a:t>Single digit numbers use 0 as the stem.</a:t>
            </a:r>
          </a:p>
          <a:p>
            <a:endParaRPr lang="en-US" dirty="0"/>
          </a:p>
          <a:p>
            <a:r>
              <a:rPr lang="en-US" dirty="0" smtClean="0"/>
              <a:t>Sometimes we can split the numbers into </a:t>
            </a:r>
          </a:p>
          <a:p>
            <a:r>
              <a:rPr lang="en-US" dirty="0" smtClean="0"/>
              <a:t>bottom half &amp; top half of the stem number.</a:t>
            </a:r>
            <a:endParaRPr lang="en-US" dirty="0"/>
          </a:p>
          <a:p>
            <a:r>
              <a:rPr lang="en-US" u="sng" dirty="0" smtClean="0"/>
              <a:t>Extension: </a:t>
            </a:r>
            <a:r>
              <a:rPr lang="en-US" dirty="0" smtClean="0"/>
              <a:t>We can use these graphs to compare two similar data sets (two class sets of test results) in a back to back graph.</a:t>
            </a:r>
          </a:p>
          <a:p>
            <a:r>
              <a:rPr lang="en-US" u="sng" dirty="0" smtClean="0"/>
              <a:t>Summary</a:t>
            </a:r>
            <a:r>
              <a:rPr lang="en-US" dirty="0" smtClean="0"/>
              <a:t>: S &amp; L graphs make it easy to find the mode, median, minimum and maximum values (hence the range).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79712" y="198687"/>
            <a:ext cx="3569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	</a:t>
            </a:r>
            <a:r>
              <a:rPr lang="en-US" sz="2400" dirty="0" smtClean="0"/>
              <a:t>Topic: Stem &amp; Leaf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0608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Questions</a:t>
            </a:r>
            <a:br>
              <a:rPr lang="en-AU" dirty="0" smtClean="0"/>
            </a:br>
            <a:r>
              <a:rPr lang="en-AU" sz="3100" dirty="0" smtClean="0"/>
              <a:t>What can we compare?</a:t>
            </a:r>
            <a:br>
              <a:rPr lang="en-AU" sz="3100" dirty="0" smtClean="0"/>
            </a:br>
            <a:r>
              <a:rPr lang="en-AU" sz="3100" dirty="0" smtClean="0"/>
              <a:t>Class members’ weights, heights, test scores</a:t>
            </a:r>
            <a:r>
              <a:rPr lang="en-AU" dirty="0" smtClean="0"/>
              <a:t>.</a:t>
            </a:r>
            <a:br>
              <a:rPr lang="en-AU" dirty="0" smtClean="0"/>
            </a:br>
            <a:r>
              <a:rPr lang="en-AU" sz="2700" dirty="0"/>
              <a:t/>
            </a:r>
            <a:br>
              <a:rPr lang="en-AU" sz="2700" dirty="0"/>
            </a:br>
            <a:endParaRPr lang="en-AU" sz="2700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</a:t>
            </a:r>
            <a:r>
              <a:rPr lang="en-AU" smtClean="0"/>
              <a:t>page filled </a:t>
            </a:r>
            <a:r>
              <a:rPr lang="en-AU" dirty="0" smtClean="0"/>
              <a:t>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ID page set up template" id="{3B1F23FA-0288-2D4D-9273-105711912F6E}" vid="{2888695A-BCDC-A143-81C3-9D147C3ED1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page 4 &amp; 5  template</Template>
  <TotalTime>39</TotalTime>
  <Words>321</Words>
  <Application>Microsoft Macintosh PowerPoint</Application>
  <PresentationFormat>On-screen Show (4:3)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Calibri</vt:lpstr>
      <vt:lpstr>Arial</vt:lpstr>
      <vt:lpstr>Office Theme</vt:lpstr>
      <vt:lpstr>My Statistics &amp; Graphs Interactive Notebook</vt:lpstr>
      <vt:lpstr>Create your own front page</vt:lpstr>
      <vt:lpstr>PowerPoint Presentation</vt:lpstr>
      <vt:lpstr>PowerPoint Presentation</vt:lpstr>
      <vt:lpstr>PowerPoint Presentation</vt:lpstr>
      <vt:lpstr>Questions What can we compare? Class members’ weights, heights, test scores.  </vt:lpstr>
      <vt:lpstr>Notes Review</vt:lpstr>
      <vt:lpstr>Homework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Number Interactive Notebook</dc:title>
  <dc:creator>PATERSON Anne</dc:creator>
  <cp:lastModifiedBy>PATERSON Anne</cp:lastModifiedBy>
  <cp:revision>8</cp:revision>
  <dcterms:created xsi:type="dcterms:W3CDTF">2017-07-22T06:26:00Z</dcterms:created>
  <dcterms:modified xsi:type="dcterms:W3CDTF">2017-07-22T07:23:31Z</dcterms:modified>
</cp:coreProperties>
</file>