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04" r:id="rId3"/>
    <p:sldId id="259" r:id="rId4"/>
    <p:sldId id="258" r:id="rId5"/>
    <p:sldId id="303" r:id="rId6"/>
    <p:sldId id="305" r:id="rId7"/>
    <p:sldId id="301" r:id="rId8"/>
    <p:sldId id="292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92163" autoAdjust="0"/>
  </p:normalViewPr>
  <p:slideViewPr>
    <p:cSldViewPr>
      <p:cViewPr>
        <p:scale>
          <a:sx n="75" d="100"/>
          <a:sy n="75" d="100"/>
        </p:scale>
        <p:origin x="2600" y="7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Statistics &amp; Graphs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8.7</a:t>
            </a:r>
          </a:p>
          <a:p>
            <a:pPr algn="l"/>
            <a:r>
              <a:rPr lang="en-AU" dirty="0" smtClean="0"/>
              <a:t>Teacher Ms Paterson</a:t>
            </a:r>
          </a:p>
          <a:p>
            <a:pPr algn="l"/>
            <a:r>
              <a:rPr lang="en-AU" dirty="0" smtClean="0"/>
              <a:t>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3639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    </a:t>
            </a:r>
            <a:r>
              <a:rPr lang="en-AU" sz="1600" dirty="0" smtClean="0"/>
              <a:t>Interpreting Graphs &amp; Tables</a:t>
            </a:r>
            <a:endParaRPr lang="en-AU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8" y="601547"/>
            <a:ext cx="41979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Essential Question: </a:t>
            </a:r>
          </a:p>
          <a:p>
            <a:endParaRPr lang="en-AU" sz="1000" dirty="0" smtClean="0"/>
          </a:p>
          <a:p>
            <a:r>
              <a:rPr lang="en-AU" sz="1000" dirty="0" smtClean="0"/>
              <a:t>What do we need to look for when reading graphs &amp; tables?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5"/>
            <a:ext cx="34126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Tasks, LHS</a:t>
            </a:r>
          </a:p>
          <a:p>
            <a:endParaRPr lang="en-AU" dirty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[ Hook: </a:t>
            </a:r>
          </a:p>
          <a:p>
            <a:r>
              <a:rPr lang="en-AU" b="1" dirty="0" smtClean="0"/>
              <a:t>Population Clock</a:t>
            </a:r>
            <a:r>
              <a:rPr lang="is-IS" dirty="0" smtClean="0"/>
              <a:t>….</a:t>
            </a:r>
          </a:p>
          <a:p>
            <a:r>
              <a:rPr lang="is-IS" dirty="0" smtClean="0"/>
              <a:t>run this to show how fast </a:t>
            </a:r>
          </a:p>
          <a:p>
            <a:r>
              <a:rPr lang="is-IS" dirty="0" smtClean="0"/>
              <a:t>it is ticking over</a:t>
            </a:r>
            <a:r>
              <a:rPr lang="is-IS" dirty="0" smtClean="0"/>
              <a:t>.....]</a:t>
            </a:r>
          </a:p>
          <a:p>
            <a:endParaRPr lang="is-IS" dirty="0"/>
          </a:p>
          <a:p>
            <a:endParaRPr lang="is-IS" dirty="0" smtClean="0"/>
          </a:p>
          <a:p>
            <a:r>
              <a:rPr lang="is-IS" smtClean="0"/>
              <a:t>Answer the questions here to the World Population graphs on p.518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5868127" y="1442973"/>
            <a:ext cx="3409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/>
              <a:t>Notes:</a:t>
            </a:r>
          </a:p>
          <a:p>
            <a:r>
              <a:rPr lang="en-US" dirty="0" smtClean="0"/>
              <a:t>Interpreting tables.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			How do we interpret Tables </a:t>
            </a:r>
            <a:r>
              <a:rPr lang="en-AU" sz="2400" smtClean="0"/>
              <a:t>safetly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 flipH="1">
            <a:off x="3419872" y="2132856"/>
            <a:ext cx="532859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u="sng" dirty="0" smtClean="0"/>
              <a:t>Notes:    </a:t>
            </a:r>
          </a:p>
          <a:p>
            <a:r>
              <a:rPr lang="en-US" dirty="0" smtClean="0"/>
              <a:t>We need to look for BIAS</a:t>
            </a:r>
          </a:p>
          <a:p>
            <a:r>
              <a:rPr lang="en-US" dirty="0" smtClean="0"/>
              <a:t>Under or over reporting and sampling methods.</a:t>
            </a:r>
          </a:p>
          <a:p>
            <a:r>
              <a:rPr lang="en-US" dirty="0" smtClean="0"/>
              <a:t>p.515-517 (Pearson).</a:t>
            </a:r>
          </a:p>
          <a:p>
            <a:r>
              <a:rPr lang="en-US" dirty="0" smtClean="0"/>
              <a:t>Controversial Whale kill statistics table.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Extrapolation </a:t>
            </a:r>
          </a:p>
          <a:p>
            <a:r>
              <a:rPr lang="en-US" dirty="0" smtClean="0"/>
              <a:t>is when we continue the trend line graph</a:t>
            </a:r>
          </a:p>
          <a:p>
            <a:r>
              <a:rPr lang="en-US" dirty="0" smtClean="0"/>
              <a:t>(-line of best fit) into the future. The further we extend, the less reliable the data will be.</a:t>
            </a:r>
          </a:p>
          <a:p>
            <a:endParaRPr lang="en-US" dirty="0"/>
          </a:p>
          <a:p>
            <a:r>
              <a:rPr lang="en-US" dirty="0" smtClean="0"/>
              <a:t>Summary:  We need to check for bias in the choice of scaling of intervals.</a:t>
            </a:r>
          </a:p>
          <a:p>
            <a:endParaRPr lang="en-US" dirty="0"/>
          </a:p>
          <a:p>
            <a:r>
              <a:rPr lang="en-US" dirty="0" smtClean="0"/>
              <a:t>Plus always identify your source!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79712" y="198688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	</a:t>
            </a:r>
            <a:r>
              <a:rPr lang="en-US" sz="2400" dirty="0" smtClean="0"/>
              <a:t>Topic:           Tables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9712" y="643467"/>
            <a:ext cx="37444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 smtClean="0"/>
              <a:t>Interpreting Graphs</a:t>
            </a:r>
          </a:p>
          <a:p>
            <a:pPr algn="ctr"/>
            <a:r>
              <a:rPr lang="en-US" dirty="0" smtClean="0"/>
              <a:t>p.518</a:t>
            </a:r>
          </a:p>
          <a:p>
            <a:pPr algn="ctr"/>
            <a:r>
              <a:rPr lang="en-US" dirty="0" smtClean="0"/>
              <a:t>#13  World population Prediction. 1950-2050 (actual).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#14 World Population Growth rate. (trend) </a:t>
            </a:r>
            <a:endParaRPr lang="en-US" dirty="0" smtClean="0"/>
          </a:p>
          <a:p>
            <a:pPr algn="ctr"/>
            <a:endParaRPr lang="en-US" dirty="0"/>
          </a:p>
          <a:p>
            <a:pPr algn="ctr"/>
            <a:r>
              <a:rPr lang="en-US" dirty="0" smtClean="0"/>
              <a:t>p.518 continued.</a:t>
            </a:r>
            <a:endParaRPr lang="en-US" dirty="0" smtClean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447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92494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Questions</a:t>
            </a:r>
            <a:r>
              <a:rPr lang="en-AU" dirty="0"/>
              <a:t/>
            </a:r>
            <a:br>
              <a:rPr lang="en-AU" dirty="0"/>
            </a:br>
            <a:r>
              <a:rPr lang="en-AU" sz="3100" dirty="0" smtClean="0"/>
              <a:t>How old will you be in 2050?</a:t>
            </a:r>
            <a:br>
              <a:rPr lang="en-AU" sz="3100" dirty="0" smtClean="0"/>
            </a:br>
            <a:r>
              <a:rPr lang="en-AU" sz="3100" dirty="0" smtClean="0"/>
              <a:t/>
            </a:r>
            <a:br>
              <a:rPr lang="en-AU" sz="3100" dirty="0" smtClean="0"/>
            </a:br>
            <a:r>
              <a:rPr lang="en-AU" sz="3100" dirty="0" smtClean="0"/>
              <a:t>What do you estimate the World population will be then?</a:t>
            </a:r>
            <a:br>
              <a:rPr lang="en-AU" sz="3100" dirty="0" smtClean="0"/>
            </a:br>
            <a:r>
              <a:rPr lang="en-AU" sz="3100" dirty="0"/>
              <a:t/>
            </a:r>
            <a:br>
              <a:rPr lang="en-AU" sz="3100" dirty="0"/>
            </a:br>
            <a:r>
              <a:rPr lang="en-AU" sz="3100" dirty="0" smtClean="0"/>
              <a:t>Neither graph gives a data source. We will assume ABS and check that they are correct.</a:t>
            </a:r>
            <a:br>
              <a:rPr lang="en-AU" sz="3100" dirty="0" smtClean="0"/>
            </a:br>
            <a:r>
              <a:rPr lang="en-AU" sz="3100" dirty="0" smtClean="0"/>
              <a:t>If the population doubled in 40 years (1950-1990) </a:t>
            </a:r>
            <a:br>
              <a:rPr lang="en-AU" sz="3100" dirty="0" smtClean="0"/>
            </a:br>
            <a:r>
              <a:rPr lang="en-AU" sz="3100" dirty="0" smtClean="0"/>
              <a:t>3 </a:t>
            </a:r>
            <a:r>
              <a:rPr lang="en-AU" sz="3100" dirty="0"/>
              <a:t>B</a:t>
            </a:r>
            <a:r>
              <a:rPr lang="en-AU" sz="3100" dirty="0" smtClean="0"/>
              <a:t>illion x 2 = 6 Billion, </a:t>
            </a:r>
            <a:br>
              <a:rPr lang="en-AU" sz="3100" dirty="0" smtClean="0"/>
            </a:br>
            <a:r>
              <a:rPr lang="en-AU" sz="3100" dirty="0" smtClean="0"/>
              <a:t>So why would it not double to 12 Billion in the next 40? The prediction is only for 3 Billion more= 9 Billion.</a:t>
            </a:r>
            <a:br>
              <a:rPr lang="en-AU" sz="3100" dirty="0" smtClean="0"/>
            </a:br>
            <a:r>
              <a:rPr lang="en-AU" sz="2700" dirty="0"/>
              <a:t/>
            </a:r>
            <a:br>
              <a:rPr lang="en-AU" sz="2700" dirty="0"/>
            </a:br>
            <a:endParaRPr lang="en-AU" sz="2700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</a:t>
            </a:r>
            <a:r>
              <a:rPr lang="en-AU" smtClean="0"/>
              <a:t>page filled </a:t>
            </a:r>
            <a:r>
              <a:rPr lang="en-AU" dirty="0" smtClean="0"/>
              <a:t>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VID page set up template" id="{3B1F23FA-0288-2D4D-9273-105711912F6E}" vid="{2888695A-BCDC-A143-81C3-9D147C3ED1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page 4 &amp; 5  template</Template>
  <TotalTime>62</TotalTime>
  <Words>273</Words>
  <Application>Microsoft Macintosh PowerPoint</Application>
  <PresentationFormat>On-screen Show (4:3)</PresentationFormat>
  <Paragraphs>90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Arial</vt:lpstr>
      <vt:lpstr>Office Theme</vt:lpstr>
      <vt:lpstr>My Statistics &amp; Graphs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Questions How old will you be in 2050?  What do you estimate the World population will be then?  Neither graph gives a data source. We will assume ABS and check that they are correct. If the population doubled in 40 years (1950-1990)  3 Billion x 2 = 6 Billion,  So why would it not double to 12 Billion in the next 40? The prediction is only for 3 Billion more= 9 Billion.  </vt:lpstr>
      <vt:lpstr>Notes Review</vt:lpstr>
      <vt:lpstr>Homework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Number Interactive Notebook</dc:title>
  <dc:creator>PATERSON Anne</dc:creator>
  <cp:lastModifiedBy>PATERSON Anne</cp:lastModifiedBy>
  <cp:revision>14</cp:revision>
  <dcterms:created xsi:type="dcterms:W3CDTF">2017-07-22T06:26:00Z</dcterms:created>
  <dcterms:modified xsi:type="dcterms:W3CDTF">2017-07-22T07:50:13Z</dcterms:modified>
</cp:coreProperties>
</file>