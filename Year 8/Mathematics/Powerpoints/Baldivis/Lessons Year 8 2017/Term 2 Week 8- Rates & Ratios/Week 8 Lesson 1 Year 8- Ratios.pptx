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07" r:id="rId2"/>
    <p:sldId id="312" r:id="rId3"/>
    <p:sldId id="308" r:id="rId4"/>
    <p:sldId id="317" r:id="rId5"/>
    <p:sldId id="318" r:id="rId6"/>
    <p:sldId id="315" r:id="rId7"/>
    <p:sldId id="316" r:id="rId8"/>
    <p:sldId id="319" r:id="rId9"/>
    <p:sldId id="292" r:id="rId10"/>
    <p:sldId id="29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 varScale="1">
        <p:scale>
          <a:sx n="80" d="100"/>
          <a:sy n="80" d="100"/>
        </p:scale>
        <p:origin x="1110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12/06/2017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7753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12/06/2017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12/06/2017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12/06/2017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12/06/2017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12/06/2017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12/06/2017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12/06/2017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mathantics.com/section/lesson-video/ratios-and-rates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3284984"/>
            <a:ext cx="4455275" cy="25060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3608" y="692696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My Proportion Interactive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84" y="3068960"/>
            <a:ext cx="34563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Name:</a:t>
            </a:r>
          </a:p>
          <a:p>
            <a:endParaRPr lang="en-US" dirty="0"/>
          </a:p>
          <a:p>
            <a:r>
              <a:rPr lang="en-US" dirty="0" smtClean="0"/>
              <a:t>Class:</a:t>
            </a:r>
          </a:p>
          <a:p>
            <a:endParaRPr lang="en-US" dirty="0"/>
          </a:p>
          <a:p>
            <a:r>
              <a:rPr lang="en-US" dirty="0" smtClean="0"/>
              <a:t>Teacher:</a:t>
            </a:r>
          </a:p>
          <a:p>
            <a:endParaRPr lang="en-US" dirty="0"/>
          </a:p>
          <a:p>
            <a:r>
              <a:rPr lang="en-US" dirty="0" smtClean="0"/>
              <a:t>Term 2 Semester 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412776"/>
            <a:ext cx="20955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980728"/>
            <a:ext cx="6696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mathantics.com/section/lesson-video/ratios-and-rates</a:t>
            </a:r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35899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939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Ratio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a ratio and how is it used?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1652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ratio?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24799" y="1970277"/>
            <a:ext cx="570220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Ratios are used to compare quantities with the same units.</a:t>
            </a:r>
          </a:p>
          <a:p>
            <a:r>
              <a:rPr lang="en-AU" dirty="0" smtClean="0"/>
              <a:t>The ratio of 2 to 5 is written as </a:t>
            </a:r>
            <a:r>
              <a:rPr lang="en-AU" dirty="0" smtClean="0">
                <a:solidFill>
                  <a:srgbClr val="0070C0"/>
                </a:solidFill>
              </a:rPr>
              <a:t>2 : 5</a:t>
            </a:r>
            <a:endParaRPr lang="en-AU" dirty="0">
              <a:solidFill>
                <a:srgbClr val="0070C0"/>
              </a:solidFill>
            </a:endParaRPr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8" name="Rectangle 7"/>
          <p:cNvSpPr/>
          <p:nvPr/>
        </p:nvSpPr>
        <p:spPr>
          <a:xfrm>
            <a:off x="2915816" y="2867630"/>
            <a:ext cx="622818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you are making </a:t>
            </a:r>
            <a:r>
              <a:rPr lang="en-US" dirty="0" smtClean="0"/>
              <a:t>cordial </a:t>
            </a:r>
            <a:r>
              <a:rPr lang="en-US" dirty="0"/>
              <a:t>and you mix one part </a:t>
            </a:r>
            <a:r>
              <a:rPr lang="en-US" dirty="0" smtClean="0"/>
              <a:t>cordial </a:t>
            </a:r>
            <a:r>
              <a:rPr lang="en-US" dirty="0"/>
              <a:t>to four parts water, then the ratio of </a:t>
            </a:r>
            <a:r>
              <a:rPr lang="en-US" dirty="0" smtClean="0"/>
              <a:t>cordial </a:t>
            </a:r>
            <a:r>
              <a:rPr lang="en-US" dirty="0"/>
              <a:t>to water will be 1:4 (1 to 4).</a:t>
            </a:r>
          </a:p>
          <a:p>
            <a:endParaRPr lang="en-US" dirty="0"/>
          </a:p>
          <a:p>
            <a:r>
              <a:rPr lang="en-US" dirty="0"/>
              <a:t>If you use </a:t>
            </a:r>
            <a:r>
              <a:rPr lang="en-US" dirty="0" smtClean="0"/>
              <a:t>1L </a:t>
            </a:r>
            <a:r>
              <a:rPr lang="en-US" dirty="0"/>
              <a:t>of </a:t>
            </a:r>
            <a:r>
              <a:rPr lang="en-US" dirty="0" smtClean="0"/>
              <a:t>cordial, </a:t>
            </a:r>
            <a:r>
              <a:rPr lang="en-US" dirty="0"/>
              <a:t>you will use </a:t>
            </a:r>
            <a:r>
              <a:rPr lang="en-US" dirty="0" smtClean="0"/>
              <a:t>4L </a:t>
            </a:r>
            <a:r>
              <a:rPr lang="en-US" dirty="0"/>
              <a:t>of water (1:4).</a:t>
            </a:r>
          </a:p>
          <a:p>
            <a:endParaRPr lang="en-US" dirty="0"/>
          </a:p>
          <a:p>
            <a:r>
              <a:rPr lang="en-US" dirty="0"/>
              <a:t>If you use </a:t>
            </a:r>
            <a:r>
              <a:rPr lang="en-US" dirty="0" smtClean="0"/>
              <a:t>2L </a:t>
            </a:r>
            <a:r>
              <a:rPr lang="en-US" dirty="0"/>
              <a:t>of </a:t>
            </a:r>
            <a:r>
              <a:rPr lang="en-US" dirty="0" smtClean="0"/>
              <a:t>cordial, </a:t>
            </a:r>
            <a:r>
              <a:rPr lang="en-US" dirty="0"/>
              <a:t>you will use </a:t>
            </a:r>
            <a:r>
              <a:rPr lang="en-US" dirty="0" smtClean="0"/>
              <a:t>8L </a:t>
            </a:r>
            <a:r>
              <a:rPr lang="en-US" dirty="0"/>
              <a:t>of water (2:8).</a:t>
            </a:r>
          </a:p>
          <a:p>
            <a:endParaRPr lang="en-US" dirty="0"/>
          </a:p>
          <a:p>
            <a:r>
              <a:rPr lang="en-US" dirty="0"/>
              <a:t>If you use </a:t>
            </a:r>
            <a:r>
              <a:rPr lang="en-US" dirty="0" smtClean="0"/>
              <a:t>10L </a:t>
            </a:r>
            <a:r>
              <a:rPr lang="en-US" dirty="0"/>
              <a:t>of </a:t>
            </a:r>
            <a:r>
              <a:rPr lang="en-US" dirty="0" smtClean="0"/>
              <a:t>cordial, </a:t>
            </a:r>
            <a:r>
              <a:rPr lang="en-US" dirty="0"/>
              <a:t>you will use </a:t>
            </a:r>
            <a:r>
              <a:rPr lang="en-US" dirty="0" smtClean="0"/>
              <a:t>40L of </a:t>
            </a:r>
            <a:r>
              <a:rPr lang="en-US" dirty="0"/>
              <a:t>water (10:40</a:t>
            </a:r>
            <a:r>
              <a:rPr lang="en-US" dirty="0" smtClean="0"/>
              <a:t>).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81315" y="2919045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How is a ratio used?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2915816" y="5462979"/>
            <a:ext cx="5472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These ratios are all </a:t>
            </a:r>
            <a:r>
              <a:rPr lang="en-US" dirty="0" smtClean="0"/>
              <a:t>equivalent	1:4 </a:t>
            </a:r>
            <a:r>
              <a:rPr lang="en-US" dirty="0"/>
              <a:t>= 2:8 = 10:40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3239596" y="6078987"/>
            <a:ext cx="5472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Simplifying ratios is the same as simplifying fractions!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11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example…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199" y="1417638"/>
            <a:ext cx="8193557" cy="17233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10" y="3573016"/>
            <a:ext cx="8078755" cy="176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93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you understand? 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8806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have a try together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576" y="1430940"/>
            <a:ext cx="7364564" cy="32560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576" y="2204864"/>
            <a:ext cx="7272808" cy="43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611560" y="3048560"/>
            <a:ext cx="7416824" cy="43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611560" y="3822484"/>
            <a:ext cx="7508580" cy="43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2668285"/>
            <a:ext cx="3713991" cy="39834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85319" y="5111530"/>
            <a:ext cx="75339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Don’t forget to simplify!!!</a:t>
            </a:r>
            <a:endParaRPr lang="en-US" sz="5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63429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Now you have a go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406877"/>
            <a:ext cx="7810500" cy="952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69" y="2655280"/>
            <a:ext cx="6800850" cy="619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3603013"/>
            <a:ext cx="7486650" cy="1295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04" y="5133304"/>
            <a:ext cx="8203704" cy="11521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3969" y="1376408"/>
            <a:ext cx="41233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1.</a:t>
            </a:r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2.</a:t>
            </a:r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3.</a:t>
            </a:r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 smtClean="0"/>
          </a:p>
          <a:p>
            <a:r>
              <a:rPr lang="en-US" sz="1600" dirty="0" smtClean="0"/>
              <a:t>4</a:t>
            </a:r>
            <a:r>
              <a:rPr lang="en-US" dirty="0" smtClean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85517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5536" y="134076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Have YOU been doing your summaries?</a:t>
            </a:r>
            <a:endParaRPr lang="en-AU" dirty="0"/>
          </a:p>
        </p:txBody>
      </p:sp>
      <p:pic>
        <p:nvPicPr>
          <p:cNvPr id="5" name="Picture 4" descr="Image result for finger you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586" y="270892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8415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1179</TotalTime>
  <Words>248</Words>
  <Application>Microsoft Office PowerPoint</Application>
  <PresentationFormat>On-screen Show (4:3)</PresentationFormat>
  <Paragraphs>66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For example…</vt:lpstr>
      <vt:lpstr>Do you understand? Fists of Five</vt:lpstr>
      <vt:lpstr>Let’s have a try together</vt:lpstr>
      <vt:lpstr>Now you have a go</vt:lpstr>
      <vt:lpstr>Have YOU been doing your summaries?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e4057735</cp:lastModifiedBy>
  <cp:revision>96</cp:revision>
  <dcterms:created xsi:type="dcterms:W3CDTF">2014-05-14T02:58:57Z</dcterms:created>
  <dcterms:modified xsi:type="dcterms:W3CDTF">2017-06-12T01:53:01Z</dcterms:modified>
</cp:coreProperties>
</file>