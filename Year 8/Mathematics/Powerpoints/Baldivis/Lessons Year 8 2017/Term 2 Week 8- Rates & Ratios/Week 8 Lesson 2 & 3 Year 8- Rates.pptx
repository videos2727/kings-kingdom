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7" r:id="rId2"/>
    <p:sldId id="329" r:id="rId3"/>
    <p:sldId id="308" r:id="rId4"/>
    <p:sldId id="327" r:id="rId5"/>
    <p:sldId id="332" r:id="rId6"/>
    <p:sldId id="328" r:id="rId7"/>
    <p:sldId id="330" r:id="rId8"/>
    <p:sldId id="321" r:id="rId9"/>
    <p:sldId id="331" r:id="rId10"/>
    <p:sldId id="333" r:id="rId11"/>
    <p:sldId id="322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80" d="100"/>
          <a:sy n="80" d="100"/>
        </p:scale>
        <p:origin x="111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13/06/2017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13/06/2017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Name:</a:t>
            </a:r>
          </a:p>
          <a:p>
            <a:endParaRPr lang="en-US" dirty="0"/>
          </a:p>
          <a:p>
            <a:r>
              <a:rPr lang="en-US" dirty="0" smtClean="0"/>
              <a:t>Class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dirty="0" smtClean="0"/>
              <a:t>Teacher</a:t>
            </a:r>
            <a:r>
              <a:rPr lang="en-US" dirty="0" smtClean="0"/>
              <a:t>: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Term 2 Semester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09647"/>
            <a:ext cx="44196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Puzzle</a:t>
            </a:r>
            <a:endParaRPr lang="en-AU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556792"/>
            <a:ext cx="8310462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6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different methods for answering rates questions?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76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rates?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3059832" y="2060848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rate compares </a:t>
            </a:r>
            <a:r>
              <a:rPr lang="en-US" b="1" dirty="0" smtClean="0"/>
              <a:t>related</a:t>
            </a:r>
            <a:r>
              <a:rPr lang="en-US" dirty="0" smtClean="0"/>
              <a:t> quantities with </a:t>
            </a:r>
            <a:r>
              <a:rPr lang="en-US" b="1" dirty="0" smtClean="0"/>
              <a:t>different</a:t>
            </a:r>
            <a:r>
              <a:rPr lang="en-US" dirty="0" smtClean="0"/>
              <a:t> units. Rates are usually written with one quantity compared to a </a:t>
            </a:r>
            <a:r>
              <a:rPr lang="en-US" b="1" dirty="0" smtClean="0"/>
              <a:t>single</a:t>
            </a:r>
            <a:r>
              <a:rPr lang="en-US" dirty="0" smtClean="0"/>
              <a:t> unit of the other.</a:t>
            </a:r>
          </a:p>
          <a:p>
            <a:r>
              <a:rPr lang="en-US" dirty="0" smtClean="0"/>
              <a:t>For example 50km </a:t>
            </a:r>
            <a:r>
              <a:rPr lang="en-US" b="1" dirty="0" smtClean="0"/>
              <a:t>per</a:t>
            </a:r>
            <a:r>
              <a:rPr lang="en-US" dirty="0" smtClean="0"/>
              <a:t> 1 hour (written like 50km/h)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1576" y="3261177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Can you think of any other common rates?</a:t>
            </a:r>
            <a:r>
              <a:rPr lang="en-US" i="1" dirty="0"/>
              <a:t> Do a quick write for 1 minute on </a:t>
            </a:r>
            <a:r>
              <a:rPr lang="en-US" i="1" dirty="0" smtClean="0"/>
              <a:t>all the rates you can think of. </a:t>
            </a:r>
            <a:endParaRPr lang="en-US" i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81315" y="4125612"/>
            <a:ext cx="191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use rates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3036807" y="4148456"/>
            <a:ext cx="59766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Given a rate is for 1 unit (50km per 1 hour), if we have more than 1 of those units we can simply multiply </a:t>
            </a:r>
            <a:r>
              <a:rPr lang="en-US" dirty="0" smtClean="0"/>
              <a:t> by how many we have.</a:t>
            </a:r>
          </a:p>
          <a:p>
            <a:r>
              <a:rPr lang="en-US" dirty="0" smtClean="0"/>
              <a:t>For example, if we drive at 50km </a:t>
            </a:r>
            <a:r>
              <a:rPr lang="en-US" b="1" dirty="0" smtClean="0"/>
              <a:t>per</a:t>
            </a:r>
            <a:r>
              <a:rPr lang="en-US" dirty="0" smtClean="0"/>
              <a:t> 1 hour </a:t>
            </a:r>
            <a:r>
              <a:rPr lang="en-US" dirty="0" smtClean="0"/>
              <a:t>(50km/h) for 3 hours, we must have covered 150km (3 x 50).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6807" y="5842337"/>
            <a:ext cx="5783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Make sure the units are match the rate first!</a:t>
            </a:r>
          </a:p>
          <a:p>
            <a:r>
              <a:rPr lang="en-US" dirty="0" err="1"/>
              <a:t>Eg</a:t>
            </a:r>
            <a:r>
              <a:rPr lang="en-US" dirty="0"/>
              <a:t>, if we drive at 50km/h for 30 minutes (half an hour), we must have covered 25km (50 x 0.5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try some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14" y="1268760"/>
            <a:ext cx="7671771" cy="12961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01" y="2708920"/>
            <a:ext cx="7807578" cy="2232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2658" y="5085184"/>
            <a:ext cx="7532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the examples above</a:t>
            </a:r>
          </a:p>
          <a:p>
            <a:r>
              <a:rPr lang="en-US" dirty="0"/>
              <a:t>	</a:t>
            </a:r>
            <a:r>
              <a:rPr lang="en-US" dirty="0" smtClean="0"/>
              <a:t>(a) If an employee works for 5 hours, how much will they earn?</a:t>
            </a:r>
          </a:p>
          <a:p>
            <a:endParaRPr lang="en-US" dirty="0"/>
          </a:p>
          <a:p>
            <a:r>
              <a:rPr lang="en-US" dirty="0" smtClean="0"/>
              <a:t>	(b) How many times will a heart beat in 15 seconds?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479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got i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19" y="1196752"/>
            <a:ext cx="7908701" cy="41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35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your turn!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 smtClean="0"/>
              <a:t>Turn to page 151 and have a go at Exercise 11.7</a:t>
            </a:r>
            <a:endParaRPr lang="en-AU" dirty="0"/>
          </a:p>
        </p:txBody>
      </p:sp>
      <p:pic>
        <p:nvPicPr>
          <p:cNvPr id="1026" name="Picture 2" descr="Image result for stu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990" y="2780928"/>
            <a:ext cx="4585692" cy="30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54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301" y="1442609"/>
            <a:ext cx="8234500" cy="230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different methods for answering rates questions?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25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we find the rate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4" name="Rectangle 13"/>
          <p:cNvSpPr/>
          <p:nvPr/>
        </p:nvSpPr>
        <p:spPr>
          <a:xfrm>
            <a:off x="3046687" y="1983399"/>
            <a:ext cx="59766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To find the rate (</a:t>
            </a:r>
            <a:r>
              <a:rPr lang="en-US" dirty="0" err="1" smtClean="0"/>
              <a:t>eg</a:t>
            </a:r>
            <a:r>
              <a:rPr lang="en-US" dirty="0" smtClean="0"/>
              <a:t> 50km/h) we need to work out what one of that unit will be</a:t>
            </a:r>
            <a:r>
              <a:rPr lang="en-US" dirty="0" smtClean="0"/>
              <a:t>. To do this we need to divide both numbers by the same number, which is the numbe</a:t>
            </a:r>
            <a:r>
              <a:rPr lang="en-US" dirty="0" smtClean="0"/>
              <a:t>r that converts the 2</a:t>
            </a:r>
            <a:r>
              <a:rPr lang="en-US" baseline="30000" dirty="0" smtClean="0"/>
              <a:t>nd</a:t>
            </a:r>
            <a:r>
              <a:rPr lang="en-US" dirty="0" smtClean="0"/>
              <a:t> unit to 1. If the value is smaller than 1 (such as half an hour), you will need to multiply.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687" y="3463037"/>
            <a:ext cx="5799442" cy="10100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85" y="4653136"/>
            <a:ext cx="2746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we compare rates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008498" y="4653136"/>
            <a:ext cx="6014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both rates are using the same units we can compare them.</a:t>
            </a:r>
          </a:p>
          <a:p>
            <a:endParaRPr lang="en-US" dirty="0"/>
          </a:p>
          <a:p>
            <a:r>
              <a:rPr lang="en-US" dirty="0" smtClean="0"/>
              <a:t>For example if company A sells juice for $5 for 2L and company B sells it for $1.50 for 500mL, which is a better buy?</a:t>
            </a:r>
          </a:p>
          <a:p>
            <a:endParaRPr lang="en-US" dirty="0" smtClean="0"/>
          </a:p>
          <a:p>
            <a:r>
              <a:rPr lang="en-US" dirty="0" smtClean="0"/>
              <a:t>A     $5 for 2L		 B  $1.50 for 500ml</a:t>
            </a:r>
          </a:p>
          <a:p>
            <a:r>
              <a:rPr lang="en-US" dirty="0"/>
              <a:t> </a:t>
            </a:r>
            <a:r>
              <a:rPr lang="en-US" dirty="0" smtClean="0"/>
              <a:t>  $2.50 per </a:t>
            </a:r>
            <a:r>
              <a:rPr lang="en-US" dirty="0" err="1" smtClean="0"/>
              <a:t>Litre</a:t>
            </a:r>
            <a:r>
              <a:rPr lang="en-US" dirty="0" smtClean="0"/>
              <a:t>		           $3 </a:t>
            </a:r>
            <a:r>
              <a:rPr lang="en-US" dirty="0" smtClean="0"/>
              <a:t>per </a:t>
            </a:r>
            <a:r>
              <a:rPr lang="en-US" dirty="0" err="1" smtClean="0"/>
              <a:t>Litre</a:t>
            </a:r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2915816" y="5949280"/>
            <a:ext cx="1944216" cy="7920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5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you do these?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1432029"/>
            <a:ext cx="7361253" cy="1080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40" y="3573016"/>
            <a:ext cx="780097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3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do you understand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96752"/>
            <a:ext cx="6831693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4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723" y="1497023"/>
            <a:ext cx="8229600" cy="4525963"/>
          </a:xfrm>
        </p:spPr>
        <p:txBody>
          <a:bodyPr/>
          <a:lstStyle/>
          <a:p>
            <a:r>
              <a:rPr lang="en-US" dirty="0" smtClean="0"/>
              <a:t>Now complete Exercise 11.8 on Page 152</a:t>
            </a:r>
            <a:endParaRPr lang="en-AU" dirty="0"/>
          </a:p>
        </p:txBody>
      </p:sp>
      <p:pic>
        <p:nvPicPr>
          <p:cNvPr id="2050" name="Picture 2" descr="Image result for class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29930"/>
            <a:ext cx="3800475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48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424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A Puzzle</vt:lpstr>
      <vt:lpstr>PowerPoint Presentation</vt:lpstr>
      <vt:lpstr>Let’s try some together</vt:lpstr>
      <vt:lpstr>PowerPoint Presentation</vt:lpstr>
      <vt:lpstr>Now your turn!</vt:lpstr>
      <vt:lpstr>A Game</vt:lpstr>
      <vt:lpstr>PowerPoint Presentation</vt:lpstr>
      <vt:lpstr>Can you do these?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126</cp:revision>
  <dcterms:created xsi:type="dcterms:W3CDTF">2014-05-14T02:58:57Z</dcterms:created>
  <dcterms:modified xsi:type="dcterms:W3CDTF">2017-06-13T07:08:32Z</dcterms:modified>
</cp:coreProperties>
</file>