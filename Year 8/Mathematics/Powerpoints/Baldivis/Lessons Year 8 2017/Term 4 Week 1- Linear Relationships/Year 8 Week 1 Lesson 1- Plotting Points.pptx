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63" r:id="rId2"/>
    <p:sldId id="266" r:id="rId3"/>
    <p:sldId id="264" r:id="rId4"/>
    <p:sldId id="270" r:id="rId5"/>
    <p:sldId id="272" r:id="rId6"/>
    <p:sldId id="273" r:id="rId7"/>
    <p:sldId id="274" r:id="rId8"/>
    <p:sldId id="275" r:id="rId9"/>
    <p:sldId id="276" r:id="rId10"/>
    <p:sldId id="268" r:id="rId11"/>
    <p:sldId id="277" r:id="rId12"/>
    <p:sldId id="271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Check for Understanding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268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5/10/2017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694073" y="682911"/>
            <a:ext cx="398860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For example</a:t>
            </a:r>
          </a:p>
          <a:p>
            <a:r>
              <a:rPr lang="en-US" sz="2800" dirty="0" smtClean="0"/>
              <a:t>Linear: ___________</a:t>
            </a:r>
          </a:p>
          <a:p>
            <a:r>
              <a:rPr lang="en-US" sz="2800" dirty="0" smtClean="0"/>
              <a:t>Origin: ___________</a:t>
            </a:r>
          </a:p>
          <a:p>
            <a:r>
              <a:rPr lang="en-US" sz="2800" dirty="0" smtClean="0"/>
              <a:t>Coordinates: __________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859729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13377" y="946268"/>
            <a:ext cx="41114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dirty="0" smtClean="0"/>
              <a:t>omplete the tasks on this side (left) of your page</a:t>
            </a:r>
            <a:endParaRPr lang="en-AU" sz="2800" dirty="0"/>
          </a:p>
        </p:txBody>
      </p:sp>
      <p:sp>
        <p:nvSpPr>
          <p:cNvPr id="14" name="Title 2"/>
          <p:cNvSpPr txBox="1">
            <a:spLocks/>
          </p:cNvSpPr>
          <p:nvPr/>
        </p:nvSpPr>
        <p:spPr>
          <a:xfrm>
            <a:off x="4572089" y="5600296"/>
            <a:ext cx="4561918" cy="1143000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 smtClean="0"/>
              <a:t>Have YOU been doing your summaries?</a:t>
            </a:r>
            <a:endParaRPr lang="en-AU" sz="3200" dirty="0"/>
          </a:p>
        </p:txBody>
      </p:sp>
      <p:pic>
        <p:nvPicPr>
          <p:cNvPr id="16" name="Picture 15" descr="Image result for finger you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470" y="2856048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/>
          <p:cNvSpPr txBox="1"/>
          <p:nvPr/>
        </p:nvSpPr>
        <p:spPr>
          <a:xfrm>
            <a:off x="26173" y="5807659"/>
            <a:ext cx="5117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Your book, your responsibility!</a:t>
            </a:r>
            <a:endParaRPr lang="en-AU" sz="2800" dirty="0"/>
          </a:p>
        </p:txBody>
      </p:sp>
      <p:sp>
        <p:nvSpPr>
          <p:cNvPr id="18" name="TextBox 17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1" name="Right Arrow 20"/>
          <p:cNvSpPr/>
          <p:nvPr/>
        </p:nvSpPr>
        <p:spPr>
          <a:xfrm rot="11903126">
            <a:off x="4850327" y="200197"/>
            <a:ext cx="2290349" cy="12242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TextBox 25"/>
          <p:cNvSpPr txBox="1"/>
          <p:nvPr/>
        </p:nvSpPr>
        <p:spPr>
          <a:xfrm>
            <a:off x="7101243" y="996695"/>
            <a:ext cx="1755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You should be ticking these off!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6177598" y="2023099"/>
            <a:ext cx="28683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Write your notes on this side (right) of your page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9137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  <p:bldP spid="18" grpId="0"/>
      <p:bldP spid="21" grpId="0" animBg="1"/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25c Pyramid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this AVID activity, split up into pairs and decide who is ‘A’ and who is ‘B’</a:t>
            </a:r>
          </a:p>
          <a:p>
            <a:r>
              <a:rPr lang="en-US" sz="1800" dirty="0"/>
              <a:t>Person A needs to face towards the board and Person B needs to face away</a:t>
            </a:r>
          </a:p>
          <a:p>
            <a:r>
              <a:rPr lang="en-US" sz="1800" dirty="0"/>
              <a:t>3 words will be displayed on the board. Person A needs to get Person B to say that word (by explaining it) </a:t>
            </a:r>
          </a:p>
          <a:p>
            <a:r>
              <a:rPr lang="en-US" sz="1800" dirty="0"/>
              <a:t>Person A cannot use the word itself or describing how it’s spelt (you can’t say it starts with the letter…)</a:t>
            </a:r>
          </a:p>
          <a:p>
            <a:r>
              <a:rPr lang="en-US" sz="1800" dirty="0"/>
              <a:t>Person B cannot peak!!!</a:t>
            </a:r>
          </a:p>
          <a:p>
            <a:r>
              <a:rPr lang="en-US" sz="1800" dirty="0"/>
              <a:t>As soon as the person has got all 3 words (you can do them in any order), both people need to sit down</a:t>
            </a:r>
            <a:endParaRPr lang="en-AU" sz="1800" dirty="0"/>
          </a:p>
        </p:txBody>
      </p:sp>
    </p:spTree>
    <p:extLst>
      <p:ext uri="{BB962C8B-B14F-4D97-AF65-F5344CB8AC3E}">
        <p14:creationId xmlns:p14="http://schemas.microsoft.com/office/powerpoint/2010/main" val="1975304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First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1714500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Car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Pen</a:t>
            </a:r>
          </a:p>
          <a:p>
            <a:endParaRPr lang="en-US" sz="3300" dirty="0"/>
          </a:p>
          <a:p>
            <a:r>
              <a:rPr lang="en-US" sz="3300" dirty="0" smtClean="0"/>
              <a:t>Variable</a:t>
            </a:r>
            <a:endParaRPr lang="en-US" sz="3300" dirty="0"/>
          </a:p>
        </p:txBody>
      </p:sp>
      <p:sp>
        <p:nvSpPr>
          <p:cNvPr id="7" name="TextBox 6"/>
          <p:cNvSpPr txBox="1"/>
          <p:nvPr/>
        </p:nvSpPr>
        <p:spPr>
          <a:xfrm>
            <a:off x="3147275" y="4476316"/>
            <a:ext cx="349822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Hint: </a:t>
            </a:r>
            <a:r>
              <a:rPr lang="en-US" sz="1350" dirty="0" smtClean="0"/>
              <a:t>Letters that represent unknown numbers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21046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Second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192056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Duck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Calculator</a:t>
            </a:r>
          </a:p>
          <a:p>
            <a:endParaRPr lang="en-US" sz="3300" dirty="0"/>
          </a:p>
          <a:p>
            <a:r>
              <a:rPr lang="en-US" sz="3300" dirty="0" smtClean="0"/>
              <a:t>Equation</a:t>
            </a:r>
            <a:endParaRPr lang="en-US" sz="3300" dirty="0"/>
          </a:p>
        </p:txBody>
      </p:sp>
      <p:sp>
        <p:nvSpPr>
          <p:cNvPr id="5" name="TextBox 4"/>
          <p:cNvSpPr txBox="1"/>
          <p:nvPr/>
        </p:nvSpPr>
        <p:spPr>
          <a:xfrm>
            <a:off x="3147274" y="4476316"/>
            <a:ext cx="3643112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</a:t>
            </a:r>
            <a:r>
              <a:rPr lang="en-US" sz="1350" dirty="0" smtClean="0"/>
              <a:t>: Has an equal sign and variables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3102960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Third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391678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Perth</a:t>
            </a:r>
          </a:p>
          <a:p>
            <a:endParaRPr lang="en-US" sz="3300" dirty="0"/>
          </a:p>
          <a:p>
            <a:r>
              <a:rPr lang="en-US" sz="3300" dirty="0" smtClean="0"/>
              <a:t>Interactive Notebook</a:t>
            </a:r>
          </a:p>
          <a:p>
            <a:endParaRPr lang="en-US" sz="3300" dirty="0"/>
          </a:p>
          <a:p>
            <a:r>
              <a:rPr lang="en-US" sz="3300" dirty="0" smtClean="0"/>
              <a:t>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72277" y="4476316"/>
            <a:ext cx="3256745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Hint: </a:t>
            </a:r>
            <a:r>
              <a:rPr lang="en-US" sz="1350" dirty="0" smtClean="0"/>
              <a:t>How we display data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169082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Fourth set of words</a:t>
            </a:r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1028700" y="2245577"/>
            <a:ext cx="266753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300" dirty="0" smtClean="0"/>
              <a:t>Spoon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Ruler</a:t>
            </a:r>
            <a:endParaRPr lang="en-US" sz="3300" dirty="0"/>
          </a:p>
          <a:p>
            <a:endParaRPr lang="en-US" sz="3300" dirty="0"/>
          </a:p>
          <a:p>
            <a:r>
              <a:rPr lang="en-US" sz="3300" dirty="0" smtClean="0"/>
              <a:t>Straight Line</a:t>
            </a:r>
            <a:endParaRPr lang="en-AU" sz="3300" dirty="0"/>
          </a:p>
        </p:txBody>
      </p:sp>
      <p:sp>
        <p:nvSpPr>
          <p:cNvPr id="5" name="TextBox 4"/>
          <p:cNvSpPr txBox="1"/>
          <p:nvPr/>
        </p:nvSpPr>
        <p:spPr>
          <a:xfrm>
            <a:off x="3354946" y="4441590"/>
            <a:ext cx="3836294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Hint</a:t>
            </a:r>
            <a:r>
              <a:rPr lang="en-US" sz="1350" dirty="0" smtClean="0"/>
              <a:t>: What we use a ruler for, not curved</a:t>
            </a:r>
            <a:endParaRPr lang="en-AU" sz="1350" dirty="0"/>
          </a:p>
        </p:txBody>
      </p:sp>
    </p:spTree>
    <p:extLst>
      <p:ext uri="{BB962C8B-B14F-4D97-AF65-F5344CB8AC3E}">
        <p14:creationId xmlns:p14="http://schemas.microsoft.com/office/powerpoint/2010/main" val="2849276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70095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 flipV="1">
            <a:off x="-9488" y="1117741"/>
            <a:ext cx="9144000" cy="1622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4192" y="54621"/>
            <a:ext cx="3630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79373" y="1133962"/>
            <a:ext cx="37996" cy="572403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60529" y="77491"/>
            <a:ext cx="11881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641" y="641317"/>
            <a:ext cx="648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</a:t>
            </a:r>
            <a:r>
              <a:rPr lang="en-AU" sz="2400" dirty="0" smtClean="0"/>
              <a:t>– How do I plot points on a Cartesian Plane? 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1794600" y="1229948"/>
            <a:ext cx="4894347" cy="5924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The Cartesian </a:t>
            </a:r>
            <a:r>
              <a:rPr lang="en-AU" sz="1600" dirty="0" smtClean="0"/>
              <a:t>Plane </a:t>
            </a:r>
            <a:r>
              <a:rPr lang="en-AU" sz="1600" dirty="0"/>
              <a:t>has 4 </a:t>
            </a:r>
            <a:r>
              <a:rPr lang="en-AU" sz="1600" dirty="0" smtClean="0"/>
              <a:t>quadrants, split up by the ___-axis (horizontal or a</a:t>
            </a:r>
            <a:r>
              <a:rPr lang="en-AU" sz="1600" b="1" dirty="0" smtClean="0"/>
              <a:t>cross</a:t>
            </a:r>
            <a:r>
              <a:rPr lang="en-AU" sz="1600" dirty="0" smtClean="0"/>
              <a:t>) and the ___-axis (vertical).</a:t>
            </a:r>
            <a:endParaRPr lang="en-AU" sz="1600" dirty="0"/>
          </a:p>
          <a:p>
            <a:endParaRPr lang="en-US" sz="1600" dirty="0" smtClean="0"/>
          </a:p>
          <a:p>
            <a:r>
              <a:rPr lang="en-US" sz="1600" dirty="0" smtClean="0"/>
              <a:t>The </a:t>
            </a:r>
            <a:r>
              <a:rPr lang="en-US" sz="1600" dirty="0" err="1" smtClean="0"/>
              <a:t>centre</a:t>
            </a:r>
            <a:r>
              <a:rPr lang="en-US" sz="1600" dirty="0" smtClean="0"/>
              <a:t>, where the axes meet, is called the _______.</a:t>
            </a:r>
          </a:p>
          <a:p>
            <a:r>
              <a:rPr lang="en-US" sz="1600" dirty="0" smtClean="0"/>
              <a:t> </a:t>
            </a:r>
          </a:p>
          <a:p>
            <a:endParaRPr lang="en-AU" sz="1600" dirty="0"/>
          </a:p>
          <a:p>
            <a:r>
              <a:rPr lang="en-AU" sz="1600" dirty="0" smtClean="0"/>
              <a:t>A </a:t>
            </a:r>
            <a:r>
              <a:rPr lang="en-AU" sz="1600" dirty="0"/>
              <a:t>point </a:t>
            </a:r>
            <a:r>
              <a:rPr lang="en-AU" sz="1600" dirty="0" smtClean="0"/>
              <a:t>is described </a:t>
            </a:r>
            <a:r>
              <a:rPr lang="en-AU" sz="1600" dirty="0"/>
              <a:t>by 2 </a:t>
            </a:r>
            <a:r>
              <a:rPr lang="en-AU" sz="1600" dirty="0" smtClean="0"/>
              <a:t>values or coordinates </a:t>
            </a:r>
            <a:r>
              <a:rPr lang="en-AU" sz="1600" i="1" dirty="0" smtClean="0"/>
              <a:t>(x, </a:t>
            </a:r>
            <a:r>
              <a:rPr lang="en-AU" sz="1600" i="1" dirty="0"/>
              <a:t>y</a:t>
            </a:r>
            <a:r>
              <a:rPr lang="en-AU" sz="1600" i="1" dirty="0" smtClean="0"/>
              <a:t>).</a:t>
            </a:r>
            <a:endParaRPr lang="en-AU" sz="1600" i="1" dirty="0"/>
          </a:p>
          <a:p>
            <a:endParaRPr lang="en-AU" sz="1600" dirty="0"/>
          </a:p>
          <a:p>
            <a:r>
              <a:rPr lang="en-AU" sz="1600" i="1" dirty="0"/>
              <a:t>x</a:t>
            </a:r>
            <a:r>
              <a:rPr lang="en-AU" sz="1600" i="1" dirty="0" smtClean="0"/>
              <a:t> </a:t>
            </a:r>
            <a:r>
              <a:rPr lang="en-AU" sz="1600" i="1" dirty="0"/>
              <a:t>= the horizontal distance from the origin</a:t>
            </a:r>
          </a:p>
          <a:p>
            <a:r>
              <a:rPr lang="en-AU" sz="1600" i="1" dirty="0" smtClean="0"/>
              <a:t>y = </a:t>
            </a:r>
            <a:r>
              <a:rPr lang="en-AU" sz="1600" i="1" dirty="0"/>
              <a:t>the vertical distance from the origin</a:t>
            </a:r>
          </a:p>
          <a:p>
            <a:endParaRPr lang="en-AU" sz="1600" dirty="0"/>
          </a:p>
          <a:p>
            <a:r>
              <a:rPr lang="en-US" sz="1600" dirty="0" smtClean="0"/>
              <a:t>Quadrant 1: x and y are both positive</a:t>
            </a:r>
          </a:p>
          <a:p>
            <a:endParaRPr lang="en-US" sz="1600" dirty="0" smtClean="0"/>
          </a:p>
          <a:p>
            <a:r>
              <a:rPr lang="en-US" sz="1600" dirty="0" smtClean="0"/>
              <a:t>Quadrant 2: x is _________ and y is __________</a:t>
            </a:r>
          </a:p>
          <a:p>
            <a:endParaRPr lang="en-US" sz="1600" dirty="0" smtClean="0"/>
          </a:p>
          <a:p>
            <a:r>
              <a:rPr lang="en-US" sz="1600" dirty="0" smtClean="0"/>
              <a:t>Quadrant 3: </a:t>
            </a:r>
            <a:r>
              <a:rPr lang="en-US" sz="1600" dirty="0"/>
              <a:t>x is _________ and y is __________</a:t>
            </a:r>
          </a:p>
          <a:p>
            <a:endParaRPr lang="en-US" sz="1600" dirty="0" smtClean="0"/>
          </a:p>
          <a:p>
            <a:r>
              <a:rPr lang="en-US" sz="1600" dirty="0" smtClean="0"/>
              <a:t>Quadrant 4: </a:t>
            </a:r>
            <a:r>
              <a:rPr lang="en-US" sz="1600" dirty="0"/>
              <a:t>x and y are both </a:t>
            </a:r>
            <a:r>
              <a:rPr lang="en-US" sz="1600" dirty="0" smtClean="0"/>
              <a:t>__________</a:t>
            </a:r>
            <a:endParaRPr lang="en-US" sz="1600" dirty="0"/>
          </a:p>
          <a:p>
            <a:endParaRPr lang="en-AU" sz="1600" dirty="0"/>
          </a:p>
          <a:p>
            <a:r>
              <a:rPr lang="en-AU" sz="1600" dirty="0" smtClean="0"/>
              <a:t>For example	S </a:t>
            </a:r>
            <a:r>
              <a:rPr lang="en-AU" sz="1600" dirty="0"/>
              <a:t>= (-8, 5) 	T = (4,4)</a:t>
            </a:r>
          </a:p>
          <a:p>
            <a:r>
              <a:rPr lang="en-US" sz="1600" dirty="0" smtClean="0"/>
              <a:t>	</a:t>
            </a:r>
          </a:p>
          <a:p>
            <a:r>
              <a:rPr lang="en-US" sz="1600" dirty="0"/>
              <a:t>	</a:t>
            </a:r>
            <a:r>
              <a:rPr lang="en-US" sz="1600" dirty="0" smtClean="0"/>
              <a:t>U = _____	V = ____</a:t>
            </a:r>
            <a:r>
              <a:rPr lang="en-US" sz="1350" dirty="0" smtClean="0"/>
              <a:t>	</a:t>
            </a:r>
            <a:endParaRPr lang="en-AU" sz="1350" dirty="0"/>
          </a:p>
          <a:p>
            <a:endParaRPr lang="en-AU" sz="1350" dirty="0"/>
          </a:p>
          <a:p>
            <a:endParaRPr lang="en-AU" sz="1350" dirty="0"/>
          </a:p>
        </p:txBody>
      </p:sp>
      <p:sp>
        <p:nvSpPr>
          <p:cNvPr id="13" name="TextBox 12"/>
          <p:cNvSpPr txBox="1"/>
          <p:nvPr/>
        </p:nvSpPr>
        <p:spPr>
          <a:xfrm>
            <a:off x="631418" y="135536"/>
            <a:ext cx="35668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Topic: Linear Relationships</a:t>
            </a:r>
            <a:endParaRPr lang="en-AU" sz="24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5078" y="2649757"/>
            <a:ext cx="2730901" cy="1459198"/>
          </a:xfrm>
          <a:prstGeom prst="rect">
            <a:avLst/>
          </a:prstGeom>
        </p:spPr>
      </p:pic>
      <p:grpSp>
        <p:nvGrpSpPr>
          <p:cNvPr id="16" name="Group 15"/>
          <p:cNvGrpSpPr/>
          <p:nvPr/>
        </p:nvGrpSpPr>
        <p:grpSpPr>
          <a:xfrm>
            <a:off x="6145387" y="5100312"/>
            <a:ext cx="2603273" cy="1392158"/>
            <a:chOff x="5582783" y="2819916"/>
            <a:chExt cx="3037690" cy="1815730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82783" y="2819916"/>
              <a:ext cx="3037690" cy="181573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3"/>
            <a:srcRect l="1913" t="1750" r="75402" b="80686"/>
            <a:stretch/>
          </p:blipFill>
          <p:spPr>
            <a:xfrm>
              <a:off x="6059156" y="3265714"/>
              <a:ext cx="694069" cy="32123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 rotWithShape="1">
            <a:blip r:embed="rId3"/>
            <a:srcRect l="1913" t="1750" r="75402" b="80686"/>
            <a:stretch/>
          </p:blipFill>
          <p:spPr>
            <a:xfrm>
              <a:off x="7737263" y="3416076"/>
              <a:ext cx="694069" cy="321230"/>
            </a:xfrm>
            <a:prstGeom prst="rect">
              <a:avLst/>
            </a:prstGeom>
          </p:spPr>
        </p:pic>
      </p:grp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682" y="1310988"/>
            <a:ext cx="2506318" cy="12311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342030" y="3487653"/>
            <a:ext cx="2985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x</a:t>
            </a:r>
            <a:endParaRPr lang="en-AU" sz="1400" dirty="0"/>
          </a:p>
        </p:txBody>
      </p:sp>
      <p:sp>
        <p:nvSpPr>
          <p:cNvPr id="19" name="TextBox 18"/>
          <p:cNvSpPr txBox="1"/>
          <p:nvPr/>
        </p:nvSpPr>
        <p:spPr>
          <a:xfrm>
            <a:off x="8143984" y="3333765"/>
            <a:ext cx="298578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y</a:t>
            </a:r>
            <a:endParaRPr lang="en-AU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8282174" y="2866354"/>
            <a:ext cx="60878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(x, y )</a:t>
            </a:r>
            <a:endParaRPr lang="en-AU" sz="1400" dirty="0"/>
          </a:p>
        </p:txBody>
      </p:sp>
      <p:sp>
        <p:nvSpPr>
          <p:cNvPr id="21" name="TextBox 20"/>
          <p:cNvSpPr txBox="1"/>
          <p:nvPr/>
        </p:nvSpPr>
        <p:spPr>
          <a:xfrm>
            <a:off x="134192" y="1229948"/>
            <a:ext cx="16451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What is the Cartesian Plane?</a:t>
            </a:r>
          </a:p>
        </p:txBody>
      </p:sp>
      <p:sp>
        <p:nvSpPr>
          <p:cNvPr id="22" name="Oval 21"/>
          <p:cNvSpPr/>
          <p:nvPr/>
        </p:nvSpPr>
        <p:spPr>
          <a:xfrm>
            <a:off x="6928093" y="6329171"/>
            <a:ext cx="82306" cy="65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Oval 22"/>
          <p:cNvSpPr/>
          <p:nvPr/>
        </p:nvSpPr>
        <p:spPr>
          <a:xfrm>
            <a:off x="7180479" y="5904923"/>
            <a:ext cx="82306" cy="659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6634912" y="6208233"/>
            <a:ext cx="298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</a:t>
            </a:r>
            <a:endParaRPr lang="en-AU" sz="1400" dirty="0"/>
          </a:p>
        </p:txBody>
      </p:sp>
      <p:sp>
        <p:nvSpPr>
          <p:cNvPr id="25" name="TextBox 24"/>
          <p:cNvSpPr txBox="1"/>
          <p:nvPr/>
        </p:nvSpPr>
        <p:spPr>
          <a:xfrm>
            <a:off x="6919283" y="5680547"/>
            <a:ext cx="2985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V</a:t>
            </a:r>
            <a:endParaRPr lang="en-AU" sz="1400" dirty="0"/>
          </a:p>
        </p:txBody>
      </p:sp>
      <p:sp>
        <p:nvSpPr>
          <p:cNvPr id="26" name="TextBox 25"/>
          <p:cNvSpPr txBox="1"/>
          <p:nvPr/>
        </p:nvSpPr>
        <p:spPr>
          <a:xfrm>
            <a:off x="15227" y="2681740"/>
            <a:ext cx="17793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How is point described/written?</a:t>
            </a:r>
          </a:p>
        </p:txBody>
      </p:sp>
    </p:spTree>
    <p:extLst>
      <p:ext uri="{BB962C8B-B14F-4D97-AF65-F5344CB8AC3E}">
        <p14:creationId xmlns:p14="http://schemas.microsoft.com/office/powerpoint/2010/main" val="4223908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87156"/>
          </a:xfrm>
        </p:spPr>
        <p:txBody>
          <a:bodyPr/>
          <a:lstStyle/>
          <a:p>
            <a:pPr algn="ctr"/>
            <a:r>
              <a:rPr lang="en-US" dirty="0" smtClean="0"/>
              <a:t>Let’s try one together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4559" y="1813948"/>
            <a:ext cx="4765183" cy="47485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50" y="1352283"/>
            <a:ext cx="476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Write down the coordinates for A-F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0813" y="1799096"/>
            <a:ext cx="1519091" cy="55576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0813" y="2354860"/>
            <a:ext cx="1484309" cy="49476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21" y="2834947"/>
            <a:ext cx="1453933" cy="44736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6560" y="3265348"/>
            <a:ext cx="1432813" cy="39363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721" y="3622107"/>
            <a:ext cx="1526489" cy="4721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4921" y="4015737"/>
            <a:ext cx="1424452" cy="534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4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Do you understand?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26" name="Picture 2" descr="Image result for i understa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98" y="1690689"/>
            <a:ext cx="5108404" cy="4655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397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Your Turn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44915"/>
            <a:ext cx="80581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Turn to page 215 in your Dwyer Book and complete Exercise 16.2</a:t>
            </a:r>
            <a:endParaRPr lang="en-AU" sz="3600" dirty="0"/>
          </a:p>
        </p:txBody>
      </p:sp>
      <p:pic>
        <p:nvPicPr>
          <p:cNvPr id="4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049" y="2589046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ight Arrow 4"/>
          <p:cNvSpPr/>
          <p:nvPr/>
        </p:nvSpPr>
        <p:spPr>
          <a:xfrm>
            <a:off x="1313713" y="3911865"/>
            <a:ext cx="3024336" cy="1800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/>
          <p:cNvSpPr txBox="1"/>
          <p:nvPr/>
        </p:nvSpPr>
        <p:spPr>
          <a:xfrm>
            <a:off x="1064641" y="2989587"/>
            <a:ext cx="3826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rgbClr val="0070C0"/>
                </a:solidFill>
                <a:latin typeface="Impact" panose="020B0806030902050204" pitchFamily="34" charset="0"/>
              </a:rPr>
              <a:t>Left Hand Side</a:t>
            </a:r>
            <a:endParaRPr lang="en-AU" sz="4800" dirty="0">
              <a:solidFill>
                <a:srgbClr val="0070C0"/>
              </a:solidFill>
              <a:latin typeface="Impact" panose="020B080603090205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32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2752</TotalTime>
  <Words>472</Words>
  <Application>Microsoft Office PowerPoint</Application>
  <PresentationFormat>On-screen Show (4:3)</PresentationFormat>
  <Paragraphs>123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Impact</vt:lpstr>
      <vt:lpstr>Office Theme</vt:lpstr>
      <vt:lpstr>My Linear Relationships Interactive Notebook</vt:lpstr>
      <vt:lpstr>Interactive Notebooks!</vt:lpstr>
      <vt:lpstr>PowerPoint Presentation</vt:lpstr>
      <vt:lpstr>PowerPoint Presentation</vt:lpstr>
      <vt:lpstr>25c Pyramid</vt:lpstr>
      <vt:lpstr>First set of words</vt:lpstr>
      <vt:lpstr>Second set of words</vt:lpstr>
      <vt:lpstr>Third set of words</vt:lpstr>
      <vt:lpstr>Fourth set of words</vt:lpstr>
      <vt:lpstr>PowerPoint Presentation</vt:lpstr>
      <vt:lpstr>Let’s try one together</vt:lpstr>
      <vt:lpstr>Do you understand? </vt:lpstr>
      <vt:lpstr>Your Turn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e4057735</cp:lastModifiedBy>
  <cp:revision>65</cp:revision>
  <dcterms:created xsi:type="dcterms:W3CDTF">2016-04-30T07:20:25Z</dcterms:created>
  <dcterms:modified xsi:type="dcterms:W3CDTF">2017-10-05T04:08:45Z</dcterms:modified>
</cp:coreProperties>
</file>