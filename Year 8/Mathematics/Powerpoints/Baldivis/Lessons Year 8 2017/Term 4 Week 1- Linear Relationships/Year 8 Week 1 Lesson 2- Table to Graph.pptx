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3" r:id="rId2"/>
    <p:sldId id="266" r:id="rId3"/>
    <p:sldId id="264" r:id="rId4"/>
    <p:sldId id="270" r:id="rId5"/>
    <p:sldId id="267" r:id="rId6"/>
    <p:sldId id="272" r:id="rId7"/>
    <p:sldId id="282" r:id="rId8"/>
    <p:sldId id="283" r:id="rId9"/>
    <p:sldId id="271" r:id="rId10"/>
    <p:sldId id="273" r:id="rId11"/>
    <p:sldId id="28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073" y="682911"/>
            <a:ext cx="3988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 example</a:t>
            </a:r>
          </a:p>
          <a:p>
            <a:r>
              <a:rPr lang="en-US" sz="2800" dirty="0" smtClean="0"/>
              <a:t>Linear: ___________</a:t>
            </a:r>
          </a:p>
          <a:p>
            <a:r>
              <a:rPr lang="en-US" sz="2800" dirty="0" smtClean="0"/>
              <a:t>Origin: ___________</a:t>
            </a:r>
          </a:p>
          <a:p>
            <a:r>
              <a:rPr lang="en-US" sz="2800" dirty="0" smtClean="0"/>
              <a:t>Coordinates: __________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597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820"/>
          </a:xfrm>
        </p:spPr>
        <p:txBody>
          <a:bodyPr/>
          <a:lstStyle/>
          <a:p>
            <a:pPr algn="ctr"/>
            <a:r>
              <a:rPr lang="en-US" dirty="0" smtClean="0"/>
              <a:t>From last lesson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217" y="1068947"/>
            <a:ext cx="5396305" cy="51340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050" y="4596155"/>
            <a:ext cx="5015919" cy="84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45426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from a table?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199894"/>
                  </p:ext>
                </p:extLst>
              </p:nvPr>
            </p:nvGraphicFramePr>
            <p:xfrm>
              <a:off x="2450232" y="5313988"/>
              <a:ext cx="5913869" cy="117468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199894"/>
                  </p:ext>
                </p:extLst>
              </p:nvPr>
            </p:nvGraphicFramePr>
            <p:xfrm>
              <a:off x="2450232" y="5313988"/>
              <a:ext cx="5913869" cy="117468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19" t="-16495" r="-602158" b="-106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19" t="-116495" r="-602158" b="-6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2306594" y="1519671"/>
            <a:ext cx="561662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Coordinates can also be written in a table to organise them and make them easier to graph.</a:t>
            </a:r>
          </a:p>
          <a:p>
            <a:endParaRPr lang="en-AU" dirty="0" smtClean="0"/>
          </a:p>
          <a:p>
            <a:r>
              <a:rPr lang="en-US" dirty="0" smtClean="0"/>
              <a:t>Consider the following set of coordinates:</a:t>
            </a:r>
            <a:endParaRPr lang="en-US" dirty="0"/>
          </a:p>
          <a:p>
            <a:r>
              <a:rPr lang="en-US" dirty="0" smtClean="0"/>
              <a:t>(0, -2) 	(3, 1) 	(-1, -3)	(1, -1)	(-2, -4)	(2, 0)</a:t>
            </a:r>
          </a:p>
          <a:p>
            <a:endParaRPr lang="en-US" dirty="0"/>
          </a:p>
          <a:p>
            <a:r>
              <a:rPr lang="en-US" dirty="0" smtClean="0"/>
              <a:t>Step 1: Put them in order by the x-value (first number)</a:t>
            </a:r>
          </a:p>
          <a:p>
            <a:r>
              <a:rPr lang="en-US" i="1" dirty="0"/>
              <a:t>(-2, -4) 	</a:t>
            </a:r>
            <a:r>
              <a:rPr lang="en-US" i="1" dirty="0" smtClean="0"/>
              <a:t>(-</a:t>
            </a:r>
            <a:r>
              <a:rPr lang="en-US" i="1" dirty="0"/>
              <a:t>1, -3)	</a:t>
            </a:r>
            <a:r>
              <a:rPr lang="en-US" i="1" dirty="0" smtClean="0"/>
              <a:t>(</a:t>
            </a:r>
            <a:r>
              <a:rPr lang="en-US" i="1" dirty="0"/>
              <a:t>0, -2</a:t>
            </a:r>
            <a:r>
              <a:rPr lang="en-US" i="1" dirty="0" smtClean="0"/>
              <a:t>)	</a:t>
            </a:r>
            <a:r>
              <a:rPr lang="en-US" i="1" dirty="0"/>
              <a:t> (1, -1)</a:t>
            </a:r>
            <a:r>
              <a:rPr lang="en-US" i="1" dirty="0" smtClean="0"/>
              <a:t> </a:t>
            </a:r>
            <a:r>
              <a:rPr lang="en-US" i="1" dirty="0"/>
              <a:t>	(2, 0</a:t>
            </a:r>
            <a:r>
              <a:rPr lang="en-US" i="1" dirty="0" smtClean="0"/>
              <a:t>) 	(</a:t>
            </a:r>
            <a:r>
              <a:rPr lang="en-US" i="1" dirty="0"/>
              <a:t>3, 1)</a:t>
            </a:r>
            <a:r>
              <a:rPr lang="en-US" dirty="0"/>
              <a:t> </a:t>
            </a:r>
          </a:p>
          <a:p>
            <a:endParaRPr lang="en-US" dirty="0" smtClean="0"/>
          </a:p>
          <a:p>
            <a:r>
              <a:rPr lang="en-US" dirty="0" smtClean="0"/>
              <a:t>Step 2: Place the x values in the table, ensuring they go up by the same amount each time.</a:t>
            </a:r>
          </a:p>
          <a:p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3: </a:t>
            </a:r>
            <a:r>
              <a:rPr lang="en-US" dirty="0"/>
              <a:t>Place the </a:t>
            </a:r>
            <a:r>
              <a:rPr lang="en-US" dirty="0" smtClean="0"/>
              <a:t>corresponding y </a:t>
            </a:r>
            <a:r>
              <a:rPr lang="en-US" dirty="0"/>
              <a:t>values in the </a:t>
            </a:r>
            <a:r>
              <a:rPr lang="en-US" dirty="0" smtClean="0"/>
              <a:t>table.</a:t>
            </a:r>
            <a:endParaRPr lang="en-AU" dirty="0"/>
          </a:p>
          <a:p>
            <a:endParaRPr lang="en-AU" sz="1600" dirty="0"/>
          </a:p>
        </p:txBody>
      </p:sp>
      <p:sp>
        <p:nvSpPr>
          <p:cNvPr id="15" name="Right Arrow 14"/>
          <p:cNvSpPr/>
          <p:nvPr/>
        </p:nvSpPr>
        <p:spPr>
          <a:xfrm rot="3383824">
            <a:off x="2241603" y="4414360"/>
            <a:ext cx="1805837" cy="2691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6455" y="3142746"/>
            <a:ext cx="2208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steps to placing coordinates in a table?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149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45426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from a table?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0141"/>
                  </p:ext>
                </p:extLst>
              </p:nvPr>
            </p:nvGraphicFramePr>
            <p:xfrm>
              <a:off x="2450232" y="5313988"/>
              <a:ext cx="5913869" cy="117468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0141"/>
                  </p:ext>
                </p:extLst>
              </p:nvPr>
            </p:nvGraphicFramePr>
            <p:xfrm>
              <a:off x="2450232" y="5313988"/>
              <a:ext cx="5913869" cy="117468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19" t="-16495" r="-602158" b="-1103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19" t="-116495" r="-602158" b="-103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2306594" y="1519671"/>
            <a:ext cx="561662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Coordinates can also be written in a table to organise them and make them easier to graph.</a:t>
            </a:r>
          </a:p>
          <a:p>
            <a:endParaRPr lang="en-AU" dirty="0" smtClean="0"/>
          </a:p>
          <a:p>
            <a:r>
              <a:rPr lang="en-US" dirty="0" smtClean="0"/>
              <a:t>Consider the following set of coordinates:</a:t>
            </a:r>
            <a:endParaRPr lang="en-US" dirty="0"/>
          </a:p>
          <a:p>
            <a:r>
              <a:rPr lang="en-US" dirty="0" smtClean="0"/>
              <a:t>(0, -2) 	(3, 1) 	(-1, -3)	(1, -1)	(-2, -4)	(2, 0)</a:t>
            </a:r>
          </a:p>
          <a:p>
            <a:endParaRPr lang="en-US" dirty="0"/>
          </a:p>
          <a:p>
            <a:r>
              <a:rPr lang="en-US" dirty="0" smtClean="0"/>
              <a:t>Step 1: Put them in order by the x-value (first number)</a:t>
            </a:r>
          </a:p>
          <a:p>
            <a:r>
              <a:rPr lang="en-US" i="1" dirty="0"/>
              <a:t>(-2, -4) 	</a:t>
            </a:r>
            <a:r>
              <a:rPr lang="en-US" i="1" dirty="0" smtClean="0"/>
              <a:t>(-</a:t>
            </a:r>
            <a:r>
              <a:rPr lang="en-US" i="1" dirty="0"/>
              <a:t>1, -3)	</a:t>
            </a:r>
            <a:r>
              <a:rPr lang="en-US" i="1" dirty="0" smtClean="0"/>
              <a:t>(</a:t>
            </a:r>
            <a:r>
              <a:rPr lang="en-US" i="1" dirty="0"/>
              <a:t>0, -2</a:t>
            </a:r>
            <a:r>
              <a:rPr lang="en-US" i="1" dirty="0" smtClean="0"/>
              <a:t>)	</a:t>
            </a:r>
            <a:r>
              <a:rPr lang="en-US" i="1" dirty="0"/>
              <a:t> (1, -1)</a:t>
            </a:r>
            <a:r>
              <a:rPr lang="en-US" i="1" dirty="0" smtClean="0"/>
              <a:t> </a:t>
            </a:r>
            <a:r>
              <a:rPr lang="en-US" i="1" dirty="0"/>
              <a:t>	(2, 0</a:t>
            </a:r>
            <a:r>
              <a:rPr lang="en-US" i="1" dirty="0" smtClean="0"/>
              <a:t>) 	(</a:t>
            </a:r>
            <a:r>
              <a:rPr lang="en-US" i="1" dirty="0"/>
              <a:t>3, 1)</a:t>
            </a:r>
            <a:r>
              <a:rPr lang="en-US" dirty="0"/>
              <a:t> </a:t>
            </a:r>
          </a:p>
          <a:p>
            <a:endParaRPr lang="en-US" dirty="0" smtClean="0"/>
          </a:p>
          <a:p>
            <a:r>
              <a:rPr lang="en-US" dirty="0" smtClean="0"/>
              <a:t>Step 2: Place the x values in the table, ensuring they go up by the same amount each time.</a:t>
            </a:r>
          </a:p>
          <a:p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3: </a:t>
            </a:r>
            <a:r>
              <a:rPr lang="en-US" dirty="0"/>
              <a:t>Place the </a:t>
            </a:r>
            <a:r>
              <a:rPr lang="en-US" dirty="0" smtClean="0"/>
              <a:t>corresponding y </a:t>
            </a:r>
            <a:r>
              <a:rPr lang="en-US" dirty="0"/>
              <a:t>values in the </a:t>
            </a:r>
            <a:r>
              <a:rPr lang="en-US" dirty="0" smtClean="0"/>
              <a:t>table.</a:t>
            </a:r>
            <a:endParaRPr lang="en-AU" dirty="0"/>
          </a:p>
          <a:p>
            <a:endParaRPr lang="en-AU" sz="1600" dirty="0"/>
          </a:p>
        </p:txBody>
      </p:sp>
      <p:sp>
        <p:nvSpPr>
          <p:cNvPr id="15" name="Right Arrow 14"/>
          <p:cNvSpPr/>
          <p:nvPr/>
        </p:nvSpPr>
        <p:spPr>
          <a:xfrm rot="4191269">
            <a:off x="2119009" y="4772570"/>
            <a:ext cx="2397246" cy="2691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6455" y="3142746"/>
            <a:ext cx="2208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steps to placing coordinates in a table?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93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24" y="3533237"/>
            <a:ext cx="3558093" cy="314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45426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from a table?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775023"/>
                  </p:ext>
                </p:extLst>
              </p:nvPr>
            </p:nvGraphicFramePr>
            <p:xfrm>
              <a:off x="2450233" y="2264507"/>
              <a:ext cx="5472985" cy="10471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781138"/>
                    <a:gridCol w="781138"/>
                    <a:gridCol w="781138"/>
                    <a:gridCol w="781138"/>
                    <a:gridCol w="782811"/>
                    <a:gridCol w="782811"/>
                    <a:gridCol w="782811"/>
                  </a:tblGrid>
                  <a:tr h="52355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355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775023"/>
                  </p:ext>
                </p:extLst>
              </p:nvPr>
            </p:nvGraphicFramePr>
            <p:xfrm>
              <a:off x="2450233" y="2264507"/>
              <a:ext cx="5472985" cy="10471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781138"/>
                    <a:gridCol w="781138"/>
                    <a:gridCol w="781138"/>
                    <a:gridCol w="781138"/>
                    <a:gridCol w="782811"/>
                    <a:gridCol w="782811"/>
                    <a:gridCol w="782811"/>
                  </a:tblGrid>
                  <a:tr h="523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1" t="-19540" r="-605469" b="-121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3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1" t="-120930" r="-605469" b="-23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2306594" y="1519671"/>
            <a:ext cx="644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Plot each pairs of numbers in the table as if they were coordinates and then join them up with a </a:t>
            </a:r>
            <a:r>
              <a:rPr lang="en-AU" b="1" dirty="0" smtClean="0"/>
              <a:t>straight</a:t>
            </a:r>
            <a:r>
              <a:rPr lang="en-AU" dirty="0" smtClean="0"/>
              <a:t> line (with arrows at the end).</a:t>
            </a:r>
          </a:p>
        </p:txBody>
      </p:sp>
      <p:sp>
        <p:nvSpPr>
          <p:cNvPr id="15" name="Right Arrow 14"/>
          <p:cNvSpPr/>
          <p:nvPr/>
        </p:nvSpPr>
        <p:spPr>
          <a:xfrm rot="3922627">
            <a:off x="2713857" y="4357002"/>
            <a:ext cx="3830058" cy="2691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48811" y="1573485"/>
            <a:ext cx="2208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we graph linear coordinates?</a:t>
            </a: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114906" y="3711057"/>
            <a:ext cx="2998572" cy="2976944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872724" y="483019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724" y="4830197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00813" y="3252815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813" y="3252815"/>
                <a:ext cx="3713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05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4" name="Picture 4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87" y="1784436"/>
            <a:ext cx="4292425" cy="429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65" y="2137028"/>
            <a:ext cx="4666322" cy="446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885" y="973622"/>
            <a:ext cx="8577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Draw a coordinate grid from -5 to 5 on both axes (as below) and plot the following tables of coordinates. 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Your Turn (LHS of course)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97990" y="1996360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(a)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97990" y="321688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(b)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97990" y="450081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(c)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97990" y="5601039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(d)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129232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129232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20253" r="-406731" b="-1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120253" r="-406731" b="-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95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65" y="2137028"/>
            <a:ext cx="4666322" cy="446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885" y="973622"/>
            <a:ext cx="8577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Draw a coordinate grid from -5 to 5 on both axes (as below) and plot the following tables of coordinates. 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Your Turn (LHS of course)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97990" y="1996360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(a)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97990" y="321688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(b)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97990" y="450081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(c)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97990" y="5601039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(d)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07176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07176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20253" r="-406731" b="-1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120253" r="-406731" b="-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Oval 6"/>
          <p:cNvSpPr/>
          <p:nvPr/>
        </p:nvSpPr>
        <p:spPr>
          <a:xfrm>
            <a:off x="6820930" y="5601039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7208936" y="4780895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632357" y="3957590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036011" y="3131150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355710" y="2130912"/>
            <a:ext cx="2230836" cy="45702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14033" y="1933845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(a)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2765</TotalTime>
  <Words>546</Words>
  <Application>Microsoft Office PowerPoint</Application>
  <PresentationFormat>On-screen Show (4:3)</PresentationFormat>
  <Paragraphs>232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My Linear Relationships Interactive Notebook</vt:lpstr>
      <vt:lpstr>Interactive Notebooks!</vt:lpstr>
      <vt:lpstr>PowerPoint Presentation</vt:lpstr>
      <vt:lpstr>PowerPoint Presentation</vt:lpstr>
      <vt:lpstr>From last lesson</vt:lpstr>
      <vt:lpstr>PowerPoint Presentation</vt:lpstr>
      <vt:lpstr>PowerPoint Presentation</vt:lpstr>
      <vt:lpstr>PowerPoint Presentation</vt:lpstr>
      <vt:lpstr>Do you understand?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e4057735</cp:lastModifiedBy>
  <cp:revision>72</cp:revision>
  <dcterms:created xsi:type="dcterms:W3CDTF">2016-04-30T07:20:25Z</dcterms:created>
  <dcterms:modified xsi:type="dcterms:W3CDTF">2017-10-05T03:30:16Z</dcterms:modified>
</cp:coreProperties>
</file>