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11" r:id="rId5"/>
    <p:sldId id="300" r:id="rId6"/>
    <p:sldId id="302" r:id="rId7"/>
    <p:sldId id="303" r:id="rId8"/>
    <p:sldId id="310" r:id="rId9"/>
    <p:sldId id="305" r:id="rId10"/>
    <p:sldId id="307" r:id="rId11"/>
    <p:sldId id="308" r:id="rId12"/>
    <p:sldId id="309" r:id="rId13"/>
    <p:sldId id="312" r:id="rId14"/>
    <p:sldId id="304" r:id="rId15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9" autoAdjust="0"/>
    <p:restoredTop sz="94309" autoAdjust="0"/>
  </p:normalViewPr>
  <p:slideViewPr>
    <p:cSldViewPr>
      <p:cViewPr varScale="1">
        <p:scale>
          <a:sx n="135" d="100"/>
          <a:sy n="135" d="100"/>
        </p:scale>
        <p:origin x="192" y="36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21" Type="http://schemas.microsoft.com/office/2015/10/relationships/revisionInfo" Target="revisionInfo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3864B-518A-E047-B9E7-AC624790CCF6}" type="datetimeFigureOut">
              <a:rPr lang="en-US" smtClean="0"/>
              <a:t>11/13/17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91D11-A9C5-2543-A4BE-6297951E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0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91D11-A9C5-2543-A4BE-6297951E80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9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-238843"/>
            <a:ext cx="7772400" cy="1470025"/>
          </a:xfrm>
        </p:spPr>
        <p:txBody>
          <a:bodyPr/>
          <a:lstStyle/>
          <a:p>
            <a:r>
              <a:rPr lang="en-AU" dirty="0"/>
              <a:t>My Perimeter, Area and Volume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Name </a:t>
            </a:r>
          </a:p>
          <a:p>
            <a:r>
              <a:rPr lang="en-AU" dirty="0"/>
              <a:t>Class </a:t>
            </a:r>
          </a:p>
          <a:p>
            <a:r>
              <a:rPr lang="en-AU" dirty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17773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2699792" y="17773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5076056" y="17773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7596336" y="22814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683568" y="40816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47297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323528" y="-2282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7524328" y="6612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339752" y="31455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-57150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5903167"/>
            <a:ext cx="276038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5917168"/>
            <a:ext cx="549775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7" y="491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-166836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-565697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-197033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-166836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-227143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-227143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978" y="-504996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-57150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5903167"/>
            <a:ext cx="367408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5917168"/>
            <a:ext cx="549775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491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6252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48017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6252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-50481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300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2" y="6252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6252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48017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7" y="-429006"/>
            <a:ext cx="566502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8901" y="40624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8901" y="8497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8661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827584" y="849734"/>
            <a:ext cx="0" cy="48652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3568" y="-5541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035" y="-2641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816" y="388071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</p:spTree>
    <p:extLst>
      <p:ext uri="{BB962C8B-B14F-4D97-AF65-F5344CB8AC3E}">
        <p14:creationId xmlns:p14="http://schemas.microsoft.com/office/powerpoint/2010/main" val="263524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93205"/>
            <a:ext cx="7848872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err="1" smtClean="0"/>
              <a:t>Quickwrite</a:t>
            </a:r>
            <a:endParaRPr lang="en-AU" sz="3200" dirty="0"/>
          </a:p>
          <a:p>
            <a:r>
              <a:rPr lang="en-AU" sz="3200" dirty="0" smtClean="0"/>
              <a:t>On the LHS of your INB, spend the next 3 minutes writing everything you know about area.</a:t>
            </a:r>
          </a:p>
          <a:p>
            <a:pPr marL="457200" indent="-457200">
              <a:buFont typeface="Arial" charset="0"/>
              <a:buChar char="•"/>
            </a:pPr>
            <a:r>
              <a:rPr lang="en-AU" sz="3200" dirty="0" smtClean="0"/>
              <a:t>What is it?</a:t>
            </a:r>
          </a:p>
          <a:p>
            <a:pPr marL="457200" indent="-457200">
              <a:buFont typeface="Arial" charset="0"/>
              <a:buChar char="•"/>
            </a:pPr>
            <a:r>
              <a:rPr lang="en-AU" sz="3200" dirty="0" smtClean="0"/>
              <a:t>How is it different from perimeter?</a:t>
            </a:r>
          </a:p>
          <a:p>
            <a:pPr marL="457200" indent="-457200">
              <a:buFont typeface="Arial" charset="0"/>
              <a:buChar char="•"/>
            </a:pPr>
            <a:r>
              <a:rPr lang="en-AU" sz="3200" dirty="0" smtClean="0"/>
              <a:t>Give an example of area</a:t>
            </a:r>
          </a:p>
          <a:p>
            <a:pPr marL="457200" indent="-457200">
              <a:buFont typeface="Arial" charset="0"/>
              <a:buChar char="•"/>
            </a:pPr>
            <a:r>
              <a:rPr lang="en-AU" sz="3200" dirty="0" smtClean="0"/>
              <a:t>Etc...</a:t>
            </a:r>
            <a:endParaRPr lang="en-AU" sz="3200" dirty="0"/>
          </a:p>
          <a:p>
            <a:r>
              <a:rPr lang="en-AU" sz="3200" dirty="0"/>
              <a:t>	</a:t>
            </a:r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r>
              <a:rPr lang="en-AU" sz="3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2824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567391" y="1408206"/>
            <a:ext cx="2249207" cy="1260588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88461" y="885865"/>
            <a:ext cx="26272" cy="48291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4"/>
              <p:cNvSpPr txBox="1"/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𝑙𝑤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Times New Roman"/>
                    <a:cs typeface="Times New Roman"/>
                  </a:rPr>
                  <a:t> </a:t>
                </a:r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blipFill>
                <a:blip r:embed="rId3"/>
                <a:stretch>
                  <a:fillRect l="-3774" t="-2273" b="-46591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5"/>
              <p:cNvSpPr txBox="1"/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E36C0A"/>
                              </a:solidFill>
                              <a:latin typeface="Cambria Math" charset="0"/>
                              <a:ea typeface="Calibr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𝑏h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blipFill>
                <a:blip r:embed="rId4"/>
                <a:stretch>
                  <a:fillRect l="-3198" t="-1493" b="-44776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-15383" y="1653058"/>
            <a:ext cx="195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rectangle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2" y="2779435"/>
            <a:ext cx="18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triangle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9" y="3849704"/>
            <a:ext cx="5112568" cy="18167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444" y="4121921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910514" y="4897893"/>
                <a:ext cx="31609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≈3.14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514" y="4897893"/>
                <a:ext cx="316095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1A0E5B56-DD15-4E40-A967-0A1794E46EB3}"/>
              </a:ext>
            </a:extLst>
          </p:cNvPr>
          <p:cNvPicPr/>
          <p:nvPr/>
        </p:nvPicPr>
        <p:blipFill rotWithShape="1">
          <a:blip r:embed="rId7"/>
          <a:srcRect l="2187" t="19366"/>
          <a:stretch/>
        </p:blipFill>
        <p:spPr bwMode="auto">
          <a:xfrm>
            <a:off x="2592769" y="2647049"/>
            <a:ext cx="2298890" cy="13043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C94E622-2C12-4410-ADFB-FF8F9C5331FE}"/>
              </a:ext>
            </a:extLst>
          </p:cNvPr>
          <p:cNvSpPr txBox="1"/>
          <p:nvPr/>
        </p:nvSpPr>
        <p:spPr>
          <a:xfrm>
            <a:off x="2195737" y="849736"/>
            <a:ext cx="6827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area of a shape is the amount of space exists inside a 2 dimensional space. The 3 basic shapes are;</a:t>
            </a:r>
          </a:p>
        </p:txBody>
      </p:sp>
    </p:spTree>
    <p:extLst>
      <p:ext uri="{BB962C8B-B14F-4D97-AF65-F5344CB8AC3E}">
        <p14:creationId xmlns:p14="http://schemas.microsoft.com/office/powerpoint/2010/main" val="28809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 animBg="1"/>
      <p:bldP spid="2" grpId="0"/>
      <p:bldP spid="2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586" y="76508"/>
            <a:ext cx="5976664" cy="16656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-310852"/>
            <a:ext cx="2592288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236" y="1963511"/>
            <a:ext cx="5377720" cy="17773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4F673BA-D9BA-454B-8E0D-6EDD24F68177}"/>
              </a:ext>
            </a:extLst>
          </p:cNvPr>
          <p:cNvSpPr txBox="1"/>
          <p:nvPr/>
        </p:nvSpPr>
        <p:spPr>
          <a:xfrm>
            <a:off x="1790554" y="3411076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Find the area of these 2 circles.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8619B5A-3397-4921-BE21-9953355BC7C1}"/>
              </a:ext>
            </a:extLst>
          </p:cNvPr>
          <p:cNvSpPr/>
          <p:nvPr/>
        </p:nvSpPr>
        <p:spPr>
          <a:xfrm>
            <a:off x="2533316" y="3931570"/>
            <a:ext cx="1440160" cy="13363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9C9E3F3E-395E-4078-AF32-E410278DB517}"/>
              </a:ext>
            </a:extLst>
          </p:cNvPr>
          <p:cNvCxnSpPr>
            <a:stCxn id="6" idx="6"/>
          </p:cNvCxnSpPr>
          <p:nvPr/>
        </p:nvCxnSpPr>
        <p:spPr>
          <a:xfrm flipH="1" flipV="1">
            <a:off x="3234625" y="4590344"/>
            <a:ext cx="738851" cy="9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CF77BE4-3633-4D28-B2ED-75C97A65AAD9}"/>
              </a:ext>
            </a:extLst>
          </p:cNvPr>
          <p:cNvSpPr txBox="1"/>
          <p:nvPr/>
        </p:nvSpPr>
        <p:spPr>
          <a:xfrm>
            <a:off x="3253396" y="4374320"/>
            <a:ext cx="629301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0851871-8573-4A03-A578-9203586AA853}"/>
              </a:ext>
            </a:extLst>
          </p:cNvPr>
          <p:cNvSpPr txBox="1"/>
          <p:nvPr/>
        </p:nvSpPr>
        <p:spPr>
          <a:xfrm>
            <a:off x="179512" y="42754"/>
            <a:ext cx="1584176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26AE7293-C9BA-47A2-BD5F-26CDA10F8C65}"/>
              </a:ext>
            </a:extLst>
          </p:cNvPr>
          <p:cNvSpPr/>
          <p:nvPr/>
        </p:nvSpPr>
        <p:spPr>
          <a:xfrm>
            <a:off x="5531033" y="379335"/>
            <a:ext cx="2812249" cy="146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39BBB4BF-93CD-47B4-82F0-3CC068E042FA}"/>
              </a:ext>
            </a:extLst>
          </p:cNvPr>
          <p:cNvSpPr/>
          <p:nvPr/>
        </p:nvSpPr>
        <p:spPr>
          <a:xfrm>
            <a:off x="4754209" y="2213943"/>
            <a:ext cx="2812249" cy="146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53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E028F89-0A9E-47E9-A8BB-6B84611F5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697260"/>
            <a:ext cx="6516777" cy="10618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CC7902E-1B1E-4A55-9551-3D0E7937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697259"/>
            <a:ext cx="2044605" cy="1061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47FE0E8-291F-4B48-B699-6A905E728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2713484"/>
            <a:ext cx="5790666" cy="1636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ADD4294-1659-44BC-9521-4B7BC157BDE9}"/>
              </a:ext>
            </a:extLst>
          </p:cNvPr>
          <p:cNvSpPr txBox="1"/>
          <p:nvPr/>
        </p:nvSpPr>
        <p:spPr>
          <a:xfrm>
            <a:off x="7524328" y="2785492"/>
            <a:ext cx="129614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pi = 3.14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12D58B7-13F1-402B-A0EF-01C3A37735EA}"/>
              </a:ext>
            </a:extLst>
          </p:cNvPr>
          <p:cNvSpPr txBox="1"/>
          <p:nvPr/>
        </p:nvSpPr>
        <p:spPr>
          <a:xfrm>
            <a:off x="179512" y="42754"/>
            <a:ext cx="1584176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turn.</a:t>
            </a:r>
          </a:p>
        </p:txBody>
      </p:sp>
    </p:spTree>
    <p:extLst>
      <p:ext uri="{BB962C8B-B14F-4D97-AF65-F5344CB8AC3E}">
        <p14:creationId xmlns:p14="http://schemas.microsoft.com/office/powerpoint/2010/main" val="282651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69152" y="896012"/>
            <a:ext cx="28531" cy="48189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C221E1B-1695-4A5B-AD7C-03C182E07A40}"/>
              </a:ext>
            </a:extLst>
          </p:cNvPr>
          <p:cNvSpPr txBox="1"/>
          <p:nvPr/>
        </p:nvSpPr>
        <p:spPr>
          <a:xfrm>
            <a:off x="1331640" y="985290"/>
            <a:ext cx="7443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do we find the area of  more complex shapes like the one below?</a:t>
            </a:r>
            <a:endParaRPr lang="en-AU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185B568-E467-48A8-BFEB-B2E4D0E5BD87}"/>
              </a:ext>
            </a:extLst>
          </p:cNvPr>
          <p:cNvSpPr/>
          <p:nvPr/>
        </p:nvSpPr>
        <p:spPr>
          <a:xfrm>
            <a:off x="2623440" y="2209428"/>
            <a:ext cx="24482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xmlns="" id="{6F5E0CEC-E972-45C4-BBA9-76DA72950FEF}"/>
              </a:ext>
            </a:extLst>
          </p:cNvPr>
          <p:cNvSpPr/>
          <p:nvPr/>
        </p:nvSpPr>
        <p:spPr>
          <a:xfrm>
            <a:off x="5071712" y="2209428"/>
            <a:ext cx="1944216" cy="14401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40DC8527-B959-44C7-A0C3-B41600CEB5BC}"/>
              </a:ext>
            </a:extLst>
          </p:cNvPr>
          <p:cNvCxnSpPr/>
          <p:nvPr/>
        </p:nvCxnSpPr>
        <p:spPr>
          <a:xfrm>
            <a:off x="2623440" y="3865612"/>
            <a:ext cx="43924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7935C21-3D54-4D26-A5BF-FE216419E3FE}"/>
              </a:ext>
            </a:extLst>
          </p:cNvPr>
          <p:cNvSpPr txBox="1"/>
          <p:nvPr/>
        </p:nvSpPr>
        <p:spPr>
          <a:xfrm>
            <a:off x="3514532" y="3639450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20cm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D73E33E4-3899-4B90-A0DB-5AD475B50842}"/>
              </a:ext>
            </a:extLst>
          </p:cNvPr>
          <p:cNvCxnSpPr>
            <a:cxnSpLocks/>
          </p:cNvCxnSpPr>
          <p:nvPr/>
        </p:nvCxnSpPr>
        <p:spPr>
          <a:xfrm flipV="1">
            <a:off x="2467111" y="2288817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0DB16DE-9BF3-4523-9654-A5B4C6DAB24C}"/>
              </a:ext>
            </a:extLst>
          </p:cNvPr>
          <p:cNvSpPr txBox="1"/>
          <p:nvPr/>
        </p:nvSpPr>
        <p:spPr>
          <a:xfrm rot="16200000">
            <a:off x="1844850" y="2602661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26872FC9-FE35-4294-A5E2-ABF31F08237A}"/>
              </a:ext>
            </a:extLst>
          </p:cNvPr>
          <p:cNvCxnSpPr>
            <a:cxnSpLocks/>
          </p:cNvCxnSpPr>
          <p:nvPr/>
        </p:nvCxnSpPr>
        <p:spPr>
          <a:xfrm>
            <a:off x="5072911" y="3783356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AEA52A87-ACAA-49C1-B153-7C8079C72426}"/>
              </a:ext>
            </a:extLst>
          </p:cNvPr>
          <p:cNvSpPr txBox="1"/>
          <p:nvPr/>
        </p:nvSpPr>
        <p:spPr>
          <a:xfrm>
            <a:off x="5964003" y="3557194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7286" y="4248613"/>
            <a:ext cx="81456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 break it into it’s composite shapes. What two shapes is the above shape made up of?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43841" y="2994089"/>
            <a:ext cx="1406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Rectangle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088661" y="2980096"/>
            <a:ext cx="1172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Triangle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638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24" grpId="0"/>
      <p:bldP spid="27" grpId="0"/>
      <p:bldP spid="29" grpId="0"/>
      <p:bldP spid="3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C221E1B-1695-4A5B-AD7C-03C182E07A40}"/>
              </a:ext>
            </a:extLst>
          </p:cNvPr>
          <p:cNvSpPr txBox="1"/>
          <p:nvPr/>
        </p:nvSpPr>
        <p:spPr>
          <a:xfrm>
            <a:off x="312907" y="983299"/>
            <a:ext cx="8858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</a:t>
            </a:r>
            <a:r>
              <a:rPr lang="en-AU" sz="2400" dirty="0" smtClean="0"/>
              <a:t>he </a:t>
            </a:r>
            <a:r>
              <a:rPr lang="en-AU" sz="2400" dirty="0"/>
              <a:t>shape below can be split into 2 </a:t>
            </a:r>
            <a:r>
              <a:rPr lang="en-AU" sz="2400" dirty="0" smtClean="0"/>
              <a:t>pieces, a rectangle and a triangle</a:t>
            </a:r>
            <a:endParaRPr lang="en-AU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185B568-E467-48A8-BFEB-B2E4D0E5BD87}"/>
              </a:ext>
            </a:extLst>
          </p:cNvPr>
          <p:cNvSpPr/>
          <p:nvPr/>
        </p:nvSpPr>
        <p:spPr>
          <a:xfrm>
            <a:off x="2256387" y="1662104"/>
            <a:ext cx="24482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xmlns="" id="{6F5E0CEC-E972-45C4-BBA9-76DA72950FEF}"/>
              </a:ext>
            </a:extLst>
          </p:cNvPr>
          <p:cNvSpPr/>
          <p:nvPr/>
        </p:nvSpPr>
        <p:spPr>
          <a:xfrm>
            <a:off x="5364088" y="1641219"/>
            <a:ext cx="1944216" cy="14401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40DC8527-B959-44C7-A0C3-B41600CEB5BC}"/>
              </a:ext>
            </a:extLst>
          </p:cNvPr>
          <p:cNvCxnSpPr>
            <a:cxnSpLocks/>
          </p:cNvCxnSpPr>
          <p:nvPr/>
        </p:nvCxnSpPr>
        <p:spPr>
          <a:xfrm>
            <a:off x="2256387" y="3318288"/>
            <a:ext cx="24482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7935C21-3D54-4D26-A5BF-FE216419E3FE}"/>
              </a:ext>
            </a:extLst>
          </p:cNvPr>
          <p:cNvSpPr txBox="1"/>
          <p:nvPr/>
        </p:nvSpPr>
        <p:spPr>
          <a:xfrm>
            <a:off x="3147479" y="3092126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15cm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D73E33E4-3899-4B90-A0DB-5AD475B50842}"/>
              </a:ext>
            </a:extLst>
          </p:cNvPr>
          <p:cNvCxnSpPr>
            <a:cxnSpLocks/>
          </p:cNvCxnSpPr>
          <p:nvPr/>
        </p:nvCxnSpPr>
        <p:spPr>
          <a:xfrm flipV="1">
            <a:off x="2059332" y="1649330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0DB16DE-9BF3-4523-9654-A5B4C6DAB24C}"/>
              </a:ext>
            </a:extLst>
          </p:cNvPr>
          <p:cNvSpPr txBox="1"/>
          <p:nvPr/>
        </p:nvSpPr>
        <p:spPr>
          <a:xfrm rot="16200000">
            <a:off x="1477797" y="2055337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62E49279-A589-4CF6-9C32-667D55724AF9}"/>
              </a:ext>
            </a:extLst>
          </p:cNvPr>
          <p:cNvCxnSpPr>
            <a:cxnSpLocks/>
          </p:cNvCxnSpPr>
          <p:nvPr/>
        </p:nvCxnSpPr>
        <p:spPr>
          <a:xfrm>
            <a:off x="5364088" y="3361446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26F7DA5-F5A9-4D00-8FA6-287789656BEB}"/>
              </a:ext>
            </a:extLst>
          </p:cNvPr>
          <p:cNvSpPr txBox="1"/>
          <p:nvPr/>
        </p:nvSpPr>
        <p:spPr>
          <a:xfrm>
            <a:off x="6255180" y="3135284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5cm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682E578A-37EA-45FF-ABF2-96DE34DF180A}"/>
              </a:ext>
            </a:extLst>
          </p:cNvPr>
          <p:cNvCxnSpPr>
            <a:cxnSpLocks/>
          </p:cNvCxnSpPr>
          <p:nvPr/>
        </p:nvCxnSpPr>
        <p:spPr>
          <a:xfrm flipV="1">
            <a:off x="5239997" y="1590096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479C082-6E3B-48A0-A6DF-9D96634CA75E}"/>
              </a:ext>
            </a:extLst>
          </p:cNvPr>
          <p:cNvSpPr txBox="1"/>
          <p:nvPr/>
        </p:nvSpPr>
        <p:spPr>
          <a:xfrm rot="16200000">
            <a:off x="4658462" y="1996103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36D750C0-195D-415B-A134-C58A46F93C59}"/>
              </a:ext>
            </a:extLst>
          </p:cNvPr>
          <p:cNvSpPr txBox="1"/>
          <p:nvPr/>
        </p:nvSpPr>
        <p:spPr>
          <a:xfrm>
            <a:off x="220226" y="3407841"/>
            <a:ext cx="885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find the area of the whole shape, we find the area of the 2 shapes and add them together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126B32D-CECC-46E4-8A9A-F2FF75398612}"/>
              </a:ext>
            </a:extLst>
          </p:cNvPr>
          <p:cNvSpPr txBox="1"/>
          <p:nvPr/>
        </p:nvSpPr>
        <p:spPr>
          <a:xfrm>
            <a:off x="4676476" y="1911121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E43BBB4-7074-4A3F-9293-A575003C263A}"/>
              </a:ext>
            </a:extLst>
          </p:cNvPr>
          <p:cNvSpPr txBox="1"/>
          <p:nvPr/>
        </p:nvSpPr>
        <p:spPr>
          <a:xfrm>
            <a:off x="1972305" y="4168631"/>
            <a:ext cx="267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A=length  x width</a:t>
            </a:r>
          </a:p>
          <a:p>
            <a:r>
              <a:rPr lang="en-AU" sz="1800" dirty="0"/>
              <a:t>  = 7 x 15 cm</a:t>
            </a:r>
          </a:p>
          <a:p>
            <a:r>
              <a:rPr lang="en-AU" sz="1800" dirty="0"/>
              <a:t>   = 105cm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0920299-28FA-4CD7-90AB-A05DDE5EFDA3}"/>
              </a:ext>
            </a:extLst>
          </p:cNvPr>
          <p:cNvSpPr txBox="1"/>
          <p:nvPr/>
        </p:nvSpPr>
        <p:spPr>
          <a:xfrm>
            <a:off x="5387108" y="4016991"/>
            <a:ext cx="267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A=1/2 x base  x height</a:t>
            </a:r>
          </a:p>
          <a:p>
            <a:r>
              <a:rPr lang="en-AU" sz="1800" dirty="0"/>
              <a:t>  = 0.5 x 7 x 5 cm</a:t>
            </a:r>
          </a:p>
          <a:p>
            <a:r>
              <a:rPr lang="en-AU" sz="1800" dirty="0"/>
              <a:t>   = 17.5 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FEA85A8-B67A-4D86-9397-E30E3EFD93A1}"/>
              </a:ext>
            </a:extLst>
          </p:cNvPr>
          <p:cNvSpPr txBox="1"/>
          <p:nvPr/>
        </p:nvSpPr>
        <p:spPr>
          <a:xfrm>
            <a:off x="3078473" y="5027939"/>
            <a:ext cx="420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Total area = area of rect. + area of triangle</a:t>
            </a:r>
          </a:p>
          <a:p>
            <a:r>
              <a:rPr lang="en-AU" sz="1800" dirty="0"/>
              <a:t>	= 105 + 17.5 = 122.5cm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83184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6" grpId="0" animBg="1"/>
      <p:bldP spid="24" grpId="0"/>
      <p:bldP spid="27" grpId="0"/>
      <p:bldP spid="18" grpId="0"/>
      <p:bldP spid="21" grpId="0"/>
      <p:bldP spid="22" grpId="0"/>
      <p:bldP spid="13" grpId="0"/>
      <p:bldP spid="14" grpId="0"/>
      <p:bldP spid="26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67A4D5C-A77D-4F8B-B628-211FDBE6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17340"/>
            <a:ext cx="7647650" cy="167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5322" y="481236"/>
            <a:ext cx="4210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Try these on the LHS of your INB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701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67A4D5C-A77D-4F8B-B628-211FDBE6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3204"/>
            <a:ext cx="7647650" cy="16796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41DBC13-01A6-48FF-96B0-CDA8EC418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72828"/>
            <a:ext cx="6953376" cy="60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5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705372"/>
            <a:ext cx="8877300" cy="3136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80" y="769268"/>
            <a:ext cx="5129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Remember your Conversion Caterpillar!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486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0"/>
            <a:ext cx="4767014" cy="571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504" y="193204"/>
            <a:ext cx="252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Exercise 17.4 on </a:t>
            </a:r>
          </a:p>
          <a:p>
            <a:r>
              <a:rPr lang="en-US" sz="2400" dirty="0" smtClean="0"/>
              <a:t>page 232 of Dwyer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591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362</Words>
  <Application>Microsoft Macintosh PowerPoint</Application>
  <PresentationFormat>On-screen Show (16:10)</PresentationFormat>
  <Paragraphs>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Cambria Math</vt:lpstr>
      <vt:lpstr>Times New Roman</vt:lpstr>
      <vt:lpstr>Arial</vt:lpstr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44</cp:revision>
  <dcterms:created xsi:type="dcterms:W3CDTF">2014-05-14T02:58:57Z</dcterms:created>
  <dcterms:modified xsi:type="dcterms:W3CDTF">2017-11-13T03:04:19Z</dcterms:modified>
</cp:coreProperties>
</file>