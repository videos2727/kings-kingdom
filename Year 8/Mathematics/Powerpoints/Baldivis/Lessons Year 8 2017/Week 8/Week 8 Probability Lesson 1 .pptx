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/>
    <p:restoredTop sz="92197"/>
  </p:normalViewPr>
  <p:slideViewPr>
    <p:cSldViewPr snapToGrid="0" snapToObjects="1">
      <p:cViewPr varScale="1">
        <p:scale>
          <a:sx n="51" d="100"/>
          <a:sy n="51" d="100"/>
        </p:scale>
        <p:origin x="1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3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40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852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37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6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60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5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627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193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74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46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F5DC0-31F1-1448-8D2E-E1A16D67C7F2}" type="datetimeFigureOut">
              <a:rPr lang="en-US" smtClean="0"/>
              <a:t>3/17/17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FA89E-DCD4-A744-9F59-FEA34F33C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4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P R O B A B I L I T Y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sz="3200" dirty="0" smtClean="0"/>
              <a:t>Each letter of the above word is placed in a hat. </a:t>
            </a:r>
            <a:endParaRPr lang="en-US" sz="3200" dirty="0" smtClean="0"/>
          </a:p>
          <a:p>
            <a:r>
              <a:rPr lang="en-US" sz="3200" dirty="0" smtClean="0"/>
              <a:t>What </a:t>
            </a:r>
            <a:r>
              <a:rPr lang="en-US" sz="3200" dirty="0" smtClean="0"/>
              <a:t>is the Probability of drawing the letter </a:t>
            </a:r>
            <a:r>
              <a:rPr lang="en-US" sz="3200" b="1" dirty="0" smtClean="0"/>
              <a:t>P</a:t>
            </a:r>
            <a:r>
              <a:rPr lang="en-US" sz="3200" dirty="0" smtClean="0"/>
              <a:t>? </a:t>
            </a:r>
          </a:p>
          <a:p>
            <a:r>
              <a:rPr lang="en-US" sz="3200" dirty="0" smtClean="0"/>
              <a:t>Or a </a:t>
            </a:r>
            <a:r>
              <a:rPr lang="en-US" sz="3200" b="1" dirty="0" smtClean="0"/>
              <a:t>vowe</a:t>
            </a:r>
            <a:r>
              <a:rPr lang="en-US" sz="3200" dirty="0" smtClean="0"/>
              <a:t>l from the hat if one letter is </a:t>
            </a:r>
            <a:r>
              <a:rPr lang="en-US" sz="3200" dirty="0" smtClean="0"/>
              <a:t>picked at random?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7364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Sample space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solve this </a:t>
            </a:r>
            <a:r>
              <a:rPr lang="en-US" dirty="0" err="1" smtClean="0"/>
              <a:t>qn</a:t>
            </a:r>
            <a:r>
              <a:rPr lang="en-US" dirty="0" smtClean="0"/>
              <a:t>, we need to list all the possible outcomes in our curly brackets, separated by a comma.</a:t>
            </a:r>
          </a:p>
          <a:p>
            <a:endParaRPr lang="en-US" dirty="0"/>
          </a:p>
          <a:p>
            <a:r>
              <a:rPr lang="en-US" dirty="0" smtClean="0"/>
              <a:t>{ P, r, o, b, a, b, </a:t>
            </a:r>
            <a:r>
              <a:rPr lang="en-US" dirty="0" err="1" smtClean="0"/>
              <a:t>i</a:t>
            </a:r>
            <a:r>
              <a:rPr lang="en-US" dirty="0" smtClean="0"/>
              <a:t>, I, </a:t>
            </a:r>
            <a:r>
              <a:rPr lang="en-US" dirty="0" err="1" smtClean="0"/>
              <a:t>i</a:t>
            </a:r>
            <a:r>
              <a:rPr lang="en-US" dirty="0" smtClean="0"/>
              <a:t>, t, y}</a:t>
            </a:r>
          </a:p>
          <a:p>
            <a:r>
              <a:rPr lang="en-US" dirty="0" smtClean="0"/>
              <a:t>There are 11 letters in all, so</a:t>
            </a:r>
            <a:r>
              <a:rPr lang="is-IS" dirty="0" smtClean="0"/>
              <a:t>…. </a:t>
            </a:r>
            <a:r>
              <a:rPr lang="en-US" dirty="0" smtClean="0"/>
              <a:t>T</a:t>
            </a:r>
            <a:r>
              <a:rPr lang="is-IS" dirty="0" smtClean="0"/>
              <a:t>he Probability of (P) is 1 (count the number of P’s)/11</a:t>
            </a:r>
          </a:p>
          <a:p>
            <a:r>
              <a:rPr lang="is-IS" dirty="0" smtClean="0"/>
              <a:t>The P (a vowel) is 4/11     the vowels are: (o, a, i &amp; i)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070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Choose your own word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Discombobulated?</a:t>
            </a:r>
          </a:p>
          <a:p>
            <a:r>
              <a:rPr lang="en-US" dirty="0" smtClean="0"/>
              <a:t>Supercalifragilisticexpialidocious?</a:t>
            </a:r>
          </a:p>
          <a:p>
            <a:endParaRPr lang="en-US" dirty="0" smtClean="0"/>
          </a:p>
          <a:p>
            <a:r>
              <a:rPr lang="en-US" dirty="0" smtClean="0"/>
              <a:t>Write it down, then with a partner, </a:t>
            </a:r>
            <a:endParaRPr lang="en-US" dirty="0" smtClean="0"/>
          </a:p>
          <a:p>
            <a:r>
              <a:rPr lang="en-US" dirty="0" smtClean="0"/>
              <a:t>answer the </a:t>
            </a:r>
            <a:r>
              <a:rPr lang="en-US" dirty="0" err="1" smtClean="0"/>
              <a:t>Prob</a:t>
            </a:r>
            <a:r>
              <a:rPr lang="en-US" dirty="0" smtClean="0"/>
              <a:t> </a:t>
            </a:r>
            <a:r>
              <a:rPr lang="en-US" dirty="0" err="1" smtClean="0"/>
              <a:t>qns</a:t>
            </a:r>
            <a:r>
              <a:rPr lang="en-US" dirty="0" smtClean="0"/>
              <a:t>  </a:t>
            </a:r>
            <a:r>
              <a:rPr lang="en-US" dirty="0" smtClean="0"/>
              <a:t>as above.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982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RHS Notes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EQ:   What is a probability Scale?</a:t>
            </a:r>
          </a:p>
          <a:p>
            <a:endParaRPr lang="en-US" dirty="0"/>
          </a:p>
          <a:p>
            <a:r>
              <a:rPr lang="en-US" dirty="0" err="1" smtClean="0"/>
              <a:t>Qns</a:t>
            </a:r>
            <a:r>
              <a:rPr lang="is-IS" dirty="0" smtClean="0"/>
              <a:t>…What does it help us work out?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502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Left Hand Side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Dwyer: Ex 4.1 </a:t>
            </a:r>
          </a:p>
          <a:p>
            <a:r>
              <a:rPr lang="en-US" dirty="0" smtClean="0"/>
              <a:t>p. 52-53</a:t>
            </a:r>
          </a:p>
          <a:p>
            <a:r>
              <a:rPr lang="en-US" dirty="0" err="1" smtClean="0"/>
              <a:t>Qns</a:t>
            </a:r>
            <a:r>
              <a:rPr lang="en-US" dirty="0" smtClean="0"/>
              <a:t>. 1-6       In particular #1, #3 &amp; #5 (as a minimum)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723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scale</a:t>
            </a:r>
            <a:r>
              <a:rPr lang="en-US" dirty="0" smtClean="0"/>
              <a:t> helps us see how likely something is to happen relative to other things such as impossible, or certain.  It helps us plot the probability on a scale from 0 to 1 as a fraction of 1.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044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255</Words>
  <Application>Microsoft Macintosh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 R O B A B I L I T Y </vt:lpstr>
      <vt:lpstr>Sample space</vt:lpstr>
      <vt:lpstr>Choose your own word</vt:lpstr>
      <vt:lpstr>RHS Notes</vt:lpstr>
      <vt:lpstr>Left Hand Side</vt:lpstr>
      <vt:lpstr>Summary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</dc:title>
  <dc:creator>PATERSON Anne</dc:creator>
  <cp:lastModifiedBy>PATERSON Anne</cp:lastModifiedBy>
  <cp:revision>4</cp:revision>
  <dcterms:created xsi:type="dcterms:W3CDTF">2017-03-14T08:05:21Z</dcterms:created>
  <dcterms:modified xsi:type="dcterms:W3CDTF">2017-03-16T22:54:52Z</dcterms:modified>
</cp:coreProperties>
</file>