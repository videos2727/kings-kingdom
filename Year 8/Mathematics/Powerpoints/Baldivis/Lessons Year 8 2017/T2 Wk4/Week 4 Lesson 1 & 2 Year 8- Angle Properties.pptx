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20"/>
  </p:notesMasterIdLst>
  <p:sldIdLst>
    <p:sldId id="332" r:id="rId2"/>
    <p:sldId id="333" r:id="rId3"/>
    <p:sldId id="334" r:id="rId4"/>
    <p:sldId id="346" r:id="rId5"/>
    <p:sldId id="338" r:id="rId6"/>
    <p:sldId id="349" r:id="rId7"/>
    <p:sldId id="350" r:id="rId8"/>
    <p:sldId id="344" r:id="rId9"/>
    <p:sldId id="347" r:id="rId10"/>
    <p:sldId id="339" r:id="rId11"/>
    <p:sldId id="351" r:id="rId12"/>
    <p:sldId id="340" r:id="rId13"/>
    <p:sldId id="343" r:id="rId14"/>
    <p:sldId id="342" r:id="rId15"/>
    <p:sldId id="352" r:id="rId16"/>
    <p:sldId id="341" r:id="rId17"/>
    <p:sldId id="348" r:id="rId18"/>
    <p:sldId id="35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624" autoAdjust="0"/>
  </p:normalViewPr>
  <p:slideViewPr>
    <p:cSldViewPr>
      <p:cViewPr varScale="1">
        <p:scale>
          <a:sx n="81" d="100"/>
          <a:sy n="81" d="100"/>
        </p:scale>
        <p:origin x="108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5/12/2017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CA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12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828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99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667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75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12/05/2017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Teacher: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Term 2 Semester 1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Game!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52600"/>
            <a:ext cx="8340625" cy="31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686296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5496" y="1686296"/>
            <a:ext cx="501870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Triangles have…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3 sides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3 vertices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3 interior angles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The sum of the interior angles is 180</a:t>
            </a:r>
            <a:r>
              <a:rPr lang="en-AU" sz="2000" dirty="0" smtClean="0"/>
              <a:t>°</a:t>
            </a:r>
          </a:p>
          <a:p>
            <a:endParaRPr lang="en-US" sz="2000" dirty="0"/>
          </a:p>
          <a:p>
            <a:r>
              <a:rPr lang="en-US" sz="2000" b="1" dirty="0"/>
              <a:t>E</a:t>
            </a:r>
            <a:r>
              <a:rPr lang="en-US" sz="2000" b="1" dirty="0" smtClean="0"/>
              <a:t>quilateral triangle</a:t>
            </a:r>
            <a:r>
              <a:rPr lang="en-US" sz="2000" dirty="0" smtClean="0"/>
              <a:t>: all angles must equal 60</a:t>
            </a:r>
            <a:r>
              <a:rPr lang="en-AU" sz="2000" dirty="0" smtClean="0"/>
              <a:t>°</a:t>
            </a:r>
          </a:p>
          <a:p>
            <a:endParaRPr lang="en-AU" sz="2000" b="1" dirty="0" smtClean="0"/>
          </a:p>
          <a:p>
            <a:r>
              <a:rPr lang="en-AU" sz="2000" b="1" dirty="0" smtClean="0"/>
              <a:t>I</a:t>
            </a:r>
            <a:r>
              <a:rPr lang="en-US" sz="2000" b="1" dirty="0" err="1" smtClean="0"/>
              <a:t>sosceles</a:t>
            </a:r>
            <a:r>
              <a:rPr lang="en-US" sz="2000" b="1" dirty="0" smtClean="0"/>
              <a:t> triangle</a:t>
            </a:r>
            <a:r>
              <a:rPr lang="en-US" sz="2000" dirty="0" smtClean="0"/>
              <a:t>: 2 of the angles are the same (not the angle formed by the equal sides)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Scalene triangle</a:t>
            </a:r>
            <a:r>
              <a:rPr lang="en-US" sz="2000" dirty="0"/>
              <a:t>:</a:t>
            </a:r>
            <a:r>
              <a:rPr lang="en-US" sz="2000" dirty="0" smtClean="0"/>
              <a:t> all angles are different</a:t>
            </a:r>
            <a:endParaRPr lang="en-AU" sz="2000" dirty="0" smtClean="0"/>
          </a:p>
          <a:p>
            <a:endParaRPr lang="en-AU" sz="2000" dirty="0" smtClean="0"/>
          </a:p>
          <a:p>
            <a:r>
              <a:rPr lang="en-US" sz="2000" dirty="0" smtClean="0"/>
              <a:t>The exterior angle of a triangle is equal to the sum of the two opposite interior angles.</a:t>
            </a:r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pic>
        <p:nvPicPr>
          <p:cNvPr id="17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48019"/>
            <a:ext cx="2419350" cy="12192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446" y="1856506"/>
            <a:ext cx="1353396" cy="12451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43" y="3229940"/>
            <a:ext cx="1314158" cy="1378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116" y="4753703"/>
            <a:ext cx="2042901" cy="8673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695" y="5718529"/>
            <a:ext cx="1806270" cy="10847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090" y="1695512"/>
            <a:ext cx="16295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properties of a triangle?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do these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425016"/>
            <a:ext cx="2286000" cy="2068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816" y="1489902"/>
            <a:ext cx="2667000" cy="19385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24538"/>
            <a:ext cx="3157997" cy="1517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51" y="3886200"/>
            <a:ext cx="2516956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0501" y="3810000"/>
            <a:ext cx="2293500" cy="15396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810000"/>
            <a:ext cx="2146439" cy="10144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4953000"/>
            <a:ext cx="3290455" cy="101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0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 Find the value of angle ‘a’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80" y="1717801"/>
            <a:ext cx="7903890" cy="15401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010" y="1524000"/>
            <a:ext cx="1752600" cy="18574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42" y="4038600"/>
            <a:ext cx="8143716" cy="22069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038601"/>
            <a:ext cx="2146051" cy="22069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038599"/>
            <a:ext cx="2505595" cy="205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3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959639" y="1686296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EQ – What rules help us when working with angles?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9639" y="1686296"/>
            <a:ext cx="489836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Corresponding angles</a:t>
            </a:r>
            <a:r>
              <a:rPr lang="en-AU" sz="2000" b="1" dirty="0"/>
              <a:t> are equal in size.</a:t>
            </a:r>
          </a:p>
          <a:p>
            <a:r>
              <a:rPr lang="en-AU" sz="2000" dirty="0"/>
              <a:t>The position of corresponding angles is easy to remember it by the </a:t>
            </a:r>
            <a:r>
              <a:rPr lang="en-AU" sz="2000" b="1" u="sng" dirty="0"/>
              <a:t>‘F’ shape</a:t>
            </a:r>
            <a:r>
              <a:rPr lang="en-AU" sz="2000" dirty="0"/>
              <a:t>.</a:t>
            </a:r>
          </a:p>
          <a:p>
            <a:endParaRPr lang="en-AU" sz="2000" b="1" dirty="0"/>
          </a:p>
          <a:p>
            <a:endParaRPr lang="en-AU" sz="2000" b="1" dirty="0"/>
          </a:p>
          <a:p>
            <a:r>
              <a:rPr lang="en-AU" sz="2000" b="1" u="sng" dirty="0"/>
              <a:t>Alternate angles </a:t>
            </a:r>
            <a:r>
              <a:rPr lang="en-AU" sz="2000" b="1" dirty="0"/>
              <a:t>are equal in size</a:t>
            </a:r>
          </a:p>
          <a:p>
            <a:r>
              <a:rPr lang="en-AU" sz="2000" dirty="0"/>
              <a:t>The position of alternate angles is seen by the </a:t>
            </a:r>
            <a:r>
              <a:rPr lang="en-AU" sz="2000" b="1" u="sng" dirty="0"/>
              <a:t>‘Z’ shape</a:t>
            </a:r>
            <a:r>
              <a:rPr lang="en-AU" sz="2000" dirty="0"/>
              <a:t>.</a:t>
            </a:r>
          </a:p>
          <a:p>
            <a:endParaRPr lang="en-AU" sz="2000" b="1" dirty="0"/>
          </a:p>
          <a:p>
            <a:endParaRPr lang="en-AU" sz="2000" b="1" u="sng" dirty="0"/>
          </a:p>
          <a:p>
            <a:r>
              <a:rPr lang="en-AU" sz="2000" b="1" u="sng" dirty="0"/>
              <a:t>Co-interior angles </a:t>
            </a:r>
            <a:r>
              <a:rPr lang="en-AU" sz="2000" b="1" dirty="0"/>
              <a:t>add up to 180°.</a:t>
            </a:r>
          </a:p>
          <a:p>
            <a:r>
              <a:rPr lang="en-AU" sz="2000" dirty="0"/>
              <a:t>remember it by  the </a:t>
            </a:r>
            <a:r>
              <a:rPr lang="en-AU" sz="2000" b="1" u="sng" dirty="0"/>
              <a:t>‘C’ shape</a:t>
            </a:r>
            <a:r>
              <a:rPr lang="en-AU" sz="2000" dirty="0" smtClean="0"/>
              <a:t>.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AU" sz="2000" b="1" u="sng" dirty="0" smtClean="0"/>
              <a:t>Vertically Opposite </a:t>
            </a:r>
            <a:r>
              <a:rPr lang="en-AU" sz="2000" b="1" u="sng" dirty="0"/>
              <a:t>angles </a:t>
            </a:r>
            <a:r>
              <a:rPr lang="en-AU" sz="2000" b="1" dirty="0" smtClean="0"/>
              <a:t>are equal in size.</a:t>
            </a:r>
            <a:endParaRPr lang="en-AU" sz="2000" b="1" dirty="0"/>
          </a:p>
          <a:p>
            <a:r>
              <a:rPr lang="en-AU" sz="2000" dirty="0"/>
              <a:t>remember it by  the </a:t>
            </a:r>
            <a:r>
              <a:rPr lang="en-AU" sz="2000" b="1" u="sng" dirty="0" smtClean="0"/>
              <a:t>‘X’ </a:t>
            </a:r>
            <a:r>
              <a:rPr lang="en-AU" sz="2000" b="1" u="sng" dirty="0"/>
              <a:t>shape</a:t>
            </a:r>
            <a:r>
              <a:rPr lang="en-AU" sz="2000" dirty="0"/>
              <a:t>.</a:t>
            </a:r>
          </a:p>
          <a:p>
            <a:endParaRPr lang="en-AU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5564"/>
            <a:ext cx="1654255" cy="17222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1" y="3200400"/>
            <a:ext cx="1752600" cy="12760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148" y="4476416"/>
            <a:ext cx="1837773" cy="13718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05" y="5651500"/>
            <a:ext cx="1809750" cy="1206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176" y="1700152"/>
            <a:ext cx="1862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angle rules for parallel lines?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71389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Let’s do these together</a:t>
            </a:r>
            <a:endParaRPr lang="en-AU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71" y="2057400"/>
            <a:ext cx="7010400" cy="4558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0668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State whether these angles are corresponding (C), alternate (A), co-interior (CI) or vertically opposite (V).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500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43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22" y="-10886"/>
            <a:ext cx="8229600" cy="1143000"/>
          </a:xfrm>
        </p:spPr>
        <p:txBody>
          <a:bodyPr/>
          <a:lstStyle/>
          <a:p>
            <a:r>
              <a:rPr lang="en-US" dirty="0" smtClean="0"/>
              <a:t>Now it’s your turn!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83722" y="91216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Find the value of the letter in each of these examples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722" y="1352061"/>
            <a:ext cx="7162800" cy="54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latin typeface="+mn-lt"/>
              </a:rPr>
              <a:t>24</a:t>
            </a:r>
          </a:p>
          <a:p>
            <a:r>
              <a:rPr lang="en-AU" sz="1600" dirty="0" smtClean="0">
                <a:latin typeface="+mn-lt"/>
              </a:rPr>
              <a:t>7</a:t>
            </a:r>
          </a:p>
          <a:p>
            <a:r>
              <a:rPr lang="en-AU" sz="1600" dirty="0" smtClean="0">
                <a:latin typeface="+mn-lt"/>
              </a:rPr>
              <a:t>30</a:t>
            </a:r>
            <a:endParaRPr lang="en-AU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066408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+mn-lt"/>
              </a:rPr>
              <a:t>Date</a:t>
            </a:r>
            <a:endParaRPr lang="en-AU" sz="24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latin typeface="+mn-lt"/>
              </a:rPr>
              <a:t>EQ </a:t>
            </a:r>
            <a:r>
              <a:rPr lang="en-AU" sz="2200" dirty="0" smtClean="0">
                <a:latin typeface="+mn-lt"/>
              </a:rPr>
              <a:t>– What rules help us when working with angles? </a:t>
            </a:r>
            <a:endParaRPr lang="en-AU" sz="22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64438" y="1778079"/>
            <a:ext cx="489836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 smtClean="0"/>
              <a:t>Complementary angles </a:t>
            </a:r>
            <a:r>
              <a:rPr lang="en-AU" sz="2000" dirty="0" smtClean="0"/>
              <a:t>add to make 90</a:t>
            </a:r>
            <a:r>
              <a:rPr lang="en-AU" sz="2000" b="1" dirty="0" smtClean="0"/>
              <a:t>°</a:t>
            </a:r>
            <a:endParaRPr lang="en-US" sz="2000" b="1" dirty="0" smtClean="0"/>
          </a:p>
          <a:p>
            <a:endParaRPr lang="en-US" sz="1000" b="1" dirty="0" smtClean="0"/>
          </a:p>
          <a:p>
            <a:r>
              <a:rPr lang="en-US" sz="2000" b="1" dirty="0" err="1" smtClean="0"/>
              <a:t>Eg</a:t>
            </a:r>
            <a:r>
              <a:rPr lang="en-US" sz="2000" b="1" dirty="0" smtClean="0"/>
              <a:t> </a:t>
            </a:r>
            <a:r>
              <a:rPr lang="en-US" sz="2000" dirty="0" smtClean="0"/>
              <a:t>a</a:t>
            </a:r>
            <a:r>
              <a:rPr lang="en-AU" sz="2000" dirty="0" smtClean="0"/>
              <a:t>° + 30° = 90°</a:t>
            </a:r>
          </a:p>
          <a:p>
            <a:r>
              <a:rPr lang="en-AU" sz="2000" dirty="0" smtClean="0"/>
              <a:t>              </a:t>
            </a:r>
            <a:r>
              <a:rPr lang="en-US" sz="2000" dirty="0" smtClean="0"/>
              <a:t>a</a:t>
            </a:r>
            <a:r>
              <a:rPr lang="en-AU" sz="2000" dirty="0" smtClean="0"/>
              <a:t>°   = </a:t>
            </a:r>
            <a:r>
              <a:rPr lang="en-AU" sz="2000" dirty="0"/>
              <a:t>90</a:t>
            </a:r>
            <a:r>
              <a:rPr lang="en-AU" sz="2000" dirty="0" smtClean="0"/>
              <a:t>° - 30°</a:t>
            </a:r>
          </a:p>
          <a:p>
            <a:r>
              <a:rPr lang="en-US" sz="2000" dirty="0" smtClean="0"/>
              <a:t>	a</a:t>
            </a:r>
            <a:r>
              <a:rPr lang="en-AU" sz="2000" dirty="0" smtClean="0"/>
              <a:t>°   = 60°</a:t>
            </a:r>
            <a:endParaRPr lang="en-US" sz="2000" dirty="0" smtClean="0"/>
          </a:p>
          <a:p>
            <a:endParaRPr lang="en-AU" sz="2000" b="1" dirty="0"/>
          </a:p>
          <a:p>
            <a:r>
              <a:rPr lang="en-US" sz="2000" b="1" u="sng" dirty="0" smtClean="0"/>
              <a:t>Supplementary angles </a:t>
            </a:r>
            <a:r>
              <a:rPr lang="en-US" sz="2000" dirty="0" smtClean="0"/>
              <a:t>add to make </a:t>
            </a:r>
            <a:r>
              <a:rPr lang="en-AU" sz="2000" dirty="0" smtClean="0"/>
              <a:t>180</a:t>
            </a:r>
            <a:r>
              <a:rPr lang="en-AU" sz="2000" b="1" dirty="0" smtClean="0"/>
              <a:t>°</a:t>
            </a:r>
            <a:endParaRPr lang="en-AU" sz="2000" b="1" dirty="0"/>
          </a:p>
          <a:p>
            <a:endParaRPr lang="en-AU" sz="1000" b="1" u="sng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</a:t>
            </a:r>
            <a:r>
              <a:rPr lang="en-AU" sz="2000" dirty="0" smtClean="0"/>
              <a:t>50</a:t>
            </a:r>
            <a:r>
              <a:rPr lang="en-AU" sz="2000" dirty="0"/>
              <a:t>° = </a:t>
            </a:r>
            <a:r>
              <a:rPr lang="en-AU" sz="2000" dirty="0" smtClean="0"/>
              <a:t>180</a:t>
            </a:r>
            <a:r>
              <a:rPr lang="en-AU" sz="2000" dirty="0"/>
              <a:t>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</a:t>
            </a:r>
            <a:r>
              <a:rPr lang="en-AU" sz="2000" dirty="0" smtClean="0"/>
              <a:t>180</a:t>
            </a:r>
            <a:r>
              <a:rPr lang="en-AU" sz="2000" dirty="0"/>
              <a:t>° - </a:t>
            </a:r>
            <a:r>
              <a:rPr lang="en-AU" sz="2000" dirty="0" smtClean="0"/>
              <a:t>50</a:t>
            </a:r>
            <a:r>
              <a:rPr lang="en-AU" sz="2000" dirty="0"/>
              <a:t>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</a:t>
            </a:r>
            <a:r>
              <a:rPr lang="en-AU" sz="2000" dirty="0" smtClean="0"/>
              <a:t>130°</a:t>
            </a:r>
            <a:endParaRPr lang="en-US" sz="2000" dirty="0"/>
          </a:p>
          <a:p>
            <a:endParaRPr lang="en-US" sz="2000" dirty="0"/>
          </a:p>
          <a:p>
            <a:r>
              <a:rPr lang="en-AU" sz="2000" b="1" u="sng" dirty="0" smtClean="0"/>
              <a:t>Angles in a Revolution </a:t>
            </a:r>
            <a:r>
              <a:rPr lang="en-AU" sz="2000" dirty="0" smtClean="0"/>
              <a:t>add to make 360</a:t>
            </a:r>
            <a:r>
              <a:rPr lang="en-AU" sz="2000" b="1" dirty="0" smtClean="0"/>
              <a:t>°</a:t>
            </a:r>
          </a:p>
          <a:p>
            <a:endParaRPr lang="en-US" sz="1000" b="1" dirty="0"/>
          </a:p>
          <a:p>
            <a:r>
              <a:rPr lang="en-US" sz="2000" b="1" dirty="0" err="1"/>
              <a:t>Eg</a:t>
            </a:r>
            <a:r>
              <a:rPr lang="en-US" sz="2000" b="1" dirty="0"/>
              <a:t> </a:t>
            </a:r>
            <a:r>
              <a:rPr lang="en-US" sz="2000" dirty="0"/>
              <a:t>a</a:t>
            </a:r>
            <a:r>
              <a:rPr lang="en-AU" sz="2000" dirty="0"/>
              <a:t>° + </a:t>
            </a:r>
            <a:r>
              <a:rPr lang="en-AU" sz="2000" dirty="0" smtClean="0"/>
              <a:t>220</a:t>
            </a:r>
            <a:r>
              <a:rPr lang="en-AU" sz="2000" dirty="0"/>
              <a:t>° = </a:t>
            </a:r>
            <a:r>
              <a:rPr lang="en-AU" sz="2000" dirty="0" smtClean="0"/>
              <a:t>360</a:t>
            </a:r>
            <a:r>
              <a:rPr lang="en-AU" sz="2000" dirty="0"/>
              <a:t>°</a:t>
            </a:r>
          </a:p>
          <a:p>
            <a:r>
              <a:rPr lang="en-AU" sz="2000" dirty="0"/>
              <a:t>              </a:t>
            </a:r>
            <a:r>
              <a:rPr lang="en-US" sz="2000" dirty="0"/>
              <a:t>a</a:t>
            </a:r>
            <a:r>
              <a:rPr lang="en-AU" sz="2000" dirty="0"/>
              <a:t>°   = </a:t>
            </a:r>
            <a:r>
              <a:rPr lang="en-AU" sz="2000" dirty="0" smtClean="0"/>
              <a:t>360</a:t>
            </a:r>
            <a:r>
              <a:rPr lang="en-AU" sz="2000" dirty="0"/>
              <a:t>° - </a:t>
            </a:r>
            <a:r>
              <a:rPr lang="en-AU" sz="2000" dirty="0" smtClean="0"/>
              <a:t>220</a:t>
            </a:r>
            <a:r>
              <a:rPr lang="en-AU" sz="2000" dirty="0"/>
              <a:t>°</a:t>
            </a:r>
          </a:p>
          <a:p>
            <a:r>
              <a:rPr lang="en-US" sz="2000" dirty="0"/>
              <a:t>	a</a:t>
            </a:r>
            <a:r>
              <a:rPr lang="en-AU" sz="2000" dirty="0"/>
              <a:t>°   = </a:t>
            </a:r>
            <a:r>
              <a:rPr lang="en-AU" sz="2000" dirty="0" smtClean="0"/>
              <a:t>140</a:t>
            </a:r>
            <a:r>
              <a:rPr lang="en-AU" sz="2000" dirty="0"/>
              <a:t>°</a:t>
            </a:r>
            <a:endParaRPr lang="en-US" sz="2000" dirty="0"/>
          </a:p>
          <a:p>
            <a:endParaRPr lang="en-AU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2606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Angle Properties</a:t>
            </a:r>
            <a:endParaRPr lang="en-AU" sz="280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969397"/>
            <a:ext cx="1219200" cy="1228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3549239"/>
            <a:ext cx="1352550" cy="1190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426" y="5090981"/>
            <a:ext cx="1285875" cy="1619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76" y="1700152"/>
            <a:ext cx="18741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angle rules at a point?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528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Let’s do these together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10668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Find the value of the pronumeral.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078" y="1531433"/>
            <a:ext cx="6903522" cy="526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5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73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522" y="-10886"/>
            <a:ext cx="8229600" cy="1143000"/>
          </a:xfrm>
        </p:spPr>
        <p:txBody>
          <a:bodyPr/>
          <a:lstStyle/>
          <a:p>
            <a:r>
              <a:rPr lang="en-US" dirty="0" smtClean="0"/>
              <a:t>Now it’s your turn!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83722" y="912167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Find the value of the letter in each of these examples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524000"/>
            <a:ext cx="2209800" cy="5201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961" y="1398760"/>
            <a:ext cx="2142383" cy="5317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828" y="1463329"/>
            <a:ext cx="1987014" cy="2419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881" y="3883070"/>
            <a:ext cx="1884424" cy="2724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727" y="1402465"/>
            <a:ext cx="1983984" cy="5336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0" y="1463329"/>
            <a:ext cx="381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2.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3.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4.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5.</a:t>
            </a:r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2503087" y="152400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/>
              <a:t>7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8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/>
              <a:t>9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10.</a:t>
            </a:r>
            <a:endParaRPr lang="en-AU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671688" y="159297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11.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12.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13.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14.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15.</a:t>
            </a:r>
            <a:endParaRPr lang="en-AU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6828909" y="1592970"/>
            <a:ext cx="5226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16.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17.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18.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19.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20.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1891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Challenge!- Calculate ‘x’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719" y="1600200"/>
            <a:ext cx="3738562" cy="31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1608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</TotalTime>
  <Words>481</Words>
  <Application>Microsoft Office PowerPoint</Application>
  <PresentationFormat>On-screen Show (4:3)</PresentationFormat>
  <Paragraphs>185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My Measurement Interactive Notebook</vt:lpstr>
      <vt:lpstr>PowerPoint Presentation</vt:lpstr>
      <vt:lpstr>PowerPoint Presentation</vt:lpstr>
      <vt:lpstr>A Game!</vt:lpstr>
      <vt:lpstr>PowerPoint Presentation</vt:lpstr>
      <vt:lpstr>Let’s do these together</vt:lpstr>
      <vt:lpstr>Do you understand? Fists of Five</vt:lpstr>
      <vt:lpstr>Activity- Find the value of angle ‘a’</vt:lpstr>
      <vt:lpstr>PowerPoint Presentation</vt:lpstr>
      <vt:lpstr>Let’s do these together</vt:lpstr>
      <vt:lpstr>Do you understand? Fists of Five</vt:lpstr>
      <vt:lpstr>Now it’s your turn!</vt:lpstr>
      <vt:lpstr>PowerPoint Presentation</vt:lpstr>
      <vt:lpstr>Let’s do these together</vt:lpstr>
      <vt:lpstr>Do you understand? Fists of Five</vt:lpstr>
      <vt:lpstr>Now it’s your turn!</vt:lpstr>
      <vt:lpstr>Final Challenge!- Calculate ‘x’</vt:lpstr>
      <vt:lpstr>Notes Review</vt:lpstr>
    </vt:vector>
  </TitlesOfParts>
  <Company>The Visual Classroom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e4057735</cp:lastModifiedBy>
  <cp:revision>77</cp:revision>
  <cp:lastPrinted>1601-01-01T00:00:00Z</cp:lastPrinted>
  <dcterms:created xsi:type="dcterms:W3CDTF">2000-11-01T00:14:34Z</dcterms:created>
  <dcterms:modified xsi:type="dcterms:W3CDTF">2017-05-12T07:37:55Z</dcterms:modified>
</cp:coreProperties>
</file>