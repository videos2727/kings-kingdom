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8" r:id="rId3"/>
    <p:sldId id="269" r:id="rId4"/>
    <p:sldId id="264" r:id="rId5"/>
    <p:sldId id="257" r:id="rId6"/>
    <p:sldId id="258" r:id="rId7"/>
    <p:sldId id="260" r:id="rId8"/>
    <p:sldId id="266" r:id="rId9"/>
    <p:sldId id="267" r:id="rId10"/>
    <p:sldId id="262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8"/>
    <p:restoredTop sz="92163"/>
  </p:normalViewPr>
  <p:slideViewPr>
    <p:cSldViewPr>
      <p:cViewPr varScale="1">
        <p:scale>
          <a:sx n="101" d="100"/>
          <a:sy n="101" d="100"/>
        </p:scale>
        <p:origin x="41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Mental set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AU" dirty="0" smtClean="0"/>
              <a:t>In Class Investigation (Week)</a:t>
            </a:r>
          </a:p>
          <a:p>
            <a:pPr>
              <a:buFontTx/>
              <a:buChar char="-"/>
            </a:pPr>
            <a:r>
              <a:rPr lang="en-AU" dirty="0" smtClean="0"/>
              <a:t>Mental Maths Warm up game</a:t>
            </a:r>
            <a:r>
              <a:rPr lang="is-IS" dirty="0" smtClean="0"/>
              <a:t>…..</a:t>
            </a:r>
            <a:r>
              <a:rPr lang="en-AU" dirty="0" smtClean="0"/>
              <a:t>Ask students to choose a number (usually 1 - 9) and write it down </a:t>
            </a:r>
            <a:r>
              <a:rPr lang="is-IS" dirty="0" smtClean="0"/>
              <a:t>…</a:t>
            </a:r>
            <a:endParaRPr lang="en-AU" dirty="0" smtClean="0"/>
          </a:p>
          <a:p>
            <a:pPr>
              <a:buFontTx/>
              <a:buChar char="-"/>
            </a:pPr>
            <a:r>
              <a:rPr lang="en-AU" dirty="0" smtClean="0"/>
              <a:t>Add 6           +6</a:t>
            </a:r>
          </a:p>
          <a:p>
            <a:pPr>
              <a:buFontTx/>
              <a:buChar char="-"/>
            </a:pPr>
            <a:r>
              <a:rPr lang="en-AU" dirty="0" smtClean="0"/>
              <a:t>                     X 2</a:t>
            </a:r>
          </a:p>
          <a:p>
            <a:pPr>
              <a:buFontTx/>
              <a:buChar char="-"/>
            </a:pPr>
            <a:r>
              <a:rPr lang="en-AU" dirty="0" smtClean="0"/>
              <a:t>                    (-) 8</a:t>
            </a:r>
          </a:p>
          <a:p>
            <a:pPr>
              <a:buFontTx/>
              <a:buChar char="-"/>
            </a:pPr>
            <a:r>
              <a:rPr lang="en-AU" dirty="0" smtClean="0"/>
              <a:t>Divide by   (/) 2     </a:t>
            </a:r>
          </a:p>
          <a:p>
            <a:pPr>
              <a:buFontTx/>
              <a:buChar char="-"/>
            </a:pPr>
            <a:r>
              <a:rPr lang="en-AU" dirty="0" smtClean="0"/>
              <a:t>Then subtract the original number</a:t>
            </a:r>
            <a:endParaRPr lang="en-AU" dirty="0"/>
          </a:p>
          <a:p>
            <a:pPr>
              <a:buFontTx/>
              <a:buChar char="-"/>
            </a:pPr>
            <a:endParaRPr lang="en-AU" dirty="0" smtClean="0"/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Try it again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Try a fraction</a:t>
            </a:r>
          </a:p>
          <a:p>
            <a:pPr marL="0" indent="0">
              <a:buNone/>
            </a:pPr>
            <a:r>
              <a:rPr lang="en-US" dirty="0" smtClean="0"/>
              <a:t>Try a decimal</a:t>
            </a:r>
          </a:p>
          <a:p>
            <a:pPr marL="0" indent="0">
              <a:buNone/>
            </a:pPr>
            <a:r>
              <a:rPr lang="en-US" dirty="0" smtClean="0"/>
              <a:t>Try a shape</a:t>
            </a:r>
          </a:p>
          <a:p>
            <a:pPr marL="0" indent="0">
              <a:buNone/>
            </a:pPr>
            <a:r>
              <a:rPr lang="en-US" dirty="0" smtClean="0"/>
              <a:t>A bigger number</a:t>
            </a:r>
          </a:p>
          <a:p>
            <a:pPr marL="0" indent="0">
              <a:buNone/>
            </a:pPr>
            <a:r>
              <a:rPr lang="en-US" dirty="0" smtClean="0"/>
              <a:t>Try a pronumeral</a:t>
            </a:r>
            <a:r>
              <a:rPr lang="is-IS" dirty="0" smtClean="0"/>
              <a:t>…...</a:t>
            </a:r>
          </a:p>
          <a:p>
            <a:pPr marL="0" indent="0">
              <a:buNone/>
            </a:pPr>
            <a:r>
              <a:rPr lang="is-IS" dirty="0" smtClean="0"/>
              <a:t>Try using   “x”.....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48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Algebra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 “x” be the number</a:t>
            </a:r>
            <a:r>
              <a:rPr lang="is-IS" dirty="0" smtClean="0"/>
              <a:t>….</a:t>
            </a:r>
          </a:p>
          <a:p>
            <a:r>
              <a:rPr lang="en-US" dirty="0" smtClean="0"/>
              <a:t>X</a:t>
            </a:r>
            <a:r>
              <a:rPr lang="is-IS" dirty="0"/>
              <a:t> </a:t>
            </a:r>
            <a:r>
              <a:rPr lang="is-IS" b="1" dirty="0" smtClean="0"/>
              <a:t>+ 6</a:t>
            </a:r>
            <a:r>
              <a:rPr lang="is-IS" dirty="0" smtClean="0"/>
              <a:t>             ( an expression)</a:t>
            </a:r>
          </a:p>
          <a:p>
            <a:r>
              <a:rPr lang="is-IS" b="1" dirty="0" smtClean="0"/>
              <a:t>2</a:t>
            </a:r>
            <a:r>
              <a:rPr lang="is-IS" dirty="0" smtClean="0"/>
              <a:t>( x + 6)</a:t>
            </a:r>
          </a:p>
          <a:p>
            <a:r>
              <a:rPr lang="is-IS" dirty="0" smtClean="0"/>
              <a:t>Expand the brackets.....</a:t>
            </a:r>
            <a:r>
              <a:rPr lang="en-US" dirty="0" smtClean="0"/>
              <a:t>B</a:t>
            </a:r>
            <a:r>
              <a:rPr lang="is-IS" dirty="0" smtClean="0"/>
              <a:t>ecomes  2x + 12</a:t>
            </a:r>
          </a:p>
          <a:p>
            <a:r>
              <a:rPr lang="is-IS" dirty="0" smtClean="0"/>
              <a:t>2x + 12 </a:t>
            </a:r>
            <a:r>
              <a:rPr lang="is-IS" b="1" dirty="0" smtClean="0"/>
              <a:t>– 8</a:t>
            </a:r>
            <a:r>
              <a:rPr lang="is-IS" dirty="0" smtClean="0"/>
              <a:t> = 2x + 4  ( an equation)</a:t>
            </a:r>
          </a:p>
          <a:p>
            <a:r>
              <a:rPr lang="is-IS" dirty="0" smtClean="0"/>
              <a:t>2x + 4 </a:t>
            </a:r>
            <a:r>
              <a:rPr lang="is-IS" b="1" dirty="0" smtClean="0"/>
              <a:t>/2   </a:t>
            </a:r>
            <a:r>
              <a:rPr lang="is-IS" dirty="0" smtClean="0"/>
              <a:t>can be simplified by cancelling out HCFs   = x + 2 </a:t>
            </a:r>
            <a:r>
              <a:rPr lang="is-IS" b="1" dirty="0" smtClean="0"/>
              <a:t>-2   = x   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445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Date: 8/3/17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 flipH="1" flipV="1">
            <a:off x="3245278" y="2852936"/>
            <a:ext cx="5172709" cy="3061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222979"/>
              </p:ext>
            </p:extLst>
          </p:nvPr>
        </p:nvGraphicFramePr>
        <p:xfrm>
          <a:off x="3563889" y="2420888"/>
          <a:ext cx="4056111" cy="2592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037"/>
                <a:gridCol w="1352037"/>
                <a:gridCol w="1352037"/>
              </a:tblGrid>
              <a:tr h="864096">
                <a:tc>
                  <a:txBody>
                    <a:bodyPr/>
                    <a:lstStyle/>
                    <a:p>
                      <a:r>
                        <a:rPr lang="en-US" dirty="0" smtClean="0"/>
                        <a:t>54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56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864096"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66</a:t>
                      </a:r>
                      <a:endParaRPr lang="en-US" dirty="0"/>
                    </a:p>
                  </a:txBody>
                  <a:tcPr/>
                </a:tc>
              </a:tr>
              <a:tr h="864096">
                <a:tc>
                  <a:txBody>
                    <a:bodyPr/>
                    <a:lstStyle/>
                    <a:p>
                      <a:r>
                        <a:rPr lang="en-US" dirty="0" smtClean="0"/>
                        <a:t>74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563889" y="5589240"/>
            <a:ext cx="4176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Some of you may remember doing this 3 x 3 square and adding 4 numbers in 3 differing patterns to get the same amount?  See the four here in bold? =260?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3472" y="2276872"/>
            <a:ext cx="2492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“Access to Algebra” Book One, p. 9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600200"/>
            <a:ext cx="7931224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 algn="ctr">
              <a:buNone/>
            </a:pPr>
            <a:r>
              <a:rPr lang="en-AU" dirty="0" smtClean="0"/>
              <a:t>investigate a feature of the </a:t>
            </a:r>
            <a:r>
              <a:rPr lang="en-AU" b="1" dirty="0" smtClean="0"/>
              <a:t>hundreds square </a:t>
            </a:r>
            <a:r>
              <a:rPr lang="en-AU" dirty="0" smtClean="0"/>
              <a:t>using multiplication </a:t>
            </a:r>
            <a:r>
              <a:rPr lang="en-AU" dirty="0"/>
              <a:t>&amp;</a:t>
            </a:r>
            <a:r>
              <a:rPr lang="en-AU" dirty="0" smtClean="0"/>
              <a:t> </a:t>
            </a:r>
            <a:r>
              <a:rPr lang="en-AU" dirty="0" smtClean="0"/>
              <a:t>subtraction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AU" dirty="0" smtClean="0"/>
              <a:t>You will know you are successful in achieving the objective by</a:t>
            </a:r>
            <a:r>
              <a:rPr lang="en-AU" dirty="0" smtClean="0"/>
              <a:t>…</a:t>
            </a:r>
          </a:p>
          <a:p>
            <a:pPr marL="0" indent="0" algn="just">
              <a:buNone/>
            </a:pPr>
            <a:r>
              <a:rPr lang="en-AU" dirty="0" smtClean="0"/>
              <a:t>completing </a:t>
            </a:r>
            <a:r>
              <a:rPr lang="en-AU" dirty="0" smtClean="0"/>
              <a:t>all 13 questions on </a:t>
            </a:r>
            <a:r>
              <a:rPr lang="en-AU" dirty="0" smtClean="0"/>
              <a:t>the 4 </a:t>
            </a:r>
            <a:r>
              <a:rPr lang="en-AU" dirty="0" smtClean="0"/>
              <a:t>page sheet </a:t>
            </a:r>
            <a:endParaRPr lang="en-AU" dirty="0" smtClean="0"/>
          </a:p>
          <a:p>
            <a:pPr marL="0" indent="0" algn="just">
              <a:buNone/>
            </a:pPr>
            <a:r>
              <a:rPr lang="en-AU" dirty="0" smtClean="0"/>
              <a:t>and </a:t>
            </a:r>
            <a:r>
              <a:rPr lang="en-AU" dirty="0" smtClean="0"/>
              <a:t>feel “on top of it” after checking your </a:t>
            </a:r>
            <a:r>
              <a:rPr lang="en-AU" dirty="0" smtClean="0"/>
              <a:t>answers </a:t>
            </a:r>
          </a:p>
          <a:p>
            <a:pPr marL="0" indent="0" algn="just">
              <a:buNone/>
            </a:pPr>
            <a:r>
              <a:rPr lang="en-AU" dirty="0" smtClean="0"/>
              <a:t>going </a:t>
            </a:r>
            <a:r>
              <a:rPr lang="en-AU" dirty="0" smtClean="0"/>
              <a:t>into the</a:t>
            </a:r>
          </a:p>
          <a:p>
            <a:pPr marL="0" indent="0" algn="ctr">
              <a:buNone/>
            </a:pPr>
            <a:r>
              <a:rPr lang="en-AU" dirty="0" smtClean="0"/>
              <a:t>In </a:t>
            </a:r>
            <a:r>
              <a:rPr lang="en-AU" dirty="0" smtClean="0"/>
              <a:t>class Investigation later this week.  </a:t>
            </a:r>
          </a:p>
          <a:p>
            <a:pPr marL="0" indent="0" algn="just">
              <a:buNone/>
            </a:pPr>
            <a:endParaRPr lang="en-AU" dirty="0"/>
          </a:p>
          <a:p>
            <a:pPr marL="0" indent="0" algn="just">
              <a:buNone/>
            </a:pPr>
            <a:r>
              <a:rPr lang="en-AU" dirty="0" smtClean="0"/>
              <a:t>This Investigation IS </a:t>
            </a:r>
            <a:r>
              <a:rPr lang="en-AU" dirty="0" smtClean="0"/>
              <a:t>your homework component, so no other Maths homework will be </a:t>
            </a:r>
            <a:r>
              <a:rPr lang="en-AU" dirty="0" smtClean="0"/>
              <a:t>given this week.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581400" y="2946400"/>
            <a:ext cx="4132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Highlight the 2 x </a:t>
            </a:r>
            <a:r>
              <a:rPr lang="en-US" smtClean="0"/>
              <a:t>2 square at 46, 47, 56, 57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Checking for Understanding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Guided Practice</a:t>
            </a:r>
            <a:endParaRPr lang="en-AU" sz="4400" dirty="0"/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Success Criteria</a:t>
            </a:r>
          </a:p>
          <a:p>
            <a:pPr marL="0" indent="0">
              <a:buNone/>
            </a:pPr>
            <a:r>
              <a:rPr lang="en-AU" dirty="0" smtClean="0"/>
              <a:t>Thumbs up </a:t>
            </a:r>
            <a:r>
              <a:rPr lang="en-AU" dirty="0" err="1" smtClean="0"/>
              <a:t>etc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sson slide skeleton" id="{95B4C662-E249-3040-9777-9C48746A75F5}" vid="{156CE5DC-1B6B-804A-9250-EB1CDAE4D7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Lesson slide skeleton</Template>
  <TotalTime>40</TotalTime>
  <Words>350</Words>
  <Application>Microsoft Macintosh PowerPoint</Application>
  <PresentationFormat>On-screen Show (4:3)</PresentationFormat>
  <Paragraphs>82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Arial</vt:lpstr>
      <vt:lpstr>Office Theme</vt:lpstr>
      <vt:lpstr>Mental set</vt:lpstr>
      <vt:lpstr>Try it again</vt:lpstr>
      <vt:lpstr>Use Algebra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PATERSON Anne</dc:creator>
  <cp:lastModifiedBy>PATERSON Anne</cp:lastModifiedBy>
  <cp:revision>9</cp:revision>
  <dcterms:created xsi:type="dcterms:W3CDTF">2017-03-06T01:15:21Z</dcterms:created>
  <dcterms:modified xsi:type="dcterms:W3CDTF">2017-03-06T02:15:11Z</dcterms:modified>
</cp:coreProperties>
</file>