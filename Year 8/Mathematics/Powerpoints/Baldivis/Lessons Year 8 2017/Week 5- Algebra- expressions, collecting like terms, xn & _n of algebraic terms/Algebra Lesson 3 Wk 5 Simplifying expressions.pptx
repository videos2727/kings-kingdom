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323" r:id="rId3"/>
    <p:sldId id="259" r:id="rId4"/>
    <p:sldId id="258" r:id="rId5"/>
    <p:sldId id="309" r:id="rId6"/>
    <p:sldId id="318" r:id="rId7"/>
    <p:sldId id="317" r:id="rId8"/>
    <p:sldId id="316" r:id="rId9"/>
    <p:sldId id="315" r:id="rId10"/>
    <p:sldId id="314" r:id="rId11"/>
    <p:sldId id="312" r:id="rId12"/>
    <p:sldId id="313" r:id="rId13"/>
    <p:sldId id="311" r:id="rId14"/>
    <p:sldId id="310" r:id="rId15"/>
    <p:sldId id="308" r:id="rId16"/>
    <p:sldId id="319" r:id="rId17"/>
    <p:sldId id="320" r:id="rId18"/>
    <p:sldId id="321" r:id="rId19"/>
    <p:sldId id="322" r:id="rId20"/>
    <p:sldId id="324" r:id="rId21"/>
    <p:sldId id="292" r:id="rId22"/>
    <p:sldId id="29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2"/>
    <p:restoredTop sz="50000" autoAdjust="0"/>
  </p:normalViewPr>
  <p:slideViewPr>
    <p:cSldViewPr>
      <p:cViewPr varScale="1">
        <p:scale>
          <a:sx n="56" d="100"/>
          <a:sy n="56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 smtClean="0"/>
              <a:t>The SET</a:t>
            </a:r>
          </a:p>
          <a:p>
            <a:pPr marL="0" indent="0" algn="ctr">
              <a:buNone/>
            </a:pPr>
            <a:r>
              <a:rPr lang="en-US" u="sng" dirty="0" smtClean="0"/>
              <a:t>Quick write</a:t>
            </a:r>
            <a:endParaRPr lang="is-IS" u="sng" dirty="0" smtClean="0"/>
          </a:p>
          <a:p>
            <a:pPr algn="ctr"/>
            <a:r>
              <a:rPr lang="is-IS" dirty="0" smtClean="0"/>
              <a:t>We all know </a:t>
            </a:r>
            <a:r>
              <a:rPr lang="is-IS" b="1" dirty="0"/>
              <a:t>E</a:t>
            </a:r>
            <a:r>
              <a:rPr lang="is-IS" b="1" dirty="0" smtClean="0"/>
              <a:t>xpressions</a:t>
            </a:r>
            <a:r>
              <a:rPr lang="is-IS" dirty="0" smtClean="0"/>
              <a:t> in English,</a:t>
            </a:r>
          </a:p>
          <a:p>
            <a:pPr algn="ctr"/>
            <a:r>
              <a:rPr lang="is-IS" dirty="0" smtClean="0"/>
              <a:t>but</a:t>
            </a:r>
          </a:p>
          <a:p>
            <a:pPr algn="ctr"/>
            <a:r>
              <a:rPr lang="en-US" dirty="0" smtClean="0"/>
              <a:t>W</a:t>
            </a:r>
            <a:r>
              <a:rPr lang="is-IS" dirty="0" smtClean="0"/>
              <a:t>hat is an Expression In Maths?</a:t>
            </a:r>
          </a:p>
          <a:p>
            <a:pPr algn="ctr"/>
            <a:r>
              <a:rPr lang="is-IS" dirty="0" smtClean="0"/>
              <a:t>What is an equation?</a:t>
            </a:r>
          </a:p>
          <a:p>
            <a:pPr algn="ctr"/>
            <a:endParaRPr lang="is-IS" dirty="0"/>
          </a:p>
          <a:p>
            <a:pPr algn="ctr"/>
            <a:r>
              <a:rPr lang="is-IS" dirty="0" smtClean="0"/>
              <a:t>Are they the same? Different or related?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62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553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052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334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0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05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1840" y="5085184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Important: the sign stay in front of the term even when it is moved.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867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1840" y="5085184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Important: the sign stay in front of the term even when it is moved. 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17748" y="508518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about the operations?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981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1840" y="5085184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Important: the sign stay in front of the term even when it is moved.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84153" y="5805264"/>
                <a:ext cx="5808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− 2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b="0" dirty="0" smtClean="0"/>
              </a:p>
              <a:p>
                <a:r>
                  <a:rPr lang="en-AU" dirty="0" smtClean="0"/>
                  <a:t>=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+7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+3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=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153" y="5805264"/>
                <a:ext cx="5808327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944" t="-3289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7748" y="508518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about the operations?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442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3084153" y="2851194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combined when they are added or subtracted to simplify the expression.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 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17032"/>
                <a:ext cx="590465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29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84153" y="4293096"/>
            <a:ext cx="580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Reminder: multiplication can be done in any order and you will get the same answer (The Distributive Law).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1840" y="5085184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Important: the sign stay in front of the term even when it is moved.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84153" y="5805264"/>
                <a:ext cx="5808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+ 7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− 2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b="0" dirty="0" smtClean="0"/>
              </a:p>
              <a:p>
                <a:r>
                  <a:rPr lang="en-AU" dirty="0" smtClean="0"/>
                  <a:t>=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+7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+3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=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153" y="5805264"/>
                <a:ext cx="5808327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944" t="-3289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4427984" y="5805264"/>
            <a:ext cx="576064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5004048" y="5805264"/>
            <a:ext cx="504056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80112" y="5546849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F0"/>
                </a:solidFill>
              </a:rPr>
              <a:t>The – sign stays with the term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748" y="508518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about the operations?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023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22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212976"/>
                <a:ext cx="7488832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576" y="5013176"/>
                <a:ext cx="7704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𝑎𝑐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−5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013176"/>
                <a:ext cx="7704856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61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2901" y="1268760"/>
            <a:ext cx="6258197" cy="503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0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587" y="2060848"/>
            <a:ext cx="734282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20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EXIT 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Students circle the 4 expressions &amp; </a:t>
            </a:r>
          </a:p>
          <a:p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underline </a:t>
            </a:r>
            <a:r>
              <a:rPr lang="en-US" u="sng" dirty="0" smtClean="0"/>
              <a:t>the 2 equations</a:t>
            </a:r>
          </a:p>
          <a:p>
            <a:r>
              <a:rPr lang="en-US" dirty="0" smtClean="0"/>
              <a:t>9							a</a:t>
            </a:r>
            <a:r>
              <a:rPr lang="en-US" baseline="30000" dirty="0" smtClean="0"/>
              <a:t>2</a:t>
            </a:r>
            <a:r>
              <a:rPr lang="en-US" dirty="0" smtClean="0"/>
              <a:t>b</a:t>
            </a:r>
            <a:r>
              <a:rPr lang="en-US" baseline="30000" dirty="0" smtClean="0"/>
              <a:t>2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7x + 2x = 9					(b</a:t>
            </a:r>
            <a:r>
              <a:rPr lang="en-US" baseline="30000" dirty="0" smtClean="0"/>
              <a:t>2</a:t>
            </a:r>
            <a:r>
              <a:rPr lang="en-US" dirty="0" smtClean="0"/>
              <a:t>a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  <a:r>
              <a:rPr lang="en-US" baseline="30000" dirty="0" smtClean="0"/>
              <a:t>0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endParaRPr lang="en-US" dirty="0"/>
          </a:p>
          <a:p>
            <a:r>
              <a:rPr lang="en-US" dirty="0" smtClean="0"/>
              <a:t>7x + 2x 				b</a:t>
            </a:r>
            <a:r>
              <a:rPr lang="en-US" baseline="30000" dirty="0" smtClean="0"/>
              <a:t>2</a:t>
            </a:r>
            <a:r>
              <a:rPr lang="en-US" dirty="0" smtClean="0"/>
              <a:t>a</a:t>
            </a:r>
            <a:r>
              <a:rPr lang="en-US" baseline="30000" dirty="0" smtClean="0"/>
              <a:t>2 </a:t>
            </a:r>
            <a:r>
              <a:rPr lang="en-US" dirty="0" smtClean="0"/>
              <a:t>+ a</a:t>
            </a:r>
            <a:r>
              <a:rPr lang="en-US" baseline="30000" dirty="0" smtClean="0"/>
              <a:t>2</a:t>
            </a:r>
            <a:r>
              <a:rPr lang="en-US" dirty="0" smtClean="0"/>
              <a:t>b</a:t>
            </a:r>
            <a:r>
              <a:rPr lang="en-US" baseline="30000" dirty="0" smtClean="0"/>
              <a:t>2 </a:t>
            </a:r>
            <a:r>
              <a:rPr lang="en-US" dirty="0" smtClean="0"/>
              <a:t>= 2</a:t>
            </a:r>
            <a:r>
              <a:rPr lang="en-US" baseline="30000" dirty="0"/>
              <a:t> </a:t>
            </a:r>
            <a:r>
              <a:rPr lang="en-US" dirty="0" smtClean="0"/>
              <a:t>a</a:t>
            </a:r>
            <a:r>
              <a:rPr lang="en-US" baseline="30000" dirty="0" smtClean="0"/>
              <a:t>2</a:t>
            </a:r>
            <a:r>
              <a:rPr lang="en-US" dirty="0" smtClean="0"/>
              <a:t>b</a:t>
            </a:r>
            <a:r>
              <a:rPr lang="en-US" baseline="30000" dirty="0" smtClean="0"/>
              <a:t>2</a:t>
            </a:r>
            <a:r>
              <a:rPr lang="en-US" dirty="0" smtClean="0"/>
              <a:t>											</a:t>
            </a:r>
            <a:endParaRPr lang="en-US" dirty="0"/>
          </a:p>
        </p:txBody>
      </p:sp>
      <p:sp>
        <p:nvSpPr>
          <p:cNvPr id="4" name="Donut 3"/>
          <p:cNvSpPr/>
          <p:nvPr/>
        </p:nvSpPr>
        <p:spPr>
          <a:xfrm>
            <a:off x="6660232" y="1417638"/>
            <a:ext cx="1418456" cy="85923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400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1105</Words>
  <Application>Microsoft Macintosh PowerPoint</Application>
  <PresentationFormat>On-screen Show (4:3)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Cambria Math</vt:lpstr>
      <vt:lpstr>Arial</vt:lpstr>
      <vt:lpstr>Office Theme</vt:lpstr>
      <vt:lpstr>My Algebra   Interactive Notebook</vt:lpstr>
      <vt:lpstr>The Hook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these together</vt:lpstr>
      <vt:lpstr>Let’s try these together</vt:lpstr>
      <vt:lpstr>Let’s try these together</vt:lpstr>
      <vt:lpstr>Task</vt:lpstr>
      <vt:lpstr>Answers</vt:lpstr>
      <vt:lpstr>EXIT PASS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PATERSON Anne</cp:lastModifiedBy>
  <cp:revision>47</cp:revision>
  <dcterms:created xsi:type="dcterms:W3CDTF">2014-05-14T02:58:57Z</dcterms:created>
  <dcterms:modified xsi:type="dcterms:W3CDTF">2017-02-25T09:49:11Z</dcterms:modified>
</cp:coreProperties>
</file>