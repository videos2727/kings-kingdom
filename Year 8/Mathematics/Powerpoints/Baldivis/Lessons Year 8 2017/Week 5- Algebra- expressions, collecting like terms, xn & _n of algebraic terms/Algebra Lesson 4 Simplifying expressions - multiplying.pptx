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0" r:id="rId2"/>
    <p:sldId id="330" r:id="rId3"/>
    <p:sldId id="259" r:id="rId4"/>
    <p:sldId id="258" r:id="rId5"/>
    <p:sldId id="320" r:id="rId6"/>
    <p:sldId id="325" r:id="rId7"/>
    <p:sldId id="324" r:id="rId8"/>
    <p:sldId id="323" r:id="rId9"/>
    <p:sldId id="322" r:id="rId10"/>
    <p:sldId id="321" r:id="rId11"/>
    <p:sldId id="319" r:id="rId12"/>
    <p:sldId id="311" r:id="rId13"/>
    <p:sldId id="317" r:id="rId14"/>
    <p:sldId id="316" r:id="rId15"/>
    <p:sldId id="315" r:id="rId16"/>
    <p:sldId id="314" r:id="rId17"/>
    <p:sldId id="313" r:id="rId18"/>
    <p:sldId id="312" r:id="rId19"/>
    <p:sldId id="309" r:id="rId20"/>
    <p:sldId id="308" r:id="rId21"/>
    <p:sldId id="310" r:id="rId22"/>
    <p:sldId id="329" r:id="rId23"/>
    <p:sldId id="326" r:id="rId24"/>
    <p:sldId id="328" r:id="rId25"/>
    <p:sldId id="327" r:id="rId26"/>
    <p:sldId id="292" r:id="rId27"/>
    <p:sldId id="331" r:id="rId28"/>
    <p:sldId id="29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2"/>
    <p:restoredTop sz="50000" autoAdjust="0"/>
  </p:normalViewPr>
  <p:slideViewPr>
    <p:cSldViewPr>
      <p:cViewPr varScale="1">
        <p:scale>
          <a:sx n="56" d="100"/>
          <a:sy n="56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or 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5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1921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714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702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160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608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844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503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398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111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182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090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654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508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500131" y="5719908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51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508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500131" y="5719908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380312" y="5663824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350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3848" y="6246604"/>
                <a:ext cx="5328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246604"/>
                <a:ext cx="5328592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508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500131" y="5719908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380312" y="5663824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68"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88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68"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363" y="4427249"/>
                <a:ext cx="7344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63" y="4427249"/>
                <a:ext cx="734481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18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340768"/>
            <a:ext cx="7704856" cy="8309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094215"/>
            <a:ext cx="8208746" cy="15121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37" y="3528634"/>
            <a:ext cx="7488832" cy="13675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" y="4509120"/>
            <a:ext cx="7586601" cy="21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9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Enrichment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196752"/>
            <a:ext cx="7704856" cy="3757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157192"/>
            <a:ext cx="6336704" cy="105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77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417638"/>
            <a:ext cx="6282885" cy="35202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937911"/>
            <a:ext cx="5544616" cy="6664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23" y="5733256"/>
            <a:ext cx="2276873" cy="34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6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EXIT 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Can you </a:t>
            </a:r>
            <a:r>
              <a:rPr lang="en-US" b="1" dirty="0" smtClean="0"/>
              <a:t>circle</a:t>
            </a:r>
            <a:r>
              <a:rPr lang="en-US" dirty="0" smtClean="0"/>
              <a:t> the correct equations?</a:t>
            </a:r>
            <a:endParaRPr lang="en-US" dirty="0"/>
          </a:p>
          <a:p>
            <a:pPr marL="514350" indent="-514350" algn="ctr">
              <a:buFont typeface="+mj-lt"/>
              <a:buAutoNum type="arabicPeriod"/>
            </a:pPr>
            <a:r>
              <a:rPr lang="en-US" dirty="0" smtClean="0"/>
              <a:t>2Abc x  4ca</a:t>
            </a:r>
            <a:r>
              <a:rPr lang="en-US" baseline="30000" dirty="0" smtClean="0"/>
              <a:t>2</a:t>
            </a:r>
            <a:r>
              <a:rPr lang="en-US" dirty="0" smtClean="0"/>
              <a:t>b  =  6 b</a:t>
            </a:r>
            <a:r>
              <a:rPr lang="en-US" baseline="30000" dirty="0" smtClean="0"/>
              <a:t>2</a:t>
            </a:r>
            <a:r>
              <a:rPr lang="en-US" dirty="0" smtClean="0"/>
              <a:t>c</a:t>
            </a:r>
            <a:r>
              <a:rPr lang="en-US" baseline="30000" dirty="0" smtClean="0"/>
              <a:t>2 </a:t>
            </a:r>
            <a:r>
              <a:rPr lang="en-US" dirty="0" smtClean="0"/>
              <a:t>a</a:t>
            </a:r>
            <a:r>
              <a:rPr lang="en-US" baseline="30000" dirty="0" smtClean="0"/>
              <a:t>3</a:t>
            </a:r>
          </a:p>
          <a:p>
            <a:pPr marL="514350" indent="-514350" algn="ctr">
              <a:buFont typeface="+mj-lt"/>
              <a:buAutoNum type="arabicPeriod"/>
            </a:pPr>
            <a:endParaRPr lang="en-US" baseline="30000" dirty="0"/>
          </a:p>
          <a:p>
            <a:pPr marL="514350" indent="-514350" algn="ctr">
              <a:buFont typeface="+mj-lt"/>
              <a:buAutoNum type="arabicPeriod"/>
            </a:pPr>
            <a:r>
              <a:rPr lang="en-US" dirty="0" smtClean="0"/>
              <a:t>14 a x a x 2 a =16 a</a:t>
            </a:r>
            <a:r>
              <a:rPr lang="en-US" baseline="30000" dirty="0" smtClean="0"/>
              <a:t>3</a:t>
            </a:r>
            <a:endParaRPr lang="en-US" dirty="0" smtClean="0"/>
          </a:p>
          <a:p>
            <a:pPr marL="514350" indent="-514350" algn="ctr">
              <a:buFont typeface="+mj-lt"/>
              <a:buAutoNum type="arabicPeriod"/>
            </a:pPr>
            <a:endParaRPr lang="en-US" dirty="0"/>
          </a:p>
          <a:p>
            <a:pPr marL="514350" indent="-514350" algn="ctr">
              <a:buFont typeface="+mj-lt"/>
              <a:buAutoNum type="arabicPeriod"/>
            </a:pPr>
            <a:r>
              <a:rPr lang="en-US" dirty="0" smtClean="0"/>
              <a:t>7Cb </a:t>
            </a:r>
            <a:r>
              <a:rPr lang="en-US" i="1" dirty="0" smtClean="0"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en-US" dirty="0" smtClean="0"/>
              <a:t> 2ab  = 14 ab</a:t>
            </a:r>
            <a:r>
              <a:rPr lang="en-US" baseline="30000" dirty="0" smtClean="0"/>
              <a:t>2</a:t>
            </a:r>
            <a:r>
              <a:rPr lang="en-US" dirty="0" smtClean="0"/>
              <a:t> c</a:t>
            </a:r>
          </a:p>
          <a:p>
            <a:pPr marL="514350" indent="-514350" algn="ctr">
              <a:buFont typeface="+mj-lt"/>
              <a:buAutoNum type="arabicPeriod"/>
            </a:pPr>
            <a:endParaRPr lang="en-US" dirty="0" smtClean="0"/>
          </a:p>
          <a:p>
            <a:pPr marL="514350" indent="-514350" algn="ctr">
              <a:buFont typeface="+mj-lt"/>
              <a:buAutoNum type="arabicPeriod"/>
            </a:pPr>
            <a:r>
              <a:rPr lang="en-US" dirty="0" smtClean="0"/>
              <a:t>3ab </a:t>
            </a:r>
            <a:r>
              <a:rPr lang="en-US" i="1" dirty="0" smtClean="0"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en-US" dirty="0" smtClean="0"/>
              <a:t> 2ca = 6a</a:t>
            </a:r>
            <a:r>
              <a:rPr lang="en-US" baseline="30000" dirty="0" smtClean="0"/>
              <a:t>2</a:t>
            </a:r>
            <a:r>
              <a:rPr lang="en-US" dirty="0" smtClean="0"/>
              <a:t>bc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3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1670</Words>
  <Application>Microsoft Macintosh PowerPoint</Application>
  <PresentationFormat>On-screen Show (4:3)</PresentationFormat>
  <Paragraphs>295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</vt:lpstr>
      <vt:lpstr>Cambria Math</vt:lpstr>
      <vt:lpstr>Courier</vt:lpstr>
      <vt:lpstr>Arial</vt:lpstr>
      <vt:lpstr>Office Theme</vt:lpstr>
      <vt:lpstr>My Algebra   Interactive Notebook</vt:lpstr>
      <vt:lpstr>Set or Hook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</vt:lpstr>
      <vt:lpstr>Let’s try these together</vt:lpstr>
      <vt:lpstr>Let’s try these together</vt:lpstr>
      <vt:lpstr>Task</vt:lpstr>
      <vt:lpstr>Enrichment</vt:lpstr>
      <vt:lpstr>Answers</vt:lpstr>
      <vt:lpstr>Notes Review</vt:lpstr>
      <vt:lpstr>EXIT PASS</vt:lpstr>
      <vt:lpstr>Homework</vt:lpstr>
    </vt:vector>
  </TitlesOfParts>
  <Company>The Department of Education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PATERSON Anne</cp:lastModifiedBy>
  <cp:revision>53</cp:revision>
  <dcterms:created xsi:type="dcterms:W3CDTF">2014-05-14T02:58:57Z</dcterms:created>
  <dcterms:modified xsi:type="dcterms:W3CDTF">2017-02-25T10:19:54Z</dcterms:modified>
</cp:coreProperties>
</file>