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Shape 21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Shape 39"/>
          <p:cNvSpPr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hape 48"/>
          <p:cNvSpPr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/>
          <p:nvPr>
            <p:ph type="body" sz="quarter" idx="13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hape 5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Shape 73"/>
          <p:cNvSpPr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hape 74"/>
          <p:cNvSpPr/>
          <p:nvPr>
            <p:ph type="body" sz="half" idx="13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Shape 83"/>
          <p:cNvSpPr/>
          <p:nvPr>
            <p:ph type="pic" sz="half" idx="13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hape 8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3" name="Shape 93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title"/>
          </p:nvPr>
        </p:nvSpPr>
        <p:spPr>
          <a:xfrm>
            <a:off x="6629400" y="274638"/>
            <a:ext cx="2057400" cy="585152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Shape 102"/>
          <p:cNvSpPr/>
          <p:nvPr>
            <p:ph type="body" idx="1"/>
          </p:nvPr>
        </p:nvSpPr>
        <p:spPr>
          <a:xfrm>
            <a:off x="457200" y="274638"/>
            <a:ext cx="6019800" cy="585152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1" name="Shape 111"/>
          <p:cNvSpPr/>
          <p:nvPr>
            <p:ph type="sldNum" sz="quarter" idx="2"/>
          </p:nvPr>
        </p:nvSpPr>
        <p:spPr>
          <a:xfrm>
            <a:off x="8422820" y="6404293"/>
            <a:ext cx="263980" cy="2692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8422821" y="6404293"/>
            <a:ext cx="263980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Relationship Id="rId4" Type="http://schemas.openxmlformats.org/officeDocument/2006/relationships/image" Target="../media/image38.png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Relationship Id="rId4" Type="http://schemas.openxmlformats.org/officeDocument/2006/relationships/image" Target="../media/image40.png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2.png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3.png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353938" y="345262"/>
            <a:ext cx="8156261" cy="62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In your groups of 2-3, come up with everything you know about the following 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mathematical terms:</a:t>
            </a:r>
          </a:p>
        </p:txBody>
      </p:sp>
      <p:pic>
        <p:nvPicPr>
          <p:cNvPr id="121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4730" y="1118427"/>
            <a:ext cx="798534" cy="155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882" y="1131993"/>
            <a:ext cx="798533" cy="2564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7448" y="2951470"/>
            <a:ext cx="2103629" cy="6248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image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6659" y="3855453"/>
            <a:ext cx="3086925" cy="362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image5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93087" y="4618447"/>
            <a:ext cx="2500522" cy="525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image6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2671" y="5240358"/>
            <a:ext cx="2995386" cy="7041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9" name="Shape 129"/>
          <p:cNvSpPr/>
          <p:nvPr/>
        </p:nvSpPr>
        <p:spPr>
          <a:xfrm>
            <a:off x="0" y="980728"/>
            <a:ext cx="9144002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Shape 130"/>
          <p:cNvSpPr/>
          <p:nvPr/>
        </p:nvSpPr>
        <p:spPr>
          <a:xfrm>
            <a:off x="0" y="1916832"/>
            <a:ext cx="9144002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Shape 131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32" name="Shape 132"/>
          <p:cNvSpPr/>
          <p:nvPr/>
        </p:nvSpPr>
        <p:spPr>
          <a:xfrm flipH="1">
            <a:off x="2915816" y="1916831"/>
            <a:ext cx="2" cy="511257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Shape 133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34" name="Shape 134"/>
          <p:cNvSpPr/>
          <p:nvPr/>
        </p:nvSpPr>
        <p:spPr>
          <a:xfrm>
            <a:off x="981577" y="298229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35" name="Shape 135"/>
          <p:cNvSpPr/>
          <p:nvPr/>
        </p:nvSpPr>
        <p:spPr>
          <a:xfrm>
            <a:off x="61859" y="1037249"/>
            <a:ext cx="8774567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8" name="Shape 138"/>
          <p:cNvSpPr/>
          <p:nvPr/>
        </p:nvSpPr>
        <p:spPr>
          <a:xfrm>
            <a:off x="0" y="980728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" name="Shape 139"/>
          <p:cNvSpPr/>
          <p:nvPr/>
        </p:nvSpPr>
        <p:spPr>
          <a:xfrm>
            <a:off x="0" y="1916832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Shape 140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41" name="Shape 141"/>
          <p:cNvSpPr/>
          <p:nvPr/>
        </p:nvSpPr>
        <p:spPr>
          <a:xfrm flipH="1">
            <a:off x="2915816" y="1916832"/>
            <a:ext cx="2" cy="5112570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Shape 142"/>
          <p:cNvSpPr/>
          <p:nvPr/>
        </p:nvSpPr>
        <p:spPr>
          <a:xfrm>
            <a:off x="7439175" y="106352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43" name="Shape 143"/>
          <p:cNvSpPr/>
          <p:nvPr/>
        </p:nvSpPr>
        <p:spPr>
          <a:xfrm>
            <a:off x="981576" y="298229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44" name="Shape 144"/>
          <p:cNvSpPr/>
          <p:nvPr/>
        </p:nvSpPr>
        <p:spPr>
          <a:xfrm>
            <a:off x="84090" y="1047459"/>
            <a:ext cx="8759305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45" name="Shape 145"/>
          <p:cNvSpPr/>
          <p:nvPr/>
        </p:nvSpPr>
        <p:spPr>
          <a:xfrm>
            <a:off x="3135750" y="2189045"/>
            <a:ext cx="12087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Consider:  </a:t>
            </a:r>
          </a:p>
        </p:txBody>
      </p:sp>
      <p:pic>
        <p:nvPicPr>
          <p:cNvPr id="146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1125" y="2814634"/>
            <a:ext cx="2679702" cy="381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9" name="Shape 149"/>
          <p:cNvSpPr/>
          <p:nvPr/>
        </p:nvSpPr>
        <p:spPr>
          <a:xfrm>
            <a:off x="0" y="980728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" name="Shape 150"/>
          <p:cNvSpPr/>
          <p:nvPr/>
        </p:nvSpPr>
        <p:spPr>
          <a:xfrm>
            <a:off x="0" y="1916832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Shape 151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52" name="Shape 152"/>
          <p:cNvSpPr/>
          <p:nvPr/>
        </p:nvSpPr>
        <p:spPr>
          <a:xfrm flipH="1">
            <a:off x="2915816" y="1916832"/>
            <a:ext cx="2" cy="5112570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" name="Shape 153"/>
          <p:cNvSpPr/>
          <p:nvPr/>
        </p:nvSpPr>
        <p:spPr>
          <a:xfrm>
            <a:off x="7439175" y="106352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54" name="Shape 154"/>
          <p:cNvSpPr/>
          <p:nvPr/>
        </p:nvSpPr>
        <p:spPr>
          <a:xfrm>
            <a:off x="981576" y="298229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55" name="Shape 155"/>
          <p:cNvSpPr/>
          <p:nvPr/>
        </p:nvSpPr>
        <p:spPr>
          <a:xfrm>
            <a:off x="75314" y="1091238"/>
            <a:ext cx="8819706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56" name="Shape 156"/>
          <p:cNvSpPr/>
          <p:nvPr/>
        </p:nvSpPr>
        <p:spPr>
          <a:xfrm>
            <a:off x="3135750" y="2189045"/>
            <a:ext cx="12087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Consider:  </a:t>
            </a:r>
          </a:p>
        </p:txBody>
      </p:sp>
      <p:pic>
        <p:nvPicPr>
          <p:cNvPr id="157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1125" y="2814634"/>
            <a:ext cx="2679702" cy="381002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Shape 158"/>
          <p:cNvSpPr/>
          <p:nvPr/>
        </p:nvSpPr>
        <p:spPr>
          <a:xfrm>
            <a:off x="3083097" y="3557070"/>
            <a:ext cx="6079774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This is an algebraic </a:t>
            </a:r>
            <a:r>
              <a:rPr>
                <a:solidFill>
                  <a:schemeClr val="accent1"/>
                </a:solidFill>
              </a:rPr>
              <a:t>equation</a:t>
            </a:r>
            <a:r>
              <a:t>. An </a:t>
            </a:r>
            <a:r>
              <a:rPr>
                <a:solidFill>
                  <a:schemeClr val="accent1"/>
                </a:solidFill>
              </a:rPr>
              <a:t>equation</a:t>
            </a:r>
            <a:r>
              <a:t> is a statement 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saying that </a:t>
            </a:r>
            <a:r>
              <a:rPr i="1"/>
              <a:t>“this</a:t>
            </a:r>
            <a:r>
              <a:t> equals </a:t>
            </a:r>
            <a:r>
              <a:rPr i="1"/>
              <a:t>that</a:t>
            </a:r>
            <a:r>
              <a:t>” or </a:t>
            </a:r>
            <a:r>
              <a:rPr b="1"/>
              <a:t>what is on the left side</a:t>
            </a:r>
            <a:endParaRPr b="1"/>
          </a:p>
          <a:p>
            <a:pPr>
              <a:defRPr b="1">
                <a:latin typeface="+mj-lt"/>
                <a:ea typeface="+mj-ea"/>
                <a:cs typeface="+mj-cs"/>
                <a:sym typeface="Calibri"/>
              </a:defRPr>
            </a:pPr>
            <a:r>
              <a:t>(4x - 7) is equal to what is on the right (5)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1" name="Shape 161"/>
          <p:cNvSpPr/>
          <p:nvPr/>
        </p:nvSpPr>
        <p:spPr>
          <a:xfrm>
            <a:off x="0" y="980728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" name="Shape 162"/>
          <p:cNvSpPr/>
          <p:nvPr/>
        </p:nvSpPr>
        <p:spPr>
          <a:xfrm>
            <a:off x="0" y="1916832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Shape 163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64" name="Shape 164"/>
          <p:cNvSpPr/>
          <p:nvPr/>
        </p:nvSpPr>
        <p:spPr>
          <a:xfrm flipH="1">
            <a:off x="2915816" y="1916832"/>
            <a:ext cx="2" cy="5112570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" name="Shape 165"/>
          <p:cNvSpPr/>
          <p:nvPr/>
        </p:nvSpPr>
        <p:spPr>
          <a:xfrm>
            <a:off x="7439175" y="106352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66" name="Shape 166"/>
          <p:cNvSpPr/>
          <p:nvPr/>
        </p:nvSpPr>
        <p:spPr>
          <a:xfrm>
            <a:off x="981576" y="298229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67" name="Shape 167"/>
          <p:cNvSpPr/>
          <p:nvPr/>
        </p:nvSpPr>
        <p:spPr>
          <a:xfrm>
            <a:off x="75314" y="1091238"/>
            <a:ext cx="8828722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68" name="Shape 168"/>
          <p:cNvSpPr/>
          <p:nvPr/>
        </p:nvSpPr>
        <p:spPr>
          <a:xfrm>
            <a:off x="3039219" y="2020044"/>
            <a:ext cx="120874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Consider:  </a:t>
            </a:r>
          </a:p>
        </p:txBody>
      </p:sp>
      <p:pic>
        <p:nvPicPr>
          <p:cNvPr id="169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9900" y="2677509"/>
            <a:ext cx="2679702" cy="381002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hape 170"/>
          <p:cNvSpPr/>
          <p:nvPr/>
        </p:nvSpPr>
        <p:spPr>
          <a:xfrm>
            <a:off x="2979633" y="3520089"/>
            <a:ext cx="6225440" cy="891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So that we can talk about equations, there are names for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the different parts (better than “that thingy there”, which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I’ve heard some of you say before!!!)</a:t>
            </a:r>
          </a:p>
        </p:txBody>
      </p:sp>
      <p:pic>
        <p:nvPicPr>
          <p:cNvPr id="171" name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63841" y="4623292"/>
            <a:ext cx="3552941" cy="1782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4" name="Shape 174"/>
          <p:cNvSpPr/>
          <p:nvPr/>
        </p:nvSpPr>
        <p:spPr>
          <a:xfrm>
            <a:off x="0" y="980728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" name="Shape 175"/>
          <p:cNvSpPr/>
          <p:nvPr/>
        </p:nvSpPr>
        <p:spPr>
          <a:xfrm>
            <a:off x="0" y="1916832"/>
            <a:ext cx="9144001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Shape 176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77" name="Shape 177"/>
          <p:cNvSpPr/>
          <p:nvPr/>
        </p:nvSpPr>
        <p:spPr>
          <a:xfrm flipH="1">
            <a:off x="2915816" y="1916832"/>
            <a:ext cx="2" cy="5112570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Shape 178"/>
          <p:cNvSpPr/>
          <p:nvPr/>
        </p:nvSpPr>
        <p:spPr>
          <a:xfrm>
            <a:off x="7439175" y="106352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79" name="Shape 179"/>
          <p:cNvSpPr/>
          <p:nvPr/>
        </p:nvSpPr>
        <p:spPr>
          <a:xfrm>
            <a:off x="981576" y="298229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80" name="Shape 180"/>
          <p:cNvSpPr/>
          <p:nvPr/>
        </p:nvSpPr>
        <p:spPr>
          <a:xfrm>
            <a:off x="92865" y="1037249"/>
            <a:ext cx="8859503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pic>
        <p:nvPicPr>
          <p:cNvPr id="181" name="image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27179" y="3535524"/>
            <a:ext cx="5653000" cy="316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2212" y="2064758"/>
            <a:ext cx="2646860" cy="1327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5" name="Shape 185"/>
          <p:cNvSpPr/>
          <p:nvPr/>
        </p:nvSpPr>
        <p:spPr>
          <a:xfrm>
            <a:off x="0" y="980728"/>
            <a:ext cx="9144002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Shape 186"/>
          <p:cNvSpPr/>
          <p:nvPr/>
        </p:nvSpPr>
        <p:spPr>
          <a:xfrm>
            <a:off x="0" y="1916832"/>
            <a:ext cx="9144002" cy="2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" name="Shape 187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88" name="Shape 188"/>
          <p:cNvSpPr/>
          <p:nvPr/>
        </p:nvSpPr>
        <p:spPr>
          <a:xfrm flipH="1">
            <a:off x="2915816" y="1916831"/>
            <a:ext cx="2" cy="511257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Shape 189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90" name="Shape 190"/>
          <p:cNvSpPr/>
          <p:nvPr/>
        </p:nvSpPr>
        <p:spPr>
          <a:xfrm>
            <a:off x="981577" y="298229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91" name="Shape 191"/>
          <p:cNvSpPr/>
          <p:nvPr/>
        </p:nvSpPr>
        <p:spPr>
          <a:xfrm>
            <a:off x="174350" y="1037249"/>
            <a:ext cx="8795300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92" name="Shape 192"/>
          <p:cNvSpPr/>
          <p:nvPr/>
        </p:nvSpPr>
        <p:spPr>
          <a:xfrm>
            <a:off x="112384" y="2105130"/>
            <a:ext cx="94978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Finally…</a:t>
            </a:r>
          </a:p>
        </p:txBody>
      </p:sp>
      <p:pic>
        <p:nvPicPr>
          <p:cNvPr id="193" name="image1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2611" y="2189045"/>
            <a:ext cx="6106923" cy="12839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/>
        </p:nvSpPr>
        <p:spPr>
          <a:xfrm>
            <a:off x="1994447" y="3243581"/>
            <a:ext cx="5155106" cy="370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https://www.youtube.com/watch?v=BbX44YSsQ2I</a:t>
            </a:r>
          </a:p>
        </p:txBody>
      </p:sp>
      <p:sp>
        <p:nvSpPr>
          <p:cNvPr id="196" name="Shape 196"/>
          <p:cNvSpPr/>
          <p:nvPr/>
        </p:nvSpPr>
        <p:spPr>
          <a:xfrm>
            <a:off x="374281" y="527341"/>
            <a:ext cx="2869887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Algebraic Terms - Lesson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9" name="Shape 199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Shape 200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201" name="Shape 201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2" name="Shape 202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03" name="Shape 203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204" name="Shape 204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Match up the like terms</a:t>
            </a:r>
          </a:p>
        </p:txBody>
      </p:sp>
      <p:grpSp>
        <p:nvGrpSpPr>
          <p:cNvPr id="209" name="Group 209"/>
          <p:cNvGrpSpPr/>
          <p:nvPr/>
        </p:nvGrpSpPr>
        <p:grpSpPr>
          <a:xfrm>
            <a:off x="7308304" y="1990999"/>
            <a:ext cx="875433" cy="707887"/>
            <a:chOff x="0" y="0"/>
            <a:chExt cx="875432" cy="707886"/>
          </a:xfrm>
        </p:grpSpPr>
        <p:sp>
          <p:nvSpPr>
            <p:cNvPr id="207" name="Shape 207"/>
            <p:cNvSpPr/>
            <p:nvPr/>
          </p:nvSpPr>
          <p:spPr>
            <a:xfrm>
              <a:off x="-1" y="-1"/>
              <a:ext cx="875434" cy="707888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08" name="Shape 208"/>
            <p:cNvSpPr/>
            <p:nvPr/>
          </p:nvSpPr>
          <p:spPr>
            <a:xfrm>
              <a:off x="-1" y="-1"/>
              <a:ext cx="875434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12" name="Group 212"/>
          <p:cNvGrpSpPr/>
          <p:nvPr/>
        </p:nvGrpSpPr>
        <p:grpSpPr>
          <a:xfrm>
            <a:off x="7020272" y="3560822"/>
            <a:ext cx="1118128" cy="707887"/>
            <a:chOff x="0" y="0"/>
            <a:chExt cx="1118127" cy="707886"/>
          </a:xfrm>
        </p:grpSpPr>
        <p:sp>
          <p:nvSpPr>
            <p:cNvPr id="210" name="Shape 210"/>
            <p:cNvSpPr/>
            <p:nvPr/>
          </p:nvSpPr>
          <p:spPr>
            <a:xfrm>
              <a:off x="-1" y="-1"/>
              <a:ext cx="1118129" cy="707888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1" name="Shape 211"/>
            <p:cNvSpPr/>
            <p:nvPr/>
          </p:nvSpPr>
          <p:spPr>
            <a:xfrm>
              <a:off x="-1" y="-1"/>
              <a:ext cx="111812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15" name="Group 215"/>
          <p:cNvGrpSpPr/>
          <p:nvPr/>
        </p:nvGrpSpPr>
        <p:grpSpPr>
          <a:xfrm>
            <a:off x="4724182" y="2852935"/>
            <a:ext cx="1160383" cy="707887"/>
            <a:chOff x="0" y="0"/>
            <a:chExt cx="1160381" cy="707886"/>
          </a:xfrm>
        </p:grpSpPr>
        <p:sp>
          <p:nvSpPr>
            <p:cNvPr id="213" name="Shape 213"/>
            <p:cNvSpPr/>
            <p:nvPr/>
          </p:nvSpPr>
          <p:spPr>
            <a:xfrm>
              <a:off x="0" y="-1"/>
              <a:ext cx="1160382" cy="707888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4" name="Shape 214"/>
            <p:cNvSpPr/>
            <p:nvPr/>
          </p:nvSpPr>
          <p:spPr>
            <a:xfrm>
              <a:off x="0" y="-1"/>
              <a:ext cx="1160382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18" name="Group 218"/>
          <p:cNvGrpSpPr/>
          <p:nvPr/>
        </p:nvGrpSpPr>
        <p:grpSpPr>
          <a:xfrm>
            <a:off x="5652120" y="1291625"/>
            <a:ext cx="583814" cy="707887"/>
            <a:chOff x="0" y="0"/>
            <a:chExt cx="583813" cy="707886"/>
          </a:xfrm>
        </p:grpSpPr>
        <p:sp>
          <p:nvSpPr>
            <p:cNvPr id="216" name="Shape 216"/>
            <p:cNvSpPr/>
            <p:nvPr/>
          </p:nvSpPr>
          <p:spPr>
            <a:xfrm>
              <a:off x="-1" y="-1"/>
              <a:ext cx="583815" cy="707888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7" name="Shape 217"/>
            <p:cNvSpPr/>
            <p:nvPr/>
          </p:nvSpPr>
          <p:spPr>
            <a:xfrm>
              <a:off x="-1" y="-1"/>
              <a:ext cx="58381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3131840" y="1797967"/>
            <a:ext cx="1045352" cy="707887"/>
            <a:chOff x="0" y="0"/>
            <a:chExt cx="1045351" cy="707886"/>
          </a:xfrm>
        </p:grpSpPr>
        <p:sp>
          <p:nvSpPr>
            <p:cNvPr id="219" name="Shape 219"/>
            <p:cNvSpPr/>
            <p:nvPr/>
          </p:nvSpPr>
          <p:spPr>
            <a:xfrm>
              <a:off x="-1" y="-1"/>
              <a:ext cx="1045353" cy="707888"/>
            </a:xfrm>
            <a:prstGeom prst="rect">
              <a:avLst/>
            </a:prstGeom>
            <a:blipFill rotWithShape="1">
              <a:blip r:embed="rId6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0" name="Shape 220"/>
            <p:cNvSpPr/>
            <p:nvPr/>
          </p:nvSpPr>
          <p:spPr>
            <a:xfrm>
              <a:off x="-1" y="-1"/>
              <a:ext cx="1045353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2004524" y="3068959"/>
            <a:ext cx="875049" cy="707887"/>
            <a:chOff x="0" y="0"/>
            <a:chExt cx="875048" cy="707886"/>
          </a:xfrm>
        </p:grpSpPr>
        <p:sp>
          <p:nvSpPr>
            <p:cNvPr id="222" name="Shape 222"/>
            <p:cNvSpPr/>
            <p:nvPr/>
          </p:nvSpPr>
          <p:spPr>
            <a:xfrm>
              <a:off x="-1" y="-1"/>
              <a:ext cx="875050" cy="707888"/>
            </a:xfrm>
            <a:prstGeom prst="rect">
              <a:avLst/>
            </a:prstGeom>
            <a:blipFill rotWithShape="1">
              <a:blip r:embed="rId7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3" name="Shape 223"/>
            <p:cNvSpPr/>
            <p:nvPr/>
          </p:nvSpPr>
          <p:spPr>
            <a:xfrm>
              <a:off x="-1" y="-1"/>
              <a:ext cx="875050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27" name="Group 227"/>
          <p:cNvGrpSpPr/>
          <p:nvPr/>
        </p:nvGrpSpPr>
        <p:grpSpPr>
          <a:xfrm>
            <a:off x="5214403" y="4303333"/>
            <a:ext cx="875048" cy="707887"/>
            <a:chOff x="0" y="0"/>
            <a:chExt cx="875046" cy="707886"/>
          </a:xfrm>
        </p:grpSpPr>
        <p:sp>
          <p:nvSpPr>
            <p:cNvPr id="225" name="Shape 225"/>
            <p:cNvSpPr/>
            <p:nvPr/>
          </p:nvSpPr>
          <p:spPr>
            <a:xfrm>
              <a:off x="0" y="-1"/>
              <a:ext cx="875047" cy="707888"/>
            </a:xfrm>
            <a:prstGeom prst="rect">
              <a:avLst/>
            </a:prstGeom>
            <a:blipFill rotWithShape="1">
              <a:blip r:embed="rId8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6" name="Shape 226"/>
            <p:cNvSpPr/>
            <p:nvPr/>
          </p:nvSpPr>
          <p:spPr>
            <a:xfrm>
              <a:off x="0" y="-1"/>
              <a:ext cx="875047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30" name="Group 230"/>
          <p:cNvGrpSpPr/>
          <p:nvPr/>
        </p:nvGrpSpPr>
        <p:grpSpPr>
          <a:xfrm>
            <a:off x="2694123" y="4718956"/>
            <a:ext cx="1160383" cy="707887"/>
            <a:chOff x="0" y="0"/>
            <a:chExt cx="1160381" cy="707886"/>
          </a:xfrm>
        </p:grpSpPr>
        <p:sp>
          <p:nvSpPr>
            <p:cNvPr id="228" name="Shape 228"/>
            <p:cNvSpPr/>
            <p:nvPr/>
          </p:nvSpPr>
          <p:spPr>
            <a:xfrm>
              <a:off x="0" y="-1"/>
              <a:ext cx="1160382" cy="707888"/>
            </a:xfrm>
            <a:prstGeom prst="rect">
              <a:avLst/>
            </a:prstGeom>
            <a:blipFill rotWithShape="1">
              <a:blip r:embed="rId9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9" name="Shape 229"/>
            <p:cNvSpPr/>
            <p:nvPr/>
          </p:nvSpPr>
          <p:spPr>
            <a:xfrm>
              <a:off x="0" y="-1"/>
              <a:ext cx="1160382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33" name="Group 233"/>
          <p:cNvGrpSpPr/>
          <p:nvPr/>
        </p:nvGrpSpPr>
        <p:grpSpPr>
          <a:xfrm>
            <a:off x="700335" y="4365104"/>
            <a:ext cx="795412" cy="707887"/>
            <a:chOff x="0" y="0"/>
            <a:chExt cx="795410" cy="707886"/>
          </a:xfrm>
        </p:grpSpPr>
        <p:sp>
          <p:nvSpPr>
            <p:cNvPr id="231" name="Shape 231"/>
            <p:cNvSpPr/>
            <p:nvPr/>
          </p:nvSpPr>
          <p:spPr>
            <a:xfrm>
              <a:off x="0" y="-1"/>
              <a:ext cx="795411" cy="707888"/>
            </a:xfrm>
            <a:prstGeom prst="rect">
              <a:avLst/>
            </a:prstGeom>
            <a:blipFill rotWithShape="1">
              <a:blip r:embed="rId10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32" name="Shape 232"/>
            <p:cNvSpPr/>
            <p:nvPr/>
          </p:nvSpPr>
          <p:spPr>
            <a:xfrm>
              <a:off x="0" y="-1"/>
              <a:ext cx="795411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36" name="Group 236"/>
          <p:cNvGrpSpPr/>
          <p:nvPr/>
        </p:nvGrpSpPr>
        <p:grpSpPr>
          <a:xfrm>
            <a:off x="395535" y="1340767"/>
            <a:ext cx="875434" cy="707887"/>
            <a:chOff x="0" y="0"/>
            <a:chExt cx="875432" cy="707886"/>
          </a:xfrm>
        </p:grpSpPr>
        <p:sp>
          <p:nvSpPr>
            <p:cNvPr id="234" name="Shape 234"/>
            <p:cNvSpPr/>
            <p:nvPr/>
          </p:nvSpPr>
          <p:spPr>
            <a:xfrm>
              <a:off x="-1" y="-1"/>
              <a:ext cx="875434" cy="707888"/>
            </a:xfrm>
            <a:prstGeom prst="rect">
              <a:avLst/>
            </a:prstGeom>
            <a:blipFill rotWithShape="1">
              <a:blip r:embed="rId11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35" name="Shape 235"/>
            <p:cNvSpPr/>
            <p:nvPr/>
          </p:nvSpPr>
          <p:spPr>
            <a:xfrm>
              <a:off x="-1" y="-1"/>
              <a:ext cx="875434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39" name="Group 239"/>
          <p:cNvGrpSpPr/>
          <p:nvPr/>
        </p:nvGrpSpPr>
        <p:grpSpPr>
          <a:xfrm>
            <a:off x="7020272" y="5229199"/>
            <a:ext cx="1288046" cy="707887"/>
            <a:chOff x="0" y="0"/>
            <a:chExt cx="1288045" cy="707886"/>
          </a:xfrm>
        </p:grpSpPr>
        <p:sp>
          <p:nvSpPr>
            <p:cNvPr id="237" name="Shape 237"/>
            <p:cNvSpPr/>
            <p:nvPr/>
          </p:nvSpPr>
          <p:spPr>
            <a:xfrm>
              <a:off x="-1" y="-1"/>
              <a:ext cx="1288047" cy="707888"/>
            </a:xfrm>
            <a:prstGeom prst="rect">
              <a:avLst/>
            </a:prstGeom>
            <a:blipFill rotWithShape="1">
              <a:blip r:embed="rId1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38" name="Shape 238"/>
            <p:cNvSpPr/>
            <p:nvPr/>
          </p:nvSpPr>
          <p:spPr>
            <a:xfrm>
              <a:off x="-1" y="-1"/>
              <a:ext cx="1288047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Match up the like terms</a:t>
            </a:r>
          </a:p>
        </p:txBody>
      </p:sp>
      <p:grpSp>
        <p:nvGrpSpPr>
          <p:cNvPr id="244" name="Group 244"/>
          <p:cNvGrpSpPr/>
          <p:nvPr/>
        </p:nvGrpSpPr>
        <p:grpSpPr>
          <a:xfrm>
            <a:off x="7308304" y="1990999"/>
            <a:ext cx="875433" cy="707887"/>
            <a:chOff x="0" y="0"/>
            <a:chExt cx="875432" cy="707886"/>
          </a:xfrm>
        </p:grpSpPr>
        <p:sp>
          <p:nvSpPr>
            <p:cNvPr id="242" name="Shape 242"/>
            <p:cNvSpPr/>
            <p:nvPr/>
          </p:nvSpPr>
          <p:spPr>
            <a:xfrm>
              <a:off x="-1" y="-1"/>
              <a:ext cx="875434" cy="707888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43" name="Shape 243"/>
            <p:cNvSpPr/>
            <p:nvPr/>
          </p:nvSpPr>
          <p:spPr>
            <a:xfrm>
              <a:off x="-1" y="-1"/>
              <a:ext cx="875434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47" name="Group 247"/>
          <p:cNvGrpSpPr/>
          <p:nvPr/>
        </p:nvGrpSpPr>
        <p:grpSpPr>
          <a:xfrm>
            <a:off x="7020272" y="3560822"/>
            <a:ext cx="1118128" cy="707887"/>
            <a:chOff x="0" y="0"/>
            <a:chExt cx="1118127" cy="707886"/>
          </a:xfrm>
        </p:grpSpPr>
        <p:sp>
          <p:nvSpPr>
            <p:cNvPr id="245" name="Shape 245"/>
            <p:cNvSpPr/>
            <p:nvPr/>
          </p:nvSpPr>
          <p:spPr>
            <a:xfrm>
              <a:off x="-1" y="-1"/>
              <a:ext cx="1118129" cy="707888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46" name="Shape 246"/>
            <p:cNvSpPr/>
            <p:nvPr/>
          </p:nvSpPr>
          <p:spPr>
            <a:xfrm>
              <a:off x="-1" y="-1"/>
              <a:ext cx="111812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50" name="Group 250"/>
          <p:cNvGrpSpPr/>
          <p:nvPr/>
        </p:nvGrpSpPr>
        <p:grpSpPr>
          <a:xfrm>
            <a:off x="4724182" y="2852935"/>
            <a:ext cx="1160383" cy="707887"/>
            <a:chOff x="0" y="0"/>
            <a:chExt cx="1160381" cy="707886"/>
          </a:xfrm>
        </p:grpSpPr>
        <p:sp>
          <p:nvSpPr>
            <p:cNvPr id="248" name="Shape 248"/>
            <p:cNvSpPr/>
            <p:nvPr/>
          </p:nvSpPr>
          <p:spPr>
            <a:xfrm>
              <a:off x="0" y="-1"/>
              <a:ext cx="1160382" cy="707888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49" name="Shape 249"/>
            <p:cNvSpPr/>
            <p:nvPr/>
          </p:nvSpPr>
          <p:spPr>
            <a:xfrm>
              <a:off x="0" y="-1"/>
              <a:ext cx="1160382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53" name="Group 253"/>
          <p:cNvGrpSpPr/>
          <p:nvPr/>
        </p:nvGrpSpPr>
        <p:grpSpPr>
          <a:xfrm>
            <a:off x="5652120" y="1291625"/>
            <a:ext cx="583814" cy="707887"/>
            <a:chOff x="0" y="0"/>
            <a:chExt cx="583813" cy="707886"/>
          </a:xfrm>
        </p:grpSpPr>
        <p:sp>
          <p:nvSpPr>
            <p:cNvPr id="251" name="Shape 251"/>
            <p:cNvSpPr/>
            <p:nvPr/>
          </p:nvSpPr>
          <p:spPr>
            <a:xfrm>
              <a:off x="-1" y="-1"/>
              <a:ext cx="583815" cy="707888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52" name="Shape 252"/>
            <p:cNvSpPr/>
            <p:nvPr/>
          </p:nvSpPr>
          <p:spPr>
            <a:xfrm>
              <a:off x="-1" y="-1"/>
              <a:ext cx="58381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56" name="Group 256"/>
          <p:cNvGrpSpPr/>
          <p:nvPr/>
        </p:nvGrpSpPr>
        <p:grpSpPr>
          <a:xfrm>
            <a:off x="3131840" y="1797967"/>
            <a:ext cx="1045352" cy="707887"/>
            <a:chOff x="0" y="0"/>
            <a:chExt cx="1045351" cy="707886"/>
          </a:xfrm>
        </p:grpSpPr>
        <p:sp>
          <p:nvSpPr>
            <p:cNvPr id="254" name="Shape 254"/>
            <p:cNvSpPr/>
            <p:nvPr/>
          </p:nvSpPr>
          <p:spPr>
            <a:xfrm>
              <a:off x="-1" y="-1"/>
              <a:ext cx="1045353" cy="707888"/>
            </a:xfrm>
            <a:prstGeom prst="rect">
              <a:avLst/>
            </a:prstGeom>
            <a:blipFill rotWithShape="1">
              <a:blip r:embed="rId6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55" name="Shape 255"/>
            <p:cNvSpPr/>
            <p:nvPr/>
          </p:nvSpPr>
          <p:spPr>
            <a:xfrm>
              <a:off x="-1" y="-1"/>
              <a:ext cx="1045353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59" name="Group 259"/>
          <p:cNvGrpSpPr/>
          <p:nvPr/>
        </p:nvGrpSpPr>
        <p:grpSpPr>
          <a:xfrm>
            <a:off x="2004524" y="3068959"/>
            <a:ext cx="875049" cy="707887"/>
            <a:chOff x="0" y="0"/>
            <a:chExt cx="875048" cy="707886"/>
          </a:xfrm>
        </p:grpSpPr>
        <p:sp>
          <p:nvSpPr>
            <p:cNvPr id="257" name="Shape 257"/>
            <p:cNvSpPr/>
            <p:nvPr/>
          </p:nvSpPr>
          <p:spPr>
            <a:xfrm>
              <a:off x="-1" y="-1"/>
              <a:ext cx="875050" cy="707888"/>
            </a:xfrm>
            <a:prstGeom prst="rect">
              <a:avLst/>
            </a:prstGeom>
            <a:blipFill rotWithShape="1">
              <a:blip r:embed="rId7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58" name="Shape 258"/>
            <p:cNvSpPr/>
            <p:nvPr/>
          </p:nvSpPr>
          <p:spPr>
            <a:xfrm>
              <a:off x="-1" y="-1"/>
              <a:ext cx="875050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62" name="Group 262"/>
          <p:cNvGrpSpPr/>
          <p:nvPr/>
        </p:nvGrpSpPr>
        <p:grpSpPr>
          <a:xfrm>
            <a:off x="5214403" y="4303333"/>
            <a:ext cx="875048" cy="707887"/>
            <a:chOff x="0" y="0"/>
            <a:chExt cx="875046" cy="707886"/>
          </a:xfrm>
        </p:grpSpPr>
        <p:sp>
          <p:nvSpPr>
            <p:cNvPr id="260" name="Shape 260"/>
            <p:cNvSpPr/>
            <p:nvPr/>
          </p:nvSpPr>
          <p:spPr>
            <a:xfrm>
              <a:off x="0" y="-1"/>
              <a:ext cx="875047" cy="707888"/>
            </a:xfrm>
            <a:prstGeom prst="rect">
              <a:avLst/>
            </a:prstGeom>
            <a:blipFill rotWithShape="1">
              <a:blip r:embed="rId8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61" name="Shape 261"/>
            <p:cNvSpPr/>
            <p:nvPr/>
          </p:nvSpPr>
          <p:spPr>
            <a:xfrm>
              <a:off x="0" y="-1"/>
              <a:ext cx="875047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65" name="Group 265"/>
          <p:cNvGrpSpPr/>
          <p:nvPr/>
        </p:nvGrpSpPr>
        <p:grpSpPr>
          <a:xfrm>
            <a:off x="2694123" y="4718956"/>
            <a:ext cx="1160383" cy="707887"/>
            <a:chOff x="0" y="0"/>
            <a:chExt cx="1160381" cy="707886"/>
          </a:xfrm>
        </p:grpSpPr>
        <p:sp>
          <p:nvSpPr>
            <p:cNvPr id="263" name="Shape 263"/>
            <p:cNvSpPr/>
            <p:nvPr/>
          </p:nvSpPr>
          <p:spPr>
            <a:xfrm>
              <a:off x="0" y="-1"/>
              <a:ext cx="1160382" cy="707888"/>
            </a:xfrm>
            <a:prstGeom prst="rect">
              <a:avLst/>
            </a:prstGeom>
            <a:blipFill rotWithShape="1">
              <a:blip r:embed="rId9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64" name="Shape 264"/>
            <p:cNvSpPr/>
            <p:nvPr/>
          </p:nvSpPr>
          <p:spPr>
            <a:xfrm>
              <a:off x="0" y="-1"/>
              <a:ext cx="1160382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68" name="Group 268"/>
          <p:cNvGrpSpPr/>
          <p:nvPr/>
        </p:nvGrpSpPr>
        <p:grpSpPr>
          <a:xfrm>
            <a:off x="700335" y="4365104"/>
            <a:ext cx="795412" cy="707887"/>
            <a:chOff x="0" y="0"/>
            <a:chExt cx="795410" cy="707886"/>
          </a:xfrm>
        </p:grpSpPr>
        <p:sp>
          <p:nvSpPr>
            <p:cNvPr id="266" name="Shape 266"/>
            <p:cNvSpPr/>
            <p:nvPr/>
          </p:nvSpPr>
          <p:spPr>
            <a:xfrm>
              <a:off x="0" y="-1"/>
              <a:ext cx="795411" cy="707888"/>
            </a:xfrm>
            <a:prstGeom prst="rect">
              <a:avLst/>
            </a:prstGeom>
            <a:blipFill rotWithShape="1">
              <a:blip r:embed="rId10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67" name="Shape 267"/>
            <p:cNvSpPr/>
            <p:nvPr/>
          </p:nvSpPr>
          <p:spPr>
            <a:xfrm>
              <a:off x="0" y="-1"/>
              <a:ext cx="795411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71" name="Group 271"/>
          <p:cNvGrpSpPr/>
          <p:nvPr/>
        </p:nvGrpSpPr>
        <p:grpSpPr>
          <a:xfrm>
            <a:off x="395535" y="1340767"/>
            <a:ext cx="875434" cy="707887"/>
            <a:chOff x="0" y="0"/>
            <a:chExt cx="875432" cy="707886"/>
          </a:xfrm>
        </p:grpSpPr>
        <p:sp>
          <p:nvSpPr>
            <p:cNvPr id="269" name="Shape 269"/>
            <p:cNvSpPr/>
            <p:nvPr/>
          </p:nvSpPr>
          <p:spPr>
            <a:xfrm>
              <a:off x="-1" y="-1"/>
              <a:ext cx="875434" cy="707888"/>
            </a:xfrm>
            <a:prstGeom prst="rect">
              <a:avLst/>
            </a:prstGeom>
            <a:blipFill rotWithShape="1">
              <a:blip r:embed="rId11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70" name="Shape 270"/>
            <p:cNvSpPr/>
            <p:nvPr/>
          </p:nvSpPr>
          <p:spPr>
            <a:xfrm>
              <a:off x="-1" y="-1"/>
              <a:ext cx="875434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274" name="Group 274"/>
          <p:cNvGrpSpPr/>
          <p:nvPr/>
        </p:nvGrpSpPr>
        <p:grpSpPr>
          <a:xfrm>
            <a:off x="7020272" y="5229199"/>
            <a:ext cx="1288046" cy="707887"/>
            <a:chOff x="0" y="0"/>
            <a:chExt cx="1288045" cy="707886"/>
          </a:xfrm>
        </p:grpSpPr>
        <p:sp>
          <p:nvSpPr>
            <p:cNvPr id="272" name="Shape 272"/>
            <p:cNvSpPr/>
            <p:nvPr/>
          </p:nvSpPr>
          <p:spPr>
            <a:xfrm>
              <a:off x="-1" y="-1"/>
              <a:ext cx="1288047" cy="707888"/>
            </a:xfrm>
            <a:prstGeom prst="rect">
              <a:avLst/>
            </a:prstGeom>
            <a:blipFill rotWithShape="1">
              <a:blip r:embed="rId1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73" name="Shape 273"/>
            <p:cNvSpPr/>
            <p:nvPr/>
          </p:nvSpPr>
          <p:spPr>
            <a:xfrm>
              <a:off x="-1" y="-1"/>
              <a:ext cx="1288047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Shape 277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Shape 278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279" name="Shape 279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Shape 280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81" name="Shape 281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282" name="Shape 282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283" name="Shape 283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Shape 286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Shape 287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288" name="Shape 288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Shape 289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90" name="Shape 290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291" name="Shape 291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292" name="Shape 292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293" name="Shape 293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294" name="Shape 294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grpSp>
        <p:nvGrpSpPr>
          <p:cNvPr id="297" name="Group 297"/>
          <p:cNvGrpSpPr/>
          <p:nvPr/>
        </p:nvGrpSpPr>
        <p:grpSpPr>
          <a:xfrm>
            <a:off x="3203758" y="3089285"/>
            <a:ext cx="1201034" cy="369333"/>
            <a:chOff x="0" y="0"/>
            <a:chExt cx="1201033" cy="369332"/>
          </a:xfrm>
        </p:grpSpPr>
        <p:sp>
          <p:nvSpPr>
            <p:cNvPr id="295" name="Shape 295"/>
            <p:cNvSpPr/>
            <p:nvPr/>
          </p:nvSpPr>
          <p:spPr>
            <a:xfrm>
              <a:off x="0" y="-1"/>
              <a:ext cx="1201034" cy="369334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96" name="Shape 296"/>
            <p:cNvSpPr/>
            <p:nvPr/>
          </p:nvSpPr>
          <p:spPr>
            <a:xfrm>
              <a:off x="0" y="-1"/>
              <a:ext cx="1201034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Shape 300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Shape 301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302" name="Shape 302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Shape 303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04" name="Shape 304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305" name="Shape 305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306" name="Shape 306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307" name="Shape 307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308" name="Shape 308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grpSp>
        <p:nvGrpSpPr>
          <p:cNvPr id="311" name="Group 311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309" name="Shape 309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10" name="Shape 310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312" name="Shape 312"/>
          <p:cNvSpPr/>
          <p:nvPr/>
        </p:nvSpPr>
        <p:spPr>
          <a:xfrm>
            <a:off x="2990205" y="4008297"/>
            <a:ext cx="6127325" cy="929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**When adding and subtracting, the most important thing is</a:t>
            </a:r>
          </a:p>
          <a:p>
            <a:pPr/>
            <a:r>
              <a:t>the variable (in this case </a:t>
            </a:r>
            <a:r>
              <a:rPr i="1"/>
              <a:t>t</a:t>
            </a:r>
            <a:r>
              <a:t>). The variables have to be the</a:t>
            </a:r>
          </a:p>
          <a:p>
            <a:pPr/>
            <a:r>
              <a:t>same!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Shape 315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Shape 316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317" name="Shape 317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Shape 318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19" name="Shape 319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320" name="Shape 320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321" name="Shape 321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322" name="Shape 322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323" name="Shape 323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324" name="Shape 324"/>
          <p:cNvSpPr/>
          <p:nvPr/>
        </p:nvSpPr>
        <p:spPr>
          <a:xfrm>
            <a:off x="6012160" y="3920282"/>
            <a:ext cx="3960441" cy="1424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Shape 325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28" name="Group 328"/>
          <p:cNvGrpSpPr/>
          <p:nvPr/>
        </p:nvGrpSpPr>
        <p:grpSpPr>
          <a:xfrm>
            <a:off x="3635895" y="3920282"/>
            <a:ext cx="1568379" cy="369333"/>
            <a:chOff x="0" y="0"/>
            <a:chExt cx="1568378" cy="369332"/>
          </a:xfrm>
        </p:grpSpPr>
        <p:sp>
          <p:nvSpPr>
            <p:cNvPr id="326" name="Shape 326"/>
            <p:cNvSpPr/>
            <p:nvPr/>
          </p:nvSpPr>
          <p:spPr>
            <a:xfrm>
              <a:off x="-1" y="-1"/>
              <a:ext cx="1568380" cy="369334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27" name="Shape 327"/>
            <p:cNvSpPr/>
            <p:nvPr/>
          </p:nvSpPr>
          <p:spPr>
            <a:xfrm>
              <a:off x="-1" y="-1"/>
              <a:ext cx="1568380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grpSp>
        <p:nvGrpSpPr>
          <p:cNvPr id="331" name="Group 331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329" name="Shape 329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30" name="Shape 330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Shape 334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Shape 335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336" name="Shape 336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Shape 337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38" name="Shape 338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339" name="Shape 339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340" name="Shape 340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341" name="Shape 341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342" name="Shape 342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343" name="Shape 343"/>
          <p:cNvSpPr/>
          <p:nvPr/>
        </p:nvSpPr>
        <p:spPr>
          <a:xfrm>
            <a:off x="6012160" y="3920282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Shape 344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47" name="Group 347"/>
          <p:cNvGrpSpPr/>
          <p:nvPr/>
        </p:nvGrpSpPr>
        <p:grpSpPr>
          <a:xfrm>
            <a:off x="3635895" y="3920282"/>
            <a:ext cx="1568379" cy="369333"/>
            <a:chOff x="0" y="0"/>
            <a:chExt cx="1568378" cy="369332"/>
          </a:xfrm>
        </p:grpSpPr>
        <p:sp>
          <p:nvSpPr>
            <p:cNvPr id="345" name="Shape 345"/>
            <p:cNvSpPr/>
            <p:nvPr/>
          </p:nvSpPr>
          <p:spPr>
            <a:xfrm>
              <a:off x="-1" y="-1"/>
              <a:ext cx="1568380" cy="369334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46" name="Shape 346"/>
            <p:cNvSpPr/>
            <p:nvPr/>
          </p:nvSpPr>
          <p:spPr>
            <a:xfrm>
              <a:off x="-1" y="-1"/>
              <a:ext cx="1568380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348" name="Shape 348"/>
          <p:cNvSpPr/>
          <p:nvPr/>
        </p:nvSpPr>
        <p:spPr>
          <a:xfrm>
            <a:off x="3635895" y="3920282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Shape 349"/>
          <p:cNvSpPr/>
          <p:nvPr/>
        </p:nvSpPr>
        <p:spPr>
          <a:xfrm>
            <a:off x="4641355" y="3920282"/>
            <a:ext cx="446657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52" name="Group 352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350" name="Shape 350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51" name="Shape 351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Shape 355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Shape 356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357" name="Shape 357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Shape 358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59" name="Shape 359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360" name="Shape 360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361" name="Shape 361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362" name="Shape 362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363" name="Shape 363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364" name="Shape 364"/>
          <p:cNvSpPr/>
          <p:nvPr/>
        </p:nvSpPr>
        <p:spPr>
          <a:xfrm>
            <a:off x="6012160" y="3920282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Shape 365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68" name="Group 368"/>
          <p:cNvGrpSpPr/>
          <p:nvPr/>
        </p:nvGrpSpPr>
        <p:grpSpPr>
          <a:xfrm>
            <a:off x="3635895" y="3920282"/>
            <a:ext cx="1609096" cy="1200329"/>
            <a:chOff x="0" y="0"/>
            <a:chExt cx="1609094" cy="1200328"/>
          </a:xfrm>
        </p:grpSpPr>
        <p:sp>
          <p:nvSpPr>
            <p:cNvPr id="366" name="Shape 366"/>
            <p:cNvSpPr/>
            <p:nvPr/>
          </p:nvSpPr>
          <p:spPr>
            <a:xfrm>
              <a:off x="0" y="0"/>
              <a:ext cx="1609095" cy="1200329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67" name="Shape 367"/>
            <p:cNvSpPr/>
            <p:nvPr/>
          </p:nvSpPr>
          <p:spPr>
            <a:xfrm>
              <a:off x="0" y="0"/>
              <a:ext cx="160909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369" name="Shape 369"/>
          <p:cNvSpPr/>
          <p:nvPr/>
        </p:nvSpPr>
        <p:spPr>
          <a:xfrm>
            <a:off x="3635895" y="3920282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Shape 370"/>
          <p:cNvSpPr/>
          <p:nvPr/>
        </p:nvSpPr>
        <p:spPr>
          <a:xfrm>
            <a:off x="4641355" y="3920282"/>
            <a:ext cx="446657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73" name="Group 373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371" name="Shape 371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72" name="Shape 372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Shape 376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7" name="Shape 377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378" name="Shape 378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9" name="Shape 379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80" name="Shape 380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381" name="Shape 381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382" name="Shape 382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383" name="Shape 383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384" name="Shape 384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385" name="Shape 385"/>
          <p:cNvSpPr/>
          <p:nvPr/>
        </p:nvSpPr>
        <p:spPr>
          <a:xfrm>
            <a:off x="6012160" y="3920282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6" name="Shape 386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89" name="Group 389"/>
          <p:cNvGrpSpPr/>
          <p:nvPr/>
        </p:nvGrpSpPr>
        <p:grpSpPr>
          <a:xfrm>
            <a:off x="3635895" y="3920282"/>
            <a:ext cx="1609096" cy="1200329"/>
            <a:chOff x="0" y="0"/>
            <a:chExt cx="1609094" cy="1200328"/>
          </a:xfrm>
        </p:grpSpPr>
        <p:sp>
          <p:nvSpPr>
            <p:cNvPr id="387" name="Shape 387"/>
            <p:cNvSpPr/>
            <p:nvPr/>
          </p:nvSpPr>
          <p:spPr>
            <a:xfrm>
              <a:off x="0" y="0"/>
              <a:ext cx="1609095" cy="1200329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88" name="Shape 388"/>
            <p:cNvSpPr/>
            <p:nvPr/>
          </p:nvSpPr>
          <p:spPr>
            <a:xfrm>
              <a:off x="0" y="0"/>
              <a:ext cx="160909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390" name="Shape 390"/>
          <p:cNvSpPr/>
          <p:nvPr/>
        </p:nvSpPr>
        <p:spPr>
          <a:xfrm>
            <a:off x="3635895" y="3920282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1" name="Shape 391"/>
          <p:cNvSpPr/>
          <p:nvPr/>
        </p:nvSpPr>
        <p:spPr>
          <a:xfrm>
            <a:off x="4641355" y="3920282"/>
            <a:ext cx="446657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94" name="Group 394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392" name="Shape 392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93" name="Shape 393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395" name="Shape 395"/>
          <p:cNvSpPr/>
          <p:nvPr/>
        </p:nvSpPr>
        <p:spPr>
          <a:xfrm>
            <a:off x="2915816" y="3089285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396" name="Shape 396"/>
          <p:cNvSpPr/>
          <p:nvPr/>
        </p:nvSpPr>
        <p:spPr>
          <a:xfrm>
            <a:off x="2919213" y="3894206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397" name="Shape 397"/>
          <p:cNvSpPr/>
          <p:nvPr/>
        </p:nvSpPr>
        <p:spPr>
          <a:xfrm>
            <a:off x="3017722" y="5455398"/>
            <a:ext cx="30796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3.</a:t>
            </a:r>
          </a:p>
        </p:txBody>
      </p:sp>
      <p:grpSp>
        <p:nvGrpSpPr>
          <p:cNvPr id="400" name="Group 400"/>
          <p:cNvGrpSpPr/>
          <p:nvPr/>
        </p:nvGrpSpPr>
        <p:grpSpPr>
          <a:xfrm>
            <a:off x="3377117" y="5455398"/>
            <a:ext cx="1977402" cy="369333"/>
            <a:chOff x="0" y="0"/>
            <a:chExt cx="1977401" cy="369332"/>
          </a:xfrm>
        </p:grpSpPr>
        <p:sp>
          <p:nvSpPr>
            <p:cNvPr id="398" name="Shape 398"/>
            <p:cNvSpPr/>
            <p:nvPr/>
          </p:nvSpPr>
          <p:spPr>
            <a:xfrm>
              <a:off x="-1" y="-1"/>
              <a:ext cx="1977403" cy="369334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99" name="Shape 399"/>
            <p:cNvSpPr/>
            <p:nvPr/>
          </p:nvSpPr>
          <p:spPr>
            <a:xfrm>
              <a:off x="-1" y="-1"/>
              <a:ext cx="1977403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01" name="Shape 401"/>
          <p:cNvSpPr/>
          <p:nvPr/>
        </p:nvSpPr>
        <p:spPr>
          <a:xfrm>
            <a:off x="5864240" y="5448608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4" name="Shape 404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5" name="Shape 405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406" name="Shape 406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7" name="Shape 407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08" name="Shape 408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409" name="Shape 409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410" name="Shape 410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411" name="Shape 411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412" name="Shape 412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413" name="Shape 413"/>
          <p:cNvSpPr/>
          <p:nvPr/>
        </p:nvSpPr>
        <p:spPr>
          <a:xfrm>
            <a:off x="6012160" y="3920282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4" name="Shape 414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17" name="Group 417"/>
          <p:cNvGrpSpPr/>
          <p:nvPr/>
        </p:nvGrpSpPr>
        <p:grpSpPr>
          <a:xfrm>
            <a:off x="3635895" y="3920282"/>
            <a:ext cx="1609096" cy="1200329"/>
            <a:chOff x="0" y="0"/>
            <a:chExt cx="1609094" cy="1200328"/>
          </a:xfrm>
        </p:grpSpPr>
        <p:sp>
          <p:nvSpPr>
            <p:cNvPr id="415" name="Shape 415"/>
            <p:cNvSpPr/>
            <p:nvPr/>
          </p:nvSpPr>
          <p:spPr>
            <a:xfrm>
              <a:off x="0" y="0"/>
              <a:ext cx="1609095" cy="1200329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16" name="Shape 416"/>
            <p:cNvSpPr/>
            <p:nvPr/>
          </p:nvSpPr>
          <p:spPr>
            <a:xfrm>
              <a:off x="0" y="0"/>
              <a:ext cx="160909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18" name="Shape 418"/>
          <p:cNvSpPr/>
          <p:nvPr/>
        </p:nvSpPr>
        <p:spPr>
          <a:xfrm>
            <a:off x="3635895" y="3920282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Shape 419"/>
          <p:cNvSpPr/>
          <p:nvPr/>
        </p:nvSpPr>
        <p:spPr>
          <a:xfrm>
            <a:off x="4641355" y="3920282"/>
            <a:ext cx="446657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22" name="Group 422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420" name="Shape 420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21" name="Shape 421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23" name="Shape 423"/>
          <p:cNvSpPr/>
          <p:nvPr/>
        </p:nvSpPr>
        <p:spPr>
          <a:xfrm>
            <a:off x="2915816" y="3089285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424" name="Shape 424"/>
          <p:cNvSpPr/>
          <p:nvPr/>
        </p:nvSpPr>
        <p:spPr>
          <a:xfrm>
            <a:off x="2919213" y="3894206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425" name="Shape 425"/>
          <p:cNvSpPr/>
          <p:nvPr/>
        </p:nvSpPr>
        <p:spPr>
          <a:xfrm>
            <a:off x="3017722" y="5455398"/>
            <a:ext cx="30796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3.</a:t>
            </a:r>
          </a:p>
        </p:txBody>
      </p:sp>
      <p:grpSp>
        <p:nvGrpSpPr>
          <p:cNvPr id="428" name="Group 428"/>
          <p:cNvGrpSpPr/>
          <p:nvPr/>
        </p:nvGrpSpPr>
        <p:grpSpPr>
          <a:xfrm>
            <a:off x="3377117" y="5455398"/>
            <a:ext cx="1977402" cy="369333"/>
            <a:chOff x="0" y="0"/>
            <a:chExt cx="1977401" cy="369332"/>
          </a:xfrm>
        </p:grpSpPr>
        <p:sp>
          <p:nvSpPr>
            <p:cNvPr id="426" name="Shape 426"/>
            <p:cNvSpPr/>
            <p:nvPr/>
          </p:nvSpPr>
          <p:spPr>
            <a:xfrm>
              <a:off x="-1" y="-1"/>
              <a:ext cx="1977403" cy="369334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27" name="Shape 427"/>
            <p:cNvSpPr/>
            <p:nvPr/>
          </p:nvSpPr>
          <p:spPr>
            <a:xfrm>
              <a:off x="-1" y="-1"/>
              <a:ext cx="1977403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29" name="Shape 429"/>
          <p:cNvSpPr/>
          <p:nvPr/>
        </p:nvSpPr>
        <p:spPr>
          <a:xfrm>
            <a:off x="5864240" y="5448608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Shape 430"/>
          <p:cNvSpPr/>
          <p:nvPr/>
        </p:nvSpPr>
        <p:spPr>
          <a:xfrm>
            <a:off x="3377117" y="5455398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Shape 431"/>
          <p:cNvSpPr/>
          <p:nvPr/>
        </p:nvSpPr>
        <p:spPr>
          <a:xfrm>
            <a:off x="4365816" y="5448608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Shape 434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Shape 435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436" name="Shape 436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Shape 437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38" name="Shape 438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439" name="Shape 439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440" name="Shape 440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441" name="Shape 441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442" name="Shape 442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443" name="Shape 443"/>
          <p:cNvSpPr/>
          <p:nvPr/>
        </p:nvSpPr>
        <p:spPr>
          <a:xfrm>
            <a:off x="6012160" y="3920282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Shape 444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47" name="Group 447"/>
          <p:cNvGrpSpPr/>
          <p:nvPr/>
        </p:nvGrpSpPr>
        <p:grpSpPr>
          <a:xfrm>
            <a:off x="3635895" y="3920282"/>
            <a:ext cx="1609096" cy="1200329"/>
            <a:chOff x="0" y="0"/>
            <a:chExt cx="1609094" cy="1200328"/>
          </a:xfrm>
        </p:grpSpPr>
        <p:sp>
          <p:nvSpPr>
            <p:cNvPr id="445" name="Shape 445"/>
            <p:cNvSpPr/>
            <p:nvPr/>
          </p:nvSpPr>
          <p:spPr>
            <a:xfrm>
              <a:off x="0" y="0"/>
              <a:ext cx="1609095" cy="1200329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46" name="Shape 446"/>
            <p:cNvSpPr/>
            <p:nvPr/>
          </p:nvSpPr>
          <p:spPr>
            <a:xfrm>
              <a:off x="0" y="0"/>
              <a:ext cx="160909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48" name="Shape 448"/>
          <p:cNvSpPr/>
          <p:nvPr/>
        </p:nvSpPr>
        <p:spPr>
          <a:xfrm>
            <a:off x="3635895" y="3920282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Shape 449"/>
          <p:cNvSpPr/>
          <p:nvPr/>
        </p:nvSpPr>
        <p:spPr>
          <a:xfrm>
            <a:off x="4641355" y="3920282"/>
            <a:ext cx="446657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52" name="Group 452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450" name="Shape 450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51" name="Shape 451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53" name="Shape 453"/>
          <p:cNvSpPr/>
          <p:nvPr/>
        </p:nvSpPr>
        <p:spPr>
          <a:xfrm>
            <a:off x="2915816" y="3089285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454" name="Shape 454"/>
          <p:cNvSpPr/>
          <p:nvPr/>
        </p:nvSpPr>
        <p:spPr>
          <a:xfrm>
            <a:off x="2919213" y="3894206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455" name="Shape 455"/>
          <p:cNvSpPr/>
          <p:nvPr/>
        </p:nvSpPr>
        <p:spPr>
          <a:xfrm>
            <a:off x="3017722" y="5455398"/>
            <a:ext cx="30796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3.</a:t>
            </a:r>
          </a:p>
        </p:txBody>
      </p:sp>
      <p:grpSp>
        <p:nvGrpSpPr>
          <p:cNvPr id="458" name="Group 458"/>
          <p:cNvGrpSpPr/>
          <p:nvPr/>
        </p:nvGrpSpPr>
        <p:grpSpPr>
          <a:xfrm>
            <a:off x="3377117" y="5455398"/>
            <a:ext cx="1977402" cy="369333"/>
            <a:chOff x="0" y="0"/>
            <a:chExt cx="1977401" cy="369332"/>
          </a:xfrm>
        </p:grpSpPr>
        <p:sp>
          <p:nvSpPr>
            <p:cNvPr id="456" name="Shape 456"/>
            <p:cNvSpPr/>
            <p:nvPr/>
          </p:nvSpPr>
          <p:spPr>
            <a:xfrm>
              <a:off x="-1" y="-1"/>
              <a:ext cx="1977403" cy="369334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57" name="Shape 457"/>
            <p:cNvSpPr/>
            <p:nvPr/>
          </p:nvSpPr>
          <p:spPr>
            <a:xfrm>
              <a:off x="-1" y="-1"/>
              <a:ext cx="1977403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59" name="Shape 459"/>
          <p:cNvSpPr/>
          <p:nvPr/>
        </p:nvSpPr>
        <p:spPr>
          <a:xfrm>
            <a:off x="5864240" y="5448608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Shape 460"/>
          <p:cNvSpPr/>
          <p:nvPr/>
        </p:nvSpPr>
        <p:spPr>
          <a:xfrm>
            <a:off x="3377117" y="5455398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Shape 461"/>
          <p:cNvSpPr/>
          <p:nvPr/>
        </p:nvSpPr>
        <p:spPr>
          <a:xfrm>
            <a:off x="4365816" y="5448608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Shape 462"/>
          <p:cNvSpPr/>
          <p:nvPr/>
        </p:nvSpPr>
        <p:spPr>
          <a:xfrm>
            <a:off x="3850592" y="5448608"/>
            <a:ext cx="429396" cy="369333"/>
          </a:xfrm>
          <a:prstGeom prst="rect">
            <a:avLst/>
          </a:prstGeom>
          <a:ln w="25400">
            <a:solidFill>
              <a:srgbClr val="1F497D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Shape 463"/>
          <p:cNvSpPr/>
          <p:nvPr/>
        </p:nvSpPr>
        <p:spPr>
          <a:xfrm>
            <a:off x="4850045" y="5455398"/>
            <a:ext cx="429396" cy="369333"/>
          </a:xfrm>
          <a:prstGeom prst="rect">
            <a:avLst/>
          </a:prstGeom>
          <a:ln w="25400">
            <a:solidFill>
              <a:srgbClr val="1F497D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/>
          <p:nvPr/>
        </p:nvSpPr>
        <p:spPr>
          <a:xfrm>
            <a:off x="0" y="980728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Shape 466"/>
          <p:cNvSpPr/>
          <p:nvPr/>
        </p:nvSpPr>
        <p:spPr>
          <a:xfrm>
            <a:off x="0" y="1916832"/>
            <a:ext cx="9144000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Shape 467"/>
          <p:cNvSpPr/>
          <p:nvPr/>
        </p:nvSpPr>
        <p:spPr>
          <a:xfrm>
            <a:off x="93470" y="149730"/>
            <a:ext cx="576066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468" name="Shape 468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Shape 469"/>
          <p:cNvSpPr/>
          <p:nvPr/>
        </p:nvSpPr>
        <p:spPr>
          <a:xfrm>
            <a:off x="7439175" y="106353"/>
            <a:ext cx="158417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70" name="Shape 470"/>
          <p:cNvSpPr/>
          <p:nvPr/>
        </p:nvSpPr>
        <p:spPr>
          <a:xfrm>
            <a:off x="981578" y="298230"/>
            <a:ext cx="3781508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Simplifying Expressions</a:t>
            </a:r>
          </a:p>
        </p:txBody>
      </p:sp>
      <p:sp>
        <p:nvSpPr>
          <p:cNvPr id="471" name="Shape 471"/>
          <p:cNvSpPr/>
          <p:nvPr/>
        </p:nvSpPr>
        <p:spPr>
          <a:xfrm>
            <a:off x="75315" y="1091238"/>
            <a:ext cx="813779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is a ‘like term’ and how do I collect them? </a:t>
            </a:r>
          </a:p>
        </p:txBody>
      </p:sp>
      <p:sp>
        <p:nvSpPr>
          <p:cNvPr id="472" name="Shape 472"/>
          <p:cNvSpPr/>
          <p:nvPr/>
        </p:nvSpPr>
        <p:spPr>
          <a:xfrm>
            <a:off x="3059831" y="2060848"/>
            <a:ext cx="5904658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Like terms contain exactly the same variables with the same powers. The variables do not need to be in the same order. </a:t>
            </a:r>
          </a:p>
        </p:txBody>
      </p:sp>
      <p:sp>
        <p:nvSpPr>
          <p:cNvPr id="473" name="Shape 473"/>
          <p:cNvSpPr/>
          <p:nvPr/>
        </p:nvSpPr>
        <p:spPr>
          <a:xfrm>
            <a:off x="93471" y="2204864"/>
            <a:ext cx="275033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are like terms?</a:t>
            </a:r>
          </a:p>
        </p:txBody>
      </p:sp>
      <p:sp>
        <p:nvSpPr>
          <p:cNvPr id="474" name="Shape 474"/>
          <p:cNvSpPr/>
          <p:nvPr/>
        </p:nvSpPr>
        <p:spPr>
          <a:xfrm>
            <a:off x="93472" y="2996951"/>
            <a:ext cx="262668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do I simplify expressions by collecting like terms?</a:t>
            </a:r>
          </a:p>
        </p:txBody>
      </p:sp>
      <p:sp>
        <p:nvSpPr>
          <p:cNvPr id="475" name="Shape 475"/>
          <p:cNvSpPr/>
          <p:nvPr/>
        </p:nvSpPr>
        <p:spPr>
          <a:xfrm>
            <a:off x="6012160" y="3920282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Shape 476"/>
          <p:cNvSpPr/>
          <p:nvPr/>
        </p:nvSpPr>
        <p:spPr>
          <a:xfrm flipH="1">
            <a:off x="5816060" y="3894206"/>
            <a:ext cx="1" cy="3861049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79" name="Group 479"/>
          <p:cNvGrpSpPr/>
          <p:nvPr/>
        </p:nvGrpSpPr>
        <p:grpSpPr>
          <a:xfrm>
            <a:off x="3635895" y="3920282"/>
            <a:ext cx="1609096" cy="1200329"/>
            <a:chOff x="0" y="0"/>
            <a:chExt cx="1609094" cy="1200328"/>
          </a:xfrm>
        </p:grpSpPr>
        <p:sp>
          <p:nvSpPr>
            <p:cNvPr id="477" name="Shape 477"/>
            <p:cNvSpPr/>
            <p:nvPr/>
          </p:nvSpPr>
          <p:spPr>
            <a:xfrm>
              <a:off x="0" y="0"/>
              <a:ext cx="1609095" cy="1200329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78" name="Shape 478"/>
            <p:cNvSpPr/>
            <p:nvPr/>
          </p:nvSpPr>
          <p:spPr>
            <a:xfrm>
              <a:off x="0" y="0"/>
              <a:ext cx="1609095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80" name="Shape 480"/>
          <p:cNvSpPr/>
          <p:nvPr/>
        </p:nvSpPr>
        <p:spPr>
          <a:xfrm>
            <a:off x="3635895" y="3920282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Shape 481"/>
          <p:cNvSpPr/>
          <p:nvPr/>
        </p:nvSpPr>
        <p:spPr>
          <a:xfrm>
            <a:off x="4641355" y="3920282"/>
            <a:ext cx="446657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84" name="Group 484"/>
          <p:cNvGrpSpPr/>
          <p:nvPr/>
        </p:nvGrpSpPr>
        <p:grpSpPr>
          <a:xfrm>
            <a:off x="3203758" y="3089285"/>
            <a:ext cx="5011628" cy="369333"/>
            <a:chOff x="0" y="0"/>
            <a:chExt cx="5011627" cy="369332"/>
          </a:xfrm>
        </p:grpSpPr>
        <p:sp>
          <p:nvSpPr>
            <p:cNvPr id="482" name="Shape 482"/>
            <p:cNvSpPr/>
            <p:nvPr/>
          </p:nvSpPr>
          <p:spPr>
            <a:xfrm>
              <a:off x="0" y="-1"/>
              <a:ext cx="5011628" cy="369334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83" name="Shape 483"/>
            <p:cNvSpPr/>
            <p:nvPr/>
          </p:nvSpPr>
          <p:spPr>
            <a:xfrm>
              <a:off x="0" y="-1"/>
              <a:ext cx="501162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85" name="Shape 485"/>
          <p:cNvSpPr/>
          <p:nvPr/>
        </p:nvSpPr>
        <p:spPr>
          <a:xfrm>
            <a:off x="2915816" y="3089285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486" name="Shape 486"/>
          <p:cNvSpPr/>
          <p:nvPr/>
        </p:nvSpPr>
        <p:spPr>
          <a:xfrm>
            <a:off x="2919213" y="3894206"/>
            <a:ext cx="30795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487" name="Shape 487"/>
          <p:cNvSpPr/>
          <p:nvPr/>
        </p:nvSpPr>
        <p:spPr>
          <a:xfrm>
            <a:off x="3017722" y="5455398"/>
            <a:ext cx="30796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3.</a:t>
            </a:r>
          </a:p>
        </p:txBody>
      </p:sp>
      <p:grpSp>
        <p:nvGrpSpPr>
          <p:cNvPr id="490" name="Group 490"/>
          <p:cNvGrpSpPr/>
          <p:nvPr/>
        </p:nvGrpSpPr>
        <p:grpSpPr>
          <a:xfrm>
            <a:off x="3377117" y="5455398"/>
            <a:ext cx="1977402" cy="369333"/>
            <a:chOff x="0" y="0"/>
            <a:chExt cx="1977401" cy="369332"/>
          </a:xfrm>
        </p:grpSpPr>
        <p:sp>
          <p:nvSpPr>
            <p:cNvPr id="488" name="Shape 488"/>
            <p:cNvSpPr/>
            <p:nvPr/>
          </p:nvSpPr>
          <p:spPr>
            <a:xfrm>
              <a:off x="-1" y="-1"/>
              <a:ext cx="1977403" cy="369334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89" name="Shape 489"/>
            <p:cNvSpPr/>
            <p:nvPr/>
          </p:nvSpPr>
          <p:spPr>
            <a:xfrm>
              <a:off x="-1" y="-1"/>
              <a:ext cx="1977403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  <p:sp>
        <p:nvSpPr>
          <p:cNvPr id="491" name="Shape 491"/>
          <p:cNvSpPr/>
          <p:nvPr/>
        </p:nvSpPr>
        <p:spPr>
          <a:xfrm>
            <a:off x="5864240" y="5448608"/>
            <a:ext cx="3960441" cy="169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Identify like terms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Simplify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Shape 492"/>
          <p:cNvSpPr/>
          <p:nvPr/>
        </p:nvSpPr>
        <p:spPr>
          <a:xfrm>
            <a:off x="3377117" y="5455398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Shape 493"/>
          <p:cNvSpPr/>
          <p:nvPr/>
        </p:nvSpPr>
        <p:spPr>
          <a:xfrm>
            <a:off x="4365816" y="5448608"/>
            <a:ext cx="429396" cy="3693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Shape 494"/>
          <p:cNvSpPr/>
          <p:nvPr/>
        </p:nvSpPr>
        <p:spPr>
          <a:xfrm>
            <a:off x="3850592" y="5448608"/>
            <a:ext cx="429396" cy="369333"/>
          </a:xfrm>
          <a:prstGeom prst="rect">
            <a:avLst/>
          </a:prstGeom>
          <a:ln w="25400">
            <a:solidFill>
              <a:srgbClr val="1F497D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Shape 495"/>
          <p:cNvSpPr/>
          <p:nvPr/>
        </p:nvSpPr>
        <p:spPr>
          <a:xfrm>
            <a:off x="4850045" y="5455398"/>
            <a:ext cx="429396" cy="369333"/>
          </a:xfrm>
          <a:prstGeom prst="rect">
            <a:avLst/>
          </a:prstGeom>
          <a:ln w="25400">
            <a:solidFill>
              <a:srgbClr val="1F497D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498" name="Group 498"/>
          <p:cNvGrpSpPr/>
          <p:nvPr/>
        </p:nvGrpSpPr>
        <p:grpSpPr>
          <a:xfrm>
            <a:off x="3203757" y="6216810"/>
            <a:ext cx="1270990" cy="369333"/>
            <a:chOff x="0" y="0"/>
            <a:chExt cx="1270988" cy="369332"/>
          </a:xfrm>
        </p:grpSpPr>
        <p:sp>
          <p:nvSpPr>
            <p:cNvPr id="496" name="Shape 496"/>
            <p:cNvSpPr/>
            <p:nvPr/>
          </p:nvSpPr>
          <p:spPr>
            <a:xfrm>
              <a:off x="0" y="-1"/>
              <a:ext cx="1270989" cy="369334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497" name="Shape 497"/>
            <p:cNvSpPr/>
            <p:nvPr/>
          </p:nvSpPr>
          <p:spPr>
            <a:xfrm>
              <a:off x="0" y="-1"/>
              <a:ext cx="1270989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 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614" y="1019175"/>
            <a:ext cx="8810626" cy="5838825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Shape 50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1640" y="1556791"/>
            <a:ext cx="6689022" cy="3365724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Shape 50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/>
          <p:nvPr>
            <p:ph type="title"/>
          </p:nvPr>
        </p:nvSpPr>
        <p:spPr>
          <a:xfrm>
            <a:off x="467543" y="332656"/>
            <a:ext cx="8229601" cy="1143001"/>
          </a:xfrm>
          <a:prstGeom prst="rect">
            <a:avLst/>
          </a:prstGeom>
        </p:spPr>
        <p:txBody>
          <a:bodyPr/>
          <a:lstStyle/>
          <a:p>
            <a:pPr/>
            <a:r>
              <a:t>Task </a:t>
            </a:r>
          </a:p>
        </p:txBody>
      </p:sp>
      <p:sp>
        <p:nvSpPr>
          <p:cNvPr id="507" name="Shape 507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/>
            <a:r>
              <a:t> 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/>
          <p:nvPr>
            <p:ph type="title"/>
          </p:nvPr>
        </p:nvSpPr>
        <p:spPr>
          <a:xfrm>
            <a:off x="467543" y="332656"/>
            <a:ext cx="8229601" cy="1143001"/>
          </a:xfrm>
          <a:prstGeom prst="rect">
            <a:avLst/>
          </a:prstGeom>
        </p:spPr>
        <p:txBody>
          <a:bodyPr/>
          <a:lstStyle/>
          <a:p>
            <a:pPr/>
            <a:r>
              <a:t>Task </a:t>
            </a:r>
          </a:p>
        </p:txBody>
      </p:sp>
      <p:sp>
        <p:nvSpPr>
          <p:cNvPr id="510" name="Shape 510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/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Notes Review</a:t>
            </a:r>
          </a:p>
        </p:txBody>
      </p:sp>
      <p:sp>
        <p:nvSpPr>
          <p:cNvPr id="513" name="Shape 513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24, 7 ,30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Date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Title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Essential question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Notes complete 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Notes complete with colour and diagrams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Questions completed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Contents page filled in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Formula page filled 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515"/>
          <p:cNvSpPr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Homework</a:t>
            </a:r>
          </a:p>
        </p:txBody>
      </p:sp>
      <p:sp>
        <p:nvSpPr>
          <p:cNvPr id="516" name="Shape 51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Review your notes and write a summary answering the essential question.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