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60" r:id="rId2"/>
    <p:sldId id="350" r:id="rId3"/>
    <p:sldId id="259" r:id="rId4"/>
    <p:sldId id="258" r:id="rId5"/>
    <p:sldId id="309" r:id="rId6"/>
    <p:sldId id="349" r:id="rId7"/>
    <p:sldId id="348" r:id="rId8"/>
    <p:sldId id="347" r:id="rId9"/>
    <p:sldId id="346" r:id="rId10"/>
    <p:sldId id="345" r:id="rId11"/>
    <p:sldId id="344" r:id="rId12"/>
    <p:sldId id="343" r:id="rId13"/>
    <p:sldId id="342" r:id="rId14"/>
    <p:sldId id="341" r:id="rId15"/>
    <p:sldId id="340" r:id="rId16"/>
    <p:sldId id="339" r:id="rId17"/>
    <p:sldId id="338" r:id="rId18"/>
    <p:sldId id="337" r:id="rId19"/>
    <p:sldId id="336" r:id="rId20"/>
    <p:sldId id="335" r:id="rId21"/>
    <p:sldId id="334" r:id="rId22"/>
    <p:sldId id="333" r:id="rId23"/>
    <p:sldId id="332" r:id="rId24"/>
    <p:sldId id="331" r:id="rId25"/>
    <p:sldId id="308" r:id="rId26"/>
    <p:sldId id="329" r:id="rId27"/>
    <p:sldId id="330" r:id="rId28"/>
    <p:sldId id="326" r:id="rId29"/>
    <p:sldId id="327" r:id="rId30"/>
    <p:sldId id="292" r:id="rId31"/>
    <p:sldId id="291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2"/>
    <p:restoredTop sz="50000" autoAdjust="0"/>
  </p:normalViewPr>
  <p:slideViewPr>
    <p:cSldViewPr>
      <p:cViewPr varScale="1">
        <p:scale>
          <a:sx n="56" d="100"/>
          <a:sy n="56" d="100"/>
        </p:scale>
        <p:origin x="162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19.png"/><Relationship Id="rId17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4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 or hook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smtClean="0"/>
              <a:t>Remember this question from your first </a:t>
            </a:r>
          </a:p>
          <a:p>
            <a:pPr marL="0" indent="0" algn="ctr">
              <a:buNone/>
            </a:pPr>
            <a:r>
              <a:rPr lang="en-US" dirty="0" smtClean="0"/>
              <a:t>Mini Test?</a:t>
            </a:r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21b</a:t>
            </a:r>
            <a:r>
              <a:rPr lang="en-US" baseline="30000" dirty="0" smtClean="0"/>
              <a:t>8 </a:t>
            </a:r>
            <a:r>
              <a:rPr lang="en-US" dirty="0" smtClean="0"/>
              <a:t>/ 6b</a:t>
            </a:r>
            <a:r>
              <a:rPr lang="en-US" baseline="30000" dirty="0" smtClean="0"/>
              <a:t>3</a:t>
            </a:r>
            <a:r>
              <a:rPr lang="en-US" dirty="0" smtClean="0"/>
              <a:t> 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341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0025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÷4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9907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019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29997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92912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6324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73385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1317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blipFill rotWithShape="0">
                <a:blip r:embed="rId8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blipFill rotWithShape="0">
                <a:blip r:embed="rId9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43708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blipFill rotWithShape="0">
                <a:blip r:embed="rId8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blipFill rotWithShape="0">
                <a:blip r:embed="rId9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903406" y="31836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5794758" y="3571448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12300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blipFill rotWithShape="0">
                <a:blip r:embed="rId8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blipFill rotWithShape="0">
                <a:blip r:embed="rId9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903406" y="31836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5794758" y="3571448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2358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blipFill rotWithShape="0">
                <a:blip r:embed="rId8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blipFill rotWithShape="0">
                <a:blip r:embed="rId9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903406" y="31836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5794758" y="3571448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𝑚𝑒𝑎𝑛𝑠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1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AU" sz="1400" dirty="0" smtClean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AU" sz="1400" dirty="0" smtClean="0">
                    <a:solidFill>
                      <a:srgbClr val="FF0000"/>
                    </a:solidFill>
                  </a:rPr>
                  <a:t>We don’t need to write the 1</a:t>
                </a:r>
                <a:endParaRPr lang="en-AU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blipFill rotWithShape="0">
                <a:blip r:embed="rId11"/>
                <a:stretch>
                  <a:fillRect b="-104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3165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blipFill rotWithShape="0">
                <a:blip r:embed="rId8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blipFill rotWithShape="0">
                <a:blip r:embed="rId9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903406" y="31836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5794758" y="3571448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𝑚𝑒𝑎𝑛𝑠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1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AU" sz="1400" dirty="0" smtClean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AU" sz="1400" dirty="0" smtClean="0">
                    <a:solidFill>
                      <a:srgbClr val="FF0000"/>
                    </a:solidFill>
                  </a:rPr>
                  <a:t>We don’t need to write the 1</a:t>
                </a:r>
                <a:endParaRPr lang="en-AU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blipFill rotWithShape="0">
                <a:blip r:embed="rId11"/>
                <a:stretch>
                  <a:fillRect b="-104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42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blipFill rotWithShape="0">
                <a:blip r:embed="rId8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blipFill rotWithShape="0">
                <a:blip r:embed="rId9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903406" y="31836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5794758" y="3571448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𝑚𝑒𝑎𝑛𝑠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1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AU" sz="1400" dirty="0" smtClean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AU" sz="1400" dirty="0" smtClean="0">
                    <a:solidFill>
                      <a:srgbClr val="FF0000"/>
                    </a:solidFill>
                  </a:rPr>
                  <a:t>We don’t need to write the 1</a:t>
                </a:r>
                <a:endParaRPr lang="en-AU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blipFill rotWithShape="0">
                <a:blip r:embed="rId11"/>
                <a:stretch>
                  <a:fillRect b="-104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3275856" y="4941168"/>
            <a:ext cx="127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5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blipFill rotWithShape="0">
                <a:blip r:embed="rId13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blipFill rotWithShape="0">
                <a:blip r:embed="rId14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3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blipFill rotWithShape="0">
                <a:blip r:embed="rId8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blipFill rotWithShape="0">
                <a:blip r:embed="rId9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903406" y="31836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5794758" y="3571448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𝑚𝑒𝑎𝑛𝑠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1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AU" sz="1400" dirty="0" smtClean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AU" sz="1400" dirty="0" smtClean="0">
                    <a:solidFill>
                      <a:srgbClr val="FF0000"/>
                    </a:solidFill>
                  </a:rPr>
                  <a:t>We don’t need to write the 1</a:t>
                </a:r>
                <a:endParaRPr lang="en-AU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blipFill rotWithShape="0">
                <a:blip r:embed="rId11"/>
                <a:stretch>
                  <a:fillRect b="-104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3275856" y="4941168"/>
            <a:ext cx="127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5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blipFill rotWithShape="0">
                <a:blip r:embed="rId13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blipFill rotWithShape="0">
                <a:blip r:embed="rId14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Connector 51"/>
          <p:cNvCxnSpPr/>
          <p:nvPr/>
        </p:nvCxnSpPr>
        <p:spPr>
          <a:xfrm flipV="1">
            <a:off x="5622645" y="48318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5606581" y="5163393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412623" y="454477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58" name="TextBox 57"/>
          <p:cNvSpPr txBox="1"/>
          <p:nvPr/>
        </p:nvSpPr>
        <p:spPr>
          <a:xfrm>
            <a:off x="5463640" y="5394184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06687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blipFill rotWithShape="0">
                <a:blip r:embed="rId8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blipFill rotWithShape="0">
                <a:blip r:embed="rId9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903406" y="31836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5794758" y="3571448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𝑚𝑒𝑎𝑛𝑠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1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AU" sz="1400" dirty="0" smtClean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AU" sz="1400" dirty="0" smtClean="0">
                    <a:solidFill>
                      <a:srgbClr val="FF0000"/>
                    </a:solidFill>
                  </a:rPr>
                  <a:t>We don’t need to write the 1</a:t>
                </a:r>
                <a:endParaRPr lang="en-AU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blipFill rotWithShape="0">
                <a:blip r:embed="rId11"/>
                <a:stretch>
                  <a:fillRect b="-104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3275856" y="4941168"/>
            <a:ext cx="127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5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blipFill rotWithShape="0">
                <a:blip r:embed="rId13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blipFill rotWithShape="0">
                <a:blip r:embed="rId14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6901814" y="488106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 </a:t>
            </a:r>
            <a:endParaRPr lang="en-AU" dirty="0"/>
          </a:p>
        </p:txBody>
      </p:sp>
      <p:cxnSp>
        <p:nvCxnSpPr>
          <p:cNvPr id="52" name="Straight Connector 51"/>
          <p:cNvCxnSpPr/>
          <p:nvPr/>
        </p:nvCxnSpPr>
        <p:spPr>
          <a:xfrm flipV="1">
            <a:off x="5622645" y="48318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5606581" y="5163393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412623" y="454477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58" name="TextBox 57"/>
          <p:cNvSpPr txBox="1"/>
          <p:nvPr/>
        </p:nvSpPr>
        <p:spPr>
          <a:xfrm>
            <a:off x="5463640" y="5394184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88100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blipFill rotWithShape="0">
                <a:blip r:embed="rId8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blipFill rotWithShape="0">
                <a:blip r:embed="rId9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903406" y="31836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5794758" y="3571448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𝑚𝑒𝑎𝑛𝑠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1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AU" sz="1400" dirty="0" smtClean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AU" sz="1400" dirty="0" smtClean="0">
                    <a:solidFill>
                      <a:srgbClr val="FF0000"/>
                    </a:solidFill>
                  </a:rPr>
                  <a:t>We don’t need to write the 1</a:t>
                </a:r>
                <a:endParaRPr lang="en-AU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blipFill rotWithShape="0">
                <a:blip r:embed="rId11"/>
                <a:stretch>
                  <a:fillRect b="-104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3275856" y="4941168"/>
            <a:ext cx="127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5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blipFill rotWithShape="0">
                <a:blip r:embed="rId13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blipFill rotWithShape="0">
                <a:blip r:embed="rId14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6901814" y="488106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6165314" y="47932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314" y="4793218"/>
                <a:ext cx="273045" cy="369332"/>
              </a:xfrm>
              <a:prstGeom prst="rect">
                <a:avLst/>
              </a:prstGeom>
              <a:blipFill rotWithShape="0">
                <a:blip r:embed="rId15"/>
                <a:stretch>
                  <a:fillRect r="-82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6165314" y="5094736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314" y="5094736"/>
                <a:ext cx="273045" cy="369332"/>
              </a:xfrm>
              <a:prstGeom prst="rect">
                <a:avLst/>
              </a:prstGeom>
              <a:blipFill rotWithShape="0">
                <a:blip r:embed="rId16"/>
                <a:stretch>
                  <a:fillRect r="-82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Connector 51"/>
          <p:cNvCxnSpPr/>
          <p:nvPr/>
        </p:nvCxnSpPr>
        <p:spPr>
          <a:xfrm flipV="1">
            <a:off x="5622645" y="48318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5606581" y="5163393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412623" y="454477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58" name="TextBox 57"/>
          <p:cNvSpPr txBox="1"/>
          <p:nvPr/>
        </p:nvSpPr>
        <p:spPr>
          <a:xfrm>
            <a:off x="5463640" y="5394184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87270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blipFill rotWithShape="0">
                <a:blip r:embed="rId8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blipFill rotWithShape="0">
                <a:blip r:embed="rId9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903406" y="31836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5794758" y="3571448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𝑚𝑒𝑎𝑛𝑠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1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AU" sz="1400" dirty="0" smtClean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AU" sz="1400" dirty="0" smtClean="0">
                    <a:solidFill>
                      <a:srgbClr val="FF0000"/>
                    </a:solidFill>
                  </a:rPr>
                  <a:t>We don’t need to write the 1</a:t>
                </a:r>
                <a:endParaRPr lang="en-AU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blipFill rotWithShape="0">
                <a:blip r:embed="rId11"/>
                <a:stretch>
                  <a:fillRect b="-104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3275856" y="4941168"/>
            <a:ext cx="127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5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blipFill rotWithShape="0">
                <a:blip r:embed="rId13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blipFill rotWithShape="0">
                <a:blip r:embed="rId14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6901814" y="488106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6165314" y="47932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314" y="4793218"/>
                <a:ext cx="273045" cy="369332"/>
              </a:xfrm>
              <a:prstGeom prst="rect">
                <a:avLst/>
              </a:prstGeom>
              <a:blipFill rotWithShape="0">
                <a:blip r:embed="rId15"/>
                <a:stretch>
                  <a:fillRect r="-82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6165314" y="5094736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314" y="5094736"/>
                <a:ext cx="273045" cy="369332"/>
              </a:xfrm>
              <a:prstGeom prst="rect">
                <a:avLst/>
              </a:prstGeom>
              <a:blipFill rotWithShape="0">
                <a:blip r:embed="rId16"/>
                <a:stretch>
                  <a:fillRect r="-82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Connector 51"/>
          <p:cNvCxnSpPr/>
          <p:nvPr/>
        </p:nvCxnSpPr>
        <p:spPr>
          <a:xfrm flipV="1">
            <a:off x="5622645" y="48318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5606581" y="5163393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5809317" y="4813954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5794006" y="5144413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412623" y="454477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58" name="TextBox 57"/>
          <p:cNvSpPr txBox="1"/>
          <p:nvPr/>
        </p:nvSpPr>
        <p:spPr>
          <a:xfrm>
            <a:off x="5463640" y="5394184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6938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blipFill rotWithShape="0">
                <a:blip r:embed="rId8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blipFill rotWithShape="0">
                <a:blip r:embed="rId9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903406" y="31836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5794758" y="3571448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𝑚𝑒𝑎𝑛𝑠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1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AU" sz="1400" dirty="0" smtClean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AU" sz="1400" dirty="0" smtClean="0">
                    <a:solidFill>
                      <a:srgbClr val="FF0000"/>
                    </a:solidFill>
                  </a:rPr>
                  <a:t>We don’t need to write the 1</a:t>
                </a:r>
                <a:endParaRPr lang="en-AU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blipFill rotWithShape="0">
                <a:blip r:embed="rId11"/>
                <a:stretch>
                  <a:fillRect b="-104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3275856" y="4941168"/>
            <a:ext cx="127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5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blipFill rotWithShape="0">
                <a:blip r:embed="rId13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blipFill rotWithShape="0">
                <a:blip r:embed="rId14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6901814" y="488106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6165314" y="47932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314" y="4793218"/>
                <a:ext cx="273045" cy="369332"/>
              </a:xfrm>
              <a:prstGeom prst="rect">
                <a:avLst/>
              </a:prstGeom>
              <a:blipFill rotWithShape="0">
                <a:blip r:embed="rId15"/>
                <a:stretch>
                  <a:fillRect r="-82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6165314" y="5094736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314" y="5094736"/>
                <a:ext cx="273045" cy="369332"/>
              </a:xfrm>
              <a:prstGeom prst="rect">
                <a:avLst/>
              </a:prstGeom>
              <a:blipFill rotWithShape="0">
                <a:blip r:embed="rId16"/>
                <a:stretch>
                  <a:fillRect r="-82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Connector 51"/>
          <p:cNvCxnSpPr/>
          <p:nvPr/>
        </p:nvCxnSpPr>
        <p:spPr>
          <a:xfrm flipV="1">
            <a:off x="5622645" y="48318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5606581" y="5163393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5809317" y="4813954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5794006" y="5144413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412623" y="454477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58" name="TextBox 57"/>
          <p:cNvSpPr txBox="1"/>
          <p:nvPr/>
        </p:nvSpPr>
        <p:spPr>
          <a:xfrm>
            <a:off x="5463640" y="5394184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4932040" y="5763516"/>
                <a:ext cx="1233274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040" y="5763516"/>
                <a:ext cx="1233274" cy="634789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5877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Let’s try these together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83568" y="1436299"/>
                <a:ext cx="7560840" cy="735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000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  <m:sSup>
                            <m:sSupPr>
                              <m:ctrlPr>
                                <a:rPr lang="en-AU" sz="2000" b="0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𝑥𝑧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36299"/>
                <a:ext cx="7560840" cy="73513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4937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Let’s try these together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83568" y="1436299"/>
                <a:ext cx="7560840" cy="735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000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  <m:sSup>
                            <m:sSupPr>
                              <m:ctrlPr>
                                <a:rPr lang="en-AU" sz="2000" b="0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𝑥𝑧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36299"/>
                <a:ext cx="7560840" cy="73513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83568" y="3429000"/>
                <a:ext cx="2880320" cy="664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429000"/>
                <a:ext cx="2880320" cy="66499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361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Let’s try these together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83568" y="1436299"/>
                <a:ext cx="7560840" cy="735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000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  <m:sSup>
                            <m:sSupPr>
                              <m:ctrlPr>
                                <a:rPr lang="en-AU" sz="2000" b="0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𝑥𝑧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36299"/>
                <a:ext cx="7560840" cy="73513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83568" y="3429000"/>
                <a:ext cx="2880320" cy="664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429000"/>
                <a:ext cx="2880320" cy="66499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08517" y="5229200"/>
                <a:ext cx="2520280" cy="665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517" y="5229200"/>
                <a:ext cx="2520280" cy="6656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465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592" y="1417638"/>
            <a:ext cx="7128792" cy="110951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22" y="2513559"/>
            <a:ext cx="7191470" cy="221158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5109586"/>
            <a:ext cx="7920880" cy="101444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8922" y="4581128"/>
            <a:ext cx="2438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Enrichment: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70595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1640" y="1772816"/>
            <a:ext cx="5705330" cy="64807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2636912"/>
            <a:ext cx="5705330" cy="216149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4798406"/>
            <a:ext cx="3120237" cy="50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660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1137</TotalTime>
  <Words>1290</Words>
  <Application>Microsoft Macintosh PowerPoint</Application>
  <PresentationFormat>On-screen Show (4:3)</PresentationFormat>
  <Paragraphs>455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Calibri</vt:lpstr>
      <vt:lpstr>Cambria Math</vt:lpstr>
      <vt:lpstr>Arial</vt:lpstr>
      <vt:lpstr>Office Theme</vt:lpstr>
      <vt:lpstr>My Algebra   Interactive Notebook</vt:lpstr>
      <vt:lpstr>Set or hook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try these together</vt:lpstr>
      <vt:lpstr>Let’s try these together</vt:lpstr>
      <vt:lpstr>Let’s try these together</vt:lpstr>
      <vt:lpstr>Task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PATERSON Anne</cp:lastModifiedBy>
  <cp:revision>58</cp:revision>
  <dcterms:created xsi:type="dcterms:W3CDTF">2014-05-14T02:58:57Z</dcterms:created>
  <dcterms:modified xsi:type="dcterms:W3CDTF">2017-02-25T10:26:08Z</dcterms:modified>
</cp:coreProperties>
</file>