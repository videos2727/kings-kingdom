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4" r:id="rId3"/>
    <p:sldId id="259" r:id="rId4"/>
    <p:sldId id="258" r:id="rId5"/>
    <p:sldId id="303" r:id="rId6"/>
    <p:sldId id="301" r:id="rId7"/>
    <p:sldId id="305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2163" autoAdjust="0"/>
  </p:normalViewPr>
  <p:slideViewPr>
    <p:cSldViewPr>
      <p:cViewPr>
        <p:scale>
          <a:sx n="75" d="100"/>
          <a:sy n="75" d="100"/>
        </p:scale>
        <p:origin x="2600" y="7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28/05/2017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Data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30698" y="44439"/>
            <a:ext cx="19335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           </a:t>
            </a:r>
            <a:r>
              <a:rPr lang="en-AU" sz="1000" dirty="0" err="1" smtClean="0"/>
              <a:t>Statisics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2378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 </a:t>
            </a:r>
          </a:p>
          <a:p>
            <a:endParaRPr lang="en-AU" sz="1000" dirty="0"/>
          </a:p>
          <a:p>
            <a:r>
              <a:rPr lang="en-AU" sz="1000" dirty="0" smtClean="0"/>
              <a:t> What are statistics?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993313" y="1213043"/>
            <a:ext cx="10085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000" dirty="0" smtClean="0"/>
          </a:p>
          <a:p>
            <a:endParaRPr lang="en-AU" sz="1000" dirty="0"/>
          </a:p>
          <a:p>
            <a:r>
              <a:rPr lang="en-AU" sz="1000" dirty="0" smtClean="0"/>
              <a:t>Think pair share a quick write on this.</a:t>
            </a:r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36086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Summary:     </a:t>
            </a:r>
          </a:p>
          <a:p>
            <a:endParaRPr lang="en-AU" sz="1000" dirty="0"/>
          </a:p>
          <a:p>
            <a:r>
              <a:rPr lang="en-AU" sz="1000" dirty="0" smtClean="0"/>
              <a:t>We collect statistics to look for patterns in data to help us predict </a:t>
            </a:r>
          </a:p>
          <a:p>
            <a:r>
              <a:rPr lang="en-AU" sz="1000" dirty="0" smtClean="0"/>
              <a:t>future events.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Rectangle 1"/>
          <p:cNvSpPr/>
          <p:nvPr/>
        </p:nvSpPr>
        <p:spPr>
          <a:xfrm>
            <a:off x="4521849" y="1442974"/>
            <a:ext cx="12880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Questions:     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can </a:t>
            </a:r>
          </a:p>
          <a:p>
            <a:r>
              <a:rPr lang="en-AU" dirty="0"/>
              <a:t>we </a:t>
            </a:r>
          </a:p>
          <a:p>
            <a:r>
              <a:rPr lang="en-AU" dirty="0"/>
              <a:t>Display our </a:t>
            </a:r>
            <a:r>
              <a:rPr lang="en-AU" dirty="0" err="1"/>
              <a:t>statsistics</a:t>
            </a:r>
            <a:r>
              <a:rPr lang="en-AU" dirty="0" smtClean="0"/>
              <a:t>?</a:t>
            </a:r>
          </a:p>
          <a:p>
            <a:endParaRPr lang="en-AU" dirty="0"/>
          </a:p>
          <a:p>
            <a:r>
              <a:rPr lang="en-AU" dirty="0" smtClean="0"/>
              <a:t> Another </a:t>
            </a:r>
            <a:r>
              <a:rPr lang="en-AU" dirty="0"/>
              <a:t>word for statistics is ?    </a:t>
            </a:r>
            <a:r>
              <a:rPr lang="en-AU" dirty="0" smtClean="0"/>
              <a:t>- - - 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18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 Interpreting tables &amp;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–Have you ever heard the saying, “Lies, Damn lies and Statistics?” from a film</a:t>
            </a:r>
            <a:r>
              <a:rPr lang="is-IS" sz="2400" dirty="0" smtClean="0"/>
              <a:t>…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369733" y="2421467"/>
            <a:ext cx="555370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 can use </a:t>
            </a:r>
          </a:p>
          <a:p>
            <a:r>
              <a:rPr lang="en-US" dirty="0" smtClean="0"/>
              <a:t>a pie graph</a:t>
            </a:r>
          </a:p>
          <a:p>
            <a:endParaRPr lang="en-US" dirty="0"/>
          </a:p>
          <a:p>
            <a:r>
              <a:rPr lang="en-US" dirty="0" smtClean="0"/>
              <a:t>A divided bar graph</a:t>
            </a:r>
          </a:p>
          <a:p>
            <a:endParaRPr lang="en-US" dirty="0" smtClean="0"/>
          </a:p>
          <a:p>
            <a:r>
              <a:rPr lang="en-US" dirty="0" smtClean="0"/>
              <a:t>A line graph</a:t>
            </a:r>
          </a:p>
          <a:p>
            <a:endParaRPr lang="en-US" dirty="0"/>
          </a:p>
          <a:p>
            <a:r>
              <a:rPr lang="en-US" dirty="0" smtClean="0"/>
              <a:t>A column graph</a:t>
            </a:r>
          </a:p>
          <a:p>
            <a:endParaRPr lang="en-US" dirty="0"/>
          </a:p>
          <a:p>
            <a:r>
              <a:rPr lang="en-US" dirty="0" smtClean="0"/>
              <a:t>A table</a:t>
            </a:r>
            <a:r>
              <a:rPr lang="is-IS" dirty="0" smtClean="0"/>
              <a:t>….</a:t>
            </a:r>
          </a:p>
          <a:p>
            <a:endParaRPr lang="is-IS" dirty="0"/>
          </a:p>
          <a:p>
            <a:r>
              <a:rPr lang="is-IS" dirty="0" smtClean="0"/>
              <a:t>*Which is easiest to read?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Examples on p.443  Divide class into 4 groups to produce </a:t>
            </a:r>
          </a:p>
          <a:p>
            <a:r>
              <a:rPr lang="en-US" dirty="0" smtClean="0"/>
              <a:t>one graph of data on p.443 Essentials.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u="sng" dirty="0" smtClean="0"/>
              <a:t>Questions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Quick write Number two</a:t>
            </a:r>
            <a:r>
              <a:rPr lang="is-IS" dirty="0" smtClean="0"/>
              <a:t>…</a:t>
            </a:r>
            <a:br>
              <a:rPr lang="is-IS" dirty="0" smtClean="0"/>
            </a:br>
            <a:r>
              <a:rPr lang="is-IS" dirty="0" smtClean="0"/>
              <a:t>what do we want to predict?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484784"/>
            <a:ext cx="7931224" cy="344239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events do we use data to represent?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4000" dirty="0" smtClean="0"/>
              <a:t>Winners of the sporting events</a:t>
            </a:r>
            <a:br>
              <a:rPr lang="en-US" sz="4000" dirty="0" smtClean="0"/>
            </a:br>
            <a:r>
              <a:rPr lang="en-US" sz="4000" dirty="0" smtClean="0"/>
              <a:t>Winners of elections</a:t>
            </a:r>
            <a:br>
              <a:rPr lang="en-US" sz="4000" dirty="0" smtClean="0"/>
            </a:br>
            <a:r>
              <a:rPr lang="en-US" sz="4000" dirty="0" smtClean="0"/>
              <a:t>The weather</a:t>
            </a:r>
            <a:br>
              <a:rPr lang="en-US" sz="4000" dirty="0" smtClean="0"/>
            </a:br>
            <a:r>
              <a:rPr lang="en-US" sz="4000" dirty="0" smtClean="0"/>
              <a:t>The stock market</a:t>
            </a:r>
            <a:br>
              <a:rPr lang="en-US" sz="4000" dirty="0" smtClean="0"/>
            </a:br>
            <a:r>
              <a:rPr lang="en-US" sz="4000" dirty="0" smtClean="0"/>
              <a:t>Real Estate </a:t>
            </a:r>
            <a:br>
              <a:rPr lang="en-US" sz="4000" dirty="0" smtClean="0"/>
            </a:br>
            <a:r>
              <a:rPr lang="en-US" sz="4000" dirty="0" smtClean="0"/>
              <a:t>Compare the graphs </a:t>
            </a:r>
            <a:r>
              <a:rPr lang="is-IS" sz="4000" dirty="0" smtClean="0"/>
              <a:t>….. </a:t>
            </a:r>
            <a:r>
              <a:rPr lang="is-IS" sz="4000" smtClean="0"/>
              <a:t>&amp; hold a class vote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10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</a:t>
            </a:r>
            <a:r>
              <a:rPr lang="en-AU" smtClean="0"/>
              <a:t>page filled </a:t>
            </a:r>
            <a:r>
              <a:rPr lang="en-AU" dirty="0" smtClean="0"/>
              <a:t>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ID page set up template" id="{3B1F23FA-0288-2D4D-9273-105711912F6E}" vid="{2888695A-BCDC-A143-81C3-9D147C3ED1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page 4 &amp; 5  template</Template>
  <TotalTime>21</TotalTime>
  <Words>236</Words>
  <Application>Microsoft Macintosh PowerPoint</Application>
  <PresentationFormat>On-screen Show (4:3)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Arial</vt:lpstr>
      <vt:lpstr>Office Theme</vt:lpstr>
      <vt:lpstr>My Data Interactive Notebook</vt:lpstr>
      <vt:lpstr>Create your own front page</vt:lpstr>
      <vt:lpstr>PowerPoint Presentation</vt:lpstr>
      <vt:lpstr>PowerPoint Presentation</vt:lpstr>
      <vt:lpstr>PowerPoint Presentation</vt:lpstr>
      <vt:lpstr>Questions Quick write Number two… what do we want to predict?</vt:lpstr>
      <vt:lpstr>What events do we use data to represent?  Winners of the sporting events Winners of elections The weather The stock market Real Estate  Compare the graphs ….. &amp; hold a class vote   </vt:lpstr>
      <vt:lpstr>Notes Review</vt:lpstr>
      <vt:lpstr>Homework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Number Interactive Notebook</dc:title>
  <dc:creator>e2059591</dc:creator>
  <cp:lastModifiedBy>PATERSON Anne</cp:lastModifiedBy>
  <cp:revision>4</cp:revision>
  <dcterms:created xsi:type="dcterms:W3CDTF">2017-02-01T22:57:59Z</dcterms:created>
  <dcterms:modified xsi:type="dcterms:W3CDTF">2017-05-28T05:53:21Z</dcterms:modified>
</cp:coreProperties>
</file>