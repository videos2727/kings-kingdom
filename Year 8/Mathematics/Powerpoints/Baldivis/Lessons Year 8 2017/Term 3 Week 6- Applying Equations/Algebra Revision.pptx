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9"/>
  </p:notesMasterIdLst>
  <p:sldIdLst>
    <p:sldId id="257" r:id="rId2"/>
    <p:sldId id="259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AA09B-5CA3-4974-A3EC-0343C7D66456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78E62-5243-42CD-8F99-4BA57251083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029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94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26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62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7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8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8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06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723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5267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0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08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9133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278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549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460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62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5222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5805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6759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0532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143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1549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8992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139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3179D-3BE7-4670-9691-E5200D097C1D}" type="datetimeFigureOut">
              <a:rPr lang="en-AU" smtClean="0"/>
              <a:t>29/08/2017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110A-984D-4906-B9E5-45F2C74CB7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02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 Revision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8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404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B050"/>
                </a:solidFill>
                <a:latin typeface="Calibri" panose="020F0502020204030204"/>
              </a:rPr>
              <a:t>n + 4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17051FD-1F73-4DD5-9721-8535DFED57EC}"/>
              </a:ext>
            </a:extLst>
          </p:cNvPr>
          <p:cNvSpPr txBox="1"/>
          <p:nvPr/>
        </p:nvSpPr>
        <p:spPr>
          <a:xfrm>
            <a:off x="7905550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5 + k = 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F769B9-A3A3-41BB-BAA2-961E06011F73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C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404" y="1513131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alibri" panose="020F0502020204030204"/>
              </a:rPr>
              <a:t>3n + 1 = 13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17051FD-1F73-4DD5-9721-8535DFED57EC}"/>
              </a:ext>
            </a:extLst>
          </p:cNvPr>
          <p:cNvSpPr txBox="1"/>
          <p:nvPr/>
        </p:nvSpPr>
        <p:spPr>
          <a:xfrm>
            <a:off x="5045019" y="1513130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B050"/>
                </a:solidFill>
                <a:latin typeface="Calibri" panose="020F0502020204030204"/>
              </a:rPr>
              <a:t>5k - 3 = 27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0DC260-D3E7-4241-9DDE-9A8CE0015BEE}"/>
              </a:ext>
            </a:extLst>
          </p:cNvPr>
          <p:cNvSpPr txBox="1"/>
          <p:nvPr/>
        </p:nvSpPr>
        <p:spPr>
          <a:xfrm>
            <a:off x="8998634" y="1513130"/>
            <a:ext cx="210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200" b="1" dirty="0">
                <a:solidFill>
                  <a:srgbClr val="0070C0"/>
                </a:solidFill>
                <a:latin typeface="Calibri" panose="020F0502020204030204"/>
              </a:rPr>
              <a:t>6a + 3 = 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CE9B0-72A7-45F2-8847-A652CE35492F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C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39517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404" y="1513131"/>
            <a:ext cx="2101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0070C0"/>
                </a:solidFill>
                <a:latin typeface="Calibri" panose="020F0502020204030204"/>
              </a:rPr>
              <a:t>n   + 3 = 5</a:t>
            </a:r>
          </a:p>
          <a:p>
            <a:pPr defTabSz="914126"/>
            <a:r>
              <a:rPr lang="en-US" sz="3600" b="1" dirty="0">
                <a:solidFill>
                  <a:srgbClr val="0070C0"/>
                </a:solidFill>
                <a:latin typeface="Calibri" panose="020F0502020204030204"/>
              </a:rPr>
              <a:t>2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E537E2-871A-4858-8E8F-80A833A07B0B}"/>
              </a:ext>
            </a:extLst>
          </p:cNvPr>
          <p:cNvCxnSpPr>
            <a:cxnSpLocks/>
          </p:cNvCxnSpPr>
          <p:nvPr/>
        </p:nvCxnSpPr>
        <p:spPr>
          <a:xfrm>
            <a:off x="957942" y="2097905"/>
            <a:ext cx="6531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8BF5ED-3243-4F90-B8EF-A74AA4E4EE1B}"/>
              </a:ext>
            </a:extLst>
          </p:cNvPr>
          <p:cNvSpPr txBox="1"/>
          <p:nvPr/>
        </p:nvSpPr>
        <p:spPr>
          <a:xfrm>
            <a:off x="5287323" y="1513131"/>
            <a:ext cx="2101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7030A0"/>
                </a:solidFill>
                <a:latin typeface="Calibri" panose="020F0502020204030204"/>
              </a:rPr>
              <a:t>c    - 4 = 2</a:t>
            </a:r>
          </a:p>
          <a:p>
            <a:pPr defTabSz="914126"/>
            <a:r>
              <a:rPr lang="en-US" sz="3600" b="1" dirty="0">
                <a:solidFill>
                  <a:srgbClr val="7030A0"/>
                </a:solidFill>
                <a:latin typeface="Calibri" panose="020F0502020204030204"/>
              </a:rPr>
              <a:t>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4EC8A-FF8A-4B72-AAA5-4F7F72E5F58B}"/>
              </a:ext>
            </a:extLst>
          </p:cNvPr>
          <p:cNvCxnSpPr>
            <a:cxnSpLocks/>
          </p:cNvCxnSpPr>
          <p:nvPr/>
        </p:nvCxnSpPr>
        <p:spPr>
          <a:xfrm>
            <a:off x="5153861" y="2097905"/>
            <a:ext cx="6531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50EC583-CA4B-455D-A1C1-B192321C19E3}"/>
              </a:ext>
            </a:extLst>
          </p:cNvPr>
          <p:cNvSpPr txBox="1"/>
          <p:nvPr/>
        </p:nvSpPr>
        <p:spPr>
          <a:xfrm>
            <a:off x="9394637" y="1497740"/>
            <a:ext cx="2608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FF0000"/>
                </a:solidFill>
                <a:latin typeface="Calibri" panose="020F0502020204030204"/>
              </a:rPr>
              <a:t>h    + 9 = 12</a:t>
            </a:r>
          </a:p>
          <a:p>
            <a:pPr defTabSz="914126"/>
            <a:r>
              <a:rPr lang="en-US" sz="3600" b="1" dirty="0">
                <a:solidFill>
                  <a:srgbClr val="FF0000"/>
                </a:solidFill>
                <a:latin typeface="Calibri" panose="020F0502020204030204"/>
              </a:rPr>
              <a:t>7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8ED3A8-B590-4638-B777-A33EDD1D940B}"/>
              </a:ext>
            </a:extLst>
          </p:cNvPr>
          <p:cNvCxnSpPr>
            <a:cxnSpLocks/>
          </p:cNvCxnSpPr>
          <p:nvPr/>
        </p:nvCxnSpPr>
        <p:spPr>
          <a:xfrm>
            <a:off x="9261175" y="2082514"/>
            <a:ext cx="65314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196514-004C-476B-851F-B4B40D0D5AEA}"/>
              </a:ext>
            </a:extLst>
          </p:cNvPr>
          <p:cNvSpPr txBox="1"/>
          <p:nvPr/>
        </p:nvSpPr>
        <p:spPr>
          <a:xfrm>
            <a:off x="8890782" y="741871"/>
            <a:ext cx="3156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B/C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389626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6" grpId="0"/>
      <p:bldP spid="18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502" y="1718130"/>
            <a:ext cx="3114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Calibri" panose="020F0502020204030204"/>
              </a:rPr>
              <a:t>2(3f – 1) = 21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8BF5ED-3243-4F90-B8EF-A74AA4E4EE1B}"/>
              </a:ext>
            </a:extLst>
          </p:cNvPr>
          <p:cNvSpPr txBox="1"/>
          <p:nvPr/>
        </p:nvSpPr>
        <p:spPr>
          <a:xfrm>
            <a:off x="4703288" y="1718128"/>
            <a:ext cx="3000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</a:rPr>
              <a:t>2(4 -2s) = 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0EC583-CA4B-455D-A1C1-B192321C19E3}"/>
              </a:ext>
            </a:extLst>
          </p:cNvPr>
          <p:cNvSpPr txBox="1"/>
          <p:nvPr/>
        </p:nvSpPr>
        <p:spPr>
          <a:xfrm>
            <a:off x="8714523" y="1718128"/>
            <a:ext cx="3074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Calibri" panose="020F0502020204030204"/>
              </a:rPr>
              <a:t>7(2 -3w) = 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233A6C-7F6C-4814-9926-8251A2FC27F9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B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180897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6" grpId="0"/>
      <p:bldP spid="18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502" y="1718130"/>
            <a:ext cx="3114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002060"/>
                </a:solidFill>
                <a:latin typeface="Calibri" panose="020F0502020204030204"/>
              </a:rPr>
              <a:t>f + 13 = 1 + 5f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8BF5ED-3243-4F90-B8EF-A74AA4E4EE1B}"/>
              </a:ext>
            </a:extLst>
          </p:cNvPr>
          <p:cNvSpPr txBox="1"/>
          <p:nvPr/>
        </p:nvSpPr>
        <p:spPr>
          <a:xfrm>
            <a:off x="4365663" y="1718129"/>
            <a:ext cx="3000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latin typeface="Calibri" panose="020F0502020204030204"/>
              </a:rPr>
              <a:t>3t – 2 = 5t - 10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0EC583-CA4B-455D-A1C1-B192321C19E3}"/>
              </a:ext>
            </a:extLst>
          </p:cNvPr>
          <p:cNvSpPr txBox="1"/>
          <p:nvPr/>
        </p:nvSpPr>
        <p:spPr>
          <a:xfrm>
            <a:off x="8039273" y="1718128"/>
            <a:ext cx="3703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C00000"/>
                </a:solidFill>
                <a:latin typeface="Calibri" panose="020F0502020204030204"/>
              </a:rPr>
              <a:t>4w + 3 = 10w - 21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3F8CA-3FB9-4EF0-9BE0-D83B71728D75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A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318288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6" grpId="0"/>
      <p:bldP spid="18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5745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Solving Multi-step Equations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to solve multi-step algebraic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8855" y="1718126"/>
            <a:ext cx="3670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002060"/>
                </a:solidFill>
                <a:latin typeface="Calibri" panose="020F0502020204030204"/>
              </a:rPr>
              <a:t>4(2a - 1) = 3(a + 2)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50EC583-CA4B-455D-A1C1-B192321C19E3}"/>
              </a:ext>
            </a:extLst>
          </p:cNvPr>
          <p:cNvSpPr txBox="1"/>
          <p:nvPr/>
        </p:nvSpPr>
        <p:spPr>
          <a:xfrm>
            <a:off x="7484434" y="1718126"/>
            <a:ext cx="3703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3600" b="1" dirty="0">
                <a:solidFill>
                  <a:srgbClr val="C00000"/>
                </a:solidFill>
                <a:latin typeface="Calibri" panose="020F0502020204030204"/>
              </a:rPr>
              <a:t>6(c - 5) = 5(c - 4)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A224EF-378D-4672-9971-0BD44DB62F68}"/>
              </a:ext>
            </a:extLst>
          </p:cNvPr>
          <p:cNvSpPr txBox="1"/>
          <p:nvPr/>
        </p:nvSpPr>
        <p:spPr>
          <a:xfrm>
            <a:off x="9182284" y="741871"/>
            <a:ext cx="2864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latin typeface="Calibri" panose="020F0502020204030204"/>
              </a:rPr>
              <a:t>A type Questions</a:t>
            </a:r>
          </a:p>
        </p:txBody>
      </p:sp>
    </p:spTree>
    <p:extLst>
      <p:ext uri="{BB962C8B-B14F-4D97-AF65-F5344CB8AC3E}">
        <p14:creationId xmlns:p14="http://schemas.microsoft.com/office/powerpoint/2010/main" val="206214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8" grpId="0"/>
      <p:bldP spid="12" grpId="0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33</TotalTime>
  <Words>241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DJB Fancy Nancy</vt:lpstr>
      <vt:lpstr>Kiwi School Handwriting</vt:lpstr>
      <vt:lpstr>Vapor Trail</vt:lpstr>
      <vt:lpstr>Algebra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Revision</dc:title>
  <dc:creator>Nine Labuschagne</dc:creator>
  <cp:lastModifiedBy>Nine Labuschagne</cp:lastModifiedBy>
  <cp:revision>8</cp:revision>
  <dcterms:created xsi:type="dcterms:W3CDTF">2017-08-29T05:56:27Z</dcterms:created>
  <dcterms:modified xsi:type="dcterms:W3CDTF">2017-08-29T06:29:41Z</dcterms:modified>
</cp:coreProperties>
</file>