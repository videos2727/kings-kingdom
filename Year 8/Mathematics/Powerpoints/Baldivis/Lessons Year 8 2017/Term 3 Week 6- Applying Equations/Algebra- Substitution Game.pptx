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3" r:id="rId3"/>
    <p:sldId id="261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1594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914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2945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0345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12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240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272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42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27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75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423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C4CB0-E672-419F-988B-1DEC71DEF17C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2E988-1CD6-45A4-89CB-701A5CE1DF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8070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332"/>
            <a:ext cx="7886700" cy="1325563"/>
          </a:xfrm>
        </p:spPr>
        <p:txBody>
          <a:bodyPr/>
          <a:lstStyle/>
          <a:p>
            <a:pPr algn="ctr"/>
            <a:r>
              <a:rPr lang="en-US" dirty="0" smtClean="0"/>
              <a:t>Substitution Revision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71833"/>
            <a:ext cx="7886700" cy="51418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Substitution is where we substitute a number for a previously unknown variable.</a:t>
            </a:r>
          </a:p>
          <a:p>
            <a:pPr marL="0" indent="0">
              <a:buNone/>
            </a:pPr>
            <a:r>
              <a:rPr lang="en-US" dirty="0" smtClean="0"/>
              <a:t>If x = 3, calculate the answer to these;</a:t>
            </a:r>
          </a:p>
          <a:p>
            <a:pPr marL="514350" indent="-514350">
              <a:buAutoNum type="alphaLcParenBoth"/>
            </a:pPr>
            <a:r>
              <a:rPr lang="en-US" dirty="0" smtClean="0"/>
              <a:t>x + 7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AutoNum type="alphaLcParenBoth"/>
            </a:pPr>
            <a:r>
              <a:rPr lang="en-US" dirty="0" smtClean="0"/>
              <a:t>4x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If x = 3, calculate the value of m for these;</a:t>
            </a:r>
          </a:p>
          <a:p>
            <a:pPr marL="514350" indent="-514350">
              <a:buAutoNum type="alphaLcParenBoth"/>
            </a:pPr>
            <a:r>
              <a:rPr lang="en-US" dirty="0" smtClean="0"/>
              <a:t>2x + 5 = m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AutoNum type="alphaLcParenBoth"/>
            </a:pPr>
            <a:r>
              <a:rPr lang="en-US" dirty="0" smtClean="0"/>
              <a:t>3m – 9 = x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AutoNum type="alphaLcParenBoth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915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332"/>
            <a:ext cx="7886700" cy="1325563"/>
          </a:xfrm>
        </p:spPr>
        <p:txBody>
          <a:bodyPr/>
          <a:lstStyle/>
          <a:p>
            <a:pPr algn="ctr"/>
            <a:r>
              <a:rPr lang="en-US" dirty="0" smtClean="0"/>
              <a:t>Substitution Revision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65771"/>
            <a:ext cx="7886700" cy="56441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Substitution is where we substitute a number for a previously unknown variable.</a:t>
            </a:r>
          </a:p>
          <a:p>
            <a:pPr marL="0" indent="0">
              <a:buNone/>
            </a:pPr>
            <a:r>
              <a:rPr lang="en-US" dirty="0" smtClean="0"/>
              <a:t>If x = 3, calculate the answer to these;</a:t>
            </a:r>
          </a:p>
          <a:p>
            <a:pPr marL="514350" indent="-514350">
              <a:buAutoNum type="alphaLcParenBoth"/>
            </a:pPr>
            <a:r>
              <a:rPr lang="en-US" dirty="0" smtClean="0"/>
              <a:t>x + 7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b="1" dirty="0" smtClean="0">
                <a:solidFill>
                  <a:srgbClr val="FF0000"/>
                </a:solidFill>
              </a:rPr>
              <a:t>3 + 7 = 10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(b) 4x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b="1" dirty="0" smtClean="0">
                <a:solidFill>
                  <a:srgbClr val="FF0000"/>
                </a:solidFill>
              </a:rPr>
              <a:t>4 × 3 = 12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If x = 3, calculate the value of m for these;</a:t>
            </a:r>
          </a:p>
          <a:p>
            <a:pPr marL="0" indent="0">
              <a:buNone/>
            </a:pPr>
            <a:r>
              <a:rPr lang="en-US" dirty="0" smtClean="0"/>
              <a:t>(c)  2x </a:t>
            </a:r>
            <a:r>
              <a:rPr lang="en-US" dirty="0" smtClean="0"/>
              <a:t>+ 5 = </a:t>
            </a:r>
            <a:r>
              <a:rPr lang="en-US" dirty="0" smtClean="0"/>
              <a:t>m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b="1" dirty="0" smtClean="0">
                <a:solidFill>
                  <a:srgbClr val="FF0000"/>
                </a:solidFill>
              </a:rPr>
              <a:t>2(3) + 5 = 11</a:t>
            </a:r>
          </a:p>
          <a:p>
            <a:pPr marL="0" indent="0">
              <a:buNone/>
            </a:pPr>
            <a:r>
              <a:rPr lang="en-US" dirty="0" smtClean="0"/>
              <a:t>(d)  3m </a:t>
            </a:r>
            <a:r>
              <a:rPr lang="en-US" dirty="0" smtClean="0"/>
              <a:t>– 9 = x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b="1" dirty="0" smtClean="0">
                <a:solidFill>
                  <a:srgbClr val="FF0000"/>
                </a:solidFill>
              </a:rPr>
              <a:t>3m – 9 = 3	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              3m = 3 + 9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            m = 12 ÷ 3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                m = 4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785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 Game!</a:t>
            </a:r>
            <a:endParaRPr lang="en-AU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Start with a yellow hexagon in the middle</a:t>
            </a:r>
          </a:p>
          <a:p>
            <a:r>
              <a:rPr lang="en-US" dirty="0" smtClean="0"/>
              <a:t>Take turns to place a piece next to the hexagon</a:t>
            </a:r>
          </a:p>
          <a:p>
            <a:r>
              <a:rPr lang="en-US" dirty="0" smtClean="0"/>
              <a:t>Write down the values of the pieces it touches AND the piece itself</a:t>
            </a:r>
          </a:p>
          <a:p>
            <a:r>
              <a:rPr lang="en-US" dirty="0" smtClean="0"/>
              <a:t>The pieces are worth the following amounts:</a:t>
            </a:r>
          </a:p>
          <a:p>
            <a:pPr marL="0" indent="0">
              <a:buNone/>
            </a:pPr>
            <a:r>
              <a:rPr lang="en-US" dirty="0"/>
              <a:t>Triangle (green) = </a:t>
            </a:r>
            <a:r>
              <a:rPr lang="en-US" dirty="0" smtClean="0"/>
              <a:t>a			</a:t>
            </a:r>
            <a:r>
              <a:rPr lang="en-US" dirty="0"/>
              <a:t> Rhombus (blue) = 2a</a:t>
            </a:r>
          </a:p>
          <a:p>
            <a:pPr marL="0" indent="0">
              <a:buNone/>
            </a:pPr>
            <a:r>
              <a:rPr lang="en-US" dirty="0" smtClean="0"/>
              <a:t>Trapezium (red) = b			Hexagon </a:t>
            </a:r>
            <a:r>
              <a:rPr lang="en-US" dirty="0"/>
              <a:t>(yellow) = 2b </a:t>
            </a:r>
            <a:endParaRPr lang="en-US" dirty="0" smtClean="0"/>
          </a:p>
          <a:p>
            <a:r>
              <a:rPr lang="en-US" dirty="0" smtClean="0"/>
              <a:t>Work out your running total ALGEBRAICALLY as you go (such as 2b + a)</a:t>
            </a:r>
          </a:p>
          <a:p>
            <a:r>
              <a:rPr lang="en-US" dirty="0" smtClean="0"/>
              <a:t>At the end (when all pieces are gone), substitute a = 3 and b = 4. The biggest total wins!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8491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Scoring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372070"/>
            <a:ext cx="3868340" cy="495367"/>
          </a:xfrm>
        </p:spPr>
        <p:txBody>
          <a:bodyPr/>
          <a:lstStyle/>
          <a:p>
            <a:pPr algn="ctr"/>
            <a:r>
              <a:rPr lang="en-US" dirty="0" smtClean="0"/>
              <a:t>Person A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 smtClean="0"/>
              <a:t>2a + b			2a + b</a:t>
            </a:r>
          </a:p>
          <a:p>
            <a:pPr marL="0" indent="0">
              <a:buNone/>
            </a:pPr>
            <a:r>
              <a:rPr lang="en-US" i="1" dirty="0" smtClean="0"/>
              <a:t>a + b		         3a + 2b</a:t>
            </a:r>
          </a:p>
          <a:p>
            <a:pPr marL="0" indent="0">
              <a:buNone/>
            </a:pPr>
            <a:r>
              <a:rPr lang="en-US" i="1" dirty="0" smtClean="0"/>
              <a:t>a + 2b		         4a + 4b</a:t>
            </a:r>
          </a:p>
          <a:p>
            <a:pPr marL="0" indent="0">
              <a:buNone/>
            </a:pPr>
            <a:r>
              <a:rPr lang="en-US" i="1" dirty="0" smtClean="0"/>
              <a:t>2a		         6a + 4b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 smtClean="0"/>
              <a:t>Substitute	  6(3) + 4(4)	</a:t>
            </a:r>
          </a:p>
          <a:p>
            <a:pPr marL="0" indent="0">
              <a:buNone/>
            </a:pPr>
            <a:r>
              <a:rPr lang="en-US" i="1" dirty="0" smtClean="0"/>
              <a:t>		 18 + 16 = 34</a:t>
            </a:r>
            <a:endParaRPr lang="en-AU" i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40624"/>
            <a:ext cx="3887391" cy="411956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 smtClean="0"/>
              <a:t>Person B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629841" y="1850198"/>
            <a:ext cx="3868340" cy="4953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Score			Total</a:t>
            </a:r>
            <a:endParaRPr lang="en-AU" dirty="0"/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4648201" y="1853787"/>
            <a:ext cx="3868340" cy="4953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Score			Total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521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386</TotalTime>
  <Words>198</Words>
  <Application>Microsoft Office PowerPoint</Application>
  <PresentationFormat>On-screen Show (4:3)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Substitution Revision</vt:lpstr>
      <vt:lpstr>Substitution Revision</vt:lpstr>
      <vt:lpstr>A Game!</vt:lpstr>
      <vt:lpstr>Scoring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Review</dc:title>
  <dc:creator>e4057735</dc:creator>
  <cp:lastModifiedBy>e4057735</cp:lastModifiedBy>
  <cp:revision>20</cp:revision>
  <dcterms:created xsi:type="dcterms:W3CDTF">2017-03-22T08:50:59Z</dcterms:created>
  <dcterms:modified xsi:type="dcterms:W3CDTF">2017-08-29T09:18:05Z</dcterms:modified>
</cp:coreProperties>
</file>