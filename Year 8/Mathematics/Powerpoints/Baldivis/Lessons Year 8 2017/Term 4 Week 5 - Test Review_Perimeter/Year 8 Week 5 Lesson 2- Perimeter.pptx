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548" autoAdjust="0"/>
  </p:normalViewPr>
  <p:slideViewPr>
    <p:cSldViewPr snapToGrid="0" snapToObjects="1"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11/8/2017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0000FF"/>
                </a:solidFill>
                <a:latin typeface="Chalkboard"/>
                <a:cs typeface="Chalkboard"/>
              </a:rPr>
              <a:t>Perimeter</a:t>
            </a:r>
            <a:endParaRPr lang="en-US" sz="6600" b="1" dirty="0">
              <a:solidFill>
                <a:srgbClr val="0000FF"/>
              </a:solidFill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Year </a:t>
            </a:r>
            <a:r>
              <a:rPr lang="en-US" b="1" dirty="0" smtClean="0"/>
              <a:t>8</a:t>
            </a:r>
            <a:endParaRPr lang="en-US" b="1" dirty="0" smtClean="0"/>
          </a:p>
          <a:p>
            <a:r>
              <a:rPr lang="en-US" dirty="0" smtClean="0"/>
              <a:t>Week 5</a:t>
            </a:r>
          </a:p>
          <a:p>
            <a:r>
              <a:rPr lang="en-US" dirty="0" smtClean="0"/>
              <a:t>Lesson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940" y="4705262"/>
            <a:ext cx="3399060" cy="2152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14" y="158174"/>
            <a:ext cx="2723085" cy="22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3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What is perimeter?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 smtClean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Perimeter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Perimeter</a:t>
            </a:r>
          </a:p>
          <a:p>
            <a:endParaRPr lang="en-US" sz="2800" dirty="0" smtClean="0"/>
          </a:p>
          <a:p>
            <a:r>
              <a:rPr lang="en-US" sz="2800" dirty="0" smtClean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 smtClean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soccer pitch has boundary lines along the perimeter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 we can use the formula </a:t>
            </a:r>
            <a:r>
              <a:rPr lang="en-US" sz="2800" i="1" dirty="0" smtClean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</a:t>
            </a:r>
            <a:r>
              <a:rPr lang="en-US" sz="2800" dirty="0" smtClean="0">
                <a:latin typeface="Chalkboard"/>
                <a:cs typeface="Chalkboard"/>
              </a:rPr>
              <a:t> = length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2l + </a:t>
            </a:r>
            <a:r>
              <a:rPr lang="en-US" sz="2800" dirty="0">
                <a:latin typeface="Chalkboard"/>
                <a:cs typeface="Chalkboard"/>
              </a:rPr>
              <a:t>2</a:t>
            </a:r>
            <a:r>
              <a:rPr lang="en-US" sz="2800" dirty="0" smtClean="0">
                <a:latin typeface="Chalkboard"/>
                <a:cs typeface="Chalkboard"/>
              </a:rPr>
              <a:t>w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</a:t>
            </a:r>
            <a:r>
              <a:rPr lang="en-US" sz="2400" dirty="0" smtClean="0">
                <a:latin typeface="Chalkboard"/>
                <a:cs typeface="Chalkboard"/>
              </a:rPr>
              <a:t>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b = 7 cm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3110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451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4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4 cm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146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7 cm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92621" y="43579"/>
            <a:ext cx="3191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halkboard"/>
                <a:cs typeface="Chalkboard"/>
              </a:rPr>
              <a:t>Task- D/C Level 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640767"/>
            <a:ext cx="8391525" cy="407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0" y="4717467"/>
            <a:ext cx="2857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398" y="4574592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469" y="4717467"/>
            <a:ext cx="1905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42" y="4984167"/>
            <a:ext cx="3142185" cy="16190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941" y="4595022"/>
            <a:ext cx="2466315" cy="20148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55" y="4595022"/>
            <a:ext cx="2851506" cy="208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75411" y="-29980"/>
            <a:ext cx="3168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halkboard"/>
                <a:cs typeface="Chalkboard"/>
              </a:rPr>
              <a:t>Task- C/B Level 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488514"/>
            <a:ext cx="8304123" cy="4667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62" y="5059597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77" y="4990197"/>
            <a:ext cx="1905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72" y="5060947"/>
            <a:ext cx="28575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89" y="5125516"/>
            <a:ext cx="1487680" cy="17221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836" y="5134507"/>
            <a:ext cx="1968892" cy="1615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292" y="4789471"/>
            <a:ext cx="1805003" cy="19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95545" y="30983"/>
            <a:ext cx="2987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halkboard"/>
                <a:cs typeface="Chalkboard"/>
              </a:rPr>
              <a:t>Task B/A Level 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8" y="1285273"/>
            <a:ext cx="4641470" cy="51950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920" y="1445111"/>
            <a:ext cx="2146414" cy="19089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794" y="1344497"/>
            <a:ext cx="369048" cy="355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611" y="3335629"/>
            <a:ext cx="2086378" cy="173864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310" y="5184777"/>
            <a:ext cx="2362200" cy="12858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80" y="661616"/>
            <a:ext cx="4419600" cy="6000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5824" y="952429"/>
            <a:ext cx="1143000" cy="2952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224" y="1247704"/>
            <a:ext cx="17145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354</Words>
  <Application>Microsoft Office PowerPoint</Application>
  <PresentationFormat>On-screen Show (4:3)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Chalkboard</vt:lpstr>
      <vt:lpstr>Office Theme</vt:lpstr>
      <vt:lpstr>Perimeter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e4057735</cp:lastModifiedBy>
  <cp:revision>12</cp:revision>
  <dcterms:created xsi:type="dcterms:W3CDTF">2017-02-27T05:52:32Z</dcterms:created>
  <dcterms:modified xsi:type="dcterms:W3CDTF">2017-11-08T07:50:08Z</dcterms:modified>
</cp:coreProperties>
</file>