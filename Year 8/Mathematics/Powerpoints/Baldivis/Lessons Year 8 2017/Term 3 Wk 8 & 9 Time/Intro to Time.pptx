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4" r:id="rId2"/>
    <p:sldId id="285" r:id="rId3"/>
    <p:sldId id="286" r:id="rId4"/>
    <p:sldId id="283" r:id="rId5"/>
    <p:sldId id="287" r:id="rId6"/>
    <p:sldId id="257" r:id="rId7"/>
    <p:sldId id="259" r:id="rId8"/>
    <p:sldId id="288" r:id="rId9"/>
    <p:sldId id="289" r:id="rId10"/>
    <p:sldId id="291" r:id="rId11"/>
    <p:sldId id="292" r:id="rId12"/>
    <p:sldId id="290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5"/>
  </p:normalViewPr>
  <p:slideViewPr>
    <p:cSldViewPr>
      <p:cViewPr>
        <p:scale>
          <a:sx n="57" d="100"/>
          <a:sy n="57" d="100"/>
        </p:scale>
        <p:origin x="3200" y="1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01/09/2017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376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33375"/>
            <a:ext cx="7772400" cy="1470025"/>
          </a:xfrm>
        </p:spPr>
        <p:txBody>
          <a:bodyPr/>
          <a:lstStyle/>
          <a:p>
            <a:r>
              <a:rPr lang="en-AU" dirty="0" smtClean="0"/>
              <a:t>Time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0" y="3141663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smtClean="0"/>
              <a:t>Teacher Ms Paterson</a:t>
            </a:r>
            <a:endParaRPr lang="en-AU" dirty="0" smtClean="0"/>
          </a:p>
          <a:p>
            <a:pPr algn="l"/>
            <a:r>
              <a:rPr lang="en-AU" dirty="0" smtClean="0"/>
              <a:t>Term 3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3183629"/>
            <a:ext cx="4038600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07504" y="620688"/>
            <a:ext cx="439257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6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1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7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9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65103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2" cy="6843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91" y="5373216"/>
            <a:ext cx="47261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90" y="6015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3" y="11967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1" y="11967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9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70572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77" y="-1535307"/>
            <a:ext cx="8229600" cy="1143000"/>
          </a:xfr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sz="11500" dirty="0" smtClean="0">
                <a:latin typeface="Martina" pitchFamily="2" charset="0"/>
              </a:rPr>
              <a:t>Warm up</a:t>
            </a:r>
            <a:endParaRPr lang="en-GB" sz="11500" dirty="0">
              <a:latin typeface="Martin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437289"/>
            <a:ext cx="8229600" cy="5030275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 numCol="2">
            <a:normAutofit lnSpcReduction="10000"/>
          </a:bodyPr>
          <a:lstStyle/>
          <a:p>
            <a:pPr>
              <a:buNone/>
            </a:pPr>
            <a:r>
              <a:rPr lang="en-GB" dirty="0" smtClean="0">
                <a:latin typeface="Comic Sans MS" pitchFamily="66" charset="0"/>
              </a:rPr>
              <a:t>Can you </a:t>
            </a:r>
            <a:r>
              <a:rPr lang="en-GB" dirty="0">
                <a:latin typeface="Comic Sans MS" pitchFamily="66" charset="0"/>
              </a:rPr>
              <a:t>c</a:t>
            </a:r>
            <a:r>
              <a:rPr lang="en-GB" dirty="0" smtClean="0">
                <a:latin typeface="Comic Sans MS" pitchFamily="66" charset="0"/>
              </a:rPr>
              <a:t>onvert the following?</a:t>
            </a:r>
          </a:p>
          <a:p>
            <a:pPr>
              <a:buNone/>
            </a:pPr>
            <a:endParaRPr lang="en-GB" dirty="0" smtClean="0"/>
          </a:p>
          <a:p>
            <a:pPr marL="514350" indent="-514350">
              <a:buAutoNum type="arabicParenR"/>
            </a:pPr>
            <a:r>
              <a:rPr lang="en-GB" dirty="0" smtClean="0"/>
              <a:t>120 s=       ? min</a:t>
            </a:r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 smtClean="0"/>
              <a:t>120 hours = ? days</a:t>
            </a:r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 smtClean="0"/>
              <a:t>630 days =  ? years</a:t>
            </a:r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 smtClean="0"/>
              <a:t>70 days =   ? weeks</a:t>
            </a:r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3</a:t>
            </a:r>
            <a:r>
              <a:rPr lang="en-GB" dirty="0" smtClean="0"/>
              <a:t> days = ? hours</a:t>
            </a:r>
          </a:p>
          <a:p>
            <a:pPr marL="514350" indent="-514350">
              <a:buAutoNum type="arabicParenR"/>
            </a:pP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691680" y="2852936"/>
            <a:ext cx="936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u="sng" dirty="0" smtClean="0"/>
          </a:p>
          <a:p>
            <a:r>
              <a:rPr lang="en-GB" sz="2400" dirty="0" smtClean="0"/>
              <a:t> </a:t>
            </a:r>
            <a:endParaRPr lang="en-GB" sz="2400" dirty="0"/>
          </a:p>
        </p:txBody>
      </p:sp>
      <p:pic>
        <p:nvPicPr>
          <p:cNvPr id="1026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52320" y="197663"/>
            <a:ext cx="864096" cy="1176641"/>
          </a:xfrm>
          <a:prstGeom prst="rect">
            <a:avLst/>
          </a:prstGeom>
          <a:noFill/>
        </p:spPr>
      </p:pic>
      <p:pic>
        <p:nvPicPr>
          <p:cNvPr id="10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60648"/>
            <a:ext cx="864096" cy="117664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438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Units of Time,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the STANDARD unit of time?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2627784" y="3573016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582805" y="2060848"/>
            <a:ext cx="616566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smtClean="0"/>
              <a:t>Notes:</a:t>
            </a:r>
          </a:p>
          <a:p>
            <a:r>
              <a:rPr lang="en-US" dirty="0" smtClean="0"/>
              <a:t>		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b="1" dirty="0" smtClean="0"/>
              <a:t>Second</a:t>
            </a:r>
            <a:r>
              <a:rPr lang="en-US" dirty="0" smtClean="0"/>
              <a:t> 		minute		Hour		Day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Circular Arrow 4"/>
          <p:cNvSpPr/>
          <p:nvPr/>
        </p:nvSpPr>
        <p:spPr>
          <a:xfrm rot="21390610">
            <a:off x="3186668" y="2604143"/>
            <a:ext cx="1619673" cy="613775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05609" y="5248894"/>
            <a:ext cx="529478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Week		   month			year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u="sng" dirty="0" smtClean="0"/>
              <a:t>Summary</a:t>
            </a:r>
            <a:r>
              <a:rPr lang="en-US" b="1" u="sng" dirty="0" smtClean="0"/>
              <a:t>:</a:t>
            </a:r>
            <a:r>
              <a:rPr lang="en-US" b="1" dirty="0" smtClean="0"/>
              <a:t>   The second.  (s)</a:t>
            </a:r>
            <a:endParaRPr lang="en-US" b="1" u="sng" dirty="0"/>
          </a:p>
        </p:txBody>
      </p:sp>
      <p:sp>
        <p:nvSpPr>
          <p:cNvPr id="13" name="TextBox 12"/>
          <p:cNvSpPr txBox="1"/>
          <p:nvPr/>
        </p:nvSpPr>
        <p:spPr>
          <a:xfrm>
            <a:off x="200050" y="2399059"/>
            <a:ext cx="21397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/>
              <a:t>Questions:</a:t>
            </a:r>
          </a:p>
          <a:p>
            <a:endParaRPr lang="en-US" dirty="0"/>
          </a:p>
          <a:p>
            <a:r>
              <a:rPr lang="en-US" dirty="0" smtClean="0"/>
              <a:t>What is a decade?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How long is a century?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What is the STANDARD unit of time?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082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833" y="116632"/>
            <a:ext cx="8229600" cy="1844824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sz="6600" dirty="0" smtClean="0">
                <a:latin typeface="Brandish" pitchFamily="2" charset="0"/>
              </a:rPr>
              <a:t>Time</a:t>
            </a:r>
            <a:br>
              <a:rPr lang="en-GB" sz="6600" dirty="0" smtClean="0">
                <a:latin typeface="Brandish" pitchFamily="2" charset="0"/>
              </a:rPr>
            </a:br>
            <a:endParaRPr lang="en-GB" sz="6600" dirty="0">
              <a:latin typeface="Brandish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2362669"/>
            <a:ext cx="8229600" cy="4525963"/>
          </a:xfrm>
        </p:spPr>
        <p:txBody>
          <a:bodyPr>
            <a:normAutofit/>
          </a:bodyPr>
          <a:lstStyle/>
          <a:p>
            <a:r>
              <a:rPr lang="en-GB" dirty="0" smtClean="0"/>
              <a:t>Time in minutes and seconds is based on the number</a:t>
            </a:r>
            <a:r>
              <a:rPr lang="mr-IN" dirty="0" smtClean="0"/>
              <a:t>……</a:t>
            </a:r>
            <a:r>
              <a:rPr lang="en-AU" dirty="0" smtClean="0"/>
              <a:t>..?</a:t>
            </a:r>
          </a:p>
          <a:p>
            <a:endParaRPr lang="en-AU" dirty="0"/>
          </a:p>
          <a:p>
            <a:pPr algn="ctr"/>
            <a:r>
              <a:rPr lang="en-AU" sz="7200" dirty="0" smtClean="0"/>
              <a:t>60</a:t>
            </a:r>
          </a:p>
          <a:p>
            <a:pPr algn="ctr"/>
            <a:r>
              <a:rPr lang="en-AU" sz="3600" dirty="0" smtClean="0"/>
              <a:t>Thanks to the ancient Babylonians who used a Base-60 system.</a:t>
            </a:r>
            <a:endParaRPr lang="en-AU" sz="3600" dirty="0"/>
          </a:p>
          <a:p>
            <a:pPr algn="ctr"/>
            <a:endParaRPr lang="en-GB" sz="7200" dirty="0" smtClean="0"/>
          </a:p>
          <a:p>
            <a:endParaRPr lang="en-GB" dirty="0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25760"/>
            <a:ext cx="8301608" cy="150304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sz="5400" dirty="0" smtClean="0">
                <a:latin typeface="Brandish" pitchFamily="2" charset="0"/>
              </a:rPr>
              <a:t>How </a:t>
            </a:r>
            <a:r>
              <a:rPr lang="en-GB" sz="5400" smtClean="0">
                <a:latin typeface="Brandish" pitchFamily="2" charset="0"/>
              </a:rPr>
              <a:t>are other units of time defined?</a:t>
            </a:r>
            <a:endParaRPr lang="en-GB" sz="5400" dirty="0">
              <a:latin typeface="Brandish" pitchFamily="2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39952" y="2420888"/>
            <a:ext cx="4824536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23528" y="1268760"/>
            <a:ext cx="8640960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91680" y="2204864"/>
            <a:ext cx="547260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By the rate that the Earth spins on it’s axis.</a:t>
            </a:r>
          </a:p>
          <a:p>
            <a:endParaRPr lang="en-US" sz="4000" dirty="0"/>
          </a:p>
          <a:p>
            <a:r>
              <a:rPr lang="en-US" sz="4000" dirty="0" smtClean="0"/>
              <a:t>The ancient </a:t>
            </a:r>
            <a:r>
              <a:rPr lang="en-US" sz="4000" dirty="0"/>
              <a:t>E</a:t>
            </a:r>
            <a:r>
              <a:rPr lang="en-US" sz="4000" dirty="0" smtClean="0"/>
              <a:t>gyptians described the </a:t>
            </a:r>
            <a:r>
              <a:rPr lang="en-US" sz="4000" b="1" dirty="0" smtClean="0"/>
              <a:t>24 hour day</a:t>
            </a:r>
            <a:r>
              <a:rPr lang="en-US" sz="4000" dirty="0" smtClean="0"/>
              <a:t> as 12 hours of day and 12 hours of night.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Am/pm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Today we use </a:t>
            </a:r>
          </a:p>
          <a:p>
            <a:r>
              <a:rPr lang="en-US" b="1" dirty="0"/>
              <a:t>a</a:t>
            </a:r>
            <a:r>
              <a:rPr lang="en-US" b="1" dirty="0" smtClean="0"/>
              <a:t>m</a:t>
            </a:r>
            <a:r>
              <a:rPr lang="en-US" dirty="0" smtClean="0"/>
              <a:t> </a:t>
            </a:r>
            <a:r>
              <a:rPr lang="mr-IN" dirty="0" smtClean="0"/>
              <a:t>–</a:t>
            </a:r>
            <a:r>
              <a:rPr lang="en-AU" dirty="0" smtClean="0"/>
              <a:t> </a:t>
            </a:r>
            <a:r>
              <a:rPr lang="en-US" i="1" dirty="0" smtClean="0"/>
              <a:t>ante meridiem </a:t>
            </a:r>
            <a:r>
              <a:rPr lang="mr-IN" i="1" dirty="0" smtClean="0"/>
              <a:t>–</a:t>
            </a:r>
            <a:r>
              <a:rPr lang="en-AU" i="1" dirty="0" smtClean="0"/>
              <a:t> </a:t>
            </a:r>
            <a:r>
              <a:rPr lang="en-US" dirty="0" smtClean="0"/>
              <a:t>Latin for (before noon) and </a:t>
            </a:r>
            <a:r>
              <a:rPr lang="en-US" b="1" dirty="0" smtClean="0"/>
              <a:t>pm</a:t>
            </a:r>
            <a:r>
              <a:rPr lang="en-US" dirty="0" smtClean="0"/>
              <a:t> </a:t>
            </a:r>
            <a:r>
              <a:rPr lang="mr-IN" dirty="0" smtClean="0"/>
              <a:t>–</a:t>
            </a:r>
            <a:r>
              <a:rPr lang="en-US" i="1" dirty="0" smtClean="0"/>
              <a:t>post meridiem </a:t>
            </a:r>
            <a:r>
              <a:rPr lang="en-US" dirty="0" smtClean="0"/>
              <a:t>(after noon).</a:t>
            </a:r>
          </a:p>
          <a:p>
            <a:endParaRPr lang="en-US" dirty="0"/>
          </a:p>
          <a:p>
            <a:r>
              <a:rPr lang="en-US" dirty="0" smtClean="0"/>
              <a:t>Noon = midday or 1200 hours (12pm)</a:t>
            </a:r>
          </a:p>
          <a:p>
            <a:r>
              <a:rPr lang="en-US" dirty="0" smtClean="0"/>
              <a:t>1201 = 12.01 pm</a:t>
            </a:r>
          </a:p>
          <a:p>
            <a:r>
              <a:rPr lang="en-US" dirty="0" smtClean="0"/>
              <a:t>Midnight = 0000</a:t>
            </a:r>
          </a:p>
          <a:p>
            <a:r>
              <a:rPr lang="en-US" dirty="0" smtClean="0"/>
              <a:t>0001 = 12.01 am.  (12 am)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27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Ancient Romans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Julius Caesar introduced the solar calendar,  which </a:t>
            </a:r>
            <a:r>
              <a:rPr lang="en-US" dirty="0" err="1" smtClean="0"/>
              <a:t>recognises</a:t>
            </a:r>
            <a:r>
              <a:rPr lang="en-US" dirty="0" smtClean="0"/>
              <a:t> that the Earth takes about 365 ¼ days to orbit the Sun.</a:t>
            </a:r>
          </a:p>
          <a:p>
            <a:endParaRPr lang="en-US" dirty="0"/>
          </a:p>
          <a:p>
            <a:r>
              <a:rPr lang="en-US" dirty="0" smtClean="0"/>
              <a:t>This gave us the leap year, one extra day every four years. </a:t>
            </a:r>
          </a:p>
          <a:p>
            <a:r>
              <a:rPr lang="en-US" dirty="0" smtClean="0"/>
              <a:t>Leap years have 366 days, 29</a:t>
            </a:r>
            <a:r>
              <a:rPr lang="en-US" baseline="30000" dirty="0" smtClean="0"/>
              <a:t>th</a:t>
            </a:r>
            <a:r>
              <a:rPr lang="en-US" dirty="0" smtClean="0"/>
              <a:t> of February is the extra day.  The Olympics occur on leap years.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657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Converting Units of Time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Convert these times to the units shown in brackets.</a:t>
            </a:r>
          </a:p>
          <a:p>
            <a:r>
              <a:rPr lang="en-US" dirty="0" smtClean="0"/>
              <a:t>A) 			</a:t>
            </a:r>
            <a:r>
              <a:rPr lang="en-US" b="1" dirty="0" smtClean="0"/>
              <a:t>3 days (in minutes) </a:t>
            </a:r>
          </a:p>
          <a:p>
            <a:endParaRPr lang="en-US" dirty="0"/>
          </a:p>
          <a:p>
            <a:pPr lvl="6"/>
            <a:r>
              <a:rPr lang="en-US" sz="3200" dirty="0" smtClean="0"/>
              <a:t>SOLUTION</a:t>
            </a:r>
          </a:p>
          <a:p>
            <a:r>
              <a:rPr lang="en-US" dirty="0" smtClean="0"/>
              <a:t>3 days = 3 x 24 h		1 day = 24 hours </a:t>
            </a:r>
            <a:r>
              <a:rPr lang="en-US" sz="3200" dirty="0" smtClean="0"/>
              <a:t> </a:t>
            </a:r>
          </a:p>
          <a:p>
            <a:pPr lvl="3"/>
            <a:r>
              <a:rPr lang="en-US" sz="3200" dirty="0" smtClean="0"/>
              <a:t>= 3 x 24 x 60 min	1 hour = 60 minutes</a:t>
            </a:r>
          </a:p>
          <a:p>
            <a:pPr lvl="3"/>
            <a:r>
              <a:rPr lang="en-US" sz="3200" dirty="0" smtClean="0"/>
              <a:t>= 4320 min</a:t>
            </a:r>
          </a:p>
          <a:p>
            <a:pPr lvl="3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18495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r>
              <a:rPr lang="en-US" smtClean="0"/>
              <a:t>) </a:t>
            </a:r>
          </a:p>
          <a:p>
            <a:r>
              <a:rPr lang="en-US" smtClean="0"/>
              <a:t>30 </a:t>
            </a:r>
            <a:r>
              <a:rPr lang="en-US" dirty="0" smtClean="0"/>
              <a:t>months =      30 /12 years</a:t>
            </a:r>
          </a:p>
          <a:p>
            <a:pPr lvl="5"/>
            <a:r>
              <a:rPr lang="en-US" sz="3200" dirty="0" smtClean="0"/>
              <a:t>= 	2 ½ years</a:t>
            </a:r>
          </a:p>
          <a:p>
            <a:pPr lvl="5"/>
            <a:endParaRPr lang="en-US" sz="3200" dirty="0"/>
          </a:p>
          <a:p>
            <a:pPr lvl="5"/>
            <a:r>
              <a:rPr lang="en-US" sz="3200" dirty="0" smtClean="0"/>
              <a:t>There are 12 months in a year.</a:t>
            </a:r>
          </a:p>
        </p:txBody>
      </p:sp>
    </p:spTree>
    <p:extLst>
      <p:ext uri="{BB962C8B-B14F-4D97-AF65-F5344CB8AC3E}">
        <p14:creationId xmlns:p14="http://schemas.microsoft.com/office/powerpoint/2010/main" val="1601748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Quick quiz. (LHS)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 smtClean="0"/>
              <a:t>When is the next leap year?</a:t>
            </a:r>
          </a:p>
          <a:p>
            <a:pPr algn="ctr"/>
            <a:r>
              <a:rPr lang="en-US" dirty="0" smtClean="0"/>
              <a:t>Why do we need a leap year?</a:t>
            </a:r>
          </a:p>
          <a:p>
            <a:pPr algn="ctr"/>
            <a:r>
              <a:rPr lang="en-US" dirty="0" smtClean="0"/>
              <a:t>Which months have 31 days?</a:t>
            </a:r>
          </a:p>
          <a:p>
            <a:pPr algn="ctr"/>
            <a:r>
              <a:rPr lang="en-US" dirty="0" smtClean="0"/>
              <a:t>Which months have 30 days?</a:t>
            </a:r>
          </a:p>
          <a:p>
            <a:pPr algn="ctr"/>
            <a:r>
              <a:rPr lang="en-US" dirty="0" smtClean="0"/>
              <a:t>What does (BC) BCE or (AD) CE mean?</a:t>
            </a:r>
          </a:p>
          <a:p>
            <a:pPr algn="ctr"/>
            <a:r>
              <a:rPr lang="en-US" dirty="0" smtClean="0"/>
              <a:t>Is time the same, all over the planet, our globe </a:t>
            </a:r>
            <a:r>
              <a:rPr lang="en-US" smtClean="0"/>
              <a:t>called Earth?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901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371</Words>
  <Application>Microsoft Macintosh PowerPoint</Application>
  <PresentationFormat>On-screen Show (4:3)</PresentationFormat>
  <Paragraphs>112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Brandish</vt:lpstr>
      <vt:lpstr>Calibri</vt:lpstr>
      <vt:lpstr>Comic Sans MS</vt:lpstr>
      <vt:lpstr>Mangal</vt:lpstr>
      <vt:lpstr>Martina</vt:lpstr>
      <vt:lpstr>Arial</vt:lpstr>
      <vt:lpstr>Office Theme</vt:lpstr>
      <vt:lpstr>Time Interactive Notebook</vt:lpstr>
      <vt:lpstr>PowerPoint Presentation</vt:lpstr>
      <vt:lpstr>PowerPoint Presentation</vt:lpstr>
      <vt:lpstr>Warm up</vt:lpstr>
      <vt:lpstr>PowerPoint Presentation</vt:lpstr>
      <vt:lpstr>Time </vt:lpstr>
      <vt:lpstr>How are other units of time defined?</vt:lpstr>
      <vt:lpstr>Am/pm</vt:lpstr>
      <vt:lpstr>The Ancient Romans </vt:lpstr>
      <vt:lpstr>Converting Units of Time</vt:lpstr>
      <vt:lpstr>PowerPoint Presentation</vt:lpstr>
      <vt:lpstr>Quick quiz. (LHS)</vt:lpstr>
    </vt:vector>
  </TitlesOfParts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1</dc:title>
  <dc:creator>Ben</dc:creator>
  <cp:lastModifiedBy>PATERSON Anne [Baldivis Secondary College]</cp:lastModifiedBy>
  <cp:revision>26</cp:revision>
  <dcterms:created xsi:type="dcterms:W3CDTF">2013-03-25T14:33:20Z</dcterms:created>
  <dcterms:modified xsi:type="dcterms:W3CDTF">2017-08-31T23:22:47Z</dcterms:modified>
</cp:coreProperties>
</file>