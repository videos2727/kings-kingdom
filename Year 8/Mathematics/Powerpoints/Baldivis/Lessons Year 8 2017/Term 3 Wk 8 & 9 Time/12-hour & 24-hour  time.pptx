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4" r:id="rId2"/>
    <p:sldId id="285" r:id="rId3"/>
    <p:sldId id="286" r:id="rId4"/>
    <p:sldId id="283" r:id="rId5"/>
    <p:sldId id="287" r:id="rId6"/>
    <p:sldId id="257" r:id="rId7"/>
    <p:sldId id="259" r:id="rId8"/>
    <p:sldId id="28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>
        <p:scale>
          <a:sx n="57" d="100"/>
          <a:sy n="57" d="100"/>
        </p:scale>
        <p:origin x="3200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01/09/2017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01/09/2017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8"/>
            <a:ext cx="7772400" cy="1470025"/>
          </a:xfrm>
        </p:spPr>
        <p:txBody>
          <a:bodyPr/>
          <a:lstStyle/>
          <a:p>
            <a:r>
              <a:rPr lang="en-AU" dirty="0" smtClean="0"/>
              <a:t>Time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14096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smtClean="0"/>
              <a:t>Teacher Ms Paterson</a:t>
            </a:r>
            <a:endParaRPr lang="en-AU" dirty="0" smtClean="0"/>
          </a:p>
          <a:p>
            <a:pPr algn="l"/>
            <a:r>
              <a:rPr lang="en-AU" dirty="0" smtClean="0"/>
              <a:t>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38126"/>
            <a:ext cx="159067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 smtClean="0">
                <a:latin typeface="Martina" pitchFamily="2" charset="0"/>
              </a:rPr>
              <a:t>Warm up</a:t>
            </a:r>
            <a:endParaRPr lang="en-GB" sz="11500" dirty="0">
              <a:latin typeface="Martin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lnSpcReduction="10000"/>
          </a:bodyPr>
          <a:lstStyle/>
          <a:p>
            <a:pPr>
              <a:buNone/>
            </a:pPr>
            <a:r>
              <a:rPr lang="en-GB" dirty="0" smtClean="0">
                <a:latin typeface="Comic Sans MS" pitchFamily="66" charset="0"/>
              </a:rPr>
              <a:t>Can you </a:t>
            </a:r>
            <a:r>
              <a:rPr lang="en-GB" dirty="0">
                <a:latin typeface="Comic Sans MS" pitchFamily="66" charset="0"/>
              </a:rPr>
              <a:t>c</a:t>
            </a:r>
            <a:r>
              <a:rPr lang="en-GB" dirty="0" smtClean="0">
                <a:latin typeface="Comic Sans MS" pitchFamily="66" charset="0"/>
              </a:rPr>
              <a:t>onvert the following?</a:t>
            </a:r>
          </a:p>
          <a:p>
            <a:pPr>
              <a:buNone/>
            </a:pPr>
            <a:endParaRPr lang="en-GB" dirty="0" smtClean="0"/>
          </a:p>
          <a:p>
            <a:pPr marL="514350" indent="-514350">
              <a:buAutoNum type="arabicParenR"/>
            </a:pPr>
            <a:r>
              <a:rPr lang="en-GB" dirty="0" smtClean="0"/>
              <a:t>3:30 am is 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3:30 pm is 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</a:t>
            </a:r>
            <a:r>
              <a:rPr lang="en-GB" dirty="0" smtClean="0"/>
              <a:t>7:45 pm is </a:t>
            </a:r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AutoNum type="arabicParenR"/>
            </a:pPr>
            <a:endParaRPr lang="en-GB" dirty="0" smtClean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 smtClean="0"/>
              <a:t> 11:59 pm is </a:t>
            </a:r>
          </a:p>
          <a:p>
            <a:pPr marL="514350" indent="-514350">
              <a:buAutoNum type="arabicParenR"/>
            </a:pP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 smtClean="0"/>
          </a:p>
          <a:p>
            <a:r>
              <a:rPr lang="en-GB" sz="2400" dirty="0" smtClean="0"/>
              <a:t> </a:t>
            </a:r>
            <a:endParaRPr lang="en-GB" sz="2400" dirty="0"/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41176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the </a:t>
            </a:r>
            <a:r>
              <a:rPr lang="en-AU" sz="2400" b="1" dirty="0" smtClean="0"/>
              <a:t>conventions </a:t>
            </a:r>
            <a:r>
              <a:rPr lang="en-AU" sz="2400" dirty="0" smtClean="0"/>
              <a:t>for writing 12 and 24-hour time?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2627784" y="357301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dirty="0" smtClean="0"/>
              <a:t>                             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627784" y="2132856"/>
            <a:ext cx="843375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 smtClean="0"/>
              <a:t>2:44 </a:t>
            </a:r>
            <a:r>
              <a:rPr lang="en-US" sz="2800" dirty="0" smtClean="0"/>
              <a:t>pm </a:t>
            </a:r>
            <a:r>
              <a:rPr lang="en-US" sz="2800" dirty="0" smtClean="0"/>
              <a:t>(in 24-hour time?)</a:t>
            </a:r>
          </a:p>
          <a:p>
            <a:r>
              <a:rPr lang="en-US" sz="2800" dirty="0" smtClean="0"/>
              <a:t>When the time is pm, add 12 hours,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0244 + 1200 = 1444 hours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 smtClean="0"/>
              <a:t>1945 hours = </a:t>
            </a:r>
            <a:r>
              <a:rPr lang="en-US" sz="2800" dirty="0" smtClean="0"/>
              <a:t> (in 12-hour time?) </a:t>
            </a:r>
          </a:p>
          <a:p>
            <a:r>
              <a:rPr lang="en-US" sz="2800" dirty="0" smtClean="0"/>
              <a:t>7:45 </a:t>
            </a:r>
            <a:r>
              <a:rPr lang="en-US" sz="2800" dirty="0" smtClean="0"/>
              <a:t>pm</a:t>
            </a:r>
          </a:p>
          <a:p>
            <a:r>
              <a:rPr lang="en-US" sz="2800" dirty="0" smtClean="0"/>
              <a:t>Since the time is after 1200 hours, </a:t>
            </a:r>
          </a:p>
          <a:p>
            <a:r>
              <a:rPr lang="en-US" sz="2800" dirty="0" smtClean="0"/>
              <a:t>subtract 12 </a:t>
            </a:r>
            <a:r>
              <a:rPr lang="en-US" sz="2800" dirty="0" smtClean="0"/>
              <a:t>hours from 1945 = 7:45</a:t>
            </a:r>
            <a:r>
              <a:rPr lang="en-US" sz="2800" smtClean="0"/>
              <a:t>, + pm</a:t>
            </a:r>
            <a:r>
              <a:rPr lang="en-US" sz="2800" dirty="0" smtClean="0"/>
              <a:t>.</a:t>
            </a:r>
            <a:endParaRPr lang="en-US" sz="2800" dirty="0" smtClean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844824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6600" dirty="0" smtClean="0">
                <a:latin typeface="Brandish" pitchFamily="2" charset="0"/>
              </a:rPr>
              <a:t>24-hour Time</a:t>
            </a:r>
            <a:br>
              <a:rPr lang="en-GB" sz="6600" dirty="0" smtClean="0">
                <a:latin typeface="Brandish" pitchFamily="2" charset="0"/>
              </a:rPr>
            </a:br>
            <a:endParaRPr lang="en-GB" sz="6600" dirty="0">
              <a:latin typeface="Brandi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2362669"/>
            <a:ext cx="8229600" cy="4525963"/>
          </a:xfrm>
        </p:spPr>
        <p:txBody>
          <a:bodyPr>
            <a:normAutofit/>
          </a:bodyPr>
          <a:lstStyle/>
          <a:p>
            <a:r>
              <a:rPr lang="en-GB" dirty="0" smtClean="0"/>
              <a:t>24-hr  Time  shows the number of hours and minutes after midnight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4:30 pm = 1200 + 0430 </a:t>
            </a:r>
          </a:p>
          <a:p>
            <a:r>
              <a:rPr lang="en-GB" dirty="0" smtClean="0"/>
              <a:t>= 1630 hours,</a:t>
            </a:r>
          </a:p>
          <a:p>
            <a:r>
              <a:rPr lang="en-GB" dirty="0" smtClean="0"/>
              <a:t>Since the time is pm, add 12 hours to 0430 hours.</a:t>
            </a:r>
          </a:p>
          <a:p>
            <a:endParaRPr lang="en-GB" dirty="0"/>
          </a:p>
          <a:p>
            <a:endParaRPr lang="en-AU" dirty="0" smtClean="0"/>
          </a:p>
          <a:p>
            <a:pPr algn="ctr"/>
            <a:endParaRPr lang="en-AU" sz="7200" dirty="0" smtClean="0"/>
          </a:p>
          <a:p>
            <a:pPr algn="ctr"/>
            <a:endParaRPr lang="en-GB" sz="7200" dirty="0" smtClean="0"/>
          </a:p>
          <a:p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25760"/>
            <a:ext cx="8301608" cy="1503040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GB" sz="5400" dirty="0" smtClean="0">
                <a:latin typeface="Brandish" pitchFamily="2" charset="0"/>
              </a:rPr>
              <a:t>How </a:t>
            </a:r>
            <a:r>
              <a:rPr lang="en-GB" sz="5400" smtClean="0">
                <a:latin typeface="Brandish" pitchFamily="2" charset="0"/>
              </a:rPr>
              <a:t>are other units of time defined?</a:t>
            </a:r>
            <a:endParaRPr lang="en-GB" sz="5400" dirty="0">
              <a:latin typeface="Brandish" pitchFamily="2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39952" y="2420888"/>
            <a:ext cx="4824536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23528" y="1268760"/>
            <a:ext cx="8640960" cy="9361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80" y="2204864"/>
            <a:ext cx="54726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By the rate that the Earth spins on it’s axis.</a:t>
            </a:r>
          </a:p>
          <a:p>
            <a:endParaRPr lang="en-US" sz="4000" dirty="0"/>
          </a:p>
          <a:p>
            <a:r>
              <a:rPr lang="en-US" sz="4000" dirty="0" smtClean="0"/>
              <a:t>The ancient </a:t>
            </a:r>
            <a:r>
              <a:rPr lang="en-US" sz="4000" dirty="0"/>
              <a:t>E</a:t>
            </a:r>
            <a:r>
              <a:rPr lang="en-US" sz="4000" dirty="0" smtClean="0"/>
              <a:t>gyptians described the </a:t>
            </a:r>
            <a:r>
              <a:rPr lang="en-US" sz="4000" b="1" dirty="0" smtClean="0"/>
              <a:t>24-hour day</a:t>
            </a:r>
            <a:r>
              <a:rPr lang="en-US" sz="4000" dirty="0" smtClean="0"/>
              <a:t> as 12 hours of day and 12 hours of night.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12-hour time       am/pm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Today we use </a:t>
            </a:r>
          </a:p>
          <a:p>
            <a:r>
              <a:rPr lang="en-US" b="1" dirty="0"/>
              <a:t>a</a:t>
            </a:r>
            <a:r>
              <a:rPr lang="en-US" b="1" dirty="0" smtClean="0"/>
              <a:t>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AU" dirty="0" smtClean="0"/>
              <a:t> </a:t>
            </a:r>
            <a:r>
              <a:rPr lang="en-US" i="1" dirty="0" smtClean="0"/>
              <a:t>ante meridiem </a:t>
            </a:r>
            <a:r>
              <a:rPr lang="mr-IN" i="1" dirty="0" smtClean="0"/>
              <a:t>–</a:t>
            </a:r>
            <a:r>
              <a:rPr lang="en-AU" i="1" dirty="0" smtClean="0"/>
              <a:t> </a:t>
            </a:r>
            <a:r>
              <a:rPr lang="en-US" dirty="0" smtClean="0"/>
              <a:t>Latin for (before noon) and </a:t>
            </a:r>
            <a:r>
              <a:rPr lang="en-US" b="1" dirty="0" smtClean="0"/>
              <a:t>pm</a:t>
            </a:r>
            <a:r>
              <a:rPr lang="en-US" dirty="0" smtClean="0"/>
              <a:t> </a:t>
            </a:r>
            <a:r>
              <a:rPr lang="mr-IN" dirty="0" smtClean="0"/>
              <a:t>–</a:t>
            </a:r>
            <a:r>
              <a:rPr lang="en-US" i="1" dirty="0" smtClean="0"/>
              <a:t>post meridiem </a:t>
            </a:r>
            <a:r>
              <a:rPr lang="en-US" dirty="0" smtClean="0"/>
              <a:t>(after noon).</a:t>
            </a:r>
          </a:p>
          <a:p>
            <a:endParaRPr lang="en-US" dirty="0"/>
          </a:p>
          <a:p>
            <a:r>
              <a:rPr lang="en-US" dirty="0" smtClean="0"/>
              <a:t>Noon = midday or 1200 hours (12pm)</a:t>
            </a:r>
          </a:p>
          <a:p>
            <a:r>
              <a:rPr lang="en-US" dirty="0" smtClean="0"/>
              <a:t>1201 = 12.01 pm</a:t>
            </a:r>
          </a:p>
          <a:p>
            <a:r>
              <a:rPr lang="en-US" dirty="0" smtClean="0"/>
              <a:t>Midnight = 0000</a:t>
            </a:r>
          </a:p>
          <a:p>
            <a:r>
              <a:rPr lang="en-US" dirty="0" smtClean="0"/>
              <a:t>0001 = 12.01 am.  (12 am)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2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ro to Time" id="{44290B67-6DC5-2146-B370-5D37082B0A7C}" vid="{BC3CC409-C3EB-3A43-86E6-347A04B740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12 &amp; 24 hour time</Template>
  <TotalTime>25</TotalTime>
  <Words>255</Words>
  <Application>Microsoft Macintosh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Brandish</vt:lpstr>
      <vt:lpstr>Calibri</vt:lpstr>
      <vt:lpstr>Comic Sans MS</vt:lpstr>
      <vt:lpstr>Mangal</vt:lpstr>
      <vt:lpstr>Martina</vt:lpstr>
      <vt:lpstr>Arial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24-hour Time </vt:lpstr>
      <vt:lpstr>How are other units of time defined?</vt:lpstr>
      <vt:lpstr> 12-hour time       am/pm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Interactive Notebook</dc:title>
  <dc:creator>PATERSON Anne [Baldivis Secondary College]</dc:creator>
  <cp:lastModifiedBy>PATERSON Anne [Baldivis Secondary College]</cp:lastModifiedBy>
  <cp:revision>4</cp:revision>
  <dcterms:created xsi:type="dcterms:W3CDTF">2017-08-30T11:53:26Z</dcterms:created>
  <dcterms:modified xsi:type="dcterms:W3CDTF">2017-08-31T23:07:09Z</dcterms:modified>
</cp:coreProperties>
</file>