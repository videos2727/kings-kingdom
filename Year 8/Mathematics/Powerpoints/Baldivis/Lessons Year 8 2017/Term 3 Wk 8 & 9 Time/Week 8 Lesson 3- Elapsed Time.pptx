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4" r:id="rId2"/>
    <p:sldId id="285" r:id="rId3"/>
    <p:sldId id="286" r:id="rId4"/>
    <p:sldId id="283" r:id="rId5"/>
    <p:sldId id="293" r:id="rId6"/>
    <p:sldId id="294" r:id="rId7"/>
    <p:sldId id="296" r:id="rId8"/>
    <p:sldId id="29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5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05/09/2017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05/09/2017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 smtClean="0"/>
              <a:t>Time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 smtClean="0"/>
              <a:t>	Name </a:t>
            </a:r>
          </a:p>
          <a:p>
            <a:pPr marL="0" indent="0" algn="l">
              <a:buNone/>
            </a:pPr>
            <a:r>
              <a:rPr lang="en-AU" dirty="0" smtClean="0"/>
              <a:t>	Class </a:t>
            </a:r>
          </a:p>
          <a:p>
            <a:pPr marL="0" indent="0" algn="l">
              <a:buNone/>
            </a:pPr>
            <a:r>
              <a:rPr lang="en-AU" dirty="0" smtClean="0"/>
              <a:t>	Teacher</a:t>
            </a:r>
          </a:p>
          <a:p>
            <a:pPr marL="0" indent="0" algn="l">
              <a:buNone/>
            </a:pPr>
            <a:r>
              <a:rPr lang="en-AU" dirty="0" smtClean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Can you </a:t>
            </a:r>
            <a:r>
              <a:rPr lang="en-GB" dirty="0">
                <a:latin typeface="Comic Sans MS" pitchFamily="66" charset="0"/>
              </a:rPr>
              <a:t>c</a:t>
            </a:r>
            <a:r>
              <a:rPr lang="en-GB" dirty="0" smtClean="0">
                <a:latin typeface="Comic Sans MS" pitchFamily="66" charset="0"/>
              </a:rPr>
              <a:t>onvert </a:t>
            </a:r>
            <a:r>
              <a:rPr lang="en-GB" dirty="0" smtClean="0">
                <a:latin typeface="Comic Sans MS" pitchFamily="66" charset="0"/>
              </a:rPr>
              <a:t>between 12 and 24hr time</a:t>
            </a:r>
            <a:r>
              <a:rPr lang="en-GB" dirty="0" smtClean="0">
                <a:latin typeface="Comic Sans MS" pitchFamily="66" charset="0"/>
              </a:rPr>
              <a:t>?</a:t>
            </a: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2pm=           hrs</a:t>
            </a: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</a:t>
            </a:r>
            <a:r>
              <a:rPr lang="en-GB" dirty="0" smtClean="0"/>
              <a:t>       </a:t>
            </a:r>
            <a:r>
              <a:rPr lang="en-GB" dirty="0" smtClean="0"/>
              <a:t>      =  1730hrs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8am =             </a:t>
            </a:r>
            <a:r>
              <a:rPr lang="en-GB" dirty="0" smtClean="0"/>
              <a:t>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</a:t>
            </a:r>
            <a:r>
              <a:rPr lang="en-GB" dirty="0" smtClean="0"/>
              <a:t>                  = 0001hrs</a:t>
            </a:r>
            <a:endParaRPr lang="en-GB" dirty="0"/>
          </a:p>
          <a:p>
            <a:pPr marL="0" indent="0">
              <a:buNone/>
            </a:pPr>
            <a:r>
              <a:rPr lang="en-GB" dirty="0" smtClean="0">
                <a:latin typeface="Comic Sans MS" pitchFamily="66" charset="0"/>
              </a:rPr>
              <a:t>Can </a:t>
            </a:r>
            <a:r>
              <a:rPr lang="en-GB" dirty="0">
                <a:latin typeface="Comic Sans MS" pitchFamily="66" charset="0"/>
              </a:rPr>
              <a:t>you </a:t>
            </a:r>
            <a:r>
              <a:rPr lang="en-GB" dirty="0" smtClean="0">
                <a:latin typeface="Comic Sans MS" pitchFamily="66" charset="0"/>
              </a:rPr>
              <a:t>convert between the following time units?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</a:t>
            </a:r>
            <a:r>
              <a:rPr lang="en-GB" dirty="0" smtClean="0"/>
              <a:t>3hrs =                   mins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96hrs </a:t>
            </a:r>
            <a:r>
              <a:rPr lang="en-GB" dirty="0"/>
              <a:t>=        </a:t>
            </a:r>
            <a:r>
              <a:rPr lang="en-GB" dirty="0" smtClean="0"/>
              <a:t>         days</a:t>
            </a:r>
            <a:endParaRPr lang="en-GB" dirty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52 fortnights </a:t>
            </a:r>
            <a:r>
              <a:rPr lang="en-GB" dirty="0"/>
              <a:t>=     </a:t>
            </a:r>
            <a:r>
              <a:rPr lang="en-GB" dirty="0" smtClean="0"/>
              <a:t>years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calculate elapsed time?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elapsed time</a:t>
            </a:r>
            <a:r>
              <a:rPr lang="en-US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Time</a:t>
            </a:r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Elapsed time is the </a:t>
            </a:r>
            <a:r>
              <a:rPr lang="en-US" sz="2200" b="1" dirty="0" smtClean="0"/>
              <a:t>_____________ </a:t>
            </a:r>
            <a:r>
              <a:rPr lang="en-US" sz="2200" b="1" dirty="0" smtClean="0"/>
              <a:t>between two times. </a:t>
            </a:r>
          </a:p>
          <a:p>
            <a:r>
              <a:rPr lang="en-US" sz="2000" dirty="0" err="1" smtClean="0">
                <a:latin typeface="+mj-lt"/>
              </a:rPr>
              <a:t>Eg</a:t>
            </a:r>
            <a:r>
              <a:rPr lang="en-US" sz="2000" dirty="0" smtClean="0">
                <a:latin typeface="+mj-lt"/>
              </a:rPr>
              <a:t> For 3:50am and 9:30am, elapsed time is ____ </a:t>
            </a:r>
            <a:r>
              <a:rPr lang="en-US" sz="2000" dirty="0" err="1" smtClean="0">
                <a:latin typeface="+mj-lt"/>
              </a:rPr>
              <a:t>hrs</a:t>
            </a:r>
            <a:r>
              <a:rPr lang="en-US" sz="2000" dirty="0" smtClean="0">
                <a:latin typeface="+mj-lt"/>
              </a:rPr>
              <a:t>, ____ mins</a:t>
            </a:r>
            <a:endParaRPr lang="en-US" sz="2000" dirty="0" smtClean="0">
              <a:latin typeface="+mj-lt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51182" y="2351707"/>
            <a:ext cx="67128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There are many methods to working out elapsed time.</a:t>
            </a:r>
          </a:p>
          <a:p>
            <a:r>
              <a:rPr lang="en-US" sz="2000" dirty="0" smtClean="0"/>
              <a:t>One </a:t>
            </a:r>
            <a:r>
              <a:rPr lang="en-US" sz="2000" dirty="0"/>
              <a:t>m</a:t>
            </a:r>
            <a:r>
              <a:rPr lang="en-US" sz="2000" dirty="0" smtClean="0"/>
              <a:t>ethod </a:t>
            </a:r>
            <a:r>
              <a:rPr lang="en-US" sz="2000" dirty="0" smtClean="0"/>
              <a:t>is shown below</a:t>
            </a:r>
            <a:endParaRPr lang="en-US" sz="2000" dirty="0" smtClean="0"/>
          </a:p>
          <a:p>
            <a:r>
              <a:rPr lang="en-US" sz="2000" dirty="0" smtClean="0"/>
              <a:t>Step </a:t>
            </a:r>
            <a:r>
              <a:rPr lang="en-US" sz="2000" dirty="0" smtClean="0"/>
              <a:t>1) 	Calculate number of hours </a:t>
            </a:r>
            <a:r>
              <a:rPr lang="en-US" sz="2000" b="1" dirty="0" smtClean="0"/>
              <a:t>without</a:t>
            </a:r>
            <a:r>
              <a:rPr lang="en-US" sz="2000" dirty="0" smtClean="0"/>
              <a:t> going over.</a:t>
            </a:r>
          </a:p>
          <a:p>
            <a:r>
              <a:rPr lang="en-US" sz="2000" dirty="0" smtClean="0"/>
              <a:t>	</a:t>
            </a:r>
            <a:r>
              <a:rPr lang="en-US" sz="2000" i="1" dirty="0" err="1" smtClean="0"/>
              <a:t>Eg</a:t>
            </a:r>
            <a:r>
              <a:rPr lang="en-US" sz="2000" i="1" dirty="0" smtClean="0"/>
              <a:t> There are </a:t>
            </a:r>
            <a:r>
              <a:rPr lang="en-US" sz="2000" b="1" i="1" dirty="0" smtClean="0"/>
              <a:t>5 hours</a:t>
            </a:r>
            <a:r>
              <a:rPr lang="en-US" sz="2000" i="1" dirty="0" smtClean="0"/>
              <a:t> from 3:50am until 9:30am</a:t>
            </a:r>
            <a:endParaRPr lang="en-US" sz="2000" i="1" dirty="0" smtClean="0"/>
          </a:p>
          <a:p>
            <a:pPr>
              <a:lnSpc>
                <a:spcPct val="200000"/>
              </a:lnSpc>
            </a:pPr>
            <a:r>
              <a:rPr lang="en-US" sz="2000" dirty="0"/>
              <a:t>Step </a:t>
            </a:r>
            <a:r>
              <a:rPr lang="en-US" sz="2000" dirty="0" smtClean="0"/>
              <a:t>2) </a:t>
            </a:r>
            <a:r>
              <a:rPr lang="en-US" sz="2000" dirty="0"/>
              <a:t>	Calculate number of </a:t>
            </a:r>
            <a:r>
              <a:rPr lang="en-US" sz="2000" dirty="0" smtClean="0"/>
              <a:t>minutes until the next hour.</a:t>
            </a:r>
            <a:endParaRPr lang="en-US" sz="2000" dirty="0"/>
          </a:p>
          <a:p>
            <a:r>
              <a:rPr lang="en-US" sz="2000" dirty="0"/>
              <a:t>	</a:t>
            </a:r>
            <a:r>
              <a:rPr lang="en-US" sz="2000" dirty="0" smtClean="0"/>
              <a:t>     </a:t>
            </a:r>
            <a:r>
              <a:rPr lang="en-US" sz="2000" i="1" dirty="0" smtClean="0"/>
              <a:t>There </a:t>
            </a:r>
            <a:r>
              <a:rPr lang="en-US" sz="2000" i="1" dirty="0"/>
              <a:t>are </a:t>
            </a:r>
            <a:r>
              <a:rPr lang="en-US" sz="2000" b="1" i="1" dirty="0" smtClean="0"/>
              <a:t>10 minutes </a:t>
            </a:r>
            <a:r>
              <a:rPr lang="en-US" sz="2000" i="1" dirty="0" smtClean="0"/>
              <a:t>from 8:50am </a:t>
            </a:r>
            <a:r>
              <a:rPr lang="en-US" sz="2000" i="1" dirty="0"/>
              <a:t>until </a:t>
            </a:r>
            <a:r>
              <a:rPr lang="en-US" sz="2000" i="1" dirty="0" smtClean="0"/>
              <a:t>9:00am</a:t>
            </a:r>
          </a:p>
          <a:p>
            <a:r>
              <a:rPr lang="en-US" sz="2000" i="1" dirty="0" smtClean="0"/>
              <a:t>  	</a:t>
            </a:r>
            <a:r>
              <a:rPr lang="en-US" sz="2000" b="1" i="1" dirty="0" smtClean="0"/>
              <a:t> +</a:t>
            </a:r>
            <a:r>
              <a:rPr lang="en-US" sz="2000" i="1" dirty="0" smtClean="0"/>
              <a:t>  There are </a:t>
            </a:r>
            <a:r>
              <a:rPr lang="en-US" sz="2000" b="1" i="1" dirty="0" smtClean="0"/>
              <a:t>30 minutes </a:t>
            </a:r>
            <a:r>
              <a:rPr lang="en-US" sz="2000" i="1" dirty="0" smtClean="0"/>
              <a:t>from 9:00am until 9:30am</a:t>
            </a:r>
          </a:p>
          <a:p>
            <a:r>
              <a:rPr lang="en-US" sz="2000" i="1" dirty="0"/>
              <a:t>	</a:t>
            </a:r>
            <a:r>
              <a:rPr lang="en-US" sz="2000" b="1" i="1" dirty="0" smtClean="0"/>
              <a:t>=</a:t>
            </a:r>
            <a:r>
              <a:rPr lang="en-US" sz="2000" i="1" dirty="0" smtClean="0"/>
              <a:t>  There are </a:t>
            </a:r>
            <a:r>
              <a:rPr lang="en-US" sz="2000" b="1" i="1" dirty="0" smtClean="0"/>
              <a:t>40 minutes </a:t>
            </a:r>
            <a:r>
              <a:rPr lang="en-US" sz="2000" i="1" dirty="0" smtClean="0"/>
              <a:t>from 8:50am until 9:30am</a:t>
            </a:r>
            <a:endParaRPr lang="en-US" sz="2000" i="1" dirty="0"/>
          </a:p>
          <a:p>
            <a:pPr>
              <a:lnSpc>
                <a:spcPct val="200000"/>
              </a:lnSpc>
            </a:pPr>
            <a:r>
              <a:rPr lang="en-US" sz="2000" dirty="0" smtClean="0"/>
              <a:t>Step 3) 	Put them together</a:t>
            </a:r>
          </a:p>
          <a:p>
            <a:r>
              <a:rPr lang="en-US" sz="2000" dirty="0"/>
              <a:t>	</a:t>
            </a:r>
            <a:r>
              <a:rPr lang="en-US" sz="2000" i="1" dirty="0" smtClean="0"/>
              <a:t>There are </a:t>
            </a:r>
            <a:r>
              <a:rPr lang="en-US" sz="2000" b="1" i="1" dirty="0" smtClean="0"/>
              <a:t>5hrs and 40 mins</a:t>
            </a:r>
            <a:r>
              <a:rPr lang="en-US" sz="2000" i="1" dirty="0" smtClean="0"/>
              <a:t> from 3:50am until 9:30am</a:t>
            </a:r>
            <a:endParaRPr lang="en-US" sz="20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2464868" y="6041158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  <a:endParaRPr lang="en-US" sz="4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2335353"/>
            <a:ext cx="239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</a:t>
            </a:r>
            <a:r>
              <a:rPr lang="en-US" dirty="0" smtClean="0"/>
              <a:t>method can we use to calculate elapsed time</a:t>
            </a:r>
            <a:r>
              <a:rPr lang="en-US" dirty="0" smtClean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224136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 smtClean="0">
                <a:latin typeface="Brandish" pitchFamily="2" charset="0"/>
              </a:rPr>
              <a:t>Let’s try these together</a:t>
            </a:r>
            <a:endParaRPr lang="en-GB" sz="6600" dirty="0">
              <a:latin typeface="Brandish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2" y="1844824"/>
            <a:ext cx="8571722" cy="720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2" y="4555434"/>
            <a:ext cx="8571722" cy="43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3283" y="2607295"/>
            <a:ext cx="3478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10:30am          12:30pm = 2hrs</a:t>
            </a:r>
          </a:p>
          <a:p>
            <a:endParaRPr lang="en-US" dirty="0" smtClean="0"/>
          </a:p>
          <a:p>
            <a:r>
              <a:rPr lang="en-US" dirty="0" smtClean="0"/>
              <a:t>12:30pm           1:00pm = 30 mins</a:t>
            </a:r>
          </a:p>
          <a:p>
            <a:endParaRPr lang="en-US" dirty="0"/>
          </a:p>
          <a:p>
            <a:r>
              <a:rPr lang="en-US" dirty="0" smtClean="0"/>
              <a:t>1:00pm             1:20pm = 20 mins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       Total  = 2 </a:t>
            </a:r>
            <a:r>
              <a:rPr lang="en-US" dirty="0" err="1" smtClean="0"/>
              <a:t>hrs</a:t>
            </a:r>
            <a:r>
              <a:rPr lang="en-US" dirty="0" smtClean="0"/>
              <a:t> and 50 mins </a:t>
            </a:r>
            <a:endParaRPr lang="en-AU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356474" y="278092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356474" y="3356992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56474" y="386104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you </a:t>
            </a:r>
            <a:r>
              <a:rPr lang="en-US" smtClean="0"/>
              <a:t>understand? </a:t>
            </a:r>
            <a:r>
              <a:rPr lang="en-US" dirty="0" smtClean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Have a go at page </a:t>
            </a:r>
            <a:r>
              <a:rPr lang="en-US" dirty="0" smtClean="0"/>
              <a:t>192 </a:t>
            </a:r>
            <a:r>
              <a:rPr lang="en-US" dirty="0" smtClean="0"/>
              <a:t>in your textbook</a:t>
            </a:r>
            <a:endParaRPr lang="en-AU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34888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860632" y="3671699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11560" y="2749421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199</Words>
  <Application>Microsoft Office PowerPoint</Application>
  <PresentationFormat>On-screen Show (4:3)</PresentationFormat>
  <Paragraphs>79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Brandish</vt:lpstr>
      <vt:lpstr>Calibri</vt:lpstr>
      <vt:lpstr>Comic Sans MS</vt:lpstr>
      <vt:lpstr>Impact</vt:lpstr>
      <vt:lpstr>Martina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Let’s try these together</vt:lpstr>
      <vt:lpstr>Do you understand? Fists of Five</vt:lpstr>
      <vt:lpstr>Now your turn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e4057735</cp:lastModifiedBy>
  <cp:revision>51</cp:revision>
  <dcterms:created xsi:type="dcterms:W3CDTF">2013-03-25T14:33:20Z</dcterms:created>
  <dcterms:modified xsi:type="dcterms:W3CDTF">2017-09-05T08:51:59Z</dcterms:modified>
</cp:coreProperties>
</file>