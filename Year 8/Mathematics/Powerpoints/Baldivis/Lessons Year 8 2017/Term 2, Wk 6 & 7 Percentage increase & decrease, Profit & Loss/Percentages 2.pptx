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304" r:id="rId3"/>
    <p:sldId id="259" r:id="rId4"/>
    <p:sldId id="308" r:id="rId5"/>
    <p:sldId id="309" r:id="rId6"/>
    <p:sldId id="258" r:id="rId7"/>
    <p:sldId id="303" r:id="rId8"/>
    <p:sldId id="306" r:id="rId9"/>
    <p:sldId id="307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80" autoAdjust="0"/>
    <p:restoredTop sz="92197" autoAdjust="0"/>
  </p:normalViewPr>
  <p:slideViewPr>
    <p:cSldViewPr>
      <p:cViewPr>
        <p:scale>
          <a:sx n="75" d="100"/>
          <a:sy n="75" d="100"/>
        </p:scale>
        <p:origin x="1208" y="-7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4/06/2017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4/06/2017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4/06/2017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4/06/2017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4/06/2017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4/06/2017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4/06/2017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4/06/2017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    </a:t>
            </a:r>
            <a:r>
              <a:rPr lang="en-AU" b="1" dirty="0" smtClean="0"/>
              <a:t>Percentages      %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: Year 8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2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Percentages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2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HOOK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ACRONYMs</a:t>
            </a:r>
          </a:p>
          <a:p>
            <a:r>
              <a:rPr lang="en-US" sz="2000" dirty="0" smtClean="0"/>
              <a:t>With your partner try and write out the full name for the following 11 business related acronyms.</a:t>
            </a:r>
          </a:p>
          <a:p>
            <a:r>
              <a:rPr lang="en-US" sz="2000" dirty="0" smtClean="0"/>
              <a:t>NAB</a:t>
            </a:r>
          </a:p>
          <a:p>
            <a:r>
              <a:rPr lang="en-US" sz="2000" dirty="0" smtClean="0"/>
              <a:t>ANZ</a:t>
            </a:r>
          </a:p>
          <a:p>
            <a:r>
              <a:rPr lang="en-US" sz="2000" dirty="0" smtClean="0"/>
              <a:t>EFTPOS</a:t>
            </a:r>
          </a:p>
          <a:p>
            <a:r>
              <a:rPr lang="en-US" sz="2000" dirty="0" smtClean="0"/>
              <a:t>ASX</a:t>
            </a:r>
          </a:p>
          <a:p>
            <a:r>
              <a:rPr lang="en-US" sz="2000" dirty="0" smtClean="0"/>
              <a:t>CBD</a:t>
            </a:r>
          </a:p>
          <a:p>
            <a:r>
              <a:rPr lang="en-US" sz="2000" dirty="0" smtClean="0"/>
              <a:t>RRP</a:t>
            </a:r>
          </a:p>
          <a:p>
            <a:r>
              <a:rPr lang="en-US" sz="2000" dirty="0" smtClean="0"/>
              <a:t>GST</a:t>
            </a:r>
          </a:p>
          <a:p>
            <a:r>
              <a:rPr lang="en-US" sz="2000" dirty="0" smtClean="0"/>
              <a:t>COD</a:t>
            </a:r>
          </a:p>
          <a:p>
            <a:r>
              <a:rPr lang="en-US" sz="2000" dirty="0" smtClean="0"/>
              <a:t>IOU</a:t>
            </a:r>
          </a:p>
          <a:p>
            <a:r>
              <a:rPr lang="en-US" sz="2000" dirty="0" smtClean="0"/>
              <a:t>GDP</a:t>
            </a:r>
          </a:p>
          <a:p>
            <a:r>
              <a:rPr lang="en-US" sz="2000" dirty="0" smtClean="0"/>
              <a:t>ATM</a:t>
            </a:r>
          </a:p>
          <a:p>
            <a:endParaRPr lang="en-US" sz="2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FOR YOUR GLOSSARY</a:t>
            </a:r>
            <a:r>
              <a:rPr lang="is-IS" dirty="0" smtClean="0"/>
              <a:t>…...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03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Answers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9912" y="273050"/>
            <a:ext cx="5183758" cy="670480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National Australia Bank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 </a:t>
            </a:r>
            <a:r>
              <a:rPr lang="en-US" sz="2800" dirty="0" smtClean="0"/>
              <a:t>Australia &amp; New Zealand Bank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Electronic Funds Transfer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Australian Stock </a:t>
            </a:r>
            <a:r>
              <a:rPr lang="en-US" sz="2800" dirty="0" err="1" smtClean="0"/>
              <a:t>eXchange</a:t>
            </a:r>
            <a:endParaRPr lang="en-US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Central Business District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Recommended </a:t>
            </a:r>
            <a:r>
              <a:rPr lang="en-US" sz="2800" dirty="0"/>
              <a:t>R</a:t>
            </a:r>
            <a:r>
              <a:rPr lang="en-US" sz="2800" dirty="0" smtClean="0"/>
              <a:t>etail Price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Goods &amp; Services Tax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Cash On Delivery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I Owe </a:t>
            </a:r>
            <a:r>
              <a:rPr lang="en-US" sz="2800" dirty="0" err="1" smtClean="0"/>
              <a:t>yoU</a:t>
            </a:r>
            <a:endParaRPr lang="en-US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 Gross Domestic Product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 smtClean="0"/>
              <a:t>Automatic Teller Machine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How did you do?</a:t>
            </a:r>
          </a:p>
          <a:p>
            <a:r>
              <a:rPr lang="en-US" sz="2000" dirty="0" smtClean="0"/>
              <a:t>Do you know what they all mean?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30721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01741" y="-98836"/>
            <a:ext cx="33897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                         </a:t>
            </a:r>
            <a:r>
              <a:rPr lang="en-AU" sz="1200" dirty="0" smtClean="0"/>
              <a:t>Finding </a:t>
            </a:r>
            <a:r>
              <a:rPr lang="en-AU" sz="1200" dirty="0"/>
              <a:t>the Percentage of an amount</a:t>
            </a:r>
          </a:p>
          <a:p>
            <a:endParaRPr lang="en-AU" sz="1000" dirty="0" smtClean="0"/>
          </a:p>
          <a:p>
            <a:r>
              <a:rPr lang="en-AU" sz="1000" dirty="0" smtClean="0"/>
              <a:t>30			Date:</a:t>
            </a:r>
            <a:endParaRPr lang="en-AU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302473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Notes  </a:t>
            </a:r>
          </a:p>
          <a:p>
            <a:r>
              <a:rPr lang="en-AU" sz="1000" dirty="0" smtClean="0"/>
              <a:t>Percentages are used everyday to compare and analyse.</a:t>
            </a:r>
          </a:p>
          <a:p>
            <a:endParaRPr lang="en-AU" sz="1000" dirty="0"/>
          </a:p>
          <a:p>
            <a:endParaRPr lang="en-AU" sz="1000" dirty="0" smtClean="0"/>
          </a:p>
          <a:p>
            <a:r>
              <a:rPr lang="en-AU" sz="1000" dirty="0" smtClean="0"/>
              <a:t>30% =  30/100= 3/10 =  0.3</a:t>
            </a:r>
          </a:p>
          <a:p>
            <a:endParaRPr lang="en-AU" sz="1000" dirty="0" smtClean="0"/>
          </a:p>
          <a:p>
            <a:endParaRPr lang="en-AU" sz="1000" dirty="0"/>
          </a:p>
          <a:p>
            <a:r>
              <a:rPr lang="en-AU" sz="1000" dirty="0" smtClean="0"/>
              <a:t>30% has been converted into a fraction first, then a decimal.</a:t>
            </a:r>
          </a:p>
          <a:p>
            <a:endParaRPr lang="en-AU" sz="1000" dirty="0" smtClean="0"/>
          </a:p>
          <a:p>
            <a:endParaRPr lang="en-AU" sz="1000" dirty="0"/>
          </a:p>
          <a:p>
            <a:r>
              <a:rPr lang="en-AU" sz="1000" dirty="0" smtClean="0"/>
              <a:t>Find 20% of 80?</a:t>
            </a:r>
          </a:p>
          <a:p>
            <a:endParaRPr lang="en-AU" sz="1000" dirty="0"/>
          </a:p>
          <a:p>
            <a:r>
              <a:rPr lang="en-AU" sz="1000" dirty="0" smtClean="0"/>
              <a:t>0.2 x 80 = 16</a:t>
            </a:r>
          </a:p>
          <a:p>
            <a:endParaRPr lang="en-AU" sz="1000" dirty="0"/>
          </a:p>
          <a:p>
            <a:endParaRPr lang="en-AU" sz="1000" dirty="0" smtClean="0"/>
          </a:p>
          <a:p>
            <a:endParaRPr lang="en-AU" sz="1000" dirty="0"/>
          </a:p>
          <a:p>
            <a:r>
              <a:rPr lang="en-AU" sz="1000" dirty="0" smtClean="0"/>
              <a:t>EXT:: Find 13 1/5 %  of 65, </a:t>
            </a:r>
          </a:p>
          <a:p>
            <a:endParaRPr lang="en-AU" sz="1000" dirty="0"/>
          </a:p>
          <a:p>
            <a:r>
              <a:rPr lang="en-AU" sz="1000" dirty="0" smtClean="0"/>
              <a:t>0.132 x 65 = 8.58</a:t>
            </a:r>
          </a:p>
          <a:p>
            <a:endParaRPr lang="en-AU" sz="1000" dirty="0" smtClean="0"/>
          </a:p>
          <a:p>
            <a:endParaRPr lang="en-AU" sz="1000" dirty="0"/>
          </a:p>
          <a:p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49" y="1286160"/>
            <a:ext cx="109438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Questions </a:t>
            </a:r>
          </a:p>
          <a:p>
            <a:endParaRPr lang="en-AU" sz="1000" dirty="0"/>
          </a:p>
          <a:p>
            <a:r>
              <a:rPr lang="en-AU" sz="1000" dirty="0" smtClean="0"/>
              <a:t>HOOK:</a:t>
            </a:r>
          </a:p>
          <a:p>
            <a:endParaRPr lang="en-AU" sz="1000" dirty="0"/>
          </a:p>
          <a:p>
            <a:r>
              <a:rPr lang="en-AU" sz="1000" dirty="0" smtClean="0"/>
              <a:t> If 70% of a person’s weight is water,(h2O) how much of a 60kg person is water?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608205" y="5392355"/>
            <a:ext cx="30601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Summary: </a:t>
            </a:r>
            <a:endParaRPr lang="en-AU" sz="1000" dirty="0" smtClean="0"/>
          </a:p>
          <a:p>
            <a:endParaRPr lang="en-AU" sz="1000" dirty="0"/>
          </a:p>
          <a:p>
            <a:r>
              <a:rPr lang="en-AU" sz="1000" dirty="0" smtClean="0"/>
              <a:t>When </a:t>
            </a:r>
            <a:r>
              <a:rPr lang="en-AU" sz="1000" dirty="0" smtClean="0"/>
              <a:t>you find less than 100% of something the answer will be less than the original amount.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5" y="142493"/>
            <a:ext cx="22864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Tasks: </a:t>
            </a:r>
          </a:p>
          <a:p>
            <a:r>
              <a:rPr lang="en-AU" dirty="0" smtClean="0"/>
              <a:t>Complete 11.4 on  p148 of Dwyer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 flipH="1">
            <a:off x="6156175" y="639829"/>
            <a:ext cx="25922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How do we find the % </a:t>
            </a:r>
            <a:r>
              <a:rPr lang="en-US" smtClean="0"/>
              <a:t>of something?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82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Title: Percentage Increase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1487" y="98072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–How to add a % to an existing amount?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454400" y="2319867"/>
            <a:ext cx="505561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Add 10% GST to the price of a $2.40 sandwich,</a:t>
            </a:r>
          </a:p>
          <a:p>
            <a:r>
              <a:rPr lang="en-US" dirty="0" smtClean="0"/>
              <a:t>Firstly, You could find 10%, then add it to the $2.40, </a:t>
            </a:r>
          </a:p>
          <a:p>
            <a:r>
              <a:rPr lang="en-US" dirty="0" smtClean="0"/>
              <a:t>so 0.24c ($2.40 x 0.10) </a:t>
            </a:r>
          </a:p>
          <a:p>
            <a:r>
              <a:rPr lang="en-US" dirty="0"/>
              <a:t>+</a:t>
            </a:r>
            <a:r>
              <a:rPr lang="en-US" dirty="0" smtClean="0"/>
              <a:t> $2.40</a:t>
            </a:r>
          </a:p>
          <a:p>
            <a:r>
              <a:rPr lang="en-US" dirty="0" smtClean="0"/>
              <a:t>= $2.64 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Or, Just multiply $2.40 by 1.10 or 1.1</a:t>
            </a:r>
          </a:p>
          <a:p>
            <a:r>
              <a:rPr lang="en-US" dirty="0" smtClean="0"/>
              <a:t>Because the 1.0 = the original amount</a:t>
            </a:r>
          </a:p>
          <a:p>
            <a:r>
              <a:rPr lang="en-US" dirty="0" smtClean="0"/>
              <a:t>And the 0.1 = the increased percentage.</a:t>
            </a:r>
          </a:p>
          <a:p>
            <a:endParaRPr lang="en-US" dirty="0"/>
          </a:p>
          <a:p>
            <a:r>
              <a:rPr lang="en-US" dirty="0" smtClean="0"/>
              <a:t>= $2.64,</a:t>
            </a:r>
          </a:p>
          <a:p>
            <a:r>
              <a:rPr lang="en-US" dirty="0" smtClean="0"/>
              <a:t>Did you get the same answer?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82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Title:       Percentage Decrease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1487" y="98072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          How to reduce an amount by a %?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454400" y="2319867"/>
            <a:ext cx="572810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 Reduce the price of a $2.40 sandwich, by 10%,</a:t>
            </a:r>
          </a:p>
          <a:p>
            <a:r>
              <a:rPr lang="en-US" dirty="0" smtClean="0"/>
              <a:t>Firstly, You could find 10%, then subtract it from the $2.40, </a:t>
            </a:r>
          </a:p>
          <a:p>
            <a:r>
              <a:rPr lang="en-US" dirty="0" smtClean="0"/>
              <a:t>so $2.40 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0.24c </a:t>
            </a:r>
            <a:r>
              <a:rPr lang="en-US" dirty="0" smtClean="0"/>
              <a:t>($2.40 x 0.10</a:t>
            </a:r>
            <a:r>
              <a:rPr lang="en-US" dirty="0" smtClean="0"/>
              <a:t>)       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(</a:t>
            </a:r>
            <a:r>
              <a:rPr lang="en-US" dirty="0" smtClean="0"/>
              <a:t>don’t forget to line </a:t>
            </a:r>
            <a:r>
              <a:rPr lang="en-US" dirty="0" smtClean="0"/>
              <a:t>up under the decimal point)</a:t>
            </a:r>
            <a:endParaRPr lang="en-US" dirty="0" smtClean="0"/>
          </a:p>
          <a:p>
            <a:r>
              <a:rPr lang="en-US" dirty="0" smtClean="0"/>
              <a:t>=   $2.16 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Or, Just multiply $2.40 by 0.90 (to find 90%)</a:t>
            </a:r>
          </a:p>
          <a:p>
            <a:r>
              <a:rPr lang="en-US" dirty="0" smtClean="0"/>
              <a:t>Because the 1.0 = the original amount</a:t>
            </a:r>
          </a:p>
          <a:p>
            <a:r>
              <a:rPr lang="en-US" dirty="0" smtClean="0"/>
              <a:t>And the 0.1 = the decreased percentage, so 1.0 – 0.1 = 0.9</a:t>
            </a:r>
          </a:p>
          <a:p>
            <a:endParaRPr lang="en-US" dirty="0"/>
          </a:p>
          <a:p>
            <a:r>
              <a:rPr lang="en-US" dirty="0" smtClean="0"/>
              <a:t>= $2.16</a:t>
            </a:r>
          </a:p>
          <a:p>
            <a:r>
              <a:rPr lang="en-US" dirty="0" smtClean="0"/>
              <a:t>Did you get the same answer using both Methods?</a:t>
            </a:r>
          </a:p>
          <a:p>
            <a:r>
              <a:rPr lang="en-US" dirty="0" smtClean="0"/>
              <a:t>Which do you prefer?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61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LHS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Try 11.5, p.149</a:t>
            </a:r>
          </a:p>
          <a:p>
            <a:r>
              <a:rPr lang="en-US" dirty="0" smtClean="0"/>
              <a:t>Choose 5 </a:t>
            </a:r>
            <a:r>
              <a:rPr lang="en-US" dirty="0" err="1" smtClean="0"/>
              <a:t>qns</a:t>
            </a:r>
            <a:r>
              <a:rPr lang="en-US" dirty="0" smtClean="0"/>
              <a:t> to try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104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</a:t>
            </a:r>
            <a:r>
              <a:rPr lang="en-AU" smtClean="0"/>
              <a:t>page filled </a:t>
            </a:r>
            <a:r>
              <a:rPr lang="en-AU" dirty="0" smtClean="0"/>
              <a:t>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VID page set up template" id="{3B1F23FA-0288-2D4D-9273-105711912F6E}" vid="{2888695A-BCDC-A143-81C3-9D147C3ED11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page 4 &amp; 5  template</Template>
  <TotalTime>71</TotalTime>
  <Words>544</Words>
  <Application>Microsoft Macintosh PowerPoint</Application>
  <PresentationFormat>On-screen Show (4:3)</PresentationFormat>
  <Paragraphs>152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Arial</vt:lpstr>
      <vt:lpstr>Office Theme</vt:lpstr>
      <vt:lpstr>My     Percentages      % Interactive Notebook</vt:lpstr>
      <vt:lpstr>Create your own front page</vt:lpstr>
      <vt:lpstr>PowerPoint Presentation</vt:lpstr>
      <vt:lpstr>HOOK </vt:lpstr>
      <vt:lpstr>Answers</vt:lpstr>
      <vt:lpstr>PowerPoint Presentation</vt:lpstr>
      <vt:lpstr>PowerPoint Presentation</vt:lpstr>
      <vt:lpstr>PowerPoint Presentation</vt:lpstr>
      <vt:lpstr>LHS</vt:lpstr>
      <vt:lpstr>Notes Review</vt:lpstr>
      <vt:lpstr>Homework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    Percentages      % Interactive Notebook</dc:title>
  <dc:creator>PATERSON Anne</dc:creator>
  <cp:lastModifiedBy>PATERSON Anne</cp:lastModifiedBy>
  <cp:revision>8</cp:revision>
  <dcterms:created xsi:type="dcterms:W3CDTF">2017-06-03T02:49:04Z</dcterms:created>
  <dcterms:modified xsi:type="dcterms:W3CDTF">2017-06-04T01:40:12Z</dcterms:modified>
</cp:coreProperties>
</file>