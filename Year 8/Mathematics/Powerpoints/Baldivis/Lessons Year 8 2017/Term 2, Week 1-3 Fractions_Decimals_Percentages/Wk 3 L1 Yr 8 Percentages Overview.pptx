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03" r:id="rId5"/>
    <p:sldId id="305" r:id="rId6"/>
    <p:sldId id="301" r:id="rId7"/>
    <p:sldId id="304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2163" autoAdjust="0"/>
  </p:normalViewPr>
  <p:slideViewPr>
    <p:cSldViewPr>
      <p:cViewPr>
        <p:scale>
          <a:sx n="75" d="100"/>
          <a:sy n="75" d="100"/>
        </p:scale>
        <p:origin x="2600" y="7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2F357-7364-E244-8E25-9ADA8E0C80CA}" type="datetimeFigureOut">
              <a:rPr lang="en-US" smtClean="0"/>
              <a:t>5/10/17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DAF42-42AA-AE4A-8B77-BADFC6450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0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mark did you get in your last test?  If you got 32/60 is that better</a:t>
            </a:r>
            <a:r>
              <a:rPr lang="en-US" baseline="0" dirty="0" smtClean="0"/>
              <a:t> than </a:t>
            </a:r>
            <a:r>
              <a:rPr lang="en-US" baseline="0" smtClean="0"/>
              <a:t>your previous test score of 12/25?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DAF42-42AA-AE4A-8B77-BADFC64506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65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Let’s compare oranges with oranges. 3/8 in a calculator gives 0.375, so oops for PM</a:t>
            </a:r>
            <a:r>
              <a:rPr lang="is-IS" dirty="0" smtClean="0"/>
              <a:t>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DAF42-42AA-AE4A-8B77-BADFC64506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97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Changing fractions to %</a:t>
            </a:r>
            <a:r>
              <a:rPr lang="en-US" baseline="0" dirty="0" smtClean="0"/>
              <a:t> METHOD</a:t>
            </a:r>
            <a:r>
              <a:rPr lang="en-US" dirty="0" smtClean="0"/>
              <a:t> x100, so </a:t>
            </a:r>
            <a:r>
              <a:rPr lang="en-US" b="1" dirty="0" smtClean="0"/>
              <a:t>1/8</a:t>
            </a:r>
            <a:r>
              <a:rPr lang="en-US" dirty="0" smtClean="0"/>
              <a:t> = 125/1000= </a:t>
            </a:r>
            <a:r>
              <a:rPr lang="en-US" b="1" dirty="0" smtClean="0"/>
              <a:t>0.125</a:t>
            </a:r>
            <a:r>
              <a:rPr lang="en-US" dirty="0" smtClean="0"/>
              <a:t>, x100 = 12.5%. Changing % to fractions, /by 100. so 25%= 25/100.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DAF42-42AA-AE4A-8B77-BADFC64506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69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Ms Paterson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8" y="601548"/>
            <a:ext cx="3312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Essential Question: What is percentage?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22326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Notes </a:t>
            </a:r>
          </a:p>
          <a:p>
            <a:r>
              <a:rPr lang="en-AU" sz="1000" dirty="0" smtClean="0"/>
              <a:t>Percentage means out of 100:</a:t>
            </a:r>
          </a:p>
          <a:p>
            <a:r>
              <a:rPr lang="en-AU" sz="1000" dirty="0" smtClean="0"/>
              <a:t>We can use a fraction line  bar out of 100 as a model or a pie –graph.</a:t>
            </a:r>
          </a:p>
          <a:p>
            <a:r>
              <a:rPr lang="en-AU" sz="1000" dirty="0" smtClean="0"/>
              <a:t>We can work out percentages more easily once we know the decimal form  of a number.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8538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Questions: when do we use them?</a:t>
            </a:r>
          </a:p>
          <a:p>
            <a:r>
              <a:rPr lang="en-AU" sz="1000" dirty="0" smtClean="0"/>
              <a:t>Why are they useful?</a:t>
            </a:r>
          </a:p>
          <a:p>
            <a:r>
              <a:rPr lang="en-AU" sz="1000" dirty="0" smtClean="0"/>
              <a:t>What does percentage mean?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8" y="5373216"/>
            <a:ext cx="25921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Summary : </a:t>
            </a:r>
            <a:r>
              <a:rPr lang="en-AU" sz="1000" dirty="0" err="1" smtClean="0"/>
              <a:t>Percentges</a:t>
            </a:r>
            <a:r>
              <a:rPr lang="en-AU" sz="1000" dirty="0" smtClean="0"/>
              <a:t> are used </a:t>
            </a:r>
            <a:r>
              <a:rPr lang="en-AU" sz="1000" dirty="0" smtClean="0">
                <a:solidFill>
                  <a:srgbClr val="FF0000"/>
                </a:solidFill>
              </a:rPr>
              <a:t>to “compare the pair</a:t>
            </a:r>
            <a:r>
              <a:rPr lang="is-IS" sz="1000" dirty="0" smtClean="0">
                <a:solidFill>
                  <a:srgbClr val="FF0000"/>
                </a:solidFill>
              </a:rPr>
              <a:t>…</a:t>
            </a:r>
            <a:r>
              <a:rPr lang="is-IS" sz="1000" dirty="0" smtClean="0"/>
              <a:t>” to create </a:t>
            </a:r>
            <a:r>
              <a:rPr lang="is-IS" sz="1000" dirty="0" smtClean="0">
                <a:solidFill>
                  <a:srgbClr val="FF0000"/>
                </a:solidFill>
              </a:rPr>
              <a:t>“a level playing field...” </a:t>
            </a:r>
            <a:r>
              <a:rPr lang="is-IS" sz="1000" dirty="0" smtClean="0"/>
              <a:t>so that things can be compared. It is easy to see how much percent battery charge is left on our devices when we understand percent!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86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Title: </a:t>
            </a:r>
            <a:r>
              <a:rPr lang="en-AU" sz="2800" dirty="0" smtClean="0"/>
              <a:t>Percentage </a:t>
            </a:r>
            <a:r>
              <a:rPr lang="en-AU" sz="2800" dirty="0" smtClean="0"/>
              <a:t>Increase </a:t>
            </a:r>
            <a:r>
              <a:rPr lang="en-AU" sz="2800" dirty="0" smtClean="0"/>
              <a:t>&amp; </a:t>
            </a:r>
            <a:r>
              <a:rPr lang="en-AU" sz="2800" dirty="0" smtClean="0"/>
              <a:t>Decrease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10976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do we </a:t>
            </a:r>
            <a:r>
              <a:rPr lang="en-AU" sz="2400" b="1" dirty="0" smtClean="0"/>
              <a:t>calculate</a:t>
            </a:r>
            <a:r>
              <a:rPr lang="en-AU" sz="2400" dirty="0" smtClean="0"/>
              <a:t> </a:t>
            </a:r>
            <a:r>
              <a:rPr lang="en-AU" sz="2400" b="1" dirty="0" smtClean="0"/>
              <a:t>percentage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65100"/>
              </p:ext>
            </p:extLst>
          </p:nvPr>
        </p:nvGraphicFramePr>
        <p:xfrm>
          <a:off x="3059832" y="1916832"/>
          <a:ext cx="5688632" cy="45718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0240"/>
                <a:gridCol w="3528392"/>
              </a:tblGrid>
              <a:tr h="45718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aseline="0" dirty="0">
                          <a:solidFill>
                            <a:srgbClr val="00206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Think, Pair, Share</a:t>
                      </a:r>
                      <a:endParaRPr lang="en-US" sz="1600" baseline="0" dirty="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Quick Write</a:t>
                      </a:r>
                      <a:endParaRPr lang="en-US" sz="16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What are the </a:t>
                      </a:r>
                      <a:r>
                        <a:rPr lang="en-AU" sz="1600" b="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FRACTION &amp;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="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DECIMAL </a:t>
                      </a: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equivalent </a:t>
                      </a: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forms for </a:t>
                      </a:r>
                      <a:endParaRPr lang="en-AU" sz="1600" baseline="0" dirty="0" smtClean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25 </a:t>
                      </a: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(Percent</a:t>
                      </a: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) %?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=</a:t>
                      </a: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25/100 (Percentage</a:t>
                      </a:r>
                      <a:r>
                        <a:rPr lang="en-AU" sz="1600" dirty="0">
                          <a:effectLst/>
                          <a:highlight>
                            <a:srgbClr val="FFFF00"/>
                          </a:highlight>
                        </a:rPr>
                        <a:t>)</a:t>
                      </a:r>
                      <a:endParaRPr lang="en-US" sz="16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= ¼ (simplified fraction) </a:t>
                      </a: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/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METHOD= Times </a:t>
                      </a: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both Top &amp; Bottom by </a:t>
                      </a: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25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=</a:t>
                      </a: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zero point two five.” </a:t>
                      </a:r>
                      <a:endParaRPr lang="en-AU" sz="1600" baseline="0" dirty="0" smtClean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0.25 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(decimal form). Read as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Two </a:t>
                      </a:r>
                      <a:r>
                        <a:rPr lang="en-AU" sz="160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tenths, or 25 hundredths</a:t>
                      </a: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.</a:t>
                      </a:r>
                      <a:r>
                        <a:rPr lang="en-AU" sz="1100" dirty="0">
                          <a:effectLst/>
                        </a:rPr>
                        <a:t> </a:t>
                      </a:r>
                      <a:endParaRPr lang="en-US" sz="11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4667" y="965200"/>
            <a:ext cx="531889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 increase the cost of your pocket money by 15%....</a:t>
            </a:r>
          </a:p>
          <a:p>
            <a:endParaRPr lang="en-US" dirty="0" smtClean="0"/>
          </a:p>
          <a:p>
            <a:r>
              <a:rPr lang="en-US" dirty="0" smtClean="0"/>
              <a:t>Take your pocket money ($ for your age)</a:t>
            </a:r>
          </a:p>
          <a:p>
            <a:r>
              <a:rPr lang="en-US" dirty="0" smtClean="0"/>
              <a:t>Say $12</a:t>
            </a:r>
            <a:r>
              <a:rPr lang="is-IS" dirty="0" smtClean="0"/>
              <a:t>…..</a:t>
            </a:r>
          </a:p>
          <a:p>
            <a:r>
              <a:rPr lang="is-IS" dirty="0"/>
              <a:t> </a:t>
            </a:r>
            <a:r>
              <a:rPr lang="is-IS" dirty="0" smtClean="0"/>
              <a:t>* by 1.15</a:t>
            </a:r>
          </a:p>
          <a:p>
            <a:r>
              <a:rPr lang="is-IS" dirty="0" smtClean="0"/>
              <a:t>= $13.80</a:t>
            </a:r>
          </a:p>
          <a:p>
            <a:endParaRPr lang="is-IS" dirty="0"/>
          </a:p>
          <a:p>
            <a:r>
              <a:rPr lang="is-IS" dirty="0" smtClean="0"/>
              <a:t>To decrease it by 20%,</a:t>
            </a:r>
          </a:p>
          <a:p>
            <a:r>
              <a:rPr lang="is-IS" dirty="0"/>
              <a:t> </a:t>
            </a:r>
            <a:r>
              <a:rPr lang="is-IS" dirty="0" smtClean="0"/>
              <a:t>times $12 by 0.80 (to find 80% of the original amount)</a:t>
            </a:r>
          </a:p>
          <a:p>
            <a:r>
              <a:rPr lang="is-IS" dirty="0" smtClean="0"/>
              <a:t>= $9.60</a:t>
            </a:r>
          </a:p>
          <a:p>
            <a:endParaRPr lang="is-IS" dirty="0" smtClean="0"/>
          </a:p>
          <a:p>
            <a:endParaRPr lang="is-IS" dirty="0"/>
          </a:p>
          <a:p>
            <a:r>
              <a:rPr lang="is-IS" dirty="0" smtClean="0"/>
              <a:t>Decreasing $12 by 15% is $12 x 0.85 = $10.20</a:t>
            </a:r>
          </a:p>
          <a:p>
            <a:endParaRPr lang="is-IS" dirty="0"/>
          </a:p>
          <a:p>
            <a:endParaRPr lang="is-I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54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8064896" cy="3384376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Our current </a:t>
            </a:r>
            <a:r>
              <a:rPr lang="en-AU" b="1" dirty="0" smtClean="0"/>
              <a:t>Prime Minister’s </a:t>
            </a:r>
            <a:r>
              <a:rPr lang="en-AU" dirty="0" smtClean="0"/>
              <a:t>ratings are 0.35,</a:t>
            </a:r>
            <a:br>
              <a:rPr lang="en-AU" dirty="0" smtClean="0"/>
            </a:br>
            <a:r>
              <a:rPr lang="en-AU" dirty="0" smtClean="0"/>
              <a:t>while our </a:t>
            </a:r>
            <a:r>
              <a:rPr lang="en-AU" b="1" dirty="0"/>
              <a:t>O</a:t>
            </a:r>
            <a:r>
              <a:rPr lang="en-AU" b="1" dirty="0" smtClean="0"/>
              <a:t>pposition leader’s </a:t>
            </a:r>
            <a:r>
              <a:rPr lang="en-AU" dirty="0" smtClean="0"/>
              <a:t>is 3/8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mmm</a:t>
            </a:r>
            <a:r>
              <a:rPr lang="is-IS" dirty="0" smtClean="0"/>
              <a:t>…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Who has the higher/better rating?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If we change one, we can then compare two decimals or two fractions. </a:t>
            </a:r>
            <a:r>
              <a:rPr lang="en-AU" b="1" dirty="0" smtClean="0"/>
              <a:t>Decimals</a:t>
            </a:r>
            <a:r>
              <a:rPr lang="en-AU" dirty="0" smtClean="0"/>
              <a:t> are usually easier.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052736"/>
            <a:ext cx="8075240" cy="308235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tools can we use to compare fractions/decimals and percentages?</a:t>
            </a:r>
            <a:br>
              <a:rPr lang="en-US" dirty="0" smtClean="0"/>
            </a:br>
            <a:r>
              <a:rPr lang="en-US" dirty="0" smtClean="0"/>
              <a:t>A 3 column table</a:t>
            </a:r>
            <a:r>
              <a:rPr lang="is-IS" dirty="0" smtClean="0"/>
              <a:t>….?</a:t>
            </a:r>
            <a:br>
              <a:rPr lang="is-I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831797"/>
              </p:ext>
            </p:extLst>
          </p:nvPr>
        </p:nvGraphicFramePr>
        <p:xfrm>
          <a:off x="1475654" y="3068960"/>
          <a:ext cx="62646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3"/>
                <a:gridCol w="2088233"/>
                <a:gridCol w="2088233"/>
              </a:tblGrid>
              <a:tr h="213226">
                <a:tc>
                  <a:txBody>
                    <a:bodyPr/>
                    <a:lstStyle/>
                    <a:p>
                      <a:r>
                        <a:rPr lang="en-US" dirty="0" smtClean="0"/>
                        <a:t>Fraction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Decimal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Percentage</a:t>
                      </a:r>
                      <a:endParaRPr lang="en-US" dirty="0"/>
                    </a:p>
                  </a:txBody>
                  <a:tcPr/>
                </a:tc>
              </a:tr>
              <a:tr h="213226">
                <a:tc>
                  <a:txBody>
                    <a:bodyPr/>
                    <a:lstStyle/>
                    <a:p>
                      <a:r>
                        <a:rPr lang="en-US" dirty="0" smtClean="0"/>
                        <a:t>1/8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3226">
                <a:tc>
                  <a:txBody>
                    <a:bodyPr/>
                    <a:lstStyle/>
                    <a:p>
                      <a:r>
                        <a:rPr lang="en-US" dirty="0" smtClean="0"/>
                        <a:t>3/8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32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322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33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,30?</a:t>
            </a:r>
          </a:p>
          <a:p>
            <a:r>
              <a:rPr lang="en-AU" dirty="0" smtClean="0"/>
              <a:t>Date?</a:t>
            </a:r>
          </a:p>
          <a:p>
            <a:r>
              <a:rPr lang="en-AU" dirty="0" smtClean="0"/>
              <a:t>Title?</a:t>
            </a:r>
          </a:p>
          <a:p>
            <a:r>
              <a:rPr lang="en-AU" dirty="0" smtClean="0"/>
              <a:t>Essential question?</a:t>
            </a:r>
          </a:p>
          <a:p>
            <a:r>
              <a:rPr lang="en-AU" dirty="0" smtClean="0"/>
              <a:t>Notes complete? </a:t>
            </a:r>
          </a:p>
          <a:p>
            <a:r>
              <a:rPr lang="en-AU" dirty="0" smtClean="0"/>
              <a:t>Notes complete with colour </a:t>
            </a:r>
            <a:r>
              <a:rPr lang="en-AU" smtClean="0"/>
              <a:t>and diagrams?</a:t>
            </a:r>
            <a:endParaRPr lang="en-AU" dirty="0" smtClean="0"/>
          </a:p>
          <a:p>
            <a:r>
              <a:rPr lang="en-AU" dirty="0" smtClean="0"/>
              <a:t>Questions completed?</a:t>
            </a:r>
          </a:p>
          <a:p>
            <a:r>
              <a:rPr lang="en-AU" dirty="0" smtClean="0"/>
              <a:t>Contents page filled in?</a:t>
            </a:r>
          </a:p>
          <a:p>
            <a:r>
              <a:rPr lang="en-AU" dirty="0" smtClean="0"/>
              <a:t>Formula page filled in?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</a:t>
            </a:r>
            <a:r>
              <a:rPr lang="en-AU" b="1" dirty="0" smtClean="0"/>
              <a:t>summary</a:t>
            </a:r>
            <a:r>
              <a:rPr lang="en-AU" dirty="0" smtClean="0"/>
              <a:t> answering the </a:t>
            </a:r>
            <a:r>
              <a:rPr lang="en-AU" b="1" dirty="0" smtClean="0"/>
              <a:t>e</a:t>
            </a:r>
            <a:r>
              <a:rPr lang="en-AU" dirty="0" smtClean="0"/>
              <a:t>ssential </a:t>
            </a:r>
            <a:r>
              <a:rPr lang="en-AU" b="1" dirty="0" smtClean="0"/>
              <a:t>q</a:t>
            </a:r>
            <a:r>
              <a:rPr lang="en-AU" dirty="0" smtClean="0"/>
              <a:t>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95</TotalTime>
  <Words>437</Words>
  <Application>Microsoft Macintosh PowerPoint</Application>
  <PresentationFormat>On-screen Show (4:3)</PresentationFormat>
  <Paragraphs>90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Times New Roman</vt:lpstr>
      <vt:lpstr>Arial</vt:lpstr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  Our current Prime Minister’s ratings are 0.35, while our Opposition leader’s is 3/8  mmm… Who has the higher/better rating?  If we change one, we can then compare two decimals or two fractions. Decimals are usually easier.</vt:lpstr>
      <vt:lpstr>What tools can we use to compare fractions/decimals and percentages? A 3 column table….?   </vt:lpstr>
      <vt:lpstr>Notes Review</vt:lpstr>
      <vt:lpstr>Homework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PATERSON Anne</dc:creator>
  <cp:lastModifiedBy>PATERSON Anne</cp:lastModifiedBy>
  <cp:revision>10</cp:revision>
  <dcterms:created xsi:type="dcterms:W3CDTF">2017-04-29T00:59:29Z</dcterms:created>
  <dcterms:modified xsi:type="dcterms:W3CDTF">2017-05-10T02:42:01Z</dcterms:modified>
</cp:coreProperties>
</file>