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0" r:id="rId2"/>
    <p:sldId id="350" r:id="rId3"/>
    <p:sldId id="351" r:id="rId4"/>
    <p:sldId id="352" r:id="rId5"/>
    <p:sldId id="344" r:id="rId6"/>
    <p:sldId id="343" r:id="rId7"/>
    <p:sldId id="334" r:id="rId8"/>
    <p:sldId id="345" r:id="rId9"/>
    <p:sldId id="333" r:id="rId10"/>
    <p:sldId id="332" r:id="rId11"/>
    <p:sldId id="331" r:id="rId12"/>
    <p:sldId id="330" r:id="rId13"/>
    <p:sldId id="342" r:id="rId14"/>
    <p:sldId id="341" r:id="rId15"/>
    <p:sldId id="339" r:id="rId16"/>
    <p:sldId id="338" r:id="rId17"/>
    <p:sldId id="353" r:id="rId18"/>
    <p:sldId id="324" r:id="rId19"/>
    <p:sldId id="346" r:id="rId20"/>
    <p:sldId id="347" r:id="rId21"/>
    <p:sldId id="354" r:id="rId22"/>
    <p:sldId id="348" r:id="rId23"/>
    <p:sldId id="323" r:id="rId24"/>
    <p:sldId id="349" r:id="rId25"/>
    <p:sldId id="292" r:id="rId26"/>
    <p:sldId id="29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89" autoAdjust="0"/>
  </p:normalViewPr>
  <p:slideViewPr>
    <p:cSldViewPr>
      <p:cViewPr varScale="1">
        <p:scale>
          <a:sx n="66" d="100"/>
          <a:sy n="66" d="100"/>
        </p:scale>
        <p:origin x="150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09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417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5769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0603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400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7923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468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117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070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2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080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598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03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682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675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 and 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9493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 and 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215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005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Guided Practice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494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Independent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131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361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423773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406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 Match the Fractions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Look at the shape in the top left corner on the card you’ve just been given. Find that group.</a:t>
            </a:r>
          </a:p>
          <a:p>
            <a:r>
              <a:rPr lang="en-US" sz="2800" dirty="0"/>
              <a:t>Find a person who has the same TYPE of fraction as you </a:t>
            </a:r>
            <a:r>
              <a:rPr lang="en-US" sz="2800" dirty="0" smtClean="0"/>
              <a:t>do, who is not from your group. </a:t>
            </a:r>
          </a:p>
          <a:p>
            <a:r>
              <a:rPr lang="en-US" sz="2800" dirty="0"/>
              <a:t>Find another person who has the same </a:t>
            </a:r>
            <a:r>
              <a:rPr lang="en-US" sz="2800" dirty="0" smtClean="0"/>
              <a:t>TYPE</a:t>
            </a:r>
          </a:p>
          <a:p>
            <a:r>
              <a:rPr lang="en-US" sz="2800" dirty="0" smtClean="0"/>
              <a:t>Find someone who has the same AMOUNT as you do. </a:t>
            </a:r>
            <a:r>
              <a:rPr lang="en-US" sz="2800" dirty="0"/>
              <a:t>It must be a completely new person</a:t>
            </a:r>
            <a:r>
              <a:rPr lang="en-US" sz="2800" dirty="0" smtClean="0"/>
              <a:t>. </a:t>
            </a:r>
          </a:p>
          <a:p>
            <a:r>
              <a:rPr lang="en-US" sz="2800" dirty="0" smtClean="0"/>
              <a:t>Find another person who has the same AMOUNT </a:t>
            </a:r>
          </a:p>
          <a:p>
            <a:r>
              <a:rPr lang="en-US" sz="2800" dirty="0" smtClean="0"/>
              <a:t>Lastly, the 3 people who have the same AMOUNT as you do. Can you work out the total AMOUNT you have in your group of 4? 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8688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997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add/subtract and multiply/divide fractions?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86014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997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add/subtract and multiply/divide fractions?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00989" y="1990963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1. </a:t>
            </a:r>
            <a:r>
              <a:rPr lang="en-AU" dirty="0" smtClean="0"/>
              <a:t>Make sure the </a:t>
            </a:r>
            <a:r>
              <a:rPr lang="en-AU" b="1" dirty="0" smtClean="0"/>
              <a:t>denominators are the same. </a:t>
            </a:r>
            <a:r>
              <a:rPr lang="en-AU" dirty="0" smtClean="0"/>
              <a:t>If not, we must find </a:t>
            </a:r>
            <a:r>
              <a:rPr lang="en-AU" b="1" dirty="0" smtClean="0"/>
              <a:t>equivalent fractions</a:t>
            </a:r>
            <a:r>
              <a:rPr lang="en-AU" dirty="0" smtClean="0"/>
              <a:t> that do share the same denominators.</a:t>
            </a:r>
            <a:endParaRPr lang="en-AU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900989" y="2620315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 </a:t>
            </a:r>
            <a:r>
              <a:rPr lang="en-AU" dirty="0"/>
              <a:t>Then, add or subtract the numerators. </a:t>
            </a:r>
            <a:r>
              <a:rPr lang="en-AU" b="1" dirty="0"/>
              <a:t>DO NOT </a:t>
            </a:r>
            <a:r>
              <a:rPr lang="en-AU" dirty="0" smtClean="0"/>
              <a:t>change the </a:t>
            </a:r>
            <a:r>
              <a:rPr lang="en-AU" dirty="0"/>
              <a:t>denominator. </a:t>
            </a:r>
            <a:r>
              <a:rPr lang="en-AU" dirty="0" smtClean="0"/>
              <a:t>It stays the same.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26856" y="324966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r>
              <a:rPr lang="en-AU" dirty="0"/>
              <a:t>. Finally, </a:t>
            </a:r>
            <a:r>
              <a:rPr lang="en-AU" b="1" dirty="0" smtClean="0"/>
              <a:t>simplify</a:t>
            </a:r>
            <a:r>
              <a:rPr lang="en-AU" dirty="0" smtClean="0"/>
              <a:t> your answer and </a:t>
            </a:r>
            <a:r>
              <a:rPr lang="en-AU" b="1" dirty="0" smtClean="0"/>
              <a:t>convert</a:t>
            </a:r>
            <a:r>
              <a:rPr lang="en-AU" dirty="0" smtClean="0"/>
              <a:t> improper </a:t>
            </a:r>
            <a:r>
              <a:rPr lang="en-AU" dirty="0"/>
              <a:t>fractions into mixed number </a:t>
            </a:r>
            <a:r>
              <a:rPr lang="en-AU" dirty="0" smtClean="0"/>
              <a:t>fractions.</a:t>
            </a:r>
            <a:r>
              <a:rPr lang="en-AU" dirty="0" smtClean="0"/>
              <a:t> 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75314" y="1990964"/>
            <a:ext cx="279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steps must we follow to add/subtract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603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12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0" i="0" dirty="0" smtClean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53320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881634" y="1703731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30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28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rgbClr val="00FF00"/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7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5290101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4139952" y="5474767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04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e>
                    </m:d>
                    <m:f>
                      <m:fPr>
                        <m:ctrlP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rgbClr val="00FF00"/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99992" y="5295281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5508104" y="6474958"/>
            <a:ext cx="25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 or – the whole numbers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4067944" y="5479947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220072" y="6237312"/>
            <a:ext cx="28803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69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e>
                    </m:d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3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527833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5508104" y="6474958"/>
            <a:ext cx="25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 or – the whole numbers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4139952" y="5463004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220072" y="6237312"/>
            <a:ext cx="28803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22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</a:t>
            </a:r>
            <a:r>
              <a:rPr lang="en-US" dirty="0" err="1" smtClean="0"/>
              <a:t>Quickfire</a:t>
            </a:r>
            <a:r>
              <a:rPr lang="en-US" dirty="0" smtClean="0"/>
              <a:t> Tips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52736"/>
          </a:xfrm>
        </p:spPr>
        <p:txBody>
          <a:bodyPr/>
          <a:lstStyle/>
          <a:p>
            <a:r>
              <a:rPr lang="en-US" dirty="0" smtClean="0"/>
              <a:t>What are 3 tips you could give someone who was trying to add/subtract with fractions?</a:t>
            </a:r>
            <a:endParaRPr lang="en-AU" dirty="0"/>
          </a:p>
        </p:txBody>
      </p:sp>
      <p:sp>
        <p:nvSpPr>
          <p:cNvPr id="5" name="AutoShape 4" descr="Image result for idea"/>
          <p:cNvSpPr>
            <a:spLocks noChangeAspect="1" noChangeArrowheads="1"/>
          </p:cNvSpPr>
          <p:nvPr/>
        </p:nvSpPr>
        <p:spPr bwMode="auto">
          <a:xfrm>
            <a:off x="2195736" y="2708914"/>
            <a:ext cx="2105000" cy="210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87" y="3009402"/>
            <a:ext cx="3370485" cy="337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99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Let’s try these together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4000" dirty="0" smtClean="0"/>
                  <a:t> </a:t>
                </a:r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56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997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add/subtract and multiply/divide fractions?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00989" y="1990963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1. </a:t>
            </a:r>
            <a:r>
              <a:rPr lang="en-AU" dirty="0" smtClean="0"/>
              <a:t>Make sure the </a:t>
            </a:r>
            <a:r>
              <a:rPr lang="en-AU" b="1" dirty="0" smtClean="0"/>
              <a:t>denominators are the same. </a:t>
            </a:r>
            <a:r>
              <a:rPr lang="en-AU" dirty="0" smtClean="0"/>
              <a:t>If not, we must find </a:t>
            </a:r>
            <a:r>
              <a:rPr lang="en-AU" b="1" dirty="0" smtClean="0"/>
              <a:t>equivalent fractions</a:t>
            </a:r>
            <a:r>
              <a:rPr lang="en-AU" dirty="0" smtClean="0"/>
              <a:t> that do share the same denominators.</a:t>
            </a:r>
            <a:endParaRPr lang="en-AU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900989" y="2620315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 </a:t>
            </a:r>
            <a:r>
              <a:rPr lang="en-AU" dirty="0"/>
              <a:t>Then, add or subtract the numerators. </a:t>
            </a:r>
            <a:r>
              <a:rPr lang="en-AU" b="1" dirty="0"/>
              <a:t>DO NOT </a:t>
            </a:r>
            <a:r>
              <a:rPr lang="en-AU" dirty="0" smtClean="0"/>
              <a:t>change the </a:t>
            </a:r>
            <a:r>
              <a:rPr lang="en-AU" dirty="0"/>
              <a:t>denominator. </a:t>
            </a:r>
            <a:r>
              <a:rPr lang="en-AU" dirty="0" smtClean="0"/>
              <a:t>It stays the same.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26856" y="324966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r>
              <a:rPr lang="en-AU" dirty="0"/>
              <a:t>. Finally, </a:t>
            </a:r>
            <a:r>
              <a:rPr lang="en-AU" b="1" dirty="0" smtClean="0"/>
              <a:t>simplify</a:t>
            </a:r>
            <a:r>
              <a:rPr lang="en-AU" dirty="0" smtClean="0"/>
              <a:t> your answer and </a:t>
            </a:r>
            <a:r>
              <a:rPr lang="en-AU" b="1" dirty="0" smtClean="0"/>
              <a:t>convert</a:t>
            </a:r>
            <a:r>
              <a:rPr lang="en-AU" dirty="0" smtClean="0"/>
              <a:t> improper </a:t>
            </a:r>
            <a:r>
              <a:rPr lang="en-AU" dirty="0"/>
              <a:t>fractions into mixed number </a:t>
            </a:r>
            <a:r>
              <a:rPr lang="en-AU" dirty="0" smtClean="0"/>
              <a:t>fractions.</a:t>
            </a:r>
            <a:r>
              <a:rPr lang="en-AU" dirty="0" smtClean="0"/>
              <a:t> 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75314" y="1990964"/>
            <a:ext cx="279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steps must we follow to add/subtract fractions?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948560" y="4096227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multiply the numerators together and then the denominators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80458" y="4742558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58" y="4742558"/>
                <a:ext cx="2829775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194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777470" y="4662280"/>
            <a:ext cx="2561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Always see if you can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024" y="4096226"/>
            <a:ext cx="279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steps must we follow to multiply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0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997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add/subtract and multiply/divide fractions?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00989" y="1990963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1. </a:t>
            </a:r>
            <a:r>
              <a:rPr lang="en-AU" dirty="0" smtClean="0"/>
              <a:t>Make sure the </a:t>
            </a:r>
            <a:r>
              <a:rPr lang="en-AU" b="1" dirty="0" smtClean="0"/>
              <a:t>denominators are the same. </a:t>
            </a:r>
            <a:r>
              <a:rPr lang="en-AU" dirty="0" smtClean="0"/>
              <a:t>If not, we must find </a:t>
            </a:r>
            <a:r>
              <a:rPr lang="en-AU" b="1" dirty="0" smtClean="0"/>
              <a:t>equivalent fractions</a:t>
            </a:r>
            <a:r>
              <a:rPr lang="en-AU" dirty="0" smtClean="0"/>
              <a:t> that do share the same denominators.</a:t>
            </a:r>
            <a:endParaRPr lang="en-AU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900989" y="2620315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 </a:t>
            </a:r>
            <a:r>
              <a:rPr lang="en-AU" dirty="0"/>
              <a:t>Then, add or subtract the numerators. </a:t>
            </a:r>
            <a:r>
              <a:rPr lang="en-AU" b="1" dirty="0"/>
              <a:t>DO NOT </a:t>
            </a:r>
            <a:r>
              <a:rPr lang="en-AU" dirty="0" smtClean="0"/>
              <a:t>change the </a:t>
            </a:r>
            <a:r>
              <a:rPr lang="en-AU" dirty="0"/>
              <a:t>denominator. </a:t>
            </a:r>
            <a:r>
              <a:rPr lang="en-AU" dirty="0" smtClean="0"/>
              <a:t>It stays the same.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26856" y="324966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r>
              <a:rPr lang="en-AU" dirty="0"/>
              <a:t>. Finally, </a:t>
            </a:r>
            <a:r>
              <a:rPr lang="en-AU" b="1" dirty="0" smtClean="0"/>
              <a:t>simplify</a:t>
            </a:r>
            <a:r>
              <a:rPr lang="en-AU" dirty="0" smtClean="0"/>
              <a:t> your answer and </a:t>
            </a:r>
            <a:r>
              <a:rPr lang="en-AU" b="1" dirty="0" smtClean="0"/>
              <a:t>convert</a:t>
            </a:r>
            <a:r>
              <a:rPr lang="en-AU" dirty="0" smtClean="0"/>
              <a:t> improper </a:t>
            </a:r>
            <a:r>
              <a:rPr lang="en-AU" dirty="0"/>
              <a:t>fractions into mixed number </a:t>
            </a:r>
            <a:r>
              <a:rPr lang="en-AU" dirty="0" smtClean="0"/>
              <a:t>fractions.</a:t>
            </a:r>
            <a:r>
              <a:rPr lang="en-AU" dirty="0" smtClean="0"/>
              <a:t> 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75314" y="1990964"/>
            <a:ext cx="279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steps must we follow to add/subtract fractions?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948560" y="4096227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multiply the numerators together and then the denominators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80458" y="4742558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58" y="4742558"/>
                <a:ext cx="2829775" cy="485774"/>
              </a:xfrm>
              <a:prstGeom prst="rect">
                <a:avLst/>
              </a:prstGeom>
              <a:blipFill rotWithShape="0">
                <a:blip r:embed="rId3"/>
                <a:stretch>
                  <a:fillRect l="-194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777470" y="4662280"/>
            <a:ext cx="2561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Always see if you can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024" y="4096226"/>
            <a:ext cx="279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steps must we follow to multiply fractions?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926856" y="522939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Dividing is the same as</a:t>
            </a:r>
            <a:r>
              <a:rPr lang="en-AU" dirty="0" smtClean="0"/>
              <a:t> multiplying, except you switch one of the fractions over. This flipped fraction is called the </a:t>
            </a:r>
            <a:r>
              <a:rPr lang="en-AU" b="1" dirty="0" smtClean="0"/>
              <a:t>reciprocal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54163" y="5228332"/>
            <a:ext cx="279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steps must we follow to divide fractions?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27336" y="5930696"/>
                <a:ext cx="3816424" cy="489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</a:t>
                </a:r>
                <a:r>
                  <a:rPr lang="en-AU" dirty="0"/>
                  <a:t> </a:t>
                </a:r>
                <a:r>
                  <a:rPr lang="en-AU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336" y="5930696"/>
                <a:ext cx="3816424" cy="489365"/>
              </a:xfrm>
              <a:prstGeom prst="rect">
                <a:avLst/>
              </a:prstGeom>
              <a:blipFill rotWithShape="0">
                <a:blip r:embed="rId4"/>
                <a:stretch>
                  <a:fillRect l="-1278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>
            <a:off x="4351472" y="6086362"/>
            <a:ext cx="720080" cy="2197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351472" y="6086366"/>
            <a:ext cx="684076" cy="2183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56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</a:t>
            </a:r>
            <a:r>
              <a:rPr lang="en-US" dirty="0" err="1" smtClean="0"/>
              <a:t>Quickfire</a:t>
            </a:r>
            <a:r>
              <a:rPr lang="en-US" dirty="0" smtClean="0"/>
              <a:t> Tips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52736"/>
          </a:xfrm>
        </p:spPr>
        <p:txBody>
          <a:bodyPr/>
          <a:lstStyle/>
          <a:p>
            <a:r>
              <a:rPr lang="en-US" dirty="0" smtClean="0"/>
              <a:t>What are 3 tips you could give someone who was trying to multiply/divide with fractions?</a:t>
            </a:r>
            <a:endParaRPr lang="en-AU" dirty="0"/>
          </a:p>
        </p:txBody>
      </p:sp>
      <p:sp>
        <p:nvSpPr>
          <p:cNvPr id="5" name="AutoShape 4" descr="Image result for idea"/>
          <p:cNvSpPr>
            <a:spLocks noChangeAspect="1" noChangeArrowheads="1"/>
          </p:cNvSpPr>
          <p:nvPr/>
        </p:nvSpPr>
        <p:spPr bwMode="auto">
          <a:xfrm>
            <a:off x="2195736" y="2708914"/>
            <a:ext cx="2105000" cy="210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87" y="3009402"/>
            <a:ext cx="3370485" cy="337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3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Let’s try these together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40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900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181568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544" y="620688"/>
            <a:ext cx="7416824" cy="3397778"/>
          </a:xfrm>
          <a:prstGeom prst="rect">
            <a:avLst/>
          </a:prstGeom>
        </p:spPr>
      </p:pic>
      <p:pic>
        <p:nvPicPr>
          <p:cNvPr id="6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31" y="3405764"/>
            <a:ext cx="7428774" cy="17483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5229200"/>
            <a:ext cx="7468144" cy="1503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7807" y="642130"/>
            <a:ext cx="360040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2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3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4</a:t>
            </a:r>
            <a:endParaRPr lang="en-AU" b="1" dirty="0">
              <a:solidFill>
                <a:srgbClr val="7030A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47" y="5078372"/>
            <a:ext cx="811826" cy="2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Final Challenge- Choose a problem and work together with a partner to solve</a:t>
            </a:r>
            <a:endParaRPr lang="en-AU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36" y="1718789"/>
            <a:ext cx="8383964" cy="1297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4681" y="1411605"/>
            <a:ext cx="2180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Standard Problem</a:t>
            </a:r>
            <a:endParaRPr lang="en-AU" sz="2000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007" y="3086941"/>
            <a:ext cx="2180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Hard Problem</a:t>
            </a:r>
            <a:endParaRPr lang="en-AU" sz="2000" b="1" dirty="0">
              <a:solidFill>
                <a:srgbClr val="0070C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88" y="3421657"/>
            <a:ext cx="8330212" cy="33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42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853</Words>
  <Application>Microsoft Office PowerPoint</Application>
  <PresentationFormat>On-screen Show (4:3)</PresentationFormat>
  <Paragraphs>319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Activity- Match the Fractions</vt:lpstr>
      <vt:lpstr>PowerPoint Presentation</vt:lpstr>
      <vt:lpstr>PowerPoint Presentation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Do you understand? Quickfire Tips</vt:lpstr>
      <vt:lpstr>Let’s try these together </vt:lpstr>
      <vt:lpstr>PowerPoint Presentation</vt:lpstr>
      <vt:lpstr>PowerPoint Presentation</vt:lpstr>
      <vt:lpstr>Do you understand? Quickfire Tips</vt:lpstr>
      <vt:lpstr>Let’s try these together </vt:lpstr>
      <vt:lpstr>Task </vt:lpstr>
      <vt:lpstr>Final Challenge- Choose a problem and work together with a partner to solve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67</cp:revision>
  <dcterms:created xsi:type="dcterms:W3CDTF">2014-05-14T02:58:57Z</dcterms:created>
  <dcterms:modified xsi:type="dcterms:W3CDTF">2017-04-25T07:09:01Z</dcterms:modified>
</cp:coreProperties>
</file>