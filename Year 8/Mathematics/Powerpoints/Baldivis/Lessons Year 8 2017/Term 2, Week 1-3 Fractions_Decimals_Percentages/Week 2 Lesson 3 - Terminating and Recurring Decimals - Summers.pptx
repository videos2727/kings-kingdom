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330" r:id="rId3"/>
    <p:sldId id="348" r:id="rId4"/>
    <p:sldId id="323" r:id="rId5"/>
    <p:sldId id="337" r:id="rId6"/>
    <p:sldId id="344" r:id="rId7"/>
    <p:sldId id="345" r:id="rId8"/>
    <p:sldId id="338" r:id="rId9"/>
    <p:sldId id="346" r:id="rId10"/>
    <p:sldId id="347" r:id="rId11"/>
    <p:sldId id="339" r:id="rId12"/>
    <p:sldId id="349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8"/>
    <p:restoredTop sz="50000" autoAdjust="0"/>
  </p:normalViewPr>
  <p:slideViewPr>
    <p:cSldViewPr>
      <p:cViewPr varScale="1">
        <p:scale>
          <a:sx n="129" d="100"/>
          <a:sy n="129" d="100"/>
        </p:scale>
        <p:origin x="172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29/4/17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 smtClean="0"/>
              <a:t>After</a:t>
            </a:r>
            <a:r>
              <a:rPr lang="en-US" sz="1800" baseline="0" dirty="0" smtClean="0"/>
              <a:t> 2 minutes is up, have students call out what they know, popcorn-style and write on the board.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127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 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Fraction of the Day handout</a:t>
            </a:r>
            <a:r>
              <a:rPr lang="en-US" dirty="0"/>
              <a:t> </a:t>
            </a:r>
            <a:r>
              <a:rPr lang="mr-IN" dirty="0" smtClean="0"/>
              <a:t>–</a:t>
            </a:r>
            <a:r>
              <a:rPr lang="en-US" dirty="0" smtClean="0"/>
              <a:t> work on it in pairs for 5 minutes, doing as much as you can.</a:t>
            </a:r>
          </a:p>
          <a:p>
            <a:r>
              <a:rPr lang="en-US" dirty="0" smtClean="0"/>
              <a:t>After 5 minutes, find another group of two and swap with them; you check their work and they check yours</a:t>
            </a:r>
          </a:p>
        </p:txBody>
      </p:sp>
    </p:spTree>
    <p:extLst>
      <p:ext uri="{BB962C8B-B14F-4D97-AF65-F5344CB8AC3E}">
        <p14:creationId xmlns:p14="http://schemas.microsoft.com/office/powerpoint/2010/main" val="41095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580526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388843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79512" y="982435"/>
            <a:ext cx="81377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</a:t>
            </a:r>
            <a:r>
              <a:rPr lang="en-AU" sz="2800" dirty="0" smtClean="0"/>
              <a:t>What are terminating and recurring decimals and how do we represent them mathematically?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981578" y="298231"/>
            <a:ext cx="5424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Terminating and Recurring Decimals</a:t>
            </a:r>
            <a:endParaRPr lang="en-AU" sz="280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5519" y="5868989"/>
            <a:ext cx="1436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</a:t>
            </a:r>
            <a:r>
              <a:rPr lang="en-US" dirty="0" smtClean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037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22829"/>
            <a:ext cx="81377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</a:t>
            </a:r>
            <a:r>
              <a:rPr lang="en-AU" sz="2800" dirty="0" smtClean="0"/>
              <a:t>What are terminating and recurring decimals and how do we represent them mathematically?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981578" y="298231"/>
            <a:ext cx="5424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Terminating and Recurring Decimals</a:t>
            </a:r>
            <a:endParaRPr lang="en-AU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246586" y="2045345"/>
            <a:ext cx="20882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What are Terminating Decimals?</a:t>
            </a:r>
            <a:endParaRPr lang="en-US" sz="24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 bwMode="auto">
          <a:xfrm>
            <a:off x="2842794" y="2045344"/>
            <a:ext cx="6179543" cy="2889891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x-none" sz="2400" dirty="0" smtClean="0">
                <a:ea typeface="ＭＳ Ｐゴシック" charset="-128"/>
              </a:rPr>
              <a:t>The division of two numbers can lead to whole numbers, or </a:t>
            </a:r>
            <a:r>
              <a:rPr lang="en-US" altLang="x-none" sz="2400" smtClean="0">
                <a:ea typeface="ＭＳ Ｐゴシック" charset="-128"/>
              </a:rPr>
              <a:t>more often, decimals</a:t>
            </a:r>
            <a:r>
              <a:rPr lang="en-US" altLang="x-none" sz="2400" dirty="0" smtClean="0">
                <a:ea typeface="ＭＳ Ｐゴシック" charset="-128"/>
              </a:rPr>
              <a:t>:</a:t>
            </a:r>
          </a:p>
          <a:p>
            <a:r>
              <a:rPr lang="en-US" altLang="x-none" sz="2400" dirty="0" smtClean="0">
                <a:ea typeface="ＭＳ Ｐゴシック" charset="-128"/>
              </a:rPr>
              <a:t>A terminating decimal is a decimal that stops, or terminates</a:t>
            </a:r>
          </a:p>
          <a:p>
            <a:r>
              <a:rPr lang="en-US" altLang="x-none" sz="2400" dirty="0" smtClean="0">
                <a:ea typeface="ＭＳ Ｐゴシック" charset="-128"/>
              </a:rPr>
              <a:t>Some examples are:</a:t>
            </a:r>
          </a:p>
          <a:p>
            <a:pPr marL="0" indent="0">
              <a:buNone/>
            </a:pPr>
            <a:r>
              <a:rPr lang="en-US" altLang="x-none" sz="2400" dirty="0" smtClean="0">
                <a:ea typeface="ＭＳ Ｐゴシック" charset="-128"/>
              </a:rPr>
              <a:t>	18/5=3.6</a:t>
            </a:r>
          </a:p>
          <a:p>
            <a:pPr marL="0" indent="0">
              <a:buNone/>
            </a:pPr>
            <a:r>
              <a:rPr lang="en-US" altLang="x-none" sz="2400" dirty="0" smtClean="0">
                <a:ea typeface="ＭＳ Ｐゴシック" charset="-128"/>
              </a:rPr>
              <a:t>	88/200=0.44</a:t>
            </a:r>
            <a:endParaRPr lang="en-US" altLang="x-none" sz="2400" dirty="0">
              <a:ea typeface="ＭＳ Ｐゴシック" charset="-128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007" y="4935236"/>
            <a:ext cx="3869338" cy="1777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160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51520" y="1012167"/>
            <a:ext cx="81377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</a:t>
            </a:r>
            <a:r>
              <a:rPr lang="en-AU" sz="2800" dirty="0" smtClean="0"/>
              <a:t>What are terminating and recurring decimals and how do we represent them mathematically?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981578" y="298231"/>
            <a:ext cx="5424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Terminating and Recurring Decimals</a:t>
            </a:r>
            <a:endParaRPr lang="en-AU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45345"/>
            <a:ext cx="2534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What are recurring decimals?</a:t>
            </a:r>
            <a:endParaRPr lang="en-US" sz="2400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2843808" y="2101545"/>
            <a:ext cx="6179543" cy="4696022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x-none" sz="2400" dirty="0" smtClean="0">
                <a:ea typeface="ＭＳ Ｐゴシック" charset="-128"/>
              </a:rPr>
              <a:t>A recurring decimal is a decimal with an infinite number of digits, or group of digits (they will continue forever)</a:t>
            </a:r>
          </a:p>
          <a:p>
            <a:pPr>
              <a:lnSpc>
                <a:spcPct val="90000"/>
              </a:lnSpc>
            </a:pPr>
            <a:endParaRPr lang="en-US" altLang="x-none" sz="2400" dirty="0" smtClean="0">
              <a:ea typeface="ＭＳ Ｐゴシック" charset="-128"/>
            </a:endParaRPr>
          </a:p>
          <a:p>
            <a:pPr>
              <a:lnSpc>
                <a:spcPct val="90000"/>
              </a:lnSpc>
            </a:pPr>
            <a:r>
              <a:rPr lang="en-US" altLang="x-none" sz="2400" dirty="0" smtClean="0">
                <a:ea typeface="ＭＳ Ｐゴシック" charset="-128"/>
              </a:rPr>
              <a:t>1/3 = 0.333333333333333…</a:t>
            </a:r>
          </a:p>
          <a:p>
            <a:pPr>
              <a:lnSpc>
                <a:spcPct val="90000"/>
              </a:lnSpc>
            </a:pPr>
            <a:r>
              <a:rPr lang="en-US" altLang="x-none" sz="2400" dirty="0" smtClean="0">
                <a:ea typeface="ＭＳ Ｐゴシック" charset="-128"/>
              </a:rPr>
              <a:t>4/15= 0.2666666666666666…</a:t>
            </a:r>
          </a:p>
          <a:p>
            <a:pPr>
              <a:lnSpc>
                <a:spcPct val="90000"/>
              </a:lnSpc>
            </a:pPr>
            <a:r>
              <a:rPr lang="en-US" altLang="x-none" sz="2400" dirty="0" smtClean="0">
                <a:ea typeface="ＭＳ Ｐゴシック" charset="-128"/>
              </a:rPr>
              <a:t>11/7= 1.571428571…</a:t>
            </a:r>
            <a:endParaRPr lang="en-US" altLang="x-none" sz="2400" dirty="0">
              <a:ea typeface="ＭＳ Ｐゴシック" charset="-128"/>
            </a:endParaRPr>
          </a:p>
          <a:p>
            <a:pPr>
              <a:lnSpc>
                <a:spcPct val="90000"/>
              </a:lnSpc>
            </a:pPr>
            <a:endParaRPr lang="en-US" altLang="x-none" sz="2400" dirty="0">
              <a:ea typeface="ＭＳ Ｐゴシック" charset="-128"/>
            </a:endParaRPr>
          </a:p>
          <a:p>
            <a:pPr>
              <a:lnSpc>
                <a:spcPct val="90000"/>
              </a:lnSpc>
            </a:pPr>
            <a:endParaRPr lang="en-US" altLang="x-none" sz="2400" dirty="0" smtClean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426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79712" y="-99392"/>
            <a:ext cx="4948238" cy="88741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dirty="0" smtClean="0">
                <a:ea typeface="ＭＳ Ｐゴシック" charset="-128"/>
              </a:rPr>
              <a:t>Your turn – convert the following to decimals.</a:t>
            </a:r>
            <a:endParaRPr lang="en-US" altLang="x-none" dirty="0">
              <a:ea typeface="ＭＳ Ｐゴシック" charset="-128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779912" y="2204864"/>
            <a:ext cx="4946650" cy="4105275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Also decide whether they are terminating or recurring</a:t>
            </a:r>
          </a:p>
          <a:p>
            <a:pPr>
              <a:buFont typeface="Wingdings" pitchFamily="2" charset="2"/>
              <a:buChar char="§"/>
              <a:defRPr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12/7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5/16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1/3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100/8</a:t>
            </a:r>
          </a:p>
          <a:p>
            <a:pPr>
              <a:buFont typeface="Wingdings" pitchFamily="2" charset="2"/>
              <a:buChar char="§"/>
              <a:defRPr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(YOU CAN USE YOUR CALCULATOR)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12" y="2422054"/>
            <a:ext cx="28575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22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763688" y="476672"/>
            <a:ext cx="4948238" cy="88741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dirty="0">
                <a:ea typeface="ＭＳ Ｐゴシック" charset="-128"/>
              </a:rPr>
              <a:t>A</a:t>
            </a:r>
            <a:r>
              <a:rPr lang="en-US" altLang="x-none" dirty="0" smtClean="0">
                <a:ea typeface="ＭＳ Ｐゴシック" charset="-128"/>
              </a:rPr>
              <a:t>nswers</a:t>
            </a:r>
            <a:endParaRPr lang="en-US" altLang="x-none" dirty="0">
              <a:ea typeface="ＭＳ Ｐゴシック" charset="-128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1763688" y="1811760"/>
            <a:ext cx="4946650" cy="4105275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x-none" dirty="0" smtClean="0">
                <a:ea typeface="ＭＳ Ｐゴシック" charset="-128"/>
              </a:rPr>
              <a:t>12/7 = 1.714285714 RECURRING</a:t>
            </a:r>
          </a:p>
          <a:p>
            <a:r>
              <a:rPr lang="en-US" altLang="x-none" dirty="0" smtClean="0">
                <a:ea typeface="ＭＳ Ｐゴシック" charset="-128"/>
              </a:rPr>
              <a:t>5/16 = 0.3125 TERMINATING</a:t>
            </a:r>
          </a:p>
          <a:p>
            <a:r>
              <a:rPr lang="en-US" altLang="x-none" dirty="0" smtClean="0">
                <a:ea typeface="ＭＳ Ｐゴシック" charset="-128"/>
              </a:rPr>
              <a:t>1/3= 0.3333333</a:t>
            </a:r>
            <a:r>
              <a:rPr lang="mr-IN" altLang="x-none" dirty="0" smtClean="0">
                <a:ea typeface="ＭＳ Ｐゴシック" charset="-128"/>
              </a:rPr>
              <a:t>…</a:t>
            </a:r>
            <a:r>
              <a:rPr lang="en-US" altLang="x-none" dirty="0" smtClean="0">
                <a:ea typeface="ＭＳ Ｐゴシック" charset="-128"/>
              </a:rPr>
              <a:t> RECURRING</a:t>
            </a:r>
          </a:p>
          <a:p>
            <a:r>
              <a:rPr lang="en-US" altLang="x-none" dirty="0" smtClean="0">
                <a:ea typeface="ＭＳ Ｐゴシック" charset="-128"/>
              </a:rPr>
              <a:t>100/8= 12.5 TERMINATING</a:t>
            </a:r>
          </a:p>
          <a:p>
            <a:endParaRPr lang="en-US" altLang="x-none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302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763688" y="1934834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79512" y="980727"/>
            <a:ext cx="81377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</a:t>
            </a:r>
            <a:r>
              <a:rPr lang="en-AU" sz="2800" dirty="0" smtClean="0"/>
              <a:t>What are terminating and recurring decimals and how do we represent them mathematically?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981578" y="298231"/>
            <a:ext cx="5424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Terminating and Recurring Decimals</a:t>
            </a:r>
            <a:endParaRPr lang="en-AU" sz="28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63688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3471" y="2060848"/>
            <a:ext cx="15982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How do we write recurring decimals?</a:t>
            </a:r>
            <a:endParaRPr lang="en-US" sz="2400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2195736" y="2020889"/>
            <a:ext cx="6179914" cy="2704256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x-none" sz="2400" dirty="0" smtClean="0">
                <a:ea typeface="ＭＳ Ｐゴシック" charset="-128"/>
              </a:rPr>
              <a:t>Write any non-recurring digits, then the digits that form the repeating pattern</a:t>
            </a:r>
          </a:p>
          <a:p>
            <a:r>
              <a:rPr lang="en-US" altLang="x-none" sz="2400" dirty="0" smtClean="0">
                <a:ea typeface="ＭＳ Ｐゴシック" charset="-128"/>
              </a:rPr>
              <a:t>Place a dot on top of the first and last digits of the repeating pattern, or draw a line above them</a:t>
            </a:r>
          </a:p>
          <a:p>
            <a:r>
              <a:rPr lang="en-US" altLang="x-none" sz="2400" dirty="0" smtClean="0">
                <a:ea typeface="ＭＳ Ｐゴシック" charset="-128"/>
              </a:rPr>
              <a:t>This is called writing the decimal in EXACT FORM</a:t>
            </a:r>
            <a:endParaRPr lang="en-US" altLang="x-none" sz="2400" dirty="0">
              <a:ea typeface="ＭＳ Ｐゴシック" charset="-128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962005"/>
            <a:ext cx="2592288" cy="175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210" y="5445224"/>
            <a:ext cx="4041775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176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411760" y="260648"/>
            <a:ext cx="4948238" cy="88741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mtClean="0">
                <a:ea typeface="ＭＳ Ｐゴシック" charset="-128"/>
              </a:rPr>
              <a:t>Your Try – write as an exact decimal</a:t>
            </a:r>
            <a:endParaRPr lang="en-US" altLang="x-none">
              <a:ea typeface="ＭＳ Ｐゴシック" charset="-128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3429000" y="2020888"/>
            <a:ext cx="5031432" cy="4576464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x-none" dirty="0" smtClean="0">
                <a:ea typeface="ＭＳ Ｐゴシック" charset="-128"/>
              </a:rPr>
              <a:t>1/7 </a:t>
            </a:r>
          </a:p>
          <a:p>
            <a:r>
              <a:rPr lang="en-US" altLang="x-none" dirty="0" smtClean="0">
                <a:ea typeface="ＭＳ Ｐゴシック" charset="-128"/>
              </a:rPr>
              <a:t>1/13</a:t>
            </a:r>
          </a:p>
          <a:p>
            <a:r>
              <a:rPr lang="en-US" altLang="x-none" dirty="0" smtClean="0">
                <a:ea typeface="ＭＳ Ｐゴシック" charset="-128"/>
              </a:rPr>
              <a:t>1/12</a:t>
            </a:r>
          </a:p>
          <a:p>
            <a:r>
              <a:rPr lang="en-US" altLang="x-none" dirty="0" smtClean="0">
                <a:ea typeface="ＭＳ Ｐゴシック" charset="-128"/>
              </a:rPr>
              <a:t>1/11</a:t>
            </a:r>
          </a:p>
          <a:p>
            <a:r>
              <a:rPr lang="en-US" altLang="x-none" dirty="0" smtClean="0">
                <a:ea typeface="ＭＳ Ｐゴシック" charset="-128"/>
              </a:rPr>
              <a:t>4/7</a:t>
            </a:r>
          </a:p>
          <a:p>
            <a:endParaRPr lang="en-US" altLang="x-none" dirty="0" smtClean="0">
              <a:ea typeface="ＭＳ Ｐゴシック" charset="-128"/>
            </a:endParaRPr>
          </a:p>
          <a:p>
            <a:r>
              <a:rPr lang="en-US" altLang="x-none" dirty="0" smtClean="0">
                <a:ea typeface="ＭＳ Ｐゴシック" charset="-128"/>
              </a:rPr>
              <a:t>(YOU CAN USE YOUR CALCULATOR)</a:t>
            </a:r>
            <a:endParaRPr lang="en-US" altLang="x-none" dirty="0">
              <a:ea typeface="ＭＳ Ｐゴシック" charset="-12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2020888"/>
            <a:ext cx="28575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11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20705" y="144100"/>
            <a:ext cx="1574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Your turn</a:t>
            </a:r>
            <a:endParaRPr lang="en-US" sz="28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46809"/>
            <a:ext cx="8352928" cy="5495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35" y="4994991"/>
            <a:ext cx="3797300" cy="711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66" y="5804439"/>
            <a:ext cx="7290512" cy="102844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36" y="2438049"/>
            <a:ext cx="6516408" cy="181011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702615"/>
            <a:ext cx="7996539" cy="57806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36" y="1442416"/>
            <a:ext cx="8316416" cy="83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59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580526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388843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79512" y="982435"/>
            <a:ext cx="81377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</a:t>
            </a:r>
            <a:r>
              <a:rPr lang="en-AU" sz="2800" dirty="0" smtClean="0"/>
              <a:t>What are terminating and recurring decimals and how do we represent them mathematically?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981578" y="298231"/>
            <a:ext cx="5424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Terminating and Recurring Decimals</a:t>
            </a:r>
            <a:endParaRPr lang="en-AU" sz="280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5519" y="5868989"/>
            <a:ext cx="1436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699792" y="6021288"/>
            <a:ext cx="3663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>
                <a:solidFill>
                  <a:srgbClr val="FF0000"/>
                </a:solidFill>
              </a:rPr>
              <a:t>Your turn to answer the EQ!</a:t>
            </a:r>
            <a:endParaRPr lang="en-US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19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0"/>
            <a:ext cx="53308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75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2006</TotalTime>
  <Words>466</Words>
  <Application>Microsoft Macintosh PowerPoint</Application>
  <PresentationFormat>On-screen Show (4:3)</PresentationFormat>
  <Paragraphs>97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Cambria Math</vt:lpstr>
      <vt:lpstr>Mangal</vt:lpstr>
      <vt:lpstr>ＭＳ Ｐゴシック</vt:lpstr>
      <vt:lpstr>Arial</vt:lpstr>
      <vt:lpstr>Calibri</vt:lpstr>
      <vt:lpstr>Wingdings</vt:lpstr>
      <vt:lpstr>Office Theme</vt:lpstr>
      <vt:lpstr>My Algebra   Interactive Notebook</vt:lpstr>
      <vt:lpstr>Intro 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SUMMERS Brad [Baldivis Secondary College]</cp:lastModifiedBy>
  <cp:revision>97</cp:revision>
  <dcterms:created xsi:type="dcterms:W3CDTF">2014-05-14T02:58:57Z</dcterms:created>
  <dcterms:modified xsi:type="dcterms:W3CDTF">2017-04-30T08:17:53Z</dcterms:modified>
</cp:coreProperties>
</file>