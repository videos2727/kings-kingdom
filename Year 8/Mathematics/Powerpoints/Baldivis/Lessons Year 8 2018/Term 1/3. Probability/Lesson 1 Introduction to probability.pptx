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21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8401" autoAdjust="0"/>
  </p:normalViewPr>
  <p:slideViewPr>
    <p:cSldViewPr>
      <p:cViewPr>
        <p:scale>
          <a:sx n="53" d="100"/>
          <a:sy n="53" d="100"/>
        </p:scale>
        <p:origin x="-306" y="3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A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922112"/>
        <c:axId val="31458048"/>
      </c:barChart>
      <c:catAx>
        <c:axId val="40922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1458048"/>
        <c:crosses val="autoZero"/>
        <c:auto val="1"/>
        <c:lblAlgn val="ctr"/>
        <c:lblOffset val="100"/>
        <c:noMultiLvlLbl val="0"/>
      </c:catAx>
      <c:valAx>
        <c:axId val="31458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92211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23/03/2018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 smtClean="0"/>
              <a:t>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6650951"/>
              </p:ext>
            </p:extLst>
          </p:nvPr>
        </p:nvGraphicFramePr>
        <p:xfrm>
          <a:off x="5369199" y="1700808"/>
          <a:ext cx="3654152" cy="1803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AutoShape 2" descr="Image result for d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844824"/>
            <a:ext cx="3681760" cy="275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6247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353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621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blipFill rotWithShape="0">
                <a:blip r:embed="rId3"/>
                <a:stretch>
                  <a:fillRect l="-839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9217" y="436510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probability of an event?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042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060848"/>
            <a:ext cx="5963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probability of an event is between 0 and 1. It can be written as words, a fraction, decimal or percentage.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2078823"/>
            <a:ext cx="279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I write probability?</a:t>
            </a:r>
            <a:endParaRPr lang="en-AU" dirty="0"/>
          </a:p>
        </p:txBody>
      </p:sp>
      <p:pic>
        <p:nvPicPr>
          <p:cNvPr id="1026" name="Picture 2" descr="http://m.everythingmaths.co.za/maths/grade-10-mathematical-literacy/07-probability/images/a28962b0167bf3f4ca1e53a10ee2b3a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407" y="2813080"/>
            <a:ext cx="5813003" cy="13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19514" y="2855571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probability scale?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all outcomes are equally likely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𝑓𝑎𝑣𝑜𝑢𝑟𝑎𝑏𝑙𝑒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𝑡𝑜𝑡𝑎𝑙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𝑛𝑢𝑚𝑏𝑒𝑟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𝑝𝑜𝑠𝑠𝑖𝑏𝑙𝑒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𝑜𝑢𝑡𝑐𝑜𝑚𝑒𝑠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07" y="4365104"/>
                <a:ext cx="5813003" cy="944489"/>
              </a:xfrm>
              <a:prstGeom prst="rect">
                <a:avLst/>
              </a:prstGeom>
              <a:blipFill rotWithShape="0">
                <a:blip r:embed="rId3"/>
                <a:stretch>
                  <a:fillRect l="-839" t="-32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39217" y="4365104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probability of an event?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123407" y="5650487"/>
            <a:ext cx="569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sample space is a list of all possible outcomes. It may contain numbers or qualities depending on the data set.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93379" y="5650487"/>
            <a:ext cx="263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sample space?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9751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972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5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03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4107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99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170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a sample space is used to estimate probability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14" y="2027892"/>
            <a:ext cx="25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dirty="0" smtClean="0"/>
                  <a:t>The sample space for rolling a six sided die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1, 2, 3, 4, 5, 6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2027892"/>
                <a:ext cx="5832648" cy="723275"/>
              </a:xfrm>
              <a:prstGeom prst="rect">
                <a:avLst/>
              </a:prstGeom>
              <a:blipFill rotWithShape="0">
                <a:blip r:embed="rId2"/>
                <a:stretch>
                  <a:fillRect l="-940" t="-50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𝑟𝑜𝑙𝑙𝑖𝑛𝑔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5</m:t>
                              </m:r>
                            </m:e>
                          </m:d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=  </m:t>
                          </m:r>
                          <m:f>
                            <m:f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3068960"/>
                <a:ext cx="5464080" cy="6347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V="1">
            <a:off x="3851920" y="3429000"/>
            <a:ext cx="1152128" cy="27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508104" y="3501008"/>
            <a:ext cx="28803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5" idx="1"/>
          </p:cNvCxnSpPr>
          <p:nvPr/>
        </p:nvCxnSpPr>
        <p:spPr>
          <a:xfrm flipH="1">
            <a:off x="7092280" y="3006825"/>
            <a:ext cx="648072" cy="20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7020272" y="3573016"/>
            <a:ext cx="100811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9832" y="3703749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40052" y="4018084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40352" y="2852936"/>
            <a:ext cx="1282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side is a 5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83518" y="399957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6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4128" y="4711861"/>
            <a:ext cx="6107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bag contains 4 coloured balls: 1 red, 1 blue, 1 green, 1 yellow.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 </m:t>
                      </m:r>
                      <m:d>
                        <m:dPr>
                          <m:begChr m:val="{"/>
                          <m:endChr m:val="}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𝑟𝑒𝑑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𝑏𝑙𝑢𝑒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𝑔𝑟𝑒𝑒𝑛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𝑦𝑒𝑙𝑙𝑜𝑤</m:t>
                          </m:r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47" y="5269196"/>
                <a:ext cx="313662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165" t="-2174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𝑐h𝑜𝑜𝑠𝑖𝑛𝑔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𝑏𝑙𝑢𝑒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𝑏𝑎𝑙𝑙</m:t>
                              </m:r>
                            </m:e>
                          </m:d>
                        </m:e>
                      </m:fun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51" y="5886921"/>
                <a:ext cx="3118225" cy="51860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3430707" y="5818331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probability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92146" y="6366523"/>
            <a:ext cx="792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event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04739" y="5604408"/>
            <a:ext cx="146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smtClean="0">
                <a:solidFill>
                  <a:srgbClr val="FF0000"/>
                </a:solidFill>
              </a:rPr>
              <a:t>One ball is blue</a:t>
            </a:r>
            <a:endParaRPr lang="en-AU" sz="14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32240" y="6488668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4</a:t>
            </a:r>
            <a:r>
              <a:rPr lang="en-AU" sz="1400" dirty="0" smtClean="0">
                <a:solidFill>
                  <a:srgbClr val="FF0000"/>
                </a:solidFill>
              </a:rPr>
              <a:t> possible outcomes</a:t>
            </a:r>
            <a:endParaRPr lang="en-AU" sz="1400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>
            <a:endCxn id="17" idx="1"/>
          </p:cNvCxnSpPr>
          <p:nvPr/>
        </p:nvCxnSpPr>
        <p:spPr>
          <a:xfrm>
            <a:off x="4355976" y="6021288"/>
            <a:ext cx="467875" cy="12493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5796136" y="6309320"/>
            <a:ext cx="408603" cy="179348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439175" y="5818331"/>
            <a:ext cx="301177" cy="20295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092280" y="6366523"/>
            <a:ext cx="576064" cy="1221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6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Dwyer text book</a:t>
            </a:r>
          </a:p>
          <a:p>
            <a:pPr marL="0" indent="0">
              <a:buNone/>
            </a:pPr>
            <a:r>
              <a:rPr lang="en-AU" dirty="0" smtClean="0"/>
              <a:t>Page </a:t>
            </a:r>
            <a:r>
              <a:rPr lang="en-AU" dirty="0" smtClean="0"/>
              <a:t>52 and 53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855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</TotalTime>
  <Words>1005</Words>
  <Application>Microsoft Office PowerPoint</Application>
  <PresentationFormat>On-screen Show (4:3)</PresentationFormat>
  <Paragraphs>191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</cp:lastModifiedBy>
  <cp:revision>76</cp:revision>
  <dcterms:created xsi:type="dcterms:W3CDTF">2014-05-14T02:58:57Z</dcterms:created>
  <dcterms:modified xsi:type="dcterms:W3CDTF">2018-03-23T04:58:30Z</dcterms:modified>
</cp:coreProperties>
</file>