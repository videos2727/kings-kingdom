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29" r:id="rId5"/>
    <p:sldId id="328" r:id="rId6"/>
    <p:sldId id="330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5" autoAdjust="0"/>
    <p:restoredTop sz="95673" autoAdjust="0"/>
  </p:normalViewPr>
  <p:slideViewPr>
    <p:cSldViewPr>
      <p:cViewPr varScale="1">
        <p:scale>
          <a:sx n="83" d="100"/>
          <a:sy n="83" d="100"/>
        </p:scale>
        <p:origin x="1445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1/03/2018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1/03/2018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VTrYdaZt" TargetMode="External"/><Relationship Id="rId2" Type="http://schemas.openxmlformats.org/officeDocument/2006/relationships/hyperlink" Target="https://www.geogebra.org/m/cR436B3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Area</a:t>
            </a:r>
            <a:r>
              <a:rPr lang="en-AU" dirty="0" smtClean="0"/>
              <a:t> </a:t>
            </a:r>
            <a:r>
              <a:rPr lang="en-AU" dirty="0" smtClean="0"/>
              <a:t>demo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Parallelogram</a:t>
            </a:r>
            <a:r>
              <a:rPr lang="en-AU" dirty="0" smtClean="0">
                <a:hlinkClick r:id="rId2"/>
              </a:rPr>
              <a:t> demo</a:t>
            </a:r>
            <a:endParaRPr lang="en-AU" dirty="0" smtClean="0"/>
          </a:p>
          <a:p>
            <a:r>
              <a:rPr lang="en-AU" dirty="0" smtClean="0">
                <a:hlinkClick r:id="rId3"/>
              </a:rPr>
              <a:t>Trapezium demo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3270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2372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344351"/>
            <a:ext cx="58306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Area of </a:t>
            </a:r>
            <a:r>
              <a:rPr lang="en-AU" sz="2800" dirty="0" smtClean="0"/>
              <a:t>parallelograms and Trapeziums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Describe how to calculate the areas of different quadrilaterals.  </a:t>
            </a:r>
            <a:endParaRPr lang="en-AU" sz="2400" dirty="0"/>
          </a:p>
        </p:txBody>
      </p:sp>
      <p:pic>
        <p:nvPicPr>
          <p:cNvPr id="16" name="Picture 15"/>
          <p:cNvPicPr/>
          <p:nvPr/>
        </p:nvPicPr>
        <p:blipFill rotWithShape="1">
          <a:blip r:embed="rId2"/>
          <a:srcRect r="4292" b="9886"/>
          <a:stretch/>
        </p:blipFill>
        <p:spPr bwMode="auto">
          <a:xfrm>
            <a:off x="2627784" y="2066368"/>
            <a:ext cx="1944216" cy="15066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7" name="Picture 16"/>
          <p:cNvPicPr/>
          <p:nvPr/>
        </p:nvPicPr>
        <p:blipFill>
          <a:blip r:embed="rId3"/>
          <a:stretch>
            <a:fillRect/>
          </a:stretch>
        </p:blipFill>
        <p:spPr>
          <a:xfrm>
            <a:off x="2555776" y="4077072"/>
            <a:ext cx="2366813" cy="16248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016361" y="4288450"/>
                <a:ext cx="3170612" cy="6109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×(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361" y="4288450"/>
                <a:ext cx="3170612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364088" y="3146855"/>
                <a:ext cx="7596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𝑏h</m:t>
                      </m:r>
                    </m:oMath>
                  </m:oMathPara>
                </a14:m>
                <a:endParaRPr lang="en-AU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146855"/>
                <a:ext cx="759632" cy="276999"/>
              </a:xfrm>
              <a:prstGeom prst="rect">
                <a:avLst/>
              </a:prstGeom>
              <a:blipFill>
                <a:blip r:embed="rId5"/>
                <a:stretch>
                  <a:fillRect l="-7200" r="-6400" b="-65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997074" y="2756221"/>
                <a:ext cx="25221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𝐴𝑟𝑒𝑎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𝑏𝑎𝑠𝑒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h𝑒𝑖𝑔h𝑡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074" y="2756221"/>
                <a:ext cx="2522165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5452024" y="5085184"/>
                <a:ext cx="1533368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AU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2024" y="5085184"/>
                <a:ext cx="1533368" cy="5186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Examples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120" y="1417638"/>
            <a:ext cx="7755759" cy="17281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20" y="3828846"/>
            <a:ext cx="5462056" cy="162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9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1723</TotalTime>
  <Words>125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 Math</vt:lpstr>
      <vt:lpstr>Office Theme</vt:lpstr>
      <vt:lpstr>My Measurement Interactive Notebook</vt:lpstr>
      <vt:lpstr>PowerPoint Presentation</vt:lpstr>
      <vt:lpstr>PowerPoint Presentation</vt:lpstr>
      <vt:lpstr>Area demo</vt:lpstr>
      <vt:lpstr>PowerPoint Presentation</vt:lpstr>
      <vt:lpstr>Examples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95</cp:revision>
  <dcterms:created xsi:type="dcterms:W3CDTF">2014-05-14T02:58:57Z</dcterms:created>
  <dcterms:modified xsi:type="dcterms:W3CDTF">2018-03-01T12:57:21Z</dcterms:modified>
</cp:coreProperties>
</file>