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1" r:id="rId4"/>
    <p:sldId id="262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6480" autoAdjust="0"/>
  </p:normalViewPr>
  <p:slideViewPr>
    <p:cSldViewPr snapToGrid="0">
      <p:cViewPr varScale="1">
        <p:scale>
          <a:sx n="91" d="100"/>
          <a:sy n="91" d="100"/>
        </p:scale>
        <p:origin x="5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DE405D1-B133-4AAF-9B8E-EA6D7D3E7211}"/>
    <pc:docChg chg="undo custSel addSld delSld modSld">
      <pc:chgData name="Hamilton Stott" userId="e28223afab1f786a" providerId="LiveId" clId="{9DE405D1-B133-4AAF-9B8E-EA6D7D3E7211}" dt="2018-02-12T15:13:33.543" v="1632" actId="2696"/>
      <pc:docMkLst>
        <pc:docMk/>
      </pc:docMkLst>
      <pc:sldChg chg="del">
        <pc:chgData name="Hamilton Stott" userId="e28223afab1f786a" providerId="LiveId" clId="{9DE405D1-B133-4AAF-9B8E-EA6D7D3E7211}" dt="2018-02-12T12:22:01.915" v="1" actId="2696"/>
        <pc:sldMkLst>
          <pc:docMk/>
          <pc:sldMk cId="921771342" sldId="256"/>
        </pc:sldMkLst>
      </pc:sldChg>
      <pc:sldChg chg="del">
        <pc:chgData name="Hamilton Stott" userId="e28223afab1f786a" providerId="LiveId" clId="{9DE405D1-B133-4AAF-9B8E-EA6D7D3E7211}" dt="2018-02-12T12:22:01.917" v="2" actId="2696"/>
        <pc:sldMkLst>
          <pc:docMk/>
          <pc:sldMk cId="2375252584" sldId="258"/>
        </pc:sldMkLst>
      </pc:sldChg>
      <pc:sldChg chg="addSp delSp modSp modAnim modNotesTx">
        <pc:chgData name="Hamilton Stott" userId="e28223afab1f786a" providerId="LiveId" clId="{9DE405D1-B133-4AAF-9B8E-EA6D7D3E7211}" dt="2018-02-12T14:39:40.140" v="166" actId="179"/>
        <pc:sldMkLst>
          <pc:docMk/>
          <pc:sldMk cId="4141119570" sldId="259"/>
        </pc:sldMkLst>
        <pc:spChg chg="add mod">
          <ac:chgData name="Hamilton Stott" userId="e28223afab1f786a" providerId="LiveId" clId="{9DE405D1-B133-4AAF-9B8E-EA6D7D3E7211}" dt="2018-02-12T14:35:41.323" v="129" actId="313"/>
          <ac:spMkLst>
            <pc:docMk/>
            <pc:sldMk cId="4141119570" sldId="259"/>
            <ac:spMk id="3" creationId="{6ADF4B1A-2A79-46F5-B0AC-5CC764A0EC72}"/>
          </ac:spMkLst>
        </pc:spChg>
        <pc:spChg chg="add mod">
          <ac:chgData name="Hamilton Stott" userId="e28223afab1f786a" providerId="LiveId" clId="{9DE405D1-B133-4AAF-9B8E-EA6D7D3E7211}" dt="2018-02-12T14:38:57.353" v="156" actId="1076"/>
          <ac:spMkLst>
            <pc:docMk/>
            <pc:sldMk cId="4141119570" sldId="259"/>
            <ac:spMk id="6" creationId="{44E19A18-5307-4189-B7B8-487D054754DF}"/>
          </ac:spMkLst>
        </pc:spChg>
        <pc:spChg chg="mod">
          <ac:chgData name="Hamilton Stott" userId="e28223afab1f786a" providerId="LiveId" clId="{9DE405D1-B133-4AAF-9B8E-EA6D7D3E7211}" dt="2018-02-12T14:33:30.845" v="18" actId="20577"/>
          <ac:spMkLst>
            <pc:docMk/>
            <pc:sldMk cId="4141119570" sldId="259"/>
            <ac:spMk id="17" creationId="{EC05745E-D2A7-4A30-B812-5738EFA91614}"/>
          </ac:spMkLst>
        </pc:spChg>
        <pc:spChg chg="mod">
          <ac:chgData name="Hamilton Stott" userId="e28223afab1f786a" providerId="LiveId" clId="{9DE405D1-B133-4AAF-9B8E-EA6D7D3E7211}" dt="2018-02-12T14:33:45.520" v="55" actId="20577"/>
          <ac:spMkLst>
            <pc:docMk/>
            <pc:sldMk cId="4141119570" sldId="259"/>
            <ac:spMk id="18" creationId="{9C85288A-4CE0-4CC8-A16B-D6C8F38EAA17}"/>
          </ac:spMkLst>
        </pc:s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70" creationId="{712E08C6-1D2E-450F-B233-41464B854960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73" creationId="{2AA6664B-D5F6-4E57-BFD2-4CDFA48667FE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76" creationId="{70A3ACCA-FC4B-4F81-B3C5-A3990E350F22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79" creationId="{73EC3BAC-D56D-45A4-AF1C-B672267BE262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82" creationId="{3144EBF5-75BA-45E5-8245-8F947749E56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85" creationId="{18CA1A83-6941-421E-983A-D155E97BB2D6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88" creationId="{F75795C8-6048-48BF-8DB1-13A4F59078A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91" creationId="{CFBBB6FE-6835-4907-A1CB-3C7D81F6DA8F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94" creationId="{6EB3CDA4-135F-4C95-80FD-B6EEDCF4B2A8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197" creationId="{5AB39977-BECE-4BDE-A16B-DAD9730C576F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00" creationId="{58FFDB11-0413-4C52-8909-686D0ACD25E4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03" creationId="{56B6606C-5825-4EEF-9F5E-05E4973C5D07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06" creationId="{50D79388-BD85-4A8C-99A7-69DA4FAFFA94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09" creationId="{69254FBB-A501-494A-990E-8749AFCABEAA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12" creationId="{7E2F4AA7-4A7F-4906-A901-F6029E1E4671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15" creationId="{14096FCF-329A-4FDE-8B83-59BE9C0187BA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18" creationId="{6431DF8B-A3BD-40CE-BA05-36039B91020E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21" creationId="{3C59762D-A9EA-44C9-B00A-4A8D99F3CCCB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24" creationId="{1B847DCE-7BB7-4DF5-9585-1248AE39C009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27" creationId="{006C0176-4D77-4109-998D-4FFD68A1F409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30" creationId="{DAB298D6-5F01-4706-BFA3-3C060FEEF8D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33" creationId="{1B6E3063-CA4C-4444-B70F-08F0EDA7F1C2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36" creationId="{6ABF78B2-9C70-4210-B65E-758C06EF8745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39" creationId="{FBA20950-3C3A-4AC5-880A-A64227E0B9BB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42" creationId="{FE7AE905-14DE-4053-8FBA-2D94CE842565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45" creationId="{9F62898E-DC09-4889-B57A-B5A8D6B6B327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48" creationId="{254681E3-116C-4B77-BAC7-2DF74E8BA75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51" creationId="{212014E7-2F92-4839-9D36-24F6E9040F93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54" creationId="{A0A38649-367E-4E5B-B75D-2B98180BD7E6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57" creationId="{50E3B856-D49E-4BE6-867E-8CEC48A28F3F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60" creationId="{9956BA9E-C845-4585-9047-EEFB408F82C3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63" creationId="{144A76D1-C03B-4245-A563-157F8E1BD3A9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66" creationId="{3B979BBE-05B8-49C4-B6A3-C04FCBD03923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69" creationId="{806DB3C6-0452-44F8-91AA-3B84C1775F8E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72" creationId="{0E5A4C0A-5219-445D-96C1-196910D3AE56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75" creationId="{2FE2804E-ADAA-47F2-B15E-DD3455DCAF8A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78" creationId="{9FAC87F2-917D-4B3F-A0FF-E3BDEF677BBE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81" creationId="{E9AB1682-2E12-4E77-BC94-08BDCDE5E7CE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84" creationId="{33B7718D-754C-4C91-AD9B-90DBF04080D2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87" creationId="{B02CE200-4229-4632-8056-9CC1FDD70084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90" creationId="{DA9DAA8F-1546-4F61-AA82-33131D70BC38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93" creationId="{3E0A4D3C-B0B7-40E7-B97E-E5A09B5113A2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96" creationId="{A140E85A-1159-4DFD-A6E4-149F54C8116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299" creationId="{B5495FF1-8BD6-44D4-ADCA-6B995A3DC964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02" creationId="{7D9CBBC1-2DF6-40A9-9360-0EF18C5579D7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05" creationId="{9E58B31C-48DC-402E-A4E2-7F3C1D5428B5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08" creationId="{21E7BFF3-F2A4-4242-AD9C-7FE10F06B0CD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11" creationId="{033C1C0B-1FAA-48D4-9D26-7DB44F1BB50C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14" creationId="{C022DC42-C1B5-4373-A172-9053735CAA97}"/>
          </ac:grpSpMkLst>
        </pc:grpChg>
        <pc:grpChg chg="del">
          <ac:chgData name="Hamilton Stott" userId="e28223afab1f786a" providerId="LiveId" clId="{9DE405D1-B133-4AAF-9B8E-EA6D7D3E7211}" dt="2018-02-12T14:33:52.062" v="56" actId="478"/>
          <ac:grpSpMkLst>
            <pc:docMk/>
            <pc:sldMk cId="4141119570" sldId="259"/>
            <ac:grpSpMk id="317" creationId="{127713B5-8573-4B88-B7C1-3F5E0D6FDFF4}"/>
          </ac:grpSpMkLst>
        </pc:grpChg>
        <pc:graphicFrameChg chg="add mod modGraphic">
          <ac:chgData name="Hamilton Stott" userId="e28223afab1f786a" providerId="LiveId" clId="{9DE405D1-B133-4AAF-9B8E-EA6D7D3E7211}" dt="2018-02-12T14:39:40.140" v="166" actId="179"/>
          <ac:graphicFrameMkLst>
            <pc:docMk/>
            <pc:sldMk cId="4141119570" sldId="259"/>
            <ac:graphicFrameMk id="5" creationId="{9A976ADB-79F6-4126-95D4-351587B59C0D}"/>
          </ac:graphicFrameMkLst>
        </pc:graphicFrameChg>
        <pc:graphicFrameChg chg="del">
          <ac:chgData name="Hamilton Stott" userId="e28223afab1f786a" providerId="LiveId" clId="{9DE405D1-B133-4AAF-9B8E-EA6D7D3E7211}" dt="2018-02-12T14:33:52.062" v="56" actId="478"/>
          <ac:graphicFrameMkLst>
            <pc:docMk/>
            <pc:sldMk cId="4141119570" sldId="259"/>
            <ac:graphicFrameMk id="169" creationId="{2835F362-21DA-4281-B1E7-C46197D37943}"/>
          </ac:graphicFrameMkLst>
        </pc:graphicFrameChg>
        <pc:picChg chg="add del mod">
          <ac:chgData name="Hamilton Stott" userId="e28223afab1f786a" providerId="LiveId" clId="{9DE405D1-B133-4AAF-9B8E-EA6D7D3E7211}" dt="2018-02-12T14:35:04.552" v="70" actId="478"/>
          <ac:picMkLst>
            <pc:docMk/>
            <pc:sldMk cId="4141119570" sldId="259"/>
            <ac:picMk id="2" creationId="{7E2AE889-65D0-4911-95E0-8D423A87B223}"/>
          </ac:picMkLst>
        </pc:picChg>
        <pc:picChg chg="add mod">
          <ac:chgData name="Hamilton Stott" userId="e28223afab1f786a" providerId="LiveId" clId="{9DE405D1-B133-4AAF-9B8E-EA6D7D3E7211}" dt="2018-02-12T14:35:52.070" v="132" actId="14100"/>
          <ac:picMkLst>
            <pc:docMk/>
            <pc:sldMk cId="4141119570" sldId="259"/>
            <ac:picMk id="4" creationId="{63E65B96-8CC3-41BE-AB50-0EE70503D34E}"/>
          </ac:picMkLst>
        </pc:picChg>
      </pc:sldChg>
      <pc:sldChg chg="addSp delSp modSp add delAnim modNotesTx">
        <pc:chgData name="Hamilton Stott" userId="e28223afab1f786a" providerId="LiveId" clId="{9DE405D1-B133-4AAF-9B8E-EA6D7D3E7211}" dt="2018-02-12T14:44:37.270" v="253" actId="20577"/>
        <pc:sldMkLst>
          <pc:docMk/>
          <pc:sldMk cId="1160123271" sldId="260"/>
        </pc:sldMkLst>
        <pc:spChg chg="add mod">
          <ac:chgData name="Hamilton Stott" userId="e28223afab1f786a" providerId="LiveId" clId="{9DE405D1-B133-4AAF-9B8E-EA6D7D3E7211}" dt="2018-02-12T14:43:42.553" v="199" actId="57"/>
          <ac:spMkLst>
            <pc:docMk/>
            <pc:sldMk cId="1160123271" sldId="260"/>
            <ac:spMk id="2" creationId="{66E67D30-9DC7-4348-A919-7C7C27745456}"/>
          </ac:spMkLst>
        </pc:spChg>
        <pc:spChg chg="del">
          <ac:chgData name="Hamilton Stott" userId="e28223afab1f786a" providerId="LiveId" clId="{9DE405D1-B133-4AAF-9B8E-EA6D7D3E7211}" dt="2018-02-12T14:40:25.017" v="171" actId="478"/>
          <ac:spMkLst>
            <pc:docMk/>
            <pc:sldMk cId="1160123271" sldId="260"/>
            <ac:spMk id="3" creationId="{6ADF4B1A-2A79-46F5-B0AC-5CC764A0EC72}"/>
          </ac:spMkLst>
        </pc:spChg>
        <pc:spChg chg="del mod">
          <ac:chgData name="Hamilton Stott" userId="e28223afab1f786a" providerId="LiveId" clId="{9DE405D1-B133-4AAF-9B8E-EA6D7D3E7211}" dt="2018-02-12T14:40:23.550" v="170" actId="478"/>
          <ac:spMkLst>
            <pc:docMk/>
            <pc:sldMk cId="1160123271" sldId="260"/>
            <ac:spMk id="6" creationId="{44E19A18-5307-4189-B7B8-487D054754DF}"/>
          </ac:spMkLst>
        </pc:spChg>
        <pc:spChg chg="add del">
          <ac:chgData name="Hamilton Stott" userId="e28223afab1f786a" providerId="LiveId" clId="{9DE405D1-B133-4AAF-9B8E-EA6D7D3E7211}" dt="2018-02-12T14:41:32.830" v="192"/>
          <ac:spMkLst>
            <pc:docMk/>
            <pc:sldMk cId="1160123271" sldId="260"/>
            <ac:spMk id="7" creationId="{EB0D1AFB-B85A-4A11-99A4-C081D6F674D7}"/>
          </ac:spMkLst>
        </pc:spChg>
        <pc:graphicFrameChg chg="del">
          <ac:chgData name="Hamilton Stott" userId="e28223afab1f786a" providerId="LiveId" clId="{9DE405D1-B133-4AAF-9B8E-EA6D7D3E7211}" dt="2018-02-12T14:40:21.486" v="168" actId="478"/>
          <ac:graphicFrameMkLst>
            <pc:docMk/>
            <pc:sldMk cId="1160123271" sldId="260"/>
            <ac:graphicFrameMk id="5" creationId="{9A976ADB-79F6-4126-95D4-351587B59C0D}"/>
          </ac:graphicFrameMkLst>
        </pc:graphicFrameChg>
        <pc:picChg chg="mod">
          <ac:chgData name="Hamilton Stott" userId="e28223afab1f786a" providerId="LiveId" clId="{9DE405D1-B133-4AAF-9B8E-EA6D7D3E7211}" dt="2018-02-12T14:40:27.016" v="172" actId="1076"/>
          <ac:picMkLst>
            <pc:docMk/>
            <pc:sldMk cId="1160123271" sldId="260"/>
            <ac:picMk id="4" creationId="{63E65B96-8CC3-41BE-AB50-0EE70503D34E}"/>
          </ac:picMkLst>
        </pc:picChg>
        <pc:picChg chg="add mod">
          <ac:chgData name="Hamilton Stott" userId="e28223afab1f786a" providerId="LiveId" clId="{9DE405D1-B133-4AAF-9B8E-EA6D7D3E7211}" dt="2018-02-12T14:44:06.089" v="201" actId="1076"/>
          <ac:picMkLst>
            <pc:docMk/>
            <pc:sldMk cId="1160123271" sldId="260"/>
            <ac:picMk id="8" creationId="{4FB37553-CE8D-47CC-BE33-5EA8C79EA0AC}"/>
          </ac:picMkLst>
        </pc:picChg>
        <pc:picChg chg="add mod">
          <ac:chgData name="Hamilton Stott" userId="e28223afab1f786a" providerId="LiveId" clId="{9DE405D1-B133-4AAF-9B8E-EA6D7D3E7211}" dt="2018-02-12T14:44:25.135" v="203" actId="1076"/>
          <ac:picMkLst>
            <pc:docMk/>
            <pc:sldMk cId="1160123271" sldId="260"/>
            <ac:picMk id="9" creationId="{B55C1AFB-1699-474C-827F-08504667139A}"/>
          </ac:picMkLst>
        </pc:picChg>
      </pc:sldChg>
      <pc:sldChg chg="del">
        <pc:chgData name="Hamilton Stott" userId="e28223afab1f786a" providerId="LiveId" clId="{9DE405D1-B133-4AAF-9B8E-EA6D7D3E7211}" dt="2018-02-12T12:22:01.912" v="0" actId="2696"/>
        <pc:sldMkLst>
          <pc:docMk/>
          <pc:sldMk cId="1614110113" sldId="260"/>
        </pc:sldMkLst>
      </pc:sldChg>
      <pc:sldChg chg="del">
        <pc:chgData name="Hamilton Stott" userId="e28223afab1f786a" providerId="LiveId" clId="{9DE405D1-B133-4AAF-9B8E-EA6D7D3E7211}" dt="2018-02-12T14:33:56.448" v="59" actId="2696"/>
        <pc:sldMkLst>
          <pc:docMk/>
          <pc:sldMk cId="1341150985" sldId="261"/>
        </pc:sldMkLst>
      </pc:sldChg>
      <pc:sldChg chg="addSp delSp modSp add modAnim modNotesTx">
        <pc:chgData name="Hamilton Stott" userId="e28223afab1f786a" providerId="LiveId" clId="{9DE405D1-B133-4AAF-9B8E-EA6D7D3E7211}" dt="2018-02-12T14:57:11.818" v="663" actId="20577"/>
        <pc:sldMkLst>
          <pc:docMk/>
          <pc:sldMk cId="2239089754" sldId="261"/>
        </pc:sldMkLst>
        <pc:spChg chg="del">
          <ac:chgData name="Hamilton Stott" userId="e28223afab1f786a" providerId="LiveId" clId="{9DE405D1-B133-4AAF-9B8E-EA6D7D3E7211}" dt="2018-02-12T14:45:25.984" v="255" actId="478"/>
          <ac:spMkLst>
            <pc:docMk/>
            <pc:sldMk cId="2239089754" sldId="261"/>
            <ac:spMk id="2" creationId="{66E67D30-9DC7-4348-A919-7C7C27745456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19" creationId="{2F211DF2-57A5-4BA4-B3F6-8FD95BC589D7}"/>
          </ac:spMkLst>
        </pc:spChg>
        <pc:spChg chg="add mod">
          <ac:chgData name="Hamilton Stott" userId="e28223afab1f786a" providerId="LiveId" clId="{9DE405D1-B133-4AAF-9B8E-EA6D7D3E7211}" dt="2018-02-12T14:56:38.681" v="569" actId="20577"/>
          <ac:spMkLst>
            <pc:docMk/>
            <pc:sldMk cId="2239089754" sldId="261"/>
            <ac:spMk id="20" creationId="{A513CE5D-BA2B-498F-8680-F960E438A7F2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1" creationId="{A45B4A1C-5D25-407F-8979-4322278B38BF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2" creationId="{D961DE2A-A9CA-4991-B883-10C55E435244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3" creationId="{3D887FBF-B527-49A5-8C55-7F6A7C19DB52}"/>
          </ac:spMkLst>
        </pc:spChg>
        <pc:spChg chg="add mod">
          <ac:chgData name="Hamilton Stott" userId="e28223afab1f786a" providerId="LiveId" clId="{9DE405D1-B133-4AAF-9B8E-EA6D7D3E7211}" dt="2018-02-12T14:56:47.421" v="581" actId="20577"/>
          <ac:spMkLst>
            <pc:docMk/>
            <pc:sldMk cId="2239089754" sldId="261"/>
            <ac:spMk id="25" creationId="{647BD561-53E5-4BAB-95AE-4F4AE30EFFC2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6" creationId="{C0E6B56F-DD89-4E90-B5D5-E8CB05BE42FF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7" creationId="{72A19C89-0B2D-4A0F-8C21-13C95B344B27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28" creationId="{51E106AF-31A3-42F6-BC67-3525FE2432C7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30" creationId="{E687F1FE-25DB-4252-AEA1-B2A20B91BF19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31" creationId="{47550857-EC67-4159-88E5-C7148D0109BB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32" creationId="{10DBE20B-D84F-4714-9764-A8D6CA112045}"/>
          </ac:spMkLst>
        </pc:spChg>
        <pc:spChg chg="add mod">
          <ac:chgData name="Hamilton Stott" userId="e28223afab1f786a" providerId="LiveId" clId="{9DE405D1-B133-4AAF-9B8E-EA6D7D3E7211}" dt="2018-02-12T14:45:41.991" v="258" actId="1076"/>
          <ac:spMkLst>
            <pc:docMk/>
            <pc:sldMk cId="2239089754" sldId="261"/>
            <ac:spMk id="33" creationId="{E63B8602-CB38-4E80-B532-B2F73BD50610}"/>
          </ac:spMkLst>
        </pc:spChg>
        <pc:picChg chg="del">
          <ac:chgData name="Hamilton Stott" userId="e28223afab1f786a" providerId="LiveId" clId="{9DE405D1-B133-4AAF-9B8E-EA6D7D3E7211}" dt="2018-02-12T14:45:25.984" v="255" actId="478"/>
          <ac:picMkLst>
            <pc:docMk/>
            <pc:sldMk cId="2239089754" sldId="261"/>
            <ac:picMk id="8" creationId="{4FB37553-CE8D-47CC-BE33-5EA8C79EA0AC}"/>
          </ac:picMkLst>
        </pc:picChg>
        <pc:picChg chg="del">
          <ac:chgData name="Hamilton Stott" userId="e28223afab1f786a" providerId="LiveId" clId="{9DE405D1-B133-4AAF-9B8E-EA6D7D3E7211}" dt="2018-02-12T14:45:26.482" v="256" actId="478"/>
          <ac:picMkLst>
            <pc:docMk/>
            <pc:sldMk cId="2239089754" sldId="261"/>
            <ac:picMk id="9" creationId="{B55C1AFB-1699-474C-827F-08504667139A}"/>
          </ac:picMkLst>
        </pc:picChg>
        <pc:cxnChg chg="add mod">
          <ac:chgData name="Hamilton Stott" userId="e28223afab1f786a" providerId="LiveId" clId="{9DE405D1-B133-4AAF-9B8E-EA6D7D3E7211}" dt="2018-02-12T14:45:41.991" v="258" actId="1076"/>
          <ac:cxnSpMkLst>
            <pc:docMk/>
            <pc:sldMk cId="2239089754" sldId="261"/>
            <ac:cxnSpMk id="24" creationId="{21A7794A-D8B9-4101-BE69-0A9657FE968C}"/>
          </ac:cxnSpMkLst>
        </pc:cxnChg>
        <pc:cxnChg chg="add mod">
          <ac:chgData name="Hamilton Stott" userId="e28223afab1f786a" providerId="LiveId" clId="{9DE405D1-B133-4AAF-9B8E-EA6D7D3E7211}" dt="2018-02-12T14:45:41.991" v="258" actId="1076"/>
          <ac:cxnSpMkLst>
            <pc:docMk/>
            <pc:sldMk cId="2239089754" sldId="261"/>
            <ac:cxnSpMk id="29" creationId="{51FE852B-2040-44CD-B79C-790967770003}"/>
          </ac:cxnSpMkLst>
        </pc:cxnChg>
      </pc:sldChg>
      <pc:sldChg chg="del">
        <pc:chgData name="Hamilton Stott" userId="e28223afab1f786a" providerId="LiveId" clId="{9DE405D1-B133-4AAF-9B8E-EA6D7D3E7211}" dt="2018-02-12T14:33:56.016" v="57" actId="2696"/>
        <pc:sldMkLst>
          <pc:docMk/>
          <pc:sldMk cId="3724530903" sldId="262"/>
        </pc:sldMkLst>
      </pc:sldChg>
      <pc:sldChg chg="delSp modSp add delAnim modNotesTx">
        <pc:chgData name="Hamilton Stott" userId="e28223afab1f786a" providerId="LiveId" clId="{9DE405D1-B133-4AAF-9B8E-EA6D7D3E7211}" dt="2018-02-12T14:57:38.606" v="750" actId="20577"/>
        <pc:sldMkLst>
          <pc:docMk/>
          <pc:sldMk cId="3951489622" sldId="262"/>
        </pc:sldMkLst>
        <pc:spChg chg="mod">
          <ac:chgData name="Hamilton Stott" userId="e28223afab1f786a" providerId="LiveId" clId="{9DE405D1-B133-4AAF-9B8E-EA6D7D3E7211}" dt="2018-02-12T14:49:09.433" v="294" actId="20577"/>
          <ac:spMkLst>
            <pc:docMk/>
            <pc:sldMk cId="3951489622" sldId="262"/>
            <ac:spMk id="20" creationId="{A513CE5D-BA2B-498F-8680-F960E438A7F2}"/>
          </ac:spMkLst>
        </pc:spChg>
        <pc:spChg chg="mod">
          <ac:chgData name="Hamilton Stott" userId="e28223afab1f786a" providerId="LiveId" clId="{9DE405D1-B133-4AAF-9B8E-EA6D7D3E7211}" dt="2018-02-12T14:49:16.385" v="300" actId="20577"/>
          <ac:spMkLst>
            <pc:docMk/>
            <pc:sldMk cId="3951489622" sldId="262"/>
            <ac:spMk id="21" creationId="{A45B4A1C-5D25-407F-8979-4322278B38BF}"/>
          </ac:spMkLst>
        </pc:spChg>
        <pc:spChg chg="del mod">
          <ac:chgData name="Hamilton Stott" userId="e28223afab1f786a" providerId="LiveId" clId="{9DE405D1-B133-4AAF-9B8E-EA6D7D3E7211}" dt="2018-02-12T14:49:24.145" v="303" actId="478"/>
          <ac:spMkLst>
            <pc:docMk/>
            <pc:sldMk cId="3951489622" sldId="262"/>
            <ac:spMk id="22" creationId="{D961DE2A-A9CA-4991-B883-10C55E435244}"/>
          </ac:spMkLst>
        </pc:spChg>
        <pc:spChg chg="del">
          <ac:chgData name="Hamilton Stott" userId="e28223afab1f786a" providerId="LiveId" clId="{9DE405D1-B133-4AAF-9B8E-EA6D7D3E7211}" dt="2018-02-12T14:49:21.462" v="301" actId="478"/>
          <ac:spMkLst>
            <pc:docMk/>
            <pc:sldMk cId="3951489622" sldId="262"/>
            <ac:spMk id="23" creationId="{3D887FBF-B527-49A5-8C55-7F6A7C19DB52}"/>
          </ac:spMkLst>
        </pc:spChg>
        <pc:spChg chg="mod">
          <ac:chgData name="Hamilton Stott" userId="e28223afab1f786a" providerId="LiveId" clId="{9DE405D1-B133-4AAF-9B8E-EA6D7D3E7211}" dt="2018-02-12T14:49:53.112" v="343" actId="20577"/>
          <ac:spMkLst>
            <pc:docMk/>
            <pc:sldMk cId="3951489622" sldId="262"/>
            <ac:spMk id="25" creationId="{647BD561-53E5-4BAB-95AE-4F4AE30EFFC2}"/>
          </ac:spMkLst>
        </pc:spChg>
        <pc:spChg chg="mod">
          <ac:chgData name="Hamilton Stott" userId="e28223afab1f786a" providerId="LiveId" clId="{9DE405D1-B133-4AAF-9B8E-EA6D7D3E7211}" dt="2018-02-12T14:50:04.225" v="355" actId="20577"/>
          <ac:spMkLst>
            <pc:docMk/>
            <pc:sldMk cId="3951489622" sldId="262"/>
            <ac:spMk id="26" creationId="{C0E6B56F-DD89-4E90-B5D5-E8CB05BE42FF}"/>
          </ac:spMkLst>
        </pc:spChg>
        <pc:spChg chg="del">
          <ac:chgData name="Hamilton Stott" userId="e28223afab1f786a" providerId="LiveId" clId="{9DE405D1-B133-4AAF-9B8E-EA6D7D3E7211}" dt="2018-02-12T14:50:07.296" v="356" actId="478"/>
          <ac:spMkLst>
            <pc:docMk/>
            <pc:sldMk cId="3951489622" sldId="262"/>
            <ac:spMk id="27" creationId="{72A19C89-0B2D-4A0F-8C21-13C95B344B27}"/>
          </ac:spMkLst>
        </pc:spChg>
        <pc:spChg chg="del">
          <ac:chgData name="Hamilton Stott" userId="e28223afab1f786a" providerId="LiveId" clId="{9DE405D1-B133-4AAF-9B8E-EA6D7D3E7211}" dt="2018-02-12T14:50:07.967" v="357" actId="478"/>
          <ac:spMkLst>
            <pc:docMk/>
            <pc:sldMk cId="3951489622" sldId="262"/>
            <ac:spMk id="28" creationId="{51E106AF-31A3-42F6-BC67-3525FE2432C7}"/>
          </ac:spMkLst>
        </pc:spChg>
        <pc:spChg chg="mod">
          <ac:chgData name="Hamilton Stott" userId="e28223afab1f786a" providerId="LiveId" clId="{9DE405D1-B133-4AAF-9B8E-EA6D7D3E7211}" dt="2018-02-12T14:50:55.241" v="407" actId="20577"/>
          <ac:spMkLst>
            <pc:docMk/>
            <pc:sldMk cId="3951489622" sldId="262"/>
            <ac:spMk id="30" creationId="{E687F1FE-25DB-4252-AEA1-B2A20B91BF19}"/>
          </ac:spMkLst>
        </pc:spChg>
        <pc:spChg chg="mod">
          <ac:chgData name="Hamilton Stott" userId="e28223afab1f786a" providerId="LiveId" clId="{9DE405D1-B133-4AAF-9B8E-EA6D7D3E7211}" dt="2018-02-12T14:51:27.944" v="424" actId="20577"/>
          <ac:spMkLst>
            <pc:docMk/>
            <pc:sldMk cId="3951489622" sldId="262"/>
            <ac:spMk id="31" creationId="{47550857-EC67-4159-88E5-C7148D0109BB}"/>
          </ac:spMkLst>
        </pc:spChg>
        <pc:spChg chg="del">
          <ac:chgData name="Hamilton Stott" userId="e28223afab1f786a" providerId="LiveId" clId="{9DE405D1-B133-4AAF-9B8E-EA6D7D3E7211}" dt="2018-02-12T14:50:10.257" v="358" actId="478"/>
          <ac:spMkLst>
            <pc:docMk/>
            <pc:sldMk cId="3951489622" sldId="262"/>
            <ac:spMk id="32" creationId="{10DBE20B-D84F-4714-9764-A8D6CA112045}"/>
          </ac:spMkLst>
        </pc:spChg>
        <pc:spChg chg="del">
          <ac:chgData name="Hamilton Stott" userId="e28223afab1f786a" providerId="LiveId" clId="{9DE405D1-B133-4AAF-9B8E-EA6D7D3E7211}" dt="2018-02-12T14:50:11.053" v="359" actId="478"/>
          <ac:spMkLst>
            <pc:docMk/>
            <pc:sldMk cId="3951489622" sldId="262"/>
            <ac:spMk id="33" creationId="{E63B8602-CB38-4E80-B532-B2F73BD50610}"/>
          </ac:spMkLst>
        </pc:spChg>
      </pc:sldChg>
      <pc:sldChg chg="modSp add modNotesTx">
        <pc:chgData name="Hamilton Stott" userId="e28223afab1f786a" providerId="LiveId" clId="{9DE405D1-B133-4AAF-9B8E-EA6D7D3E7211}" dt="2018-02-12T15:07:39.507" v="1490" actId="20577"/>
        <pc:sldMkLst>
          <pc:docMk/>
          <pc:sldMk cId="836273100" sldId="263"/>
        </pc:sldMkLst>
        <pc:spChg chg="mod">
          <ac:chgData name="Hamilton Stott" userId="e28223afab1f786a" providerId="LiveId" clId="{9DE405D1-B133-4AAF-9B8E-EA6D7D3E7211}" dt="2018-02-12T15:07:34.750" v="1486" actId="20577"/>
          <ac:spMkLst>
            <pc:docMk/>
            <pc:sldMk cId="836273100" sldId="263"/>
            <ac:spMk id="20" creationId="{A513CE5D-BA2B-498F-8680-F960E438A7F2}"/>
          </ac:spMkLst>
        </pc:spChg>
        <pc:spChg chg="mod">
          <ac:chgData name="Hamilton Stott" userId="e28223afab1f786a" providerId="LiveId" clId="{9DE405D1-B133-4AAF-9B8E-EA6D7D3E7211}" dt="2018-02-12T14:54:45.831" v="504" actId="20577"/>
          <ac:spMkLst>
            <pc:docMk/>
            <pc:sldMk cId="836273100" sldId="263"/>
            <ac:spMk id="21" creationId="{A45B4A1C-5D25-407F-8979-4322278B38BF}"/>
          </ac:spMkLst>
        </pc:spChg>
        <pc:spChg chg="mod">
          <ac:chgData name="Hamilton Stott" userId="e28223afab1f786a" providerId="LiveId" clId="{9DE405D1-B133-4AAF-9B8E-EA6D7D3E7211}" dt="2018-02-12T15:07:37.135" v="1488" actId="20577"/>
          <ac:spMkLst>
            <pc:docMk/>
            <pc:sldMk cId="836273100" sldId="263"/>
            <ac:spMk id="25" creationId="{647BD561-53E5-4BAB-95AE-4F4AE30EFFC2}"/>
          </ac:spMkLst>
        </pc:spChg>
        <pc:spChg chg="mod">
          <ac:chgData name="Hamilton Stott" userId="e28223afab1f786a" providerId="LiveId" clId="{9DE405D1-B133-4AAF-9B8E-EA6D7D3E7211}" dt="2018-02-12T14:56:19.925" v="559" actId="20577"/>
          <ac:spMkLst>
            <pc:docMk/>
            <pc:sldMk cId="836273100" sldId="263"/>
            <ac:spMk id="26" creationId="{C0E6B56F-DD89-4E90-B5D5-E8CB05BE42FF}"/>
          </ac:spMkLst>
        </pc:spChg>
        <pc:spChg chg="mod">
          <ac:chgData name="Hamilton Stott" userId="e28223afab1f786a" providerId="LiveId" clId="{9DE405D1-B133-4AAF-9B8E-EA6D7D3E7211}" dt="2018-02-12T15:07:39.507" v="1490" actId="20577"/>
          <ac:spMkLst>
            <pc:docMk/>
            <pc:sldMk cId="836273100" sldId="263"/>
            <ac:spMk id="30" creationId="{E687F1FE-25DB-4252-AEA1-B2A20B91BF19}"/>
          </ac:spMkLst>
        </pc:spChg>
        <pc:spChg chg="mod">
          <ac:chgData name="Hamilton Stott" userId="e28223afab1f786a" providerId="LiveId" clId="{9DE405D1-B133-4AAF-9B8E-EA6D7D3E7211}" dt="2018-02-12T14:59:57.444" v="843" actId="20577"/>
          <ac:spMkLst>
            <pc:docMk/>
            <pc:sldMk cId="836273100" sldId="263"/>
            <ac:spMk id="31" creationId="{47550857-EC67-4159-88E5-C7148D0109BB}"/>
          </ac:spMkLst>
        </pc:spChg>
      </pc:sldChg>
      <pc:sldChg chg="del">
        <pc:chgData name="Hamilton Stott" userId="e28223afab1f786a" providerId="LiveId" clId="{9DE405D1-B133-4AAF-9B8E-EA6D7D3E7211}" dt="2018-02-12T14:33:56.437" v="58" actId="2696"/>
        <pc:sldMkLst>
          <pc:docMk/>
          <pc:sldMk cId="3259861425" sldId="263"/>
        </pc:sldMkLst>
      </pc:sldChg>
      <pc:sldChg chg="delSp add del delAnim">
        <pc:chgData name="Hamilton Stott" userId="e28223afab1f786a" providerId="LiveId" clId="{9DE405D1-B133-4AAF-9B8E-EA6D7D3E7211}" dt="2018-02-12T14:52:59.585" v="430" actId="2696"/>
        <pc:sldMkLst>
          <pc:docMk/>
          <pc:sldMk cId="3534172689" sldId="263"/>
        </pc:sldMkLst>
        <pc:spChg chg="del">
          <ac:chgData name="Hamilton Stott" userId="e28223afab1f786a" providerId="LiveId" clId="{9DE405D1-B133-4AAF-9B8E-EA6D7D3E7211}" dt="2018-02-12T14:52:31.053" v="428" actId="478"/>
          <ac:spMkLst>
            <pc:docMk/>
            <pc:sldMk cId="3534172689" sldId="263"/>
            <ac:spMk id="19" creationId="{2F211DF2-57A5-4BA4-B3F6-8FD95BC589D7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20" creationId="{A513CE5D-BA2B-498F-8680-F960E438A7F2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21" creationId="{A45B4A1C-5D25-407F-8979-4322278B38BF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25" creationId="{647BD561-53E5-4BAB-95AE-4F4AE30EFFC2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26" creationId="{C0E6B56F-DD89-4E90-B5D5-E8CB05BE42FF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30" creationId="{E687F1FE-25DB-4252-AEA1-B2A20B91BF19}"/>
          </ac:spMkLst>
        </pc:spChg>
        <pc:spChg chg="del">
          <ac:chgData name="Hamilton Stott" userId="e28223afab1f786a" providerId="LiveId" clId="{9DE405D1-B133-4AAF-9B8E-EA6D7D3E7211}" dt="2018-02-12T14:52:28.475" v="426" actId="478"/>
          <ac:spMkLst>
            <pc:docMk/>
            <pc:sldMk cId="3534172689" sldId="263"/>
            <ac:spMk id="31" creationId="{47550857-EC67-4159-88E5-C7148D0109BB}"/>
          </ac:spMkLst>
        </pc:spChg>
        <pc:cxnChg chg="del">
          <ac:chgData name="Hamilton Stott" userId="e28223afab1f786a" providerId="LiveId" clId="{9DE405D1-B133-4AAF-9B8E-EA6D7D3E7211}" dt="2018-02-12T14:52:29.765" v="427" actId="478"/>
          <ac:cxnSpMkLst>
            <pc:docMk/>
            <pc:sldMk cId="3534172689" sldId="263"/>
            <ac:cxnSpMk id="24" creationId="{21A7794A-D8B9-4101-BE69-0A9657FE968C}"/>
          </ac:cxnSpMkLst>
        </pc:cxnChg>
        <pc:cxnChg chg="del">
          <ac:chgData name="Hamilton Stott" userId="e28223afab1f786a" providerId="LiveId" clId="{9DE405D1-B133-4AAF-9B8E-EA6D7D3E7211}" dt="2018-02-12T14:52:32.265" v="429" actId="478"/>
          <ac:cxnSpMkLst>
            <pc:docMk/>
            <pc:sldMk cId="3534172689" sldId="263"/>
            <ac:cxnSpMk id="29" creationId="{51FE852B-2040-44CD-B79C-790967770003}"/>
          </ac:cxnSpMkLst>
        </pc:cxnChg>
      </pc:sldChg>
      <pc:sldChg chg="del">
        <pc:chgData name="Hamilton Stott" userId="e28223afab1f786a" providerId="LiveId" clId="{9DE405D1-B133-4AAF-9B8E-EA6D7D3E7211}" dt="2018-02-12T14:33:56.480" v="60" actId="2696"/>
        <pc:sldMkLst>
          <pc:docMk/>
          <pc:sldMk cId="1879709766" sldId="264"/>
        </pc:sldMkLst>
      </pc:sldChg>
      <pc:sldChg chg="addSp delSp modSp add modAnim modNotesTx">
        <pc:chgData name="Hamilton Stott" userId="e28223afab1f786a" providerId="LiveId" clId="{9DE405D1-B133-4AAF-9B8E-EA6D7D3E7211}" dt="2018-02-12T15:12:30.257" v="1631" actId="20577"/>
        <pc:sldMkLst>
          <pc:docMk/>
          <pc:sldMk cId="3362548451" sldId="264"/>
        </pc:sldMkLst>
        <pc:spChg chg="add del mod ord">
          <ac:chgData name="Hamilton Stott" userId="e28223afab1f786a" providerId="LiveId" clId="{9DE405D1-B133-4AAF-9B8E-EA6D7D3E7211}" dt="2018-02-12T15:10:07.028" v="1504" actId="478"/>
          <ac:spMkLst>
            <pc:docMk/>
            <pc:sldMk cId="3362548451" sldId="264"/>
            <ac:spMk id="2" creationId="{51E45E57-7E66-41A4-B890-773FA01EC55D}"/>
          </ac:spMkLst>
        </pc:spChg>
        <pc:spChg chg="add mod ord">
          <ac:chgData name="Hamilton Stott" userId="e28223afab1f786a" providerId="LiveId" clId="{9DE405D1-B133-4AAF-9B8E-EA6D7D3E7211}" dt="2018-02-12T15:10:39.200" v="1511" actId="20577"/>
          <ac:spMkLst>
            <pc:docMk/>
            <pc:sldMk cId="3362548451" sldId="264"/>
            <ac:spMk id="3" creationId="{B5BBFBF9-A84A-4ACD-B235-A7220D1D315D}"/>
          </ac:spMkLst>
        </pc:spChg>
        <pc:spChg chg="add mod or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4" creationId="{1D3217B9-9DC8-4AE9-B634-996C9007A889}"/>
          </ac:spMkLst>
        </pc:spChg>
        <pc:spChg chg="add mod ord">
          <ac:chgData name="Hamilton Stott" userId="e28223afab1f786a" providerId="LiveId" clId="{9DE405D1-B133-4AAF-9B8E-EA6D7D3E7211}" dt="2018-02-12T15:10:43.116" v="1513" actId="20577"/>
          <ac:spMkLst>
            <pc:docMk/>
            <pc:sldMk cId="3362548451" sldId="264"/>
            <ac:spMk id="6" creationId="{2ED51037-A9D7-47E3-936A-FA558D06DFE4}"/>
          </ac:spMkLst>
        </pc:spChg>
        <pc:spChg chg="add mod or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7" creationId="{B8292566-E174-4F46-BBF0-37E8CE3D829D}"/>
          </ac:spMkLst>
        </pc:spChg>
        <pc:spChg chg="add mod ord">
          <ac:chgData name="Hamilton Stott" userId="e28223afab1f786a" providerId="LiveId" clId="{9DE405D1-B133-4AAF-9B8E-EA6D7D3E7211}" dt="2018-02-12T15:10:46.163" v="1515" actId="20577"/>
          <ac:spMkLst>
            <pc:docMk/>
            <pc:sldMk cId="3362548451" sldId="264"/>
            <ac:spMk id="9" creationId="{1DAA11F2-D8C5-4976-BC57-B9A7E94DD650}"/>
          </ac:spMkLst>
        </pc:spChg>
        <pc:spChg chg="add mod ord">
          <ac:chgData name="Hamilton Stott" userId="e28223afab1f786a" providerId="LiveId" clId="{9DE405D1-B133-4AAF-9B8E-EA6D7D3E7211}" dt="2018-02-12T15:11:33.052" v="1524" actId="1076"/>
          <ac:spMkLst>
            <pc:docMk/>
            <pc:sldMk cId="3362548451" sldId="264"/>
            <ac:spMk id="10" creationId="{4EC3DEAA-AF05-4B0C-AB14-43D00739CDC6}"/>
          </ac:spMkLst>
        </pc:spChg>
        <pc:spChg chg="add del mod">
          <ac:chgData name="Hamilton Stott" userId="e28223afab1f786a" providerId="LiveId" clId="{9DE405D1-B133-4AAF-9B8E-EA6D7D3E7211}" dt="2018-02-12T15:10:52.980" v="1516" actId="478"/>
          <ac:spMkLst>
            <pc:docMk/>
            <pc:sldMk cId="3362548451" sldId="264"/>
            <ac:spMk id="11" creationId="{4B0A2CAD-085B-4A48-B184-2A3C67088785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2" creationId="{F68D1685-8116-4608-95E9-81C9F475ABDE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3" creationId="{6B824652-AD20-4854-9491-8E19A42C552E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5" creationId="{EF841AF9-8A35-4C04-B7E8-97AD1CD89DB4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6" creationId="{EB6C2C8C-A99F-4CFA-ABCC-6F9596F3589B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8" creationId="{E953AB26-F975-4FA7-981B-8272C2C63ECF}"/>
          </ac:spMkLst>
        </pc:spChg>
        <pc:spChg chg="add mod">
          <ac:chgData name="Hamilton Stott" userId="e28223afab1f786a" providerId="LiveId" clId="{9DE405D1-B133-4AAF-9B8E-EA6D7D3E7211}" dt="2018-02-12T15:09:58.471" v="1502" actId="1076"/>
          <ac:spMkLst>
            <pc:docMk/>
            <pc:sldMk cId="3362548451" sldId="264"/>
            <ac:spMk id="19" creationId="{8C74CECC-418E-49BC-B361-F8775698C36E}"/>
          </ac:spMkLst>
        </pc:spChg>
        <pc:spChg chg="add mod">
          <ac:chgData name="Hamilton Stott" userId="e28223afab1f786a" providerId="LiveId" clId="{9DE405D1-B133-4AAF-9B8E-EA6D7D3E7211}" dt="2018-02-12T15:12:23.931" v="1619" actId="403"/>
          <ac:spMkLst>
            <pc:docMk/>
            <pc:sldMk cId="3362548451" sldId="264"/>
            <ac:spMk id="27" creationId="{C81FF7AC-4820-4FD3-914A-436BC1C2C10D}"/>
          </ac:spMkLst>
        </pc:spChg>
        <pc:cxnChg chg="add mod ord">
          <ac:chgData name="Hamilton Stott" userId="e28223afab1f786a" providerId="LiveId" clId="{9DE405D1-B133-4AAF-9B8E-EA6D7D3E7211}" dt="2018-02-12T15:11:28.562" v="1523" actId="14100"/>
          <ac:cxnSpMkLst>
            <pc:docMk/>
            <pc:sldMk cId="3362548451" sldId="264"/>
            <ac:cxnSpMk id="5" creationId="{BD0B006F-68DB-4557-92A5-F45B3D57F19B}"/>
          </ac:cxnSpMkLst>
        </pc:cxnChg>
        <pc:cxnChg chg="add del mod ord">
          <ac:chgData name="Hamilton Stott" userId="e28223afab1f786a" providerId="LiveId" clId="{9DE405D1-B133-4AAF-9B8E-EA6D7D3E7211}" dt="2018-02-12T15:10:28.119" v="1508" actId="478"/>
          <ac:cxnSpMkLst>
            <pc:docMk/>
            <pc:sldMk cId="3362548451" sldId="264"/>
            <ac:cxnSpMk id="8" creationId="{627280BC-BC80-4C57-8DAD-A731FADE356F}"/>
          </ac:cxnSpMkLst>
        </pc:cxnChg>
        <pc:cxnChg chg="add mod">
          <ac:chgData name="Hamilton Stott" userId="e28223afab1f786a" providerId="LiveId" clId="{9DE405D1-B133-4AAF-9B8E-EA6D7D3E7211}" dt="2018-02-12T15:11:20.086" v="1521" actId="14100"/>
          <ac:cxnSpMkLst>
            <pc:docMk/>
            <pc:sldMk cId="3362548451" sldId="264"/>
            <ac:cxnSpMk id="14" creationId="{4934D873-6C92-4314-940C-9933DD24175C}"/>
          </ac:cxnSpMkLst>
        </pc:cxnChg>
        <pc:cxnChg chg="add mod">
          <ac:chgData name="Hamilton Stott" userId="e28223afab1f786a" providerId="LiveId" clId="{9DE405D1-B133-4AAF-9B8E-EA6D7D3E7211}" dt="2018-02-12T15:10:34.526" v="1509" actId="14100"/>
          <ac:cxnSpMkLst>
            <pc:docMk/>
            <pc:sldMk cId="3362548451" sldId="264"/>
            <ac:cxnSpMk id="17" creationId="{36E374C8-1FF0-4395-9C8D-102B5CF73B0E}"/>
          </ac:cxnSpMkLst>
        </pc:cxnChg>
      </pc:sldChg>
      <pc:sldChg chg="del">
        <pc:chgData name="Hamilton Stott" userId="e28223afab1f786a" providerId="LiveId" clId="{9DE405D1-B133-4AAF-9B8E-EA6D7D3E7211}" dt="2018-02-12T14:33:56.513" v="61" actId="2696"/>
        <pc:sldMkLst>
          <pc:docMk/>
          <pc:sldMk cId="3132175993" sldId="265"/>
        </pc:sldMkLst>
      </pc:sldChg>
      <pc:sldChg chg="addSp delSp modSp add delAnim modAnim modNotesTx">
        <pc:chgData name="Hamilton Stott" userId="e28223afab1f786a" providerId="LiveId" clId="{9DE405D1-B133-4AAF-9B8E-EA6D7D3E7211}" dt="2018-02-12T15:06:49.288" v="1481"/>
        <pc:sldMkLst>
          <pc:docMk/>
          <pc:sldMk cId="3881512257" sldId="265"/>
        </pc:sldMkLst>
        <pc:spChg chg="add mod">
          <ac:chgData name="Hamilton Stott" userId="e28223afab1f786a" providerId="LiveId" clId="{9DE405D1-B133-4AAF-9B8E-EA6D7D3E7211}" dt="2018-02-12T15:05:05.958" v="1249" actId="1076"/>
          <ac:spMkLst>
            <pc:docMk/>
            <pc:sldMk cId="3881512257" sldId="265"/>
            <ac:spMk id="2" creationId="{AA39D2C9-3368-42ED-883D-F54D5FF26CCC}"/>
          </ac:spMkLst>
        </pc:spChg>
        <pc:spChg chg="add mod">
          <ac:chgData name="Hamilton Stott" userId="e28223afab1f786a" providerId="LiveId" clId="{9DE405D1-B133-4AAF-9B8E-EA6D7D3E7211}" dt="2018-02-12T15:05:08.292" v="1250" actId="1076"/>
          <ac:spMkLst>
            <pc:docMk/>
            <pc:sldMk cId="3881512257" sldId="265"/>
            <ac:spMk id="3" creationId="{A9D3A92A-7CD9-4D0B-AB6C-4293486C85EF}"/>
          </ac:spMkLst>
        </pc:spChg>
        <pc:spChg chg="del">
          <ac:chgData name="Hamilton Stott" userId="e28223afab1f786a" providerId="LiveId" clId="{9DE405D1-B133-4AAF-9B8E-EA6D7D3E7211}" dt="2018-02-12T15:00:59.975" v="846" actId="478"/>
          <ac:spMkLst>
            <pc:docMk/>
            <pc:sldMk cId="3881512257" sldId="265"/>
            <ac:spMk id="19" creationId="{2F211DF2-57A5-4BA4-B3F6-8FD95BC589D7}"/>
          </ac:spMkLst>
        </pc:spChg>
        <pc:spChg chg="del">
          <ac:chgData name="Hamilton Stott" userId="e28223afab1f786a" providerId="LiveId" clId="{9DE405D1-B133-4AAF-9B8E-EA6D7D3E7211}" dt="2018-02-12T15:01:09.144" v="849" actId="478"/>
          <ac:spMkLst>
            <pc:docMk/>
            <pc:sldMk cId="3881512257" sldId="265"/>
            <ac:spMk id="20" creationId="{A513CE5D-BA2B-498F-8680-F960E438A7F2}"/>
          </ac:spMkLst>
        </pc:spChg>
        <pc:spChg chg="del">
          <ac:chgData name="Hamilton Stott" userId="e28223afab1f786a" providerId="LiveId" clId="{9DE405D1-B133-4AAF-9B8E-EA6D7D3E7211}" dt="2018-02-12T15:01:04.481" v="847" actId="478"/>
          <ac:spMkLst>
            <pc:docMk/>
            <pc:sldMk cId="3881512257" sldId="265"/>
            <ac:spMk id="21" creationId="{A45B4A1C-5D25-407F-8979-4322278B38BF}"/>
          </ac:spMkLst>
        </pc:spChg>
        <pc:spChg chg="add mod">
          <ac:chgData name="Hamilton Stott" userId="e28223afab1f786a" providerId="LiveId" clId="{9DE405D1-B133-4AAF-9B8E-EA6D7D3E7211}" dt="2018-02-12T15:05:11.736" v="1251" actId="1076"/>
          <ac:spMkLst>
            <pc:docMk/>
            <pc:sldMk cId="3881512257" sldId="265"/>
            <ac:spMk id="22" creationId="{8737E853-B489-40AB-A144-D10989380452}"/>
          </ac:spMkLst>
        </pc:spChg>
        <pc:spChg chg="add mod">
          <ac:chgData name="Hamilton Stott" userId="e28223afab1f786a" providerId="LiveId" clId="{9DE405D1-B133-4AAF-9B8E-EA6D7D3E7211}" dt="2018-02-12T15:05:15.684" v="1252" actId="1076"/>
          <ac:spMkLst>
            <pc:docMk/>
            <pc:sldMk cId="3881512257" sldId="265"/>
            <ac:spMk id="23" creationId="{A2440875-82DB-4A65-94CD-7DD32B9E1809}"/>
          </ac:spMkLst>
        </pc:spChg>
        <pc:spChg chg="del">
          <ac:chgData name="Hamilton Stott" userId="e28223afab1f786a" providerId="LiveId" clId="{9DE405D1-B133-4AAF-9B8E-EA6D7D3E7211}" dt="2018-02-12T15:01:04.481" v="847" actId="478"/>
          <ac:spMkLst>
            <pc:docMk/>
            <pc:sldMk cId="3881512257" sldId="265"/>
            <ac:spMk id="25" creationId="{647BD561-53E5-4BAB-95AE-4F4AE30EFFC2}"/>
          </ac:spMkLst>
        </pc:spChg>
        <pc:spChg chg="del">
          <ac:chgData name="Hamilton Stott" userId="e28223afab1f786a" providerId="LiveId" clId="{9DE405D1-B133-4AAF-9B8E-EA6D7D3E7211}" dt="2018-02-12T15:01:04.481" v="847" actId="478"/>
          <ac:spMkLst>
            <pc:docMk/>
            <pc:sldMk cId="3881512257" sldId="265"/>
            <ac:spMk id="26" creationId="{C0E6B56F-DD89-4E90-B5D5-E8CB05BE42FF}"/>
          </ac:spMkLst>
        </pc:spChg>
        <pc:spChg chg="add mod">
          <ac:chgData name="Hamilton Stott" userId="e28223afab1f786a" providerId="LiveId" clId="{9DE405D1-B133-4AAF-9B8E-EA6D7D3E7211}" dt="2018-02-12T15:05:57.569" v="1393" actId="20577"/>
          <ac:spMkLst>
            <pc:docMk/>
            <pc:sldMk cId="3881512257" sldId="265"/>
            <ac:spMk id="27" creationId="{44A08C4C-C57C-4B6C-ADE7-FD2ABB194D20}"/>
          </ac:spMkLst>
        </pc:spChg>
        <pc:spChg chg="add mod">
          <ac:chgData name="Hamilton Stott" userId="e28223afab1f786a" providerId="LiveId" clId="{9DE405D1-B133-4AAF-9B8E-EA6D7D3E7211}" dt="2018-02-12T15:06:30.672" v="1476" actId="1076"/>
          <ac:spMkLst>
            <pc:docMk/>
            <pc:sldMk cId="3881512257" sldId="265"/>
            <ac:spMk id="28" creationId="{95C65352-275C-4D3F-B103-95B06107DFC4}"/>
          </ac:spMkLst>
        </pc:spChg>
        <pc:spChg chg="del">
          <ac:chgData name="Hamilton Stott" userId="e28223afab1f786a" providerId="LiveId" clId="{9DE405D1-B133-4AAF-9B8E-EA6D7D3E7211}" dt="2018-02-12T15:01:04.481" v="847" actId="478"/>
          <ac:spMkLst>
            <pc:docMk/>
            <pc:sldMk cId="3881512257" sldId="265"/>
            <ac:spMk id="30" creationId="{E687F1FE-25DB-4252-AEA1-B2A20B91BF19}"/>
          </ac:spMkLst>
        </pc:spChg>
        <pc:spChg chg="del">
          <ac:chgData name="Hamilton Stott" userId="e28223afab1f786a" providerId="LiveId" clId="{9DE405D1-B133-4AAF-9B8E-EA6D7D3E7211}" dt="2018-02-12T15:01:05.559" v="848" actId="478"/>
          <ac:spMkLst>
            <pc:docMk/>
            <pc:sldMk cId="3881512257" sldId="265"/>
            <ac:spMk id="31" creationId="{47550857-EC67-4159-88E5-C7148D0109BB}"/>
          </ac:spMkLst>
        </pc:spChg>
        <pc:cxnChg chg="del">
          <ac:chgData name="Hamilton Stott" userId="e28223afab1f786a" providerId="LiveId" clId="{9DE405D1-B133-4AAF-9B8E-EA6D7D3E7211}" dt="2018-02-12T15:01:04.481" v="847" actId="478"/>
          <ac:cxnSpMkLst>
            <pc:docMk/>
            <pc:sldMk cId="3881512257" sldId="265"/>
            <ac:cxnSpMk id="24" creationId="{21A7794A-D8B9-4101-BE69-0A9657FE968C}"/>
          </ac:cxnSpMkLst>
        </pc:cxnChg>
        <pc:cxnChg chg="del">
          <ac:chgData name="Hamilton Stott" userId="e28223afab1f786a" providerId="LiveId" clId="{9DE405D1-B133-4AAF-9B8E-EA6D7D3E7211}" dt="2018-02-12T15:01:04.481" v="847" actId="478"/>
          <ac:cxnSpMkLst>
            <pc:docMk/>
            <pc:sldMk cId="3881512257" sldId="265"/>
            <ac:cxnSpMk id="29" creationId="{51FE852B-2040-44CD-B79C-790967770003}"/>
          </ac:cxnSpMkLst>
        </pc:cxnChg>
      </pc:sldChg>
      <pc:sldChg chg="add del">
        <pc:chgData name="Hamilton Stott" userId="e28223afab1f786a" providerId="LiveId" clId="{9DE405D1-B133-4AAF-9B8E-EA6D7D3E7211}" dt="2018-02-12T15:13:33.543" v="1632" actId="2696"/>
        <pc:sldMkLst>
          <pc:docMk/>
          <pc:sldMk cId="2795313953" sldId="266"/>
        </pc:sldMkLst>
      </pc:sldChg>
      <pc:sldChg chg="del">
        <pc:chgData name="Hamilton Stott" userId="e28223afab1f786a" providerId="LiveId" clId="{9DE405D1-B133-4AAF-9B8E-EA6D7D3E7211}" dt="2018-02-12T14:33:56.612" v="63" actId="2696"/>
        <pc:sldMkLst>
          <pc:docMk/>
          <pc:sldMk cId="3394892480" sldId="266"/>
        </pc:sldMkLst>
      </pc:sldChg>
      <pc:sldChg chg="del">
        <pc:chgData name="Hamilton Stott" userId="e28223afab1f786a" providerId="LiveId" clId="{9DE405D1-B133-4AAF-9B8E-EA6D7D3E7211}" dt="2018-02-12T14:33:56.566" v="62" actId="2696"/>
        <pc:sldMkLst>
          <pc:docMk/>
          <pc:sldMk cId="3282876899" sldId="267"/>
        </pc:sldMkLst>
      </pc:sldChg>
      <pc:sldChg chg="del">
        <pc:chgData name="Hamilton Stott" userId="e28223afab1f786a" providerId="LiveId" clId="{9DE405D1-B133-4AAF-9B8E-EA6D7D3E7211}" dt="2018-02-12T14:33:56.618" v="64" actId="2696"/>
        <pc:sldMkLst>
          <pc:docMk/>
          <pc:sldMk cId="1959198539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29061-360E-4682-B0C6-CB42D484B736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BD033-8677-4794-8EA0-E5BD0D524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17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4125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Note, no easy representation of higher powers.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17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Point out calculate, evaluate as language  = give me a number!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For example 6 remind the class to use alphabetical order for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264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Alphabetical order again for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701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They will need either a watch with a seconds indication, or their smartphones.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131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Dwyer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6200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97F1-6603-4711-AA97-CFD2B9AE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341D2-3107-4E16-8220-41A28F6A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B0DB-5B89-4E2B-A91E-AE876ED1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32DC4-B035-4128-B2DD-3F07D46A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A338F-DBE1-4A34-809A-24EF4029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71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8664-18F4-4A4A-817A-CAA05491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014EB-0920-43C6-9D56-E854EA6BC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8CAFC-90D4-441D-9114-404EE417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E7EF-B7F3-4D6C-854D-FAC2AE1C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646C-9477-470C-904E-A2CDC7DA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134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794B-C083-4861-A2BF-36E45414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C2B83-E9DE-4E12-8E78-75391E0B7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ADFE-7CF2-4C0A-9E25-708BC6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614F3-8B08-469A-89BF-48C53ABA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962C-6B28-4BEA-96FE-B276D716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480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EA91-1CDA-41B4-8D75-80435241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8C36-1CBC-40C8-8517-09A10608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1415E-8BF2-49BC-9AF9-3B791209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6C7C2-9939-47D4-B261-2685035B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F0F3-EC88-426E-A079-27B1A41D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032F6-BCB8-45ED-BDE9-37E1F442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13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0E4B2-3362-4396-B9C6-6F700A1ED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BC397-0820-4863-8BAE-C3FA4CB6D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F8C05-65FF-4F37-99A2-FC5E024B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2C56E-CD78-45CD-B6CF-EA62631A7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3D0B2-FD21-4D28-A6B4-7823EC118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C00B80-99BF-413D-8E58-6380F4D8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DFC488-33C9-4C93-98D1-D5E7DCEE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6AEAFE-BDBF-4B84-84AE-7AA239B7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9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2250-064F-4B50-B4ED-2B64F5B2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6F749-BFBF-4060-A323-9BD8D251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8AB30-DC55-4DC9-B15A-25B1A08F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2F5B6-A2DB-41C4-BCF1-738EFDDD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84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6CFB6-2F73-4D92-A38F-DE55B1AB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915A7-BB02-4561-8D76-51CA7ED4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B5266-6EEE-458F-83DC-5166126C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83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2249-0954-483B-AE9E-88B333B0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BA1B-4BD1-4D82-8CFE-C8146CA5E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43C29-EACA-4206-9BCF-B804F4BD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B3185-CD33-4AC4-8CC7-DA8CCC23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8B4B9-0CAE-44C8-A994-8B4E1254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2E863-728F-4C61-9A03-C9CB1DB7A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3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0617-9863-47D2-8BCC-87E0D05F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BEF69-831D-49AB-9921-1F83288B4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71A57-E81B-42AD-81FF-44AADED5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AE00F-98D1-4FBB-8A53-366B8580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9060-1780-4EB6-B1EE-C7641F2E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CEEC8-5887-4F42-9CFE-8344B37B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649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147F-98AE-4A63-AEE5-12224118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0DCD-8ED7-4D14-9E46-25C10810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3E16-8756-4438-9029-056661DE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C9C8-56C8-4D11-8F47-E05C738E3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AE23B-65EF-44E4-A98F-A6336DAF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41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38317-68EB-41BD-A9B2-E09192F95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5E2C0-1DD2-47B4-8566-8DA9AA73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D681B-7896-44C9-9C40-6F791203E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25E65-AA75-4C8E-A006-A3637B95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62F32-E31C-494D-A371-FCBCF2B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02EFD-13D7-4E58-9222-7551CDA2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EF677-1D9E-41D6-935D-CDB676A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A987-ACE0-4CAA-A0FA-2F028C8AF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04C13-8807-480B-94FE-DF6C63C201C3}" type="datetimeFigureOut">
              <a:rPr lang="en-AU" smtClean="0"/>
              <a:t>12/02/2018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A8287-61DF-4352-918D-F033F1807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45A56-FA1D-4167-991D-4EFB1AAC9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37031-AC05-416D-B8C8-63C8C0CDB1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66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F4B1A-2A79-46F5-B0AC-5CC764A0EC72}"/>
              </a:ext>
            </a:extLst>
          </p:cNvPr>
          <p:cNvSpPr txBox="1"/>
          <p:nvPr/>
        </p:nvSpPr>
        <p:spPr>
          <a:xfrm>
            <a:off x="2795752" y="1681655"/>
            <a:ext cx="471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convenient way of writing 2 x 2 x 2 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47" y="1299583"/>
            <a:ext cx="2661181" cy="134186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976ADB-79F6-4126-95D4-351587B59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59840"/>
              </p:ext>
            </p:extLst>
          </p:nvPr>
        </p:nvGraphicFramePr>
        <p:xfrm>
          <a:off x="2915324" y="3470731"/>
          <a:ext cx="9053102" cy="2217420"/>
        </p:xfrm>
        <a:graphic>
          <a:graphicData uri="http://schemas.openxmlformats.org/drawingml/2006/table">
            <a:tbl>
              <a:tblPr/>
              <a:tblGrid>
                <a:gridCol w="4526551">
                  <a:extLst>
                    <a:ext uri="{9D8B030D-6E8A-4147-A177-3AD203B41FA5}">
                      <a16:colId xmlns:a16="http://schemas.microsoft.com/office/drawing/2014/main" val="1471622598"/>
                    </a:ext>
                  </a:extLst>
                </a:gridCol>
                <a:gridCol w="4526551">
                  <a:extLst>
                    <a:ext uri="{9D8B030D-6E8A-4147-A177-3AD203B41FA5}">
                      <a16:colId xmlns:a16="http://schemas.microsoft.com/office/drawing/2014/main" val="3561656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1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(read as '3' or '3 to the power 1')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332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3 × 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2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AU" dirty="0"/>
                        <a:t>(read as '3 squared')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4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3 × 3 × 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3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(read as '3 cubed')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144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828675">
                        <a:tabLst>
                          <a:tab pos="2603500" algn="l"/>
                        </a:tabLst>
                      </a:pPr>
                      <a:r>
                        <a:rPr lang="en-AU" dirty="0"/>
                        <a:t>3 × 3 × 3 × 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4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(read as '3 to the power 4' or as '3 to the 4th')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983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452438"/>
                      <a:r>
                        <a:rPr lang="en-AU" dirty="0"/>
                        <a:t>3 × 3 × 3 × 3 × 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5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(read as '3 to the power 5' or as '3 to the 5')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3076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AU" dirty="0"/>
                        <a:t>3 × 3 × 3 × 3 × 3 × 3 = 3</a:t>
                      </a:r>
                      <a:r>
                        <a:rPr lang="en-AU" b="0" i="0" u="none" strike="noStrike" baseline="30000" dirty="0">
                          <a:effectLst/>
                        </a:rPr>
                        <a:t>6</a:t>
                      </a:r>
                      <a:endParaRPr lang="en-AU" baseline="30000" dirty="0"/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(read as '3 to the power 6' or as '3 to the 6')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445402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4E19A18-5307-4189-B7B8-487D05475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988" y="2955157"/>
            <a:ext cx="87527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When we multiply a number by itself, we usually use a more concise notation. For example: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111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E67D30-9DC7-4348-A919-7C7C27745456}"/>
              </a:ext>
            </a:extLst>
          </p:cNvPr>
          <p:cNvSpPr txBox="1"/>
          <p:nvPr/>
        </p:nvSpPr>
        <p:spPr>
          <a:xfrm>
            <a:off x="2818503" y="1678193"/>
            <a:ext cx="5432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terms '3 squared' for 3</a:t>
            </a:r>
            <a:r>
              <a:rPr lang="en-GB" baseline="30000" dirty="0"/>
              <a:t>2</a:t>
            </a:r>
            <a:r>
              <a:rPr lang="en-GB" dirty="0"/>
              <a:t> and '3 cubed' for 3</a:t>
            </a:r>
            <a:r>
              <a:rPr lang="en-GB" baseline="30000" dirty="0"/>
              <a:t>3</a:t>
            </a:r>
            <a:r>
              <a:rPr lang="en-GB" dirty="0"/>
              <a:t> come from geometry. </a:t>
            </a:r>
          </a:p>
          <a:p>
            <a:r>
              <a:rPr lang="en-GB" dirty="0"/>
              <a:t>You might have seen before we can arrange 3</a:t>
            </a:r>
            <a:r>
              <a:rPr lang="en-GB" baseline="30000" dirty="0"/>
              <a:t>2</a:t>
            </a:r>
            <a:r>
              <a:rPr lang="en-GB" dirty="0"/>
              <a:t> dots in a square and 3</a:t>
            </a:r>
            <a:r>
              <a:rPr lang="en-GB" baseline="30000" dirty="0"/>
              <a:t>3</a:t>
            </a:r>
            <a:r>
              <a:rPr lang="en-GB" dirty="0"/>
              <a:t> dots in a cube: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B37553-CE8D-47CC-BE33-5EA8C79EA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312" y="3327217"/>
            <a:ext cx="1524000" cy="1504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5C1AFB-1699-474C-827F-085046671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366" y="2965020"/>
            <a:ext cx="36480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2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798476" y="268120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1: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Calculate 6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870484" y="336005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 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6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6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61DE2A-A9CA-4991-B883-10C55E435244}"/>
              </a:ext>
            </a:extLst>
          </p:cNvPr>
          <p:cNvSpPr txBox="1"/>
          <p:nvPr/>
        </p:nvSpPr>
        <p:spPr>
          <a:xfrm>
            <a:off x="7946794" y="332927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887FBF-B527-49A5-8C55-7F6A7C19DB52}"/>
              </a:ext>
            </a:extLst>
          </p:cNvPr>
          <p:cNvSpPr txBox="1"/>
          <p:nvPr/>
        </p:nvSpPr>
        <p:spPr>
          <a:xfrm>
            <a:off x="8990910" y="3293269"/>
            <a:ext cx="1908212" cy="578882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36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978496" y="394134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7BD561-53E5-4BAB-95AE-4F4AE30EFFC2}"/>
              </a:ext>
            </a:extLst>
          </p:cNvPr>
          <p:cNvSpPr txBox="1"/>
          <p:nvPr/>
        </p:nvSpPr>
        <p:spPr>
          <a:xfrm>
            <a:off x="2798222" y="403135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2: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Evaluate 2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6B56F-DD89-4E90-B5D5-E8CB05BE42FF}"/>
              </a:ext>
            </a:extLst>
          </p:cNvPr>
          <p:cNvSpPr txBox="1"/>
          <p:nvPr/>
        </p:nvSpPr>
        <p:spPr>
          <a:xfrm>
            <a:off x="2870230" y="471020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means  2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2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2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2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2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19C89-0B2D-4A0F-8C21-13C95B344B27}"/>
              </a:ext>
            </a:extLst>
          </p:cNvPr>
          <p:cNvSpPr txBox="1"/>
          <p:nvPr/>
        </p:nvSpPr>
        <p:spPr>
          <a:xfrm>
            <a:off x="7946540" y="467942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106AF-31A3-42F6-BC67-3525FE2432C7}"/>
              </a:ext>
            </a:extLst>
          </p:cNvPr>
          <p:cNvSpPr txBox="1"/>
          <p:nvPr/>
        </p:nvSpPr>
        <p:spPr>
          <a:xfrm>
            <a:off x="8990656" y="4643419"/>
            <a:ext cx="1908212" cy="578882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32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FE852B-2040-44CD-B79C-790967770003}"/>
              </a:ext>
            </a:extLst>
          </p:cNvPr>
          <p:cNvCxnSpPr/>
          <p:nvPr/>
        </p:nvCxnSpPr>
        <p:spPr>
          <a:xfrm>
            <a:off x="2978242" y="529149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87F1FE-25DB-4252-AEA1-B2A20B91BF19}"/>
              </a:ext>
            </a:extLst>
          </p:cNvPr>
          <p:cNvSpPr txBox="1"/>
          <p:nvPr/>
        </p:nvSpPr>
        <p:spPr>
          <a:xfrm>
            <a:off x="2798222" y="538150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3: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Find 9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550857-EC67-4159-88E5-C7148D0109BB}"/>
              </a:ext>
            </a:extLst>
          </p:cNvPr>
          <p:cNvSpPr txBox="1"/>
          <p:nvPr/>
        </p:nvSpPr>
        <p:spPr>
          <a:xfrm>
            <a:off x="2870230" y="606035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 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9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9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9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9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DBE20B-D84F-4714-9764-A8D6CA112045}"/>
              </a:ext>
            </a:extLst>
          </p:cNvPr>
          <p:cNvSpPr txBox="1"/>
          <p:nvPr/>
        </p:nvSpPr>
        <p:spPr>
          <a:xfrm>
            <a:off x="7946540" y="602957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3B8602-CB38-4E80-B532-B2F73BD50610}"/>
              </a:ext>
            </a:extLst>
          </p:cNvPr>
          <p:cNvSpPr txBox="1"/>
          <p:nvPr/>
        </p:nvSpPr>
        <p:spPr>
          <a:xfrm>
            <a:off x="8990656" y="5993569"/>
            <a:ext cx="1908212" cy="578882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" pitchFamily="34" charset="0"/>
                <a:cs typeface="Arial" pitchFamily="34" charset="0"/>
              </a:rPr>
              <a:t>6561</a:t>
            </a: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3" grpId="0" animBg="1"/>
      <p:bldP spid="25" grpId="0"/>
      <p:bldP spid="26" grpId="0"/>
      <p:bldP spid="27" grpId="0"/>
      <p:bldP spid="28" grpId="0" animBg="1"/>
      <p:bldP spid="30" grpId="0"/>
      <p:bldP spid="31" grpId="0"/>
      <p:bldP spid="32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798476" y="268120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4: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a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2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factor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870484" y="336005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 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a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a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978496" y="394134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7BD561-53E5-4BAB-95AE-4F4AE30EFFC2}"/>
              </a:ext>
            </a:extLst>
          </p:cNvPr>
          <p:cNvSpPr txBox="1"/>
          <p:nvPr/>
        </p:nvSpPr>
        <p:spPr>
          <a:xfrm>
            <a:off x="2798222" y="403135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5: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b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5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factor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6B56F-DD89-4E90-B5D5-E8CB05BE42FF}"/>
              </a:ext>
            </a:extLst>
          </p:cNvPr>
          <p:cNvSpPr txBox="1"/>
          <p:nvPr/>
        </p:nvSpPr>
        <p:spPr>
          <a:xfrm>
            <a:off x="2870230" y="471020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means  b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b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b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b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b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FE852B-2040-44CD-B79C-790967770003}"/>
              </a:ext>
            </a:extLst>
          </p:cNvPr>
          <p:cNvCxnSpPr/>
          <p:nvPr/>
        </p:nvCxnSpPr>
        <p:spPr>
          <a:xfrm>
            <a:off x="2978242" y="529149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87F1FE-25DB-4252-AEA1-B2A20B91BF19}"/>
              </a:ext>
            </a:extLst>
          </p:cNvPr>
          <p:cNvSpPr txBox="1"/>
          <p:nvPr/>
        </p:nvSpPr>
        <p:spPr>
          <a:xfrm>
            <a:off x="2798222" y="5381501"/>
            <a:ext cx="453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6: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f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4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g</a:t>
            </a:r>
            <a:r>
              <a:rPr lang="en-GB" b="1" baseline="30000" dirty="0">
                <a:latin typeface="Arial" pitchFamily="34" charset="0"/>
                <a:cs typeface="Arial" pitchFamily="34" charset="0"/>
              </a:rPr>
              <a:t>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factor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550857-EC67-4159-88E5-C7148D0109BB}"/>
              </a:ext>
            </a:extLst>
          </p:cNvPr>
          <p:cNvSpPr txBox="1"/>
          <p:nvPr/>
        </p:nvSpPr>
        <p:spPr>
          <a:xfrm>
            <a:off x="2870229" y="6060351"/>
            <a:ext cx="581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   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means  f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f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f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f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g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g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g</a:t>
            </a:r>
            <a:endParaRPr lang="en-GB" sz="2400" b="1" baseline="30000" dirty="0">
              <a:solidFill>
                <a:srgbClr val="0033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8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5" grpId="0"/>
      <p:bldP spid="26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13CE5D-BA2B-498F-8680-F960E438A7F2}"/>
              </a:ext>
            </a:extLst>
          </p:cNvPr>
          <p:cNvSpPr txBox="1"/>
          <p:nvPr/>
        </p:nvSpPr>
        <p:spPr>
          <a:xfrm>
            <a:off x="2798475" y="2681201"/>
            <a:ext cx="51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7: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B4A1C-5D25-407F-8979-4322278B38BF}"/>
              </a:ext>
            </a:extLst>
          </p:cNvPr>
          <p:cNvSpPr txBox="1"/>
          <p:nvPr/>
        </p:nvSpPr>
        <p:spPr>
          <a:xfrm>
            <a:off x="2870484" y="336005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 means k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A7794A-D8B9-4101-BE69-0A9657FE968C}"/>
              </a:ext>
            </a:extLst>
          </p:cNvPr>
          <p:cNvCxnSpPr/>
          <p:nvPr/>
        </p:nvCxnSpPr>
        <p:spPr>
          <a:xfrm>
            <a:off x="2978496" y="394134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7BD561-53E5-4BAB-95AE-4F4AE30EFFC2}"/>
              </a:ext>
            </a:extLst>
          </p:cNvPr>
          <p:cNvSpPr txBox="1"/>
          <p:nvPr/>
        </p:nvSpPr>
        <p:spPr>
          <a:xfrm>
            <a:off x="2798221" y="4031351"/>
            <a:ext cx="62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8: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E6B56F-DD89-4E90-B5D5-E8CB05BE42FF}"/>
              </a:ext>
            </a:extLst>
          </p:cNvPr>
          <p:cNvSpPr txBox="1"/>
          <p:nvPr/>
        </p:nvSpPr>
        <p:spPr>
          <a:xfrm>
            <a:off x="2870230" y="4710201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means m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FE852B-2040-44CD-B79C-790967770003}"/>
              </a:ext>
            </a:extLst>
          </p:cNvPr>
          <p:cNvCxnSpPr/>
          <p:nvPr/>
        </p:nvCxnSpPr>
        <p:spPr>
          <a:xfrm>
            <a:off x="2978242" y="5291491"/>
            <a:ext cx="7956884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687F1FE-25DB-4252-AEA1-B2A20B91BF19}"/>
              </a:ext>
            </a:extLst>
          </p:cNvPr>
          <p:cNvSpPr txBox="1"/>
          <p:nvPr/>
        </p:nvSpPr>
        <p:spPr>
          <a:xfrm>
            <a:off x="2798222" y="5381501"/>
            <a:ext cx="62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9: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550857-EC67-4159-88E5-C7148D0109BB}"/>
              </a:ext>
            </a:extLst>
          </p:cNvPr>
          <p:cNvSpPr txBox="1"/>
          <p:nvPr/>
        </p:nvSpPr>
        <p:spPr>
          <a:xfrm>
            <a:off x="2870229" y="6060351"/>
            <a:ext cx="581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 means  3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3627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5" grpId="0"/>
      <p:bldP spid="26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7" y="809731"/>
            <a:ext cx="10420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rules for index notation?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65B96-8CC3-41BE-AB50-0EE70503D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681" y="1303330"/>
            <a:ext cx="2661181" cy="13418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39D2C9-3368-42ED-883D-F54D5FF26CCC}"/>
              </a:ext>
            </a:extLst>
          </p:cNvPr>
          <p:cNvSpPr txBox="1"/>
          <p:nvPr/>
        </p:nvSpPr>
        <p:spPr>
          <a:xfrm>
            <a:off x="2655329" y="1431960"/>
            <a:ext cx="603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the largest prime number ever found?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D3A92A-7CD9-4D0B-AB6C-4293486C85EF}"/>
              </a:ext>
            </a:extLst>
          </p:cNvPr>
          <p:cNvSpPr/>
          <p:nvPr/>
        </p:nvSpPr>
        <p:spPr>
          <a:xfrm>
            <a:off x="2743429" y="2093371"/>
            <a:ext cx="27655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dirty="0">
                <a:solidFill>
                  <a:srgbClr val="545454"/>
                </a:solidFill>
                <a:latin typeface="arial" panose="020B0604020202020204" pitchFamily="34" charset="0"/>
              </a:rPr>
              <a:t>2</a:t>
            </a:r>
            <a:r>
              <a:rPr lang="en-AU" sz="3600" baseline="30000" dirty="0">
                <a:solidFill>
                  <a:srgbClr val="545454"/>
                </a:solidFill>
                <a:latin typeface="arial" panose="020B0604020202020204" pitchFamily="34" charset="0"/>
              </a:rPr>
              <a:t>77,232,917</a:t>
            </a:r>
            <a:r>
              <a:rPr lang="en-AU" sz="3600" dirty="0">
                <a:solidFill>
                  <a:srgbClr val="545454"/>
                </a:solidFill>
                <a:latin typeface="arial" panose="020B0604020202020204" pitchFamily="34" charset="0"/>
              </a:rPr>
              <a:t> − 1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37E853-B489-40AB-A144-D10989380452}"/>
              </a:ext>
            </a:extLst>
          </p:cNvPr>
          <p:cNvSpPr txBox="1"/>
          <p:nvPr/>
        </p:nvSpPr>
        <p:spPr>
          <a:xfrm>
            <a:off x="2699379" y="3048905"/>
            <a:ext cx="6037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number is 23 429 425 digits long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40875-82DB-4A65-94CD-7DD32B9E1809}"/>
              </a:ext>
            </a:extLst>
          </p:cNvPr>
          <p:cNvSpPr txBox="1"/>
          <p:nvPr/>
        </p:nvSpPr>
        <p:spPr>
          <a:xfrm>
            <a:off x="2699379" y="3671134"/>
            <a:ext cx="7581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partners one of you is to write out the digits 0 to 9</a:t>
            </a:r>
          </a:p>
          <a:p>
            <a:r>
              <a:rPr lang="en-AU" sz="2400" dirty="0"/>
              <a:t>(i.e. 0123456789) while the other one records the time it takes them.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08C4C-C57C-4B6C-ADE7-FD2ABB194D20}"/>
              </a:ext>
            </a:extLst>
          </p:cNvPr>
          <p:cNvSpPr txBox="1"/>
          <p:nvPr/>
        </p:nvSpPr>
        <p:spPr>
          <a:xfrm>
            <a:off x="2699379" y="5030077"/>
            <a:ext cx="7581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Next use this result to calculate how long it would take you to write out all 23 million digits in this number.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C65352-275C-4D3F-B103-95B06107DFC4}"/>
              </a:ext>
            </a:extLst>
          </p:cNvPr>
          <p:cNvSpPr txBox="1"/>
          <p:nvPr/>
        </p:nvSpPr>
        <p:spPr>
          <a:xfrm>
            <a:off x="2699379" y="6019688"/>
            <a:ext cx="758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It’s much easier to write it out in index form isn’t it!</a:t>
            </a:r>
          </a:p>
        </p:txBody>
      </p:sp>
    </p:spTree>
    <p:extLst>
      <p:ext uri="{BB962C8B-B14F-4D97-AF65-F5344CB8AC3E}">
        <p14:creationId xmlns:p14="http://schemas.microsoft.com/office/powerpoint/2010/main" val="388151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23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68D1685-8116-4608-95E9-81C9F475ABDE}"/>
              </a:ext>
            </a:extLst>
          </p:cNvPr>
          <p:cNvSpPr txBox="1"/>
          <p:nvPr/>
        </p:nvSpPr>
        <p:spPr>
          <a:xfrm>
            <a:off x="-40772" y="468743"/>
            <a:ext cx="51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7: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824652-AD20-4854-9491-8E19A42C552E}"/>
              </a:ext>
            </a:extLst>
          </p:cNvPr>
          <p:cNvSpPr txBox="1"/>
          <p:nvPr/>
        </p:nvSpPr>
        <p:spPr>
          <a:xfrm>
            <a:off x="31237" y="1147593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 means k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34D873-6C92-4314-940C-9933DD24175C}"/>
              </a:ext>
            </a:extLst>
          </p:cNvPr>
          <p:cNvCxnSpPr>
            <a:cxnSpLocks/>
          </p:cNvCxnSpPr>
          <p:nvPr/>
        </p:nvCxnSpPr>
        <p:spPr>
          <a:xfrm>
            <a:off x="139249" y="1728883"/>
            <a:ext cx="11955332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841AF9-8A35-4C04-B7E8-97AD1CD89DB4}"/>
              </a:ext>
            </a:extLst>
          </p:cNvPr>
          <p:cNvSpPr txBox="1"/>
          <p:nvPr/>
        </p:nvSpPr>
        <p:spPr>
          <a:xfrm>
            <a:off x="-41026" y="1818893"/>
            <a:ext cx="62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8: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6C2C8C-A99F-4CFA-ABCC-6F9596F3589B}"/>
              </a:ext>
            </a:extLst>
          </p:cNvPr>
          <p:cNvSpPr txBox="1"/>
          <p:nvPr/>
        </p:nvSpPr>
        <p:spPr>
          <a:xfrm>
            <a:off x="30983" y="2497743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means m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E374C8-1FF0-4395-9C8D-102B5CF73B0E}"/>
              </a:ext>
            </a:extLst>
          </p:cNvPr>
          <p:cNvCxnSpPr>
            <a:cxnSpLocks/>
          </p:cNvCxnSpPr>
          <p:nvPr/>
        </p:nvCxnSpPr>
        <p:spPr>
          <a:xfrm>
            <a:off x="138995" y="3079033"/>
            <a:ext cx="11955586" cy="0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53AB26-F975-4FA7-981B-8272C2C63ECF}"/>
              </a:ext>
            </a:extLst>
          </p:cNvPr>
          <p:cNvSpPr txBox="1"/>
          <p:nvPr/>
        </p:nvSpPr>
        <p:spPr>
          <a:xfrm>
            <a:off x="-41025" y="3169043"/>
            <a:ext cx="62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9: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74CECC-418E-49BC-B361-F8775698C36E}"/>
              </a:ext>
            </a:extLst>
          </p:cNvPr>
          <p:cNvSpPr txBox="1"/>
          <p:nvPr/>
        </p:nvSpPr>
        <p:spPr>
          <a:xfrm>
            <a:off x="30982" y="3847893"/>
            <a:ext cx="581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 means  3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BFBF9-A84A-4ACD-B235-A7220D1D315D}"/>
              </a:ext>
            </a:extLst>
          </p:cNvPr>
          <p:cNvSpPr txBox="1"/>
          <p:nvPr/>
        </p:nvSpPr>
        <p:spPr>
          <a:xfrm>
            <a:off x="5839376" y="456410"/>
            <a:ext cx="511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7: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217B9-9DC8-4AE9-B634-996C9007A889}"/>
              </a:ext>
            </a:extLst>
          </p:cNvPr>
          <p:cNvSpPr txBox="1"/>
          <p:nvPr/>
        </p:nvSpPr>
        <p:spPr>
          <a:xfrm>
            <a:off x="5911385" y="113526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k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k  means k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0B006F-68DB-4557-92A5-F45B3D57F19B}"/>
              </a:ext>
            </a:extLst>
          </p:cNvPr>
          <p:cNvCxnSpPr>
            <a:cxnSpLocks/>
          </p:cNvCxnSpPr>
          <p:nvPr/>
        </p:nvCxnSpPr>
        <p:spPr>
          <a:xfrm>
            <a:off x="5728357" y="0"/>
            <a:ext cx="0" cy="4309557"/>
          </a:xfrm>
          <a:prstGeom prst="line">
            <a:avLst/>
          </a:prstGeom>
          <a:ln w="127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ED51037-A9D7-47E3-936A-FA558D06DFE4}"/>
              </a:ext>
            </a:extLst>
          </p:cNvPr>
          <p:cNvSpPr txBox="1"/>
          <p:nvPr/>
        </p:nvSpPr>
        <p:spPr>
          <a:xfrm>
            <a:off x="5839122" y="1806560"/>
            <a:ext cx="6255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8: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92566-E174-4F46-BBF0-37E8CE3D829D}"/>
              </a:ext>
            </a:extLst>
          </p:cNvPr>
          <p:cNvSpPr txBox="1"/>
          <p:nvPr/>
        </p:nvSpPr>
        <p:spPr>
          <a:xfrm>
            <a:off x="5911131" y="248541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m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</a:t>
            </a:r>
            <a:r>
              <a:rPr lang="en-GB" sz="24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 n means m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A11F2-D8C5-4976-BC57-B9A7E94DD650}"/>
              </a:ext>
            </a:extLst>
          </p:cNvPr>
          <p:cNvSpPr txBox="1"/>
          <p:nvPr/>
        </p:nvSpPr>
        <p:spPr>
          <a:xfrm>
            <a:off x="5839123" y="3156710"/>
            <a:ext cx="625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</a:rPr>
              <a:t>Example 9:       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Write </a:t>
            </a:r>
            <a:r>
              <a:rPr lang="en-GB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in index form</a:t>
            </a:r>
            <a:endParaRPr lang="en-GB" b="1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3DEAA-AF05-4B0C-AB14-43D00739CDC6}"/>
              </a:ext>
            </a:extLst>
          </p:cNvPr>
          <p:cNvSpPr txBox="1"/>
          <p:nvPr/>
        </p:nvSpPr>
        <p:spPr>
          <a:xfrm>
            <a:off x="5911131" y="3813334"/>
            <a:ext cx="581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3gg3ggg3 means  3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400" b="1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GB" sz="2400" b="1" baseline="30000" dirty="0">
                <a:solidFill>
                  <a:srgbClr val="0033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1FF7AC-4820-4FD3-914A-436BC1C2C10D}"/>
              </a:ext>
            </a:extLst>
          </p:cNvPr>
          <p:cNvSpPr txBox="1"/>
          <p:nvPr/>
        </p:nvSpPr>
        <p:spPr>
          <a:xfrm>
            <a:off x="1034321" y="5036695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Use the above to help you work through exercise 1.2, 1.3 and 1.4 in the textbook, page 3</a:t>
            </a:r>
          </a:p>
        </p:txBody>
      </p:sp>
    </p:spTree>
    <p:extLst>
      <p:ext uri="{BB962C8B-B14F-4D97-AF65-F5344CB8AC3E}">
        <p14:creationId xmlns:p14="http://schemas.microsoft.com/office/powerpoint/2010/main" val="336254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2355</TotalTime>
  <Words>714</Words>
  <Application>Microsoft Office PowerPoint</Application>
  <PresentationFormat>Widescreen</PresentationFormat>
  <Paragraphs>109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number is illegal</dc:title>
  <dc:creator>Hamilton Stott</dc:creator>
  <cp:lastModifiedBy>Hamilton Stott</cp:lastModifiedBy>
  <cp:revision>9</cp:revision>
  <dcterms:created xsi:type="dcterms:W3CDTF">2018-02-10T03:48:19Z</dcterms:created>
  <dcterms:modified xsi:type="dcterms:W3CDTF">2018-02-12T15:13:39Z</dcterms:modified>
</cp:coreProperties>
</file>