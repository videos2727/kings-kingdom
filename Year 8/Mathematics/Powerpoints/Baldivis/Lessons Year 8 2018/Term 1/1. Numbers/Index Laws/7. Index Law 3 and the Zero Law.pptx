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64" r:id="rId4"/>
    <p:sldId id="265" r:id="rId5"/>
    <p:sldId id="260" r:id="rId6"/>
    <p:sldId id="262" r:id="rId7"/>
    <p:sldId id="266" r:id="rId8"/>
    <p:sldId id="261" r:id="rId9"/>
    <p:sldId id="267" r:id="rId10"/>
    <p:sldId id="268" r:id="rId11"/>
    <p:sldId id="269" r:id="rId12"/>
    <p:sldId id="270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BEE"/>
    <a:srgbClr val="66FF33"/>
    <a:srgbClr val="F3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E39D2-660F-403D-9FED-C452F77D44A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FFABE-E7C8-4D67-B82A-9D8856E842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61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5404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47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79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244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058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958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5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888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598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552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64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8BE9-6241-4D5A-9168-5E4296C0F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378AB-375B-44D6-AE5E-542F2ACB2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837BD-EB8C-4F99-853F-41F6BBE4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20538-435F-4920-A981-503BADB6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3931D-0042-415B-9F9C-980C8CA5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68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7081-D531-41F1-9D7E-35503B4A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3145B-CFA3-4401-91F4-ADC502EEA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9442C-F617-44E0-B5DF-1470F671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C5B22-5F4C-487C-9E69-5222D1A1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78A2F-204B-4E0D-8391-91B09640C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296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B414-17D9-4772-B41A-FBCA85D5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799ED-954B-4930-A907-6CAE6A762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16DD3-C9E2-44AE-98DA-5B0BAD82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7844-7AD5-410D-88B7-8E78F242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133D8-98EF-4E7E-8994-B20980A5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25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B920-6B62-4470-94DC-F3E1AC74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429C-D53C-4F94-9822-373D0E8A3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C69C9-B960-4D64-8E03-24A1D495A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8A101-CA46-4674-97B0-52890A47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C336E-BB70-4B9E-BCE0-04EA4311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DA51B-D0FE-4CD4-8282-EB0B268A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92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3C92-0D92-4A3A-B37F-7C878E84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BD3D-B734-4111-B429-567AE6320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2DB92-9A79-467C-BB28-7B2950DB9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9F2A8-1AB7-4C8A-9C76-35207C523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D9095-A146-46A4-91D9-146CC53E5B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55075-B043-4051-B8C0-EB2B2FF4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57B39-D601-43ED-BB22-22BEC64E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9863E0-171F-421D-A705-B7B0C328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2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795F-61DE-4C07-B0BC-E70BD5D3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6C2AF-E525-40B3-8FE5-33E5386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41E74-83C8-493C-8E03-F7D1AD22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33926-0595-41CA-820E-7343598C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67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FD270-FE41-456E-96D1-9DCC8F0A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27EA93-37E3-4C24-97A1-BCDC706B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B34B3-0112-43D9-9D7B-D0DF28E3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63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109C-96C9-40BD-89A0-C9EA724A8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F6B93-C626-43B4-9DD3-D8231E0A1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00872-CBC0-447F-B6F6-F2405DDCB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C177A-68C7-44F4-857E-7E007EA3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F24BD-322D-498F-9854-A890A03B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DA2B8-F863-4424-82FA-47A92262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29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376F-7FAA-4F69-9499-AFF84863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E1A2F-0E1E-4AAE-A163-BBC099F25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D3BEA-C52B-45DB-A086-006C0B4C4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2CFE3-6CF7-4186-AD6F-10063297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18E23-8238-439B-B9F8-4649CDDA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B5B0B-005D-4980-B2B4-F6533952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30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9B7E-94AF-402D-91A5-F8D58A7A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160FD-B402-45CC-94F4-9EAD70415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CD3D-4A69-4FD4-8937-87DC83BB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29F09-F1B9-41D2-9FE0-1F4DB3A6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D0B6-B179-4DC2-A258-29AADD28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75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990E72-66B6-4343-9762-0142EF073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6BE14-04BD-417B-A046-657560C05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A3FD1-6616-43C7-BE6D-57D62A06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E768-0A55-47FF-A5CC-9FC8EDE3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7C710-1160-43B3-AACA-40A7AF1A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332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0491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6903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10949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1047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5779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2757F-E139-49C5-AAAF-859CDE64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2C50-1572-4602-BEB5-F3C76D9F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34165-6ED5-432B-87C1-6B7E2B5E1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BEA3F-DAD3-461F-A5FB-BCA75E2B70D6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49271-44C5-4692-BE99-8B0176CEA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CF40-EAE8-406F-A775-F8DF88C29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A29D5-3474-4798-BD21-DAF628689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301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8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Index Law 3 and 4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Last Lesson Recap</a:t>
            </a: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43CCC65D-3C9D-448F-B165-06B65EDCE7D9}"/>
              </a:ext>
            </a:extLst>
          </p:cNvPr>
          <p:cNvSpPr/>
          <p:nvPr/>
        </p:nvSpPr>
        <p:spPr>
          <a:xfrm>
            <a:off x="887592" y="1719470"/>
            <a:ext cx="10111711" cy="497287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1.  2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2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2.   a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  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x a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	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3. 2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 2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  			     </a:t>
            </a:r>
            <a:r>
              <a:rPr lang="en-AU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         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 4.  17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 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÷ 17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4  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				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	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5. y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y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= 						6.  r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9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x r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r</a:t>
            </a:r>
            <a:r>
              <a:rPr lang="en-AU" sz="28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 </a:t>
            </a: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</a:t>
            </a:r>
            <a:endParaRPr lang="en-AU" sz="2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D272B-793F-46C8-BB82-F84AA61F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48" y="0"/>
            <a:ext cx="9551504" cy="684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1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33E5FE-4E8D-4B56-B78C-53DE91FD3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20" y="0"/>
            <a:ext cx="9043160" cy="684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4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528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Index Law 3 and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Law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ustomShape 8">
            <a:extLst>
              <a:ext uri="{FF2B5EF4-FFF2-40B4-BE49-F238E27FC236}">
                <a16:creationId xmlns:a16="http://schemas.microsoft.com/office/drawing/2014/main" id="{C61706B6-FCA8-408A-8406-E12609905792}"/>
              </a:ext>
            </a:extLst>
          </p:cNvPr>
          <p:cNvSpPr/>
          <p:nvPr/>
        </p:nvSpPr>
        <p:spPr>
          <a:xfrm>
            <a:off x="145773" y="843162"/>
            <a:ext cx="12188821" cy="4478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Describe how the index laws can be used to simplify expressions with indices.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8F5F9A-B7C6-4AC2-8A02-538C6E1ACE65}"/>
                  </a:ext>
                </a:extLst>
              </p:cNvPr>
              <p:cNvSpPr txBox="1"/>
              <p:nvPr/>
            </p:nvSpPr>
            <p:spPr>
              <a:xfrm>
                <a:off x="3861638" y="1434548"/>
                <a:ext cx="6695435" cy="1015663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sz="66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8F5F9A-B7C6-4AC2-8A02-538C6E1AC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638" y="1434548"/>
                <a:ext cx="6695435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C1D015A-32E7-45CF-A869-C383E5205E77}"/>
              </a:ext>
            </a:extLst>
          </p:cNvPr>
          <p:cNvSpPr/>
          <p:nvPr/>
        </p:nvSpPr>
        <p:spPr>
          <a:xfrm>
            <a:off x="2031394" y="2536437"/>
            <a:ext cx="875587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Use when a number written in index notation is raised to another power.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The base remains the same and the two powers (indices) are multiplied together.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153B08-CE05-413F-9544-92D3C855C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83206"/>
            <a:ext cx="12192000" cy="20747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8FF777-37C8-4B71-93C9-EC4382841B7C}"/>
              </a:ext>
            </a:extLst>
          </p:cNvPr>
          <p:cNvSpPr/>
          <p:nvPr/>
        </p:nvSpPr>
        <p:spPr>
          <a:xfrm>
            <a:off x="1482436" y="4783206"/>
            <a:ext cx="3519048" cy="640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157FC5-89DA-4BFE-9E75-87E5E4F88B60}"/>
              </a:ext>
            </a:extLst>
          </p:cNvPr>
          <p:cNvSpPr/>
          <p:nvPr/>
        </p:nvSpPr>
        <p:spPr>
          <a:xfrm>
            <a:off x="1371599" y="5500487"/>
            <a:ext cx="3519048" cy="514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C5C18F-BEEA-400E-BD3A-A05F42F48CC1}"/>
              </a:ext>
            </a:extLst>
          </p:cNvPr>
          <p:cNvSpPr/>
          <p:nvPr/>
        </p:nvSpPr>
        <p:spPr>
          <a:xfrm>
            <a:off x="1482435" y="6066195"/>
            <a:ext cx="10390907" cy="640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Examples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F43976-2DB0-4DEA-8E08-2C3C8BE2BB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963"/>
          <a:stretch/>
        </p:blipFill>
        <p:spPr>
          <a:xfrm>
            <a:off x="152785" y="1613666"/>
            <a:ext cx="12039215" cy="1406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36BD94-6CA7-463A-947A-B517B169797E}"/>
                  </a:ext>
                </a:extLst>
              </p:cNvPr>
              <p:cNvSpPr txBox="1"/>
              <p:nvPr/>
            </p:nvSpPr>
            <p:spPr>
              <a:xfrm>
                <a:off x="1187711" y="501334"/>
                <a:ext cx="4908289" cy="830997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5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36BD94-6CA7-463A-947A-B517B1697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11" y="501334"/>
                <a:ext cx="490828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0D87EF-DC40-41B5-8D79-4E52266451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693"/>
          <a:stretch/>
        </p:blipFill>
        <p:spPr>
          <a:xfrm>
            <a:off x="0" y="1697692"/>
            <a:ext cx="12072186" cy="22716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AEC2B9-1C52-4D89-B13A-920B739718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94" b="27425"/>
          <a:stretch/>
        </p:blipFill>
        <p:spPr>
          <a:xfrm>
            <a:off x="4156364" y="0"/>
            <a:ext cx="4741925" cy="213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7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528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Index Law 3 and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Index Law 4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ustomShape 8">
            <a:extLst>
              <a:ext uri="{FF2B5EF4-FFF2-40B4-BE49-F238E27FC236}">
                <a16:creationId xmlns:a16="http://schemas.microsoft.com/office/drawing/2014/main" id="{C61706B6-FCA8-408A-8406-E12609905792}"/>
              </a:ext>
            </a:extLst>
          </p:cNvPr>
          <p:cNvSpPr/>
          <p:nvPr/>
        </p:nvSpPr>
        <p:spPr>
          <a:xfrm>
            <a:off x="145773" y="843162"/>
            <a:ext cx="12188821" cy="4478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Describe how the index laws can be used to simplify expressions with indices.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8F5F9A-B7C6-4AC2-8A02-538C6E1ACE65}"/>
                  </a:ext>
                </a:extLst>
              </p:cNvPr>
              <p:cNvSpPr txBox="1"/>
              <p:nvPr/>
            </p:nvSpPr>
            <p:spPr>
              <a:xfrm>
                <a:off x="4882056" y="1475163"/>
                <a:ext cx="3996900" cy="1015663"/>
              </a:xfrm>
              <a:prstGeom prst="rect">
                <a:avLst/>
              </a:prstGeom>
              <a:noFill/>
              <a:ln w="57150">
                <a:solidFill>
                  <a:srgbClr val="66FF33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66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8F5F9A-B7C6-4AC2-8A02-538C6E1AC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56" y="1475163"/>
                <a:ext cx="3996900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66FF33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58033DA-F48C-4763-9E4F-1105179D3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70527"/>
            <a:ext cx="12192000" cy="324235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B41466A-6527-4ED8-A281-0F6E275E2786}"/>
              </a:ext>
            </a:extLst>
          </p:cNvPr>
          <p:cNvSpPr/>
          <p:nvPr/>
        </p:nvSpPr>
        <p:spPr>
          <a:xfrm>
            <a:off x="0" y="4068418"/>
            <a:ext cx="1126431" cy="583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60785-2059-473A-A9A3-D3749C16F0E3}"/>
              </a:ext>
            </a:extLst>
          </p:cNvPr>
          <p:cNvSpPr/>
          <p:nvPr/>
        </p:nvSpPr>
        <p:spPr>
          <a:xfrm>
            <a:off x="1126431" y="4068417"/>
            <a:ext cx="1577012" cy="742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65A0A-2611-4753-B089-AE5656A17853}"/>
              </a:ext>
            </a:extLst>
          </p:cNvPr>
          <p:cNvSpPr/>
          <p:nvPr/>
        </p:nvSpPr>
        <p:spPr>
          <a:xfrm>
            <a:off x="922969" y="4863549"/>
            <a:ext cx="1577012" cy="742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9F1DA-5E80-4DFB-B109-9B091D445BD1}"/>
              </a:ext>
            </a:extLst>
          </p:cNvPr>
          <p:cNvSpPr/>
          <p:nvPr/>
        </p:nvSpPr>
        <p:spPr>
          <a:xfrm>
            <a:off x="780074" y="5658681"/>
            <a:ext cx="1577012" cy="742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8E593A-C8CC-4D75-855F-FA8A397595F8}"/>
              </a:ext>
            </a:extLst>
          </p:cNvPr>
          <p:cNvSpPr/>
          <p:nvPr/>
        </p:nvSpPr>
        <p:spPr>
          <a:xfrm>
            <a:off x="5451677" y="3988905"/>
            <a:ext cx="1577012" cy="7421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048AC1-924C-48B4-83C5-FD3892EA8BAC}"/>
              </a:ext>
            </a:extLst>
          </p:cNvPr>
          <p:cNvSpPr/>
          <p:nvPr/>
        </p:nvSpPr>
        <p:spPr>
          <a:xfrm>
            <a:off x="7086379" y="3909391"/>
            <a:ext cx="1577012" cy="9541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E083EB-ACD2-4CA2-8757-7A52F059E790}"/>
              </a:ext>
            </a:extLst>
          </p:cNvPr>
          <p:cNvSpPr/>
          <p:nvPr/>
        </p:nvSpPr>
        <p:spPr>
          <a:xfrm>
            <a:off x="7028688" y="4905758"/>
            <a:ext cx="5161725" cy="477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83006F-E28C-4DD5-BCE5-2511BAFEF4C7}"/>
              </a:ext>
            </a:extLst>
          </p:cNvPr>
          <p:cNvSpPr/>
          <p:nvPr/>
        </p:nvSpPr>
        <p:spPr>
          <a:xfrm>
            <a:off x="6911251" y="5446647"/>
            <a:ext cx="1577012" cy="455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8552FF-205C-46CF-9A4D-9284D1C0E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969" y="6092803"/>
            <a:ext cx="10213184" cy="54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5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Examples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88117-9510-49DD-9762-08CBB4E01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2753"/>
            <a:ext cx="12175295" cy="47945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A07DA0-F694-459B-96CB-F00D7B632C6F}"/>
                  </a:ext>
                </a:extLst>
              </p:cNvPr>
              <p:cNvSpPr txBox="1"/>
              <p:nvPr/>
            </p:nvSpPr>
            <p:spPr>
              <a:xfrm>
                <a:off x="2720747" y="404664"/>
                <a:ext cx="3996900" cy="1015663"/>
              </a:xfrm>
              <a:prstGeom prst="rect">
                <a:avLst/>
              </a:prstGeom>
              <a:noFill/>
              <a:ln w="57150">
                <a:solidFill>
                  <a:srgbClr val="66FF33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66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A07DA0-F694-459B-96CB-F00D7B632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747" y="404664"/>
                <a:ext cx="3996900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66FF33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1C4E66B-9E36-4B85-ABCD-2E5A676B7EBA}"/>
              </a:ext>
            </a:extLst>
          </p:cNvPr>
          <p:cNvSpPr/>
          <p:nvPr/>
        </p:nvSpPr>
        <p:spPr>
          <a:xfrm>
            <a:off x="457200" y="3865418"/>
            <a:ext cx="11499273" cy="526473"/>
          </a:xfrm>
          <a:prstGeom prst="rect">
            <a:avLst/>
          </a:prstGeom>
          <a:solidFill>
            <a:srgbClr val="E4EBEE"/>
          </a:solidFill>
          <a:ln>
            <a:solidFill>
              <a:srgbClr val="E4E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ABFEF-9C7E-4229-9780-42E4265B270E}"/>
              </a:ext>
            </a:extLst>
          </p:cNvPr>
          <p:cNvSpPr/>
          <p:nvPr/>
        </p:nvSpPr>
        <p:spPr>
          <a:xfrm>
            <a:off x="457199" y="4433454"/>
            <a:ext cx="11499273" cy="911793"/>
          </a:xfrm>
          <a:prstGeom prst="rect">
            <a:avLst/>
          </a:prstGeom>
          <a:solidFill>
            <a:srgbClr val="E4EBEE"/>
          </a:solidFill>
          <a:ln>
            <a:solidFill>
              <a:srgbClr val="E4E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31495-430D-4309-A3EF-357AACCC173C}"/>
              </a:ext>
            </a:extLst>
          </p:cNvPr>
          <p:cNvSpPr/>
          <p:nvPr/>
        </p:nvSpPr>
        <p:spPr>
          <a:xfrm>
            <a:off x="457198" y="5386810"/>
            <a:ext cx="11499273" cy="856375"/>
          </a:xfrm>
          <a:prstGeom prst="rect">
            <a:avLst/>
          </a:prstGeom>
          <a:solidFill>
            <a:srgbClr val="E4EBEE"/>
          </a:solidFill>
          <a:ln>
            <a:solidFill>
              <a:srgbClr val="E4E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90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31B71-8565-4418-A893-4768F1D574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" r="48432" b="29663"/>
          <a:stretch/>
        </p:blipFill>
        <p:spPr>
          <a:xfrm>
            <a:off x="583096" y="1825511"/>
            <a:ext cx="9724117" cy="20176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15FB6C-5330-40DF-B2B7-8C04AA4DE3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788" b="31437"/>
          <a:stretch/>
        </p:blipFill>
        <p:spPr>
          <a:xfrm>
            <a:off x="5499653" y="144324"/>
            <a:ext cx="3317708" cy="199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6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961394-105F-49A8-8B6F-79D6AB2BFD3F}"/>
              </a:ext>
            </a:extLst>
          </p:cNvPr>
          <p:cNvSpPr/>
          <p:nvPr/>
        </p:nvSpPr>
        <p:spPr>
          <a:xfrm>
            <a:off x="1718062" y="2551837"/>
            <a:ext cx="87558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600" dirty="0"/>
              <a:t>Complete worksheet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600" dirty="0"/>
              <a:t>Complete Summery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133</Words>
  <Application>Microsoft Office PowerPoint</Application>
  <PresentationFormat>Widescreen</PresentationFormat>
  <Paragraphs>44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DejaVu Sans</vt:lpstr>
      <vt:lpstr>Kiwi School Handwriting</vt:lpstr>
      <vt:lpstr>Office Theme</vt:lpstr>
      <vt:lpstr>Index Law 3 and 4</vt:lpstr>
      <vt:lpstr>Last Lesson Recap</vt:lpstr>
      <vt:lpstr>PowerPoint Presentation</vt:lpstr>
      <vt:lpstr>PowerPoint Presentation</vt:lpstr>
      <vt:lpstr>PowerPoint Presentation</vt:lpstr>
      <vt:lpstr>Examples</vt:lpstr>
      <vt:lpstr>Practice</vt:lpstr>
      <vt:lpstr>PowerPoint Presentation</vt:lpstr>
      <vt:lpstr>PowerPoint Presentation</vt:lpstr>
      <vt:lpstr>Examples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Law 3 and the Zero Law</dc:title>
  <dc:creator>Nine Labuschagne</dc:creator>
  <cp:lastModifiedBy>Nine Labuschagne</cp:lastModifiedBy>
  <cp:revision>11</cp:revision>
  <dcterms:created xsi:type="dcterms:W3CDTF">2018-02-18T07:15:54Z</dcterms:created>
  <dcterms:modified xsi:type="dcterms:W3CDTF">2018-02-18T09:13:51Z</dcterms:modified>
</cp:coreProperties>
</file>