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66" r:id="rId3"/>
    <p:sldId id="267" r:id="rId4"/>
    <p:sldId id="268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86480" autoAdjust="0"/>
  </p:normalViewPr>
  <p:slideViewPr>
    <p:cSldViewPr snapToGrid="0">
      <p:cViewPr varScale="1">
        <p:scale>
          <a:sx n="82" d="100"/>
          <a:sy n="82" d="100"/>
        </p:scale>
        <p:origin x="10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0D96F017-C43E-4E14-8759-FF92909C1AB2}"/>
    <pc:docChg chg="undo custSel addSld delSld modSld sldOrd">
      <pc:chgData name="Hamilton Stott" userId="e28223afab1f786a" providerId="LiveId" clId="{0D96F017-C43E-4E14-8759-FF92909C1AB2}" dt="2018-02-13T13:02:54.458" v="1206" actId="20577"/>
      <pc:docMkLst>
        <pc:docMk/>
      </pc:docMkLst>
      <pc:sldChg chg="delSp modSp add del">
        <pc:chgData name="Hamilton Stott" userId="e28223afab1f786a" providerId="LiveId" clId="{0D96F017-C43E-4E14-8759-FF92909C1AB2}" dt="2018-02-13T12:24:19.645" v="60" actId="2696"/>
        <pc:sldMkLst>
          <pc:docMk/>
          <pc:sldMk cId="4141119570" sldId="259"/>
        </pc:sldMkLst>
        <pc:spChg chg="del mod">
          <ac:chgData name="Hamilton Stott" userId="e28223afab1f786a" providerId="LiveId" clId="{0D96F017-C43E-4E14-8759-FF92909C1AB2}" dt="2018-02-13T12:24:14.574" v="58"/>
          <ac:spMkLst>
            <pc:docMk/>
            <pc:sldMk cId="4141119570" sldId="259"/>
            <ac:spMk id="18" creationId="{9C85288A-4CE0-4CC8-A16B-D6C8F38EAA17}"/>
          </ac:spMkLst>
        </pc:spChg>
      </pc:sldChg>
      <pc:sldChg chg="del">
        <pc:chgData name="Hamilton Stott" userId="e28223afab1f786a" providerId="LiveId" clId="{0D96F017-C43E-4E14-8759-FF92909C1AB2}" dt="2018-02-13T12:23:56.321" v="53" actId="2696"/>
        <pc:sldMkLst>
          <pc:docMk/>
          <pc:sldMk cId="1160123271" sldId="260"/>
        </pc:sldMkLst>
      </pc:sldChg>
      <pc:sldChg chg="addSp delSp modSp delAnim modAnim modNotesTx">
        <pc:chgData name="Hamilton Stott" userId="e28223afab1f786a" providerId="LiveId" clId="{0D96F017-C43E-4E14-8759-FF92909C1AB2}" dt="2018-02-13T12:57:43.523" v="1007" actId="20577"/>
        <pc:sldMkLst>
          <pc:docMk/>
          <pc:sldMk cId="2239089754" sldId="261"/>
        </pc:sldMkLst>
        <pc:spChg chg="add del">
          <ac:chgData name="Hamilton Stott" userId="e28223afab1f786a" providerId="LiveId" clId="{0D96F017-C43E-4E14-8759-FF92909C1AB2}" dt="2018-02-13T12:28:21.044" v="172"/>
          <ac:spMkLst>
            <pc:docMk/>
            <pc:sldMk cId="2239089754" sldId="261"/>
            <ac:spMk id="2" creationId="{9FE248DD-F103-4DF9-86C2-019F4B28CA4C}"/>
          </ac:spMkLst>
        </pc:spChg>
        <pc:spChg chg="add mod">
          <ac:chgData name="Hamilton Stott" userId="e28223afab1f786a" providerId="LiveId" clId="{0D96F017-C43E-4E14-8759-FF92909C1AB2}" dt="2018-02-13T12:30:56.476" v="201" actId="14100"/>
          <ac:spMkLst>
            <pc:docMk/>
            <pc:sldMk cId="2239089754" sldId="261"/>
            <ac:spMk id="3" creationId="{6A6D0367-453A-4673-88E6-9AB8CD9C1084}"/>
          </ac:spMkLst>
        </pc:spChg>
        <pc:spChg chg="add mod">
          <ac:chgData name="Hamilton Stott" userId="e28223afab1f786a" providerId="LiveId" clId="{0D96F017-C43E-4E14-8759-FF92909C1AB2}" dt="2018-02-13T12:30:59.804" v="202" actId="1076"/>
          <ac:spMkLst>
            <pc:docMk/>
            <pc:sldMk cId="2239089754" sldId="261"/>
            <ac:spMk id="5" creationId="{37BE62D1-2D0B-43A8-9561-56697F773214}"/>
          </ac:spMkLst>
        </pc:spChg>
        <pc:spChg chg="mod">
          <ac:chgData name="Hamilton Stott" userId="e28223afab1f786a" providerId="LiveId" clId="{0D96F017-C43E-4E14-8759-FF92909C1AB2}" dt="2018-02-13T12:24:17.763" v="59"/>
          <ac:spMkLst>
            <pc:docMk/>
            <pc:sldMk cId="2239089754" sldId="261"/>
            <ac:spMk id="18" creationId="{9C85288A-4CE0-4CC8-A16B-D6C8F38EAA17}"/>
          </ac:spMkLst>
        </pc:spChg>
        <pc:spChg chg="mod">
          <ac:chgData name="Hamilton Stott" userId="e28223afab1f786a" providerId="LiveId" clId="{0D96F017-C43E-4E14-8759-FF92909C1AB2}" dt="2018-02-13T12:56:39.451" v="958" actId="14100"/>
          <ac:spMkLst>
            <pc:docMk/>
            <pc:sldMk cId="2239089754" sldId="261"/>
            <ac:spMk id="20" creationId="{A513CE5D-BA2B-498F-8680-F960E438A7F2}"/>
          </ac:spMkLst>
        </pc:spChg>
        <pc:spChg chg="mod">
          <ac:chgData name="Hamilton Stott" userId="e28223afab1f786a" providerId="LiveId" clId="{0D96F017-C43E-4E14-8759-FF92909C1AB2}" dt="2018-02-13T12:30:29.028" v="195"/>
          <ac:spMkLst>
            <pc:docMk/>
            <pc:sldMk cId="2239089754" sldId="261"/>
            <ac:spMk id="21" creationId="{A45B4A1C-5D25-407F-8979-4322278B38BF}"/>
          </ac:spMkLst>
        </pc:spChg>
        <pc:spChg chg="del">
          <ac:chgData name="Hamilton Stott" userId="e28223afab1f786a" providerId="LiveId" clId="{0D96F017-C43E-4E14-8759-FF92909C1AB2}" dt="2018-02-13T12:26:26.660" v="141" actId="478"/>
          <ac:spMkLst>
            <pc:docMk/>
            <pc:sldMk cId="2239089754" sldId="261"/>
            <ac:spMk id="22" creationId="{D961DE2A-A9CA-4991-B883-10C55E435244}"/>
          </ac:spMkLst>
        </pc:spChg>
        <pc:spChg chg="del">
          <ac:chgData name="Hamilton Stott" userId="e28223afab1f786a" providerId="LiveId" clId="{0D96F017-C43E-4E14-8759-FF92909C1AB2}" dt="2018-02-13T12:26:50.903" v="150" actId="478"/>
          <ac:spMkLst>
            <pc:docMk/>
            <pc:sldMk cId="2239089754" sldId="261"/>
            <ac:spMk id="23" creationId="{3D887FBF-B527-49A5-8C55-7F6A7C19DB52}"/>
          </ac:spMkLst>
        </pc:spChg>
        <pc:spChg chg="del mod">
          <ac:chgData name="Hamilton Stott" userId="e28223afab1f786a" providerId="LiveId" clId="{0D96F017-C43E-4E14-8759-FF92909C1AB2}" dt="2018-02-13T12:30:21.647" v="193" actId="478"/>
          <ac:spMkLst>
            <pc:docMk/>
            <pc:sldMk cId="2239089754" sldId="261"/>
            <ac:spMk id="25" creationId="{647BD561-53E5-4BAB-95AE-4F4AE30EFFC2}"/>
          </ac:spMkLst>
        </pc:spChg>
        <pc:spChg chg="del mod">
          <ac:chgData name="Hamilton Stott" userId="e28223afab1f786a" providerId="LiveId" clId="{0D96F017-C43E-4E14-8759-FF92909C1AB2}" dt="2018-02-13T12:30:21.647" v="193" actId="478"/>
          <ac:spMkLst>
            <pc:docMk/>
            <pc:sldMk cId="2239089754" sldId="261"/>
            <ac:spMk id="26" creationId="{C0E6B56F-DD89-4E90-B5D5-E8CB05BE42FF}"/>
          </ac:spMkLst>
        </pc:spChg>
        <pc:spChg chg="del mod">
          <ac:chgData name="Hamilton Stott" userId="e28223afab1f786a" providerId="LiveId" clId="{0D96F017-C43E-4E14-8759-FF92909C1AB2}" dt="2018-02-13T12:30:21.647" v="193" actId="478"/>
          <ac:spMkLst>
            <pc:docMk/>
            <pc:sldMk cId="2239089754" sldId="261"/>
            <ac:spMk id="27" creationId="{72A19C89-0B2D-4A0F-8C21-13C95B344B27}"/>
          </ac:spMkLst>
        </pc:spChg>
        <pc:spChg chg="del mod">
          <ac:chgData name="Hamilton Stott" userId="e28223afab1f786a" providerId="LiveId" clId="{0D96F017-C43E-4E14-8759-FF92909C1AB2}" dt="2018-02-13T12:30:21.647" v="193" actId="478"/>
          <ac:spMkLst>
            <pc:docMk/>
            <pc:sldMk cId="2239089754" sldId="261"/>
            <ac:spMk id="28" creationId="{51E106AF-31A3-42F6-BC67-3525FE2432C7}"/>
          </ac:spMkLst>
        </pc:spChg>
        <pc:spChg chg="del">
          <ac:chgData name="Hamilton Stott" userId="e28223afab1f786a" providerId="LiveId" clId="{0D96F017-C43E-4E14-8759-FF92909C1AB2}" dt="2018-02-13T12:27:11.603" v="163" actId="478"/>
          <ac:spMkLst>
            <pc:docMk/>
            <pc:sldMk cId="2239089754" sldId="261"/>
            <ac:spMk id="30" creationId="{E687F1FE-25DB-4252-AEA1-B2A20B91BF19}"/>
          </ac:spMkLst>
        </pc:spChg>
        <pc:spChg chg="del">
          <ac:chgData name="Hamilton Stott" userId="e28223afab1f786a" providerId="LiveId" clId="{0D96F017-C43E-4E14-8759-FF92909C1AB2}" dt="2018-02-13T12:27:09.588" v="162" actId="478"/>
          <ac:spMkLst>
            <pc:docMk/>
            <pc:sldMk cId="2239089754" sldId="261"/>
            <ac:spMk id="31" creationId="{47550857-EC67-4159-88E5-C7148D0109BB}"/>
          </ac:spMkLst>
        </pc:spChg>
        <pc:spChg chg="del mod">
          <ac:chgData name="Hamilton Stott" userId="e28223afab1f786a" providerId="LiveId" clId="{0D96F017-C43E-4E14-8759-FF92909C1AB2}" dt="2018-02-13T12:27:07.627" v="161" actId="478"/>
          <ac:spMkLst>
            <pc:docMk/>
            <pc:sldMk cId="2239089754" sldId="261"/>
            <ac:spMk id="32" creationId="{10DBE20B-D84F-4714-9764-A8D6CA112045}"/>
          </ac:spMkLst>
        </pc:spChg>
        <pc:spChg chg="del">
          <ac:chgData name="Hamilton Stott" userId="e28223afab1f786a" providerId="LiveId" clId="{0D96F017-C43E-4E14-8759-FF92909C1AB2}" dt="2018-02-13T12:27:05.690" v="159" actId="478"/>
          <ac:spMkLst>
            <pc:docMk/>
            <pc:sldMk cId="2239089754" sldId="261"/>
            <ac:spMk id="33" creationId="{E63B8602-CB38-4E80-B532-B2F73BD50610}"/>
          </ac:spMkLst>
        </pc:spChg>
        <pc:cxnChg chg="mod">
          <ac:chgData name="Hamilton Stott" userId="e28223afab1f786a" providerId="LiveId" clId="{0D96F017-C43E-4E14-8759-FF92909C1AB2}" dt="2018-02-13T12:56:55.762" v="959" actId="1076"/>
          <ac:cxnSpMkLst>
            <pc:docMk/>
            <pc:sldMk cId="2239089754" sldId="261"/>
            <ac:cxnSpMk id="24" creationId="{21A7794A-D8B9-4101-BE69-0A9657FE968C}"/>
          </ac:cxnSpMkLst>
        </pc:cxnChg>
        <pc:cxnChg chg="del mod">
          <ac:chgData name="Hamilton Stott" userId="e28223afab1f786a" providerId="LiveId" clId="{0D96F017-C43E-4E14-8759-FF92909C1AB2}" dt="2018-02-13T12:30:21.647" v="193" actId="478"/>
          <ac:cxnSpMkLst>
            <pc:docMk/>
            <pc:sldMk cId="2239089754" sldId="261"/>
            <ac:cxnSpMk id="29" creationId="{51FE852B-2040-44CD-B79C-790967770003}"/>
          </ac:cxnSpMkLst>
        </pc:cxnChg>
      </pc:sldChg>
      <pc:sldChg chg="del">
        <pc:chgData name="Hamilton Stott" userId="e28223afab1f786a" providerId="LiveId" clId="{0D96F017-C43E-4E14-8759-FF92909C1AB2}" dt="2018-02-13T12:54:07.791" v="894" actId="2696"/>
        <pc:sldMkLst>
          <pc:docMk/>
          <pc:sldMk cId="3951489622" sldId="262"/>
        </pc:sldMkLst>
      </pc:sldChg>
      <pc:sldChg chg="del">
        <pc:chgData name="Hamilton Stott" userId="e28223afab1f786a" providerId="LiveId" clId="{0D96F017-C43E-4E14-8759-FF92909C1AB2}" dt="2018-02-13T12:54:07.800" v="895" actId="2696"/>
        <pc:sldMkLst>
          <pc:docMk/>
          <pc:sldMk cId="836273100" sldId="263"/>
        </pc:sldMkLst>
      </pc:sldChg>
      <pc:sldChg chg="del">
        <pc:chgData name="Hamilton Stott" userId="e28223afab1f786a" providerId="LiveId" clId="{0D96F017-C43E-4E14-8759-FF92909C1AB2}" dt="2018-02-13T12:58:10.713" v="1013" actId="2696"/>
        <pc:sldMkLst>
          <pc:docMk/>
          <pc:sldMk cId="3362548451" sldId="264"/>
        </pc:sldMkLst>
      </pc:sldChg>
      <pc:sldChg chg="del">
        <pc:chgData name="Hamilton Stott" userId="e28223afab1f786a" providerId="LiveId" clId="{0D96F017-C43E-4E14-8759-FF92909C1AB2}" dt="2018-02-13T12:54:07.813" v="896" actId="2696"/>
        <pc:sldMkLst>
          <pc:docMk/>
          <pc:sldMk cId="3881512257" sldId="265"/>
        </pc:sldMkLst>
      </pc:sldChg>
      <pc:sldChg chg="addSp delSp modSp add modAnim modNotesTx">
        <pc:chgData name="Hamilton Stott" userId="e28223afab1f786a" providerId="LiveId" clId="{0D96F017-C43E-4E14-8759-FF92909C1AB2}" dt="2018-02-13T13:01:36.880" v="1176"/>
        <pc:sldMkLst>
          <pc:docMk/>
          <pc:sldMk cId="3017913292" sldId="266"/>
        </pc:sldMkLst>
        <pc:spChg chg="mod">
          <ac:chgData name="Hamilton Stott" userId="e28223afab1f786a" providerId="LiveId" clId="{0D96F017-C43E-4E14-8759-FF92909C1AB2}" dt="2018-02-13T12:32:29.256" v="216" actId="1076"/>
          <ac:spMkLst>
            <pc:docMk/>
            <pc:sldMk cId="3017913292" sldId="266"/>
            <ac:spMk id="3" creationId="{6A6D0367-453A-4673-88E6-9AB8CD9C1084}"/>
          </ac:spMkLst>
        </pc:spChg>
        <pc:spChg chg="mod">
          <ac:chgData name="Hamilton Stott" userId="e28223afab1f786a" providerId="LiveId" clId="{0D96F017-C43E-4E14-8759-FF92909C1AB2}" dt="2018-02-13T12:32:32.337" v="217" actId="1076"/>
          <ac:spMkLst>
            <pc:docMk/>
            <pc:sldMk cId="3017913292" sldId="266"/>
            <ac:spMk id="5" creationId="{37BE62D1-2D0B-43A8-9561-56697F773214}"/>
          </ac:spMkLst>
        </pc:spChg>
        <pc:spChg chg="del">
          <ac:chgData name="Hamilton Stott" userId="e28223afab1f786a" providerId="LiveId" clId="{0D96F017-C43E-4E14-8759-FF92909C1AB2}" dt="2018-02-13T12:32:13.560" v="211" actId="478"/>
          <ac:spMkLst>
            <pc:docMk/>
            <pc:sldMk cId="3017913292" sldId="266"/>
            <ac:spMk id="19" creationId="{2F211DF2-57A5-4BA4-B3F6-8FD95BC589D7}"/>
          </ac:spMkLst>
        </pc:spChg>
        <pc:spChg chg="mod">
          <ac:chgData name="Hamilton Stott" userId="e28223afab1f786a" providerId="LiveId" clId="{0D96F017-C43E-4E14-8759-FF92909C1AB2}" dt="2018-02-13T12:57:33.121" v="1006" actId="20577"/>
          <ac:spMkLst>
            <pc:docMk/>
            <pc:sldMk cId="3017913292" sldId="266"/>
            <ac:spMk id="20" creationId="{A513CE5D-BA2B-498F-8680-F960E438A7F2}"/>
          </ac:spMkLst>
        </pc:spChg>
        <pc:spChg chg="mod">
          <ac:chgData name="Hamilton Stott" userId="e28223afab1f786a" providerId="LiveId" clId="{0D96F017-C43E-4E14-8759-FF92909C1AB2}" dt="2018-02-13T12:32:25.145" v="215" actId="20577"/>
          <ac:spMkLst>
            <pc:docMk/>
            <pc:sldMk cId="3017913292" sldId="266"/>
            <ac:spMk id="21" creationId="{A45B4A1C-5D25-407F-8979-4322278B38BF}"/>
          </ac:spMkLst>
        </pc:spChg>
        <pc:spChg chg="add mod">
          <ac:chgData name="Hamilton Stott" userId="e28223afab1f786a" providerId="LiveId" clId="{0D96F017-C43E-4E14-8759-FF92909C1AB2}" dt="2018-02-13T12:33:43.431" v="264" actId="14100"/>
          <ac:spMkLst>
            <pc:docMk/>
            <pc:sldMk cId="3017913292" sldId="266"/>
            <ac:spMk id="22" creationId="{C25B4CF8-CB36-41D6-99ED-81C95EE1C612}"/>
          </ac:spMkLst>
        </pc:spChg>
        <pc:spChg chg="add mod">
          <ac:chgData name="Hamilton Stott" userId="e28223afab1f786a" providerId="LiveId" clId="{0D96F017-C43E-4E14-8759-FF92909C1AB2}" dt="2018-02-13T12:34:28.166" v="285" actId="20577"/>
          <ac:spMkLst>
            <pc:docMk/>
            <pc:sldMk cId="3017913292" sldId="266"/>
            <ac:spMk id="23" creationId="{7B2E480F-DB36-460C-AE9B-7FB63B990D4D}"/>
          </ac:spMkLst>
        </pc:spChg>
        <pc:spChg chg="add del mod">
          <ac:chgData name="Hamilton Stott" userId="e28223afab1f786a" providerId="LiveId" clId="{0D96F017-C43E-4E14-8759-FF92909C1AB2}" dt="2018-02-13T12:34:33.775" v="286" actId="478"/>
          <ac:spMkLst>
            <pc:docMk/>
            <pc:sldMk cId="3017913292" sldId="266"/>
            <ac:spMk id="26" creationId="{C359FE86-FD53-4268-9729-B31003B46EB8}"/>
          </ac:spMkLst>
        </pc:spChg>
        <pc:spChg chg="add del mod">
          <ac:chgData name="Hamilton Stott" userId="e28223afab1f786a" providerId="LiveId" clId="{0D96F017-C43E-4E14-8759-FF92909C1AB2}" dt="2018-02-13T12:34:42.481" v="287" actId="478"/>
          <ac:spMkLst>
            <pc:docMk/>
            <pc:sldMk cId="3017913292" sldId="266"/>
            <ac:spMk id="27" creationId="{3232649F-956C-4765-BDB0-694B028B5A6C}"/>
          </ac:spMkLst>
        </pc:spChg>
        <pc:spChg chg="add mod">
          <ac:chgData name="Hamilton Stott" userId="e28223afab1f786a" providerId="LiveId" clId="{0D96F017-C43E-4E14-8759-FF92909C1AB2}" dt="2018-02-13T12:35:18.397" v="302" actId="20577"/>
          <ac:spMkLst>
            <pc:docMk/>
            <pc:sldMk cId="3017913292" sldId="266"/>
            <ac:spMk id="28" creationId="{64A0399D-FCC7-4FC3-928C-9D5F7F112180}"/>
          </ac:spMkLst>
        </pc:spChg>
        <pc:spChg chg="add mod">
          <ac:chgData name="Hamilton Stott" userId="e28223afab1f786a" providerId="LiveId" clId="{0D96F017-C43E-4E14-8759-FF92909C1AB2}" dt="2018-02-13T12:36:49.208" v="355" actId="20577"/>
          <ac:spMkLst>
            <pc:docMk/>
            <pc:sldMk cId="3017913292" sldId="266"/>
            <ac:spMk id="29" creationId="{BB982609-B767-4B18-9105-9F86F774555E}"/>
          </ac:spMkLst>
        </pc:spChg>
        <pc:spChg chg="add mod">
          <ac:chgData name="Hamilton Stott" userId="e28223afab1f786a" providerId="LiveId" clId="{0D96F017-C43E-4E14-8759-FF92909C1AB2}" dt="2018-02-13T12:37:29.735" v="361" actId="1076"/>
          <ac:spMkLst>
            <pc:docMk/>
            <pc:sldMk cId="3017913292" sldId="266"/>
            <ac:spMk id="31" creationId="{9CFA87BD-CD1E-48FE-953A-42AC8236BB0E}"/>
          </ac:spMkLst>
        </pc:spChg>
        <pc:picChg chg="del">
          <ac:chgData name="Hamilton Stott" userId="e28223afab1f786a" providerId="LiveId" clId="{0D96F017-C43E-4E14-8759-FF92909C1AB2}" dt="2018-02-13T12:31:46.241" v="206" actId="478"/>
          <ac:picMkLst>
            <pc:docMk/>
            <pc:sldMk cId="3017913292" sldId="266"/>
            <ac:picMk id="4" creationId="{63E65B96-8CC3-41BE-AB50-0EE70503D34E}"/>
          </ac:picMkLst>
        </pc:picChg>
        <pc:cxnChg chg="mod">
          <ac:chgData name="Hamilton Stott" userId="e28223afab1f786a" providerId="LiveId" clId="{0D96F017-C43E-4E14-8759-FF92909C1AB2}" dt="2018-02-13T12:32:37.252" v="218" actId="1076"/>
          <ac:cxnSpMkLst>
            <pc:docMk/>
            <pc:sldMk cId="3017913292" sldId="266"/>
            <ac:cxnSpMk id="24" creationId="{21A7794A-D8B9-4101-BE69-0A9657FE968C}"/>
          </ac:cxnSpMkLst>
        </pc:cxnChg>
        <pc:cxnChg chg="add mod">
          <ac:chgData name="Hamilton Stott" userId="e28223afab1f786a" providerId="LiveId" clId="{0D96F017-C43E-4E14-8759-FF92909C1AB2}" dt="2018-02-13T12:34:45.544" v="288" actId="1076"/>
          <ac:cxnSpMkLst>
            <pc:docMk/>
            <pc:sldMk cId="3017913292" sldId="266"/>
            <ac:cxnSpMk id="25" creationId="{029BFC88-250A-4300-B394-67F16BED8734}"/>
          </ac:cxnSpMkLst>
        </pc:cxnChg>
        <pc:cxnChg chg="add mod">
          <ac:chgData name="Hamilton Stott" userId="e28223afab1f786a" providerId="LiveId" clId="{0D96F017-C43E-4E14-8759-FF92909C1AB2}" dt="2018-02-13T12:35:35.966" v="303" actId="1076"/>
          <ac:cxnSpMkLst>
            <pc:docMk/>
            <pc:sldMk cId="3017913292" sldId="266"/>
            <ac:cxnSpMk id="30" creationId="{36D8726B-2E9F-4117-BB33-C732642921D2}"/>
          </ac:cxnSpMkLst>
        </pc:cxnChg>
      </pc:sldChg>
      <pc:sldChg chg="addSp delSp modSp add delAnim modAnim modNotesTx">
        <pc:chgData name="Hamilton Stott" userId="e28223afab1f786a" providerId="LiveId" clId="{0D96F017-C43E-4E14-8759-FF92909C1AB2}" dt="2018-02-13T12:57:53.132" v="1009" actId="20577"/>
        <pc:sldMkLst>
          <pc:docMk/>
          <pc:sldMk cId="3444510334" sldId="267"/>
        </pc:sldMkLst>
        <pc:spChg chg="add mod">
          <ac:chgData name="Hamilton Stott" userId="e28223afab1f786a" providerId="LiveId" clId="{0D96F017-C43E-4E14-8759-FF92909C1AB2}" dt="2018-02-13T12:40:03.853" v="443" actId="1076"/>
          <ac:spMkLst>
            <pc:docMk/>
            <pc:sldMk cId="3444510334" sldId="267"/>
            <ac:spMk id="2" creationId="{AB7663AC-29E1-4922-9E3F-C09C59D90BD5}"/>
          </ac:spMkLst>
        </pc:spChg>
        <pc:spChg chg="del">
          <ac:chgData name="Hamilton Stott" userId="e28223afab1f786a" providerId="LiveId" clId="{0D96F017-C43E-4E14-8759-FF92909C1AB2}" dt="2018-02-13T12:38:23.623" v="369" actId="478"/>
          <ac:spMkLst>
            <pc:docMk/>
            <pc:sldMk cId="3444510334" sldId="267"/>
            <ac:spMk id="3" creationId="{6A6D0367-453A-4673-88E6-9AB8CD9C1084}"/>
          </ac:spMkLst>
        </pc:spChg>
        <pc:spChg chg="del">
          <ac:chgData name="Hamilton Stott" userId="e28223afab1f786a" providerId="LiveId" clId="{0D96F017-C43E-4E14-8759-FF92909C1AB2}" dt="2018-02-13T12:38:23.623" v="369" actId="478"/>
          <ac:spMkLst>
            <pc:docMk/>
            <pc:sldMk cId="3444510334" sldId="267"/>
            <ac:spMk id="5" creationId="{37BE62D1-2D0B-43A8-9561-56697F773214}"/>
          </ac:spMkLst>
        </pc:spChg>
        <pc:spChg chg="del">
          <ac:chgData name="Hamilton Stott" userId="e28223afab1f786a" providerId="LiveId" clId="{0D96F017-C43E-4E14-8759-FF92909C1AB2}" dt="2018-02-13T12:39:05.017" v="379" actId="478"/>
          <ac:spMkLst>
            <pc:docMk/>
            <pc:sldMk cId="3444510334" sldId="267"/>
            <ac:spMk id="20" creationId="{A513CE5D-BA2B-498F-8680-F960E438A7F2}"/>
          </ac:spMkLst>
        </pc:spChg>
        <pc:spChg chg="add del mod">
          <ac:chgData name="Hamilton Stott" userId="e28223afab1f786a" providerId="LiveId" clId="{0D96F017-C43E-4E14-8759-FF92909C1AB2}" dt="2018-02-13T12:40:01.680" v="442" actId="1076"/>
          <ac:spMkLst>
            <pc:docMk/>
            <pc:sldMk cId="3444510334" sldId="267"/>
            <ac:spMk id="21" creationId="{A45B4A1C-5D25-407F-8979-4322278B38BF}"/>
          </ac:spMkLst>
        </pc:spChg>
        <pc:spChg chg="del">
          <ac:chgData name="Hamilton Stott" userId="e28223afab1f786a" providerId="LiveId" clId="{0D96F017-C43E-4E14-8759-FF92909C1AB2}" dt="2018-02-13T12:38:23.623" v="369" actId="478"/>
          <ac:spMkLst>
            <pc:docMk/>
            <pc:sldMk cId="3444510334" sldId="267"/>
            <ac:spMk id="22" creationId="{C25B4CF8-CB36-41D6-99ED-81C95EE1C612}"/>
          </ac:spMkLst>
        </pc:spChg>
        <pc:spChg chg="del">
          <ac:chgData name="Hamilton Stott" userId="e28223afab1f786a" providerId="LiveId" clId="{0D96F017-C43E-4E14-8759-FF92909C1AB2}" dt="2018-02-13T12:38:29.087" v="373" actId="478"/>
          <ac:spMkLst>
            <pc:docMk/>
            <pc:sldMk cId="3444510334" sldId="267"/>
            <ac:spMk id="23" creationId="{7B2E480F-DB36-460C-AE9B-7FB63B990D4D}"/>
          </ac:spMkLst>
        </pc:spChg>
        <pc:spChg chg="del">
          <ac:chgData name="Hamilton Stott" userId="e28223afab1f786a" providerId="LiveId" clId="{0D96F017-C43E-4E14-8759-FF92909C1AB2}" dt="2018-02-13T12:38:23.623" v="369" actId="478"/>
          <ac:spMkLst>
            <pc:docMk/>
            <pc:sldMk cId="3444510334" sldId="267"/>
            <ac:spMk id="28" creationId="{64A0399D-FCC7-4FC3-928C-9D5F7F112180}"/>
          </ac:spMkLst>
        </pc:spChg>
        <pc:spChg chg="del">
          <ac:chgData name="Hamilton Stott" userId="e28223afab1f786a" providerId="LiveId" clId="{0D96F017-C43E-4E14-8759-FF92909C1AB2}" dt="2018-02-13T12:38:26.002" v="370" actId="478"/>
          <ac:spMkLst>
            <pc:docMk/>
            <pc:sldMk cId="3444510334" sldId="267"/>
            <ac:spMk id="29" creationId="{BB982609-B767-4B18-9105-9F86F774555E}"/>
          </ac:spMkLst>
        </pc:spChg>
        <pc:spChg chg="del mod">
          <ac:chgData name="Hamilton Stott" userId="e28223afab1f786a" providerId="LiveId" clId="{0D96F017-C43E-4E14-8759-FF92909C1AB2}" dt="2018-02-13T12:38:27.711" v="372" actId="478"/>
          <ac:spMkLst>
            <pc:docMk/>
            <pc:sldMk cId="3444510334" sldId="267"/>
            <ac:spMk id="31" creationId="{9CFA87BD-CD1E-48FE-953A-42AC8236BB0E}"/>
          </ac:spMkLst>
        </pc:spChg>
        <pc:cxnChg chg="del">
          <ac:chgData name="Hamilton Stott" userId="e28223afab1f786a" providerId="LiveId" clId="{0D96F017-C43E-4E14-8759-FF92909C1AB2}" dt="2018-02-13T12:38:23.623" v="369" actId="478"/>
          <ac:cxnSpMkLst>
            <pc:docMk/>
            <pc:sldMk cId="3444510334" sldId="267"/>
            <ac:cxnSpMk id="24" creationId="{21A7794A-D8B9-4101-BE69-0A9657FE968C}"/>
          </ac:cxnSpMkLst>
        </pc:cxnChg>
        <pc:cxnChg chg="del">
          <ac:chgData name="Hamilton Stott" userId="e28223afab1f786a" providerId="LiveId" clId="{0D96F017-C43E-4E14-8759-FF92909C1AB2}" dt="2018-02-13T12:38:23.623" v="369" actId="478"/>
          <ac:cxnSpMkLst>
            <pc:docMk/>
            <pc:sldMk cId="3444510334" sldId="267"/>
            <ac:cxnSpMk id="25" creationId="{029BFC88-250A-4300-B394-67F16BED8734}"/>
          </ac:cxnSpMkLst>
        </pc:cxnChg>
        <pc:cxnChg chg="del">
          <ac:chgData name="Hamilton Stott" userId="e28223afab1f786a" providerId="LiveId" clId="{0D96F017-C43E-4E14-8759-FF92909C1AB2}" dt="2018-02-13T12:38:23.623" v="369" actId="478"/>
          <ac:cxnSpMkLst>
            <pc:docMk/>
            <pc:sldMk cId="3444510334" sldId="267"/>
            <ac:cxnSpMk id="30" creationId="{36D8726B-2E9F-4117-BB33-C732642921D2}"/>
          </ac:cxnSpMkLst>
        </pc:cxnChg>
      </pc:sldChg>
      <pc:sldChg chg="add del">
        <pc:chgData name="Hamilton Stott" userId="e28223afab1f786a" providerId="LiveId" clId="{0D96F017-C43E-4E14-8759-FF92909C1AB2}" dt="2018-02-13T12:40:58.885" v="446" actId="2696"/>
        <pc:sldMkLst>
          <pc:docMk/>
          <pc:sldMk cId="1430182443" sldId="268"/>
        </pc:sldMkLst>
      </pc:sldChg>
      <pc:sldChg chg="addSp delSp modSp add delAnim modAnim modNotesTx">
        <pc:chgData name="Hamilton Stott" userId="e28223afab1f786a" providerId="LiveId" clId="{0D96F017-C43E-4E14-8759-FF92909C1AB2}" dt="2018-02-13T13:02:54.458" v="1206" actId="20577"/>
        <pc:sldMkLst>
          <pc:docMk/>
          <pc:sldMk cId="1592668630" sldId="268"/>
        </pc:sldMkLst>
        <pc:spChg chg="add del mod">
          <ac:chgData name="Hamilton Stott" userId="e28223afab1f786a" providerId="LiveId" clId="{0D96F017-C43E-4E14-8759-FF92909C1AB2}" dt="2018-02-13T12:42:09.777" v="459" actId="478"/>
          <ac:spMkLst>
            <pc:docMk/>
            <pc:sldMk cId="1592668630" sldId="268"/>
            <ac:spMk id="2" creationId="{3E6B1F21-99FE-40F9-8F45-2671EAEBD099}"/>
          </ac:spMkLst>
        </pc:spChg>
        <pc:spChg chg="del mod">
          <ac:chgData name="Hamilton Stott" userId="e28223afab1f786a" providerId="LiveId" clId="{0D96F017-C43E-4E14-8759-FF92909C1AB2}" dt="2018-02-13T12:45:04.548" v="589" actId="478"/>
          <ac:spMkLst>
            <pc:docMk/>
            <pc:sldMk cId="1592668630" sldId="268"/>
            <ac:spMk id="3" creationId="{6A6D0367-453A-4673-88E6-9AB8CD9C1084}"/>
          </ac:spMkLst>
        </pc:spChg>
        <pc:spChg chg="del mod">
          <ac:chgData name="Hamilton Stott" userId="e28223afab1f786a" providerId="LiveId" clId="{0D96F017-C43E-4E14-8759-FF92909C1AB2}" dt="2018-02-13T12:45:04.548" v="589" actId="478"/>
          <ac:spMkLst>
            <pc:docMk/>
            <pc:sldMk cId="1592668630" sldId="268"/>
            <ac:spMk id="5" creationId="{37BE62D1-2D0B-43A8-9561-56697F773214}"/>
          </ac:spMkLst>
        </pc:spChg>
        <pc:spChg chg="mod">
          <ac:chgData name="Hamilton Stott" userId="e28223afab1f786a" providerId="LiveId" clId="{0D96F017-C43E-4E14-8759-FF92909C1AB2}" dt="2018-02-13T13:02:04.184" v="1184" actId="20577"/>
          <ac:spMkLst>
            <pc:docMk/>
            <pc:sldMk cId="1592668630" sldId="268"/>
            <ac:spMk id="20" creationId="{A513CE5D-BA2B-498F-8680-F960E438A7F2}"/>
          </ac:spMkLst>
        </pc:spChg>
        <pc:spChg chg="mod">
          <ac:chgData name="Hamilton Stott" userId="e28223afab1f786a" providerId="LiveId" clId="{0D96F017-C43E-4E14-8759-FF92909C1AB2}" dt="2018-02-13T13:02:54.458" v="1206" actId="20577"/>
          <ac:spMkLst>
            <pc:docMk/>
            <pc:sldMk cId="1592668630" sldId="268"/>
            <ac:spMk id="21" creationId="{A45B4A1C-5D25-407F-8979-4322278B38BF}"/>
          </ac:spMkLst>
        </pc:spChg>
        <pc:spChg chg="del mod">
          <ac:chgData name="Hamilton Stott" userId="e28223afab1f786a" providerId="LiveId" clId="{0D96F017-C43E-4E14-8759-FF92909C1AB2}" dt="2018-02-13T12:45:04.548" v="589" actId="478"/>
          <ac:spMkLst>
            <pc:docMk/>
            <pc:sldMk cId="1592668630" sldId="268"/>
            <ac:spMk id="22" creationId="{C25B4CF8-CB36-41D6-99ED-81C95EE1C612}"/>
          </ac:spMkLst>
        </pc:spChg>
        <pc:spChg chg="del mod">
          <ac:chgData name="Hamilton Stott" userId="e28223afab1f786a" providerId="LiveId" clId="{0D96F017-C43E-4E14-8759-FF92909C1AB2}" dt="2018-02-13T12:45:07.647" v="590" actId="478"/>
          <ac:spMkLst>
            <pc:docMk/>
            <pc:sldMk cId="1592668630" sldId="268"/>
            <ac:spMk id="23" creationId="{7B2E480F-DB36-460C-AE9B-7FB63B990D4D}"/>
          </ac:spMkLst>
        </pc:spChg>
        <pc:spChg chg="del">
          <ac:chgData name="Hamilton Stott" userId="e28223afab1f786a" providerId="LiveId" clId="{0D96F017-C43E-4E14-8759-FF92909C1AB2}" dt="2018-02-13T12:42:53.782" v="466" actId="478"/>
          <ac:spMkLst>
            <pc:docMk/>
            <pc:sldMk cId="1592668630" sldId="268"/>
            <ac:spMk id="28" creationId="{64A0399D-FCC7-4FC3-928C-9D5F7F112180}"/>
          </ac:spMkLst>
        </pc:spChg>
        <pc:spChg chg="del">
          <ac:chgData name="Hamilton Stott" userId="e28223afab1f786a" providerId="LiveId" clId="{0D96F017-C43E-4E14-8759-FF92909C1AB2}" dt="2018-02-13T12:42:53.782" v="466" actId="478"/>
          <ac:spMkLst>
            <pc:docMk/>
            <pc:sldMk cId="1592668630" sldId="268"/>
            <ac:spMk id="29" creationId="{BB982609-B767-4B18-9105-9F86F774555E}"/>
          </ac:spMkLst>
        </pc:spChg>
        <pc:spChg chg="del">
          <ac:chgData name="Hamilton Stott" userId="e28223afab1f786a" providerId="LiveId" clId="{0D96F017-C43E-4E14-8759-FF92909C1AB2}" dt="2018-02-13T12:42:53.782" v="466" actId="478"/>
          <ac:spMkLst>
            <pc:docMk/>
            <pc:sldMk cId="1592668630" sldId="268"/>
            <ac:spMk id="31" creationId="{9CFA87BD-CD1E-48FE-953A-42AC8236BB0E}"/>
          </ac:spMkLst>
        </pc:spChg>
        <pc:cxnChg chg="del mod">
          <ac:chgData name="Hamilton Stott" userId="e28223afab1f786a" providerId="LiveId" clId="{0D96F017-C43E-4E14-8759-FF92909C1AB2}" dt="2018-02-13T12:45:04.548" v="589" actId="478"/>
          <ac:cxnSpMkLst>
            <pc:docMk/>
            <pc:sldMk cId="1592668630" sldId="268"/>
            <ac:cxnSpMk id="24" creationId="{21A7794A-D8B9-4101-BE69-0A9657FE968C}"/>
          </ac:cxnSpMkLst>
        </pc:cxnChg>
        <pc:cxnChg chg="del mod">
          <ac:chgData name="Hamilton Stott" userId="e28223afab1f786a" providerId="LiveId" clId="{0D96F017-C43E-4E14-8759-FF92909C1AB2}" dt="2018-02-13T12:45:04.548" v="589" actId="478"/>
          <ac:cxnSpMkLst>
            <pc:docMk/>
            <pc:sldMk cId="1592668630" sldId="268"/>
            <ac:cxnSpMk id="25" creationId="{029BFC88-250A-4300-B394-67F16BED8734}"/>
          </ac:cxnSpMkLst>
        </pc:cxnChg>
        <pc:cxnChg chg="del">
          <ac:chgData name="Hamilton Stott" userId="e28223afab1f786a" providerId="LiveId" clId="{0D96F017-C43E-4E14-8759-FF92909C1AB2}" dt="2018-02-13T12:42:53.782" v="466" actId="478"/>
          <ac:cxnSpMkLst>
            <pc:docMk/>
            <pc:sldMk cId="1592668630" sldId="268"/>
            <ac:cxnSpMk id="30" creationId="{36D8726B-2E9F-4117-BB33-C732642921D2}"/>
          </ac:cxnSpMkLst>
        </pc:cxnChg>
      </pc:sldChg>
      <pc:sldChg chg="add del">
        <pc:chgData name="Hamilton Stott" userId="e28223afab1f786a" providerId="LiveId" clId="{0D96F017-C43E-4E14-8759-FF92909C1AB2}" dt="2018-02-13T12:54:07.770" v="893" actId="2696"/>
        <pc:sldMkLst>
          <pc:docMk/>
          <pc:sldMk cId="3422883676" sldId="269"/>
        </pc:sldMkLst>
      </pc:sldChg>
      <pc:sldChg chg="addSp modSp add modAnim modNotesTx">
        <pc:chgData name="Hamilton Stott" userId="e28223afab1f786a" providerId="LiveId" clId="{0D96F017-C43E-4E14-8759-FF92909C1AB2}" dt="2018-02-13T13:02:20.188" v="1194" actId="20577"/>
        <pc:sldMkLst>
          <pc:docMk/>
          <pc:sldMk cId="3359664429" sldId="270"/>
        </pc:sldMkLst>
        <pc:spChg chg="add mod">
          <ac:chgData name="Hamilton Stott" userId="e28223afab1f786a" providerId="LiveId" clId="{0D96F017-C43E-4E14-8759-FF92909C1AB2}" dt="2018-02-13T12:49:14.681" v="772" actId="20577"/>
          <ac:spMkLst>
            <pc:docMk/>
            <pc:sldMk cId="3359664429" sldId="270"/>
            <ac:spMk id="11" creationId="{A7CB62B7-0D86-454A-9ECE-A58EF7EEEB8C}"/>
          </ac:spMkLst>
        </pc:spChg>
        <pc:spChg chg="add mod">
          <ac:chgData name="Hamilton Stott" userId="e28223afab1f786a" providerId="LiveId" clId="{0D96F017-C43E-4E14-8759-FF92909C1AB2}" dt="2018-02-13T12:50:45.380" v="797" actId="1076"/>
          <ac:spMkLst>
            <pc:docMk/>
            <pc:sldMk cId="3359664429" sldId="270"/>
            <ac:spMk id="19" creationId="{65A16B5D-C1F6-4384-9EE0-8FFD404A28D5}"/>
          </ac:spMkLst>
        </pc:spChg>
        <pc:spChg chg="mod">
          <ac:chgData name="Hamilton Stott" userId="e28223afab1f786a" providerId="LiveId" clId="{0D96F017-C43E-4E14-8759-FF92909C1AB2}" dt="2018-02-13T13:02:20.188" v="1194" actId="20577"/>
          <ac:spMkLst>
            <pc:docMk/>
            <pc:sldMk cId="3359664429" sldId="270"/>
            <ac:spMk id="20" creationId="{A513CE5D-BA2B-498F-8680-F960E438A7F2}"/>
          </ac:spMkLst>
        </pc:spChg>
        <pc:spChg chg="mod">
          <ac:chgData name="Hamilton Stott" userId="e28223afab1f786a" providerId="LiveId" clId="{0D96F017-C43E-4E14-8759-FF92909C1AB2}" dt="2018-02-13T12:49:16.322" v="773" actId="20577"/>
          <ac:spMkLst>
            <pc:docMk/>
            <pc:sldMk cId="3359664429" sldId="270"/>
            <ac:spMk id="21" creationId="{A45B4A1C-5D25-407F-8979-4322278B38BF}"/>
          </ac:spMkLst>
        </pc:spChg>
        <pc:spChg chg="add mod">
          <ac:chgData name="Hamilton Stott" userId="e28223afab1f786a" providerId="LiveId" clId="{0D96F017-C43E-4E14-8759-FF92909C1AB2}" dt="2018-02-13T12:50:48.623" v="798" actId="1076"/>
          <ac:spMkLst>
            <pc:docMk/>
            <pc:sldMk cId="3359664429" sldId="270"/>
            <ac:spMk id="22" creationId="{C569C8A0-B86B-4373-BCFE-A3A047AC2011}"/>
          </ac:spMkLst>
        </pc:spChg>
        <pc:spChg chg="add mod">
          <ac:chgData name="Hamilton Stott" userId="e28223afab1f786a" providerId="LiveId" clId="{0D96F017-C43E-4E14-8759-FF92909C1AB2}" dt="2018-02-13T12:53:44.807" v="890" actId="14100"/>
          <ac:spMkLst>
            <pc:docMk/>
            <pc:sldMk cId="3359664429" sldId="270"/>
            <ac:spMk id="23" creationId="{AF7499B7-4607-41A0-AC9D-F7D6BF633B2B}"/>
          </ac:spMkLst>
        </pc:spChg>
        <pc:spChg chg="add mod">
          <ac:chgData name="Hamilton Stott" userId="e28223afab1f786a" providerId="LiveId" clId="{0D96F017-C43E-4E14-8759-FF92909C1AB2}" dt="2018-02-13T12:52:34.825" v="828" actId="20577"/>
          <ac:spMkLst>
            <pc:docMk/>
            <pc:sldMk cId="3359664429" sldId="270"/>
            <ac:spMk id="24" creationId="{B9B73CC1-3A34-41CE-9065-A2272986BF14}"/>
          </ac:spMkLst>
        </pc:spChg>
        <pc:spChg chg="add mod">
          <ac:chgData name="Hamilton Stott" userId="e28223afab1f786a" providerId="LiveId" clId="{0D96F017-C43E-4E14-8759-FF92909C1AB2}" dt="2018-02-13T12:52:55.555" v="851" actId="20577"/>
          <ac:spMkLst>
            <pc:docMk/>
            <pc:sldMk cId="3359664429" sldId="270"/>
            <ac:spMk id="25" creationId="{8DDACF21-A2E1-4254-A8E4-0B9170FCBB88}"/>
          </ac:spMkLst>
        </pc:spChg>
      </pc:sldChg>
      <pc:sldChg chg="addSp modSp add ord modAnim modNotesTx">
        <pc:chgData name="Hamilton Stott" userId="e28223afab1f786a" providerId="LiveId" clId="{0D96F017-C43E-4E14-8759-FF92909C1AB2}" dt="2018-02-13T13:00:29.259" v="1173"/>
        <pc:sldMkLst>
          <pc:docMk/>
          <pc:sldMk cId="2054030558" sldId="271"/>
        </pc:sldMkLst>
        <pc:spChg chg="add mod">
          <ac:chgData name="Hamilton Stott" userId="e28223afab1f786a" providerId="LiveId" clId="{0D96F017-C43E-4E14-8759-FF92909C1AB2}" dt="2018-02-13T12:58:53.044" v="1016" actId="1076"/>
          <ac:spMkLst>
            <pc:docMk/>
            <pc:sldMk cId="2054030558" sldId="271"/>
            <ac:spMk id="11" creationId="{EF1DC9BC-D7C4-4725-8CB3-4A62E76B1CDE}"/>
          </ac:spMkLst>
        </pc:spChg>
        <pc:spChg chg="add mod">
          <ac:chgData name="Hamilton Stott" userId="e28223afab1f786a" providerId="LiveId" clId="{0D96F017-C43E-4E14-8759-FF92909C1AB2}" dt="2018-02-13T12:58:55.013" v="1017" actId="1076"/>
          <ac:spMkLst>
            <pc:docMk/>
            <pc:sldMk cId="2054030558" sldId="271"/>
            <ac:spMk id="19" creationId="{37162366-FB5E-4671-8C12-E687D27D3869}"/>
          </ac:spMkLst>
        </pc:spChg>
        <pc:spChg chg="add mod">
          <ac:chgData name="Hamilton Stott" userId="e28223afab1f786a" providerId="LiveId" clId="{0D96F017-C43E-4E14-8759-FF92909C1AB2}" dt="2018-02-13T12:59:55.124" v="1168" actId="14100"/>
          <ac:spMkLst>
            <pc:docMk/>
            <pc:sldMk cId="2054030558" sldId="271"/>
            <ac:spMk id="20" creationId="{1F4CEBD2-9B1F-4AC2-ABEC-B053931E05AF}"/>
          </ac:spMkLst>
        </pc:spChg>
        <pc:cxnChg chg="add mod">
          <ac:chgData name="Hamilton Stott" userId="e28223afab1f786a" providerId="LiveId" clId="{0D96F017-C43E-4E14-8759-FF92909C1AB2}" dt="2018-02-13T13:00:19.005" v="1172" actId="1076"/>
          <ac:cxnSpMkLst>
            <pc:docMk/>
            <pc:sldMk cId="2054030558" sldId="271"/>
            <ac:cxnSpMk id="22" creationId="{A76E32AC-E9C5-49C8-818A-0B8F2F487704}"/>
          </ac:cxnSpMkLst>
        </pc:cxnChg>
        <pc:cxnChg chg="add">
          <ac:chgData name="Hamilton Stott" userId="e28223afab1f786a" providerId="LiveId" clId="{0D96F017-C43E-4E14-8759-FF92909C1AB2}" dt="2018-02-13T13:00:15.956" v="1171"/>
          <ac:cxnSpMkLst>
            <pc:docMk/>
            <pc:sldMk cId="2054030558" sldId="271"/>
            <ac:cxnSpMk id="23" creationId="{CF62CC6F-6F1C-482A-9C4E-922E0AFCC0D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467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666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5861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6099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Dwyer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8193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Index Law 1 and Index Law 2?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5B96-8CC3-41BE-AB50-0EE70503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681" y="1303330"/>
            <a:ext cx="2661181" cy="1341867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F211DF2-57A5-4BA4-B3F6-8FD95BC589D7}"/>
              </a:ext>
            </a:extLst>
          </p:cNvPr>
          <p:cNvSpPr/>
          <p:nvPr/>
        </p:nvSpPr>
        <p:spPr>
          <a:xfrm>
            <a:off x="2672462" y="2645197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798221" y="2217471"/>
            <a:ext cx="5595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1: Write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7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5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x 7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3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dirty="0">
                <a:latin typeface="Arial" pitchFamily="34" charset="0"/>
                <a:cs typeface="Arial" pitchFamily="34" charset="0"/>
              </a:rPr>
              <a:t>as a single power of seven</a:t>
            </a:r>
            <a:r>
              <a:rPr lang="en-GB" baseline="30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870778" y="2802187"/>
            <a:ext cx="856895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(7 x 7 x 7 x 7 x 7) x (7 x 7 x 7)</a:t>
            </a:r>
          </a:p>
          <a:p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  <a:p>
            <a:endParaRPr lang="en-GB" sz="2000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  <a:p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A7794A-D8B9-4101-BE69-0A9657FE968C}"/>
              </a:ext>
            </a:extLst>
          </p:cNvPr>
          <p:cNvCxnSpPr/>
          <p:nvPr/>
        </p:nvCxnSpPr>
        <p:spPr>
          <a:xfrm>
            <a:off x="2798221" y="3408748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A6D0367-453A-4673-88E6-9AB8CD9C1084}"/>
              </a:ext>
            </a:extLst>
          </p:cNvPr>
          <p:cNvSpPr/>
          <p:nvPr/>
        </p:nvSpPr>
        <p:spPr>
          <a:xfrm>
            <a:off x="2870778" y="3507782"/>
            <a:ext cx="711405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There are 5 + 3 = 8 factors of 7 in the product, so the product is 7</a:t>
            </a:r>
            <a:r>
              <a:rPr lang="en-GB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GB" sz="20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E62D1-2D0B-43A8-9561-56697F773214}"/>
              </a:ext>
            </a:extLst>
          </p:cNvPr>
          <p:cNvSpPr/>
          <p:nvPr/>
        </p:nvSpPr>
        <p:spPr>
          <a:xfrm>
            <a:off x="2870778" y="4125626"/>
            <a:ext cx="5257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We add the two indices to get the result: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×7</a:t>
            </a:r>
            <a:r>
              <a:rPr lang="en-GB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=7</a:t>
            </a:r>
            <a:r>
              <a:rPr lang="en-GB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3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Index Law 1 and Index Law 2?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672467" y="1303330"/>
            <a:ext cx="8044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1: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Simplify 7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5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x 7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45018" y="1764928"/>
            <a:ext cx="8568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(7 x 7 x 7 x 7 x 7) x (7 x 7 x 7)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A7794A-D8B9-4101-BE69-0A9657FE968C}"/>
              </a:ext>
            </a:extLst>
          </p:cNvPr>
          <p:cNvCxnSpPr/>
          <p:nvPr/>
        </p:nvCxnSpPr>
        <p:spPr>
          <a:xfrm>
            <a:off x="2760482" y="321101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A6D0367-453A-4673-88E6-9AB8CD9C1084}"/>
              </a:ext>
            </a:extLst>
          </p:cNvPr>
          <p:cNvSpPr/>
          <p:nvPr/>
        </p:nvSpPr>
        <p:spPr>
          <a:xfrm>
            <a:off x="2745018" y="2355186"/>
            <a:ext cx="711405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There are 5 + 3 = 8 factors of 7 in the product, so the product is 7</a:t>
            </a:r>
            <a:r>
              <a:rPr lang="en-GB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GB" sz="20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E62D1-2D0B-43A8-9561-56697F773214}"/>
              </a:ext>
            </a:extLst>
          </p:cNvPr>
          <p:cNvSpPr/>
          <p:nvPr/>
        </p:nvSpPr>
        <p:spPr>
          <a:xfrm>
            <a:off x="2760482" y="2826761"/>
            <a:ext cx="5257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We add the two indices to get the result: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×7</a:t>
            </a:r>
            <a:r>
              <a:rPr lang="en-GB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=7</a:t>
            </a:r>
            <a:r>
              <a:rPr lang="en-GB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5B4CF8-CB36-41D6-99ED-81C95EE1C612}"/>
              </a:ext>
            </a:extLst>
          </p:cNvPr>
          <p:cNvSpPr txBox="1"/>
          <p:nvPr/>
        </p:nvSpPr>
        <p:spPr>
          <a:xfrm>
            <a:off x="2745017" y="3526480"/>
            <a:ext cx="6539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2: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5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x 5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3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as a single power of 5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2E480F-DB36-460C-AE9B-7FB63B990D4D}"/>
              </a:ext>
            </a:extLst>
          </p:cNvPr>
          <p:cNvSpPr txBox="1"/>
          <p:nvPr/>
        </p:nvSpPr>
        <p:spPr>
          <a:xfrm>
            <a:off x="2817574" y="3988078"/>
            <a:ext cx="8568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2+3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=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9BFC88-250A-4300-B394-67F16BED8734}"/>
              </a:ext>
            </a:extLst>
          </p:cNvPr>
          <p:cNvCxnSpPr/>
          <p:nvPr/>
        </p:nvCxnSpPr>
        <p:spPr>
          <a:xfrm>
            <a:off x="2817574" y="4578376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4A0399D-FCC7-4FC3-928C-9D5F7F112180}"/>
              </a:ext>
            </a:extLst>
          </p:cNvPr>
          <p:cNvSpPr txBox="1"/>
          <p:nvPr/>
        </p:nvSpPr>
        <p:spPr>
          <a:xfrm>
            <a:off x="2760482" y="4857477"/>
            <a:ext cx="6539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3: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b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3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x b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4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as a single power of 5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982609-B767-4B18-9105-9F86F774555E}"/>
              </a:ext>
            </a:extLst>
          </p:cNvPr>
          <p:cNvSpPr txBox="1"/>
          <p:nvPr/>
        </p:nvSpPr>
        <p:spPr>
          <a:xfrm>
            <a:off x="2817574" y="5776274"/>
            <a:ext cx="8568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3+4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= 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D8726B-2E9F-4117-BB33-C732642921D2}"/>
              </a:ext>
            </a:extLst>
          </p:cNvPr>
          <p:cNvCxnSpPr/>
          <p:nvPr/>
        </p:nvCxnSpPr>
        <p:spPr>
          <a:xfrm>
            <a:off x="2817574" y="6366573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CFA87BD-CD1E-48FE-953A-42AC8236BB0E}"/>
              </a:ext>
            </a:extLst>
          </p:cNvPr>
          <p:cNvSpPr txBox="1"/>
          <p:nvPr/>
        </p:nvSpPr>
        <p:spPr>
          <a:xfrm>
            <a:off x="2817574" y="5270709"/>
            <a:ext cx="8568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(b x b x b) x (b x b x b x b)</a:t>
            </a:r>
          </a:p>
        </p:txBody>
      </p:sp>
    </p:spTree>
    <p:extLst>
      <p:ext uri="{BB962C8B-B14F-4D97-AF65-F5344CB8AC3E}">
        <p14:creationId xmlns:p14="http://schemas.microsoft.com/office/powerpoint/2010/main" val="301791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8" grpId="0"/>
      <p:bldP spid="29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Index Law 1 and Index Law 2?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45018" y="1494196"/>
            <a:ext cx="85689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Index law 1</a:t>
            </a:r>
          </a:p>
          <a:p>
            <a:endParaRPr lang="en-GB" dirty="0"/>
          </a:p>
          <a:p>
            <a:r>
              <a:rPr lang="en-GB" dirty="0"/>
              <a:t>When multiplying numbers written using powers, if the base number is the same, add the indices.</a:t>
            </a:r>
          </a:p>
          <a:p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663AC-29E1-4922-9E3F-C09C59D90BD5}"/>
              </a:ext>
            </a:extLst>
          </p:cNvPr>
          <p:cNvSpPr/>
          <p:nvPr/>
        </p:nvSpPr>
        <p:spPr>
          <a:xfrm>
            <a:off x="2745018" y="2771468"/>
            <a:ext cx="27863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32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n  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n-GB" sz="3200" b="1" dirty="0" err="1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 err="1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m+n</a:t>
            </a:r>
            <a:endParaRPr lang="en-GB" sz="32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51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Index Law 1 and Index Law 2?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672462" y="1303330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4: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Simplify 6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7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÷ 6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45018" y="1764928"/>
            <a:ext cx="856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 </a:t>
            </a:r>
            <a:r>
              <a:rPr lang="en-GB" sz="2400" b="1" u="sng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(6 x 6 x 6 x 6 x 6 x 6 x 6)</a:t>
            </a:r>
          </a:p>
          <a:p>
            <a:r>
              <a:rPr lang="en-GB" sz="2400" b="1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          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(6 x 6 x 6 x 6)</a:t>
            </a:r>
          </a:p>
        </p:txBody>
      </p:sp>
    </p:spTree>
    <p:extLst>
      <p:ext uri="{BB962C8B-B14F-4D97-AF65-F5344CB8AC3E}">
        <p14:creationId xmlns:p14="http://schemas.microsoft.com/office/powerpoint/2010/main" val="159266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Index Law 1 and Index Law 2?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672462" y="1303330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4: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Simplify 6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7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÷ 6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45018" y="1764928"/>
            <a:ext cx="9223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 </a:t>
            </a:r>
            <a:r>
              <a:rPr lang="en-GB" sz="2400" b="1" u="sng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(6 x 6 x 6 x </a:t>
            </a:r>
            <a:r>
              <a:rPr lang="en-GB" sz="2400" b="1" u="sng" strike="sngStrike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 x 6 x 6 x 6</a:t>
            </a:r>
            <a:r>
              <a:rPr lang="en-GB" sz="2400" b="1" u="sng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GB" sz="16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(Four factors cancel out)</a:t>
            </a:r>
            <a:endParaRPr lang="en-GB" sz="1600" b="1" u="sng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            (</a:t>
            </a:r>
            <a:r>
              <a:rPr lang="en-GB" sz="2400" b="1" strike="sngStrike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 x 6 x 6 x 6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B62B7-0D86-454A-9ECE-A58EF7EEEB8C}"/>
              </a:ext>
            </a:extLst>
          </p:cNvPr>
          <p:cNvSpPr txBox="1"/>
          <p:nvPr/>
        </p:nvSpPr>
        <p:spPr>
          <a:xfrm>
            <a:off x="2745017" y="2740101"/>
            <a:ext cx="9223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=  (6 x 6 x 6)		        </a:t>
            </a:r>
            <a:r>
              <a:rPr lang="en-GB" sz="16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(This leaves 7 – 4 = 3  factors left)</a:t>
            </a:r>
            <a:endParaRPr lang="en-GB" sz="1600" b="1" u="sng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                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16B5D-C1F6-4384-9EE0-8FFD404A28D5}"/>
              </a:ext>
            </a:extLst>
          </p:cNvPr>
          <p:cNvSpPr txBox="1"/>
          <p:nvPr/>
        </p:nvSpPr>
        <p:spPr>
          <a:xfrm>
            <a:off x="2745014" y="3335826"/>
            <a:ext cx="922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=  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7-4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9C8A0-B86B-4373-BCFE-A3A047AC2011}"/>
              </a:ext>
            </a:extLst>
          </p:cNvPr>
          <p:cNvSpPr txBox="1"/>
          <p:nvPr/>
        </p:nvSpPr>
        <p:spPr>
          <a:xfrm>
            <a:off x="2745014" y="3810477"/>
            <a:ext cx="922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 =  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7499B7-4607-41A0-AC9D-F7D6BF633B2B}"/>
              </a:ext>
            </a:extLst>
          </p:cNvPr>
          <p:cNvSpPr txBox="1"/>
          <p:nvPr/>
        </p:nvSpPr>
        <p:spPr>
          <a:xfrm>
            <a:off x="2745013" y="4453871"/>
            <a:ext cx="598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5: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5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6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÷ 5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4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as a single power of 5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B73CC1-3A34-41CE-9065-A2272986BF14}"/>
              </a:ext>
            </a:extLst>
          </p:cNvPr>
          <p:cNvSpPr txBox="1"/>
          <p:nvPr/>
        </p:nvSpPr>
        <p:spPr>
          <a:xfrm>
            <a:off x="2669551" y="5004932"/>
            <a:ext cx="922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latin typeface="Arial" pitchFamily="34" charset="0"/>
                <a:cs typeface="Arial" pitchFamily="34" charset="0"/>
              </a:rPr>
              <a:t>÷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6-4</a:t>
            </a:r>
            <a:endParaRPr lang="en-GB" sz="16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DACF21-A2E1-4254-A8E4-0B9170FCBB88}"/>
              </a:ext>
            </a:extLst>
          </p:cNvPr>
          <p:cNvSpPr txBox="1"/>
          <p:nvPr/>
        </p:nvSpPr>
        <p:spPr>
          <a:xfrm>
            <a:off x="2669551" y="5541031"/>
            <a:ext cx="922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           =  5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GB" sz="16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66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Index Law 1 and Index Law 2?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745018" y="1494196"/>
            <a:ext cx="85689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Index law 1</a:t>
            </a:r>
          </a:p>
          <a:p>
            <a:endParaRPr lang="en-GB" dirty="0"/>
          </a:p>
          <a:p>
            <a:r>
              <a:rPr lang="en-GB" dirty="0"/>
              <a:t>When multiplying numbers written using powers, if the base number is the same, add the indices.</a:t>
            </a:r>
          </a:p>
          <a:p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663AC-29E1-4922-9E3F-C09C59D90BD5}"/>
              </a:ext>
            </a:extLst>
          </p:cNvPr>
          <p:cNvSpPr/>
          <p:nvPr/>
        </p:nvSpPr>
        <p:spPr>
          <a:xfrm>
            <a:off x="2745018" y="2771468"/>
            <a:ext cx="27863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32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 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n  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n-GB" sz="3200" b="1" dirty="0" err="1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 err="1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m+n</a:t>
            </a:r>
            <a:endParaRPr lang="en-GB" sz="32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DC9BC-D7C4-4725-8CB3-4A62E76B1CDE}"/>
              </a:ext>
            </a:extLst>
          </p:cNvPr>
          <p:cNvSpPr txBox="1"/>
          <p:nvPr/>
        </p:nvSpPr>
        <p:spPr>
          <a:xfrm>
            <a:off x="2745017" y="3595381"/>
            <a:ext cx="8568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Index law 2</a:t>
            </a:r>
          </a:p>
          <a:p>
            <a:endParaRPr lang="en-GB" dirty="0"/>
          </a:p>
          <a:p>
            <a:r>
              <a:rPr lang="en-GB" dirty="0"/>
              <a:t>When dividing numbers written using powers, if the base number is the same, subtract the indices.</a:t>
            </a:r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162366-FB5E-4671-8C12-E687D27D3869}"/>
              </a:ext>
            </a:extLst>
          </p:cNvPr>
          <p:cNvSpPr/>
          <p:nvPr/>
        </p:nvSpPr>
        <p:spPr>
          <a:xfrm>
            <a:off x="2745017" y="4829519"/>
            <a:ext cx="27174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32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÷ 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32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n  </a:t>
            </a:r>
            <a:r>
              <a:rPr lang="en-GB" sz="32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 a</a:t>
            </a:r>
            <a:r>
              <a:rPr lang="en-GB" sz="32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m-n</a:t>
            </a:r>
            <a:endParaRPr lang="en-GB" sz="32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4CEBD2-9B1F-4AC2-ABEC-B053931E05AF}"/>
              </a:ext>
            </a:extLst>
          </p:cNvPr>
          <p:cNvSpPr txBox="1"/>
          <p:nvPr/>
        </p:nvSpPr>
        <p:spPr>
          <a:xfrm>
            <a:off x="2745017" y="5448104"/>
            <a:ext cx="9083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Use the above laws to help you complete all the even number questions on exercises 1.5 &amp; 1.6 on pages 4 and 5 of the text book.</a:t>
            </a:r>
            <a:endParaRPr lang="en-GB" sz="2400" b="1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6E32AC-E9C5-49C8-818A-0B8F2F487704}"/>
              </a:ext>
            </a:extLst>
          </p:cNvPr>
          <p:cNvCxnSpPr/>
          <p:nvPr/>
        </p:nvCxnSpPr>
        <p:spPr>
          <a:xfrm>
            <a:off x="2745017" y="5448104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62CC6F-6F1C-482A-9C4E-922E0AFCC0D7}"/>
              </a:ext>
            </a:extLst>
          </p:cNvPr>
          <p:cNvCxnSpPr/>
          <p:nvPr/>
        </p:nvCxnSpPr>
        <p:spPr>
          <a:xfrm>
            <a:off x="2760482" y="321101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03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2604</TotalTime>
  <Words>544</Words>
  <Application>Microsoft Office PowerPoint</Application>
  <PresentationFormat>Widescreen</PresentationFormat>
  <Paragraphs>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Hamilton Stott</cp:lastModifiedBy>
  <cp:revision>9</cp:revision>
  <dcterms:created xsi:type="dcterms:W3CDTF">2018-02-10T03:48:19Z</dcterms:created>
  <dcterms:modified xsi:type="dcterms:W3CDTF">2018-02-13T13:02:55Z</dcterms:modified>
</cp:coreProperties>
</file>