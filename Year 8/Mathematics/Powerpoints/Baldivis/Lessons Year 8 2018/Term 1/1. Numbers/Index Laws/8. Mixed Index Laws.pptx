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64" r:id="rId3"/>
    <p:sldId id="259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9CE6D-8AB1-4487-935C-BA4075AE57C8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6B007-72BD-45B1-977B-B464CB524C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599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574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790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200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702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522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C0E5A-D417-40A4-8602-1F34050A6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68692-2AA0-412C-B671-E691F1F15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DD13F-8FCC-437E-AEFC-146A5FB1A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3F268-A58F-4D6F-B33B-6E2FAD4A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EAF78-BC93-4325-B341-C7752DBF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9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C212-927E-4C78-95AF-24C5CA76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FFA1-2481-46A9-AEE8-BD2789DD1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49FA0-AF8E-4DC6-AD8A-8913637C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F119-58DB-4E5A-AD94-F7C550B0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9EC81-37B9-4F33-9AAF-608135E8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33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B991-6839-4631-A116-30E97F5A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E63B1-DB43-4516-9C42-477D67ED0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AA027-A8AF-4196-ADEB-DED440DA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93EA-1ABA-4174-9288-95C2F0B9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D42D9-BA7E-4E2B-A05D-FD8C0FB1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789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258C-5140-4C48-9241-3BBDD1DF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A2377-4836-49A6-A4A4-D620B54E5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71A17-D039-4799-BE9E-CDF51F19F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907AB-0911-41BE-AE8D-37F2EBF6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3154E-712F-46B4-A989-1278957D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8D1A8-8E5A-4823-AA75-70762CFE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336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043A-5FDE-43F0-95E7-084B8324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FA1F8-1C3B-480E-A3FA-33620D720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7A1DF-4747-4009-80A2-2C595287C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2CE205-7132-4FA1-A5CD-9487672CF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3980E-08D2-44F2-8A93-C65264E5F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C843C-0CD7-42F8-BAEA-833CF2ED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67B776-B670-45FC-A86C-0AB453C3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AD3EA-629C-440E-8875-67D1BA9B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10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96FC-D20D-4986-A22F-F1E1C5EF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0DD20-5B58-4067-935F-AB91551C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70419-4F0A-479F-A9BD-E67A6F44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4851A-0231-44AB-ABBF-449963D8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531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1DB5D8-DDCE-49D7-8109-2B1FE241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0E188-12E9-4A49-8F37-C4F3D514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8BBF2-E64A-42BC-B42D-7017DA36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522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5A28-7D1B-43D6-A069-8E375FF5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BE2EE-2AD5-45D9-927D-1829426A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C617D-99CB-4268-BD04-A05E35606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956A-AB7C-4195-9635-BA0DF5F2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845EF-F0FB-415D-9415-AAD7BF8A4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58E6E-569C-4986-915B-D6176FF0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24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79DF-F6C6-4D2D-AD6B-22A5625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AE07E-4882-4571-9251-750FD5F3F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E33C9-379E-4A25-9087-86B13A6B4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4741C-3A92-4081-9463-21D1414D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180E5-ECFC-4C5A-A23A-4F339B70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96AA4-C4FB-4EE6-9517-C5CF9789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184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DEDE-093E-41DC-97DA-D45A1807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2D381-7E50-4DE4-A806-3E3C8FEEC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60FEB-F38A-41C5-9DA3-8F21A40A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70A0-99A8-4D1A-8E78-DEE55F17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A2DA2-FEB7-4E44-BC41-53C347D8B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72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2E347-5A43-4A26-BC39-8CC01F228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5D89E-DB59-4243-A8C6-9BE7C4850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4E9B0-3E70-424D-AC40-54E32008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83283-BFAB-41C3-BBCE-87E75C85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42EDE-7C7D-440D-9866-3F95C976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31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06451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8407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80685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024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7FC65-C6E0-4EFE-AE0A-A070CC91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9DED5-9B5C-4EDC-8EDE-CBE2D2175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2FEF5-DC35-4E48-B39B-2EF34244D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C268D-F32E-4359-85AC-8C4B0B8F3ADE}" type="datetimeFigureOut">
              <a:rPr lang="en-AU" smtClean="0"/>
              <a:t>18/02/2018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42800-1E97-4EDB-B54A-F00524549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1DD84-ED0E-4521-80E3-BB7180C48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83C2E-52FB-4C24-B21C-BC17CCEA4F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0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8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Mixed Index Laws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Using all four of the Index Laws</a:t>
            </a:r>
          </a:p>
        </p:txBody>
      </p:sp>
    </p:spTree>
    <p:extLst>
      <p:ext uri="{BB962C8B-B14F-4D97-AF65-F5344CB8AC3E}">
        <p14:creationId xmlns:p14="http://schemas.microsoft.com/office/powerpoint/2010/main" val="51577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Graphic Organizer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526774" y="1558077"/>
            <a:ext cx="7212496" cy="48064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Work in groups to complete the worksheet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Include the following in each box</a:t>
            </a:r>
          </a:p>
          <a:p>
            <a:r>
              <a:rPr lang="en-AU" sz="3200" dirty="0"/>
              <a:t>The formula for the Index Law</a:t>
            </a:r>
          </a:p>
          <a:p>
            <a:r>
              <a:rPr lang="en-AU" sz="3200" b="1" dirty="0">
                <a:solidFill>
                  <a:srgbClr val="7030A0"/>
                </a:solidFill>
              </a:rPr>
              <a:t>2</a:t>
            </a:r>
            <a:r>
              <a:rPr lang="en-AU" sz="3200" dirty="0"/>
              <a:t> examples of the Index Law</a:t>
            </a:r>
          </a:p>
          <a:p>
            <a:r>
              <a:rPr lang="en-AU" sz="3200" dirty="0"/>
              <a:t>Use different colours for each law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443" y="4930777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81625" y="5987852"/>
            <a:ext cx="1433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WI</a:t>
            </a:r>
            <a:r>
              <a:rPr lang="en-AU" sz="2400" b="1" dirty="0">
                <a:solidFill>
                  <a:srgbClr val="FF0000"/>
                </a:solidFill>
              </a:rPr>
              <a:t>C</a:t>
            </a:r>
            <a:r>
              <a:rPr lang="en-AU" sz="2400" b="1" dirty="0"/>
              <a:t>O</a:t>
            </a:r>
            <a:r>
              <a:rPr lang="en-AU" sz="24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9A8BFD-6144-42BE-AD14-C1CDC1DBF919}"/>
              </a:ext>
            </a:extLst>
          </p:cNvPr>
          <p:cNvSpPr/>
          <p:nvPr/>
        </p:nvSpPr>
        <p:spPr>
          <a:xfrm>
            <a:off x="7739270" y="1695057"/>
            <a:ext cx="3925956" cy="304819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ustomShape 14">
            <a:extLst>
              <a:ext uri="{FF2B5EF4-FFF2-40B4-BE49-F238E27FC236}">
                <a16:creationId xmlns:a16="http://schemas.microsoft.com/office/drawing/2014/main" id="{40EA9080-6D48-484D-891E-00E469A34E45}"/>
              </a:ext>
            </a:extLst>
          </p:cNvPr>
          <p:cNvSpPr/>
          <p:nvPr/>
        </p:nvSpPr>
        <p:spPr>
          <a:xfrm>
            <a:off x="7933303" y="2487064"/>
            <a:ext cx="3537890" cy="65811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CustomShape 16">
            <a:extLst>
              <a:ext uri="{FF2B5EF4-FFF2-40B4-BE49-F238E27FC236}">
                <a16:creationId xmlns:a16="http://schemas.microsoft.com/office/drawing/2014/main" id="{84302173-701C-44C0-BFDA-99ABABA32036}"/>
              </a:ext>
            </a:extLst>
          </p:cNvPr>
          <p:cNvSpPr/>
          <p:nvPr/>
        </p:nvSpPr>
        <p:spPr>
          <a:xfrm>
            <a:off x="8056950" y="3544839"/>
            <a:ext cx="3141542" cy="46969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56F51-4329-4899-8CC2-763DE89C46E9}"/>
              </a:ext>
            </a:extLst>
          </p:cNvPr>
          <p:cNvSpPr txBox="1"/>
          <p:nvPr/>
        </p:nvSpPr>
        <p:spPr>
          <a:xfrm>
            <a:off x="7844191" y="1920613"/>
            <a:ext cx="2637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srgbClr val="00B050"/>
                </a:solidFill>
                <a:latin typeface="Kiwi School Handwriting" panose="00000500000000000000" pitchFamily="2" charset="0"/>
              </a:rPr>
              <a:t>Index Law 1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160" y="13962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28D80E-22B2-48BD-A2A0-5BF363F271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765" b="22596"/>
          <a:stretch/>
        </p:blipFill>
        <p:spPr>
          <a:xfrm>
            <a:off x="105701" y="1425896"/>
            <a:ext cx="11973169" cy="1404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F4FA5F-98E5-4A6F-9D05-0ED8677EAF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8317"/>
          <a:stretch/>
        </p:blipFill>
        <p:spPr>
          <a:xfrm>
            <a:off x="105701" y="3273619"/>
            <a:ext cx="12086299" cy="1292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5575B5-9685-4EB8-B328-9AF6B90516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617"/>
          <a:stretch/>
        </p:blipFill>
        <p:spPr>
          <a:xfrm>
            <a:off x="60121" y="5009321"/>
            <a:ext cx="12056742" cy="72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37714245-6DA9-4A32-9F37-73EA34A6F166}"/>
              </a:ext>
            </a:extLst>
          </p:cNvPr>
          <p:cNvSpPr txBox="1">
            <a:spLocks/>
          </p:cNvSpPr>
          <p:nvPr/>
        </p:nvSpPr>
        <p:spPr>
          <a:xfrm>
            <a:off x="2999656" y="2501271"/>
            <a:ext cx="7212496" cy="185545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>
                <a:latin typeface="Kiwi School Handwriting" panose="00000500000000000000" pitchFamily="2" charset="0"/>
              </a:rPr>
              <a:t>Index Law </a:t>
            </a:r>
            <a:r>
              <a:rPr lang="en-AU" sz="4000" dirty="0" err="1">
                <a:latin typeface="Kiwi School Handwriting" panose="00000500000000000000" pitchFamily="2" charset="0"/>
              </a:rPr>
              <a:t>Kahoot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DejaVu Sans</vt:lpstr>
      <vt:lpstr>Kiwi School Handwriting</vt:lpstr>
      <vt:lpstr>Office Theme</vt:lpstr>
      <vt:lpstr>Mixed Index Laws</vt:lpstr>
      <vt:lpstr>Learning Intentions</vt:lpstr>
      <vt:lpstr>Graphic Organizer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Index Laws</dc:title>
  <dc:creator>Nine Labuschagne</dc:creator>
  <cp:lastModifiedBy>Nine Labuschagne</cp:lastModifiedBy>
  <cp:revision>6</cp:revision>
  <dcterms:created xsi:type="dcterms:W3CDTF">2018-02-18T09:24:07Z</dcterms:created>
  <dcterms:modified xsi:type="dcterms:W3CDTF">2018-02-18T09:37:19Z</dcterms:modified>
</cp:coreProperties>
</file>