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58" r:id="rId3"/>
    <p:sldId id="260" r:id="rId4"/>
    <p:sldId id="259" r:id="rId5"/>
    <p:sldId id="262" r:id="rId6"/>
    <p:sldId id="263" r:id="rId7"/>
    <p:sldId id="261" r:id="rId8"/>
    <p:sldId id="264" r:id="rId9"/>
    <p:sldId id="265" r:id="rId10"/>
    <p:sldId id="267" r:id="rId11"/>
    <p:sldId id="266" r:id="rId12"/>
    <p:sldId id="26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025" autoAdjust="0"/>
    <p:restoredTop sz="86480" autoAdjust="0"/>
  </p:normalViewPr>
  <p:slideViewPr>
    <p:cSldViewPr snapToGrid="0">
      <p:cViewPr varScale="1">
        <p:scale>
          <a:sx n="82" d="100"/>
          <a:sy n="82" d="100"/>
        </p:scale>
        <p:origin x="102" y="29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milton Stott" userId="e28223afab1f786a" providerId="LiveId" clId="{9DE405D1-B133-4AAF-9B8E-EA6D7D3E7211}"/>
    <pc:docChg chg="modSld">
      <pc:chgData name="Hamilton Stott" userId="e28223afab1f786a" providerId="LiveId" clId="{9DE405D1-B133-4AAF-9B8E-EA6D7D3E7211}" dt="2018-02-11T14:35:01.777" v="70" actId="20577"/>
      <pc:docMkLst>
        <pc:docMk/>
      </pc:docMkLst>
      <pc:sldChg chg="modNotesTx">
        <pc:chgData name="Hamilton Stott" userId="e28223afab1f786a" providerId="LiveId" clId="{9DE405D1-B133-4AAF-9B8E-EA6D7D3E7211}" dt="2018-02-11T14:35:01.777" v="70" actId="20577"/>
        <pc:sldMkLst>
          <pc:docMk/>
          <pc:sldMk cId="1341150985" sldId="26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6529061-360E-4682-B0C6-CB42D484B736}" type="datetimeFigureOut">
              <a:rPr lang="en-AU" smtClean="0"/>
              <a:t>10/02/2018</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28BD033-8677-4794-8EA0-E5BD0D524802}" type="slidenum">
              <a:rPr lang="en-AU" smtClean="0"/>
              <a:t>‹#›</a:t>
            </a:fld>
            <a:endParaRPr lang="en-AU"/>
          </a:p>
        </p:txBody>
      </p:sp>
    </p:spTree>
    <p:extLst>
      <p:ext uri="{BB962C8B-B14F-4D97-AF65-F5344CB8AC3E}">
        <p14:creationId xmlns:p14="http://schemas.microsoft.com/office/powerpoint/2010/main" val="32711770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a:solidFill>
                  <a:schemeClr val="tx1"/>
                </a:solidFill>
                <a:effectLst/>
                <a:latin typeface="+mn-lt"/>
                <a:ea typeface="+mn-ea"/>
                <a:cs typeface="+mn-cs"/>
              </a:rPr>
              <a:t>Ask the class to identify the numbers that belong above the line and those that belong below the line. Through discussion, in which students look for patterns, hypothesise and reason, establish that numbers above the line are prime numbers and that numbers below the line are composite numbers. This may take a bit of trial and error to establish the grouping.</a:t>
            </a:r>
          </a:p>
          <a:p>
            <a:r>
              <a:rPr lang="en-GB" sz="1200" b="0" i="0" kern="1200" dirty="0">
                <a:solidFill>
                  <a:schemeClr val="tx1"/>
                </a:solidFill>
                <a:effectLst/>
                <a:latin typeface="+mn-lt"/>
                <a:ea typeface="+mn-ea"/>
                <a:cs typeface="+mn-cs"/>
              </a:rPr>
              <a:t>Discuss the definitions of prime and composite numbers. Establish that, for ease of definition, a prime number 1 is not considered a prime number. A prime whole number has to be greater than 1 and only divisible by itself and 1; so it only has factors of 1 and itself.</a:t>
            </a:r>
          </a:p>
          <a:p>
            <a:r>
              <a:rPr lang="en-GB" sz="1200" b="0" i="0" kern="1200" dirty="0">
                <a:solidFill>
                  <a:schemeClr val="tx1"/>
                </a:solidFill>
                <a:effectLst/>
                <a:latin typeface="+mn-lt"/>
                <a:ea typeface="+mn-ea"/>
                <a:cs typeface="+mn-cs"/>
              </a:rPr>
              <a:t>http://www.scootle.edu.au/ec/viewing/S8021/Maths_template_prime_numbers/index.html</a:t>
            </a:r>
          </a:p>
        </p:txBody>
      </p:sp>
      <p:sp>
        <p:nvSpPr>
          <p:cNvPr id="4" name="Slide Number Placeholder 3"/>
          <p:cNvSpPr>
            <a:spLocks noGrp="1"/>
          </p:cNvSpPr>
          <p:nvPr>
            <p:ph type="sldNum" sz="quarter" idx="10"/>
          </p:nvPr>
        </p:nvSpPr>
        <p:spPr/>
        <p:txBody>
          <a:bodyPr/>
          <a:lstStyle/>
          <a:p>
            <a:fld id="{B28BD033-8677-4794-8EA0-E5BD0D524802}" type="slidenum">
              <a:rPr lang="en-AU" smtClean="0"/>
              <a:t>2</a:t>
            </a:fld>
            <a:endParaRPr lang="en-AU"/>
          </a:p>
        </p:txBody>
      </p:sp>
    </p:spTree>
    <p:extLst>
      <p:ext uri="{BB962C8B-B14F-4D97-AF65-F5344CB8AC3E}">
        <p14:creationId xmlns:p14="http://schemas.microsoft.com/office/powerpoint/2010/main" val="42774733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Hand out the students the hundreds square worksheet</a:t>
            </a:r>
          </a:p>
        </p:txBody>
      </p:sp>
      <p:sp>
        <p:nvSpPr>
          <p:cNvPr id="4" name="Slide Number Placeholder 3"/>
          <p:cNvSpPr>
            <a:spLocks noGrp="1"/>
          </p:cNvSpPr>
          <p:nvPr>
            <p:ph type="sldNum" sz="quarter" idx="10"/>
          </p:nvPr>
        </p:nvSpPr>
        <p:spPr/>
        <p:txBody>
          <a:bodyPr/>
          <a:lstStyle/>
          <a:p>
            <a:fld id="{B28BD033-8677-4794-8EA0-E5BD0D524802}" type="slidenum">
              <a:rPr lang="en-AU" smtClean="0"/>
              <a:t>3</a:t>
            </a:fld>
            <a:endParaRPr lang="en-AU"/>
          </a:p>
        </p:txBody>
      </p:sp>
    </p:spTree>
    <p:extLst>
      <p:ext uri="{BB962C8B-B14F-4D97-AF65-F5344CB8AC3E}">
        <p14:creationId xmlns:p14="http://schemas.microsoft.com/office/powerpoint/2010/main" val="33564339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Crossing out all 2s, gets rid of all the even numbers except 2. (Note, 1 is not a prime).</a:t>
            </a:r>
          </a:p>
          <a:p>
            <a:endParaRPr lang="en-AU" dirty="0"/>
          </a:p>
          <a:p>
            <a:r>
              <a:rPr lang="en-AU" dirty="0"/>
              <a:t>Then cross out all multiples of 3s, then all multiples of 5.</a:t>
            </a:r>
          </a:p>
        </p:txBody>
      </p:sp>
      <p:sp>
        <p:nvSpPr>
          <p:cNvPr id="4" name="Slide Number Placeholder 3"/>
          <p:cNvSpPr>
            <a:spLocks noGrp="1"/>
          </p:cNvSpPr>
          <p:nvPr>
            <p:ph type="sldNum" sz="quarter" idx="10"/>
          </p:nvPr>
        </p:nvSpPr>
        <p:spPr/>
        <p:txBody>
          <a:bodyPr/>
          <a:lstStyle/>
          <a:p>
            <a:fld id="{B28BD033-8677-4794-8EA0-E5BD0D524802}" type="slidenum">
              <a:rPr lang="en-AU" smtClean="0"/>
              <a:t>4</a:t>
            </a:fld>
            <a:endParaRPr lang="en-AU"/>
          </a:p>
        </p:txBody>
      </p:sp>
    </p:spTree>
    <p:extLst>
      <p:ext uri="{BB962C8B-B14F-4D97-AF65-F5344CB8AC3E}">
        <p14:creationId xmlns:p14="http://schemas.microsoft.com/office/powerpoint/2010/main" val="41841253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Crossing out all 2s, gets rid of all the even numbers except 2. (Note, 1 is not a prime).</a:t>
            </a:r>
          </a:p>
          <a:p>
            <a:endParaRPr lang="en-AU" dirty="0"/>
          </a:p>
          <a:p>
            <a:r>
              <a:rPr lang="en-AU" dirty="0"/>
              <a:t>Then cross out all multiples of 3s, then all multiples of 5.</a:t>
            </a:r>
          </a:p>
        </p:txBody>
      </p:sp>
      <p:sp>
        <p:nvSpPr>
          <p:cNvPr id="4" name="Slide Number Placeholder 3"/>
          <p:cNvSpPr>
            <a:spLocks noGrp="1"/>
          </p:cNvSpPr>
          <p:nvPr>
            <p:ph type="sldNum" sz="quarter" idx="10"/>
          </p:nvPr>
        </p:nvSpPr>
        <p:spPr/>
        <p:txBody>
          <a:bodyPr/>
          <a:lstStyle/>
          <a:p>
            <a:fld id="{B28BD033-8677-4794-8EA0-E5BD0D524802}" type="slidenum">
              <a:rPr lang="en-AU" smtClean="0"/>
              <a:t>5</a:t>
            </a:fld>
            <a:endParaRPr lang="en-AU"/>
          </a:p>
        </p:txBody>
      </p:sp>
    </p:spTree>
    <p:extLst>
      <p:ext uri="{BB962C8B-B14F-4D97-AF65-F5344CB8AC3E}">
        <p14:creationId xmlns:p14="http://schemas.microsoft.com/office/powerpoint/2010/main" val="21581472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The numbers left are prime.</a:t>
            </a:r>
          </a:p>
          <a:p>
            <a:endParaRPr lang="en-AU" dirty="0"/>
          </a:p>
          <a:p>
            <a:r>
              <a:rPr lang="en-AU" dirty="0"/>
              <a:t>Note for extension group – to test for the presence of primes we only had to cross out multiples up to square root of our highest number (+1 in this case) 100^0.5 = 10, so 11 was the highest multiple we had to test for.</a:t>
            </a:r>
          </a:p>
        </p:txBody>
      </p:sp>
      <p:sp>
        <p:nvSpPr>
          <p:cNvPr id="4" name="Slide Number Placeholder 3"/>
          <p:cNvSpPr>
            <a:spLocks noGrp="1"/>
          </p:cNvSpPr>
          <p:nvPr>
            <p:ph type="sldNum" sz="quarter" idx="10"/>
          </p:nvPr>
        </p:nvSpPr>
        <p:spPr/>
        <p:txBody>
          <a:bodyPr/>
          <a:lstStyle/>
          <a:p>
            <a:fld id="{B28BD033-8677-4794-8EA0-E5BD0D524802}" type="slidenum">
              <a:rPr lang="en-AU" smtClean="0"/>
              <a:t>6</a:t>
            </a:fld>
            <a:endParaRPr lang="en-AU"/>
          </a:p>
        </p:txBody>
      </p:sp>
    </p:spTree>
    <p:extLst>
      <p:ext uri="{BB962C8B-B14F-4D97-AF65-F5344CB8AC3E}">
        <p14:creationId xmlns:p14="http://schemas.microsoft.com/office/powerpoint/2010/main" val="13642584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Seriously, there is one additional digit in the above sequence.</a:t>
            </a:r>
          </a:p>
        </p:txBody>
      </p:sp>
      <p:sp>
        <p:nvSpPr>
          <p:cNvPr id="4" name="Slide Number Placeholder 3"/>
          <p:cNvSpPr>
            <a:spLocks noGrp="1"/>
          </p:cNvSpPr>
          <p:nvPr>
            <p:ph type="sldNum" sz="quarter" idx="10"/>
          </p:nvPr>
        </p:nvSpPr>
        <p:spPr/>
        <p:txBody>
          <a:bodyPr/>
          <a:lstStyle/>
          <a:p>
            <a:fld id="{B28BD033-8677-4794-8EA0-E5BD0D524802}" type="slidenum">
              <a:rPr lang="en-AU" smtClean="0"/>
              <a:t>7</a:t>
            </a:fld>
            <a:endParaRPr lang="en-AU"/>
          </a:p>
        </p:txBody>
      </p:sp>
    </p:spTree>
    <p:extLst>
      <p:ext uri="{BB962C8B-B14F-4D97-AF65-F5344CB8AC3E}">
        <p14:creationId xmlns:p14="http://schemas.microsoft.com/office/powerpoint/2010/main" val="26559372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B28BD033-8677-4794-8EA0-E5BD0D524802}" type="slidenum">
              <a:rPr lang="en-AU" smtClean="0"/>
              <a:t>8</a:t>
            </a:fld>
            <a:endParaRPr lang="en-AU"/>
          </a:p>
        </p:txBody>
      </p:sp>
    </p:spTree>
    <p:extLst>
      <p:ext uri="{BB962C8B-B14F-4D97-AF65-F5344CB8AC3E}">
        <p14:creationId xmlns:p14="http://schemas.microsoft.com/office/powerpoint/2010/main" val="26291715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Circle all the 12s in the multiplication table.</a:t>
            </a:r>
          </a:p>
          <a:p>
            <a:endParaRPr lang="en-AU" dirty="0"/>
          </a:p>
          <a:p>
            <a:r>
              <a:rPr lang="en-AU" dirty="0"/>
              <a:t>In one colour shade in the squares to make 2 x 6 = 12, point out that all composite numbers can be made up by rectangles on a multiplication table.</a:t>
            </a:r>
          </a:p>
          <a:p>
            <a:endParaRPr lang="en-AU" dirty="0"/>
          </a:p>
          <a:p>
            <a:r>
              <a:rPr lang="en-AU" dirty="0"/>
              <a:t>Next discuss what happens for 2 x 2 = It makes a square and not a rectangle</a:t>
            </a:r>
          </a:p>
          <a:p>
            <a:r>
              <a:rPr lang="en-AU" dirty="0"/>
              <a:t>Then 3 x 3 makes a square, etc, etc. Highlight the square numbers</a:t>
            </a:r>
          </a:p>
        </p:txBody>
      </p:sp>
      <p:sp>
        <p:nvSpPr>
          <p:cNvPr id="4" name="Slide Number Placeholder 3"/>
          <p:cNvSpPr>
            <a:spLocks noGrp="1"/>
          </p:cNvSpPr>
          <p:nvPr>
            <p:ph type="sldNum" sz="quarter" idx="10"/>
          </p:nvPr>
        </p:nvSpPr>
        <p:spPr/>
        <p:txBody>
          <a:bodyPr/>
          <a:lstStyle/>
          <a:p>
            <a:fld id="{B28BD033-8677-4794-8EA0-E5BD0D524802}" type="slidenum">
              <a:rPr lang="en-AU" smtClean="0"/>
              <a:t>9</a:t>
            </a:fld>
            <a:endParaRPr lang="en-AU"/>
          </a:p>
        </p:txBody>
      </p:sp>
    </p:spTree>
    <p:extLst>
      <p:ext uri="{BB962C8B-B14F-4D97-AF65-F5344CB8AC3E}">
        <p14:creationId xmlns:p14="http://schemas.microsoft.com/office/powerpoint/2010/main" val="23606393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Circle all the 12s in the multiplication table.</a:t>
            </a:r>
          </a:p>
          <a:p>
            <a:endParaRPr lang="en-AU" dirty="0"/>
          </a:p>
          <a:p>
            <a:r>
              <a:rPr lang="en-AU" dirty="0"/>
              <a:t>In one colour shade in the squares to make 2 x 6 = 12, point out that all composite numbers can be made up by rectangles on a multiplication table.</a:t>
            </a:r>
          </a:p>
          <a:p>
            <a:endParaRPr lang="en-AU" dirty="0"/>
          </a:p>
          <a:p>
            <a:r>
              <a:rPr lang="en-AU" dirty="0"/>
              <a:t>Next discuss what happens for 2 x 2 = It makes a square and not a rectangle</a:t>
            </a:r>
          </a:p>
          <a:p>
            <a:r>
              <a:rPr lang="en-AU" dirty="0"/>
              <a:t>Then 3 x 3 makes a square, etc, etc. Highlight the square numbers</a:t>
            </a:r>
          </a:p>
          <a:p>
            <a:endParaRPr lang="en-AU" dirty="0"/>
          </a:p>
        </p:txBody>
      </p:sp>
      <p:sp>
        <p:nvSpPr>
          <p:cNvPr id="4" name="Slide Number Placeholder 3"/>
          <p:cNvSpPr>
            <a:spLocks noGrp="1"/>
          </p:cNvSpPr>
          <p:nvPr>
            <p:ph type="sldNum" sz="quarter" idx="10"/>
          </p:nvPr>
        </p:nvSpPr>
        <p:spPr/>
        <p:txBody>
          <a:bodyPr/>
          <a:lstStyle/>
          <a:p>
            <a:fld id="{B28BD033-8677-4794-8EA0-E5BD0D524802}" type="slidenum">
              <a:rPr lang="en-AU" smtClean="0"/>
              <a:t>10</a:t>
            </a:fld>
            <a:endParaRPr lang="en-AU"/>
          </a:p>
        </p:txBody>
      </p:sp>
    </p:spTree>
    <p:extLst>
      <p:ext uri="{BB962C8B-B14F-4D97-AF65-F5344CB8AC3E}">
        <p14:creationId xmlns:p14="http://schemas.microsoft.com/office/powerpoint/2010/main" val="38181201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B28BD033-8677-4794-8EA0-E5BD0D524802}" type="slidenum">
              <a:rPr lang="en-AU" smtClean="0"/>
              <a:t>11</a:t>
            </a:fld>
            <a:endParaRPr lang="en-AU"/>
          </a:p>
        </p:txBody>
      </p:sp>
    </p:spTree>
    <p:extLst>
      <p:ext uri="{BB962C8B-B14F-4D97-AF65-F5344CB8AC3E}">
        <p14:creationId xmlns:p14="http://schemas.microsoft.com/office/powerpoint/2010/main" val="1738652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B28BD033-8677-4794-8EA0-E5BD0D524802}" type="slidenum">
              <a:rPr lang="en-AU" smtClean="0"/>
              <a:t>12</a:t>
            </a:fld>
            <a:endParaRPr lang="en-AU"/>
          </a:p>
        </p:txBody>
      </p:sp>
    </p:spTree>
    <p:extLst>
      <p:ext uri="{BB962C8B-B14F-4D97-AF65-F5344CB8AC3E}">
        <p14:creationId xmlns:p14="http://schemas.microsoft.com/office/powerpoint/2010/main" val="12689936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7097F1-6603-4711-AA97-CFD2B9AE7C5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687341D2-3107-4E16-8220-41A28F6ADF7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F5EEB0DB-5B89-4E2B-A91E-AE876ED13013}"/>
              </a:ext>
            </a:extLst>
          </p:cNvPr>
          <p:cNvSpPr>
            <a:spLocks noGrp="1"/>
          </p:cNvSpPr>
          <p:nvPr>
            <p:ph type="dt" sz="half" idx="10"/>
          </p:nvPr>
        </p:nvSpPr>
        <p:spPr/>
        <p:txBody>
          <a:bodyPr/>
          <a:lstStyle/>
          <a:p>
            <a:fld id="{BB404C13-8807-480B-94FE-DF6C63C201C3}" type="datetimeFigureOut">
              <a:rPr lang="en-AU" smtClean="0"/>
              <a:t>10/02/2018</a:t>
            </a:fld>
            <a:endParaRPr lang="en-AU"/>
          </a:p>
        </p:txBody>
      </p:sp>
      <p:sp>
        <p:nvSpPr>
          <p:cNvPr id="5" name="Footer Placeholder 4">
            <a:extLst>
              <a:ext uri="{FF2B5EF4-FFF2-40B4-BE49-F238E27FC236}">
                <a16:creationId xmlns:a16="http://schemas.microsoft.com/office/drawing/2014/main" id="{A9432DC4-B035-4128-B2DD-3F07D46A9DF9}"/>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451A338F-DBE1-4A34-809A-24EF402938DA}"/>
              </a:ext>
            </a:extLst>
          </p:cNvPr>
          <p:cNvSpPr>
            <a:spLocks noGrp="1"/>
          </p:cNvSpPr>
          <p:nvPr>
            <p:ph type="sldNum" sz="quarter" idx="12"/>
          </p:nvPr>
        </p:nvSpPr>
        <p:spPr/>
        <p:txBody>
          <a:bodyPr/>
          <a:lstStyle/>
          <a:p>
            <a:fld id="{25E37031-AC05-416D-B8C8-63C8C0CDB151}" type="slidenum">
              <a:rPr lang="en-AU" smtClean="0"/>
              <a:t>‹#›</a:t>
            </a:fld>
            <a:endParaRPr lang="en-AU"/>
          </a:p>
        </p:txBody>
      </p:sp>
    </p:spTree>
    <p:extLst>
      <p:ext uri="{BB962C8B-B14F-4D97-AF65-F5344CB8AC3E}">
        <p14:creationId xmlns:p14="http://schemas.microsoft.com/office/powerpoint/2010/main" val="17947150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D8664-18F4-4A4A-817A-CAA05491A622}"/>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498014EB-0920-43C6-9D56-E854EA6BCF4D}"/>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F248CAFC-90D4-441D-9114-404EE4179BF4}"/>
              </a:ext>
            </a:extLst>
          </p:cNvPr>
          <p:cNvSpPr>
            <a:spLocks noGrp="1"/>
          </p:cNvSpPr>
          <p:nvPr>
            <p:ph type="dt" sz="half" idx="10"/>
          </p:nvPr>
        </p:nvSpPr>
        <p:spPr/>
        <p:txBody>
          <a:bodyPr/>
          <a:lstStyle/>
          <a:p>
            <a:fld id="{BB404C13-8807-480B-94FE-DF6C63C201C3}" type="datetimeFigureOut">
              <a:rPr lang="en-AU" smtClean="0"/>
              <a:t>10/02/2018</a:t>
            </a:fld>
            <a:endParaRPr lang="en-AU"/>
          </a:p>
        </p:txBody>
      </p:sp>
      <p:sp>
        <p:nvSpPr>
          <p:cNvPr id="5" name="Footer Placeholder 4">
            <a:extLst>
              <a:ext uri="{FF2B5EF4-FFF2-40B4-BE49-F238E27FC236}">
                <a16:creationId xmlns:a16="http://schemas.microsoft.com/office/drawing/2014/main" id="{E4EBE7EF-B7F3-4D6C-854D-FAC2AE1C8AC1}"/>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ACDA646C-9477-470C-904E-A2CDC7DA6101}"/>
              </a:ext>
            </a:extLst>
          </p:cNvPr>
          <p:cNvSpPr>
            <a:spLocks noGrp="1"/>
          </p:cNvSpPr>
          <p:nvPr>
            <p:ph type="sldNum" sz="quarter" idx="12"/>
          </p:nvPr>
        </p:nvSpPr>
        <p:spPr/>
        <p:txBody>
          <a:bodyPr/>
          <a:lstStyle/>
          <a:p>
            <a:fld id="{25E37031-AC05-416D-B8C8-63C8C0CDB151}" type="slidenum">
              <a:rPr lang="en-AU" smtClean="0"/>
              <a:t>‹#›</a:t>
            </a:fld>
            <a:endParaRPr lang="en-AU"/>
          </a:p>
        </p:txBody>
      </p:sp>
    </p:spTree>
    <p:extLst>
      <p:ext uri="{BB962C8B-B14F-4D97-AF65-F5344CB8AC3E}">
        <p14:creationId xmlns:p14="http://schemas.microsoft.com/office/powerpoint/2010/main" val="14731348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1B794B-C083-4861-A2BF-36E45414EB3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708C2B83-E9DE-4E12-8E78-75391E0B7E8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13EAADFE-7CF2-4C0A-9E25-708BC6AA15D8}"/>
              </a:ext>
            </a:extLst>
          </p:cNvPr>
          <p:cNvSpPr>
            <a:spLocks noGrp="1"/>
          </p:cNvSpPr>
          <p:nvPr>
            <p:ph type="dt" sz="half" idx="10"/>
          </p:nvPr>
        </p:nvSpPr>
        <p:spPr/>
        <p:txBody>
          <a:bodyPr/>
          <a:lstStyle/>
          <a:p>
            <a:fld id="{BB404C13-8807-480B-94FE-DF6C63C201C3}" type="datetimeFigureOut">
              <a:rPr lang="en-AU" smtClean="0"/>
              <a:t>10/02/2018</a:t>
            </a:fld>
            <a:endParaRPr lang="en-AU"/>
          </a:p>
        </p:txBody>
      </p:sp>
      <p:sp>
        <p:nvSpPr>
          <p:cNvPr id="5" name="Footer Placeholder 4">
            <a:extLst>
              <a:ext uri="{FF2B5EF4-FFF2-40B4-BE49-F238E27FC236}">
                <a16:creationId xmlns:a16="http://schemas.microsoft.com/office/drawing/2014/main" id="{5F2614F3-8B08-469A-89BF-48C53ABAFCFB}"/>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DDC7962C-6B28-4BEA-96FE-B276D7161E45}"/>
              </a:ext>
            </a:extLst>
          </p:cNvPr>
          <p:cNvSpPr>
            <a:spLocks noGrp="1"/>
          </p:cNvSpPr>
          <p:nvPr>
            <p:ph type="sldNum" sz="quarter" idx="12"/>
          </p:nvPr>
        </p:nvSpPr>
        <p:spPr/>
        <p:txBody>
          <a:bodyPr/>
          <a:lstStyle/>
          <a:p>
            <a:fld id="{25E37031-AC05-416D-B8C8-63C8C0CDB151}" type="slidenum">
              <a:rPr lang="en-AU" smtClean="0"/>
              <a:t>‹#›</a:t>
            </a:fld>
            <a:endParaRPr lang="en-AU"/>
          </a:p>
        </p:txBody>
      </p:sp>
    </p:spTree>
    <p:extLst>
      <p:ext uri="{BB962C8B-B14F-4D97-AF65-F5344CB8AC3E}">
        <p14:creationId xmlns:p14="http://schemas.microsoft.com/office/powerpoint/2010/main" val="25448036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4DEA91-1CDA-41B4-8D75-8043524104E3}"/>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AC6D8C36-1CBC-40C8-8517-09A10608B00A}"/>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1CC1415E-8BF2-49BC-9AF9-3B791209692C}"/>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74F6C7C2-9939-47D4-B261-2685035BAA4A}"/>
              </a:ext>
            </a:extLst>
          </p:cNvPr>
          <p:cNvSpPr>
            <a:spLocks noGrp="1"/>
          </p:cNvSpPr>
          <p:nvPr>
            <p:ph type="dt" sz="half" idx="10"/>
          </p:nvPr>
        </p:nvSpPr>
        <p:spPr/>
        <p:txBody>
          <a:bodyPr/>
          <a:lstStyle/>
          <a:p>
            <a:fld id="{BB404C13-8807-480B-94FE-DF6C63C201C3}" type="datetimeFigureOut">
              <a:rPr lang="en-AU" smtClean="0"/>
              <a:t>10/02/2018</a:t>
            </a:fld>
            <a:endParaRPr lang="en-AU"/>
          </a:p>
        </p:txBody>
      </p:sp>
      <p:sp>
        <p:nvSpPr>
          <p:cNvPr id="6" name="Footer Placeholder 5">
            <a:extLst>
              <a:ext uri="{FF2B5EF4-FFF2-40B4-BE49-F238E27FC236}">
                <a16:creationId xmlns:a16="http://schemas.microsoft.com/office/drawing/2014/main" id="{4CBBF0F3-EC88-426E-A079-27B1A41D2139}"/>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877032F6-BCB8-45ED-BDE9-37E1F4424541}"/>
              </a:ext>
            </a:extLst>
          </p:cNvPr>
          <p:cNvSpPr>
            <a:spLocks noGrp="1"/>
          </p:cNvSpPr>
          <p:nvPr>
            <p:ph type="sldNum" sz="quarter" idx="12"/>
          </p:nvPr>
        </p:nvSpPr>
        <p:spPr/>
        <p:txBody>
          <a:bodyPr/>
          <a:lstStyle/>
          <a:p>
            <a:fld id="{25E37031-AC05-416D-B8C8-63C8C0CDB151}" type="slidenum">
              <a:rPr lang="en-AU" smtClean="0"/>
              <a:t>‹#›</a:t>
            </a:fld>
            <a:endParaRPr lang="en-AU"/>
          </a:p>
        </p:txBody>
      </p:sp>
    </p:spTree>
    <p:extLst>
      <p:ext uri="{BB962C8B-B14F-4D97-AF65-F5344CB8AC3E}">
        <p14:creationId xmlns:p14="http://schemas.microsoft.com/office/powerpoint/2010/main" val="24261363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80E4B2-3362-4396-B9C6-6F700A1ED631}"/>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009BC397-0820-4863-8BAE-C3FA4CB6DFF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380F8C05-65FF-4F37-99A2-FC5E024B29BD}"/>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0B72C56E-CD78-45CD-B6CF-EA62631A786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D993D0B2-FD21-4D28-A6B4-7823EC11850F}"/>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0FC00B80-99BF-413D-8E58-6380F4D85618}"/>
              </a:ext>
            </a:extLst>
          </p:cNvPr>
          <p:cNvSpPr>
            <a:spLocks noGrp="1"/>
          </p:cNvSpPr>
          <p:nvPr>
            <p:ph type="dt" sz="half" idx="10"/>
          </p:nvPr>
        </p:nvSpPr>
        <p:spPr/>
        <p:txBody>
          <a:bodyPr/>
          <a:lstStyle/>
          <a:p>
            <a:fld id="{BB404C13-8807-480B-94FE-DF6C63C201C3}" type="datetimeFigureOut">
              <a:rPr lang="en-AU" smtClean="0"/>
              <a:t>10/02/2018</a:t>
            </a:fld>
            <a:endParaRPr lang="en-AU"/>
          </a:p>
        </p:txBody>
      </p:sp>
      <p:sp>
        <p:nvSpPr>
          <p:cNvPr id="8" name="Footer Placeholder 7">
            <a:extLst>
              <a:ext uri="{FF2B5EF4-FFF2-40B4-BE49-F238E27FC236}">
                <a16:creationId xmlns:a16="http://schemas.microsoft.com/office/drawing/2014/main" id="{18DFC488-33C9-4C93-98D1-D5E7DCEE1931}"/>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D06AEAFE-BDBF-4B84-84AE-7AA239B72D4C}"/>
              </a:ext>
            </a:extLst>
          </p:cNvPr>
          <p:cNvSpPr>
            <a:spLocks noGrp="1"/>
          </p:cNvSpPr>
          <p:nvPr>
            <p:ph type="sldNum" sz="quarter" idx="12"/>
          </p:nvPr>
        </p:nvSpPr>
        <p:spPr/>
        <p:txBody>
          <a:bodyPr/>
          <a:lstStyle/>
          <a:p>
            <a:fld id="{25E37031-AC05-416D-B8C8-63C8C0CDB151}" type="slidenum">
              <a:rPr lang="en-AU" smtClean="0"/>
              <a:t>‹#›</a:t>
            </a:fld>
            <a:endParaRPr lang="en-AU"/>
          </a:p>
        </p:txBody>
      </p:sp>
    </p:spTree>
    <p:extLst>
      <p:ext uri="{BB962C8B-B14F-4D97-AF65-F5344CB8AC3E}">
        <p14:creationId xmlns:p14="http://schemas.microsoft.com/office/powerpoint/2010/main" val="14109941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112250-064F-4B50-B4ED-2B64F5B22D4A}"/>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D4F6F749-BFBF-4060-A323-9BD8D251CC4D}"/>
              </a:ext>
            </a:extLst>
          </p:cNvPr>
          <p:cNvSpPr>
            <a:spLocks noGrp="1"/>
          </p:cNvSpPr>
          <p:nvPr>
            <p:ph type="dt" sz="half" idx="10"/>
          </p:nvPr>
        </p:nvSpPr>
        <p:spPr/>
        <p:txBody>
          <a:bodyPr/>
          <a:lstStyle/>
          <a:p>
            <a:fld id="{BB404C13-8807-480B-94FE-DF6C63C201C3}" type="datetimeFigureOut">
              <a:rPr lang="en-AU" smtClean="0"/>
              <a:t>10/02/2018</a:t>
            </a:fld>
            <a:endParaRPr lang="en-AU"/>
          </a:p>
        </p:txBody>
      </p:sp>
      <p:sp>
        <p:nvSpPr>
          <p:cNvPr id="4" name="Footer Placeholder 3">
            <a:extLst>
              <a:ext uri="{FF2B5EF4-FFF2-40B4-BE49-F238E27FC236}">
                <a16:creationId xmlns:a16="http://schemas.microsoft.com/office/drawing/2014/main" id="{75E8AB30-DC55-4DC9-B15A-25B1A08F4A75}"/>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4342F5B6-A2DB-41C4-BCF1-738EFDDD7719}"/>
              </a:ext>
            </a:extLst>
          </p:cNvPr>
          <p:cNvSpPr>
            <a:spLocks noGrp="1"/>
          </p:cNvSpPr>
          <p:nvPr>
            <p:ph type="sldNum" sz="quarter" idx="12"/>
          </p:nvPr>
        </p:nvSpPr>
        <p:spPr/>
        <p:txBody>
          <a:bodyPr/>
          <a:lstStyle/>
          <a:p>
            <a:fld id="{25E37031-AC05-416D-B8C8-63C8C0CDB151}" type="slidenum">
              <a:rPr lang="en-AU" smtClean="0"/>
              <a:t>‹#›</a:t>
            </a:fld>
            <a:endParaRPr lang="en-AU"/>
          </a:p>
        </p:txBody>
      </p:sp>
    </p:spTree>
    <p:extLst>
      <p:ext uri="{BB962C8B-B14F-4D97-AF65-F5344CB8AC3E}">
        <p14:creationId xmlns:p14="http://schemas.microsoft.com/office/powerpoint/2010/main" val="31438471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936CFB6-2F73-4D92-A38F-DE55B1ABD537}"/>
              </a:ext>
            </a:extLst>
          </p:cNvPr>
          <p:cNvSpPr>
            <a:spLocks noGrp="1"/>
          </p:cNvSpPr>
          <p:nvPr>
            <p:ph type="dt" sz="half" idx="10"/>
          </p:nvPr>
        </p:nvSpPr>
        <p:spPr/>
        <p:txBody>
          <a:bodyPr/>
          <a:lstStyle/>
          <a:p>
            <a:fld id="{BB404C13-8807-480B-94FE-DF6C63C201C3}" type="datetimeFigureOut">
              <a:rPr lang="en-AU" smtClean="0"/>
              <a:t>10/02/2018</a:t>
            </a:fld>
            <a:endParaRPr lang="en-AU"/>
          </a:p>
        </p:txBody>
      </p:sp>
      <p:sp>
        <p:nvSpPr>
          <p:cNvPr id="3" name="Footer Placeholder 2">
            <a:extLst>
              <a:ext uri="{FF2B5EF4-FFF2-40B4-BE49-F238E27FC236}">
                <a16:creationId xmlns:a16="http://schemas.microsoft.com/office/drawing/2014/main" id="{6AD915A7-BB02-4561-8D76-51CA7ED4A661}"/>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107B5266-6EEE-458F-83DC-5166126C38B2}"/>
              </a:ext>
            </a:extLst>
          </p:cNvPr>
          <p:cNvSpPr>
            <a:spLocks noGrp="1"/>
          </p:cNvSpPr>
          <p:nvPr>
            <p:ph type="sldNum" sz="quarter" idx="12"/>
          </p:nvPr>
        </p:nvSpPr>
        <p:spPr/>
        <p:txBody>
          <a:bodyPr/>
          <a:lstStyle/>
          <a:p>
            <a:fld id="{25E37031-AC05-416D-B8C8-63C8C0CDB151}" type="slidenum">
              <a:rPr lang="en-AU" smtClean="0"/>
              <a:t>‹#›</a:t>
            </a:fld>
            <a:endParaRPr lang="en-AU"/>
          </a:p>
        </p:txBody>
      </p:sp>
    </p:spTree>
    <p:extLst>
      <p:ext uri="{BB962C8B-B14F-4D97-AF65-F5344CB8AC3E}">
        <p14:creationId xmlns:p14="http://schemas.microsoft.com/office/powerpoint/2010/main" val="8438390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822249-0954-483B-AE9E-88B333B030C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A3F8BA1B-4BD1-4D82-8CFE-C8146CA5EFB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56643C29-EACA-4206-9BCF-B804F4BD565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DF1B3185-CD33-4AC4-8CC7-DA8CCC235421}"/>
              </a:ext>
            </a:extLst>
          </p:cNvPr>
          <p:cNvSpPr>
            <a:spLocks noGrp="1"/>
          </p:cNvSpPr>
          <p:nvPr>
            <p:ph type="dt" sz="half" idx="10"/>
          </p:nvPr>
        </p:nvSpPr>
        <p:spPr/>
        <p:txBody>
          <a:bodyPr/>
          <a:lstStyle/>
          <a:p>
            <a:fld id="{BB404C13-8807-480B-94FE-DF6C63C201C3}" type="datetimeFigureOut">
              <a:rPr lang="en-AU" smtClean="0"/>
              <a:t>10/02/2018</a:t>
            </a:fld>
            <a:endParaRPr lang="en-AU"/>
          </a:p>
        </p:txBody>
      </p:sp>
      <p:sp>
        <p:nvSpPr>
          <p:cNvPr id="6" name="Footer Placeholder 5">
            <a:extLst>
              <a:ext uri="{FF2B5EF4-FFF2-40B4-BE49-F238E27FC236}">
                <a16:creationId xmlns:a16="http://schemas.microsoft.com/office/drawing/2014/main" id="{06F8B4B9-0CAE-44C8-A994-8B4E125432D3}"/>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38A2E863-728F-4C61-9A03-C9CB1DB7A627}"/>
              </a:ext>
            </a:extLst>
          </p:cNvPr>
          <p:cNvSpPr>
            <a:spLocks noGrp="1"/>
          </p:cNvSpPr>
          <p:nvPr>
            <p:ph type="sldNum" sz="quarter" idx="12"/>
          </p:nvPr>
        </p:nvSpPr>
        <p:spPr/>
        <p:txBody>
          <a:bodyPr/>
          <a:lstStyle/>
          <a:p>
            <a:fld id="{25E37031-AC05-416D-B8C8-63C8C0CDB151}" type="slidenum">
              <a:rPr lang="en-AU" smtClean="0"/>
              <a:t>‹#›</a:t>
            </a:fld>
            <a:endParaRPr lang="en-AU"/>
          </a:p>
        </p:txBody>
      </p:sp>
    </p:spTree>
    <p:extLst>
      <p:ext uri="{BB962C8B-B14F-4D97-AF65-F5344CB8AC3E}">
        <p14:creationId xmlns:p14="http://schemas.microsoft.com/office/powerpoint/2010/main" val="30267338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70617-9863-47D2-8BCC-87E0D05FDEF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71BBEF69-831D-49AB-9921-1F83288B49B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DCA71A57-E81B-42AD-81FF-44AADED5344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027AE00F-98D1-4FBB-8A53-366B858032A7}"/>
              </a:ext>
            </a:extLst>
          </p:cNvPr>
          <p:cNvSpPr>
            <a:spLocks noGrp="1"/>
          </p:cNvSpPr>
          <p:nvPr>
            <p:ph type="dt" sz="half" idx="10"/>
          </p:nvPr>
        </p:nvSpPr>
        <p:spPr/>
        <p:txBody>
          <a:bodyPr/>
          <a:lstStyle/>
          <a:p>
            <a:fld id="{BB404C13-8807-480B-94FE-DF6C63C201C3}" type="datetimeFigureOut">
              <a:rPr lang="en-AU" smtClean="0"/>
              <a:t>10/02/2018</a:t>
            </a:fld>
            <a:endParaRPr lang="en-AU"/>
          </a:p>
        </p:txBody>
      </p:sp>
      <p:sp>
        <p:nvSpPr>
          <p:cNvPr id="6" name="Footer Placeholder 5">
            <a:extLst>
              <a:ext uri="{FF2B5EF4-FFF2-40B4-BE49-F238E27FC236}">
                <a16:creationId xmlns:a16="http://schemas.microsoft.com/office/drawing/2014/main" id="{182D9060-1780-4EB6-B1EE-C7641F2E52D5}"/>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4CFCEEC8-5887-4F42-9CFE-8344B37BA2A6}"/>
              </a:ext>
            </a:extLst>
          </p:cNvPr>
          <p:cNvSpPr>
            <a:spLocks noGrp="1"/>
          </p:cNvSpPr>
          <p:nvPr>
            <p:ph type="sldNum" sz="quarter" idx="12"/>
          </p:nvPr>
        </p:nvSpPr>
        <p:spPr/>
        <p:txBody>
          <a:bodyPr/>
          <a:lstStyle/>
          <a:p>
            <a:fld id="{25E37031-AC05-416D-B8C8-63C8C0CDB151}" type="slidenum">
              <a:rPr lang="en-AU" smtClean="0"/>
              <a:t>‹#›</a:t>
            </a:fld>
            <a:endParaRPr lang="en-AU"/>
          </a:p>
        </p:txBody>
      </p:sp>
    </p:spTree>
    <p:extLst>
      <p:ext uri="{BB962C8B-B14F-4D97-AF65-F5344CB8AC3E}">
        <p14:creationId xmlns:p14="http://schemas.microsoft.com/office/powerpoint/2010/main" val="7964955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A2147F-98AE-4A63-AEE5-122241187179}"/>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A37D0DCD-8ED7-4D14-9E46-25C10810CFEF}"/>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26083E16-8756-4438-9029-056661DE5C58}"/>
              </a:ext>
            </a:extLst>
          </p:cNvPr>
          <p:cNvSpPr>
            <a:spLocks noGrp="1"/>
          </p:cNvSpPr>
          <p:nvPr>
            <p:ph type="dt" sz="half" idx="10"/>
          </p:nvPr>
        </p:nvSpPr>
        <p:spPr/>
        <p:txBody>
          <a:bodyPr/>
          <a:lstStyle/>
          <a:p>
            <a:fld id="{BB404C13-8807-480B-94FE-DF6C63C201C3}" type="datetimeFigureOut">
              <a:rPr lang="en-AU" smtClean="0"/>
              <a:t>10/02/2018</a:t>
            </a:fld>
            <a:endParaRPr lang="en-AU"/>
          </a:p>
        </p:txBody>
      </p:sp>
      <p:sp>
        <p:nvSpPr>
          <p:cNvPr id="5" name="Footer Placeholder 4">
            <a:extLst>
              <a:ext uri="{FF2B5EF4-FFF2-40B4-BE49-F238E27FC236}">
                <a16:creationId xmlns:a16="http://schemas.microsoft.com/office/drawing/2014/main" id="{5EE6C9C8-56C8-4D11-8F47-E05C738E31AD}"/>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B98AE23B-65EF-44E4-A98F-A6336DAF97BA}"/>
              </a:ext>
            </a:extLst>
          </p:cNvPr>
          <p:cNvSpPr>
            <a:spLocks noGrp="1"/>
          </p:cNvSpPr>
          <p:nvPr>
            <p:ph type="sldNum" sz="quarter" idx="12"/>
          </p:nvPr>
        </p:nvSpPr>
        <p:spPr/>
        <p:txBody>
          <a:bodyPr/>
          <a:lstStyle/>
          <a:p>
            <a:fld id="{25E37031-AC05-416D-B8C8-63C8C0CDB151}" type="slidenum">
              <a:rPr lang="en-AU" smtClean="0"/>
              <a:t>‹#›</a:t>
            </a:fld>
            <a:endParaRPr lang="en-AU"/>
          </a:p>
        </p:txBody>
      </p:sp>
    </p:spTree>
    <p:extLst>
      <p:ext uri="{BB962C8B-B14F-4D97-AF65-F5344CB8AC3E}">
        <p14:creationId xmlns:p14="http://schemas.microsoft.com/office/powerpoint/2010/main" val="41144127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5138317-68EB-41BD-A9B2-E09192F95E1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C3C5E2C0-1DD2-47B4-8566-8DA9AA7373B5}"/>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309D681B-7896-44C9-9C40-6F791203E9AB}"/>
              </a:ext>
            </a:extLst>
          </p:cNvPr>
          <p:cNvSpPr>
            <a:spLocks noGrp="1"/>
          </p:cNvSpPr>
          <p:nvPr>
            <p:ph type="dt" sz="half" idx="10"/>
          </p:nvPr>
        </p:nvSpPr>
        <p:spPr/>
        <p:txBody>
          <a:bodyPr/>
          <a:lstStyle/>
          <a:p>
            <a:fld id="{BB404C13-8807-480B-94FE-DF6C63C201C3}" type="datetimeFigureOut">
              <a:rPr lang="en-AU" smtClean="0"/>
              <a:t>10/02/2018</a:t>
            </a:fld>
            <a:endParaRPr lang="en-AU"/>
          </a:p>
        </p:txBody>
      </p:sp>
      <p:sp>
        <p:nvSpPr>
          <p:cNvPr id="5" name="Footer Placeholder 4">
            <a:extLst>
              <a:ext uri="{FF2B5EF4-FFF2-40B4-BE49-F238E27FC236}">
                <a16:creationId xmlns:a16="http://schemas.microsoft.com/office/drawing/2014/main" id="{59F25E65-AA75-4C8E-A006-A3637B953696}"/>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76162F32-E31C-494D-A371-FCBCF2BEF451}"/>
              </a:ext>
            </a:extLst>
          </p:cNvPr>
          <p:cNvSpPr>
            <a:spLocks noGrp="1"/>
          </p:cNvSpPr>
          <p:nvPr>
            <p:ph type="sldNum" sz="quarter" idx="12"/>
          </p:nvPr>
        </p:nvSpPr>
        <p:spPr/>
        <p:txBody>
          <a:bodyPr/>
          <a:lstStyle/>
          <a:p>
            <a:fld id="{25E37031-AC05-416D-B8C8-63C8C0CDB151}" type="slidenum">
              <a:rPr lang="en-AU" smtClean="0"/>
              <a:t>‹#›</a:t>
            </a:fld>
            <a:endParaRPr lang="en-AU"/>
          </a:p>
        </p:txBody>
      </p:sp>
    </p:spTree>
    <p:extLst>
      <p:ext uri="{BB962C8B-B14F-4D97-AF65-F5344CB8AC3E}">
        <p14:creationId xmlns:p14="http://schemas.microsoft.com/office/powerpoint/2010/main" val="3102034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9A02EFD-13D7-4E58-9222-7551CDA2956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C81EF677-1D9E-41D6-935D-CDB676A66AA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D39EA987-ACE0-4CAA-A0FA-2F028C8AF7F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B404C13-8807-480B-94FE-DF6C63C201C3}" type="datetimeFigureOut">
              <a:rPr lang="en-AU" smtClean="0"/>
              <a:t>10/02/2018</a:t>
            </a:fld>
            <a:endParaRPr lang="en-AU"/>
          </a:p>
        </p:txBody>
      </p:sp>
      <p:sp>
        <p:nvSpPr>
          <p:cNvPr id="5" name="Footer Placeholder 4">
            <a:extLst>
              <a:ext uri="{FF2B5EF4-FFF2-40B4-BE49-F238E27FC236}">
                <a16:creationId xmlns:a16="http://schemas.microsoft.com/office/drawing/2014/main" id="{4A1A8287-61DF-4352-918D-F033F180717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a:extLst>
              <a:ext uri="{FF2B5EF4-FFF2-40B4-BE49-F238E27FC236}">
                <a16:creationId xmlns:a16="http://schemas.microsoft.com/office/drawing/2014/main" id="{FED45A56-FA1D-4167-991D-4EFB1AAC94D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5E37031-AC05-416D-B8C8-63C8C0CDB151}" type="slidenum">
              <a:rPr lang="en-AU" smtClean="0"/>
              <a:t>‹#›</a:t>
            </a:fld>
            <a:endParaRPr lang="en-AU"/>
          </a:p>
        </p:txBody>
      </p:sp>
    </p:spTree>
    <p:extLst>
      <p:ext uri="{BB962C8B-B14F-4D97-AF65-F5344CB8AC3E}">
        <p14:creationId xmlns:p14="http://schemas.microsoft.com/office/powerpoint/2010/main" val="14446661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A close up of a newspaper&#10;&#10;Description generated with high confidence">
            <a:extLst>
              <a:ext uri="{FF2B5EF4-FFF2-40B4-BE49-F238E27FC236}">
                <a16:creationId xmlns:a16="http://schemas.microsoft.com/office/drawing/2014/main" id="{903B68A5-11F2-41E7-A0E4-6BDB0767F838}"/>
              </a:ext>
            </a:extLst>
          </p:cNvPr>
          <p:cNvPicPr>
            <a:picLocks noChangeAspect="1"/>
          </p:cNvPicPr>
          <p:nvPr/>
        </p:nvPicPr>
        <p:blipFill rotWithShape="1">
          <a:blip r:embed="rId2"/>
          <a:srcRect r="9334" b="1"/>
          <a:stretch/>
        </p:blipFill>
        <p:spPr>
          <a:xfrm>
            <a:off x="20" y="10"/>
            <a:ext cx="12191980" cy="6857990"/>
          </a:xfrm>
          <a:prstGeom prst="rect">
            <a:avLst/>
          </a:prstGeom>
        </p:spPr>
      </p:pic>
      <p:sp>
        <p:nvSpPr>
          <p:cNvPr id="31" name="Freeform 5">
            <a:extLst>
              <a:ext uri="{FF2B5EF4-FFF2-40B4-BE49-F238E27FC236}">
                <a16:creationId xmlns:a16="http://schemas.microsoft.com/office/drawing/2014/main" id="{87CC2527-562A-4F69-B487-4371E5B243E7}"/>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7488621" y="2277613"/>
            <a:ext cx="4703379" cy="4580387"/>
          </a:xfrm>
          <a:custGeom>
            <a:avLst/>
            <a:gdLst>
              <a:gd name="T0" fmla="*/ 1333 w 1333"/>
              <a:gd name="T1" fmla="*/ 1031 h 1298"/>
              <a:gd name="T2" fmla="*/ 1333 w 1333"/>
              <a:gd name="T3" fmla="*/ 380 h 1298"/>
              <a:gd name="T4" fmla="*/ 706 w 1333"/>
              <a:gd name="T5" fmla="*/ 0 h 1298"/>
              <a:gd name="T6" fmla="*/ 0 w 1333"/>
              <a:gd name="T7" fmla="*/ 706 h 1298"/>
              <a:gd name="T8" fmla="*/ 323 w 1333"/>
              <a:gd name="T9" fmla="*/ 1298 h 1298"/>
              <a:gd name="T10" fmla="*/ 1090 w 1333"/>
              <a:gd name="T11" fmla="*/ 1298 h 1298"/>
              <a:gd name="T12" fmla="*/ 1333 w 1333"/>
              <a:gd name="T13" fmla="*/ 1031 h 1298"/>
            </a:gdLst>
            <a:ahLst/>
            <a:cxnLst>
              <a:cxn ang="0">
                <a:pos x="T0" y="T1"/>
              </a:cxn>
              <a:cxn ang="0">
                <a:pos x="T2" y="T3"/>
              </a:cxn>
              <a:cxn ang="0">
                <a:pos x="T4" y="T5"/>
              </a:cxn>
              <a:cxn ang="0">
                <a:pos x="T6" y="T7"/>
              </a:cxn>
              <a:cxn ang="0">
                <a:pos x="T8" y="T9"/>
              </a:cxn>
              <a:cxn ang="0">
                <a:pos x="T10" y="T11"/>
              </a:cxn>
              <a:cxn ang="0">
                <a:pos x="T12" y="T13"/>
              </a:cxn>
            </a:cxnLst>
            <a:rect l="0" t="0" r="r" b="b"/>
            <a:pathLst>
              <a:path w="1333" h="1298">
                <a:moveTo>
                  <a:pt x="1333" y="1031"/>
                </a:moveTo>
                <a:cubicBezTo>
                  <a:pt x="1333" y="380"/>
                  <a:pt x="1333" y="380"/>
                  <a:pt x="1333" y="380"/>
                </a:cubicBezTo>
                <a:cubicBezTo>
                  <a:pt x="1215" y="154"/>
                  <a:pt x="979" y="0"/>
                  <a:pt x="706" y="0"/>
                </a:cubicBezTo>
                <a:cubicBezTo>
                  <a:pt x="317" y="0"/>
                  <a:pt x="0" y="316"/>
                  <a:pt x="0" y="706"/>
                </a:cubicBezTo>
                <a:cubicBezTo>
                  <a:pt x="0" y="954"/>
                  <a:pt x="129" y="1172"/>
                  <a:pt x="323" y="1298"/>
                </a:cubicBezTo>
                <a:cubicBezTo>
                  <a:pt x="1090" y="1298"/>
                  <a:pt x="1090" y="1298"/>
                  <a:pt x="1090" y="1298"/>
                </a:cubicBezTo>
                <a:cubicBezTo>
                  <a:pt x="1193" y="1232"/>
                  <a:pt x="1276" y="1140"/>
                  <a:pt x="1333" y="1031"/>
                </a:cubicBezTo>
                <a:close/>
              </a:path>
            </a:pathLst>
          </a:custGeom>
          <a:solidFill>
            <a:schemeClr val="bg1">
              <a:alpha val="70000"/>
            </a:schemeClr>
          </a:solidFill>
          <a:ln w="50800" cap="sq" cmpd="dbl">
            <a:noFill/>
            <a:miter lim="800000"/>
          </a:ln>
          <a:effectLst/>
          <a:extLst/>
        </p:spPr>
        <p:txBody>
          <a:bodyPr vert="horz" lIns="91440" tIns="45720" rIns="91440" bIns="45720" rtlCol="0" anchor="t">
            <a:normAutofit/>
          </a:bodyPr>
          <a:lstStyle/>
          <a:p>
            <a:pPr algn="ctr">
              <a:spcAft>
                <a:spcPts val="1000"/>
              </a:spcAft>
              <a:buClr>
                <a:schemeClr val="tx1"/>
              </a:buClr>
              <a:buSzPct val="100000"/>
              <a:buFont typeface="Arial"/>
              <a:buNone/>
            </a:pPr>
            <a:endParaRPr lang="en-US" sz="1600" cap="all"/>
          </a:p>
        </p:txBody>
      </p:sp>
      <p:cxnSp>
        <p:nvCxnSpPr>
          <p:cNvPr id="30" name="Straight Connector 29">
            <a:extLst>
              <a:ext uri="{FF2B5EF4-FFF2-40B4-BE49-F238E27FC236}">
                <a16:creationId xmlns:a16="http://schemas.microsoft.com/office/drawing/2014/main" id="{BCDAEC91-5BCE-4B55-9CC0-43EF94CB734B}"/>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480331" y="5123793"/>
            <a:ext cx="935420" cy="0"/>
          </a:xfrm>
          <a:prstGeom prst="line">
            <a:avLst/>
          </a:prstGeom>
          <a:ln w="25400" cap="sq">
            <a:solidFill>
              <a:schemeClr val="tx1">
                <a:lumMod val="85000"/>
                <a:lumOff val="15000"/>
              </a:schemeClr>
            </a:solidFill>
            <a:beve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65BD1DF-3143-419B-91FD-588810F17470}"/>
              </a:ext>
            </a:extLst>
          </p:cNvPr>
          <p:cNvSpPr>
            <a:spLocks noGrp="1"/>
          </p:cNvSpPr>
          <p:nvPr>
            <p:ph type="ctrTitle"/>
          </p:nvPr>
        </p:nvSpPr>
        <p:spPr>
          <a:xfrm>
            <a:off x="8022021" y="3231931"/>
            <a:ext cx="3852041" cy="1834056"/>
          </a:xfrm>
        </p:spPr>
        <p:txBody>
          <a:bodyPr>
            <a:normAutofit/>
          </a:bodyPr>
          <a:lstStyle/>
          <a:p>
            <a:r>
              <a:rPr lang="en-AU" sz="4800" dirty="0">
                <a:solidFill>
                  <a:srgbClr val="FF0000"/>
                </a:solidFill>
              </a:rPr>
              <a:t>This number is illegal</a:t>
            </a:r>
          </a:p>
        </p:txBody>
      </p:sp>
      <p:sp>
        <p:nvSpPr>
          <p:cNvPr id="3" name="Subtitle 2">
            <a:extLst>
              <a:ext uri="{FF2B5EF4-FFF2-40B4-BE49-F238E27FC236}">
                <a16:creationId xmlns:a16="http://schemas.microsoft.com/office/drawing/2014/main" id="{5AB92102-5E87-4BD8-BB58-D98485646981}"/>
              </a:ext>
            </a:extLst>
          </p:cNvPr>
          <p:cNvSpPr>
            <a:spLocks noGrp="1"/>
          </p:cNvSpPr>
          <p:nvPr>
            <p:ph type="subTitle" idx="1"/>
          </p:nvPr>
        </p:nvSpPr>
        <p:spPr>
          <a:xfrm>
            <a:off x="7782910" y="5242675"/>
            <a:ext cx="4330262" cy="683284"/>
          </a:xfrm>
        </p:spPr>
        <p:txBody>
          <a:bodyPr>
            <a:normAutofit/>
          </a:bodyPr>
          <a:lstStyle/>
          <a:p>
            <a:r>
              <a:rPr lang="en-AU" sz="2800" dirty="0"/>
              <a:t>Let’s find out why!</a:t>
            </a:r>
          </a:p>
        </p:txBody>
      </p:sp>
    </p:spTree>
    <p:extLst>
      <p:ext uri="{BB962C8B-B14F-4D97-AF65-F5344CB8AC3E}">
        <p14:creationId xmlns:p14="http://schemas.microsoft.com/office/powerpoint/2010/main" val="9217713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FE1D9D71-8890-4CD7-89BF-F044910E6103}"/>
              </a:ext>
            </a:extLst>
          </p:cNvPr>
          <p:cNvCxnSpPr/>
          <p:nvPr/>
        </p:nvCxnSpPr>
        <p:spPr>
          <a:xfrm>
            <a:off x="1968759" y="2556588"/>
            <a:ext cx="8360229" cy="0"/>
          </a:xfrm>
          <a:prstGeom prst="line">
            <a:avLst/>
          </a:prstGeom>
          <a:ln w="47625"/>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B93B56FE-1ACB-4645-89A3-B4D66584E61A}"/>
              </a:ext>
            </a:extLst>
          </p:cNvPr>
          <p:cNvSpPr txBox="1"/>
          <p:nvPr/>
        </p:nvSpPr>
        <p:spPr>
          <a:xfrm>
            <a:off x="2494844" y="1343378"/>
            <a:ext cx="7055556" cy="1107996"/>
          </a:xfrm>
          <a:prstGeom prst="rect">
            <a:avLst/>
          </a:prstGeom>
          <a:noFill/>
        </p:spPr>
        <p:txBody>
          <a:bodyPr wrap="square" rtlCol="0">
            <a:spAutoFit/>
          </a:bodyPr>
          <a:lstStyle/>
          <a:p>
            <a:r>
              <a:rPr lang="en-AU" sz="6600" dirty="0"/>
              <a:t>2		   13			29</a:t>
            </a:r>
          </a:p>
        </p:txBody>
      </p:sp>
      <p:sp>
        <p:nvSpPr>
          <p:cNvPr id="5" name="TextBox 4">
            <a:extLst>
              <a:ext uri="{FF2B5EF4-FFF2-40B4-BE49-F238E27FC236}">
                <a16:creationId xmlns:a16="http://schemas.microsoft.com/office/drawing/2014/main" id="{82051F87-77AD-4DD5-BA98-6DE8C2A51C25}"/>
              </a:ext>
            </a:extLst>
          </p:cNvPr>
          <p:cNvSpPr txBox="1"/>
          <p:nvPr/>
        </p:nvSpPr>
        <p:spPr>
          <a:xfrm>
            <a:off x="2568222" y="3347156"/>
            <a:ext cx="7055556" cy="1107996"/>
          </a:xfrm>
          <a:prstGeom prst="rect">
            <a:avLst/>
          </a:prstGeom>
          <a:noFill/>
        </p:spPr>
        <p:txBody>
          <a:bodyPr wrap="square" rtlCol="0">
            <a:spAutoFit/>
          </a:bodyPr>
          <a:lstStyle/>
          <a:p>
            <a:r>
              <a:rPr lang="en-AU" sz="6600" dirty="0"/>
              <a:t>60		   27			15</a:t>
            </a:r>
          </a:p>
        </p:txBody>
      </p:sp>
    </p:spTree>
    <p:extLst>
      <p:ext uri="{BB962C8B-B14F-4D97-AF65-F5344CB8AC3E}">
        <p14:creationId xmlns:p14="http://schemas.microsoft.com/office/powerpoint/2010/main" val="23752525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Group 2">
            <a:extLst>
              <a:ext uri="{FF2B5EF4-FFF2-40B4-BE49-F238E27FC236}">
                <a16:creationId xmlns:a16="http://schemas.microsoft.com/office/drawing/2014/main" id="{06737A30-6686-49A8-AD52-FAC24B8E6F24}"/>
              </a:ext>
            </a:extLst>
          </p:cNvPr>
          <p:cNvGraphicFramePr>
            <a:graphicFrameLocks noGrp="1"/>
          </p:cNvGraphicFramePr>
          <p:nvPr>
            <p:extLst>
              <p:ext uri="{D42A27DB-BD31-4B8C-83A1-F6EECF244321}">
                <p14:modId xmlns:p14="http://schemas.microsoft.com/office/powerpoint/2010/main" val="4292673441"/>
              </p:ext>
            </p:extLst>
          </p:nvPr>
        </p:nvGraphicFramePr>
        <p:xfrm>
          <a:off x="3232908" y="838200"/>
          <a:ext cx="6096000" cy="518160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gridCol w="609600">
                  <a:extLst>
                    <a:ext uri="{9D8B030D-6E8A-4147-A177-3AD203B41FA5}">
                      <a16:colId xmlns:a16="http://schemas.microsoft.com/office/drawing/2014/main" val="20003"/>
                    </a:ext>
                  </a:extLst>
                </a:gridCol>
                <a:gridCol w="609600">
                  <a:extLst>
                    <a:ext uri="{9D8B030D-6E8A-4147-A177-3AD203B41FA5}">
                      <a16:colId xmlns:a16="http://schemas.microsoft.com/office/drawing/2014/main" val="20004"/>
                    </a:ext>
                  </a:extLst>
                </a:gridCol>
                <a:gridCol w="609600">
                  <a:extLst>
                    <a:ext uri="{9D8B030D-6E8A-4147-A177-3AD203B41FA5}">
                      <a16:colId xmlns:a16="http://schemas.microsoft.com/office/drawing/2014/main" val="20005"/>
                    </a:ext>
                  </a:extLst>
                </a:gridCol>
                <a:gridCol w="609600">
                  <a:extLst>
                    <a:ext uri="{9D8B030D-6E8A-4147-A177-3AD203B41FA5}">
                      <a16:colId xmlns:a16="http://schemas.microsoft.com/office/drawing/2014/main" val="20006"/>
                    </a:ext>
                  </a:extLst>
                </a:gridCol>
                <a:gridCol w="609600">
                  <a:extLst>
                    <a:ext uri="{9D8B030D-6E8A-4147-A177-3AD203B41FA5}">
                      <a16:colId xmlns:a16="http://schemas.microsoft.com/office/drawing/2014/main" val="20007"/>
                    </a:ext>
                  </a:extLst>
                </a:gridCol>
                <a:gridCol w="609600">
                  <a:extLst>
                    <a:ext uri="{9D8B030D-6E8A-4147-A177-3AD203B41FA5}">
                      <a16:colId xmlns:a16="http://schemas.microsoft.com/office/drawing/2014/main" val="20008"/>
                    </a:ext>
                  </a:extLst>
                </a:gridCol>
                <a:gridCol w="609600">
                  <a:extLst>
                    <a:ext uri="{9D8B030D-6E8A-4147-A177-3AD203B41FA5}">
                      <a16:colId xmlns:a16="http://schemas.microsoft.com/office/drawing/2014/main" val="20009"/>
                    </a:ext>
                  </a:extLst>
                </a:gridCol>
              </a:tblGrid>
              <a:tr h="406400">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10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06400">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11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dirty="0">
                          <a:ln>
                            <a:noFill/>
                          </a:ln>
                          <a:solidFill>
                            <a:schemeClr val="tx1"/>
                          </a:solidFill>
                          <a:effectLst/>
                          <a:latin typeface="Times New Roman" pitchFamily="18" charset="0"/>
                        </a:rPr>
                        <a:t>12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13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14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15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16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17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18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19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20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06400">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21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dirty="0">
                          <a:ln>
                            <a:noFill/>
                          </a:ln>
                          <a:solidFill>
                            <a:schemeClr val="tx1"/>
                          </a:solidFill>
                          <a:effectLst/>
                          <a:latin typeface="Times New Roman" pitchFamily="18" charset="0"/>
                        </a:rPr>
                        <a:t>22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23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24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l"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25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26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27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28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29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30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06400">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31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32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33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34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35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36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37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38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39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40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06400">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41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42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43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44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45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46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47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48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49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50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06400">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51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52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53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54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55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56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57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58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59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60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06400">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61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62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63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64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65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66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67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68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69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70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06400">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71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72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73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74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75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76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77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78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79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80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06400">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81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82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83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84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85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86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87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88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89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90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406400">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91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dirty="0">
                          <a:ln>
                            <a:noFill/>
                          </a:ln>
                          <a:solidFill>
                            <a:schemeClr val="tx1"/>
                          </a:solidFill>
                          <a:effectLst/>
                          <a:latin typeface="Times New Roman" pitchFamily="18" charset="0"/>
                        </a:rPr>
                        <a:t>92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93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94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95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96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97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98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99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l" defTabSz="914400" rtl="0" eaLnBrk="1" fontAlgn="base" latinLnBrk="0" hangingPunct="1">
                        <a:lnSpc>
                          <a:spcPct val="100000"/>
                        </a:lnSpc>
                        <a:spcBef>
                          <a:spcPct val="20000"/>
                        </a:spcBef>
                        <a:spcAft>
                          <a:spcPct val="0"/>
                        </a:spcAft>
                        <a:buClrTx/>
                        <a:buSzPct val="90000"/>
                        <a:buFontTx/>
                        <a:buNone/>
                        <a:tabLst/>
                      </a:pPr>
                      <a:r>
                        <a:rPr kumimoji="0" lang="en-US" altLang="en-US" sz="2000" b="0" i="0" u="none" strike="noStrike" cap="none" normalizeH="0" baseline="0" dirty="0">
                          <a:ln>
                            <a:noFill/>
                          </a:ln>
                          <a:solidFill>
                            <a:schemeClr val="tx1"/>
                          </a:solidFill>
                          <a:effectLst/>
                          <a:latin typeface="Times New Roman" pitchFamily="18" charset="0"/>
                        </a:rPr>
                        <a:t>100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16141101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2" name="Straight Connector 11">
            <a:extLst>
              <a:ext uri="{FF2B5EF4-FFF2-40B4-BE49-F238E27FC236}">
                <a16:creationId xmlns:a16="http://schemas.microsoft.com/office/drawing/2014/main" id="{182E708C-71E9-4394-B264-F716CFD18F17}"/>
              </a:ext>
            </a:extLst>
          </p:cNvPr>
          <p:cNvCxnSpPr>
            <a:cxnSpLocks/>
          </p:cNvCxnSpPr>
          <p:nvPr/>
        </p:nvCxnSpPr>
        <p:spPr>
          <a:xfrm>
            <a:off x="74645" y="777796"/>
            <a:ext cx="12117355"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3" name="Straight Connector 12">
            <a:extLst>
              <a:ext uri="{FF2B5EF4-FFF2-40B4-BE49-F238E27FC236}">
                <a16:creationId xmlns:a16="http://schemas.microsoft.com/office/drawing/2014/main" id="{EC740D6E-7B99-4DDB-9DE0-A5B61E8C3072}"/>
              </a:ext>
            </a:extLst>
          </p:cNvPr>
          <p:cNvCxnSpPr>
            <a:cxnSpLocks/>
          </p:cNvCxnSpPr>
          <p:nvPr/>
        </p:nvCxnSpPr>
        <p:spPr>
          <a:xfrm flipV="1">
            <a:off x="0" y="1222394"/>
            <a:ext cx="12192000" cy="2229"/>
          </a:xfrm>
          <a:prstGeom prst="line">
            <a:avLst/>
          </a:prstGeom>
        </p:spPr>
        <p:style>
          <a:lnRef idx="1">
            <a:schemeClr val="accent2"/>
          </a:lnRef>
          <a:fillRef idx="0">
            <a:schemeClr val="accent2"/>
          </a:fillRef>
          <a:effectRef idx="0">
            <a:schemeClr val="accent2"/>
          </a:effectRef>
          <a:fontRef idx="minor">
            <a:schemeClr val="tx1"/>
          </a:fontRef>
        </p:style>
      </p:cxnSp>
      <p:sp>
        <p:nvSpPr>
          <p:cNvPr id="14" name="TextBox 13">
            <a:extLst>
              <a:ext uri="{FF2B5EF4-FFF2-40B4-BE49-F238E27FC236}">
                <a16:creationId xmlns:a16="http://schemas.microsoft.com/office/drawing/2014/main" id="{B9F519F3-0A4A-4CE2-A029-D8462460B133}"/>
              </a:ext>
            </a:extLst>
          </p:cNvPr>
          <p:cNvSpPr txBox="1"/>
          <p:nvPr/>
        </p:nvSpPr>
        <p:spPr>
          <a:xfrm>
            <a:off x="178608" y="0"/>
            <a:ext cx="576064" cy="830997"/>
          </a:xfrm>
          <a:prstGeom prst="rect">
            <a:avLst/>
          </a:prstGeom>
          <a:noFill/>
        </p:spPr>
        <p:txBody>
          <a:bodyPr wrap="square" rtlCol="0">
            <a:spAutoFit/>
          </a:bodyPr>
          <a:lstStyle/>
          <a:p>
            <a:r>
              <a:rPr lang="en-AU" sz="1600" dirty="0"/>
              <a:t>24</a:t>
            </a:r>
          </a:p>
          <a:p>
            <a:r>
              <a:rPr lang="en-AU" sz="1600" dirty="0"/>
              <a:t>7</a:t>
            </a:r>
          </a:p>
          <a:p>
            <a:r>
              <a:rPr lang="en-AU" sz="1600" dirty="0"/>
              <a:t>30</a:t>
            </a:r>
          </a:p>
        </p:txBody>
      </p:sp>
      <p:cxnSp>
        <p:nvCxnSpPr>
          <p:cNvPr id="15" name="Straight Connector 14">
            <a:extLst>
              <a:ext uri="{FF2B5EF4-FFF2-40B4-BE49-F238E27FC236}">
                <a16:creationId xmlns:a16="http://schemas.microsoft.com/office/drawing/2014/main" id="{1BA2B774-B760-43E5-9BF4-42AEF5DA72EC}"/>
              </a:ext>
            </a:extLst>
          </p:cNvPr>
          <p:cNvCxnSpPr>
            <a:cxnSpLocks/>
          </p:cNvCxnSpPr>
          <p:nvPr/>
        </p:nvCxnSpPr>
        <p:spPr>
          <a:xfrm>
            <a:off x="2382459" y="1224621"/>
            <a:ext cx="0" cy="5633379"/>
          </a:xfrm>
          <a:prstGeom prst="line">
            <a:avLst/>
          </a:prstGeom>
        </p:spPr>
        <p:style>
          <a:lnRef idx="1">
            <a:schemeClr val="accent2"/>
          </a:lnRef>
          <a:fillRef idx="0">
            <a:schemeClr val="accent2"/>
          </a:fillRef>
          <a:effectRef idx="0">
            <a:schemeClr val="accent2"/>
          </a:effectRef>
          <a:fontRef idx="minor">
            <a:schemeClr val="tx1"/>
          </a:fontRef>
        </p:style>
      </p:cxnSp>
      <p:sp>
        <p:nvSpPr>
          <p:cNvPr id="16" name="TextBox 15">
            <a:extLst>
              <a:ext uri="{FF2B5EF4-FFF2-40B4-BE49-F238E27FC236}">
                <a16:creationId xmlns:a16="http://schemas.microsoft.com/office/drawing/2014/main" id="{11F6732A-3FF2-4581-B023-0CCB419F4C17}"/>
              </a:ext>
            </a:extLst>
          </p:cNvPr>
          <p:cNvSpPr txBox="1"/>
          <p:nvPr/>
        </p:nvSpPr>
        <p:spPr>
          <a:xfrm>
            <a:off x="10384272" y="258042"/>
            <a:ext cx="1584176" cy="461665"/>
          </a:xfrm>
          <a:prstGeom prst="rect">
            <a:avLst/>
          </a:prstGeom>
          <a:noFill/>
        </p:spPr>
        <p:txBody>
          <a:bodyPr wrap="square" rtlCol="0">
            <a:spAutoFit/>
          </a:bodyPr>
          <a:lstStyle/>
          <a:p>
            <a:r>
              <a:rPr lang="en-AU" sz="2400" dirty="0"/>
              <a:t>Date</a:t>
            </a:r>
          </a:p>
        </p:txBody>
      </p:sp>
      <p:sp>
        <p:nvSpPr>
          <p:cNvPr id="17" name="TextBox 16">
            <a:extLst>
              <a:ext uri="{FF2B5EF4-FFF2-40B4-BE49-F238E27FC236}">
                <a16:creationId xmlns:a16="http://schemas.microsoft.com/office/drawing/2014/main" id="{EC05745E-D2A7-4A30-B812-5738EFA91614}"/>
              </a:ext>
            </a:extLst>
          </p:cNvPr>
          <p:cNvSpPr txBox="1"/>
          <p:nvPr/>
        </p:nvSpPr>
        <p:spPr>
          <a:xfrm>
            <a:off x="754672" y="196208"/>
            <a:ext cx="3796296" cy="523220"/>
          </a:xfrm>
          <a:prstGeom prst="rect">
            <a:avLst/>
          </a:prstGeom>
          <a:noFill/>
        </p:spPr>
        <p:txBody>
          <a:bodyPr wrap="none" rtlCol="0">
            <a:spAutoFit/>
          </a:bodyPr>
          <a:lstStyle/>
          <a:p>
            <a:r>
              <a:rPr lang="en-AU" sz="2800" dirty="0"/>
              <a:t>Special numbers review  </a:t>
            </a:r>
          </a:p>
        </p:txBody>
      </p:sp>
      <p:sp>
        <p:nvSpPr>
          <p:cNvPr id="18" name="TextBox 17">
            <a:extLst>
              <a:ext uri="{FF2B5EF4-FFF2-40B4-BE49-F238E27FC236}">
                <a16:creationId xmlns:a16="http://schemas.microsoft.com/office/drawing/2014/main" id="{9C85288A-4CE0-4CC8-A16B-D6C8F38EAA17}"/>
              </a:ext>
            </a:extLst>
          </p:cNvPr>
          <p:cNvSpPr txBox="1"/>
          <p:nvPr/>
        </p:nvSpPr>
        <p:spPr>
          <a:xfrm>
            <a:off x="178607" y="809731"/>
            <a:ext cx="10420959" cy="461665"/>
          </a:xfrm>
          <a:prstGeom prst="rect">
            <a:avLst/>
          </a:prstGeom>
          <a:noFill/>
        </p:spPr>
        <p:txBody>
          <a:bodyPr wrap="square" rtlCol="0">
            <a:spAutoFit/>
          </a:bodyPr>
          <a:lstStyle/>
          <a:p>
            <a:r>
              <a:rPr lang="en-AU" sz="2400" dirty="0"/>
              <a:t>EQ – What are primes, composites, perfect squares and triangular numbers</a:t>
            </a:r>
          </a:p>
        </p:txBody>
      </p:sp>
      <p:graphicFrame>
        <p:nvGraphicFramePr>
          <p:cNvPr id="169" name="Group 2">
            <a:extLst>
              <a:ext uri="{FF2B5EF4-FFF2-40B4-BE49-F238E27FC236}">
                <a16:creationId xmlns:a16="http://schemas.microsoft.com/office/drawing/2014/main" id="{2835F362-21DA-4281-B1E7-C46197D37943}"/>
              </a:ext>
            </a:extLst>
          </p:cNvPr>
          <p:cNvGraphicFramePr>
            <a:graphicFrameLocks noGrp="1"/>
          </p:cNvGraphicFramePr>
          <p:nvPr>
            <p:extLst>
              <p:ext uri="{D42A27DB-BD31-4B8C-83A1-F6EECF244321}">
                <p14:modId xmlns:p14="http://schemas.microsoft.com/office/powerpoint/2010/main" val="1167888412"/>
              </p:ext>
            </p:extLst>
          </p:nvPr>
        </p:nvGraphicFramePr>
        <p:xfrm>
          <a:off x="4967111" y="1418358"/>
          <a:ext cx="6096000" cy="518160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gridCol w="609600">
                  <a:extLst>
                    <a:ext uri="{9D8B030D-6E8A-4147-A177-3AD203B41FA5}">
                      <a16:colId xmlns:a16="http://schemas.microsoft.com/office/drawing/2014/main" val="20003"/>
                    </a:ext>
                  </a:extLst>
                </a:gridCol>
                <a:gridCol w="609600">
                  <a:extLst>
                    <a:ext uri="{9D8B030D-6E8A-4147-A177-3AD203B41FA5}">
                      <a16:colId xmlns:a16="http://schemas.microsoft.com/office/drawing/2014/main" val="20004"/>
                    </a:ext>
                  </a:extLst>
                </a:gridCol>
                <a:gridCol w="609600">
                  <a:extLst>
                    <a:ext uri="{9D8B030D-6E8A-4147-A177-3AD203B41FA5}">
                      <a16:colId xmlns:a16="http://schemas.microsoft.com/office/drawing/2014/main" val="20005"/>
                    </a:ext>
                  </a:extLst>
                </a:gridCol>
                <a:gridCol w="609600">
                  <a:extLst>
                    <a:ext uri="{9D8B030D-6E8A-4147-A177-3AD203B41FA5}">
                      <a16:colId xmlns:a16="http://schemas.microsoft.com/office/drawing/2014/main" val="20006"/>
                    </a:ext>
                  </a:extLst>
                </a:gridCol>
                <a:gridCol w="609600">
                  <a:extLst>
                    <a:ext uri="{9D8B030D-6E8A-4147-A177-3AD203B41FA5}">
                      <a16:colId xmlns:a16="http://schemas.microsoft.com/office/drawing/2014/main" val="20007"/>
                    </a:ext>
                  </a:extLst>
                </a:gridCol>
                <a:gridCol w="609600">
                  <a:extLst>
                    <a:ext uri="{9D8B030D-6E8A-4147-A177-3AD203B41FA5}">
                      <a16:colId xmlns:a16="http://schemas.microsoft.com/office/drawing/2014/main" val="20008"/>
                    </a:ext>
                  </a:extLst>
                </a:gridCol>
                <a:gridCol w="609600">
                  <a:extLst>
                    <a:ext uri="{9D8B030D-6E8A-4147-A177-3AD203B41FA5}">
                      <a16:colId xmlns:a16="http://schemas.microsoft.com/office/drawing/2014/main" val="20009"/>
                    </a:ext>
                  </a:extLst>
                </a:gridCol>
              </a:tblGrid>
              <a:tr h="406400">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10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06400">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11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12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13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14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15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16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17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18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19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20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06400">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21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22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23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24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l"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25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26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27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28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29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30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06400">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31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32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33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34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35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36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37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38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39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40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06400">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41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42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43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44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45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46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47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48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49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50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06400">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51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52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53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54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55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56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57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58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59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60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06400">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61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62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63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64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65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66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67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68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69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70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06400">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71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72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73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74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75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76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77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78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79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80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06400">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81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82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83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84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85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86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87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88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89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90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406400">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91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92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93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94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95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96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97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98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99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l" defTabSz="914400" rtl="0" eaLnBrk="1" fontAlgn="base" latinLnBrk="0" hangingPunct="1">
                        <a:lnSpc>
                          <a:spcPct val="100000"/>
                        </a:lnSpc>
                        <a:spcBef>
                          <a:spcPct val="20000"/>
                        </a:spcBef>
                        <a:spcAft>
                          <a:spcPct val="0"/>
                        </a:spcAft>
                        <a:buClrTx/>
                        <a:buSzPct val="90000"/>
                        <a:buFontTx/>
                        <a:buNone/>
                        <a:tabLst/>
                      </a:pPr>
                      <a:r>
                        <a:rPr kumimoji="0" lang="en-US" altLang="en-US" sz="2000" b="0" i="0" u="none" strike="noStrike" cap="none" normalizeH="0" baseline="0">
                          <a:ln>
                            <a:noFill/>
                          </a:ln>
                          <a:solidFill>
                            <a:schemeClr val="tx1"/>
                          </a:solidFill>
                          <a:effectLst/>
                          <a:latin typeface="Times New Roman" pitchFamily="18" charset="0"/>
                        </a:rPr>
                        <a:t>100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grpSp>
        <p:nvGrpSpPr>
          <p:cNvPr id="170" name="Group 126">
            <a:extLst>
              <a:ext uri="{FF2B5EF4-FFF2-40B4-BE49-F238E27FC236}">
                <a16:creationId xmlns:a16="http://schemas.microsoft.com/office/drawing/2014/main" id="{712E08C6-1D2E-450F-B233-41464B854960}"/>
              </a:ext>
            </a:extLst>
          </p:cNvPr>
          <p:cNvGrpSpPr>
            <a:grpSpLocks/>
          </p:cNvGrpSpPr>
          <p:nvPr/>
        </p:nvGrpSpPr>
        <p:grpSpPr bwMode="auto">
          <a:xfrm>
            <a:off x="4967111" y="1418358"/>
            <a:ext cx="609600" cy="533400"/>
            <a:chOff x="960" y="720"/>
            <a:chExt cx="384" cy="336"/>
          </a:xfrm>
        </p:grpSpPr>
        <p:sp>
          <p:nvSpPr>
            <p:cNvPr id="171" name="Line 127">
              <a:extLst>
                <a:ext uri="{FF2B5EF4-FFF2-40B4-BE49-F238E27FC236}">
                  <a16:creationId xmlns:a16="http://schemas.microsoft.com/office/drawing/2014/main" id="{A3C5F544-82C4-44A2-A526-C7F8EBFEA1CF}"/>
                </a:ext>
              </a:extLst>
            </p:cNvPr>
            <p:cNvSpPr>
              <a:spLocks noChangeShapeType="1"/>
            </p:cNvSpPr>
            <p:nvPr/>
          </p:nvSpPr>
          <p:spPr bwMode="ltGray">
            <a:xfrm>
              <a:off x="960" y="720"/>
              <a:ext cx="384" cy="336"/>
            </a:xfrm>
            <a:prstGeom prst="line">
              <a:avLst/>
            </a:prstGeom>
            <a:noFill/>
            <a:ln w="571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sp>
          <p:nvSpPr>
            <p:cNvPr id="172" name="Line 128">
              <a:extLst>
                <a:ext uri="{FF2B5EF4-FFF2-40B4-BE49-F238E27FC236}">
                  <a16:creationId xmlns:a16="http://schemas.microsoft.com/office/drawing/2014/main" id="{40A29B36-16BC-4C98-8630-C7D1C59989CB}"/>
                </a:ext>
              </a:extLst>
            </p:cNvPr>
            <p:cNvSpPr>
              <a:spLocks noChangeShapeType="1"/>
            </p:cNvSpPr>
            <p:nvPr/>
          </p:nvSpPr>
          <p:spPr bwMode="ltGray">
            <a:xfrm flipH="1">
              <a:off x="960" y="720"/>
              <a:ext cx="384" cy="336"/>
            </a:xfrm>
            <a:prstGeom prst="line">
              <a:avLst/>
            </a:prstGeom>
            <a:noFill/>
            <a:ln w="571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grpSp>
      <p:grpSp>
        <p:nvGrpSpPr>
          <p:cNvPr id="173" name="Group 129">
            <a:extLst>
              <a:ext uri="{FF2B5EF4-FFF2-40B4-BE49-F238E27FC236}">
                <a16:creationId xmlns:a16="http://schemas.microsoft.com/office/drawing/2014/main" id="{2AA6664B-D5F6-4E57-BFD2-4CDFA48667FE}"/>
              </a:ext>
            </a:extLst>
          </p:cNvPr>
          <p:cNvGrpSpPr>
            <a:grpSpLocks/>
          </p:cNvGrpSpPr>
          <p:nvPr/>
        </p:nvGrpSpPr>
        <p:grpSpPr bwMode="auto">
          <a:xfrm>
            <a:off x="6795911" y="1418358"/>
            <a:ext cx="609600" cy="533400"/>
            <a:chOff x="960" y="720"/>
            <a:chExt cx="384" cy="336"/>
          </a:xfrm>
        </p:grpSpPr>
        <p:sp>
          <p:nvSpPr>
            <p:cNvPr id="174" name="Line 130">
              <a:extLst>
                <a:ext uri="{FF2B5EF4-FFF2-40B4-BE49-F238E27FC236}">
                  <a16:creationId xmlns:a16="http://schemas.microsoft.com/office/drawing/2014/main" id="{2FBED626-EFDC-49AE-B548-D45F032E81A1}"/>
                </a:ext>
              </a:extLst>
            </p:cNvPr>
            <p:cNvSpPr>
              <a:spLocks noChangeShapeType="1"/>
            </p:cNvSpPr>
            <p:nvPr/>
          </p:nvSpPr>
          <p:spPr bwMode="ltGray">
            <a:xfrm>
              <a:off x="960" y="720"/>
              <a:ext cx="384" cy="336"/>
            </a:xfrm>
            <a:prstGeom prst="line">
              <a:avLst/>
            </a:prstGeom>
            <a:noFill/>
            <a:ln w="571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sp>
          <p:nvSpPr>
            <p:cNvPr id="175" name="Line 131">
              <a:extLst>
                <a:ext uri="{FF2B5EF4-FFF2-40B4-BE49-F238E27FC236}">
                  <a16:creationId xmlns:a16="http://schemas.microsoft.com/office/drawing/2014/main" id="{C01C56C2-591A-4F71-BC17-8B2F97839CD2}"/>
                </a:ext>
              </a:extLst>
            </p:cNvPr>
            <p:cNvSpPr>
              <a:spLocks noChangeShapeType="1"/>
            </p:cNvSpPr>
            <p:nvPr/>
          </p:nvSpPr>
          <p:spPr bwMode="ltGray">
            <a:xfrm flipH="1">
              <a:off x="960" y="720"/>
              <a:ext cx="384" cy="336"/>
            </a:xfrm>
            <a:prstGeom prst="line">
              <a:avLst/>
            </a:prstGeom>
            <a:noFill/>
            <a:ln w="571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grpSp>
      <p:grpSp>
        <p:nvGrpSpPr>
          <p:cNvPr id="176" name="Group 132">
            <a:extLst>
              <a:ext uri="{FF2B5EF4-FFF2-40B4-BE49-F238E27FC236}">
                <a16:creationId xmlns:a16="http://schemas.microsoft.com/office/drawing/2014/main" id="{70A3ACCA-FC4B-4F81-B3C5-A3990E350F22}"/>
              </a:ext>
            </a:extLst>
          </p:cNvPr>
          <p:cNvGrpSpPr>
            <a:grpSpLocks/>
          </p:cNvGrpSpPr>
          <p:nvPr/>
        </p:nvGrpSpPr>
        <p:grpSpPr bwMode="auto">
          <a:xfrm>
            <a:off x="8015111" y="1418358"/>
            <a:ext cx="609600" cy="533400"/>
            <a:chOff x="960" y="720"/>
            <a:chExt cx="384" cy="336"/>
          </a:xfrm>
        </p:grpSpPr>
        <p:sp>
          <p:nvSpPr>
            <p:cNvPr id="177" name="Line 133">
              <a:extLst>
                <a:ext uri="{FF2B5EF4-FFF2-40B4-BE49-F238E27FC236}">
                  <a16:creationId xmlns:a16="http://schemas.microsoft.com/office/drawing/2014/main" id="{36D4FAB2-D382-4D5A-B33A-E62DE59F0298}"/>
                </a:ext>
              </a:extLst>
            </p:cNvPr>
            <p:cNvSpPr>
              <a:spLocks noChangeShapeType="1"/>
            </p:cNvSpPr>
            <p:nvPr/>
          </p:nvSpPr>
          <p:spPr bwMode="ltGray">
            <a:xfrm>
              <a:off x="960" y="720"/>
              <a:ext cx="384" cy="336"/>
            </a:xfrm>
            <a:prstGeom prst="line">
              <a:avLst/>
            </a:prstGeom>
            <a:noFill/>
            <a:ln w="571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sp>
          <p:nvSpPr>
            <p:cNvPr id="178" name="Line 134">
              <a:extLst>
                <a:ext uri="{FF2B5EF4-FFF2-40B4-BE49-F238E27FC236}">
                  <a16:creationId xmlns:a16="http://schemas.microsoft.com/office/drawing/2014/main" id="{8126353E-6B8B-4E15-AE8E-2C9FBA4F8BFE}"/>
                </a:ext>
              </a:extLst>
            </p:cNvPr>
            <p:cNvSpPr>
              <a:spLocks noChangeShapeType="1"/>
            </p:cNvSpPr>
            <p:nvPr/>
          </p:nvSpPr>
          <p:spPr bwMode="ltGray">
            <a:xfrm flipH="1">
              <a:off x="960" y="720"/>
              <a:ext cx="384" cy="336"/>
            </a:xfrm>
            <a:prstGeom prst="line">
              <a:avLst/>
            </a:prstGeom>
            <a:noFill/>
            <a:ln w="571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grpSp>
      <p:grpSp>
        <p:nvGrpSpPr>
          <p:cNvPr id="179" name="Group 135">
            <a:extLst>
              <a:ext uri="{FF2B5EF4-FFF2-40B4-BE49-F238E27FC236}">
                <a16:creationId xmlns:a16="http://schemas.microsoft.com/office/drawing/2014/main" id="{73EC3BAC-D56D-45A4-AF1C-B672267BE262}"/>
              </a:ext>
            </a:extLst>
          </p:cNvPr>
          <p:cNvGrpSpPr>
            <a:grpSpLocks/>
          </p:cNvGrpSpPr>
          <p:nvPr/>
        </p:nvGrpSpPr>
        <p:grpSpPr bwMode="auto">
          <a:xfrm>
            <a:off x="9234311" y="1418358"/>
            <a:ext cx="609600" cy="533400"/>
            <a:chOff x="960" y="720"/>
            <a:chExt cx="384" cy="336"/>
          </a:xfrm>
        </p:grpSpPr>
        <p:sp>
          <p:nvSpPr>
            <p:cNvPr id="180" name="Line 136">
              <a:extLst>
                <a:ext uri="{FF2B5EF4-FFF2-40B4-BE49-F238E27FC236}">
                  <a16:creationId xmlns:a16="http://schemas.microsoft.com/office/drawing/2014/main" id="{A44DCB80-D072-4D33-8197-6ECD33FF04FC}"/>
                </a:ext>
              </a:extLst>
            </p:cNvPr>
            <p:cNvSpPr>
              <a:spLocks noChangeShapeType="1"/>
            </p:cNvSpPr>
            <p:nvPr/>
          </p:nvSpPr>
          <p:spPr bwMode="ltGray">
            <a:xfrm>
              <a:off x="960" y="720"/>
              <a:ext cx="384" cy="336"/>
            </a:xfrm>
            <a:prstGeom prst="line">
              <a:avLst/>
            </a:prstGeom>
            <a:noFill/>
            <a:ln w="571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sp>
          <p:nvSpPr>
            <p:cNvPr id="181" name="Line 137">
              <a:extLst>
                <a:ext uri="{FF2B5EF4-FFF2-40B4-BE49-F238E27FC236}">
                  <a16:creationId xmlns:a16="http://schemas.microsoft.com/office/drawing/2014/main" id="{EC6042F8-D513-4C7A-BEAF-E6EB92F93B7E}"/>
                </a:ext>
              </a:extLst>
            </p:cNvPr>
            <p:cNvSpPr>
              <a:spLocks noChangeShapeType="1"/>
            </p:cNvSpPr>
            <p:nvPr/>
          </p:nvSpPr>
          <p:spPr bwMode="ltGray">
            <a:xfrm flipH="1">
              <a:off x="960" y="720"/>
              <a:ext cx="384" cy="336"/>
            </a:xfrm>
            <a:prstGeom prst="line">
              <a:avLst/>
            </a:prstGeom>
            <a:noFill/>
            <a:ln w="571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grpSp>
      <p:grpSp>
        <p:nvGrpSpPr>
          <p:cNvPr id="182" name="Group 138">
            <a:extLst>
              <a:ext uri="{FF2B5EF4-FFF2-40B4-BE49-F238E27FC236}">
                <a16:creationId xmlns:a16="http://schemas.microsoft.com/office/drawing/2014/main" id="{3144EBF5-75BA-45E5-8245-8F947749E56D}"/>
              </a:ext>
            </a:extLst>
          </p:cNvPr>
          <p:cNvGrpSpPr>
            <a:grpSpLocks/>
          </p:cNvGrpSpPr>
          <p:nvPr/>
        </p:nvGrpSpPr>
        <p:grpSpPr bwMode="auto">
          <a:xfrm>
            <a:off x="10453511" y="1418358"/>
            <a:ext cx="609600" cy="533400"/>
            <a:chOff x="960" y="720"/>
            <a:chExt cx="384" cy="336"/>
          </a:xfrm>
        </p:grpSpPr>
        <p:sp>
          <p:nvSpPr>
            <p:cNvPr id="183" name="Line 139">
              <a:extLst>
                <a:ext uri="{FF2B5EF4-FFF2-40B4-BE49-F238E27FC236}">
                  <a16:creationId xmlns:a16="http://schemas.microsoft.com/office/drawing/2014/main" id="{3D2D02F0-282C-4887-ADC3-F449C6A1B8ED}"/>
                </a:ext>
              </a:extLst>
            </p:cNvPr>
            <p:cNvSpPr>
              <a:spLocks noChangeShapeType="1"/>
            </p:cNvSpPr>
            <p:nvPr/>
          </p:nvSpPr>
          <p:spPr bwMode="ltGray">
            <a:xfrm>
              <a:off x="960" y="720"/>
              <a:ext cx="384" cy="336"/>
            </a:xfrm>
            <a:prstGeom prst="line">
              <a:avLst/>
            </a:prstGeom>
            <a:noFill/>
            <a:ln w="571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sp>
          <p:nvSpPr>
            <p:cNvPr id="184" name="Line 140">
              <a:extLst>
                <a:ext uri="{FF2B5EF4-FFF2-40B4-BE49-F238E27FC236}">
                  <a16:creationId xmlns:a16="http://schemas.microsoft.com/office/drawing/2014/main" id="{9F5B2569-F4B8-4621-947D-5712B7F3CE29}"/>
                </a:ext>
              </a:extLst>
            </p:cNvPr>
            <p:cNvSpPr>
              <a:spLocks noChangeShapeType="1"/>
            </p:cNvSpPr>
            <p:nvPr/>
          </p:nvSpPr>
          <p:spPr bwMode="ltGray">
            <a:xfrm flipH="1">
              <a:off x="960" y="720"/>
              <a:ext cx="384" cy="336"/>
            </a:xfrm>
            <a:prstGeom prst="line">
              <a:avLst/>
            </a:prstGeom>
            <a:noFill/>
            <a:ln w="571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grpSp>
      <p:grpSp>
        <p:nvGrpSpPr>
          <p:cNvPr id="185" name="Group 141">
            <a:extLst>
              <a:ext uri="{FF2B5EF4-FFF2-40B4-BE49-F238E27FC236}">
                <a16:creationId xmlns:a16="http://schemas.microsoft.com/office/drawing/2014/main" id="{18CA1A83-6941-421E-983A-D155E97BB2D6}"/>
              </a:ext>
            </a:extLst>
          </p:cNvPr>
          <p:cNvGrpSpPr>
            <a:grpSpLocks/>
          </p:cNvGrpSpPr>
          <p:nvPr/>
        </p:nvGrpSpPr>
        <p:grpSpPr bwMode="auto">
          <a:xfrm>
            <a:off x="5576711" y="1951758"/>
            <a:ext cx="609600" cy="533400"/>
            <a:chOff x="960" y="720"/>
            <a:chExt cx="384" cy="336"/>
          </a:xfrm>
        </p:grpSpPr>
        <p:sp>
          <p:nvSpPr>
            <p:cNvPr id="186" name="Line 142">
              <a:extLst>
                <a:ext uri="{FF2B5EF4-FFF2-40B4-BE49-F238E27FC236}">
                  <a16:creationId xmlns:a16="http://schemas.microsoft.com/office/drawing/2014/main" id="{88733CA3-6645-4030-9809-A2E9DDEF9068}"/>
                </a:ext>
              </a:extLst>
            </p:cNvPr>
            <p:cNvSpPr>
              <a:spLocks noChangeShapeType="1"/>
            </p:cNvSpPr>
            <p:nvPr/>
          </p:nvSpPr>
          <p:spPr bwMode="ltGray">
            <a:xfrm>
              <a:off x="960" y="720"/>
              <a:ext cx="384" cy="336"/>
            </a:xfrm>
            <a:prstGeom prst="line">
              <a:avLst/>
            </a:prstGeom>
            <a:noFill/>
            <a:ln w="571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sp>
          <p:nvSpPr>
            <p:cNvPr id="187" name="Line 143">
              <a:extLst>
                <a:ext uri="{FF2B5EF4-FFF2-40B4-BE49-F238E27FC236}">
                  <a16:creationId xmlns:a16="http://schemas.microsoft.com/office/drawing/2014/main" id="{990B8F1C-514F-482A-A24C-31E0DA6FE92D}"/>
                </a:ext>
              </a:extLst>
            </p:cNvPr>
            <p:cNvSpPr>
              <a:spLocks noChangeShapeType="1"/>
            </p:cNvSpPr>
            <p:nvPr/>
          </p:nvSpPr>
          <p:spPr bwMode="ltGray">
            <a:xfrm flipH="1">
              <a:off x="960" y="720"/>
              <a:ext cx="384" cy="336"/>
            </a:xfrm>
            <a:prstGeom prst="line">
              <a:avLst/>
            </a:prstGeom>
            <a:noFill/>
            <a:ln w="571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grpSp>
      <p:grpSp>
        <p:nvGrpSpPr>
          <p:cNvPr id="188" name="Group 144">
            <a:extLst>
              <a:ext uri="{FF2B5EF4-FFF2-40B4-BE49-F238E27FC236}">
                <a16:creationId xmlns:a16="http://schemas.microsoft.com/office/drawing/2014/main" id="{F75795C8-6048-48BF-8DB1-13A4F59078AD}"/>
              </a:ext>
            </a:extLst>
          </p:cNvPr>
          <p:cNvGrpSpPr>
            <a:grpSpLocks/>
          </p:cNvGrpSpPr>
          <p:nvPr/>
        </p:nvGrpSpPr>
        <p:grpSpPr bwMode="auto">
          <a:xfrm>
            <a:off x="6795911" y="1951758"/>
            <a:ext cx="609600" cy="533400"/>
            <a:chOff x="960" y="720"/>
            <a:chExt cx="384" cy="336"/>
          </a:xfrm>
        </p:grpSpPr>
        <p:sp>
          <p:nvSpPr>
            <p:cNvPr id="189" name="Line 145">
              <a:extLst>
                <a:ext uri="{FF2B5EF4-FFF2-40B4-BE49-F238E27FC236}">
                  <a16:creationId xmlns:a16="http://schemas.microsoft.com/office/drawing/2014/main" id="{5B214359-6089-43C0-9F5A-27A9E63B9DB5}"/>
                </a:ext>
              </a:extLst>
            </p:cNvPr>
            <p:cNvSpPr>
              <a:spLocks noChangeShapeType="1"/>
            </p:cNvSpPr>
            <p:nvPr/>
          </p:nvSpPr>
          <p:spPr bwMode="ltGray">
            <a:xfrm>
              <a:off x="960" y="720"/>
              <a:ext cx="384" cy="336"/>
            </a:xfrm>
            <a:prstGeom prst="line">
              <a:avLst/>
            </a:prstGeom>
            <a:noFill/>
            <a:ln w="571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sp>
          <p:nvSpPr>
            <p:cNvPr id="190" name="Line 146">
              <a:extLst>
                <a:ext uri="{FF2B5EF4-FFF2-40B4-BE49-F238E27FC236}">
                  <a16:creationId xmlns:a16="http://schemas.microsoft.com/office/drawing/2014/main" id="{C2149CAD-9A3A-4E57-AB20-23EF5C8F16C8}"/>
                </a:ext>
              </a:extLst>
            </p:cNvPr>
            <p:cNvSpPr>
              <a:spLocks noChangeShapeType="1"/>
            </p:cNvSpPr>
            <p:nvPr/>
          </p:nvSpPr>
          <p:spPr bwMode="ltGray">
            <a:xfrm flipH="1">
              <a:off x="960" y="720"/>
              <a:ext cx="384" cy="336"/>
            </a:xfrm>
            <a:prstGeom prst="line">
              <a:avLst/>
            </a:prstGeom>
            <a:noFill/>
            <a:ln w="571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grpSp>
      <p:grpSp>
        <p:nvGrpSpPr>
          <p:cNvPr id="191" name="Group 147">
            <a:extLst>
              <a:ext uri="{FF2B5EF4-FFF2-40B4-BE49-F238E27FC236}">
                <a16:creationId xmlns:a16="http://schemas.microsoft.com/office/drawing/2014/main" id="{CFBBB6FE-6835-4907-A1CB-3C7D81F6DA8F}"/>
              </a:ext>
            </a:extLst>
          </p:cNvPr>
          <p:cNvGrpSpPr>
            <a:grpSpLocks/>
          </p:cNvGrpSpPr>
          <p:nvPr/>
        </p:nvGrpSpPr>
        <p:grpSpPr bwMode="auto">
          <a:xfrm>
            <a:off x="8015111" y="1951758"/>
            <a:ext cx="609600" cy="533400"/>
            <a:chOff x="960" y="720"/>
            <a:chExt cx="384" cy="336"/>
          </a:xfrm>
        </p:grpSpPr>
        <p:sp>
          <p:nvSpPr>
            <p:cNvPr id="192" name="Line 148">
              <a:extLst>
                <a:ext uri="{FF2B5EF4-FFF2-40B4-BE49-F238E27FC236}">
                  <a16:creationId xmlns:a16="http://schemas.microsoft.com/office/drawing/2014/main" id="{21D7A2B3-60CD-4CBF-84D3-DF332D24A75E}"/>
                </a:ext>
              </a:extLst>
            </p:cNvPr>
            <p:cNvSpPr>
              <a:spLocks noChangeShapeType="1"/>
            </p:cNvSpPr>
            <p:nvPr/>
          </p:nvSpPr>
          <p:spPr bwMode="ltGray">
            <a:xfrm>
              <a:off x="960" y="720"/>
              <a:ext cx="384" cy="336"/>
            </a:xfrm>
            <a:prstGeom prst="line">
              <a:avLst/>
            </a:prstGeom>
            <a:noFill/>
            <a:ln w="571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sp>
          <p:nvSpPr>
            <p:cNvPr id="193" name="Line 149">
              <a:extLst>
                <a:ext uri="{FF2B5EF4-FFF2-40B4-BE49-F238E27FC236}">
                  <a16:creationId xmlns:a16="http://schemas.microsoft.com/office/drawing/2014/main" id="{7975761F-3294-4714-8406-14F89D03DAC4}"/>
                </a:ext>
              </a:extLst>
            </p:cNvPr>
            <p:cNvSpPr>
              <a:spLocks noChangeShapeType="1"/>
            </p:cNvSpPr>
            <p:nvPr/>
          </p:nvSpPr>
          <p:spPr bwMode="ltGray">
            <a:xfrm flipH="1">
              <a:off x="960" y="720"/>
              <a:ext cx="384" cy="336"/>
            </a:xfrm>
            <a:prstGeom prst="line">
              <a:avLst/>
            </a:prstGeom>
            <a:noFill/>
            <a:ln w="571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grpSp>
      <p:grpSp>
        <p:nvGrpSpPr>
          <p:cNvPr id="194" name="Group 150">
            <a:extLst>
              <a:ext uri="{FF2B5EF4-FFF2-40B4-BE49-F238E27FC236}">
                <a16:creationId xmlns:a16="http://schemas.microsoft.com/office/drawing/2014/main" id="{6EB3CDA4-135F-4C95-80FD-B6EEDCF4B2A8}"/>
              </a:ext>
            </a:extLst>
          </p:cNvPr>
          <p:cNvGrpSpPr>
            <a:grpSpLocks/>
          </p:cNvGrpSpPr>
          <p:nvPr/>
        </p:nvGrpSpPr>
        <p:grpSpPr bwMode="auto">
          <a:xfrm>
            <a:off x="9234311" y="1951758"/>
            <a:ext cx="609600" cy="533400"/>
            <a:chOff x="960" y="720"/>
            <a:chExt cx="384" cy="336"/>
          </a:xfrm>
        </p:grpSpPr>
        <p:sp>
          <p:nvSpPr>
            <p:cNvPr id="195" name="Line 151">
              <a:extLst>
                <a:ext uri="{FF2B5EF4-FFF2-40B4-BE49-F238E27FC236}">
                  <a16:creationId xmlns:a16="http://schemas.microsoft.com/office/drawing/2014/main" id="{6856CD26-9A08-4611-8FA6-01046924BC6D}"/>
                </a:ext>
              </a:extLst>
            </p:cNvPr>
            <p:cNvSpPr>
              <a:spLocks noChangeShapeType="1"/>
            </p:cNvSpPr>
            <p:nvPr/>
          </p:nvSpPr>
          <p:spPr bwMode="ltGray">
            <a:xfrm>
              <a:off x="960" y="720"/>
              <a:ext cx="384" cy="336"/>
            </a:xfrm>
            <a:prstGeom prst="line">
              <a:avLst/>
            </a:prstGeom>
            <a:noFill/>
            <a:ln w="571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sp>
          <p:nvSpPr>
            <p:cNvPr id="196" name="Line 152">
              <a:extLst>
                <a:ext uri="{FF2B5EF4-FFF2-40B4-BE49-F238E27FC236}">
                  <a16:creationId xmlns:a16="http://schemas.microsoft.com/office/drawing/2014/main" id="{1BE8F5B3-44C2-4697-9A0F-3A46ABDB196F}"/>
                </a:ext>
              </a:extLst>
            </p:cNvPr>
            <p:cNvSpPr>
              <a:spLocks noChangeShapeType="1"/>
            </p:cNvSpPr>
            <p:nvPr/>
          </p:nvSpPr>
          <p:spPr bwMode="ltGray">
            <a:xfrm flipH="1">
              <a:off x="960" y="720"/>
              <a:ext cx="384" cy="336"/>
            </a:xfrm>
            <a:prstGeom prst="line">
              <a:avLst/>
            </a:prstGeom>
            <a:noFill/>
            <a:ln w="571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grpSp>
      <p:grpSp>
        <p:nvGrpSpPr>
          <p:cNvPr id="197" name="Group 153">
            <a:extLst>
              <a:ext uri="{FF2B5EF4-FFF2-40B4-BE49-F238E27FC236}">
                <a16:creationId xmlns:a16="http://schemas.microsoft.com/office/drawing/2014/main" id="{5AB39977-BECE-4BDE-A16B-DAD9730C576F}"/>
              </a:ext>
            </a:extLst>
          </p:cNvPr>
          <p:cNvGrpSpPr>
            <a:grpSpLocks/>
          </p:cNvGrpSpPr>
          <p:nvPr/>
        </p:nvGrpSpPr>
        <p:grpSpPr bwMode="auto">
          <a:xfrm>
            <a:off x="10453511" y="1951758"/>
            <a:ext cx="609600" cy="533400"/>
            <a:chOff x="960" y="720"/>
            <a:chExt cx="384" cy="336"/>
          </a:xfrm>
        </p:grpSpPr>
        <p:sp>
          <p:nvSpPr>
            <p:cNvPr id="198" name="Line 154">
              <a:extLst>
                <a:ext uri="{FF2B5EF4-FFF2-40B4-BE49-F238E27FC236}">
                  <a16:creationId xmlns:a16="http://schemas.microsoft.com/office/drawing/2014/main" id="{E9CF606A-15ED-4042-A4F8-3887963312A6}"/>
                </a:ext>
              </a:extLst>
            </p:cNvPr>
            <p:cNvSpPr>
              <a:spLocks noChangeShapeType="1"/>
            </p:cNvSpPr>
            <p:nvPr/>
          </p:nvSpPr>
          <p:spPr bwMode="ltGray">
            <a:xfrm>
              <a:off x="960" y="720"/>
              <a:ext cx="384" cy="336"/>
            </a:xfrm>
            <a:prstGeom prst="line">
              <a:avLst/>
            </a:prstGeom>
            <a:noFill/>
            <a:ln w="571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sp>
          <p:nvSpPr>
            <p:cNvPr id="199" name="Line 155">
              <a:extLst>
                <a:ext uri="{FF2B5EF4-FFF2-40B4-BE49-F238E27FC236}">
                  <a16:creationId xmlns:a16="http://schemas.microsoft.com/office/drawing/2014/main" id="{A66AA85F-66C6-485D-A213-4B98F7DDB5F0}"/>
                </a:ext>
              </a:extLst>
            </p:cNvPr>
            <p:cNvSpPr>
              <a:spLocks noChangeShapeType="1"/>
            </p:cNvSpPr>
            <p:nvPr/>
          </p:nvSpPr>
          <p:spPr bwMode="ltGray">
            <a:xfrm flipH="1">
              <a:off x="960" y="720"/>
              <a:ext cx="384" cy="336"/>
            </a:xfrm>
            <a:prstGeom prst="line">
              <a:avLst/>
            </a:prstGeom>
            <a:noFill/>
            <a:ln w="571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grpSp>
      <p:grpSp>
        <p:nvGrpSpPr>
          <p:cNvPr id="200" name="Group 156">
            <a:extLst>
              <a:ext uri="{FF2B5EF4-FFF2-40B4-BE49-F238E27FC236}">
                <a16:creationId xmlns:a16="http://schemas.microsoft.com/office/drawing/2014/main" id="{58FFDB11-0413-4C52-8909-686D0ACD25E4}"/>
              </a:ext>
            </a:extLst>
          </p:cNvPr>
          <p:cNvGrpSpPr>
            <a:grpSpLocks/>
          </p:cNvGrpSpPr>
          <p:nvPr/>
        </p:nvGrpSpPr>
        <p:grpSpPr bwMode="auto">
          <a:xfrm>
            <a:off x="5576711" y="2485158"/>
            <a:ext cx="609600" cy="533400"/>
            <a:chOff x="960" y="720"/>
            <a:chExt cx="384" cy="336"/>
          </a:xfrm>
        </p:grpSpPr>
        <p:sp>
          <p:nvSpPr>
            <p:cNvPr id="201" name="Line 157">
              <a:extLst>
                <a:ext uri="{FF2B5EF4-FFF2-40B4-BE49-F238E27FC236}">
                  <a16:creationId xmlns:a16="http://schemas.microsoft.com/office/drawing/2014/main" id="{C3C91227-6609-4AD2-BEEE-55504F18B1F7}"/>
                </a:ext>
              </a:extLst>
            </p:cNvPr>
            <p:cNvSpPr>
              <a:spLocks noChangeShapeType="1"/>
            </p:cNvSpPr>
            <p:nvPr/>
          </p:nvSpPr>
          <p:spPr bwMode="ltGray">
            <a:xfrm>
              <a:off x="960" y="720"/>
              <a:ext cx="384" cy="336"/>
            </a:xfrm>
            <a:prstGeom prst="line">
              <a:avLst/>
            </a:prstGeom>
            <a:noFill/>
            <a:ln w="571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sp>
          <p:nvSpPr>
            <p:cNvPr id="202" name="Line 158">
              <a:extLst>
                <a:ext uri="{FF2B5EF4-FFF2-40B4-BE49-F238E27FC236}">
                  <a16:creationId xmlns:a16="http://schemas.microsoft.com/office/drawing/2014/main" id="{84393929-42C2-4EDE-AD82-9F18DB24766B}"/>
                </a:ext>
              </a:extLst>
            </p:cNvPr>
            <p:cNvSpPr>
              <a:spLocks noChangeShapeType="1"/>
            </p:cNvSpPr>
            <p:nvPr/>
          </p:nvSpPr>
          <p:spPr bwMode="ltGray">
            <a:xfrm flipH="1">
              <a:off x="960" y="720"/>
              <a:ext cx="384" cy="336"/>
            </a:xfrm>
            <a:prstGeom prst="line">
              <a:avLst/>
            </a:prstGeom>
            <a:noFill/>
            <a:ln w="571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grpSp>
      <p:grpSp>
        <p:nvGrpSpPr>
          <p:cNvPr id="203" name="Group 159">
            <a:extLst>
              <a:ext uri="{FF2B5EF4-FFF2-40B4-BE49-F238E27FC236}">
                <a16:creationId xmlns:a16="http://schemas.microsoft.com/office/drawing/2014/main" id="{56B6606C-5825-4EEF-9F5E-05E4973C5D07}"/>
              </a:ext>
            </a:extLst>
          </p:cNvPr>
          <p:cNvGrpSpPr>
            <a:grpSpLocks/>
          </p:cNvGrpSpPr>
          <p:nvPr/>
        </p:nvGrpSpPr>
        <p:grpSpPr bwMode="auto">
          <a:xfrm>
            <a:off x="6795911" y="2485158"/>
            <a:ext cx="609600" cy="533400"/>
            <a:chOff x="960" y="720"/>
            <a:chExt cx="384" cy="336"/>
          </a:xfrm>
        </p:grpSpPr>
        <p:sp>
          <p:nvSpPr>
            <p:cNvPr id="204" name="Line 160">
              <a:extLst>
                <a:ext uri="{FF2B5EF4-FFF2-40B4-BE49-F238E27FC236}">
                  <a16:creationId xmlns:a16="http://schemas.microsoft.com/office/drawing/2014/main" id="{69E5A09D-3525-4CCD-AF9F-538F6500E684}"/>
                </a:ext>
              </a:extLst>
            </p:cNvPr>
            <p:cNvSpPr>
              <a:spLocks noChangeShapeType="1"/>
            </p:cNvSpPr>
            <p:nvPr/>
          </p:nvSpPr>
          <p:spPr bwMode="ltGray">
            <a:xfrm>
              <a:off x="960" y="720"/>
              <a:ext cx="384" cy="336"/>
            </a:xfrm>
            <a:prstGeom prst="line">
              <a:avLst/>
            </a:prstGeom>
            <a:noFill/>
            <a:ln w="571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sp>
          <p:nvSpPr>
            <p:cNvPr id="205" name="Line 161">
              <a:extLst>
                <a:ext uri="{FF2B5EF4-FFF2-40B4-BE49-F238E27FC236}">
                  <a16:creationId xmlns:a16="http://schemas.microsoft.com/office/drawing/2014/main" id="{D00866CF-0CED-4A96-9FCA-ABA03AD84D4D}"/>
                </a:ext>
              </a:extLst>
            </p:cNvPr>
            <p:cNvSpPr>
              <a:spLocks noChangeShapeType="1"/>
            </p:cNvSpPr>
            <p:nvPr/>
          </p:nvSpPr>
          <p:spPr bwMode="ltGray">
            <a:xfrm flipH="1">
              <a:off x="960" y="720"/>
              <a:ext cx="384" cy="336"/>
            </a:xfrm>
            <a:prstGeom prst="line">
              <a:avLst/>
            </a:prstGeom>
            <a:noFill/>
            <a:ln w="571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grpSp>
      <p:grpSp>
        <p:nvGrpSpPr>
          <p:cNvPr id="206" name="Group 162">
            <a:extLst>
              <a:ext uri="{FF2B5EF4-FFF2-40B4-BE49-F238E27FC236}">
                <a16:creationId xmlns:a16="http://schemas.microsoft.com/office/drawing/2014/main" id="{50D79388-BD85-4A8C-99A7-69DA4FAFFA94}"/>
              </a:ext>
            </a:extLst>
          </p:cNvPr>
          <p:cNvGrpSpPr>
            <a:grpSpLocks/>
          </p:cNvGrpSpPr>
          <p:nvPr/>
        </p:nvGrpSpPr>
        <p:grpSpPr bwMode="auto">
          <a:xfrm>
            <a:off x="8015111" y="2485158"/>
            <a:ext cx="609600" cy="533400"/>
            <a:chOff x="960" y="720"/>
            <a:chExt cx="384" cy="336"/>
          </a:xfrm>
        </p:grpSpPr>
        <p:sp>
          <p:nvSpPr>
            <p:cNvPr id="207" name="Line 163">
              <a:extLst>
                <a:ext uri="{FF2B5EF4-FFF2-40B4-BE49-F238E27FC236}">
                  <a16:creationId xmlns:a16="http://schemas.microsoft.com/office/drawing/2014/main" id="{8AF12073-4BA1-4B02-9573-630C6CB98094}"/>
                </a:ext>
              </a:extLst>
            </p:cNvPr>
            <p:cNvSpPr>
              <a:spLocks noChangeShapeType="1"/>
            </p:cNvSpPr>
            <p:nvPr/>
          </p:nvSpPr>
          <p:spPr bwMode="ltGray">
            <a:xfrm>
              <a:off x="960" y="720"/>
              <a:ext cx="384" cy="336"/>
            </a:xfrm>
            <a:prstGeom prst="line">
              <a:avLst/>
            </a:prstGeom>
            <a:noFill/>
            <a:ln w="571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sp>
          <p:nvSpPr>
            <p:cNvPr id="208" name="Line 164">
              <a:extLst>
                <a:ext uri="{FF2B5EF4-FFF2-40B4-BE49-F238E27FC236}">
                  <a16:creationId xmlns:a16="http://schemas.microsoft.com/office/drawing/2014/main" id="{930F93A3-A082-4B66-B46C-99A72CEB7361}"/>
                </a:ext>
              </a:extLst>
            </p:cNvPr>
            <p:cNvSpPr>
              <a:spLocks noChangeShapeType="1"/>
            </p:cNvSpPr>
            <p:nvPr/>
          </p:nvSpPr>
          <p:spPr bwMode="ltGray">
            <a:xfrm flipH="1">
              <a:off x="960" y="720"/>
              <a:ext cx="384" cy="336"/>
            </a:xfrm>
            <a:prstGeom prst="line">
              <a:avLst/>
            </a:prstGeom>
            <a:noFill/>
            <a:ln w="571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grpSp>
      <p:grpSp>
        <p:nvGrpSpPr>
          <p:cNvPr id="209" name="Group 328">
            <a:extLst>
              <a:ext uri="{FF2B5EF4-FFF2-40B4-BE49-F238E27FC236}">
                <a16:creationId xmlns:a16="http://schemas.microsoft.com/office/drawing/2014/main" id="{69254FBB-A501-494A-990E-8749AFCABEAA}"/>
              </a:ext>
            </a:extLst>
          </p:cNvPr>
          <p:cNvGrpSpPr>
            <a:grpSpLocks/>
          </p:cNvGrpSpPr>
          <p:nvPr/>
        </p:nvGrpSpPr>
        <p:grpSpPr bwMode="auto">
          <a:xfrm>
            <a:off x="9234311" y="2485158"/>
            <a:ext cx="609600" cy="533400"/>
            <a:chOff x="960" y="720"/>
            <a:chExt cx="384" cy="336"/>
          </a:xfrm>
        </p:grpSpPr>
        <p:sp>
          <p:nvSpPr>
            <p:cNvPr id="210" name="Line 329">
              <a:extLst>
                <a:ext uri="{FF2B5EF4-FFF2-40B4-BE49-F238E27FC236}">
                  <a16:creationId xmlns:a16="http://schemas.microsoft.com/office/drawing/2014/main" id="{6910A302-3193-44CE-974F-78ED01584C9B}"/>
                </a:ext>
              </a:extLst>
            </p:cNvPr>
            <p:cNvSpPr>
              <a:spLocks noChangeShapeType="1"/>
            </p:cNvSpPr>
            <p:nvPr/>
          </p:nvSpPr>
          <p:spPr bwMode="ltGray">
            <a:xfrm>
              <a:off x="960" y="720"/>
              <a:ext cx="384" cy="336"/>
            </a:xfrm>
            <a:prstGeom prst="line">
              <a:avLst/>
            </a:prstGeom>
            <a:noFill/>
            <a:ln w="571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sp>
          <p:nvSpPr>
            <p:cNvPr id="211" name="Line 330">
              <a:extLst>
                <a:ext uri="{FF2B5EF4-FFF2-40B4-BE49-F238E27FC236}">
                  <a16:creationId xmlns:a16="http://schemas.microsoft.com/office/drawing/2014/main" id="{BF9DA9AE-6A43-4EC4-B2B6-B84BB7B95FE3}"/>
                </a:ext>
              </a:extLst>
            </p:cNvPr>
            <p:cNvSpPr>
              <a:spLocks noChangeShapeType="1"/>
            </p:cNvSpPr>
            <p:nvPr/>
          </p:nvSpPr>
          <p:spPr bwMode="ltGray">
            <a:xfrm flipH="1">
              <a:off x="960" y="720"/>
              <a:ext cx="384" cy="336"/>
            </a:xfrm>
            <a:prstGeom prst="line">
              <a:avLst/>
            </a:prstGeom>
            <a:noFill/>
            <a:ln w="571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grpSp>
      <p:grpSp>
        <p:nvGrpSpPr>
          <p:cNvPr id="212" name="Group 331">
            <a:extLst>
              <a:ext uri="{FF2B5EF4-FFF2-40B4-BE49-F238E27FC236}">
                <a16:creationId xmlns:a16="http://schemas.microsoft.com/office/drawing/2014/main" id="{7E2F4AA7-4A7F-4906-A901-F6029E1E4671}"/>
              </a:ext>
            </a:extLst>
          </p:cNvPr>
          <p:cNvGrpSpPr>
            <a:grpSpLocks/>
          </p:cNvGrpSpPr>
          <p:nvPr/>
        </p:nvGrpSpPr>
        <p:grpSpPr bwMode="auto">
          <a:xfrm>
            <a:off x="10453511" y="2485158"/>
            <a:ext cx="609600" cy="533400"/>
            <a:chOff x="960" y="720"/>
            <a:chExt cx="384" cy="336"/>
          </a:xfrm>
        </p:grpSpPr>
        <p:sp>
          <p:nvSpPr>
            <p:cNvPr id="213" name="Line 332">
              <a:extLst>
                <a:ext uri="{FF2B5EF4-FFF2-40B4-BE49-F238E27FC236}">
                  <a16:creationId xmlns:a16="http://schemas.microsoft.com/office/drawing/2014/main" id="{207BA9AE-ED13-411F-818C-5E2401C6FECD}"/>
                </a:ext>
              </a:extLst>
            </p:cNvPr>
            <p:cNvSpPr>
              <a:spLocks noChangeShapeType="1"/>
            </p:cNvSpPr>
            <p:nvPr/>
          </p:nvSpPr>
          <p:spPr bwMode="ltGray">
            <a:xfrm>
              <a:off x="960" y="720"/>
              <a:ext cx="384" cy="336"/>
            </a:xfrm>
            <a:prstGeom prst="line">
              <a:avLst/>
            </a:prstGeom>
            <a:noFill/>
            <a:ln w="571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sp>
          <p:nvSpPr>
            <p:cNvPr id="214" name="Line 333">
              <a:extLst>
                <a:ext uri="{FF2B5EF4-FFF2-40B4-BE49-F238E27FC236}">
                  <a16:creationId xmlns:a16="http://schemas.microsoft.com/office/drawing/2014/main" id="{F8FFA407-48F9-4E63-BC20-0280C6CAC656}"/>
                </a:ext>
              </a:extLst>
            </p:cNvPr>
            <p:cNvSpPr>
              <a:spLocks noChangeShapeType="1"/>
            </p:cNvSpPr>
            <p:nvPr/>
          </p:nvSpPr>
          <p:spPr bwMode="ltGray">
            <a:xfrm flipH="1">
              <a:off x="960" y="720"/>
              <a:ext cx="384" cy="336"/>
            </a:xfrm>
            <a:prstGeom prst="line">
              <a:avLst/>
            </a:prstGeom>
            <a:noFill/>
            <a:ln w="571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grpSp>
      <p:grpSp>
        <p:nvGrpSpPr>
          <p:cNvPr id="215" name="Group 334">
            <a:extLst>
              <a:ext uri="{FF2B5EF4-FFF2-40B4-BE49-F238E27FC236}">
                <a16:creationId xmlns:a16="http://schemas.microsoft.com/office/drawing/2014/main" id="{14096FCF-329A-4FDE-8B83-59BE9C0187BA}"/>
              </a:ext>
            </a:extLst>
          </p:cNvPr>
          <p:cNvGrpSpPr>
            <a:grpSpLocks/>
          </p:cNvGrpSpPr>
          <p:nvPr/>
        </p:nvGrpSpPr>
        <p:grpSpPr bwMode="auto">
          <a:xfrm>
            <a:off x="5576711" y="3018558"/>
            <a:ext cx="609600" cy="533400"/>
            <a:chOff x="960" y="720"/>
            <a:chExt cx="384" cy="336"/>
          </a:xfrm>
        </p:grpSpPr>
        <p:sp>
          <p:nvSpPr>
            <p:cNvPr id="216" name="Line 335">
              <a:extLst>
                <a:ext uri="{FF2B5EF4-FFF2-40B4-BE49-F238E27FC236}">
                  <a16:creationId xmlns:a16="http://schemas.microsoft.com/office/drawing/2014/main" id="{BEDC9D73-C310-4000-8D80-40408F5A16DC}"/>
                </a:ext>
              </a:extLst>
            </p:cNvPr>
            <p:cNvSpPr>
              <a:spLocks noChangeShapeType="1"/>
            </p:cNvSpPr>
            <p:nvPr/>
          </p:nvSpPr>
          <p:spPr bwMode="ltGray">
            <a:xfrm>
              <a:off x="960" y="720"/>
              <a:ext cx="384" cy="336"/>
            </a:xfrm>
            <a:prstGeom prst="line">
              <a:avLst/>
            </a:prstGeom>
            <a:noFill/>
            <a:ln w="571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sp>
          <p:nvSpPr>
            <p:cNvPr id="217" name="Line 336">
              <a:extLst>
                <a:ext uri="{FF2B5EF4-FFF2-40B4-BE49-F238E27FC236}">
                  <a16:creationId xmlns:a16="http://schemas.microsoft.com/office/drawing/2014/main" id="{C0CA0627-2246-4350-939D-6AF5C9A67BC6}"/>
                </a:ext>
              </a:extLst>
            </p:cNvPr>
            <p:cNvSpPr>
              <a:spLocks noChangeShapeType="1"/>
            </p:cNvSpPr>
            <p:nvPr/>
          </p:nvSpPr>
          <p:spPr bwMode="ltGray">
            <a:xfrm flipH="1">
              <a:off x="960" y="720"/>
              <a:ext cx="384" cy="336"/>
            </a:xfrm>
            <a:prstGeom prst="line">
              <a:avLst/>
            </a:prstGeom>
            <a:noFill/>
            <a:ln w="571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grpSp>
      <p:grpSp>
        <p:nvGrpSpPr>
          <p:cNvPr id="218" name="Group 337">
            <a:extLst>
              <a:ext uri="{FF2B5EF4-FFF2-40B4-BE49-F238E27FC236}">
                <a16:creationId xmlns:a16="http://schemas.microsoft.com/office/drawing/2014/main" id="{6431DF8B-A3BD-40CE-BA05-36039B91020E}"/>
              </a:ext>
            </a:extLst>
          </p:cNvPr>
          <p:cNvGrpSpPr>
            <a:grpSpLocks/>
          </p:cNvGrpSpPr>
          <p:nvPr/>
        </p:nvGrpSpPr>
        <p:grpSpPr bwMode="auto">
          <a:xfrm>
            <a:off x="6795911" y="3018558"/>
            <a:ext cx="609600" cy="533400"/>
            <a:chOff x="960" y="720"/>
            <a:chExt cx="384" cy="336"/>
          </a:xfrm>
        </p:grpSpPr>
        <p:sp>
          <p:nvSpPr>
            <p:cNvPr id="219" name="Line 338">
              <a:extLst>
                <a:ext uri="{FF2B5EF4-FFF2-40B4-BE49-F238E27FC236}">
                  <a16:creationId xmlns:a16="http://schemas.microsoft.com/office/drawing/2014/main" id="{5F4906D8-79C4-4911-AB3B-8F7AC2BBB49C}"/>
                </a:ext>
              </a:extLst>
            </p:cNvPr>
            <p:cNvSpPr>
              <a:spLocks noChangeShapeType="1"/>
            </p:cNvSpPr>
            <p:nvPr/>
          </p:nvSpPr>
          <p:spPr bwMode="ltGray">
            <a:xfrm>
              <a:off x="960" y="720"/>
              <a:ext cx="384" cy="336"/>
            </a:xfrm>
            <a:prstGeom prst="line">
              <a:avLst/>
            </a:prstGeom>
            <a:noFill/>
            <a:ln w="571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sp>
          <p:nvSpPr>
            <p:cNvPr id="220" name="Line 339">
              <a:extLst>
                <a:ext uri="{FF2B5EF4-FFF2-40B4-BE49-F238E27FC236}">
                  <a16:creationId xmlns:a16="http://schemas.microsoft.com/office/drawing/2014/main" id="{85BB3655-0C71-4C47-ADEF-8EB996F56B88}"/>
                </a:ext>
              </a:extLst>
            </p:cNvPr>
            <p:cNvSpPr>
              <a:spLocks noChangeShapeType="1"/>
            </p:cNvSpPr>
            <p:nvPr/>
          </p:nvSpPr>
          <p:spPr bwMode="ltGray">
            <a:xfrm flipH="1">
              <a:off x="960" y="720"/>
              <a:ext cx="384" cy="336"/>
            </a:xfrm>
            <a:prstGeom prst="line">
              <a:avLst/>
            </a:prstGeom>
            <a:noFill/>
            <a:ln w="571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grpSp>
      <p:grpSp>
        <p:nvGrpSpPr>
          <p:cNvPr id="221" name="Group 340">
            <a:extLst>
              <a:ext uri="{FF2B5EF4-FFF2-40B4-BE49-F238E27FC236}">
                <a16:creationId xmlns:a16="http://schemas.microsoft.com/office/drawing/2014/main" id="{3C59762D-A9EA-44C9-B00A-4A8D99F3CCCB}"/>
              </a:ext>
            </a:extLst>
          </p:cNvPr>
          <p:cNvGrpSpPr>
            <a:grpSpLocks/>
          </p:cNvGrpSpPr>
          <p:nvPr/>
        </p:nvGrpSpPr>
        <p:grpSpPr bwMode="auto">
          <a:xfrm>
            <a:off x="8015111" y="3018558"/>
            <a:ext cx="609600" cy="533400"/>
            <a:chOff x="960" y="720"/>
            <a:chExt cx="384" cy="336"/>
          </a:xfrm>
        </p:grpSpPr>
        <p:sp>
          <p:nvSpPr>
            <p:cNvPr id="222" name="Line 341">
              <a:extLst>
                <a:ext uri="{FF2B5EF4-FFF2-40B4-BE49-F238E27FC236}">
                  <a16:creationId xmlns:a16="http://schemas.microsoft.com/office/drawing/2014/main" id="{16D17CE3-B4DD-4EB6-9470-1C7701BE642C}"/>
                </a:ext>
              </a:extLst>
            </p:cNvPr>
            <p:cNvSpPr>
              <a:spLocks noChangeShapeType="1"/>
            </p:cNvSpPr>
            <p:nvPr/>
          </p:nvSpPr>
          <p:spPr bwMode="ltGray">
            <a:xfrm>
              <a:off x="960" y="720"/>
              <a:ext cx="384" cy="336"/>
            </a:xfrm>
            <a:prstGeom prst="line">
              <a:avLst/>
            </a:prstGeom>
            <a:noFill/>
            <a:ln w="571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sp>
          <p:nvSpPr>
            <p:cNvPr id="223" name="Line 342">
              <a:extLst>
                <a:ext uri="{FF2B5EF4-FFF2-40B4-BE49-F238E27FC236}">
                  <a16:creationId xmlns:a16="http://schemas.microsoft.com/office/drawing/2014/main" id="{A2D05F5A-1CCF-49B8-AD97-DC0756232817}"/>
                </a:ext>
              </a:extLst>
            </p:cNvPr>
            <p:cNvSpPr>
              <a:spLocks noChangeShapeType="1"/>
            </p:cNvSpPr>
            <p:nvPr/>
          </p:nvSpPr>
          <p:spPr bwMode="ltGray">
            <a:xfrm flipH="1">
              <a:off x="960" y="720"/>
              <a:ext cx="384" cy="336"/>
            </a:xfrm>
            <a:prstGeom prst="line">
              <a:avLst/>
            </a:prstGeom>
            <a:noFill/>
            <a:ln w="571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grpSp>
      <p:grpSp>
        <p:nvGrpSpPr>
          <p:cNvPr id="224" name="Group 343">
            <a:extLst>
              <a:ext uri="{FF2B5EF4-FFF2-40B4-BE49-F238E27FC236}">
                <a16:creationId xmlns:a16="http://schemas.microsoft.com/office/drawing/2014/main" id="{1B847DCE-7BB7-4DF5-9585-1248AE39C009}"/>
              </a:ext>
            </a:extLst>
          </p:cNvPr>
          <p:cNvGrpSpPr>
            <a:grpSpLocks/>
          </p:cNvGrpSpPr>
          <p:nvPr/>
        </p:nvGrpSpPr>
        <p:grpSpPr bwMode="auto">
          <a:xfrm>
            <a:off x="9234311" y="3018558"/>
            <a:ext cx="609600" cy="533400"/>
            <a:chOff x="960" y="720"/>
            <a:chExt cx="384" cy="336"/>
          </a:xfrm>
        </p:grpSpPr>
        <p:sp>
          <p:nvSpPr>
            <p:cNvPr id="225" name="Line 344">
              <a:extLst>
                <a:ext uri="{FF2B5EF4-FFF2-40B4-BE49-F238E27FC236}">
                  <a16:creationId xmlns:a16="http://schemas.microsoft.com/office/drawing/2014/main" id="{D2C0978C-7C03-4F3A-8A90-FC087DA3AF0E}"/>
                </a:ext>
              </a:extLst>
            </p:cNvPr>
            <p:cNvSpPr>
              <a:spLocks noChangeShapeType="1"/>
            </p:cNvSpPr>
            <p:nvPr/>
          </p:nvSpPr>
          <p:spPr bwMode="ltGray">
            <a:xfrm>
              <a:off x="960" y="720"/>
              <a:ext cx="384" cy="336"/>
            </a:xfrm>
            <a:prstGeom prst="line">
              <a:avLst/>
            </a:prstGeom>
            <a:noFill/>
            <a:ln w="571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sp>
          <p:nvSpPr>
            <p:cNvPr id="226" name="Line 345">
              <a:extLst>
                <a:ext uri="{FF2B5EF4-FFF2-40B4-BE49-F238E27FC236}">
                  <a16:creationId xmlns:a16="http://schemas.microsoft.com/office/drawing/2014/main" id="{5545C2D0-CC8A-4773-91DA-97F7023D48F9}"/>
                </a:ext>
              </a:extLst>
            </p:cNvPr>
            <p:cNvSpPr>
              <a:spLocks noChangeShapeType="1"/>
            </p:cNvSpPr>
            <p:nvPr/>
          </p:nvSpPr>
          <p:spPr bwMode="ltGray">
            <a:xfrm flipH="1">
              <a:off x="960" y="720"/>
              <a:ext cx="384" cy="336"/>
            </a:xfrm>
            <a:prstGeom prst="line">
              <a:avLst/>
            </a:prstGeom>
            <a:noFill/>
            <a:ln w="571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grpSp>
      <p:grpSp>
        <p:nvGrpSpPr>
          <p:cNvPr id="227" name="Group 346">
            <a:extLst>
              <a:ext uri="{FF2B5EF4-FFF2-40B4-BE49-F238E27FC236}">
                <a16:creationId xmlns:a16="http://schemas.microsoft.com/office/drawing/2014/main" id="{006C0176-4D77-4109-998D-4FFD68A1F409}"/>
              </a:ext>
            </a:extLst>
          </p:cNvPr>
          <p:cNvGrpSpPr>
            <a:grpSpLocks/>
          </p:cNvGrpSpPr>
          <p:nvPr/>
        </p:nvGrpSpPr>
        <p:grpSpPr bwMode="auto">
          <a:xfrm>
            <a:off x="10453511" y="3018558"/>
            <a:ext cx="609600" cy="533400"/>
            <a:chOff x="960" y="720"/>
            <a:chExt cx="384" cy="336"/>
          </a:xfrm>
        </p:grpSpPr>
        <p:sp>
          <p:nvSpPr>
            <p:cNvPr id="228" name="Line 347">
              <a:extLst>
                <a:ext uri="{FF2B5EF4-FFF2-40B4-BE49-F238E27FC236}">
                  <a16:creationId xmlns:a16="http://schemas.microsoft.com/office/drawing/2014/main" id="{A89BDC0A-5613-4AAA-8A25-28C6B2981558}"/>
                </a:ext>
              </a:extLst>
            </p:cNvPr>
            <p:cNvSpPr>
              <a:spLocks noChangeShapeType="1"/>
            </p:cNvSpPr>
            <p:nvPr/>
          </p:nvSpPr>
          <p:spPr bwMode="ltGray">
            <a:xfrm>
              <a:off x="960" y="720"/>
              <a:ext cx="384" cy="336"/>
            </a:xfrm>
            <a:prstGeom prst="line">
              <a:avLst/>
            </a:prstGeom>
            <a:noFill/>
            <a:ln w="571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sp>
          <p:nvSpPr>
            <p:cNvPr id="229" name="Line 348">
              <a:extLst>
                <a:ext uri="{FF2B5EF4-FFF2-40B4-BE49-F238E27FC236}">
                  <a16:creationId xmlns:a16="http://schemas.microsoft.com/office/drawing/2014/main" id="{21930F40-F19E-4AB9-83CB-EADA268620C8}"/>
                </a:ext>
              </a:extLst>
            </p:cNvPr>
            <p:cNvSpPr>
              <a:spLocks noChangeShapeType="1"/>
            </p:cNvSpPr>
            <p:nvPr/>
          </p:nvSpPr>
          <p:spPr bwMode="ltGray">
            <a:xfrm flipH="1">
              <a:off x="960" y="720"/>
              <a:ext cx="384" cy="336"/>
            </a:xfrm>
            <a:prstGeom prst="line">
              <a:avLst/>
            </a:prstGeom>
            <a:noFill/>
            <a:ln w="571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grpSp>
      <p:grpSp>
        <p:nvGrpSpPr>
          <p:cNvPr id="230" name="Group 349">
            <a:extLst>
              <a:ext uri="{FF2B5EF4-FFF2-40B4-BE49-F238E27FC236}">
                <a16:creationId xmlns:a16="http://schemas.microsoft.com/office/drawing/2014/main" id="{DAB298D6-5F01-4706-BFA3-3C060FEEF8DD}"/>
              </a:ext>
            </a:extLst>
          </p:cNvPr>
          <p:cNvGrpSpPr>
            <a:grpSpLocks/>
          </p:cNvGrpSpPr>
          <p:nvPr/>
        </p:nvGrpSpPr>
        <p:grpSpPr bwMode="auto">
          <a:xfrm>
            <a:off x="5576711" y="3551958"/>
            <a:ext cx="609600" cy="533400"/>
            <a:chOff x="960" y="720"/>
            <a:chExt cx="384" cy="336"/>
          </a:xfrm>
        </p:grpSpPr>
        <p:sp>
          <p:nvSpPr>
            <p:cNvPr id="231" name="Line 350">
              <a:extLst>
                <a:ext uri="{FF2B5EF4-FFF2-40B4-BE49-F238E27FC236}">
                  <a16:creationId xmlns:a16="http://schemas.microsoft.com/office/drawing/2014/main" id="{8E3FFC3A-6122-4E05-9ABB-EC9AD784DA09}"/>
                </a:ext>
              </a:extLst>
            </p:cNvPr>
            <p:cNvSpPr>
              <a:spLocks noChangeShapeType="1"/>
            </p:cNvSpPr>
            <p:nvPr/>
          </p:nvSpPr>
          <p:spPr bwMode="ltGray">
            <a:xfrm>
              <a:off x="960" y="720"/>
              <a:ext cx="384" cy="336"/>
            </a:xfrm>
            <a:prstGeom prst="line">
              <a:avLst/>
            </a:prstGeom>
            <a:noFill/>
            <a:ln w="571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sp>
          <p:nvSpPr>
            <p:cNvPr id="232" name="Line 351">
              <a:extLst>
                <a:ext uri="{FF2B5EF4-FFF2-40B4-BE49-F238E27FC236}">
                  <a16:creationId xmlns:a16="http://schemas.microsoft.com/office/drawing/2014/main" id="{A50322A6-8018-4047-ADA1-CA542D085000}"/>
                </a:ext>
              </a:extLst>
            </p:cNvPr>
            <p:cNvSpPr>
              <a:spLocks noChangeShapeType="1"/>
            </p:cNvSpPr>
            <p:nvPr/>
          </p:nvSpPr>
          <p:spPr bwMode="ltGray">
            <a:xfrm flipH="1">
              <a:off x="960" y="720"/>
              <a:ext cx="384" cy="336"/>
            </a:xfrm>
            <a:prstGeom prst="line">
              <a:avLst/>
            </a:prstGeom>
            <a:noFill/>
            <a:ln w="571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grpSp>
      <p:grpSp>
        <p:nvGrpSpPr>
          <p:cNvPr id="233" name="Group 352">
            <a:extLst>
              <a:ext uri="{FF2B5EF4-FFF2-40B4-BE49-F238E27FC236}">
                <a16:creationId xmlns:a16="http://schemas.microsoft.com/office/drawing/2014/main" id="{1B6E3063-CA4C-4444-B70F-08F0EDA7F1C2}"/>
              </a:ext>
            </a:extLst>
          </p:cNvPr>
          <p:cNvGrpSpPr>
            <a:grpSpLocks/>
          </p:cNvGrpSpPr>
          <p:nvPr/>
        </p:nvGrpSpPr>
        <p:grpSpPr bwMode="auto">
          <a:xfrm>
            <a:off x="6795911" y="3551958"/>
            <a:ext cx="609600" cy="533400"/>
            <a:chOff x="960" y="720"/>
            <a:chExt cx="384" cy="336"/>
          </a:xfrm>
        </p:grpSpPr>
        <p:sp>
          <p:nvSpPr>
            <p:cNvPr id="234" name="Line 353">
              <a:extLst>
                <a:ext uri="{FF2B5EF4-FFF2-40B4-BE49-F238E27FC236}">
                  <a16:creationId xmlns:a16="http://schemas.microsoft.com/office/drawing/2014/main" id="{87CF2FC6-88FB-4DF4-B174-F54860061956}"/>
                </a:ext>
              </a:extLst>
            </p:cNvPr>
            <p:cNvSpPr>
              <a:spLocks noChangeShapeType="1"/>
            </p:cNvSpPr>
            <p:nvPr/>
          </p:nvSpPr>
          <p:spPr bwMode="ltGray">
            <a:xfrm>
              <a:off x="960" y="720"/>
              <a:ext cx="384" cy="336"/>
            </a:xfrm>
            <a:prstGeom prst="line">
              <a:avLst/>
            </a:prstGeom>
            <a:noFill/>
            <a:ln w="571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sp>
          <p:nvSpPr>
            <p:cNvPr id="235" name="Line 354">
              <a:extLst>
                <a:ext uri="{FF2B5EF4-FFF2-40B4-BE49-F238E27FC236}">
                  <a16:creationId xmlns:a16="http://schemas.microsoft.com/office/drawing/2014/main" id="{96666BE5-EC92-4F9D-8854-B68160435373}"/>
                </a:ext>
              </a:extLst>
            </p:cNvPr>
            <p:cNvSpPr>
              <a:spLocks noChangeShapeType="1"/>
            </p:cNvSpPr>
            <p:nvPr/>
          </p:nvSpPr>
          <p:spPr bwMode="ltGray">
            <a:xfrm flipH="1">
              <a:off x="960" y="720"/>
              <a:ext cx="384" cy="336"/>
            </a:xfrm>
            <a:prstGeom prst="line">
              <a:avLst/>
            </a:prstGeom>
            <a:noFill/>
            <a:ln w="571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grpSp>
      <p:grpSp>
        <p:nvGrpSpPr>
          <p:cNvPr id="236" name="Group 355">
            <a:extLst>
              <a:ext uri="{FF2B5EF4-FFF2-40B4-BE49-F238E27FC236}">
                <a16:creationId xmlns:a16="http://schemas.microsoft.com/office/drawing/2014/main" id="{6ABF78B2-9C70-4210-B65E-758C06EF8745}"/>
              </a:ext>
            </a:extLst>
          </p:cNvPr>
          <p:cNvGrpSpPr>
            <a:grpSpLocks/>
          </p:cNvGrpSpPr>
          <p:nvPr/>
        </p:nvGrpSpPr>
        <p:grpSpPr bwMode="auto">
          <a:xfrm>
            <a:off x="8015111" y="3551958"/>
            <a:ext cx="609600" cy="533400"/>
            <a:chOff x="960" y="720"/>
            <a:chExt cx="384" cy="336"/>
          </a:xfrm>
        </p:grpSpPr>
        <p:sp>
          <p:nvSpPr>
            <p:cNvPr id="237" name="Line 356">
              <a:extLst>
                <a:ext uri="{FF2B5EF4-FFF2-40B4-BE49-F238E27FC236}">
                  <a16:creationId xmlns:a16="http://schemas.microsoft.com/office/drawing/2014/main" id="{478094BC-250F-49C1-B9D3-E13EF804C08F}"/>
                </a:ext>
              </a:extLst>
            </p:cNvPr>
            <p:cNvSpPr>
              <a:spLocks noChangeShapeType="1"/>
            </p:cNvSpPr>
            <p:nvPr/>
          </p:nvSpPr>
          <p:spPr bwMode="ltGray">
            <a:xfrm>
              <a:off x="960" y="720"/>
              <a:ext cx="384" cy="336"/>
            </a:xfrm>
            <a:prstGeom prst="line">
              <a:avLst/>
            </a:prstGeom>
            <a:noFill/>
            <a:ln w="571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sp>
          <p:nvSpPr>
            <p:cNvPr id="238" name="Line 357">
              <a:extLst>
                <a:ext uri="{FF2B5EF4-FFF2-40B4-BE49-F238E27FC236}">
                  <a16:creationId xmlns:a16="http://schemas.microsoft.com/office/drawing/2014/main" id="{9316844A-4D5F-4494-BC2E-8634F1ABD956}"/>
                </a:ext>
              </a:extLst>
            </p:cNvPr>
            <p:cNvSpPr>
              <a:spLocks noChangeShapeType="1"/>
            </p:cNvSpPr>
            <p:nvPr/>
          </p:nvSpPr>
          <p:spPr bwMode="ltGray">
            <a:xfrm flipH="1">
              <a:off x="960" y="720"/>
              <a:ext cx="384" cy="336"/>
            </a:xfrm>
            <a:prstGeom prst="line">
              <a:avLst/>
            </a:prstGeom>
            <a:noFill/>
            <a:ln w="571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grpSp>
      <p:grpSp>
        <p:nvGrpSpPr>
          <p:cNvPr id="239" name="Group 358">
            <a:extLst>
              <a:ext uri="{FF2B5EF4-FFF2-40B4-BE49-F238E27FC236}">
                <a16:creationId xmlns:a16="http://schemas.microsoft.com/office/drawing/2014/main" id="{FBA20950-3C3A-4AC5-880A-A64227E0B9BB}"/>
              </a:ext>
            </a:extLst>
          </p:cNvPr>
          <p:cNvGrpSpPr>
            <a:grpSpLocks/>
          </p:cNvGrpSpPr>
          <p:nvPr/>
        </p:nvGrpSpPr>
        <p:grpSpPr bwMode="auto">
          <a:xfrm>
            <a:off x="9234311" y="3551958"/>
            <a:ext cx="609600" cy="533400"/>
            <a:chOff x="960" y="720"/>
            <a:chExt cx="384" cy="336"/>
          </a:xfrm>
        </p:grpSpPr>
        <p:sp>
          <p:nvSpPr>
            <p:cNvPr id="240" name="Line 359">
              <a:extLst>
                <a:ext uri="{FF2B5EF4-FFF2-40B4-BE49-F238E27FC236}">
                  <a16:creationId xmlns:a16="http://schemas.microsoft.com/office/drawing/2014/main" id="{F7C5DE4F-5AA9-4775-BE11-7028715E05EC}"/>
                </a:ext>
              </a:extLst>
            </p:cNvPr>
            <p:cNvSpPr>
              <a:spLocks noChangeShapeType="1"/>
            </p:cNvSpPr>
            <p:nvPr/>
          </p:nvSpPr>
          <p:spPr bwMode="ltGray">
            <a:xfrm>
              <a:off x="960" y="720"/>
              <a:ext cx="384" cy="336"/>
            </a:xfrm>
            <a:prstGeom prst="line">
              <a:avLst/>
            </a:prstGeom>
            <a:noFill/>
            <a:ln w="571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sp>
          <p:nvSpPr>
            <p:cNvPr id="241" name="Line 360">
              <a:extLst>
                <a:ext uri="{FF2B5EF4-FFF2-40B4-BE49-F238E27FC236}">
                  <a16:creationId xmlns:a16="http://schemas.microsoft.com/office/drawing/2014/main" id="{30326981-C6E6-4F3E-A323-F44442101C9C}"/>
                </a:ext>
              </a:extLst>
            </p:cNvPr>
            <p:cNvSpPr>
              <a:spLocks noChangeShapeType="1"/>
            </p:cNvSpPr>
            <p:nvPr/>
          </p:nvSpPr>
          <p:spPr bwMode="ltGray">
            <a:xfrm flipH="1">
              <a:off x="960" y="720"/>
              <a:ext cx="384" cy="336"/>
            </a:xfrm>
            <a:prstGeom prst="line">
              <a:avLst/>
            </a:prstGeom>
            <a:noFill/>
            <a:ln w="571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grpSp>
      <p:grpSp>
        <p:nvGrpSpPr>
          <p:cNvPr id="242" name="Group 361">
            <a:extLst>
              <a:ext uri="{FF2B5EF4-FFF2-40B4-BE49-F238E27FC236}">
                <a16:creationId xmlns:a16="http://schemas.microsoft.com/office/drawing/2014/main" id="{FE7AE905-14DE-4053-8FBA-2D94CE842565}"/>
              </a:ext>
            </a:extLst>
          </p:cNvPr>
          <p:cNvGrpSpPr>
            <a:grpSpLocks/>
          </p:cNvGrpSpPr>
          <p:nvPr/>
        </p:nvGrpSpPr>
        <p:grpSpPr bwMode="auto">
          <a:xfrm>
            <a:off x="10453511" y="3551958"/>
            <a:ext cx="609600" cy="533400"/>
            <a:chOff x="960" y="720"/>
            <a:chExt cx="384" cy="336"/>
          </a:xfrm>
        </p:grpSpPr>
        <p:sp>
          <p:nvSpPr>
            <p:cNvPr id="243" name="Line 362">
              <a:extLst>
                <a:ext uri="{FF2B5EF4-FFF2-40B4-BE49-F238E27FC236}">
                  <a16:creationId xmlns:a16="http://schemas.microsoft.com/office/drawing/2014/main" id="{FD4715F1-411C-4F35-957D-D0617DBF9940}"/>
                </a:ext>
              </a:extLst>
            </p:cNvPr>
            <p:cNvSpPr>
              <a:spLocks noChangeShapeType="1"/>
            </p:cNvSpPr>
            <p:nvPr/>
          </p:nvSpPr>
          <p:spPr bwMode="ltGray">
            <a:xfrm>
              <a:off x="960" y="720"/>
              <a:ext cx="384" cy="336"/>
            </a:xfrm>
            <a:prstGeom prst="line">
              <a:avLst/>
            </a:prstGeom>
            <a:noFill/>
            <a:ln w="571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sp>
          <p:nvSpPr>
            <p:cNvPr id="244" name="Line 363">
              <a:extLst>
                <a:ext uri="{FF2B5EF4-FFF2-40B4-BE49-F238E27FC236}">
                  <a16:creationId xmlns:a16="http://schemas.microsoft.com/office/drawing/2014/main" id="{DD101E67-F5B2-4B1F-95FB-FF7B30628687}"/>
                </a:ext>
              </a:extLst>
            </p:cNvPr>
            <p:cNvSpPr>
              <a:spLocks noChangeShapeType="1"/>
            </p:cNvSpPr>
            <p:nvPr/>
          </p:nvSpPr>
          <p:spPr bwMode="ltGray">
            <a:xfrm flipH="1">
              <a:off x="960" y="720"/>
              <a:ext cx="384" cy="336"/>
            </a:xfrm>
            <a:prstGeom prst="line">
              <a:avLst/>
            </a:prstGeom>
            <a:noFill/>
            <a:ln w="571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grpSp>
      <p:grpSp>
        <p:nvGrpSpPr>
          <p:cNvPr id="245" name="Group 364">
            <a:extLst>
              <a:ext uri="{FF2B5EF4-FFF2-40B4-BE49-F238E27FC236}">
                <a16:creationId xmlns:a16="http://schemas.microsoft.com/office/drawing/2014/main" id="{9F62898E-DC09-4889-B57A-B5A8D6B6B327}"/>
              </a:ext>
            </a:extLst>
          </p:cNvPr>
          <p:cNvGrpSpPr>
            <a:grpSpLocks/>
          </p:cNvGrpSpPr>
          <p:nvPr/>
        </p:nvGrpSpPr>
        <p:grpSpPr bwMode="auto">
          <a:xfrm>
            <a:off x="5576711" y="4009158"/>
            <a:ext cx="609600" cy="533400"/>
            <a:chOff x="960" y="720"/>
            <a:chExt cx="384" cy="336"/>
          </a:xfrm>
        </p:grpSpPr>
        <p:sp>
          <p:nvSpPr>
            <p:cNvPr id="246" name="Line 365">
              <a:extLst>
                <a:ext uri="{FF2B5EF4-FFF2-40B4-BE49-F238E27FC236}">
                  <a16:creationId xmlns:a16="http://schemas.microsoft.com/office/drawing/2014/main" id="{6A451FCA-9523-436B-BB7C-D1A552AEE689}"/>
                </a:ext>
              </a:extLst>
            </p:cNvPr>
            <p:cNvSpPr>
              <a:spLocks noChangeShapeType="1"/>
            </p:cNvSpPr>
            <p:nvPr/>
          </p:nvSpPr>
          <p:spPr bwMode="ltGray">
            <a:xfrm>
              <a:off x="960" y="720"/>
              <a:ext cx="384" cy="336"/>
            </a:xfrm>
            <a:prstGeom prst="line">
              <a:avLst/>
            </a:prstGeom>
            <a:noFill/>
            <a:ln w="571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sp>
          <p:nvSpPr>
            <p:cNvPr id="247" name="Line 366">
              <a:extLst>
                <a:ext uri="{FF2B5EF4-FFF2-40B4-BE49-F238E27FC236}">
                  <a16:creationId xmlns:a16="http://schemas.microsoft.com/office/drawing/2014/main" id="{365EC839-57F1-49C9-981E-72C0EA8DD7A2}"/>
                </a:ext>
              </a:extLst>
            </p:cNvPr>
            <p:cNvSpPr>
              <a:spLocks noChangeShapeType="1"/>
            </p:cNvSpPr>
            <p:nvPr/>
          </p:nvSpPr>
          <p:spPr bwMode="ltGray">
            <a:xfrm flipH="1">
              <a:off x="960" y="720"/>
              <a:ext cx="384" cy="336"/>
            </a:xfrm>
            <a:prstGeom prst="line">
              <a:avLst/>
            </a:prstGeom>
            <a:noFill/>
            <a:ln w="571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grpSp>
      <p:grpSp>
        <p:nvGrpSpPr>
          <p:cNvPr id="248" name="Group 367">
            <a:extLst>
              <a:ext uri="{FF2B5EF4-FFF2-40B4-BE49-F238E27FC236}">
                <a16:creationId xmlns:a16="http://schemas.microsoft.com/office/drawing/2014/main" id="{254681E3-116C-4B77-BAC7-2DF74E8BA75D}"/>
              </a:ext>
            </a:extLst>
          </p:cNvPr>
          <p:cNvGrpSpPr>
            <a:grpSpLocks/>
          </p:cNvGrpSpPr>
          <p:nvPr/>
        </p:nvGrpSpPr>
        <p:grpSpPr bwMode="auto">
          <a:xfrm>
            <a:off x="6795911" y="4009158"/>
            <a:ext cx="609600" cy="533400"/>
            <a:chOff x="960" y="720"/>
            <a:chExt cx="384" cy="336"/>
          </a:xfrm>
        </p:grpSpPr>
        <p:sp>
          <p:nvSpPr>
            <p:cNvPr id="249" name="Line 368">
              <a:extLst>
                <a:ext uri="{FF2B5EF4-FFF2-40B4-BE49-F238E27FC236}">
                  <a16:creationId xmlns:a16="http://schemas.microsoft.com/office/drawing/2014/main" id="{573EE25D-B95C-4A59-B771-15B0A0743DCC}"/>
                </a:ext>
              </a:extLst>
            </p:cNvPr>
            <p:cNvSpPr>
              <a:spLocks noChangeShapeType="1"/>
            </p:cNvSpPr>
            <p:nvPr/>
          </p:nvSpPr>
          <p:spPr bwMode="ltGray">
            <a:xfrm>
              <a:off x="960" y="720"/>
              <a:ext cx="384" cy="336"/>
            </a:xfrm>
            <a:prstGeom prst="line">
              <a:avLst/>
            </a:prstGeom>
            <a:noFill/>
            <a:ln w="571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sp>
          <p:nvSpPr>
            <p:cNvPr id="250" name="Line 369">
              <a:extLst>
                <a:ext uri="{FF2B5EF4-FFF2-40B4-BE49-F238E27FC236}">
                  <a16:creationId xmlns:a16="http://schemas.microsoft.com/office/drawing/2014/main" id="{9CE712BB-F139-4C4F-8F10-DEBE6DA2714E}"/>
                </a:ext>
              </a:extLst>
            </p:cNvPr>
            <p:cNvSpPr>
              <a:spLocks noChangeShapeType="1"/>
            </p:cNvSpPr>
            <p:nvPr/>
          </p:nvSpPr>
          <p:spPr bwMode="ltGray">
            <a:xfrm flipH="1">
              <a:off x="960" y="720"/>
              <a:ext cx="384" cy="336"/>
            </a:xfrm>
            <a:prstGeom prst="line">
              <a:avLst/>
            </a:prstGeom>
            <a:noFill/>
            <a:ln w="571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grpSp>
      <p:grpSp>
        <p:nvGrpSpPr>
          <p:cNvPr id="251" name="Group 370">
            <a:extLst>
              <a:ext uri="{FF2B5EF4-FFF2-40B4-BE49-F238E27FC236}">
                <a16:creationId xmlns:a16="http://schemas.microsoft.com/office/drawing/2014/main" id="{212014E7-2F92-4839-9D36-24F6E9040F93}"/>
              </a:ext>
            </a:extLst>
          </p:cNvPr>
          <p:cNvGrpSpPr>
            <a:grpSpLocks/>
          </p:cNvGrpSpPr>
          <p:nvPr/>
        </p:nvGrpSpPr>
        <p:grpSpPr bwMode="auto">
          <a:xfrm>
            <a:off x="8015111" y="4009158"/>
            <a:ext cx="609600" cy="533400"/>
            <a:chOff x="960" y="720"/>
            <a:chExt cx="384" cy="336"/>
          </a:xfrm>
        </p:grpSpPr>
        <p:sp>
          <p:nvSpPr>
            <p:cNvPr id="252" name="Line 371">
              <a:extLst>
                <a:ext uri="{FF2B5EF4-FFF2-40B4-BE49-F238E27FC236}">
                  <a16:creationId xmlns:a16="http://schemas.microsoft.com/office/drawing/2014/main" id="{3153869E-3DD2-4781-A413-6E505D730FB9}"/>
                </a:ext>
              </a:extLst>
            </p:cNvPr>
            <p:cNvSpPr>
              <a:spLocks noChangeShapeType="1"/>
            </p:cNvSpPr>
            <p:nvPr/>
          </p:nvSpPr>
          <p:spPr bwMode="ltGray">
            <a:xfrm>
              <a:off x="960" y="720"/>
              <a:ext cx="384" cy="336"/>
            </a:xfrm>
            <a:prstGeom prst="line">
              <a:avLst/>
            </a:prstGeom>
            <a:noFill/>
            <a:ln w="571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sp>
          <p:nvSpPr>
            <p:cNvPr id="253" name="Line 372">
              <a:extLst>
                <a:ext uri="{FF2B5EF4-FFF2-40B4-BE49-F238E27FC236}">
                  <a16:creationId xmlns:a16="http://schemas.microsoft.com/office/drawing/2014/main" id="{CFF54565-0021-4F63-AC51-1CFEBEF95564}"/>
                </a:ext>
              </a:extLst>
            </p:cNvPr>
            <p:cNvSpPr>
              <a:spLocks noChangeShapeType="1"/>
            </p:cNvSpPr>
            <p:nvPr/>
          </p:nvSpPr>
          <p:spPr bwMode="ltGray">
            <a:xfrm flipH="1">
              <a:off x="960" y="720"/>
              <a:ext cx="384" cy="336"/>
            </a:xfrm>
            <a:prstGeom prst="line">
              <a:avLst/>
            </a:prstGeom>
            <a:noFill/>
            <a:ln w="571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grpSp>
      <p:grpSp>
        <p:nvGrpSpPr>
          <p:cNvPr id="254" name="Group 373">
            <a:extLst>
              <a:ext uri="{FF2B5EF4-FFF2-40B4-BE49-F238E27FC236}">
                <a16:creationId xmlns:a16="http://schemas.microsoft.com/office/drawing/2014/main" id="{A0A38649-367E-4E5B-B75D-2B98180BD7E6}"/>
              </a:ext>
            </a:extLst>
          </p:cNvPr>
          <p:cNvGrpSpPr>
            <a:grpSpLocks/>
          </p:cNvGrpSpPr>
          <p:nvPr/>
        </p:nvGrpSpPr>
        <p:grpSpPr bwMode="auto">
          <a:xfrm>
            <a:off x="9234311" y="4009158"/>
            <a:ext cx="609600" cy="533400"/>
            <a:chOff x="960" y="720"/>
            <a:chExt cx="384" cy="336"/>
          </a:xfrm>
        </p:grpSpPr>
        <p:sp>
          <p:nvSpPr>
            <p:cNvPr id="255" name="Line 374">
              <a:extLst>
                <a:ext uri="{FF2B5EF4-FFF2-40B4-BE49-F238E27FC236}">
                  <a16:creationId xmlns:a16="http://schemas.microsoft.com/office/drawing/2014/main" id="{546CDB90-E67A-4788-A9F6-0F1344D17D01}"/>
                </a:ext>
              </a:extLst>
            </p:cNvPr>
            <p:cNvSpPr>
              <a:spLocks noChangeShapeType="1"/>
            </p:cNvSpPr>
            <p:nvPr/>
          </p:nvSpPr>
          <p:spPr bwMode="ltGray">
            <a:xfrm>
              <a:off x="960" y="720"/>
              <a:ext cx="384" cy="336"/>
            </a:xfrm>
            <a:prstGeom prst="line">
              <a:avLst/>
            </a:prstGeom>
            <a:noFill/>
            <a:ln w="571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sp>
          <p:nvSpPr>
            <p:cNvPr id="256" name="Line 375">
              <a:extLst>
                <a:ext uri="{FF2B5EF4-FFF2-40B4-BE49-F238E27FC236}">
                  <a16:creationId xmlns:a16="http://schemas.microsoft.com/office/drawing/2014/main" id="{4ED7B059-88BE-43C2-9DC1-7A6B0ACF2676}"/>
                </a:ext>
              </a:extLst>
            </p:cNvPr>
            <p:cNvSpPr>
              <a:spLocks noChangeShapeType="1"/>
            </p:cNvSpPr>
            <p:nvPr/>
          </p:nvSpPr>
          <p:spPr bwMode="ltGray">
            <a:xfrm flipH="1">
              <a:off x="960" y="720"/>
              <a:ext cx="384" cy="336"/>
            </a:xfrm>
            <a:prstGeom prst="line">
              <a:avLst/>
            </a:prstGeom>
            <a:noFill/>
            <a:ln w="571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grpSp>
      <p:grpSp>
        <p:nvGrpSpPr>
          <p:cNvPr id="257" name="Group 376">
            <a:extLst>
              <a:ext uri="{FF2B5EF4-FFF2-40B4-BE49-F238E27FC236}">
                <a16:creationId xmlns:a16="http://schemas.microsoft.com/office/drawing/2014/main" id="{50E3B856-D49E-4BE6-867E-8CEC48A28F3F}"/>
              </a:ext>
            </a:extLst>
          </p:cNvPr>
          <p:cNvGrpSpPr>
            <a:grpSpLocks/>
          </p:cNvGrpSpPr>
          <p:nvPr/>
        </p:nvGrpSpPr>
        <p:grpSpPr bwMode="auto">
          <a:xfrm>
            <a:off x="10453511" y="4009158"/>
            <a:ext cx="609600" cy="533400"/>
            <a:chOff x="960" y="720"/>
            <a:chExt cx="384" cy="336"/>
          </a:xfrm>
        </p:grpSpPr>
        <p:sp>
          <p:nvSpPr>
            <p:cNvPr id="258" name="Line 377">
              <a:extLst>
                <a:ext uri="{FF2B5EF4-FFF2-40B4-BE49-F238E27FC236}">
                  <a16:creationId xmlns:a16="http://schemas.microsoft.com/office/drawing/2014/main" id="{CC3B92CB-F204-489B-A747-4CAB51BDF5D0}"/>
                </a:ext>
              </a:extLst>
            </p:cNvPr>
            <p:cNvSpPr>
              <a:spLocks noChangeShapeType="1"/>
            </p:cNvSpPr>
            <p:nvPr/>
          </p:nvSpPr>
          <p:spPr bwMode="ltGray">
            <a:xfrm>
              <a:off x="960" y="720"/>
              <a:ext cx="384" cy="336"/>
            </a:xfrm>
            <a:prstGeom prst="line">
              <a:avLst/>
            </a:prstGeom>
            <a:noFill/>
            <a:ln w="571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sp>
          <p:nvSpPr>
            <p:cNvPr id="259" name="Line 378">
              <a:extLst>
                <a:ext uri="{FF2B5EF4-FFF2-40B4-BE49-F238E27FC236}">
                  <a16:creationId xmlns:a16="http://schemas.microsoft.com/office/drawing/2014/main" id="{44C949B2-66E3-4E09-8F4A-5848FA6979D0}"/>
                </a:ext>
              </a:extLst>
            </p:cNvPr>
            <p:cNvSpPr>
              <a:spLocks noChangeShapeType="1"/>
            </p:cNvSpPr>
            <p:nvPr/>
          </p:nvSpPr>
          <p:spPr bwMode="ltGray">
            <a:xfrm flipH="1">
              <a:off x="960" y="720"/>
              <a:ext cx="384" cy="336"/>
            </a:xfrm>
            <a:prstGeom prst="line">
              <a:avLst/>
            </a:prstGeom>
            <a:noFill/>
            <a:ln w="571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grpSp>
      <p:grpSp>
        <p:nvGrpSpPr>
          <p:cNvPr id="260" name="Group 379">
            <a:extLst>
              <a:ext uri="{FF2B5EF4-FFF2-40B4-BE49-F238E27FC236}">
                <a16:creationId xmlns:a16="http://schemas.microsoft.com/office/drawing/2014/main" id="{9956BA9E-C845-4585-9047-EEFB408F82C3}"/>
              </a:ext>
            </a:extLst>
          </p:cNvPr>
          <p:cNvGrpSpPr>
            <a:grpSpLocks/>
          </p:cNvGrpSpPr>
          <p:nvPr/>
        </p:nvGrpSpPr>
        <p:grpSpPr bwMode="auto">
          <a:xfrm>
            <a:off x="5576711" y="4542558"/>
            <a:ext cx="609600" cy="533400"/>
            <a:chOff x="960" y="720"/>
            <a:chExt cx="384" cy="336"/>
          </a:xfrm>
        </p:grpSpPr>
        <p:sp>
          <p:nvSpPr>
            <p:cNvPr id="261" name="Line 380">
              <a:extLst>
                <a:ext uri="{FF2B5EF4-FFF2-40B4-BE49-F238E27FC236}">
                  <a16:creationId xmlns:a16="http://schemas.microsoft.com/office/drawing/2014/main" id="{DFC09195-3BED-457A-A8CD-5665B1D6C38D}"/>
                </a:ext>
              </a:extLst>
            </p:cNvPr>
            <p:cNvSpPr>
              <a:spLocks noChangeShapeType="1"/>
            </p:cNvSpPr>
            <p:nvPr/>
          </p:nvSpPr>
          <p:spPr bwMode="ltGray">
            <a:xfrm>
              <a:off x="960" y="720"/>
              <a:ext cx="384" cy="336"/>
            </a:xfrm>
            <a:prstGeom prst="line">
              <a:avLst/>
            </a:prstGeom>
            <a:noFill/>
            <a:ln w="571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sp>
          <p:nvSpPr>
            <p:cNvPr id="262" name="Line 381">
              <a:extLst>
                <a:ext uri="{FF2B5EF4-FFF2-40B4-BE49-F238E27FC236}">
                  <a16:creationId xmlns:a16="http://schemas.microsoft.com/office/drawing/2014/main" id="{1F9B1C0C-EC9A-4BB8-A5E5-0A91A0D2A70E}"/>
                </a:ext>
              </a:extLst>
            </p:cNvPr>
            <p:cNvSpPr>
              <a:spLocks noChangeShapeType="1"/>
            </p:cNvSpPr>
            <p:nvPr/>
          </p:nvSpPr>
          <p:spPr bwMode="ltGray">
            <a:xfrm flipH="1">
              <a:off x="960" y="720"/>
              <a:ext cx="384" cy="336"/>
            </a:xfrm>
            <a:prstGeom prst="line">
              <a:avLst/>
            </a:prstGeom>
            <a:noFill/>
            <a:ln w="571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grpSp>
      <p:grpSp>
        <p:nvGrpSpPr>
          <p:cNvPr id="263" name="Group 382">
            <a:extLst>
              <a:ext uri="{FF2B5EF4-FFF2-40B4-BE49-F238E27FC236}">
                <a16:creationId xmlns:a16="http://schemas.microsoft.com/office/drawing/2014/main" id="{144A76D1-C03B-4245-A563-157F8E1BD3A9}"/>
              </a:ext>
            </a:extLst>
          </p:cNvPr>
          <p:cNvGrpSpPr>
            <a:grpSpLocks/>
          </p:cNvGrpSpPr>
          <p:nvPr/>
        </p:nvGrpSpPr>
        <p:grpSpPr bwMode="auto">
          <a:xfrm>
            <a:off x="6795911" y="4542558"/>
            <a:ext cx="609600" cy="533400"/>
            <a:chOff x="960" y="720"/>
            <a:chExt cx="384" cy="336"/>
          </a:xfrm>
        </p:grpSpPr>
        <p:sp>
          <p:nvSpPr>
            <p:cNvPr id="264" name="Line 383">
              <a:extLst>
                <a:ext uri="{FF2B5EF4-FFF2-40B4-BE49-F238E27FC236}">
                  <a16:creationId xmlns:a16="http://schemas.microsoft.com/office/drawing/2014/main" id="{D056595D-B68A-4817-9DB4-10B098519D77}"/>
                </a:ext>
              </a:extLst>
            </p:cNvPr>
            <p:cNvSpPr>
              <a:spLocks noChangeShapeType="1"/>
            </p:cNvSpPr>
            <p:nvPr/>
          </p:nvSpPr>
          <p:spPr bwMode="ltGray">
            <a:xfrm>
              <a:off x="960" y="720"/>
              <a:ext cx="384" cy="336"/>
            </a:xfrm>
            <a:prstGeom prst="line">
              <a:avLst/>
            </a:prstGeom>
            <a:noFill/>
            <a:ln w="571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sp>
          <p:nvSpPr>
            <p:cNvPr id="265" name="Line 384">
              <a:extLst>
                <a:ext uri="{FF2B5EF4-FFF2-40B4-BE49-F238E27FC236}">
                  <a16:creationId xmlns:a16="http://schemas.microsoft.com/office/drawing/2014/main" id="{2150266A-E9AF-4835-95C8-61B8EB5B0784}"/>
                </a:ext>
              </a:extLst>
            </p:cNvPr>
            <p:cNvSpPr>
              <a:spLocks noChangeShapeType="1"/>
            </p:cNvSpPr>
            <p:nvPr/>
          </p:nvSpPr>
          <p:spPr bwMode="ltGray">
            <a:xfrm flipH="1">
              <a:off x="960" y="720"/>
              <a:ext cx="384" cy="336"/>
            </a:xfrm>
            <a:prstGeom prst="line">
              <a:avLst/>
            </a:prstGeom>
            <a:noFill/>
            <a:ln w="571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grpSp>
      <p:grpSp>
        <p:nvGrpSpPr>
          <p:cNvPr id="266" name="Group 385">
            <a:extLst>
              <a:ext uri="{FF2B5EF4-FFF2-40B4-BE49-F238E27FC236}">
                <a16:creationId xmlns:a16="http://schemas.microsoft.com/office/drawing/2014/main" id="{3B979BBE-05B8-49C4-B6A3-C04FCBD03923}"/>
              </a:ext>
            </a:extLst>
          </p:cNvPr>
          <p:cNvGrpSpPr>
            <a:grpSpLocks/>
          </p:cNvGrpSpPr>
          <p:nvPr/>
        </p:nvGrpSpPr>
        <p:grpSpPr bwMode="auto">
          <a:xfrm>
            <a:off x="8015111" y="4542558"/>
            <a:ext cx="609600" cy="533400"/>
            <a:chOff x="960" y="720"/>
            <a:chExt cx="384" cy="336"/>
          </a:xfrm>
        </p:grpSpPr>
        <p:sp>
          <p:nvSpPr>
            <p:cNvPr id="267" name="Line 386">
              <a:extLst>
                <a:ext uri="{FF2B5EF4-FFF2-40B4-BE49-F238E27FC236}">
                  <a16:creationId xmlns:a16="http://schemas.microsoft.com/office/drawing/2014/main" id="{EFD7693A-C6FD-4D9C-9C08-9FBB8903448E}"/>
                </a:ext>
              </a:extLst>
            </p:cNvPr>
            <p:cNvSpPr>
              <a:spLocks noChangeShapeType="1"/>
            </p:cNvSpPr>
            <p:nvPr/>
          </p:nvSpPr>
          <p:spPr bwMode="ltGray">
            <a:xfrm>
              <a:off x="960" y="720"/>
              <a:ext cx="384" cy="336"/>
            </a:xfrm>
            <a:prstGeom prst="line">
              <a:avLst/>
            </a:prstGeom>
            <a:noFill/>
            <a:ln w="571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sp>
          <p:nvSpPr>
            <p:cNvPr id="268" name="Line 387">
              <a:extLst>
                <a:ext uri="{FF2B5EF4-FFF2-40B4-BE49-F238E27FC236}">
                  <a16:creationId xmlns:a16="http://schemas.microsoft.com/office/drawing/2014/main" id="{093A6C93-4E9F-48DF-B64F-5199C3D4C95F}"/>
                </a:ext>
              </a:extLst>
            </p:cNvPr>
            <p:cNvSpPr>
              <a:spLocks noChangeShapeType="1"/>
            </p:cNvSpPr>
            <p:nvPr/>
          </p:nvSpPr>
          <p:spPr bwMode="ltGray">
            <a:xfrm flipH="1">
              <a:off x="960" y="720"/>
              <a:ext cx="384" cy="336"/>
            </a:xfrm>
            <a:prstGeom prst="line">
              <a:avLst/>
            </a:prstGeom>
            <a:noFill/>
            <a:ln w="571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grpSp>
      <p:grpSp>
        <p:nvGrpSpPr>
          <p:cNvPr id="269" name="Group 388">
            <a:extLst>
              <a:ext uri="{FF2B5EF4-FFF2-40B4-BE49-F238E27FC236}">
                <a16:creationId xmlns:a16="http://schemas.microsoft.com/office/drawing/2014/main" id="{806DB3C6-0452-44F8-91AA-3B84C1775F8E}"/>
              </a:ext>
            </a:extLst>
          </p:cNvPr>
          <p:cNvGrpSpPr>
            <a:grpSpLocks/>
          </p:cNvGrpSpPr>
          <p:nvPr/>
        </p:nvGrpSpPr>
        <p:grpSpPr bwMode="auto">
          <a:xfrm>
            <a:off x="9234311" y="4542558"/>
            <a:ext cx="609600" cy="533400"/>
            <a:chOff x="960" y="720"/>
            <a:chExt cx="384" cy="336"/>
          </a:xfrm>
        </p:grpSpPr>
        <p:sp>
          <p:nvSpPr>
            <p:cNvPr id="270" name="Line 389">
              <a:extLst>
                <a:ext uri="{FF2B5EF4-FFF2-40B4-BE49-F238E27FC236}">
                  <a16:creationId xmlns:a16="http://schemas.microsoft.com/office/drawing/2014/main" id="{B61C94E5-A287-4C37-97AB-182039951D61}"/>
                </a:ext>
              </a:extLst>
            </p:cNvPr>
            <p:cNvSpPr>
              <a:spLocks noChangeShapeType="1"/>
            </p:cNvSpPr>
            <p:nvPr/>
          </p:nvSpPr>
          <p:spPr bwMode="ltGray">
            <a:xfrm>
              <a:off x="960" y="720"/>
              <a:ext cx="384" cy="336"/>
            </a:xfrm>
            <a:prstGeom prst="line">
              <a:avLst/>
            </a:prstGeom>
            <a:noFill/>
            <a:ln w="571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sp>
          <p:nvSpPr>
            <p:cNvPr id="271" name="Line 390">
              <a:extLst>
                <a:ext uri="{FF2B5EF4-FFF2-40B4-BE49-F238E27FC236}">
                  <a16:creationId xmlns:a16="http://schemas.microsoft.com/office/drawing/2014/main" id="{39C328E4-5D3E-4D95-8632-A2A3884A5035}"/>
                </a:ext>
              </a:extLst>
            </p:cNvPr>
            <p:cNvSpPr>
              <a:spLocks noChangeShapeType="1"/>
            </p:cNvSpPr>
            <p:nvPr/>
          </p:nvSpPr>
          <p:spPr bwMode="ltGray">
            <a:xfrm flipH="1">
              <a:off x="960" y="720"/>
              <a:ext cx="384" cy="336"/>
            </a:xfrm>
            <a:prstGeom prst="line">
              <a:avLst/>
            </a:prstGeom>
            <a:noFill/>
            <a:ln w="571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grpSp>
      <p:grpSp>
        <p:nvGrpSpPr>
          <p:cNvPr id="272" name="Group 391">
            <a:extLst>
              <a:ext uri="{FF2B5EF4-FFF2-40B4-BE49-F238E27FC236}">
                <a16:creationId xmlns:a16="http://schemas.microsoft.com/office/drawing/2014/main" id="{0E5A4C0A-5219-445D-96C1-196910D3AE56}"/>
              </a:ext>
            </a:extLst>
          </p:cNvPr>
          <p:cNvGrpSpPr>
            <a:grpSpLocks/>
          </p:cNvGrpSpPr>
          <p:nvPr/>
        </p:nvGrpSpPr>
        <p:grpSpPr bwMode="auto">
          <a:xfrm>
            <a:off x="10453511" y="4542558"/>
            <a:ext cx="609600" cy="533400"/>
            <a:chOff x="960" y="720"/>
            <a:chExt cx="384" cy="336"/>
          </a:xfrm>
        </p:grpSpPr>
        <p:sp>
          <p:nvSpPr>
            <p:cNvPr id="273" name="Line 392">
              <a:extLst>
                <a:ext uri="{FF2B5EF4-FFF2-40B4-BE49-F238E27FC236}">
                  <a16:creationId xmlns:a16="http://schemas.microsoft.com/office/drawing/2014/main" id="{E8A777D6-0993-4F3F-A58F-B8C225CFCDE8}"/>
                </a:ext>
              </a:extLst>
            </p:cNvPr>
            <p:cNvSpPr>
              <a:spLocks noChangeShapeType="1"/>
            </p:cNvSpPr>
            <p:nvPr/>
          </p:nvSpPr>
          <p:spPr bwMode="ltGray">
            <a:xfrm>
              <a:off x="960" y="720"/>
              <a:ext cx="384" cy="336"/>
            </a:xfrm>
            <a:prstGeom prst="line">
              <a:avLst/>
            </a:prstGeom>
            <a:noFill/>
            <a:ln w="571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sp>
          <p:nvSpPr>
            <p:cNvPr id="274" name="Line 393">
              <a:extLst>
                <a:ext uri="{FF2B5EF4-FFF2-40B4-BE49-F238E27FC236}">
                  <a16:creationId xmlns:a16="http://schemas.microsoft.com/office/drawing/2014/main" id="{4AA47988-5CD2-4204-8D86-EBC2FE20C1F9}"/>
                </a:ext>
              </a:extLst>
            </p:cNvPr>
            <p:cNvSpPr>
              <a:spLocks noChangeShapeType="1"/>
            </p:cNvSpPr>
            <p:nvPr/>
          </p:nvSpPr>
          <p:spPr bwMode="ltGray">
            <a:xfrm flipH="1">
              <a:off x="960" y="720"/>
              <a:ext cx="384" cy="336"/>
            </a:xfrm>
            <a:prstGeom prst="line">
              <a:avLst/>
            </a:prstGeom>
            <a:noFill/>
            <a:ln w="571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grpSp>
      <p:grpSp>
        <p:nvGrpSpPr>
          <p:cNvPr id="275" name="Group 394">
            <a:extLst>
              <a:ext uri="{FF2B5EF4-FFF2-40B4-BE49-F238E27FC236}">
                <a16:creationId xmlns:a16="http://schemas.microsoft.com/office/drawing/2014/main" id="{2FE2804E-ADAA-47F2-B15E-DD3455DCAF8A}"/>
              </a:ext>
            </a:extLst>
          </p:cNvPr>
          <p:cNvGrpSpPr>
            <a:grpSpLocks/>
          </p:cNvGrpSpPr>
          <p:nvPr/>
        </p:nvGrpSpPr>
        <p:grpSpPr bwMode="auto">
          <a:xfrm>
            <a:off x="5576711" y="5075958"/>
            <a:ext cx="609600" cy="533400"/>
            <a:chOff x="960" y="720"/>
            <a:chExt cx="384" cy="336"/>
          </a:xfrm>
        </p:grpSpPr>
        <p:sp>
          <p:nvSpPr>
            <p:cNvPr id="276" name="Line 395">
              <a:extLst>
                <a:ext uri="{FF2B5EF4-FFF2-40B4-BE49-F238E27FC236}">
                  <a16:creationId xmlns:a16="http://schemas.microsoft.com/office/drawing/2014/main" id="{922D9709-B076-4A49-A0AB-B5A03BA53C9C}"/>
                </a:ext>
              </a:extLst>
            </p:cNvPr>
            <p:cNvSpPr>
              <a:spLocks noChangeShapeType="1"/>
            </p:cNvSpPr>
            <p:nvPr/>
          </p:nvSpPr>
          <p:spPr bwMode="ltGray">
            <a:xfrm>
              <a:off x="960" y="720"/>
              <a:ext cx="384" cy="336"/>
            </a:xfrm>
            <a:prstGeom prst="line">
              <a:avLst/>
            </a:prstGeom>
            <a:noFill/>
            <a:ln w="571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sp>
          <p:nvSpPr>
            <p:cNvPr id="277" name="Line 396">
              <a:extLst>
                <a:ext uri="{FF2B5EF4-FFF2-40B4-BE49-F238E27FC236}">
                  <a16:creationId xmlns:a16="http://schemas.microsoft.com/office/drawing/2014/main" id="{71E0B825-C36D-49AE-AE75-1A3A392FC9AC}"/>
                </a:ext>
              </a:extLst>
            </p:cNvPr>
            <p:cNvSpPr>
              <a:spLocks noChangeShapeType="1"/>
            </p:cNvSpPr>
            <p:nvPr/>
          </p:nvSpPr>
          <p:spPr bwMode="ltGray">
            <a:xfrm flipH="1">
              <a:off x="960" y="720"/>
              <a:ext cx="384" cy="336"/>
            </a:xfrm>
            <a:prstGeom prst="line">
              <a:avLst/>
            </a:prstGeom>
            <a:noFill/>
            <a:ln w="571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grpSp>
      <p:grpSp>
        <p:nvGrpSpPr>
          <p:cNvPr id="278" name="Group 397">
            <a:extLst>
              <a:ext uri="{FF2B5EF4-FFF2-40B4-BE49-F238E27FC236}">
                <a16:creationId xmlns:a16="http://schemas.microsoft.com/office/drawing/2014/main" id="{9FAC87F2-917D-4B3F-A0FF-E3BDEF677BBE}"/>
              </a:ext>
            </a:extLst>
          </p:cNvPr>
          <p:cNvGrpSpPr>
            <a:grpSpLocks/>
          </p:cNvGrpSpPr>
          <p:nvPr/>
        </p:nvGrpSpPr>
        <p:grpSpPr bwMode="auto">
          <a:xfrm>
            <a:off x="6795911" y="5075958"/>
            <a:ext cx="609600" cy="533400"/>
            <a:chOff x="960" y="720"/>
            <a:chExt cx="384" cy="336"/>
          </a:xfrm>
        </p:grpSpPr>
        <p:sp>
          <p:nvSpPr>
            <p:cNvPr id="279" name="Line 398">
              <a:extLst>
                <a:ext uri="{FF2B5EF4-FFF2-40B4-BE49-F238E27FC236}">
                  <a16:creationId xmlns:a16="http://schemas.microsoft.com/office/drawing/2014/main" id="{D16D79E1-2962-44C8-AB9E-3F74C0B49AE6}"/>
                </a:ext>
              </a:extLst>
            </p:cNvPr>
            <p:cNvSpPr>
              <a:spLocks noChangeShapeType="1"/>
            </p:cNvSpPr>
            <p:nvPr/>
          </p:nvSpPr>
          <p:spPr bwMode="ltGray">
            <a:xfrm>
              <a:off x="960" y="720"/>
              <a:ext cx="384" cy="336"/>
            </a:xfrm>
            <a:prstGeom prst="line">
              <a:avLst/>
            </a:prstGeom>
            <a:noFill/>
            <a:ln w="571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sp>
          <p:nvSpPr>
            <p:cNvPr id="280" name="Line 399">
              <a:extLst>
                <a:ext uri="{FF2B5EF4-FFF2-40B4-BE49-F238E27FC236}">
                  <a16:creationId xmlns:a16="http://schemas.microsoft.com/office/drawing/2014/main" id="{242B3126-2B70-423C-8746-8793B95E8EA1}"/>
                </a:ext>
              </a:extLst>
            </p:cNvPr>
            <p:cNvSpPr>
              <a:spLocks noChangeShapeType="1"/>
            </p:cNvSpPr>
            <p:nvPr/>
          </p:nvSpPr>
          <p:spPr bwMode="ltGray">
            <a:xfrm flipH="1">
              <a:off x="960" y="720"/>
              <a:ext cx="384" cy="336"/>
            </a:xfrm>
            <a:prstGeom prst="line">
              <a:avLst/>
            </a:prstGeom>
            <a:noFill/>
            <a:ln w="571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grpSp>
      <p:grpSp>
        <p:nvGrpSpPr>
          <p:cNvPr id="281" name="Group 400">
            <a:extLst>
              <a:ext uri="{FF2B5EF4-FFF2-40B4-BE49-F238E27FC236}">
                <a16:creationId xmlns:a16="http://schemas.microsoft.com/office/drawing/2014/main" id="{E9AB1682-2E12-4E77-BC94-08BDCDE5E7CE}"/>
              </a:ext>
            </a:extLst>
          </p:cNvPr>
          <p:cNvGrpSpPr>
            <a:grpSpLocks/>
          </p:cNvGrpSpPr>
          <p:nvPr/>
        </p:nvGrpSpPr>
        <p:grpSpPr bwMode="auto">
          <a:xfrm>
            <a:off x="8015111" y="5075958"/>
            <a:ext cx="609600" cy="533400"/>
            <a:chOff x="960" y="720"/>
            <a:chExt cx="384" cy="336"/>
          </a:xfrm>
        </p:grpSpPr>
        <p:sp>
          <p:nvSpPr>
            <p:cNvPr id="282" name="Line 401">
              <a:extLst>
                <a:ext uri="{FF2B5EF4-FFF2-40B4-BE49-F238E27FC236}">
                  <a16:creationId xmlns:a16="http://schemas.microsoft.com/office/drawing/2014/main" id="{3A27A9BB-4CFC-40E5-B5F2-B0F46ABF1C16}"/>
                </a:ext>
              </a:extLst>
            </p:cNvPr>
            <p:cNvSpPr>
              <a:spLocks noChangeShapeType="1"/>
            </p:cNvSpPr>
            <p:nvPr/>
          </p:nvSpPr>
          <p:spPr bwMode="ltGray">
            <a:xfrm>
              <a:off x="960" y="720"/>
              <a:ext cx="384" cy="336"/>
            </a:xfrm>
            <a:prstGeom prst="line">
              <a:avLst/>
            </a:prstGeom>
            <a:noFill/>
            <a:ln w="571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sp>
          <p:nvSpPr>
            <p:cNvPr id="283" name="Line 402">
              <a:extLst>
                <a:ext uri="{FF2B5EF4-FFF2-40B4-BE49-F238E27FC236}">
                  <a16:creationId xmlns:a16="http://schemas.microsoft.com/office/drawing/2014/main" id="{94177AEF-C1DC-4A1D-B073-24DA9BA53119}"/>
                </a:ext>
              </a:extLst>
            </p:cNvPr>
            <p:cNvSpPr>
              <a:spLocks noChangeShapeType="1"/>
            </p:cNvSpPr>
            <p:nvPr/>
          </p:nvSpPr>
          <p:spPr bwMode="ltGray">
            <a:xfrm flipH="1">
              <a:off x="960" y="720"/>
              <a:ext cx="384" cy="336"/>
            </a:xfrm>
            <a:prstGeom prst="line">
              <a:avLst/>
            </a:prstGeom>
            <a:noFill/>
            <a:ln w="571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grpSp>
      <p:grpSp>
        <p:nvGrpSpPr>
          <p:cNvPr id="284" name="Group 403">
            <a:extLst>
              <a:ext uri="{FF2B5EF4-FFF2-40B4-BE49-F238E27FC236}">
                <a16:creationId xmlns:a16="http://schemas.microsoft.com/office/drawing/2014/main" id="{33B7718D-754C-4C91-AD9B-90DBF04080D2}"/>
              </a:ext>
            </a:extLst>
          </p:cNvPr>
          <p:cNvGrpSpPr>
            <a:grpSpLocks/>
          </p:cNvGrpSpPr>
          <p:nvPr/>
        </p:nvGrpSpPr>
        <p:grpSpPr bwMode="auto">
          <a:xfrm>
            <a:off x="9234311" y="5075958"/>
            <a:ext cx="609600" cy="533400"/>
            <a:chOff x="960" y="720"/>
            <a:chExt cx="384" cy="336"/>
          </a:xfrm>
        </p:grpSpPr>
        <p:sp>
          <p:nvSpPr>
            <p:cNvPr id="285" name="Line 404">
              <a:extLst>
                <a:ext uri="{FF2B5EF4-FFF2-40B4-BE49-F238E27FC236}">
                  <a16:creationId xmlns:a16="http://schemas.microsoft.com/office/drawing/2014/main" id="{F422F5AA-0703-4AFF-8854-1C5390C65C8D}"/>
                </a:ext>
              </a:extLst>
            </p:cNvPr>
            <p:cNvSpPr>
              <a:spLocks noChangeShapeType="1"/>
            </p:cNvSpPr>
            <p:nvPr/>
          </p:nvSpPr>
          <p:spPr bwMode="ltGray">
            <a:xfrm>
              <a:off x="960" y="720"/>
              <a:ext cx="384" cy="336"/>
            </a:xfrm>
            <a:prstGeom prst="line">
              <a:avLst/>
            </a:prstGeom>
            <a:noFill/>
            <a:ln w="571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sp>
          <p:nvSpPr>
            <p:cNvPr id="286" name="Line 405">
              <a:extLst>
                <a:ext uri="{FF2B5EF4-FFF2-40B4-BE49-F238E27FC236}">
                  <a16:creationId xmlns:a16="http://schemas.microsoft.com/office/drawing/2014/main" id="{62AB38C3-DEC8-4BDC-AAB6-9897BFBB1A4D}"/>
                </a:ext>
              </a:extLst>
            </p:cNvPr>
            <p:cNvSpPr>
              <a:spLocks noChangeShapeType="1"/>
            </p:cNvSpPr>
            <p:nvPr/>
          </p:nvSpPr>
          <p:spPr bwMode="ltGray">
            <a:xfrm flipH="1">
              <a:off x="960" y="720"/>
              <a:ext cx="384" cy="336"/>
            </a:xfrm>
            <a:prstGeom prst="line">
              <a:avLst/>
            </a:prstGeom>
            <a:noFill/>
            <a:ln w="571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grpSp>
      <p:grpSp>
        <p:nvGrpSpPr>
          <p:cNvPr id="287" name="Group 406">
            <a:extLst>
              <a:ext uri="{FF2B5EF4-FFF2-40B4-BE49-F238E27FC236}">
                <a16:creationId xmlns:a16="http://schemas.microsoft.com/office/drawing/2014/main" id="{B02CE200-4229-4632-8056-9CC1FDD70084}"/>
              </a:ext>
            </a:extLst>
          </p:cNvPr>
          <p:cNvGrpSpPr>
            <a:grpSpLocks/>
          </p:cNvGrpSpPr>
          <p:nvPr/>
        </p:nvGrpSpPr>
        <p:grpSpPr bwMode="auto">
          <a:xfrm>
            <a:off x="10453511" y="5075958"/>
            <a:ext cx="609600" cy="533400"/>
            <a:chOff x="960" y="720"/>
            <a:chExt cx="384" cy="336"/>
          </a:xfrm>
        </p:grpSpPr>
        <p:sp>
          <p:nvSpPr>
            <p:cNvPr id="288" name="Line 407">
              <a:extLst>
                <a:ext uri="{FF2B5EF4-FFF2-40B4-BE49-F238E27FC236}">
                  <a16:creationId xmlns:a16="http://schemas.microsoft.com/office/drawing/2014/main" id="{5C66A139-D1CC-45F7-84F0-118784C6ACB5}"/>
                </a:ext>
              </a:extLst>
            </p:cNvPr>
            <p:cNvSpPr>
              <a:spLocks noChangeShapeType="1"/>
            </p:cNvSpPr>
            <p:nvPr/>
          </p:nvSpPr>
          <p:spPr bwMode="ltGray">
            <a:xfrm>
              <a:off x="960" y="720"/>
              <a:ext cx="384" cy="336"/>
            </a:xfrm>
            <a:prstGeom prst="line">
              <a:avLst/>
            </a:prstGeom>
            <a:noFill/>
            <a:ln w="571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sp>
          <p:nvSpPr>
            <p:cNvPr id="289" name="Line 408">
              <a:extLst>
                <a:ext uri="{FF2B5EF4-FFF2-40B4-BE49-F238E27FC236}">
                  <a16:creationId xmlns:a16="http://schemas.microsoft.com/office/drawing/2014/main" id="{D387168A-D89E-4354-B6A1-01F8FD638857}"/>
                </a:ext>
              </a:extLst>
            </p:cNvPr>
            <p:cNvSpPr>
              <a:spLocks noChangeShapeType="1"/>
            </p:cNvSpPr>
            <p:nvPr/>
          </p:nvSpPr>
          <p:spPr bwMode="ltGray">
            <a:xfrm flipH="1">
              <a:off x="960" y="720"/>
              <a:ext cx="384" cy="336"/>
            </a:xfrm>
            <a:prstGeom prst="line">
              <a:avLst/>
            </a:prstGeom>
            <a:noFill/>
            <a:ln w="571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grpSp>
      <p:grpSp>
        <p:nvGrpSpPr>
          <p:cNvPr id="290" name="Group 409">
            <a:extLst>
              <a:ext uri="{FF2B5EF4-FFF2-40B4-BE49-F238E27FC236}">
                <a16:creationId xmlns:a16="http://schemas.microsoft.com/office/drawing/2014/main" id="{DA9DAA8F-1546-4F61-AA82-33131D70BC38}"/>
              </a:ext>
            </a:extLst>
          </p:cNvPr>
          <p:cNvGrpSpPr>
            <a:grpSpLocks/>
          </p:cNvGrpSpPr>
          <p:nvPr/>
        </p:nvGrpSpPr>
        <p:grpSpPr bwMode="auto">
          <a:xfrm>
            <a:off x="5576711" y="5609358"/>
            <a:ext cx="609600" cy="533400"/>
            <a:chOff x="960" y="720"/>
            <a:chExt cx="384" cy="336"/>
          </a:xfrm>
        </p:grpSpPr>
        <p:sp>
          <p:nvSpPr>
            <p:cNvPr id="291" name="Line 410">
              <a:extLst>
                <a:ext uri="{FF2B5EF4-FFF2-40B4-BE49-F238E27FC236}">
                  <a16:creationId xmlns:a16="http://schemas.microsoft.com/office/drawing/2014/main" id="{04BE0C9E-5A1B-49F0-A511-D79037858A8D}"/>
                </a:ext>
              </a:extLst>
            </p:cNvPr>
            <p:cNvSpPr>
              <a:spLocks noChangeShapeType="1"/>
            </p:cNvSpPr>
            <p:nvPr/>
          </p:nvSpPr>
          <p:spPr bwMode="ltGray">
            <a:xfrm>
              <a:off x="960" y="720"/>
              <a:ext cx="384" cy="336"/>
            </a:xfrm>
            <a:prstGeom prst="line">
              <a:avLst/>
            </a:prstGeom>
            <a:noFill/>
            <a:ln w="571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sp>
          <p:nvSpPr>
            <p:cNvPr id="292" name="Line 411">
              <a:extLst>
                <a:ext uri="{FF2B5EF4-FFF2-40B4-BE49-F238E27FC236}">
                  <a16:creationId xmlns:a16="http://schemas.microsoft.com/office/drawing/2014/main" id="{457BC959-8462-45DD-A98B-FB795557A7CD}"/>
                </a:ext>
              </a:extLst>
            </p:cNvPr>
            <p:cNvSpPr>
              <a:spLocks noChangeShapeType="1"/>
            </p:cNvSpPr>
            <p:nvPr/>
          </p:nvSpPr>
          <p:spPr bwMode="ltGray">
            <a:xfrm flipH="1">
              <a:off x="960" y="720"/>
              <a:ext cx="384" cy="336"/>
            </a:xfrm>
            <a:prstGeom prst="line">
              <a:avLst/>
            </a:prstGeom>
            <a:noFill/>
            <a:ln w="571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grpSp>
      <p:grpSp>
        <p:nvGrpSpPr>
          <p:cNvPr id="293" name="Group 412">
            <a:extLst>
              <a:ext uri="{FF2B5EF4-FFF2-40B4-BE49-F238E27FC236}">
                <a16:creationId xmlns:a16="http://schemas.microsoft.com/office/drawing/2014/main" id="{3E0A4D3C-B0B7-40E7-B97E-E5A09B5113A2}"/>
              </a:ext>
            </a:extLst>
          </p:cNvPr>
          <p:cNvGrpSpPr>
            <a:grpSpLocks/>
          </p:cNvGrpSpPr>
          <p:nvPr/>
        </p:nvGrpSpPr>
        <p:grpSpPr bwMode="auto">
          <a:xfrm>
            <a:off x="6795911" y="5609358"/>
            <a:ext cx="609600" cy="533400"/>
            <a:chOff x="960" y="720"/>
            <a:chExt cx="384" cy="336"/>
          </a:xfrm>
        </p:grpSpPr>
        <p:sp>
          <p:nvSpPr>
            <p:cNvPr id="294" name="Line 413">
              <a:extLst>
                <a:ext uri="{FF2B5EF4-FFF2-40B4-BE49-F238E27FC236}">
                  <a16:creationId xmlns:a16="http://schemas.microsoft.com/office/drawing/2014/main" id="{CCFD3719-CD78-4475-9D44-4C26A450DBA1}"/>
                </a:ext>
              </a:extLst>
            </p:cNvPr>
            <p:cNvSpPr>
              <a:spLocks noChangeShapeType="1"/>
            </p:cNvSpPr>
            <p:nvPr/>
          </p:nvSpPr>
          <p:spPr bwMode="ltGray">
            <a:xfrm>
              <a:off x="960" y="720"/>
              <a:ext cx="384" cy="336"/>
            </a:xfrm>
            <a:prstGeom prst="line">
              <a:avLst/>
            </a:prstGeom>
            <a:noFill/>
            <a:ln w="571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sp>
          <p:nvSpPr>
            <p:cNvPr id="295" name="Line 414">
              <a:extLst>
                <a:ext uri="{FF2B5EF4-FFF2-40B4-BE49-F238E27FC236}">
                  <a16:creationId xmlns:a16="http://schemas.microsoft.com/office/drawing/2014/main" id="{BBDC88C5-5730-4468-B237-D796F9A20B96}"/>
                </a:ext>
              </a:extLst>
            </p:cNvPr>
            <p:cNvSpPr>
              <a:spLocks noChangeShapeType="1"/>
            </p:cNvSpPr>
            <p:nvPr/>
          </p:nvSpPr>
          <p:spPr bwMode="ltGray">
            <a:xfrm flipH="1">
              <a:off x="960" y="720"/>
              <a:ext cx="384" cy="336"/>
            </a:xfrm>
            <a:prstGeom prst="line">
              <a:avLst/>
            </a:prstGeom>
            <a:noFill/>
            <a:ln w="571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grpSp>
      <p:grpSp>
        <p:nvGrpSpPr>
          <p:cNvPr id="296" name="Group 415">
            <a:extLst>
              <a:ext uri="{FF2B5EF4-FFF2-40B4-BE49-F238E27FC236}">
                <a16:creationId xmlns:a16="http://schemas.microsoft.com/office/drawing/2014/main" id="{A140E85A-1159-4DFD-A6E4-149F54C8116D}"/>
              </a:ext>
            </a:extLst>
          </p:cNvPr>
          <p:cNvGrpSpPr>
            <a:grpSpLocks/>
          </p:cNvGrpSpPr>
          <p:nvPr/>
        </p:nvGrpSpPr>
        <p:grpSpPr bwMode="auto">
          <a:xfrm>
            <a:off x="8015111" y="5609358"/>
            <a:ext cx="609600" cy="533400"/>
            <a:chOff x="960" y="720"/>
            <a:chExt cx="384" cy="336"/>
          </a:xfrm>
        </p:grpSpPr>
        <p:sp>
          <p:nvSpPr>
            <p:cNvPr id="297" name="Line 416">
              <a:extLst>
                <a:ext uri="{FF2B5EF4-FFF2-40B4-BE49-F238E27FC236}">
                  <a16:creationId xmlns:a16="http://schemas.microsoft.com/office/drawing/2014/main" id="{932A1028-5996-4F97-8BD2-EEA7698F877C}"/>
                </a:ext>
              </a:extLst>
            </p:cNvPr>
            <p:cNvSpPr>
              <a:spLocks noChangeShapeType="1"/>
            </p:cNvSpPr>
            <p:nvPr/>
          </p:nvSpPr>
          <p:spPr bwMode="ltGray">
            <a:xfrm>
              <a:off x="960" y="720"/>
              <a:ext cx="384" cy="336"/>
            </a:xfrm>
            <a:prstGeom prst="line">
              <a:avLst/>
            </a:prstGeom>
            <a:noFill/>
            <a:ln w="571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sp>
          <p:nvSpPr>
            <p:cNvPr id="298" name="Line 417">
              <a:extLst>
                <a:ext uri="{FF2B5EF4-FFF2-40B4-BE49-F238E27FC236}">
                  <a16:creationId xmlns:a16="http://schemas.microsoft.com/office/drawing/2014/main" id="{83AD0700-7401-4504-8DF2-F19B528C1242}"/>
                </a:ext>
              </a:extLst>
            </p:cNvPr>
            <p:cNvSpPr>
              <a:spLocks noChangeShapeType="1"/>
            </p:cNvSpPr>
            <p:nvPr/>
          </p:nvSpPr>
          <p:spPr bwMode="ltGray">
            <a:xfrm flipH="1">
              <a:off x="960" y="720"/>
              <a:ext cx="384" cy="336"/>
            </a:xfrm>
            <a:prstGeom prst="line">
              <a:avLst/>
            </a:prstGeom>
            <a:noFill/>
            <a:ln w="571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grpSp>
      <p:grpSp>
        <p:nvGrpSpPr>
          <p:cNvPr id="299" name="Group 418">
            <a:extLst>
              <a:ext uri="{FF2B5EF4-FFF2-40B4-BE49-F238E27FC236}">
                <a16:creationId xmlns:a16="http://schemas.microsoft.com/office/drawing/2014/main" id="{B5495FF1-8BD6-44D4-ADCA-6B995A3DC964}"/>
              </a:ext>
            </a:extLst>
          </p:cNvPr>
          <p:cNvGrpSpPr>
            <a:grpSpLocks/>
          </p:cNvGrpSpPr>
          <p:nvPr/>
        </p:nvGrpSpPr>
        <p:grpSpPr bwMode="auto">
          <a:xfrm>
            <a:off x="9234311" y="5609358"/>
            <a:ext cx="609600" cy="533400"/>
            <a:chOff x="960" y="720"/>
            <a:chExt cx="384" cy="336"/>
          </a:xfrm>
        </p:grpSpPr>
        <p:sp>
          <p:nvSpPr>
            <p:cNvPr id="300" name="Line 419">
              <a:extLst>
                <a:ext uri="{FF2B5EF4-FFF2-40B4-BE49-F238E27FC236}">
                  <a16:creationId xmlns:a16="http://schemas.microsoft.com/office/drawing/2014/main" id="{58454B63-BC49-4682-820B-14D9AEFA2792}"/>
                </a:ext>
              </a:extLst>
            </p:cNvPr>
            <p:cNvSpPr>
              <a:spLocks noChangeShapeType="1"/>
            </p:cNvSpPr>
            <p:nvPr/>
          </p:nvSpPr>
          <p:spPr bwMode="ltGray">
            <a:xfrm>
              <a:off x="960" y="720"/>
              <a:ext cx="384" cy="336"/>
            </a:xfrm>
            <a:prstGeom prst="line">
              <a:avLst/>
            </a:prstGeom>
            <a:noFill/>
            <a:ln w="571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sp>
          <p:nvSpPr>
            <p:cNvPr id="301" name="Line 420">
              <a:extLst>
                <a:ext uri="{FF2B5EF4-FFF2-40B4-BE49-F238E27FC236}">
                  <a16:creationId xmlns:a16="http://schemas.microsoft.com/office/drawing/2014/main" id="{780DCFCE-C6EA-4E5D-84E8-94F040AF3875}"/>
                </a:ext>
              </a:extLst>
            </p:cNvPr>
            <p:cNvSpPr>
              <a:spLocks noChangeShapeType="1"/>
            </p:cNvSpPr>
            <p:nvPr/>
          </p:nvSpPr>
          <p:spPr bwMode="ltGray">
            <a:xfrm flipH="1">
              <a:off x="960" y="720"/>
              <a:ext cx="384" cy="336"/>
            </a:xfrm>
            <a:prstGeom prst="line">
              <a:avLst/>
            </a:prstGeom>
            <a:noFill/>
            <a:ln w="571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grpSp>
      <p:grpSp>
        <p:nvGrpSpPr>
          <p:cNvPr id="302" name="Group 421">
            <a:extLst>
              <a:ext uri="{FF2B5EF4-FFF2-40B4-BE49-F238E27FC236}">
                <a16:creationId xmlns:a16="http://schemas.microsoft.com/office/drawing/2014/main" id="{7D9CBBC1-2DF6-40A9-9360-0EF18C5579D7}"/>
              </a:ext>
            </a:extLst>
          </p:cNvPr>
          <p:cNvGrpSpPr>
            <a:grpSpLocks/>
          </p:cNvGrpSpPr>
          <p:nvPr/>
        </p:nvGrpSpPr>
        <p:grpSpPr bwMode="auto">
          <a:xfrm>
            <a:off x="10453511" y="5609358"/>
            <a:ext cx="609600" cy="533400"/>
            <a:chOff x="960" y="720"/>
            <a:chExt cx="384" cy="336"/>
          </a:xfrm>
        </p:grpSpPr>
        <p:sp>
          <p:nvSpPr>
            <p:cNvPr id="303" name="Line 422">
              <a:extLst>
                <a:ext uri="{FF2B5EF4-FFF2-40B4-BE49-F238E27FC236}">
                  <a16:creationId xmlns:a16="http://schemas.microsoft.com/office/drawing/2014/main" id="{DD3E15B2-1FB1-4F5B-8261-DAD797EDA47B}"/>
                </a:ext>
              </a:extLst>
            </p:cNvPr>
            <p:cNvSpPr>
              <a:spLocks noChangeShapeType="1"/>
            </p:cNvSpPr>
            <p:nvPr/>
          </p:nvSpPr>
          <p:spPr bwMode="ltGray">
            <a:xfrm>
              <a:off x="960" y="720"/>
              <a:ext cx="384" cy="336"/>
            </a:xfrm>
            <a:prstGeom prst="line">
              <a:avLst/>
            </a:prstGeom>
            <a:noFill/>
            <a:ln w="571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sp>
          <p:nvSpPr>
            <p:cNvPr id="304" name="Line 423">
              <a:extLst>
                <a:ext uri="{FF2B5EF4-FFF2-40B4-BE49-F238E27FC236}">
                  <a16:creationId xmlns:a16="http://schemas.microsoft.com/office/drawing/2014/main" id="{3C671AA5-3D7A-4019-AE49-3EA0D4D44768}"/>
                </a:ext>
              </a:extLst>
            </p:cNvPr>
            <p:cNvSpPr>
              <a:spLocks noChangeShapeType="1"/>
            </p:cNvSpPr>
            <p:nvPr/>
          </p:nvSpPr>
          <p:spPr bwMode="ltGray">
            <a:xfrm flipH="1">
              <a:off x="960" y="720"/>
              <a:ext cx="384" cy="336"/>
            </a:xfrm>
            <a:prstGeom prst="line">
              <a:avLst/>
            </a:prstGeom>
            <a:noFill/>
            <a:ln w="571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grpSp>
      <p:grpSp>
        <p:nvGrpSpPr>
          <p:cNvPr id="305" name="Group 424">
            <a:extLst>
              <a:ext uri="{FF2B5EF4-FFF2-40B4-BE49-F238E27FC236}">
                <a16:creationId xmlns:a16="http://schemas.microsoft.com/office/drawing/2014/main" id="{9E58B31C-48DC-402E-A4E2-7F3C1D5428B5}"/>
              </a:ext>
            </a:extLst>
          </p:cNvPr>
          <p:cNvGrpSpPr>
            <a:grpSpLocks/>
          </p:cNvGrpSpPr>
          <p:nvPr/>
        </p:nvGrpSpPr>
        <p:grpSpPr bwMode="auto">
          <a:xfrm>
            <a:off x="5576711" y="6066558"/>
            <a:ext cx="609600" cy="533400"/>
            <a:chOff x="960" y="720"/>
            <a:chExt cx="384" cy="336"/>
          </a:xfrm>
        </p:grpSpPr>
        <p:sp>
          <p:nvSpPr>
            <p:cNvPr id="306" name="Line 425">
              <a:extLst>
                <a:ext uri="{FF2B5EF4-FFF2-40B4-BE49-F238E27FC236}">
                  <a16:creationId xmlns:a16="http://schemas.microsoft.com/office/drawing/2014/main" id="{FD506BA2-C109-4DD0-A2CF-F2E9A7BD4FA0}"/>
                </a:ext>
              </a:extLst>
            </p:cNvPr>
            <p:cNvSpPr>
              <a:spLocks noChangeShapeType="1"/>
            </p:cNvSpPr>
            <p:nvPr/>
          </p:nvSpPr>
          <p:spPr bwMode="ltGray">
            <a:xfrm>
              <a:off x="960" y="720"/>
              <a:ext cx="384" cy="336"/>
            </a:xfrm>
            <a:prstGeom prst="line">
              <a:avLst/>
            </a:prstGeom>
            <a:noFill/>
            <a:ln w="571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sp>
          <p:nvSpPr>
            <p:cNvPr id="307" name="Line 426">
              <a:extLst>
                <a:ext uri="{FF2B5EF4-FFF2-40B4-BE49-F238E27FC236}">
                  <a16:creationId xmlns:a16="http://schemas.microsoft.com/office/drawing/2014/main" id="{0F22D946-5E00-4E3D-AF16-313C8436FE51}"/>
                </a:ext>
              </a:extLst>
            </p:cNvPr>
            <p:cNvSpPr>
              <a:spLocks noChangeShapeType="1"/>
            </p:cNvSpPr>
            <p:nvPr/>
          </p:nvSpPr>
          <p:spPr bwMode="ltGray">
            <a:xfrm flipH="1">
              <a:off x="960" y="720"/>
              <a:ext cx="384" cy="336"/>
            </a:xfrm>
            <a:prstGeom prst="line">
              <a:avLst/>
            </a:prstGeom>
            <a:noFill/>
            <a:ln w="571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grpSp>
      <p:grpSp>
        <p:nvGrpSpPr>
          <p:cNvPr id="308" name="Group 427">
            <a:extLst>
              <a:ext uri="{FF2B5EF4-FFF2-40B4-BE49-F238E27FC236}">
                <a16:creationId xmlns:a16="http://schemas.microsoft.com/office/drawing/2014/main" id="{21E7BFF3-F2A4-4242-AD9C-7FE10F06B0CD}"/>
              </a:ext>
            </a:extLst>
          </p:cNvPr>
          <p:cNvGrpSpPr>
            <a:grpSpLocks/>
          </p:cNvGrpSpPr>
          <p:nvPr/>
        </p:nvGrpSpPr>
        <p:grpSpPr bwMode="auto">
          <a:xfrm>
            <a:off x="6795911" y="6066558"/>
            <a:ext cx="609600" cy="533400"/>
            <a:chOff x="960" y="720"/>
            <a:chExt cx="384" cy="336"/>
          </a:xfrm>
        </p:grpSpPr>
        <p:sp>
          <p:nvSpPr>
            <p:cNvPr id="309" name="Line 428">
              <a:extLst>
                <a:ext uri="{FF2B5EF4-FFF2-40B4-BE49-F238E27FC236}">
                  <a16:creationId xmlns:a16="http://schemas.microsoft.com/office/drawing/2014/main" id="{25E22CAC-87E5-41BD-A7BA-3261E7A658B4}"/>
                </a:ext>
              </a:extLst>
            </p:cNvPr>
            <p:cNvSpPr>
              <a:spLocks noChangeShapeType="1"/>
            </p:cNvSpPr>
            <p:nvPr/>
          </p:nvSpPr>
          <p:spPr bwMode="ltGray">
            <a:xfrm>
              <a:off x="960" y="720"/>
              <a:ext cx="384" cy="336"/>
            </a:xfrm>
            <a:prstGeom prst="line">
              <a:avLst/>
            </a:prstGeom>
            <a:noFill/>
            <a:ln w="571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sp>
          <p:nvSpPr>
            <p:cNvPr id="310" name="Line 429">
              <a:extLst>
                <a:ext uri="{FF2B5EF4-FFF2-40B4-BE49-F238E27FC236}">
                  <a16:creationId xmlns:a16="http://schemas.microsoft.com/office/drawing/2014/main" id="{0AFCAD48-EE4E-4D99-847A-ABBAA37ACB28}"/>
                </a:ext>
              </a:extLst>
            </p:cNvPr>
            <p:cNvSpPr>
              <a:spLocks noChangeShapeType="1"/>
            </p:cNvSpPr>
            <p:nvPr/>
          </p:nvSpPr>
          <p:spPr bwMode="ltGray">
            <a:xfrm flipH="1">
              <a:off x="960" y="720"/>
              <a:ext cx="384" cy="336"/>
            </a:xfrm>
            <a:prstGeom prst="line">
              <a:avLst/>
            </a:prstGeom>
            <a:noFill/>
            <a:ln w="571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grpSp>
      <p:grpSp>
        <p:nvGrpSpPr>
          <p:cNvPr id="311" name="Group 430">
            <a:extLst>
              <a:ext uri="{FF2B5EF4-FFF2-40B4-BE49-F238E27FC236}">
                <a16:creationId xmlns:a16="http://schemas.microsoft.com/office/drawing/2014/main" id="{033C1C0B-1FAA-48D4-9D26-7DB44F1BB50C}"/>
              </a:ext>
            </a:extLst>
          </p:cNvPr>
          <p:cNvGrpSpPr>
            <a:grpSpLocks/>
          </p:cNvGrpSpPr>
          <p:nvPr/>
        </p:nvGrpSpPr>
        <p:grpSpPr bwMode="auto">
          <a:xfrm>
            <a:off x="8015111" y="6066558"/>
            <a:ext cx="609600" cy="533400"/>
            <a:chOff x="960" y="720"/>
            <a:chExt cx="384" cy="336"/>
          </a:xfrm>
        </p:grpSpPr>
        <p:sp>
          <p:nvSpPr>
            <p:cNvPr id="312" name="Line 431">
              <a:extLst>
                <a:ext uri="{FF2B5EF4-FFF2-40B4-BE49-F238E27FC236}">
                  <a16:creationId xmlns:a16="http://schemas.microsoft.com/office/drawing/2014/main" id="{9B41376F-E57B-40DC-B4EB-CE101F204F4E}"/>
                </a:ext>
              </a:extLst>
            </p:cNvPr>
            <p:cNvSpPr>
              <a:spLocks noChangeShapeType="1"/>
            </p:cNvSpPr>
            <p:nvPr/>
          </p:nvSpPr>
          <p:spPr bwMode="ltGray">
            <a:xfrm>
              <a:off x="960" y="720"/>
              <a:ext cx="384" cy="336"/>
            </a:xfrm>
            <a:prstGeom prst="line">
              <a:avLst/>
            </a:prstGeom>
            <a:noFill/>
            <a:ln w="571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sp>
          <p:nvSpPr>
            <p:cNvPr id="313" name="Line 432">
              <a:extLst>
                <a:ext uri="{FF2B5EF4-FFF2-40B4-BE49-F238E27FC236}">
                  <a16:creationId xmlns:a16="http://schemas.microsoft.com/office/drawing/2014/main" id="{F5818E82-B038-4AA2-98E5-04A924179B6A}"/>
                </a:ext>
              </a:extLst>
            </p:cNvPr>
            <p:cNvSpPr>
              <a:spLocks noChangeShapeType="1"/>
            </p:cNvSpPr>
            <p:nvPr/>
          </p:nvSpPr>
          <p:spPr bwMode="ltGray">
            <a:xfrm flipH="1">
              <a:off x="960" y="720"/>
              <a:ext cx="384" cy="336"/>
            </a:xfrm>
            <a:prstGeom prst="line">
              <a:avLst/>
            </a:prstGeom>
            <a:noFill/>
            <a:ln w="571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grpSp>
      <p:grpSp>
        <p:nvGrpSpPr>
          <p:cNvPr id="314" name="Group 433">
            <a:extLst>
              <a:ext uri="{FF2B5EF4-FFF2-40B4-BE49-F238E27FC236}">
                <a16:creationId xmlns:a16="http://schemas.microsoft.com/office/drawing/2014/main" id="{C022DC42-C1B5-4373-A172-9053735CAA97}"/>
              </a:ext>
            </a:extLst>
          </p:cNvPr>
          <p:cNvGrpSpPr>
            <a:grpSpLocks/>
          </p:cNvGrpSpPr>
          <p:nvPr/>
        </p:nvGrpSpPr>
        <p:grpSpPr bwMode="auto">
          <a:xfrm>
            <a:off x="9234311" y="6066558"/>
            <a:ext cx="609600" cy="533400"/>
            <a:chOff x="960" y="720"/>
            <a:chExt cx="384" cy="336"/>
          </a:xfrm>
        </p:grpSpPr>
        <p:sp>
          <p:nvSpPr>
            <p:cNvPr id="315" name="Line 434">
              <a:extLst>
                <a:ext uri="{FF2B5EF4-FFF2-40B4-BE49-F238E27FC236}">
                  <a16:creationId xmlns:a16="http://schemas.microsoft.com/office/drawing/2014/main" id="{A513AF1F-6882-4123-8A0B-515B02355F30}"/>
                </a:ext>
              </a:extLst>
            </p:cNvPr>
            <p:cNvSpPr>
              <a:spLocks noChangeShapeType="1"/>
            </p:cNvSpPr>
            <p:nvPr/>
          </p:nvSpPr>
          <p:spPr bwMode="ltGray">
            <a:xfrm>
              <a:off x="960" y="720"/>
              <a:ext cx="384" cy="336"/>
            </a:xfrm>
            <a:prstGeom prst="line">
              <a:avLst/>
            </a:prstGeom>
            <a:noFill/>
            <a:ln w="571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sp>
          <p:nvSpPr>
            <p:cNvPr id="316" name="Line 435">
              <a:extLst>
                <a:ext uri="{FF2B5EF4-FFF2-40B4-BE49-F238E27FC236}">
                  <a16:creationId xmlns:a16="http://schemas.microsoft.com/office/drawing/2014/main" id="{C2FF17FE-3019-4DDF-BE1C-6B78AF434859}"/>
                </a:ext>
              </a:extLst>
            </p:cNvPr>
            <p:cNvSpPr>
              <a:spLocks noChangeShapeType="1"/>
            </p:cNvSpPr>
            <p:nvPr/>
          </p:nvSpPr>
          <p:spPr bwMode="ltGray">
            <a:xfrm flipH="1">
              <a:off x="960" y="720"/>
              <a:ext cx="384" cy="336"/>
            </a:xfrm>
            <a:prstGeom prst="line">
              <a:avLst/>
            </a:prstGeom>
            <a:noFill/>
            <a:ln w="571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grpSp>
      <p:grpSp>
        <p:nvGrpSpPr>
          <p:cNvPr id="317" name="Group 436">
            <a:extLst>
              <a:ext uri="{FF2B5EF4-FFF2-40B4-BE49-F238E27FC236}">
                <a16:creationId xmlns:a16="http://schemas.microsoft.com/office/drawing/2014/main" id="{127713B5-8573-4B88-B7C1-3F5E0D6FDFF4}"/>
              </a:ext>
            </a:extLst>
          </p:cNvPr>
          <p:cNvGrpSpPr>
            <a:grpSpLocks/>
          </p:cNvGrpSpPr>
          <p:nvPr/>
        </p:nvGrpSpPr>
        <p:grpSpPr bwMode="auto">
          <a:xfrm>
            <a:off x="10453511" y="6066558"/>
            <a:ext cx="609600" cy="533400"/>
            <a:chOff x="960" y="720"/>
            <a:chExt cx="384" cy="336"/>
          </a:xfrm>
        </p:grpSpPr>
        <p:sp>
          <p:nvSpPr>
            <p:cNvPr id="318" name="Line 437">
              <a:extLst>
                <a:ext uri="{FF2B5EF4-FFF2-40B4-BE49-F238E27FC236}">
                  <a16:creationId xmlns:a16="http://schemas.microsoft.com/office/drawing/2014/main" id="{AACA4D9B-DA0E-4148-9FC4-346009312173}"/>
                </a:ext>
              </a:extLst>
            </p:cNvPr>
            <p:cNvSpPr>
              <a:spLocks noChangeShapeType="1"/>
            </p:cNvSpPr>
            <p:nvPr/>
          </p:nvSpPr>
          <p:spPr bwMode="ltGray">
            <a:xfrm>
              <a:off x="960" y="720"/>
              <a:ext cx="384" cy="336"/>
            </a:xfrm>
            <a:prstGeom prst="line">
              <a:avLst/>
            </a:prstGeom>
            <a:noFill/>
            <a:ln w="571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sp>
          <p:nvSpPr>
            <p:cNvPr id="319" name="Line 438">
              <a:extLst>
                <a:ext uri="{FF2B5EF4-FFF2-40B4-BE49-F238E27FC236}">
                  <a16:creationId xmlns:a16="http://schemas.microsoft.com/office/drawing/2014/main" id="{78A35A50-E29F-411E-A0D0-11A3230DBA00}"/>
                </a:ext>
              </a:extLst>
            </p:cNvPr>
            <p:cNvSpPr>
              <a:spLocks noChangeShapeType="1"/>
            </p:cNvSpPr>
            <p:nvPr/>
          </p:nvSpPr>
          <p:spPr bwMode="ltGray">
            <a:xfrm flipH="1">
              <a:off x="960" y="720"/>
              <a:ext cx="384" cy="336"/>
            </a:xfrm>
            <a:prstGeom prst="line">
              <a:avLst/>
            </a:prstGeom>
            <a:noFill/>
            <a:ln w="571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grpSp>
    </p:spTree>
    <p:extLst>
      <p:ext uri="{BB962C8B-B14F-4D97-AF65-F5344CB8AC3E}">
        <p14:creationId xmlns:p14="http://schemas.microsoft.com/office/powerpoint/2010/main" val="41411195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2" name="Straight Connector 11">
            <a:extLst>
              <a:ext uri="{FF2B5EF4-FFF2-40B4-BE49-F238E27FC236}">
                <a16:creationId xmlns:a16="http://schemas.microsoft.com/office/drawing/2014/main" id="{182E708C-71E9-4394-B264-F716CFD18F17}"/>
              </a:ext>
            </a:extLst>
          </p:cNvPr>
          <p:cNvCxnSpPr>
            <a:cxnSpLocks/>
          </p:cNvCxnSpPr>
          <p:nvPr/>
        </p:nvCxnSpPr>
        <p:spPr>
          <a:xfrm>
            <a:off x="74645" y="777796"/>
            <a:ext cx="12117355"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3" name="Straight Connector 12">
            <a:extLst>
              <a:ext uri="{FF2B5EF4-FFF2-40B4-BE49-F238E27FC236}">
                <a16:creationId xmlns:a16="http://schemas.microsoft.com/office/drawing/2014/main" id="{EC740D6E-7B99-4DDB-9DE0-A5B61E8C3072}"/>
              </a:ext>
            </a:extLst>
          </p:cNvPr>
          <p:cNvCxnSpPr>
            <a:cxnSpLocks/>
          </p:cNvCxnSpPr>
          <p:nvPr/>
        </p:nvCxnSpPr>
        <p:spPr>
          <a:xfrm flipV="1">
            <a:off x="0" y="1222394"/>
            <a:ext cx="12192000" cy="2229"/>
          </a:xfrm>
          <a:prstGeom prst="line">
            <a:avLst/>
          </a:prstGeom>
        </p:spPr>
        <p:style>
          <a:lnRef idx="1">
            <a:schemeClr val="accent2"/>
          </a:lnRef>
          <a:fillRef idx="0">
            <a:schemeClr val="accent2"/>
          </a:fillRef>
          <a:effectRef idx="0">
            <a:schemeClr val="accent2"/>
          </a:effectRef>
          <a:fontRef idx="minor">
            <a:schemeClr val="tx1"/>
          </a:fontRef>
        </p:style>
      </p:cxnSp>
      <p:sp>
        <p:nvSpPr>
          <p:cNvPr id="14" name="TextBox 13">
            <a:extLst>
              <a:ext uri="{FF2B5EF4-FFF2-40B4-BE49-F238E27FC236}">
                <a16:creationId xmlns:a16="http://schemas.microsoft.com/office/drawing/2014/main" id="{B9F519F3-0A4A-4CE2-A029-D8462460B133}"/>
              </a:ext>
            </a:extLst>
          </p:cNvPr>
          <p:cNvSpPr txBox="1"/>
          <p:nvPr/>
        </p:nvSpPr>
        <p:spPr>
          <a:xfrm>
            <a:off x="178608" y="0"/>
            <a:ext cx="576064" cy="830997"/>
          </a:xfrm>
          <a:prstGeom prst="rect">
            <a:avLst/>
          </a:prstGeom>
          <a:noFill/>
        </p:spPr>
        <p:txBody>
          <a:bodyPr wrap="square" rtlCol="0">
            <a:spAutoFit/>
          </a:bodyPr>
          <a:lstStyle/>
          <a:p>
            <a:r>
              <a:rPr lang="en-AU" sz="1600" dirty="0"/>
              <a:t>24</a:t>
            </a:r>
          </a:p>
          <a:p>
            <a:r>
              <a:rPr lang="en-AU" sz="1600" dirty="0"/>
              <a:t>7</a:t>
            </a:r>
          </a:p>
          <a:p>
            <a:r>
              <a:rPr lang="en-AU" sz="1600" dirty="0"/>
              <a:t>30</a:t>
            </a:r>
          </a:p>
        </p:txBody>
      </p:sp>
      <p:cxnSp>
        <p:nvCxnSpPr>
          <p:cNvPr id="15" name="Straight Connector 14">
            <a:extLst>
              <a:ext uri="{FF2B5EF4-FFF2-40B4-BE49-F238E27FC236}">
                <a16:creationId xmlns:a16="http://schemas.microsoft.com/office/drawing/2014/main" id="{1BA2B774-B760-43E5-9BF4-42AEF5DA72EC}"/>
              </a:ext>
            </a:extLst>
          </p:cNvPr>
          <p:cNvCxnSpPr>
            <a:cxnSpLocks/>
          </p:cNvCxnSpPr>
          <p:nvPr/>
        </p:nvCxnSpPr>
        <p:spPr>
          <a:xfrm>
            <a:off x="2382459" y="1224621"/>
            <a:ext cx="0" cy="5633379"/>
          </a:xfrm>
          <a:prstGeom prst="line">
            <a:avLst/>
          </a:prstGeom>
        </p:spPr>
        <p:style>
          <a:lnRef idx="1">
            <a:schemeClr val="accent2"/>
          </a:lnRef>
          <a:fillRef idx="0">
            <a:schemeClr val="accent2"/>
          </a:fillRef>
          <a:effectRef idx="0">
            <a:schemeClr val="accent2"/>
          </a:effectRef>
          <a:fontRef idx="minor">
            <a:schemeClr val="tx1"/>
          </a:fontRef>
        </p:style>
      </p:cxnSp>
      <p:sp>
        <p:nvSpPr>
          <p:cNvPr id="16" name="TextBox 15">
            <a:extLst>
              <a:ext uri="{FF2B5EF4-FFF2-40B4-BE49-F238E27FC236}">
                <a16:creationId xmlns:a16="http://schemas.microsoft.com/office/drawing/2014/main" id="{11F6732A-3FF2-4581-B023-0CCB419F4C17}"/>
              </a:ext>
            </a:extLst>
          </p:cNvPr>
          <p:cNvSpPr txBox="1"/>
          <p:nvPr/>
        </p:nvSpPr>
        <p:spPr>
          <a:xfrm>
            <a:off x="10384272" y="258042"/>
            <a:ext cx="1584176" cy="461665"/>
          </a:xfrm>
          <a:prstGeom prst="rect">
            <a:avLst/>
          </a:prstGeom>
          <a:noFill/>
        </p:spPr>
        <p:txBody>
          <a:bodyPr wrap="square" rtlCol="0">
            <a:spAutoFit/>
          </a:bodyPr>
          <a:lstStyle/>
          <a:p>
            <a:r>
              <a:rPr lang="en-AU" sz="2400" dirty="0"/>
              <a:t>Date</a:t>
            </a:r>
          </a:p>
        </p:txBody>
      </p:sp>
      <p:sp>
        <p:nvSpPr>
          <p:cNvPr id="17" name="TextBox 16">
            <a:extLst>
              <a:ext uri="{FF2B5EF4-FFF2-40B4-BE49-F238E27FC236}">
                <a16:creationId xmlns:a16="http://schemas.microsoft.com/office/drawing/2014/main" id="{EC05745E-D2A7-4A30-B812-5738EFA91614}"/>
              </a:ext>
            </a:extLst>
          </p:cNvPr>
          <p:cNvSpPr txBox="1"/>
          <p:nvPr/>
        </p:nvSpPr>
        <p:spPr>
          <a:xfrm>
            <a:off x="754672" y="196208"/>
            <a:ext cx="3796296" cy="523220"/>
          </a:xfrm>
          <a:prstGeom prst="rect">
            <a:avLst/>
          </a:prstGeom>
          <a:noFill/>
        </p:spPr>
        <p:txBody>
          <a:bodyPr wrap="none" rtlCol="0">
            <a:spAutoFit/>
          </a:bodyPr>
          <a:lstStyle/>
          <a:p>
            <a:r>
              <a:rPr lang="en-AU" sz="2800" dirty="0"/>
              <a:t>Special numbers review  </a:t>
            </a:r>
          </a:p>
        </p:txBody>
      </p:sp>
      <p:sp>
        <p:nvSpPr>
          <p:cNvPr id="18" name="TextBox 17">
            <a:extLst>
              <a:ext uri="{FF2B5EF4-FFF2-40B4-BE49-F238E27FC236}">
                <a16:creationId xmlns:a16="http://schemas.microsoft.com/office/drawing/2014/main" id="{9C85288A-4CE0-4CC8-A16B-D6C8F38EAA17}"/>
              </a:ext>
            </a:extLst>
          </p:cNvPr>
          <p:cNvSpPr txBox="1"/>
          <p:nvPr/>
        </p:nvSpPr>
        <p:spPr>
          <a:xfrm>
            <a:off x="645626" y="735407"/>
            <a:ext cx="10420959" cy="461665"/>
          </a:xfrm>
          <a:prstGeom prst="rect">
            <a:avLst/>
          </a:prstGeom>
          <a:noFill/>
        </p:spPr>
        <p:txBody>
          <a:bodyPr wrap="square" rtlCol="0">
            <a:spAutoFit/>
          </a:bodyPr>
          <a:lstStyle/>
          <a:p>
            <a:r>
              <a:rPr lang="en-AU" sz="2400" dirty="0"/>
              <a:t>EQ – What are primes, composites, perfect squares and triangular numbers</a:t>
            </a:r>
          </a:p>
        </p:txBody>
      </p:sp>
      <p:graphicFrame>
        <p:nvGraphicFramePr>
          <p:cNvPr id="160" name="Group 2">
            <a:extLst>
              <a:ext uri="{FF2B5EF4-FFF2-40B4-BE49-F238E27FC236}">
                <a16:creationId xmlns:a16="http://schemas.microsoft.com/office/drawing/2014/main" id="{E6807365-DC60-4632-9188-CC0002F13D9B}"/>
              </a:ext>
            </a:extLst>
          </p:cNvPr>
          <p:cNvGraphicFramePr>
            <a:graphicFrameLocks noGrp="1"/>
          </p:cNvGraphicFramePr>
          <p:nvPr>
            <p:extLst>
              <p:ext uri="{D42A27DB-BD31-4B8C-83A1-F6EECF244321}">
                <p14:modId xmlns:p14="http://schemas.microsoft.com/office/powerpoint/2010/main" val="3110945690"/>
              </p:ext>
            </p:extLst>
          </p:nvPr>
        </p:nvGraphicFramePr>
        <p:xfrm>
          <a:off x="4970585" y="1418358"/>
          <a:ext cx="6096000" cy="518160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gridCol w="609600">
                  <a:extLst>
                    <a:ext uri="{9D8B030D-6E8A-4147-A177-3AD203B41FA5}">
                      <a16:colId xmlns:a16="http://schemas.microsoft.com/office/drawing/2014/main" val="20003"/>
                    </a:ext>
                  </a:extLst>
                </a:gridCol>
                <a:gridCol w="609600">
                  <a:extLst>
                    <a:ext uri="{9D8B030D-6E8A-4147-A177-3AD203B41FA5}">
                      <a16:colId xmlns:a16="http://schemas.microsoft.com/office/drawing/2014/main" val="20004"/>
                    </a:ext>
                  </a:extLst>
                </a:gridCol>
                <a:gridCol w="609600">
                  <a:extLst>
                    <a:ext uri="{9D8B030D-6E8A-4147-A177-3AD203B41FA5}">
                      <a16:colId xmlns:a16="http://schemas.microsoft.com/office/drawing/2014/main" val="20005"/>
                    </a:ext>
                  </a:extLst>
                </a:gridCol>
                <a:gridCol w="609600">
                  <a:extLst>
                    <a:ext uri="{9D8B030D-6E8A-4147-A177-3AD203B41FA5}">
                      <a16:colId xmlns:a16="http://schemas.microsoft.com/office/drawing/2014/main" val="20006"/>
                    </a:ext>
                  </a:extLst>
                </a:gridCol>
                <a:gridCol w="609600">
                  <a:extLst>
                    <a:ext uri="{9D8B030D-6E8A-4147-A177-3AD203B41FA5}">
                      <a16:colId xmlns:a16="http://schemas.microsoft.com/office/drawing/2014/main" val="20007"/>
                    </a:ext>
                  </a:extLst>
                </a:gridCol>
                <a:gridCol w="609600">
                  <a:extLst>
                    <a:ext uri="{9D8B030D-6E8A-4147-A177-3AD203B41FA5}">
                      <a16:colId xmlns:a16="http://schemas.microsoft.com/office/drawing/2014/main" val="20008"/>
                    </a:ext>
                  </a:extLst>
                </a:gridCol>
                <a:gridCol w="609600">
                  <a:extLst>
                    <a:ext uri="{9D8B030D-6E8A-4147-A177-3AD203B41FA5}">
                      <a16:colId xmlns:a16="http://schemas.microsoft.com/office/drawing/2014/main" val="20009"/>
                    </a:ext>
                  </a:extLst>
                </a:gridCol>
              </a:tblGrid>
              <a:tr h="406400">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10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06400">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11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12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13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14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15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16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17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18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19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20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06400">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21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22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23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24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l"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25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26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27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28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29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30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06400">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31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32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33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34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35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36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37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38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39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40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06400">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41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42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43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44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45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46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47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48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49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50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06400">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51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52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53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54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55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56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57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58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59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60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06400">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61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62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63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64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65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66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67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68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69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70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06400">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71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72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73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74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75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76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77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78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79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80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06400">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81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82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83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84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85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86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87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88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89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90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406400">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91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92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93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94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95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96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97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98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99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l" defTabSz="914400" rtl="0" eaLnBrk="1" fontAlgn="base" latinLnBrk="0" hangingPunct="1">
                        <a:lnSpc>
                          <a:spcPct val="100000"/>
                        </a:lnSpc>
                        <a:spcBef>
                          <a:spcPct val="20000"/>
                        </a:spcBef>
                        <a:spcAft>
                          <a:spcPct val="0"/>
                        </a:spcAft>
                        <a:buClrTx/>
                        <a:buSzPct val="90000"/>
                        <a:buFontTx/>
                        <a:buNone/>
                        <a:tabLst/>
                      </a:pPr>
                      <a:r>
                        <a:rPr kumimoji="0" lang="en-US" altLang="en-US" sz="2000" b="0" i="0" u="none" strike="noStrike" cap="none" normalizeH="0" baseline="0">
                          <a:ln>
                            <a:noFill/>
                          </a:ln>
                          <a:solidFill>
                            <a:schemeClr val="tx1"/>
                          </a:solidFill>
                          <a:effectLst/>
                          <a:latin typeface="Times New Roman" pitchFamily="18" charset="0"/>
                        </a:rPr>
                        <a:t>100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grpSp>
        <p:nvGrpSpPr>
          <p:cNvPr id="161" name="Group 126">
            <a:extLst>
              <a:ext uri="{FF2B5EF4-FFF2-40B4-BE49-F238E27FC236}">
                <a16:creationId xmlns:a16="http://schemas.microsoft.com/office/drawing/2014/main" id="{66BBCF95-6156-4DB9-8F68-1C55D6085343}"/>
              </a:ext>
            </a:extLst>
          </p:cNvPr>
          <p:cNvGrpSpPr>
            <a:grpSpLocks/>
          </p:cNvGrpSpPr>
          <p:nvPr/>
        </p:nvGrpSpPr>
        <p:grpSpPr bwMode="auto">
          <a:xfrm>
            <a:off x="4970585" y="1418358"/>
            <a:ext cx="609600" cy="533400"/>
            <a:chOff x="960" y="720"/>
            <a:chExt cx="384" cy="336"/>
          </a:xfrm>
        </p:grpSpPr>
        <p:sp>
          <p:nvSpPr>
            <p:cNvPr id="162" name="Line 127">
              <a:extLst>
                <a:ext uri="{FF2B5EF4-FFF2-40B4-BE49-F238E27FC236}">
                  <a16:creationId xmlns:a16="http://schemas.microsoft.com/office/drawing/2014/main" id="{70223373-34F1-4EBC-84A6-0D89CEF457C7}"/>
                </a:ext>
              </a:extLst>
            </p:cNvPr>
            <p:cNvSpPr>
              <a:spLocks noChangeShapeType="1"/>
            </p:cNvSpPr>
            <p:nvPr/>
          </p:nvSpPr>
          <p:spPr bwMode="ltGray">
            <a:xfrm>
              <a:off x="960" y="720"/>
              <a:ext cx="384" cy="336"/>
            </a:xfrm>
            <a:prstGeom prst="line">
              <a:avLst/>
            </a:prstGeom>
            <a:noFill/>
            <a:ln w="571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sp>
          <p:nvSpPr>
            <p:cNvPr id="163" name="Line 128">
              <a:extLst>
                <a:ext uri="{FF2B5EF4-FFF2-40B4-BE49-F238E27FC236}">
                  <a16:creationId xmlns:a16="http://schemas.microsoft.com/office/drawing/2014/main" id="{12F65A00-4507-4711-B3FE-0C13ABEA6B13}"/>
                </a:ext>
              </a:extLst>
            </p:cNvPr>
            <p:cNvSpPr>
              <a:spLocks noChangeShapeType="1"/>
            </p:cNvSpPr>
            <p:nvPr/>
          </p:nvSpPr>
          <p:spPr bwMode="ltGray">
            <a:xfrm flipH="1">
              <a:off x="960" y="720"/>
              <a:ext cx="384" cy="336"/>
            </a:xfrm>
            <a:prstGeom prst="line">
              <a:avLst/>
            </a:prstGeom>
            <a:noFill/>
            <a:ln w="571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grpSp>
      <p:grpSp>
        <p:nvGrpSpPr>
          <p:cNvPr id="164" name="Group 129">
            <a:extLst>
              <a:ext uri="{FF2B5EF4-FFF2-40B4-BE49-F238E27FC236}">
                <a16:creationId xmlns:a16="http://schemas.microsoft.com/office/drawing/2014/main" id="{09A4BA3B-0D8C-4067-BD58-CDE1E4F2DD98}"/>
              </a:ext>
            </a:extLst>
          </p:cNvPr>
          <p:cNvGrpSpPr>
            <a:grpSpLocks/>
          </p:cNvGrpSpPr>
          <p:nvPr/>
        </p:nvGrpSpPr>
        <p:grpSpPr bwMode="auto">
          <a:xfrm>
            <a:off x="6799385" y="1418358"/>
            <a:ext cx="609600" cy="533400"/>
            <a:chOff x="960" y="720"/>
            <a:chExt cx="384" cy="336"/>
          </a:xfrm>
        </p:grpSpPr>
        <p:sp>
          <p:nvSpPr>
            <p:cNvPr id="165" name="Line 130">
              <a:extLst>
                <a:ext uri="{FF2B5EF4-FFF2-40B4-BE49-F238E27FC236}">
                  <a16:creationId xmlns:a16="http://schemas.microsoft.com/office/drawing/2014/main" id="{5F36C7E7-C5B0-466A-9581-A2ACEE6552D5}"/>
                </a:ext>
              </a:extLst>
            </p:cNvPr>
            <p:cNvSpPr>
              <a:spLocks noChangeShapeType="1"/>
            </p:cNvSpPr>
            <p:nvPr/>
          </p:nvSpPr>
          <p:spPr bwMode="ltGray">
            <a:xfrm>
              <a:off x="960" y="720"/>
              <a:ext cx="384" cy="336"/>
            </a:xfrm>
            <a:prstGeom prst="line">
              <a:avLst/>
            </a:prstGeom>
            <a:noFill/>
            <a:ln w="571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sp>
          <p:nvSpPr>
            <p:cNvPr id="166" name="Line 131">
              <a:extLst>
                <a:ext uri="{FF2B5EF4-FFF2-40B4-BE49-F238E27FC236}">
                  <a16:creationId xmlns:a16="http://schemas.microsoft.com/office/drawing/2014/main" id="{023CD4B9-FF84-4D22-B9B5-D2F9B5427FAC}"/>
                </a:ext>
              </a:extLst>
            </p:cNvPr>
            <p:cNvSpPr>
              <a:spLocks noChangeShapeType="1"/>
            </p:cNvSpPr>
            <p:nvPr/>
          </p:nvSpPr>
          <p:spPr bwMode="ltGray">
            <a:xfrm flipH="1">
              <a:off x="960" y="720"/>
              <a:ext cx="384" cy="336"/>
            </a:xfrm>
            <a:prstGeom prst="line">
              <a:avLst/>
            </a:prstGeom>
            <a:noFill/>
            <a:ln w="571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grpSp>
      <p:grpSp>
        <p:nvGrpSpPr>
          <p:cNvPr id="167" name="Group 132">
            <a:extLst>
              <a:ext uri="{FF2B5EF4-FFF2-40B4-BE49-F238E27FC236}">
                <a16:creationId xmlns:a16="http://schemas.microsoft.com/office/drawing/2014/main" id="{3677CFE4-3239-436C-8999-783D067EB548}"/>
              </a:ext>
            </a:extLst>
          </p:cNvPr>
          <p:cNvGrpSpPr>
            <a:grpSpLocks/>
          </p:cNvGrpSpPr>
          <p:nvPr/>
        </p:nvGrpSpPr>
        <p:grpSpPr bwMode="auto">
          <a:xfrm>
            <a:off x="8018585" y="1418358"/>
            <a:ext cx="609600" cy="533400"/>
            <a:chOff x="960" y="720"/>
            <a:chExt cx="384" cy="336"/>
          </a:xfrm>
        </p:grpSpPr>
        <p:sp>
          <p:nvSpPr>
            <p:cNvPr id="168" name="Line 133">
              <a:extLst>
                <a:ext uri="{FF2B5EF4-FFF2-40B4-BE49-F238E27FC236}">
                  <a16:creationId xmlns:a16="http://schemas.microsoft.com/office/drawing/2014/main" id="{99BA73B5-0F8D-4D29-94E6-011EA77A0806}"/>
                </a:ext>
              </a:extLst>
            </p:cNvPr>
            <p:cNvSpPr>
              <a:spLocks noChangeShapeType="1"/>
            </p:cNvSpPr>
            <p:nvPr/>
          </p:nvSpPr>
          <p:spPr bwMode="ltGray">
            <a:xfrm>
              <a:off x="960" y="720"/>
              <a:ext cx="384" cy="336"/>
            </a:xfrm>
            <a:prstGeom prst="line">
              <a:avLst/>
            </a:prstGeom>
            <a:noFill/>
            <a:ln w="571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sp>
          <p:nvSpPr>
            <p:cNvPr id="320" name="Line 134">
              <a:extLst>
                <a:ext uri="{FF2B5EF4-FFF2-40B4-BE49-F238E27FC236}">
                  <a16:creationId xmlns:a16="http://schemas.microsoft.com/office/drawing/2014/main" id="{A014A9F7-89B5-4616-AD0F-2987180B819A}"/>
                </a:ext>
              </a:extLst>
            </p:cNvPr>
            <p:cNvSpPr>
              <a:spLocks noChangeShapeType="1"/>
            </p:cNvSpPr>
            <p:nvPr/>
          </p:nvSpPr>
          <p:spPr bwMode="ltGray">
            <a:xfrm flipH="1">
              <a:off x="960" y="720"/>
              <a:ext cx="384" cy="336"/>
            </a:xfrm>
            <a:prstGeom prst="line">
              <a:avLst/>
            </a:prstGeom>
            <a:noFill/>
            <a:ln w="571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grpSp>
      <p:grpSp>
        <p:nvGrpSpPr>
          <p:cNvPr id="321" name="Group 135">
            <a:extLst>
              <a:ext uri="{FF2B5EF4-FFF2-40B4-BE49-F238E27FC236}">
                <a16:creationId xmlns:a16="http://schemas.microsoft.com/office/drawing/2014/main" id="{F9C4FCA4-EEDC-4CFF-9EB8-467CC575A1F0}"/>
              </a:ext>
            </a:extLst>
          </p:cNvPr>
          <p:cNvGrpSpPr>
            <a:grpSpLocks/>
          </p:cNvGrpSpPr>
          <p:nvPr/>
        </p:nvGrpSpPr>
        <p:grpSpPr bwMode="auto">
          <a:xfrm>
            <a:off x="9237785" y="1418358"/>
            <a:ext cx="609600" cy="533400"/>
            <a:chOff x="960" y="720"/>
            <a:chExt cx="384" cy="336"/>
          </a:xfrm>
        </p:grpSpPr>
        <p:sp>
          <p:nvSpPr>
            <p:cNvPr id="322" name="Line 136">
              <a:extLst>
                <a:ext uri="{FF2B5EF4-FFF2-40B4-BE49-F238E27FC236}">
                  <a16:creationId xmlns:a16="http://schemas.microsoft.com/office/drawing/2014/main" id="{44BB1B8B-BA9B-4CA1-A1D9-89F083F852AE}"/>
                </a:ext>
              </a:extLst>
            </p:cNvPr>
            <p:cNvSpPr>
              <a:spLocks noChangeShapeType="1"/>
            </p:cNvSpPr>
            <p:nvPr/>
          </p:nvSpPr>
          <p:spPr bwMode="ltGray">
            <a:xfrm>
              <a:off x="960" y="720"/>
              <a:ext cx="384" cy="336"/>
            </a:xfrm>
            <a:prstGeom prst="line">
              <a:avLst/>
            </a:prstGeom>
            <a:noFill/>
            <a:ln w="571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sp>
          <p:nvSpPr>
            <p:cNvPr id="323" name="Line 137">
              <a:extLst>
                <a:ext uri="{FF2B5EF4-FFF2-40B4-BE49-F238E27FC236}">
                  <a16:creationId xmlns:a16="http://schemas.microsoft.com/office/drawing/2014/main" id="{1BBD61C9-312D-4ED1-91AC-2A3CD01673D6}"/>
                </a:ext>
              </a:extLst>
            </p:cNvPr>
            <p:cNvSpPr>
              <a:spLocks noChangeShapeType="1"/>
            </p:cNvSpPr>
            <p:nvPr/>
          </p:nvSpPr>
          <p:spPr bwMode="ltGray">
            <a:xfrm flipH="1">
              <a:off x="960" y="720"/>
              <a:ext cx="384" cy="336"/>
            </a:xfrm>
            <a:prstGeom prst="line">
              <a:avLst/>
            </a:prstGeom>
            <a:noFill/>
            <a:ln w="571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grpSp>
      <p:grpSp>
        <p:nvGrpSpPr>
          <p:cNvPr id="324" name="Group 138">
            <a:extLst>
              <a:ext uri="{FF2B5EF4-FFF2-40B4-BE49-F238E27FC236}">
                <a16:creationId xmlns:a16="http://schemas.microsoft.com/office/drawing/2014/main" id="{AAFF7B9E-AF89-496D-9992-C9C8145C0458}"/>
              </a:ext>
            </a:extLst>
          </p:cNvPr>
          <p:cNvGrpSpPr>
            <a:grpSpLocks/>
          </p:cNvGrpSpPr>
          <p:nvPr/>
        </p:nvGrpSpPr>
        <p:grpSpPr bwMode="auto">
          <a:xfrm>
            <a:off x="10456985" y="1418358"/>
            <a:ext cx="609600" cy="533400"/>
            <a:chOff x="960" y="720"/>
            <a:chExt cx="384" cy="336"/>
          </a:xfrm>
        </p:grpSpPr>
        <p:sp>
          <p:nvSpPr>
            <p:cNvPr id="325" name="Line 139">
              <a:extLst>
                <a:ext uri="{FF2B5EF4-FFF2-40B4-BE49-F238E27FC236}">
                  <a16:creationId xmlns:a16="http://schemas.microsoft.com/office/drawing/2014/main" id="{B446A44B-BB79-443F-9AFE-99271B066416}"/>
                </a:ext>
              </a:extLst>
            </p:cNvPr>
            <p:cNvSpPr>
              <a:spLocks noChangeShapeType="1"/>
            </p:cNvSpPr>
            <p:nvPr/>
          </p:nvSpPr>
          <p:spPr bwMode="ltGray">
            <a:xfrm>
              <a:off x="960" y="720"/>
              <a:ext cx="384" cy="336"/>
            </a:xfrm>
            <a:prstGeom prst="line">
              <a:avLst/>
            </a:prstGeom>
            <a:noFill/>
            <a:ln w="571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sp>
          <p:nvSpPr>
            <p:cNvPr id="326" name="Line 140">
              <a:extLst>
                <a:ext uri="{FF2B5EF4-FFF2-40B4-BE49-F238E27FC236}">
                  <a16:creationId xmlns:a16="http://schemas.microsoft.com/office/drawing/2014/main" id="{FD185A5D-F4AD-456D-8340-49BD12890A5C}"/>
                </a:ext>
              </a:extLst>
            </p:cNvPr>
            <p:cNvSpPr>
              <a:spLocks noChangeShapeType="1"/>
            </p:cNvSpPr>
            <p:nvPr/>
          </p:nvSpPr>
          <p:spPr bwMode="ltGray">
            <a:xfrm flipH="1">
              <a:off x="960" y="720"/>
              <a:ext cx="384" cy="336"/>
            </a:xfrm>
            <a:prstGeom prst="line">
              <a:avLst/>
            </a:prstGeom>
            <a:noFill/>
            <a:ln w="571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grpSp>
      <p:grpSp>
        <p:nvGrpSpPr>
          <p:cNvPr id="327" name="Group 141">
            <a:extLst>
              <a:ext uri="{FF2B5EF4-FFF2-40B4-BE49-F238E27FC236}">
                <a16:creationId xmlns:a16="http://schemas.microsoft.com/office/drawing/2014/main" id="{08D486B1-DC93-43F0-9D0A-0D00C42CD9F7}"/>
              </a:ext>
            </a:extLst>
          </p:cNvPr>
          <p:cNvGrpSpPr>
            <a:grpSpLocks/>
          </p:cNvGrpSpPr>
          <p:nvPr/>
        </p:nvGrpSpPr>
        <p:grpSpPr bwMode="auto">
          <a:xfrm>
            <a:off x="5580185" y="1951758"/>
            <a:ext cx="609600" cy="533400"/>
            <a:chOff x="960" y="720"/>
            <a:chExt cx="384" cy="336"/>
          </a:xfrm>
        </p:grpSpPr>
        <p:sp>
          <p:nvSpPr>
            <p:cNvPr id="328" name="Line 142">
              <a:extLst>
                <a:ext uri="{FF2B5EF4-FFF2-40B4-BE49-F238E27FC236}">
                  <a16:creationId xmlns:a16="http://schemas.microsoft.com/office/drawing/2014/main" id="{C77B01C2-2E6D-4528-87E2-DA754A688735}"/>
                </a:ext>
              </a:extLst>
            </p:cNvPr>
            <p:cNvSpPr>
              <a:spLocks noChangeShapeType="1"/>
            </p:cNvSpPr>
            <p:nvPr/>
          </p:nvSpPr>
          <p:spPr bwMode="ltGray">
            <a:xfrm>
              <a:off x="960" y="720"/>
              <a:ext cx="384" cy="336"/>
            </a:xfrm>
            <a:prstGeom prst="line">
              <a:avLst/>
            </a:prstGeom>
            <a:noFill/>
            <a:ln w="571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sp>
          <p:nvSpPr>
            <p:cNvPr id="329" name="Line 143">
              <a:extLst>
                <a:ext uri="{FF2B5EF4-FFF2-40B4-BE49-F238E27FC236}">
                  <a16:creationId xmlns:a16="http://schemas.microsoft.com/office/drawing/2014/main" id="{432574C3-6569-4BD7-A59D-140784178E44}"/>
                </a:ext>
              </a:extLst>
            </p:cNvPr>
            <p:cNvSpPr>
              <a:spLocks noChangeShapeType="1"/>
            </p:cNvSpPr>
            <p:nvPr/>
          </p:nvSpPr>
          <p:spPr bwMode="ltGray">
            <a:xfrm flipH="1">
              <a:off x="960" y="720"/>
              <a:ext cx="384" cy="336"/>
            </a:xfrm>
            <a:prstGeom prst="line">
              <a:avLst/>
            </a:prstGeom>
            <a:noFill/>
            <a:ln w="571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grpSp>
      <p:grpSp>
        <p:nvGrpSpPr>
          <p:cNvPr id="330" name="Group 144">
            <a:extLst>
              <a:ext uri="{FF2B5EF4-FFF2-40B4-BE49-F238E27FC236}">
                <a16:creationId xmlns:a16="http://schemas.microsoft.com/office/drawing/2014/main" id="{D815910A-5305-4785-95BA-38B562D7BB5E}"/>
              </a:ext>
            </a:extLst>
          </p:cNvPr>
          <p:cNvGrpSpPr>
            <a:grpSpLocks/>
          </p:cNvGrpSpPr>
          <p:nvPr/>
        </p:nvGrpSpPr>
        <p:grpSpPr bwMode="auto">
          <a:xfrm>
            <a:off x="6799385" y="1951758"/>
            <a:ext cx="609600" cy="533400"/>
            <a:chOff x="960" y="720"/>
            <a:chExt cx="384" cy="336"/>
          </a:xfrm>
        </p:grpSpPr>
        <p:sp>
          <p:nvSpPr>
            <p:cNvPr id="331" name="Line 145">
              <a:extLst>
                <a:ext uri="{FF2B5EF4-FFF2-40B4-BE49-F238E27FC236}">
                  <a16:creationId xmlns:a16="http://schemas.microsoft.com/office/drawing/2014/main" id="{E510109B-9382-4E7F-8E64-6757A3AD1722}"/>
                </a:ext>
              </a:extLst>
            </p:cNvPr>
            <p:cNvSpPr>
              <a:spLocks noChangeShapeType="1"/>
            </p:cNvSpPr>
            <p:nvPr/>
          </p:nvSpPr>
          <p:spPr bwMode="ltGray">
            <a:xfrm>
              <a:off x="960" y="720"/>
              <a:ext cx="384" cy="336"/>
            </a:xfrm>
            <a:prstGeom prst="line">
              <a:avLst/>
            </a:prstGeom>
            <a:noFill/>
            <a:ln w="571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sp>
          <p:nvSpPr>
            <p:cNvPr id="332" name="Line 146">
              <a:extLst>
                <a:ext uri="{FF2B5EF4-FFF2-40B4-BE49-F238E27FC236}">
                  <a16:creationId xmlns:a16="http://schemas.microsoft.com/office/drawing/2014/main" id="{897616D2-4AFD-4BB2-B3B3-935AEB173A7C}"/>
                </a:ext>
              </a:extLst>
            </p:cNvPr>
            <p:cNvSpPr>
              <a:spLocks noChangeShapeType="1"/>
            </p:cNvSpPr>
            <p:nvPr/>
          </p:nvSpPr>
          <p:spPr bwMode="ltGray">
            <a:xfrm flipH="1">
              <a:off x="960" y="720"/>
              <a:ext cx="384" cy="336"/>
            </a:xfrm>
            <a:prstGeom prst="line">
              <a:avLst/>
            </a:prstGeom>
            <a:noFill/>
            <a:ln w="571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grpSp>
      <p:grpSp>
        <p:nvGrpSpPr>
          <p:cNvPr id="333" name="Group 147">
            <a:extLst>
              <a:ext uri="{FF2B5EF4-FFF2-40B4-BE49-F238E27FC236}">
                <a16:creationId xmlns:a16="http://schemas.microsoft.com/office/drawing/2014/main" id="{229F40B5-A47F-4F49-835A-2B1135DD309D}"/>
              </a:ext>
            </a:extLst>
          </p:cNvPr>
          <p:cNvGrpSpPr>
            <a:grpSpLocks/>
          </p:cNvGrpSpPr>
          <p:nvPr/>
        </p:nvGrpSpPr>
        <p:grpSpPr bwMode="auto">
          <a:xfrm>
            <a:off x="8018585" y="1951758"/>
            <a:ext cx="609600" cy="533400"/>
            <a:chOff x="960" y="720"/>
            <a:chExt cx="384" cy="336"/>
          </a:xfrm>
        </p:grpSpPr>
        <p:sp>
          <p:nvSpPr>
            <p:cNvPr id="334" name="Line 148">
              <a:extLst>
                <a:ext uri="{FF2B5EF4-FFF2-40B4-BE49-F238E27FC236}">
                  <a16:creationId xmlns:a16="http://schemas.microsoft.com/office/drawing/2014/main" id="{148BC584-6943-4D55-8075-3C739A24B482}"/>
                </a:ext>
              </a:extLst>
            </p:cNvPr>
            <p:cNvSpPr>
              <a:spLocks noChangeShapeType="1"/>
            </p:cNvSpPr>
            <p:nvPr/>
          </p:nvSpPr>
          <p:spPr bwMode="ltGray">
            <a:xfrm>
              <a:off x="960" y="720"/>
              <a:ext cx="384" cy="336"/>
            </a:xfrm>
            <a:prstGeom prst="line">
              <a:avLst/>
            </a:prstGeom>
            <a:noFill/>
            <a:ln w="571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sp>
          <p:nvSpPr>
            <p:cNvPr id="335" name="Line 149">
              <a:extLst>
                <a:ext uri="{FF2B5EF4-FFF2-40B4-BE49-F238E27FC236}">
                  <a16:creationId xmlns:a16="http://schemas.microsoft.com/office/drawing/2014/main" id="{5CB98537-220E-4F99-8AC4-5B556853C2EC}"/>
                </a:ext>
              </a:extLst>
            </p:cNvPr>
            <p:cNvSpPr>
              <a:spLocks noChangeShapeType="1"/>
            </p:cNvSpPr>
            <p:nvPr/>
          </p:nvSpPr>
          <p:spPr bwMode="ltGray">
            <a:xfrm flipH="1">
              <a:off x="960" y="720"/>
              <a:ext cx="384" cy="336"/>
            </a:xfrm>
            <a:prstGeom prst="line">
              <a:avLst/>
            </a:prstGeom>
            <a:noFill/>
            <a:ln w="571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grpSp>
      <p:grpSp>
        <p:nvGrpSpPr>
          <p:cNvPr id="336" name="Group 150">
            <a:extLst>
              <a:ext uri="{FF2B5EF4-FFF2-40B4-BE49-F238E27FC236}">
                <a16:creationId xmlns:a16="http://schemas.microsoft.com/office/drawing/2014/main" id="{98512AC7-E897-4AF2-A52E-7B108106D6EB}"/>
              </a:ext>
            </a:extLst>
          </p:cNvPr>
          <p:cNvGrpSpPr>
            <a:grpSpLocks/>
          </p:cNvGrpSpPr>
          <p:nvPr/>
        </p:nvGrpSpPr>
        <p:grpSpPr bwMode="auto">
          <a:xfrm>
            <a:off x="9237785" y="1951758"/>
            <a:ext cx="609600" cy="533400"/>
            <a:chOff x="960" y="720"/>
            <a:chExt cx="384" cy="336"/>
          </a:xfrm>
        </p:grpSpPr>
        <p:sp>
          <p:nvSpPr>
            <p:cNvPr id="337" name="Line 151">
              <a:extLst>
                <a:ext uri="{FF2B5EF4-FFF2-40B4-BE49-F238E27FC236}">
                  <a16:creationId xmlns:a16="http://schemas.microsoft.com/office/drawing/2014/main" id="{837EA304-C5E1-4734-A63C-DF525C71AF09}"/>
                </a:ext>
              </a:extLst>
            </p:cNvPr>
            <p:cNvSpPr>
              <a:spLocks noChangeShapeType="1"/>
            </p:cNvSpPr>
            <p:nvPr/>
          </p:nvSpPr>
          <p:spPr bwMode="ltGray">
            <a:xfrm>
              <a:off x="960" y="720"/>
              <a:ext cx="384" cy="336"/>
            </a:xfrm>
            <a:prstGeom prst="line">
              <a:avLst/>
            </a:prstGeom>
            <a:noFill/>
            <a:ln w="571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sp>
          <p:nvSpPr>
            <p:cNvPr id="338" name="Line 152">
              <a:extLst>
                <a:ext uri="{FF2B5EF4-FFF2-40B4-BE49-F238E27FC236}">
                  <a16:creationId xmlns:a16="http://schemas.microsoft.com/office/drawing/2014/main" id="{9D115EFA-7753-4798-ACC9-673C5486DE68}"/>
                </a:ext>
              </a:extLst>
            </p:cNvPr>
            <p:cNvSpPr>
              <a:spLocks noChangeShapeType="1"/>
            </p:cNvSpPr>
            <p:nvPr/>
          </p:nvSpPr>
          <p:spPr bwMode="ltGray">
            <a:xfrm flipH="1">
              <a:off x="960" y="720"/>
              <a:ext cx="384" cy="336"/>
            </a:xfrm>
            <a:prstGeom prst="line">
              <a:avLst/>
            </a:prstGeom>
            <a:noFill/>
            <a:ln w="571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grpSp>
      <p:grpSp>
        <p:nvGrpSpPr>
          <p:cNvPr id="339" name="Group 153">
            <a:extLst>
              <a:ext uri="{FF2B5EF4-FFF2-40B4-BE49-F238E27FC236}">
                <a16:creationId xmlns:a16="http://schemas.microsoft.com/office/drawing/2014/main" id="{2ED6F41C-30EC-4027-B138-8D780016FDBA}"/>
              </a:ext>
            </a:extLst>
          </p:cNvPr>
          <p:cNvGrpSpPr>
            <a:grpSpLocks/>
          </p:cNvGrpSpPr>
          <p:nvPr/>
        </p:nvGrpSpPr>
        <p:grpSpPr bwMode="auto">
          <a:xfrm>
            <a:off x="10456985" y="1951758"/>
            <a:ext cx="609600" cy="533400"/>
            <a:chOff x="960" y="720"/>
            <a:chExt cx="384" cy="336"/>
          </a:xfrm>
        </p:grpSpPr>
        <p:sp>
          <p:nvSpPr>
            <p:cNvPr id="340" name="Line 154">
              <a:extLst>
                <a:ext uri="{FF2B5EF4-FFF2-40B4-BE49-F238E27FC236}">
                  <a16:creationId xmlns:a16="http://schemas.microsoft.com/office/drawing/2014/main" id="{7F9F7A48-AD76-4CF9-B122-8AEC77F1E234}"/>
                </a:ext>
              </a:extLst>
            </p:cNvPr>
            <p:cNvSpPr>
              <a:spLocks noChangeShapeType="1"/>
            </p:cNvSpPr>
            <p:nvPr/>
          </p:nvSpPr>
          <p:spPr bwMode="ltGray">
            <a:xfrm>
              <a:off x="960" y="720"/>
              <a:ext cx="384" cy="336"/>
            </a:xfrm>
            <a:prstGeom prst="line">
              <a:avLst/>
            </a:prstGeom>
            <a:noFill/>
            <a:ln w="571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sp>
          <p:nvSpPr>
            <p:cNvPr id="341" name="Line 155">
              <a:extLst>
                <a:ext uri="{FF2B5EF4-FFF2-40B4-BE49-F238E27FC236}">
                  <a16:creationId xmlns:a16="http://schemas.microsoft.com/office/drawing/2014/main" id="{29CFB663-5E01-48F7-9C42-E96B101C5F72}"/>
                </a:ext>
              </a:extLst>
            </p:cNvPr>
            <p:cNvSpPr>
              <a:spLocks noChangeShapeType="1"/>
            </p:cNvSpPr>
            <p:nvPr/>
          </p:nvSpPr>
          <p:spPr bwMode="ltGray">
            <a:xfrm flipH="1">
              <a:off x="960" y="720"/>
              <a:ext cx="384" cy="336"/>
            </a:xfrm>
            <a:prstGeom prst="line">
              <a:avLst/>
            </a:prstGeom>
            <a:noFill/>
            <a:ln w="571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grpSp>
      <p:grpSp>
        <p:nvGrpSpPr>
          <p:cNvPr id="342" name="Group 156">
            <a:extLst>
              <a:ext uri="{FF2B5EF4-FFF2-40B4-BE49-F238E27FC236}">
                <a16:creationId xmlns:a16="http://schemas.microsoft.com/office/drawing/2014/main" id="{22235933-F490-47F9-BABA-E0A6E1F8A2D6}"/>
              </a:ext>
            </a:extLst>
          </p:cNvPr>
          <p:cNvGrpSpPr>
            <a:grpSpLocks/>
          </p:cNvGrpSpPr>
          <p:nvPr/>
        </p:nvGrpSpPr>
        <p:grpSpPr bwMode="auto">
          <a:xfrm>
            <a:off x="5580185" y="2485158"/>
            <a:ext cx="609600" cy="533400"/>
            <a:chOff x="960" y="720"/>
            <a:chExt cx="384" cy="336"/>
          </a:xfrm>
        </p:grpSpPr>
        <p:sp>
          <p:nvSpPr>
            <p:cNvPr id="343" name="Line 157">
              <a:extLst>
                <a:ext uri="{FF2B5EF4-FFF2-40B4-BE49-F238E27FC236}">
                  <a16:creationId xmlns:a16="http://schemas.microsoft.com/office/drawing/2014/main" id="{F196FA76-40EA-4CCF-BE5D-A3D1237CBF34}"/>
                </a:ext>
              </a:extLst>
            </p:cNvPr>
            <p:cNvSpPr>
              <a:spLocks noChangeShapeType="1"/>
            </p:cNvSpPr>
            <p:nvPr/>
          </p:nvSpPr>
          <p:spPr bwMode="ltGray">
            <a:xfrm>
              <a:off x="960" y="720"/>
              <a:ext cx="384" cy="336"/>
            </a:xfrm>
            <a:prstGeom prst="line">
              <a:avLst/>
            </a:prstGeom>
            <a:noFill/>
            <a:ln w="571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sp>
          <p:nvSpPr>
            <p:cNvPr id="344" name="Line 158">
              <a:extLst>
                <a:ext uri="{FF2B5EF4-FFF2-40B4-BE49-F238E27FC236}">
                  <a16:creationId xmlns:a16="http://schemas.microsoft.com/office/drawing/2014/main" id="{CF663DA3-E3C8-477E-A4CA-71B6A615B47A}"/>
                </a:ext>
              </a:extLst>
            </p:cNvPr>
            <p:cNvSpPr>
              <a:spLocks noChangeShapeType="1"/>
            </p:cNvSpPr>
            <p:nvPr/>
          </p:nvSpPr>
          <p:spPr bwMode="ltGray">
            <a:xfrm flipH="1">
              <a:off x="960" y="720"/>
              <a:ext cx="384" cy="336"/>
            </a:xfrm>
            <a:prstGeom prst="line">
              <a:avLst/>
            </a:prstGeom>
            <a:noFill/>
            <a:ln w="571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grpSp>
      <p:grpSp>
        <p:nvGrpSpPr>
          <p:cNvPr id="345" name="Group 159">
            <a:extLst>
              <a:ext uri="{FF2B5EF4-FFF2-40B4-BE49-F238E27FC236}">
                <a16:creationId xmlns:a16="http://schemas.microsoft.com/office/drawing/2014/main" id="{397E5954-57F2-4725-B822-059A7607113C}"/>
              </a:ext>
            </a:extLst>
          </p:cNvPr>
          <p:cNvGrpSpPr>
            <a:grpSpLocks/>
          </p:cNvGrpSpPr>
          <p:nvPr/>
        </p:nvGrpSpPr>
        <p:grpSpPr bwMode="auto">
          <a:xfrm>
            <a:off x="6799385" y="2485158"/>
            <a:ext cx="609600" cy="533400"/>
            <a:chOff x="960" y="720"/>
            <a:chExt cx="384" cy="336"/>
          </a:xfrm>
        </p:grpSpPr>
        <p:sp>
          <p:nvSpPr>
            <p:cNvPr id="346" name="Line 160">
              <a:extLst>
                <a:ext uri="{FF2B5EF4-FFF2-40B4-BE49-F238E27FC236}">
                  <a16:creationId xmlns:a16="http://schemas.microsoft.com/office/drawing/2014/main" id="{6B398F41-1E79-4D3B-AE53-69C3F68DBCC4}"/>
                </a:ext>
              </a:extLst>
            </p:cNvPr>
            <p:cNvSpPr>
              <a:spLocks noChangeShapeType="1"/>
            </p:cNvSpPr>
            <p:nvPr/>
          </p:nvSpPr>
          <p:spPr bwMode="ltGray">
            <a:xfrm>
              <a:off x="960" y="720"/>
              <a:ext cx="384" cy="336"/>
            </a:xfrm>
            <a:prstGeom prst="line">
              <a:avLst/>
            </a:prstGeom>
            <a:noFill/>
            <a:ln w="571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sp>
          <p:nvSpPr>
            <p:cNvPr id="347" name="Line 161">
              <a:extLst>
                <a:ext uri="{FF2B5EF4-FFF2-40B4-BE49-F238E27FC236}">
                  <a16:creationId xmlns:a16="http://schemas.microsoft.com/office/drawing/2014/main" id="{B91FC881-BBD3-4695-9BA0-7D1F8704561D}"/>
                </a:ext>
              </a:extLst>
            </p:cNvPr>
            <p:cNvSpPr>
              <a:spLocks noChangeShapeType="1"/>
            </p:cNvSpPr>
            <p:nvPr/>
          </p:nvSpPr>
          <p:spPr bwMode="ltGray">
            <a:xfrm flipH="1">
              <a:off x="960" y="720"/>
              <a:ext cx="384" cy="336"/>
            </a:xfrm>
            <a:prstGeom prst="line">
              <a:avLst/>
            </a:prstGeom>
            <a:noFill/>
            <a:ln w="571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grpSp>
      <p:grpSp>
        <p:nvGrpSpPr>
          <p:cNvPr id="348" name="Group 162">
            <a:extLst>
              <a:ext uri="{FF2B5EF4-FFF2-40B4-BE49-F238E27FC236}">
                <a16:creationId xmlns:a16="http://schemas.microsoft.com/office/drawing/2014/main" id="{33641E27-EA3A-4F43-8743-7D932DD6A1CA}"/>
              </a:ext>
            </a:extLst>
          </p:cNvPr>
          <p:cNvGrpSpPr>
            <a:grpSpLocks/>
          </p:cNvGrpSpPr>
          <p:nvPr/>
        </p:nvGrpSpPr>
        <p:grpSpPr bwMode="auto">
          <a:xfrm>
            <a:off x="8018585" y="2485158"/>
            <a:ext cx="609600" cy="533400"/>
            <a:chOff x="960" y="720"/>
            <a:chExt cx="384" cy="336"/>
          </a:xfrm>
        </p:grpSpPr>
        <p:sp>
          <p:nvSpPr>
            <p:cNvPr id="349" name="Line 163">
              <a:extLst>
                <a:ext uri="{FF2B5EF4-FFF2-40B4-BE49-F238E27FC236}">
                  <a16:creationId xmlns:a16="http://schemas.microsoft.com/office/drawing/2014/main" id="{FD4C1864-CCD0-4BCC-B5B2-6D9C1C3FB30E}"/>
                </a:ext>
              </a:extLst>
            </p:cNvPr>
            <p:cNvSpPr>
              <a:spLocks noChangeShapeType="1"/>
            </p:cNvSpPr>
            <p:nvPr/>
          </p:nvSpPr>
          <p:spPr bwMode="ltGray">
            <a:xfrm>
              <a:off x="960" y="720"/>
              <a:ext cx="384" cy="336"/>
            </a:xfrm>
            <a:prstGeom prst="line">
              <a:avLst/>
            </a:prstGeom>
            <a:noFill/>
            <a:ln w="571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sp>
          <p:nvSpPr>
            <p:cNvPr id="350" name="Line 164">
              <a:extLst>
                <a:ext uri="{FF2B5EF4-FFF2-40B4-BE49-F238E27FC236}">
                  <a16:creationId xmlns:a16="http://schemas.microsoft.com/office/drawing/2014/main" id="{520E06E4-7E92-4D15-B1B3-DB552D0A8182}"/>
                </a:ext>
              </a:extLst>
            </p:cNvPr>
            <p:cNvSpPr>
              <a:spLocks noChangeShapeType="1"/>
            </p:cNvSpPr>
            <p:nvPr/>
          </p:nvSpPr>
          <p:spPr bwMode="ltGray">
            <a:xfrm flipH="1">
              <a:off x="960" y="720"/>
              <a:ext cx="384" cy="336"/>
            </a:xfrm>
            <a:prstGeom prst="line">
              <a:avLst/>
            </a:prstGeom>
            <a:noFill/>
            <a:ln w="571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grpSp>
      <p:grpSp>
        <p:nvGrpSpPr>
          <p:cNvPr id="351" name="Group 165">
            <a:extLst>
              <a:ext uri="{FF2B5EF4-FFF2-40B4-BE49-F238E27FC236}">
                <a16:creationId xmlns:a16="http://schemas.microsoft.com/office/drawing/2014/main" id="{9E3E93C0-D1F3-4221-8527-9C1001826377}"/>
              </a:ext>
            </a:extLst>
          </p:cNvPr>
          <p:cNvGrpSpPr>
            <a:grpSpLocks/>
          </p:cNvGrpSpPr>
          <p:nvPr/>
        </p:nvGrpSpPr>
        <p:grpSpPr bwMode="auto">
          <a:xfrm>
            <a:off x="9237785" y="2485158"/>
            <a:ext cx="609600" cy="533400"/>
            <a:chOff x="960" y="720"/>
            <a:chExt cx="384" cy="336"/>
          </a:xfrm>
        </p:grpSpPr>
        <p:sp>
          <p:nvSpPr>
            <p:cNvPr id="352" name="Line 166">
              <a:extLst>
                <a:ext uri="{FF2B5EF4-FFF2-40B4-BE49-F238E27FC236}">
                  <a16:creationId xmlns:a16="http://schemas.microsoft.com/office/drawing/2014/main" id="{EE131C2D-F55C-4539-9BD6-B21285815B7C}"/>
                </a:ext>
              </a:extLst>
            </p:cNvPr>
            <p:cNvSpPr>
              <a:spLocks noChangeShapeType="1"/>
            </p:cNvSpPr>
            <p:nvPr/>
          </p:nvSpPr>
          <p:spPr bwMode="ltGray">
            <a:xfrm>
              <a:off x="960" y="720"/>
              <a:ext cx="384" cy="336"/>
            </a:xfrm>
            <a:prstGeom prst="line">
              <a:avLst/>
            </a:prstGeom>
            <a:noFill/>
            <a:ln w="571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sp>
          <p:nvSpPr>
            <p:cNvPr id="353" name="Line 167">
              <a:extLst>
                <a:ext uri="{FF2B5EF4-FFF2-40B4-BE49-F238E27FC236}">
                  <a16:creationId xmlns:a16="http://schemas.microsoft.com/office/drawing/2014/main" id="{71619C8A-A502-4BCB-814C-4A468F7321F3}"/>
                </a:ext>
              </a:extLst>
            </p:cNvPr>
            <p:cNvSpPr>
              <a:spLocks noChangeShapeType="1"/>
            </p:cNvSpPr>
            <p:nvPr/>
          </p:nvSpPr>
          <p:spPr bwMode="ltGray">
            <a:xfrm flipH="1">
              <a:off x="960" y="720"/>
              <a:ext cx="384" cy="336"/>
            </a:xfrm>
            <a:prstGeom prst="line">
              <a:avLst/>
            </a:prstGeom>
            <a:noFill/>
            <a:ln w="571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grpSp>
      <p:grpSp>
        <p:nvGrpSpPr>
          <p:cNvPr id="354" name="Group 168">
            <a:extLst>
              <a:ext uri="{FF2B5EF4-FFF2-40B4-BE49-F238E27FC236}">
                <a16:creationId xmlns:a16="http://schemas.microsoft.com/office/drawing/2014/main" id="{F9D7C7E0-CF6E-4D39-9194-EAEAB190E4CF}"/>
              </a:ext>
            </a:extLst>
          </p:cNvPr>
          <p:cNvGrpSpPr>
            <a:grpSpLocks/>
          </p:cNvGrpSpPr>
          <p:nvPr/>
        </p:nvGrpSpPr>
        <p:grpSpPr bwMode="auto">
          <a:xfrm>
            <a:off x="10456985" y="2485158"/>
            <a:ext cx="609600" cy="533400"/>
            <a:chOff x="960" y="720"/>
            <a:chExt cx="384" cy="336"/>
          </a:xfrm>
        </p:grpSpPr>
        <p:sp>
          <p:nvSpPr>
            <p:cNvPr id="355" name="Line 169">
              <a:extLst>
                <a:ext uri="{FF2B5EF4-FFF2-40B4-BE49-F238E27FC236}">
                  <a16:creationId xmlns:a16="http://schemas.microsoft.com/office/drawing/2014/main" id="{3DCDFBD0-C03F-407D-9AFF-A1D92CE5D777}"/>
                </a:ext>
              </a:extLst>
            </p:cNvPr>
            <p:cNvSpPr>
              <a:spLocks noChangeShapeType="1"/>
            </p:cNvSpPr>
            <p:nvPr/>
          </p:nvSpPr>
          <p:spPr bwMode="ltGray">
            <a:xfrm>
              <a:off x="960" y="720"/>
              <a:ext cx="384" cy="336"/>
            </a:xfrm>
            <a:prstGeom prst="line">
              <a:avLst/>
            </a:prstGeom>
            <a:noFill/>
            <a:ln w="571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sp>
          <p:nvSpPr>
            <p:cNvPr id="356" name="Line 170">
              <a:extLst>
                <a:ext uri="{FF2B5EF4-FFF2-40B4-BE49-F238E27FC236}">
                  <a16:creationId xmlns:a16="http://schemas.microsoft.com/office/drawing/2014/main" id="{8B9C1B2A-8082-469C-B740-B112381C1022}"/>
                </a:ext>
              </a:extLst>
            </p:cNvPr>
            <p:cNvSpPr>
              <a:spLocks noChangeShapeType="1"/>
            </p:cNvSpPr>
            <p:nvPr/>
          </p:nvSpPr>
          <p:spPr bwMode="ltGray">
            <a:xfrm flipH="1">
              <a:off x="960" y="720"/>
              <a:ext cx="384" cy="336"/>
            </a:xfrm>
            <a:prstGeom prst="line">
              <a:avLst/>
            </a:prstGeom>
            <a:noFill/>
            <a:ln w="571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grpSp>
      <p:grpSp>
        <p:nvGrpSpPr>
          <p:cNvPr id="357" name="Group 171">
            <a:extLst>
              <a:ext uri="{FF2B5EF4-FFF2-40B4-BE49-F238E27FC236}">
                <a16:creationId xmlns:a16="http://schemas.microsoft.com/office/drawing/2014/main" id="{6BE2DF4A-781A-4FED-9C8F-3729D53BAAB0}"/>
              </a:ext>
            </a:extLst>
          </p:cNvPr>
          <p:cNvGrpSpPr>
            <a:grpSpLocks/>
          </p:cNvGrpSpPr>
          <p:nvPr/>
        </p:nvGrpSpPr>
        <p:grpSpPr bwMode="auto">
          <a:xfrm>
            <a:off x="5580185" y="3018558"/>
            <a:ext cx="609600" cy="533400"/>
            <a:chOff x="960" y="720"/>
            <a:chExt cx="384" cy="336"/>
          </a:xfrm>
        </p:grpSpPr>
        <p:sp>
          <p:nvSpPr>
            <p:cNvPr id="358" name="Line 172">
              <a:extLst>
                <a:ext uri="{FF2B5EF4-FFF2-40B4-BE49-F238E27FC236}">
                  <a16:creationId xmlns:a16="http://schemas.microsoft.com/office/drawing/2014/main" id="{90D7B58B-4CD4-4F49-AFAB-2C1EA94D7F8A}"/>
                </a:ext>
              </a:extLst>
            </p:cNvPr>
            <p:cNvSpPr>
              <a:spLocks noChangeShapeType="1"/>
            </p:cNvSpPr>
            <p:nvPr/>
          </p:nvSpPr>
          <p:spPr bwMode="ltGray">
            <a:xfrm>
              <a:off x="960" y="720"/>
              <a:ext cx="384" cy="336"/>
            </a:xfrm>
            <a:prstGeom prst="line">
              <a:avLst/>
            </a:prstGeom>
            <a:noFill/>
            <a:ln w="571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sp>
          <p:nvSpPr>
            <p:cNvPr id="359" name="Line 173">
              <a:extLst>
                <a:ext uri="{FF2B5EF4-FFF2-40B4-BE49-F238E27FC236}">
                  <a16:creationId xmlns:a16="http://schemas.microsoft.com/office/drawing/2014/main" id="{77791A32-7829-46A4-86EF-FDFD532ED3E8}"/>
                </a:ext>
              </a:extLst>
            </p:cNvPr>
            <p:cNvSpPr>
              <a:spLocks noChangeShapeType="1"/>
            </p:cNvSpPr>
            <p:nvPr/>
          </p:nvSpPr>
          <p:spPr bwMode="ltGray">
            <a:xfrm flipH="1">
              <a:off x="960" y="720"/>
              <a:ext cx="384" cy="336"/>
            </a:xfrm>
            <a:prstGeom prst="line">
              <a:avLst/>
            </a:prstGeom>
            <a:noFill/>
            <a:ln w="571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grpSp>
      <p:grpSp>
        <p:nvGrpSpPr>
          <p:cNvPr id="360" name="Group 174">
            <a:extLst>
              <a:ext uri="{FF2B5EF4-FFF2-40B4-BE49-F238E27FC236}">
                <a16:creationId xmlns:a16="http://schemas.microsoft.com/office/drawing/2014/main" id="{0865EEA8-887C-416B-B5DD-1897F0A3E99D}"/>
              </a:ext>
            </a:extLst>
          </p:cNvPr>
          <p:cNvGrpSpPr>
            <a:grpSpLocks/>
          </p:cNvGrpSpPr>
          <p:nvPr/>
        </p:nvGrpSpPr>
        <p:grpSpPr bwMode="auto">
          <a:xfrm>
            <a:off x="6799385" y="3018558"/>
            <a:ext cx="609600" cy="533400"/>
            <a:chOff x="960" y="720"/>
            <a:chExt cx="384" cy="336"/>
          </a:xfrm>
        </p:grpSpPr>
        <p:sp>
          <p:nvSpPr>
            <p:cNvPr id="361" name="Line 175">
              <a:extLst>
                <a:ext uri="{FF2B5EF4-FFF2-40B4-BE49-F238E27FC236}">
                  <a16:creationId xmlns:a16="http://schemas.microsoft.com/office/drawing/2014/main" id="{E9803008-BFE8-4299-BAF3-F3B757B85F2B}"/>
                </a:ext>
              </a:extLst>
            </p:cNvPr>
            <p:cNvSpPr>
              <a:spLocks noChangeShapeType="1"/>
            </p:cNvSpPr>
            <p:nvPr/>
          </p:nvSpPr>
          <p:spPr bwMode="ltGray">
            <a:xfrm>
              <a:off x="960" y="720"/>
              <a:ext cx="384" cy="336"/>
            </a:xfrm>
            <a:prstGeom prst="line">
              <a:avLst/>
            </a:prstGeom>
            <a:noFill/>
            <a:ln w="571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sp>
          <p:nvSpPr>
            <p:cNvPr id="362" name="Line 176">
              <a:extLst>
                <a:ext uri="{FF2B5EF4-FFF2-40B4-BE49-F238E27FC236}">
                  <a16:creationId xmlns:a16="http://schemas.microsoft.com/office/drawing/2014/main" id="{18235C5F-1750-4E84-B359-DD8487E1050D}"/>
                </a:ext>
              </a:extLst>
            </p:cNvPr>
            <p:cNvSpPr>
              <a:spLocks noChangeShapeType="1"/>
            </p:cNvSpPr>
            <p:nvPr/>
          </p:nvSpPr>
          <p:spPr bwMode="ltGray">
            <a:xfrm flipH="1">
              <a:off x="960" y="720"/>
              <a:ext cx="384" cy="336"/>
            </a:xfrm>
            <a:prstGeom prst="line">
              <a:avLst/>
            </a:prstGeom>
            <a:noFill/>
            <a:ln w="571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grpSp>
      <p:grpSp>
        <p:nvGrpSpPr>
          <p:cNvPr id="363" name="Group 177">
            <a:extLst>
              <a:ext uri="{FF2B5EF4-FFF2-40B4-BE49-F238E27FC236}">
                <a16:creationId xmlns:a16="http://schemas.microsoft.com/office/drawing/2014/main" id="{02364401-64EA-4669-9E82-9EE67D69727B}"/>
              </a:ext>
            </a:extLst>
          </p:cNvPr>
          <p:cNvGrpSpPr>
            <a:grpSpLocks/>
          </p:cNvGrpSpPr>
          <p:nvPr/>
        </p:nvGrpSpPr>
        <p:grpSpPr bwMode="auto">
          <a:xfrm>
            <a:off x="8018585" y="3018558"/>
            <a:ext cx="609600" cy="533400"/>
            <a:chOff x="960" y="720"/>
            <a:chExt cx="384" cy="336"/>
          </a:xfrm>
        </p:grpSpPr>
        <p:sp>
          <p:nvSpPr>
            <p:cNvPr id="364" name="Line 178">
              <a:extLst>
                <a:ext uri="{FF2B5EF4-FFF2-40B4-BE49-F238E27FC236}">
                  <a16:creationId xmlns:a16="http://schemas.microsoft.com/office/drawing/2014/main" id="{5D6DAB02-C901-4273-BB05-0FA5D9D33D89}"/>
                </a:ext>
              </a:extLst>
            </p:cNvPr>
            <p:cNvSpPr>
              <a:spLocks noChangeShapeType="1"/>
            </p:cNvSpPr>
            <p:nvPr/>
          </p:nvSpPr>
          <p:spPr bwMode="ltGray">
            <a:xfrm>
              <a:off x="960" y="720"/>
              <a:ext cx="384" cy="336"/>
            </a:xfrm>
            <a:prstGeom prst="line">
              <a:avLst/>
            </a:prstGeom>
            <a:noFill/>
            <a:ln w="571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sp>
          <p:nvSpPr>
            <p:cNvPr id="365" name="Line 179">
              <a:extLst>
                <a:ext uri="{FF2B5EF4-FFF2-40B4-BE49-F238E27FC236}">
                  <a16:creationId xmlns:a16="http://schemas.microsoft.com/office/drawing/2014/main" id="{998DAE8B-F468-4C81-A21F-E98B6B8F9346}"/>
                </a:ext>
              </a:extLst>
            </p:cNvPr>
            <p:cNvSpPr>
              <a:spLocks noChangeShapeType="1"/>
            </p:cNvSpPr>
            <p:nvPr/>
          </p:nvSpPr>
          <p:spPr bwMode="ltGray">
            <a:xfrm flipH="1">
              <a:off x="960" y="720"/>
              <a:ext cx="384" cy="336"/>
            </a:xfrm>
            <a:prstGeom prst="line">
              <a:avLst/>
            </a:prstGeom>
            <a:noFill/>
            <a:ln w="571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grpSp>
      <p:grpSp>
        <p:nvGrpSpPr>
          <p:cNvPr id="366" name="Group 180">
            <a:extLst>
              <a:ext uri="{FF2B5EF4-FFF2-40B4-BE49-F238E27FC236}">
                <a16:creationId xmlns:a16="http://schemas.microsoft.com/office/drawing/2014/main" id="{321BED9F-18D5-4517-B434-6B303BC16A8C}"/>
              </a:ext>
            </a:extLst>
          </p:cNvPr>
          <p:cNvGrpSpPr>
            <a:grpSpLocks/>
          </p:cNvGrpSpPr>
          <p:nvPr/>
        </p:nvGrpSpPr>
        <p:grpSpPr bwMode="auto">
          <a:xfrm>
            <a:off x="9237785" y="3018558"/>
            <a:ext cx="609600" cy="533400"/>
            <a:chOff x="960" y="720"/>
            <a:chExt cx="384" cy="336"/>
          </a:xfrm>
        </p:grpSpPr>
        <p:sp>
          <p:nvSpPr>
            <p:cNvPr id="367" name="Line 181">
              <a:extLst>
                <a:ext uri="{FF2B5EF4-FFF2-40B4-BE49-F238E27FC236}">
                  <a16:creationId xmlns:a16="http://schemas.microsoft.com/office/drawing/2014/main" id="{7E8D1D9D-91B2-4DDF-AAC5-A5D5E63B1A2C}"/>
                </a:ext>
              </a:extLst>
            </p:cNvPr>
            <p:cNvSpPr>
              <a:spLocks noChangeShapeType="1"/>
            </p:cNvSpPr>
            <p:nvPr/>
          </p:nvSpPr>
          <p:spPr bwMode="ltGray">
            <a:xfrm>
              <a:off x="960" y="720"/>
              <a:ext cx="384" cy="336"/>
            </a:xfrm>
            <a:prstGeom prst="line">
              <a:avLst/>
            </a:prstGeom>
            <a:noFill/>
            <a:ln w="571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sp>
          <p:nvSpPr>
            <p:cNvPr id="368" name="Line 182">
              <a:extLst>
                <a:ext uri="{FF2B5EF4-FFF2-40B4-BE49-F238E27FC236}">
                  <a16:creationId xmlns:a16="http://schemas.microsoft.com/office/drawing/2014/main" id="{BBC32111-3EBC-4204-A211-C6247B12579F}"/>
                </a:ext>
              </a:extLst>
            </p:cNvPr>
            <p:cNvSpPr>
              <a:spLocks noChangeShapeType="1"/>
            </p:cNvSpPr>
            <p:nvPr/>
          </p:nvSpPr>
          <p:spPr bwMode="ltGray">
            <a:xfrm flipH="1">
              <a:off x="960" y="720"/>
              <a:ext cx="384" cy="336"/>
            </a:xfrm>
            <a:prstGeom prst="line">
              <a:avLst/>
            </a:prstGeom>
            <a:noFill/>
            <a:ln w="571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grpSp>
      <p:grpSp>
        <p:nvGrpSpPr>
          <p:cNvPr id="369" name="Group 183">
            <a:extLst>
              <a:ext uri="{FF2B5EF4-FFF2-40B4-BE49-F238E27FC236}">
                <a16:creationId xmlns:a16="http://schemas.microsoft.com/office/drawing/2014/main" id="{CEBB4596-A805-4785-97F6-CD3E4BBA6BF1}"/>
              </a:ext>
            </a:extLst>
          </p:cNvPr>
          <p:cNvGrpSpPr>
            <a:grpSpLocks/>
          </p:cNvGrpSpPr>
          <p:nvPr/>
        </p:nvGrpSpPr>
        <p:grpSpPr bwMode="auto">
          <a:xfrm>
            <a:off x="10456985" y="3018558"/>
            <a:ext cx="609600" cy="533400"/>
            <a:chOff x="960" y="720"/>
            <a:chExt cx="384" cy="336"/>
          </a:xfrm>
        </p:grpSpPr>
        <p:sp>
          <p:nvSpPr>
            <p:cNvPr id="370" name="Line 184">
              <a:extLst>
                <a:ext uri="{FF2B5EF4-FFF2-40B4-BE49-F238E27FC236}">
                  <a16:creationId xmlns:a16="http://schemas.microsoft.com/office/drawing/2014/main" id="{A218CF8E-3E86-49BF-8929-AA5A250CAF8D}"/>
                </a:ext>
              </a:extLst>
            </p:cNvPr>
            <p:cNvSpPr>
              <a:spLocks noChangeShapeType="1"/>
            </p:cNvSpPr>
            <p:nvPr/>
          </p:nvSpPr>
          <p:spPr bwMode="ltGray">
            <a:xfrm>
              <a:off x="960" y="720"/>
              <a:ext cx="384" cy="336"/>
            </a:xfrm>
            <a:prstGeom prst="line">
              <a:avLst/>
            </a:prstGeom>
            <a:noFill/>
            <a:ln w="571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sp>
          <p:nvSpPr>
            <p:cNvPr id="371" name="Line 185">
              <a:extLst>
                <a:ext uri="{FF2B5EF4-FFF2-40B4-BE49-F238E27FC236}">
                  <a16:creationId xmlns:a16="http://schemas.microsoft.com/office/drawing/2014/main" id="{54E09C6A-5728-40D0-8EB5-C40F2517A841}"/>
                </a:ext>
              </a:extLst>
            </p:cNvPr>
            <p:cNvSpPr>
              <a:spLocks noChangeShapeType="1"/>
            </p:cNvSpPr>
            <p:nvPr/>
          </p:nvSpPr>
          <p:spPr bwMode="ltGray">
            <a:xfrm flipH="1">
              <a:off x="960" y="720"/>
              <a:ext cx="384" cy="336"/>
            </a:xfrm>
            <a:prstGeom prst="line">
              <a:avLst/>
            </a:prstGeom>
            <a:noFill/>
            <a:ln w="571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grpSp>
      <p:grpSp>
        <p:nvGrpSpPr>
          <p:cNvPr id="372" name="Group 186">
            <a:extLst>
              <a:ext uri="{FF2B5EF4-FFF2-40B4-BE49-F238E27FC236}">
                <a16:creationId xmlns:a16="http://schemas.microsoft.com/office/drawing/2014/main" id="{A51660FF-D265-48B1-8B71-11E32BDC2295}"/>
              </a:ext>
            </a:extLst>
          </p:cNvPr>
          <p:cNvGrpSpPr>
            <a:grpSpLocks/>
          </p:cNvGrpSpPr>
          <p:nvPr/>
        </p:nvGrpSpPr>
        <p:grpSpPr bwMode="auto">
          <a:xfrm>
            <a:off x="5580185" y="3551958"/>
            <a:ext cx="609600" cy="533400"/>
            <a:chOff x="960" y="720"/>
            <a:chExt cx="384" cy="336"/>
          </a:xfrm>
        </p:grpSpPr>
        <p:sp>
          <p:nvSpPr>
            <p:cNvPr id="373" name="Line 187">
              <a:extLst>
                <a:ext uri="{FF2B5EF4-FFF2-40B4-BE49-F238E27FC236}">
                  <a16:creationId xmlns:a16="http://schemas.microsoft.com/office/drawing/2014/main" id="{7379CF67-75CE-42C3-A92C-0ED6C6FFD27B}"/>
                </a:ext>
              </a:extLst>
            </p:cNvPr>
            <p:cNvSpPr>
              <a:spLocks noChangeShapeType="1"/>
            </p:cNvSpPr>
            <p:nvPr/>
          </p:nvSpPr>
          <p:spPr bwMode="ltGray">
            <a:xfrm>
              <a:off x="960" y="720"/>
              <a:ext cx="384" cy="336"/>
            </a:xfrm>
            <a:prstGeom prst="line">
              <a:avLst/>
            </a:prstGeom>
            <a:noFill/>
            <a:ln w="571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sp>
          <p:nvSpPr>
            <p:cNvPr id="374" name="Line 188">
              <a:extLst>
                <a:ext uri="{FF2B5EF4-FFF2-40B4-BE49-F238E27FC236}">
                  <a16:creationId xmlns:a16="http://schemas.microsoft.com/office/drawing/2014/main" id="{D6F55E3A-1406-4E70-AD94-FBAF56EAF116}"/>
                </a:ext>
              </a:extLst>
            </p:cNvPr>
            <p:cNvSpPr>
              <a:spLocks noChangeShapeType="1"/>
            </p:cNvSpPr>
            <p:nvPr/>
          </p:nvSpPr>
          <p:spPr bwMode="ltGray">
            <a:xfrm flipH="1">
              <a:off x="960" y="720"/>
              <a:ext cx="384" cy="336"/>
            </a:xfrm>
            <a:prstGeom prst="line">
              <a:avLst/>
            </a:prstGeom>
            <a:noFill/>
            <a:ln w="571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grpSp>
      <p:grpSp>
        <p:nvGrpSpPr>
          <p:cNvPr id="375" name="Group 189">
            <a:extLst>
              <a:ext uri="{FF2B5EF4-FFF2-40B4-BE49-F238E27FC236}">
                <a16:creationId xmlns:a16="http://schemas.microsoft.com/office/drawing/2014/main" id="{5DAC2A89-3047-4287-A572-7BDABA4522EC}"/>
              </a:ext>
            </a:extLst>
          </p:cNvPr>
          <p:cNvGrpSpPr>
            <a:grpSpLocks/>
          </p:cNvGrpSpPr>
          <p:nvPr/>
        </p:nvGrpSpPr>
        <p:grpSpPr bwMode="auto">
          <a:xfrm>
            <a:off x="6799385" y="3551958"/>
            <a:ext cx="609600" cy="533400"/>
            <a:chOff x="960" y="720"/>
            <a:chExt cx="384" cy="336"/>
          </a:xfrm>
        </p:grpSpPr>
        <p:sp>
          <p:nvSpPr>
            <p:cNvPr id="376" name="Line 190">
              <a:extLst>
                <a:ext uri="{FF2B5EF4-FFF2-40B4-BE49-F238E27FC236}">
                  <a16:creationId xmlns:a16="http://schemas.microsoft.com/office/drawing/2014/main" id="{96251F38-2940-4FFF-AE3C-557FC3918C53}"/>
                </a:ext>
              </a:extLst>
            </p:cNvPr>
            <p:cNvSpPr>
              <a:spLocks noChangeShapeType="1"/>
            </p:cNvSpPr>
            <p:nvPr/>
          </p:nvSpPr>
          <p:spPr bwMode="ltGray">
            <a:xfrm>
              <a:off x="960" y="720"/>
              <a:ext cx="384" cy="336"/>
            </a:xfrm>
            <a:prstGeom prst="line">
              <a:avLst/>
            </a:prstGeom>
            <a:noFill/>
            <a:ln w="571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sp>
          <p:nvSpPr>
            <p:cNvPr id="377" name="Line 191">
              <a:extLst>
                <a:ext uri="{FF2B5EF4-FFF2-40B4-BE49-F238E27FC236}">
                  <a16:creationId xmlns:a16="http://schemas.microsoft.com/office/drawing/2014/main" id="{3AAC5864-83C5-4229-9D46-C6E003834186}"/>
                </a:ext>
              </a:extLst>
            </p:cNvPr>
            <p:cNvSpPr>
              <a:spLocks noChangeShapeType="1"/>
            </p:cNvSpPr>
            <p:nvPr/>
          </p:nvSpPr>
          <p:spPr bwMode="ltGray">
            <a:xfrm flipH="1">
              <a:off x="960" y="720"/>
              <a:ext cx="384" cy="336"/>
            </a:xfrm>
            <a:prstGeom prst="line">
              <a:avLst/>
            </a:prstGeom>
            <a:noFill/>
            <a:ln w="571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grpSp>
      <p:grpSp>
        <p:nvGrpSpPr>
          <p:cNvPr id="378" name="Group 192">
            <a:extLst>
              <a:ext uri="{FF2B5EF4-FFF2-40B4-BE49-F238E27FC236}">
                <a16:creationId xmlns:a16="http://schemas.microsoft.com/office/drawing/2014/main" id="{F4BC4DE7-B99B-4277-892B-69DB73B9F262}"/>
              </a:ext>
            </a:extLst>
          </p:cNvPr>
          <p:cNvGrpSpPr>
            <a:grpSpLocks/>
          </p:cNvGrpSpPr>
          <p:nvPr/>
        </p:nvGrpSpPr>
        <p:grpSpPr bwMode="auto">
          <a:xfrm>
            <a:off x="8018585" y="3551958"/>
            <a:ext cx="609600" cy="533400"/>
            <a:chOff x="960" y="720"/>
            <a:chExt cx="384" cy="336"/>
          </a:xfrm>
        </p:grpSpPr>
        <p:sp>
          <p:nvSpPr>
            <p:cNvPr id="379" name="Line 193">
              <a:extLst>
                <a:ext uri="{FF2B5EF4-FFF2-40B4-BE49-F238E27FC236}">
                  <a16:creationId xmlns:a16="http://schemas.microsoft.com/office/drawing/2014/main" id="{FAEC195E-F54F-4CC2-BC0F-AE7477036F9C}"/>
                </a:ext>
              </a:extLst>
            </p:cNvPr>
            <p:cNvSpPr>
              <a:spLocks noChangeShapeType="1"/>
            </p:cNvSpPr>
            <p:nvPr/>
          </p:nvSpPr>
          <p:spPr bwMode="ltGray">
            <a:xfrm>
              <a:off x="960" y="720"/>
              <a:ext cx="384" cy="336"/>
            </a:xfrm>
            <a:prstGeom prst="line">
              <a:avLst/>
            </a:prstGeom>
            <a:noFill/>
            <a:ln w="571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sp>
          <p:nvSpPr>
            <p:cNvPr id="380" name="Line 194">
              <a:extLst>
                <a:ext uri="{FF2B5EF4-FFF2-40B4-BE49-F238E27FC236}">
                  <a16:creationId xmlns:a16="http://schemas.microsoft.com/office/drawing/2014/main" id="{414AE640-7AD4-4188-BD97-A247BB1F80CB}"/>
                </a:ext>
              </a:extLst>
            </p:cNvPr>
            <p:cNvSpPr>
              <a:spLocks noChangeShapeType="1"/>
            </p:cNvSpPr>
            <p:nvPr/>
          </p:nvSpPr>
          <p:spPr bwMode="ltGray">
            <a:xfrm flipH="1">
              <a:off x="960" y="720"/>
              <a:ext cx="384" cy="336"/>
            </a:xfrm>
            <a:prstGeom prst="line">
              <a:avLst/>
            </a:prstGeom>
            <a:noFill/>
            <a:ln w="571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grpSp>
      <p:grpSp>
        <p:nvGrpSpPr>
          <p:cNvPr id="381" name="Group 195">
            <a:extLst>
              <a:ext uri="{FF2B5EF4-FFF2-40B4-BE49-F238E27FC236}">
                <a16:creationId xmlns:a16="http://schemas.microsoft.com/office/drawing/2014/main" id="{67D46105-D146-456D-8B41-4B764A31F168}"/>
              </a:ext>
            </a:extLst>
          </p:cNvPr>
          <p:cNvGrpSpPr>
            <a:grpSpLocks/>
          </p:cNvGrpSpPr>
          <p:nvPr/>
        </p:nvGrpSpPr>
        <p:grpSpPr bwMode="auto">
          <a:xfrm>
            <a:off x="9237785" y="3551958"/>
            <a:ext cx="609600" cy="533400"/>
            <a:chOff x="960" y="720"/>
            <a:chExt cx="384" cy="336"/>
          </a:xfrm>
        </p:grpSpPr>
        <p:sp>
          <p:nvSpPr>
            <p:cNvPr id="382" name="Line 196">
              <a:extLst>
                <a:ext uri="{FF2B5EF4-FFF2-40B4-BE49-F238E27FC236}">
                  <a16:creationId xmlns:a16="http://schemas.microsoft.com/office/drawing/2014/main" id="{75E0DD29-CA59-4126-AB89-101DC6900AE1}"/>
                </a:ext>
              </a:extLst>
            </p:cNvPr>
            <p:cNvSpPr>
              <a:spLocks noChangeShapeType="1"/>
            </p:cNvSpPr>
            <p:nvPr/>
          </p:nvSpPr>
          <p:spPr bwMode="ltGray">
            <a:xfrm>
              <a:off x="960" y="720"/>
              <a:ext cx="384" cy="336"/>
            </a:xfrm>
            <a:prstGeom prst="line">
              <a:avLst/>
            </a:prstGeom>
            <a:noFill/>
            <a:ln w="571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sp>
          <p:nvSpPr>
            <p:cNvPr id="383" name="Line 197">
              <a:extLst>
                <a:ext uri="{FF2B5EF4-FFF2-40B4-BE49-F238E27FC236}">
                  <a16:creationId xmlns:a16="http://schemas.microsoft.com/office/drawing/2014/main" id="{80056358-10A2-4E22-B875-BAA1B7C192A7}"/>
                </a:ext>
              </a:extLst>
            </p:cNvPr>
            <p:cNvSpPr>
              <a:spLocks noChangeShapeType="1"/>
            </p:cNvSpPr>
            <p:nvPr/>
          </p:nvSpPr>
          <p:spPr bwMode="ltGray">
            <a:xfrm flipH="1">
              <a:off x="960" y="720"/>
              <a:ext cx="384" cy="336"/>
            </a:xfrm>
            <a:prstGeom prst="line">
              <a:avLst/>
            </a:prstGeom>
            <a:noFill/>
            <a:ln w="571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grpSp>
      <p:grpSp>
        <p:nvGrpSpPr>
          <p:cNvPr id="384" name="Group 198">
            <a:extLst>
              <a:ext uri="{FF2B5EF4-FFF2-40B4-BE49-F238E27FC236}">
                <a16:creationId xmlns:a16="http://schemas.microsoft.com/office/drawing/2014/main" id="{FC8A424D-2627-4D34-A253-86AE4B31070D}"/>
              </a:ext>
            </a:extLst>
          </p:cNvPr>
          <p:cNvGrpSpPr>
            <a:grpSpLocks/>
          </p:cNvGrpSpPr>
          <p:nvPr/>
        </p:nvGrpSpPr>
        <p:grpSpPr bwMode="auto">
          <a:xfrm>
            <a:off x="10456985" y="3551958"/>
            <a:ext cx="609600" cy="533400"/>
            <a:chOff x="960" y="720"/>
            <a:chExt cx="384" cy="336"/>
          </a:xfrm>
        </p:grpSpPr>
        <p:sp>
          <p:nvSpPr>
            <p:cNvPr id="385" name="Line 199">
              <a:extLst>
                <a:ext uri="{FF2B5EF4-FFF2-40B4-BE49-F238E27FC236}">
                  <a16:creationId xmlns:a16="http://schemas.microsoft.com/office/drawing/2014/main" id="{046AC26E-1CCC-45C0-ADB2-380907ED84AD}"/>
                </a:ext>
              </a:extLst>
            </p:cNvPr>
            <p:cNvSpPr>
              <a:spLocks noChangeShapeType="1"/>
            </p:cNvSpPr>
            <p:nvPr/>
          </p:nvSpPr>
          <p:spPr bwMode="ltGray">
            <a:xfrm>
              <a:off x="960" y="720"/>
              <a:ext cx="384" cy="336"/>
            </a:xfrm>
            <a:prstGeom prst="line">
              <a:avLst/>
            </a:prstGeom>
            <a:noFill/>
            <a:ln w="571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sp>
          <p:nvSpPr>
            <p:cNvPr id="386" name="Line 200">
              <a:extLst>
                <a:ext uri="{FF2B5EF4-FFF2-40B4-BE49-F238E27FC236}">
                  <a16:creationId xmlns:a16="http://schemas.microsoft.com/office/drawing/2014/main" id="{91F79ED3-7917-42CD-8A64-0B04D18DC2E0}"/>
                </a:ext>
              </a:extLst>
            </p:cNvPr>
            <p:cNvSpPr>
              <a:spLocks noChangeShapeType="1"/>
            </p:cNvSpPr>
            <p:nvPr/>
          </p:nvSpPr>
          <p:spPr bwMode="ltGray">
            <a:xfrm flipH="1">
              <a:off x="960" y="720"/>
              <a:ext cx="384" cy="336"/>
            </a:xfrm>
            <a:prstGeom prst="line">
              <a:avLst/>
            </a:prstGeom>
            <a:noFill/>
            <a:ln w="571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grpSp>
      <p:grpSp>
        <p:nvGrpSpPr>
          <p:cNvPr id="387" name="Group 201">
            <a:extLst>
              <a:ext uri="{FF2B5EF4-FFF2-40B4-BE49-F238E27FC236}">
                <a16:creationId xmlns:a16="http://schemas.microsoft.com/office/drawing/2014/main" id="{8DF35C93-2FD9-47A9-8E78-3178EC084A53}"/>
              </a:ext>
            </a:extLst>
          </p:cNvPr>
          <p:cNvGrpSpPr>
            <a:grpSpLocks/>
          </p:cNvGrpSpPr>
          <p:nvPr/>
        </p:nvGrpSpPr>
        <p:grpSpPr bwMode="auto">
          <a:xfrm>
            <a:off x="5580185" y="4009158"/>
            <a:ext cx="609600" cy="533400"/>
            <a:chOff x="960" y="720"/>
            <a:chExt cx="384" cy="336"/>
          </a:xfrm>
        </p:grpSpPr>
        <p:sp>
          <p:nvSpPr>
            <p:cNvPr id="388" name="Line 202">
              <a:extLst>
                <a:ext uri="{FF2B5EF4-FFF2-40B4-BE49-F238E27FC236}">
                  <a16:creationId xmlns:a16="http://schemas.microsoft.com/office/drawing/2014/main" id="{F147685B-F2D9-4D50-AB9F-1045BD59370D}"/>
                </a:ext>
              </a:extLst>
            </p:cNvPr>
            <p:cNvSpPr>
              <a:spLocks noChangeShapeType="1"/>
            </p:cNvSpPr>
            <p:nvPr/>
          </p:nvSpPr>
          <p:spPr bwMode="ltGray">
            <a:xfrm>
              <a:off x="960" y="720"/>
              <a:ext cx="384" cy="336"/>
            </a:xfrm>
            <a:prstGeom prst="line">
              <a:avLst/>
            </a:prstGeom>
            <a:noFill/>
            <a:ln w="571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sp>
          <p:nvSpPr>
            <p:cNvPr id="389" name="Line 203">
              <a:extLst>
                <a:ext uri="{FF2B5EF4-FFF2-40B4-BE49-F238E27FC236}">
                  <a16:creationId xmlns:a16="http://schemas.microsoft.com/office/drawing/2014/main" id="{E7132387-B03E-4B4A-B415-EA69CF15456A}"/>
                </a:ext>
              </a:extLst>
            </p:cNvPr>
            <p:cNvSpPr>
              <a:spLocks noChangeShapeType="1"/>
            </p:cNvSpPr>
            <p:nvPr/>
          </p:nvSpPr>
          <p:spPr bwMode="ltGray">
            <a:xfrm flipH="1">
              <a:off x="960" y="720"/>
              <a:ext cx="384" cy="336"/>
            </a:xfrm>
            <a:prstGeom prst="line">
              <a:avLst/>
            </a:prstGeom>
            <a:noFill/>
            <a:ln w="571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grpSp>
      <p:grpSp>
        <p:nvGrpSpPr>
          <p:cNvPr id="390" name="Group 204">
            <a:extLst>
              <a:ext uri="{FF2B5EF4-FFF2-40B4-BE49-F238E27FC236}">
                <a16:creationId xmlns:a16="http://schemas.microsoft.com/office/drawing/2014/main" id="{D3D87360-49F0-44F6-A6C3-59EDE3D6B3B8}"/>
              </a:ext>
            </a:extLst>
          </p:cNvPr>
          <p:cNvGrpSpPr>
            <a:grpSpLocks/>
          </p:cNvGrpSpPr>
          <p:nvPr/>
        </p:nvGrpSpPr>
        <p:grpSpPr bwMode="auto">
          <a:xfrm>
            <a:off x="6799385" y="4009158"/>
            <a:ext cx="609600" cy="533400"/>
            <a:chOff x="960" y="720"/>
            <a:chExt cx="384" cy="336"/>
          </a:xfrm>
        </p:grpSpPr>
        <p:sp>
          <p:nvSpPr>
            <p:cNvPr id="391" name="Line 205">
              <a:extLst>
                <a:ext uri="{FF2B5EF4-FFF2-40B4-BE49-F238E27FC236}">
                  <a16:creationId xmlns:a16="http://schemas.microsoft.com/office/drawing/2014/main" id="{0D6D202B-A1B9-4BEE-8650-40F002B8D1D0}"/>
                </a:ext>
              </a:extLst>
            </p:cNvPr>
            <p:cNvSpPr>
              <a:spLocks noChangeShapeType="1"/>
            </p:cNvSpPr>
            <p:nvPr/>
          </p:nvSpPr>
          <p:spPr bwMode="ltGray">
            <a:xfrm>
              <a:off x="960" y="720"/>
              <a:ext cx="384" cy="336"/>
            </a:xfrm>
            <a:prstGeom prst="line">
              <a:avLst/>
            </a:prstGeom>
            <a:noFill/>
            <a:ln w="571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sp>
          <p:nvSpPr>
            <p:cNvPr id="392" name="Line 206">
              <a:extLst>
                <a:ext uri="{FF2B5EF4-FFF2-40B4-BE49-F238E27FC236}">
                  <a16:creationId xmlns:a16="http://schemas.microsoft.com/office/drawing/2014/main" id="{53C18AE9-9C61-40D7-8E29-4DF2F226F713}"/>
                </a:ext>
              </a:extLst>
            </p:cNvPr>
            <p:cNvSpPr>
              <a:spLocks noChangeShapeType="1"/>
            </p:cNvSpPr>
            <p:nvPr/>
          </p:nvSpPr>
          <p:spPr bwMode="ltGray">
            <a:xfrm flipH="1">
              <a:off x="960" y="720"/>
              <a:ext cx="384" cy="336"/>
            </a:xfrm>
            <a:prstGeom prst="line">
              <a:avLst/>
            </a:prstGeom>
            <a:noFill/>
            <a:ln w="571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grpSp>
      <p:grpSp>
        <p:nvGrpSpPr>
          <p:cNvPr id="393" name="Group 207">
            <a:extLst>
              <a:ext uri="{FF2B5EF4-FFF2-40B4-BE49-F238E27FC236}">
                <a16:creationId xmlns:a16="http://schemas.microsoft.com/office/drawing/2014/main" id="{F3AB1740-F902-44D2-ABA8-5BA666E9B18A}"/>
              </a:ext>
            </a:extLst>
          </p:cNvPr>
          <p:cNvGrpSpPr>
            <a:grpSpLocks/>
          </p:cNvGrpSpPr>
          <p:nvPr/>
        </p:nvGrpSpPr>
        <p:grpSpPr bwMode="auto">
          <a:xfrm>
            <a:off x="8018585" y="4009158"/>
            <a:ext cx="609600" cy="533400"/>
            <a:chOff x="960" y="720"/>
            <a:chExt cx="384" cy="336"/>
          </a:xfrm>
        </p:grpSpPr>
        <p:sp>
          <p:nvSpPr>
            <p:cNvPr id="394" name="Line 208">
              <a:extLst>
                <a:ext uri="{FF2B5EF4-FFF2-40B4-BE49-F238E27FC236}">
                  <a16:creationId xmlns:a16="http://schemas.microsoft.com/office/drawing/2014/main" id="{43B3C84D-242B-48A0-9C89-B94D25A2F6B6}"/>
                </a:ext>
              </a:extLst>
            </p:cNvPr>
            <p:cNvSpPr>
              <a:spLocks noChangeShapeType="1"/>
            </p:cNvSpPr>
            <p:nvPr/>
          </p:nvSpPr>
          <p:spPr bwMode="ltGray">
            <a:xfrm>
              <a:off x="960" y="720"/>
              <a:ext cx="384" cy="336"/>
            </a:xfrm>
            <a:prstGeom prst="line">
              <a:avLst/>
            </a:prstGeom>
            <a:noFill/>
            <a:ln w="571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sp>
          <p:nvSpPr>
            <p:cNvPr id="395" name="Line 209">
              <a:extLst>
                <a:ext uri="{FF2B5EF4-FFF2-40B4-BE49-F238E27FC236}">
                  <a16:creationId xmlns:a16="http://schemas.microsoft.com/office/drawing/2014/main" id="{14F0E17F-1B0C-406B-B60E-89045D9E0FD6}"/>
                </a:ext>
              </a:extLst>
            </p:cNvPr>
            <p:cNvSpPr>
              <a:spLocks noChangeShapeType="1"/>
            </p:cNvSpPr>
            <p:nvPr/>
          </p:nvSpPr>
          <p:spPr bwMode="ltGray">
            <a:xfrm flipH="1">
              <a:off x="960" y="720"/>
              <a:ext cx="384" cy="336"/>
            </a:xfrm>
            <a:prstGeom prst="line">
              <a:avLst/>
            </a:prstGeom>
            <a:noFill/>
            <a:ln w="571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grpSp>
      <p:grpSp>
        <p:nvGrpSpPr>
          <p:cNvPr id="396" name="Group 210">
            <a:extLst>
              <a:ext uri="{FF2B5EF4-FFF2-40B4-BE49-F238E27FC236}">
                <a16:creationId xmlns:a16="http://schemas.microsoft.com/office/drawing/2014/main" id="{29A8FEB1-A309-4BA1-830E-E88C4D3FB498}"/>
              </a:ext>
            </a:extLst>
          </p:cNvPr>
          <p:cNvGrpSpPr>
            <a:grpSpLocks/>
          </p:cNvGrpSpPr>
          <p:nvPr/>
        </p:nvGrpSpPr>
        <p:grpSpPr bwMode="auto">
          <a:xfrm>
            <a:off x="9237785" y="4009158"/>
            <a:ext cx="609600" cy="533400"/>
            <a:chOff x="960" y="720"/>
            <a:chExt cx="384" cy="336"/>
          </a:xfrm>
        </p:grpSpPr>
        <p:sp>
          <p:nvSpPr>
            <p:cNvPr id="397" name="Line 211">
              <a:extLst>
                <a:ext uri="{FF2B5EF4-FFF2-40B4-BE49-F238E27FC236}">
                  <a16:creationId xmlns:a16="http://schemas.microsoft.com/office/drawing/2014/main" id="{B5FF3E37-A01E-460A-83E9-85A8C77CA4F0}"/>
                </a:ext>
              </a:extLst>
            </p:cNvPr>
            <p:cNvSpPr>
              <a:spLocks noChangeShapeType="1"/>
            </p:cNvSpPr>
            <p:nvPr/>
          </p:nvSpPr>
          <p:spPr bwMode="ltGray">
            <a:xfrm>
              <a:off x="960" y="720"/>
              <a:ext cx="384" cy="336"/>
            </a:xfrm>
            <a:prstGeom prst="line">
              <a:avLst/>
            </a:prstGeom>
            <a:noFill/>
            <a:ln w="571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sp>
          <p:nvSpPr>
            <p:cNvPr id="398" name="Line 212">
              <a:extLst>
                <a:ext uri="{FF2B5EF4-FFF2-40B4-BE49-F238E27FC236}">
                  <a16:creationId xmlns:a16="http://schemas.microsoft.com/office/drawing/2014/main" id="{81093D31-8E4F-463A-811F-29355746026D}"/>
                </a:ext>
              </a:extLst>
            </p:cNvPr>
            <p:cNvSpPr>
              <a:spLocks noChangeShapeType="1"/>
            </p:cNvSpPr>
            <p:nvPr/>
          </p:nvSpPr>
          <p:spPr bwMode="ltGray">
            <a:xfrm flipH="1">
              <a:off x="960" y="720"/>
              <a:ext cx="384" cy="336"/>
            </a:xfrm>
            <a:prstGeom prst="line">
              <a:avLst/>
            </a:prstGeom>
            <a:noFill/>
            <a:ln w="571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grpSp>
      <p:grpSp>
        <p:nvGrpSpPr>
          <p:cNvPr id="399" name="Group 213">
            <a:extLst>
              <a:ext uri="{FF2B5EF4-FFF2-40B4-BE49-F238E27FC236}">
                <a16:creationId xmlns:a16="http://schemas.microsoft.com/office/drawing/2014/main" id="{441CBD97-5758-4095-BB5A-3A396C0D5417}"/>
              </a:ext>
            </a:extLst>
          </p:cNvPr>
          <p:cNvGrpSpPr>
            <a:grpSpLocks/>
          </p:cNvGrpSpPr>
          <p:nvPr/>
        </p:nvGrpSpPr>
        <p:grpSpPr bwMode="auto">
          <a:xfrm>
            <a:off x="10456985" y="4009158"/>
            <a:ext cx="609600" cy="533400"/>
            <a:chOff x="960" y="720"/>
            <a:chExt cx="384" cy="336"/>
          </a:xfrm>
        </p:grpSpPr>
        <p:sp>
          <p:nvSpPr>
            <p:cNvPr id="400" name="Line 214">
              <a:extLst>
                <a:ext uri="{FF2B5EF4-FFF2-40B4-BE49-F238E27FC236}">
                  <a16:creationId xmlns:a16="http://schemas.microsoft.com/office/drawing/2014/main" id="{A0305AA3-F0AE-453D-97EA-E0C57FA2E238}"/>
                </a:ext>
              </a:extLst>
            </p:cNvPr>
            <p:cNvSpPr>
              <a:spLocks noChangeShapeType="1"/>
            </p:cNvSpPr>
            <p:nvPr/>
          </p:nvSpPr>
          <p:spPr bwMode="ltGray">
            <a:xfrm>
              <a:off x="960" y="720"/>
              <a:ext cx="384" cy="336"/>
            </a:xfrm>
            <a:prstGeom prst="line">
              <a:avLst/>
            </a:prstGeom>
            <a:noFill/>
            <a:ln w="571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sp>
          <p:nvSpPr>
            <p:cNvPr id="401" name="Line 215">
              <a:extLst>
                <a:ext uri="{FF2B5EF4-FFF2-40B4-BE49-F238E27FC236}">
                  <a16:creationId xmlns:a16="http://schemas.microsoft.com/office/drawing/2014/main" id="{7BDAC974-8FA6-4623-8F4F-716FCF77B5C5}"/>
                </a:ext>
              </a:extLst>
            </p:cNvPr>
            <p:cNvSpPr>
              <a:spLocks noChangeShapeType="1"/>
            </p:cNvSpPr>
            <p:nvPr/>
          </p:nvSpPr>
          <p:spPr bwMode="ltGray">
            <a:xfrm flipH="1">
              <a:off x="960" y="720"/>
              <a:ext cx="384" cy="336"/>
            </a:xfrm>
            <a:prstGeom prst="line">
              <a:avLst/>
            </a:prstGeom>
            <a:noFill/>
            <a:ln w="571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grpSp>
      <p:grpSp>
        <p:nvGrpSpPr>
          <p:cNvPr id="402" name="Group 216">
            <a:extLst>
              <a:ext uri="{FF2B5EF4-FFF2-40B4-BE49-F238E27FC236}">
                <a16:creationId xmlns:a16="http://schemas.microsoft.com/office/drawing/2014/main" id="{0C7E155D-9E0E-4737-B8F9-9B79973E1CC7}"/>
              </a:ext>
            </a:extLst>
          </p:cNvPr>
          <p:cNvGrpSpPr>
            <a:grpSpLocks/>
          </p:cNvGrpSpPr>
          <p:nvPr/>
        </p:nvGrpSpPr>
        <p:grpSpPr bwMode="auto">
          <a:xfrm>
            <a:off x="5580185" y="4542558"/>
            <a:ext cx="609600" cy="533400"/>
            <a:chOff x="960" y="720"/>
            <a:chExt cx="384" cy="336"/>
          </a:xfrm>
        </p:grpSpPr>
        <p:sp>
          <p:nvSpPr>
            <p:cNvPr id="403" name="Line 217">
              <a:extLst>
                <a:ext uri="{FF2B5EF4-FFF2-40B4-BE49-F238E27FC236}">
                  <a16:creationId xmlns:a16="http://schemas.microsoft.com/office/drawing/2014/main" id="{B755A9F6-B5BA-4CD0-87FA-0D719962121D}"/>
                </a:ext>
              </a:extLst>
            </p:cNvPr>
            <p:cNvSpPr>
              <a:spLocks noChangeShapeType="1"/>
            </p:cNvSpPr>
            <p:nvPr/>
          </p:nvSpPr>
          <p:spPr bwMode="ltGray">
            <a:xfrm>
              <a:off x="960" y="720"/>
              <a:ext cx="384" cy="336"/>
            </a:xfrm>
            <a:prstGeom prst="line">
              <a:avLst/>
            </a:prstGeom>
            <a:noFill/>
            <a:ln w="571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sp>
          <p:nvSpPr>
            <p:cNvPr id="404" name="Line 218">
              <a:extLst>
                <a:ext uri="{FF2B5EF4-FFF2-40B4-BE49-F238E27FC236}">
                  <a16:creationId xmlns:a16="http://schemas.microsoft.com/office/drawing/2014/main" id="{0B5F5AE3-BB42-42FD-A32F-819C0F0207E9}"/>
                </a:ext>
              </a:extLst>
            </p:cNvPr>
            <p:cNvSpPr>
              <a:spLocks noChangeShapeType="1"/>
            </p:cNvSpPr>
            <p:nvPr/>
          </p:nvSpPr>
          <p:spPr bwMode="ltGray">
            <a:xfrm flipH="1">
              <a:off x="960" y="720"/>
              <a:ext cx="384" cy="336"/>
            </a:xfrm>
            <a:prstGeom prst="line">
              <a:avLst/>
            </a:prstGeom>
            <a:noFill/>
            <a:ln w="571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grpSp>
      <p:grpSp>
        <p:nvGrpSpPr>
          <p:cNvPr id="405" name="Group 219">
            <a:extLst>
              <a:ext uri="{FF2B5EF4-FFF2-40B4-BE49-F238E27FC236}">
                <a16:creationId xmlns:a16="http://schemas.microsoft.com/office/drawing/2014/main" id="{415CEC09-9683-4E6D-83EA-E4C461BAA566}"/>
              </a:ext>
            </a:extLst>
          </p:cNvPr>
          <p:cNvGrpSpPr>
            <a:grpSpLocks/>
          </p:cNvGrpSpPr>
          <p:nvPr/>
        </p:nvGrpSpPr>
        <p:grpSpPr bwMode="auto">
          <a:xfrm>
            <a:off x="6799385" y="4542558"/>
            <a:ext cx="609600" cy="533400"/>
            <a:chOff x="960" y="720"/>
            <a:chExt cx="384" cy="336"/>
          </a:xfrm>
        </p:grpSpPr>
        <p:sp>
          <p:nvSpPr>
            <p:cNvPr id="406" name="Line 220">
              <a:extLst>
                <a:ext uri="{FF2B5EF4-FFF2-40B4-BE49-F238E27FC236}">
                  <a16:creationId xmlns:a16="http://schemas.microsoft.com/office/drawing/2014/main" id="{48B37312-A796-4242-B3B1-57C93DD6084A}"/>
                </a:ext>
              </a:extLst>
            </p:cNvPr>
            <p:cNvSpPr>
              <a:spLocks noChangeShapeType="1"/>
            </p:cNvSpPr>
            <p:nvPr/>
          </p:nvSpPr>
          <p:spPr bwMode="ltGray">
            <a:xfrm>
              <a:off x="960" y="720"/>
              <a:ext cx="384" cy="336"/>
            </a:xfrm>
            <a:prstGeom prst="line">
              <a:avLst/>
            </a:prstGeom>
            <a:noFill/>
            <a:ln w="571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sp>
          <p:nvSpPr>
            <p:cNvPr id="407" name="Line 221">
              <a:extLst>
                <a:ext uri="{FF2B5EF4-FFF2-40B4-BE49-F238E27FC236}">
                  <a16:creationId xmlns:a16="http://schemas.microsoft.com/office/drawing/2014/main" id="{B990E156-3BB3-4AE9-BF4B-7BBB2138E066}"/>
                </a:ext>
              </a:extLst>
            </p:cNvPr>
            <p:cNvSpPr>
              <a:spLocks noChangeShapeType="1"/>
            </p:cNvSpPr>
            <p:nvPr/>
          </p:nvSpPr>
          <p:spPr bwMode="ltGray">
            <a:xfrm flipH="1">
              <a:off x="960" y="720"/>
              <a:ext cx="384" cy="336"/>
            </a:xfrm>
            <a:prstGeom prst="line">
              <a:avLst/>
            </a:prstGeom>
            <a:noFill/>
            <a:ln w="571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grpSp>
      <p:grpSp>
        <p:nvGrpSpPr>
          <p:cNvPr id="408" name="Group 222">
            <a:extLst>
              <a:ext uri="{FF2B5EF4-FFF2-40B4-BE49-F238E27FC236}">
                <a16:creationId xmlns:a16="http://schemas.microsoft.com/office/drawing/2014/main" id="{A8912021-99E5-459C-8B48-B40392DE35BE}"/>
              </a:ext>
            </a:extLst>
          </p:cNvPr>
          <p:cNvGrpSpPr>
            <a:grpSpLocks/>
          </p:cNvGrpSpPr>
          <p:nvPr/>
        </p:nvGrpSpPr>
        <p:grpSpPr bwMode="auto">
          <a:xfrm>
            <a:off x="8018585" y="4542558"/>
            <a:ext cx="609600" cy="533400"/>
            <a:chOff x="960" y="720"/>
            <a:chExt cx="384" cy="336"/>
          </a:xfrm>
        </p:grpSpPr>
        <p:sp>
          <p:nvSpPr>
            <p:cNvPr id="409" name="Line 223">
              <a:extLst>
                <a:ext uri="{FF2B5EF4-FFF2-40B4-BE49-F238E27FC236}">
                  <a16:creationId xmlns:a16="http://schemas.microsoft.com/office/drawing/2014/main" id="{9667A66E-15B9-4A1F-88AB-06F0F200C887}"/>
                </a:ext>
              </a:extLst>
            </p:cNvPr>
            <p:cNvSpPr>
              <a:spLocks noChangeShapeType="1"/>
            </p:cNvSpPr>
            <p:nvPr/>
          </p:nvSpPr>
          <p:spPr bwMode="ltGray">
            <a:xfrm>
              <a:off x="960" y="720"/>
              <a:ext cx="384" cy="336"/>
            </a:xfrm>
            <a:prstGeom prst="line">
              <a:avLst/>
            </a:prstGeom>
            <a:noFill/>
            <a:ln w="571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sp>
          <p:nvSpPr>
            <p:cNvPr id="410" name="Line 224">
              <a:extLst>
                <a:ext uri="{FF2B5EF4-FFF2-40B4-BE49-F238E27FC236}">
                  <a16:creationId xmlns:a16="http://schemas.microsoft.com/office/drawing/2014/main" id="{FA3D05F6-2470-4B6C-9353-951E33878723}"/>
                </a:ext>
              </a:extLst>
            </p:cNvPr>
            <p:cNvSpPr>
              <a:spLocks noChangeShapeType="1"/>
            </p:cNvSpPr>
            <p:nvPr/>
          </p:nvSpPr>
          <p:spPr bwMode="ltGray">
            <a:xfrm flipH="1">
              <a:off x="960" y="720"/>
              <a:ext cx="384" cy="336"/>
            </a:xfrm>
            <a:prstGeom prst="line">
              <a:avLst/>
            </a:prstGeom>
            <a:noFill/>
            <a:ln w="571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grpSp>
      <p:grpSp>
        <p:nvGrpSpPr>
          <p:cNvPr id="411" name="Group 225">
            <a:extLst>
              <a:ext uri="{FF2B5EF4-FFF2-40B4-BE49-F238E27FC236}">
                <a16:creationId xmlns:a16="http://schemas.microsoft.com/office/drawing/2014/main" id="{4CFD3D37-106D-4142-B43F-EC0B59917E77}"/>
              </a:ext>
            </a:extLst>
          </p:cNvPr>
          <p:cNvGrpSpPr>
            <a:grpSpLocks/>
          </p:cNvGrpSpPr>
          <p:nvPr/>
        </p:nvGrpSpPr>
        <p:grpSpPr bwMode="auto">
          <a:xfrm>
            <a:off x="9237785" y="4542558"/>
            <a:ext cx="609600" cy="533400"/>
            <a:chOff x="960" y="720"/>
            <a:chExt cx="384" cy="336"/>
          </a:xfrm>
        </p:grpSpPr>
        <p:sp>
          <p:nvSpPr>
            <p:cNvPr id="412" name="Line 226">
              <a:extLst>
                <a:ext uri="{FF2B5EF4-FFF2-40B4-BE49-F238E27FC236}">
                  <a16:creationId xmlns:a16="http://schemas.microsoft.com/office/drawing/2014/main" id="{862EC5F0-57D8-450F-9C83-444D585DA48E}"/>
                </a:ext>
              </a:extLst>
            </p:cNvPr>
            <p:cNvSpPr>
              <a:spLocks noChangeShapeType="1"/>
            </p:cNvSpPr>
            <p:nvPr/>
          </p:nvSpPr>
          <p:spPr bwMode="ltGray">
            <a:xfrm>
              <a:off x="960" y="720"/>
              <a:ext cx="384" cy="336"/>
            </a:xfrm>
            <a:prstGeom prst="line">
              <a:avLst/>
            </a:prstGeom>
            <a:noFill/>
            <a:ln w="571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sp>
          <p:nvSpPr>
            <p:cNvPr id="413" name="Line 227">
              <a:extLst>
                <a:ext uri="{FF2B5EF4-FFF2-40B4-BE49-F238E27FC236}">
                  <a16:creationId xmlns:a16="http://schemas.microsoft.com/office/drawing/2014/main" id="{0A58EE03-4CB8-4996-A11A-1174D2401611}"/>
                </a:ext>
              </a:extLst>
            </p:cNvPr>
            <p:cNvSpPr>
              <a:spLocks noChangeShapeType="1"/>
            </p:cNvSpPr>
            <p:nvPr/>
          </p:nvSpPr>
          <p:spPr bwMode="ltGray">
            <a:xfrm flipH="1">
              <a:off x="960" y="720"/>
              <a:ext cx="384" cy="336"/>
            </a:xfrm>
            <a:prstGeom prst="line">
              <a:avLst/>
            </a:prstGeom>
            <a:noFill/>
            <a:ln w="571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grpSp>
      <p:grpSp>
        <p:nvGrpSpPr>
          <p:cNvPr id="414" name="Group 228">
            <a:extLst>
              <a:ext uri="{FF2B5EF4-FFF2-40B4-BE49-F238E27FC236}">
                <a16:creationId xmlns:a16="http://schemas.microsoft.com/office/drawing/2014/main" id="{8375900C-F11A-4448-BEB8-DE5DEEA206B0}"/>
              </a:ext>
            </a:extLst>
          </p:cNvPr>
          <p:cNvGrpSpPr>
            <a:grpSpLocks/>
          </p:cNvGrpSpPr>
          <p:nvPr/>
        </p:nvGrpSpPr>
        <p:grpSpPr bwMode="auto">
          <a:xfrm>
            <a:off x="10456985" y="4542558"/>
            <a:ext cx="609600" cy="533400"/>
            <a:chOff x="960" y="720"/>
            <a:chExt cx="384" cy="336"/>
          </a:xfrm>
        </p:grpSpPr>
        <p:sp>
          <p:nvSpPr>
            <p:cNvPr id="415" name="Line 229">
              <a:extLst>
                <a:ext uri="{FF2B5EF4-FFF2-40B4-BE49-F238E27FC236}">
                  <a16:creationId xmlns:a16="http://schemas.microsoft.com/office/drawing/2014/main" id="{66900884-B5A4-49DB-81D4-6CBBC5718177}"/>
                </a:ext>
              </a:extLst>
            </p:cNvPr>
            <p:cNvSpPr>
              <a:spLocks noChangeShapeType="1"/>
            </p:cNvSpPr>
            <p:nvPr/>
          </p:nvSpPr>
          <p:spPr bwMode="ltGray">
            <a:xfrm>
              <a:off x="960" y="720"/>
              <a:ext cx="384" cy="336"/>
            </a:xfrm>
            <a:prstGeom prst="line">
              <a:avLst/>
            </a:prstGeom>
            <a:noFill/>
            <a:ln w="571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sp>
          <p:nvSpPr>
            <p:cNvPr id="416" name="Line 230">
              <a:extLst>
                <a:ext uri="{FF2B5EF4-FFF2-40B4-BE49-F238E27FC236}">
                  <a16:creationId xmlns:a16="http://schemas.microsoft.com/office/drawing/2014/main" id="{C3787444-1644-4E55-BBE4-1F0B62392208}"/>
                </a:ext>
              </a:extLst>
            </p:cNvPr>
            <p:cNvSpPr>
              <a:spLocks noChangeShapeType="1"/>
            </p:cNvSpPr>
            <p:nvPr/>
          </p:nvSpPr>
          <p:spPr bwMode="ltGray">
            <a:xfrm flipH="1">
              <a:off x="960" y="720"/>
              <a:ext cx="384" cy="336"/>
            </a:xfrm>
            <a:prstGeom prst="line">
              <a:avLst/>
            </a:prstGeom>
            <a:noFill/>
            <a:ln w="571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grpSp>
      <p:grpSp>
        <p:nvGrpSpPr>
          <p:cNvPr id="417" name="Group 231">
            <a:extLst>
              <a:ext uri="{FF2B5EF4-FFF2-40B4-BE49-F238E27FC236}">
                <a16:creationId xmlns:a16="http://schemas.microsoft.com/office/drawing/2014/main" id="{FE95028B-6418-4878-884E-F814FA68951A}"/>
              </a:ext>
            </a:extLst>
          </p:cNvPr>
          <p:cNvGrpSpPr>
            <a:grpSpLocks/>
          </p:cNvGrpSpPr>
          <p:nvPr/>
        </p:nvGrpSpPr>
        <p:grpSpPr bwMode="auto">
          <a:xfrm>
            <a:off x="5580185" y="5075958"/>
            <a:ext cx="609600" cy="533400"/>
            <a:chOff x="960" y="720"/>
            <a:chExt cx="384" cy="336"/>
          </a:xfrm>
        </p:grpSpPr>
        <p:sp>
          <p:nvSpPr>
            <p:cNvPr id="418" name="Line 232">
              <a:extLst>
                <a:ext uri="{FF2B5EF4-FFF2-40B4-BE49-F238E27FC236}">
                  <a16:creationId xmlns:a16="http://schemas.microsoft.com/office/drawing/2014/main" id="{1649C4B8-04A7-4F6A-A850-8D428A3AA16D}"/>
                </a:ext>
              </a:extLst>
            </p:cNvPr>
            <p:cNvSpPr>
              <a:spLocks noChangeShapeType="1"/>
            </p:cNvSpPr>
            <p:nvPr/>
          </p:nvSpPr>
          <p:spPr bwMode="ltGray">
            <a:xfrm>
              <a:off x="960" y="720"/>
              <a:ext cx="384" cy="336"/>
            </a:xfrm>
            <a:prstGeom prst="line">
              <a:avLst/>
            </a:prstGeom>
            <a:noFill/>
            <a:ln w="571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sp>
          <p:nvSpPr>
            <p:cNvPr id="419" name="Line 233">
              <a:extLst>
                <a:ext uri="{FF2B5EF4-FFF2-40B4-BE49-F238E27FC236}">
                  <a16:creationId xmlns:a16="http://schemas.microsoft.com/office/drawing/2014/main" id="{1E3C0722-0BCB-4168-89C5-B9CECD9DDBA7}"/>
                </a:ext>
              </a:extLst>
            </p:cNvPr>
            <p:cNvSpPr>
              <a:spLocks noChangeShapeType="1"/>
            </p:cNvSpPr>
            <p:nvPr/>
          </p:nvSpPr>
          <p:spPr bwMode="ltGray">
            <a:xfrm flipH="1">
              <a:off x="960" y="720"/>
              <a:ext cx="384" cy="336"/>
            </a:xfrm>
            <a:prstGeom prst="line">
              <a:avLst/>
            </a:prstGeom>
            <a:noFill/>
            <a:ln w="571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grpSp>
      <p:grpSp>
        <p:nvGrpSpPr>
          <p:cNvPr id="420" name="Group 234">
            <a:extLst>
              <a:ext uri="{FF2B5EF4-FFF2-40B4-BE49-F238E27FC236}">
                <a16:creationId xmlns:a16="http://schemas.microsoft.com/office/drawing/2014/main" id="{B9054060-4F2E-4A21-A8FC-FD6262F88991}"/>
              </a:ext>
            </a:extLst>
          </p:cNvPr>
          <p:cNvGrpSpPr>
            <a:grpSpLocks/>
          </p:cNvGrpSpPr>
          <p:nvPr/>
        </p:nvGrpSpPr>
        <p:grpSpPr bwMode="auto">
          <a:xfrm>
            <a:off x="6799385" y="5075958"/>
            <a:ext cx="609600" cy="533400"/>
            <a:chOff x="960" y="720"/>
            <a:chExt cx="384" cy="336"/>
          </a:xfrm>
        </p:grpSpPr>
        <p:sp>
          <p:nvSpPr>
            <p:cNvPr id="421" name="Line 235">
              <a:extLst>
                <a:ext uri="{FF2B5EF4-FFF2-40B4-BE49-F238E27FC236}">
                  <a16:creationId xmlns:a16="http://schemas.microsoft.com/office/drawing/2014/main" id="{C02CFB0C-D578-4440-9846-CC617A77BEBE}"/>
                </a:ext>
              </a:extLst>
            </p:cNvPr>
            <p:cNvSpPr>
              <a:spLocks noChangeShapeType="1"/>
            </p:cNvSpPr>
            <p:nvPr/>
          </p:nvSpPr>
          <p:spPr bwMode="ltGray">
            <a:xfrm>
              <a:off x="960" y="720"/>
              <a:ext cx="384" cy="336"/>
            </a:xfrm>
            <a:prstGeom prst="line">
              <a:avLst/>
            </a:prstGeom>
            <a:noFill/>
            <a:ln w="571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sp>
          <p:nvSpPr>
            <p:cNvPr id="422" name="Line 236">
              <a:extLst>
                <a:ext uri="{FF2B5EF4-FFF2-40B4-BE49-F238E27FC236}">
                  <a16:creationId xmlns:a16="http://schemas.microsoft.com/office/drawing/2014/main" id="{90069FFA-643D-4048-8B53-72AFAF4EAD32}"/>
                </a:ext>
              </a:extLst>
            </p:cNvPr>
            <p:cNvSpPr>
              <a:spLocks noChangeShapeType="1"/>
            </p:cNvSpPr>
            <p:nvPr/>
          </p:nvSpPr>
          <p:spPr bwMode="ltGray">
            <a:xfrm flipH="1">
              <a:off x="960" y="720"/>
              <a:ext cx="384" cy="336"/>
            </a:xfrm>
            <a:prstGeom prst="line">
              <a:avLst/>
            </a:prstGeom>
            <a:noFill/>
            <a:ln w="571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grpSp>
      <p:grpSp>
        <p:nvGrpSpPr>
          <p:cNvPr id="423" name="Group 237">
            <a:extLst>
              <a:ext uri="{FF2B5EF4-FFF2-40B4-BE49-F238E27FC236}">
                <a16:creationId xmlns:a16="http://schemas.microsoft.com/office/drawing/2014/main" id="{B4679279-5CD0-4509-AD41-28A424EF2AF1}"/>
              </a:ext>
            </a:extLst>
          </p:cNvPr>
          <p:cNvGrpSpPr>
            <a:grpSpLocks/>
          </p:cNvGrpSpPr>
          <p:nvPr/>
        </p:nvGrpSpPr>
        <p:grpSpPr bwMode="auto">
          <a:xfrm>
            <a:off x="8018585" y="5075958"/>
            <a:ext cx="609600" cy="533400"/>
            <a:chOff x="960" y="720"/>
            <a:chExt cx="384" cy="336"/>
          </a:xfrm>
        </p:grpSpPr>
        <p:sp>
          <p:nvSpPr>
            <p:cNvPr id="424" name="Line 238">
              <a:extLst>
                <a:ext uri="{FF2B5EF4-FFF2-40B4-BE49-F238E27FC236}">
                  <a16:creationId xmlns:a16="http://schemas.microsoft.com/office/drawing/2014/main" id="{6F52B817-BE6A-4FC4-8D39-83170D791433}"/>
                </a:ext>
              </a:extLst>
            </p:cNvPr>
            <p:cNvSpPr>
              <a:spLocks noChangeShapeType="1"/>
            </p:cNvSpPr>
            <p:nvPr/>
          </p:nvSpPr>
          <p:spPr bwMode="ltGray">
            <a:xfrm>
              <a:off x="960" y="720"/>
              <a:ext cx="384" cy="336"/>
            </a:xfrm>
            <a:prstGeom prst="line">
              <a:avLst/>
            </a:prstGeom>
            <a:noFill/>
            <a:ln w="571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sp>
          <p:nvSpPr>
            <p:cNvPr id="425" name="Line 239">
              <a:extLst>
                <a:ext uri="{FF2B5EF4-FFF2-40B4-BE49-F238E27FC236}">
                  <a16:creationId xmlns:a16="http://schemas.microsoft.com/office/drawing/2014/main" id="{FCBA9A42-0E56-4A02-8BE2-90E3A69F2430}"/>
                </a:ext>
              </a:extLst>
            </p:cNvPr>
            <p:cNvSpPr>
              <a:spLocks noChangeShapeType="1"/>
            </p:cNvSpPr>
            <p:nvPr/>
          </p:nvSpPr>
          <p:spPr bwMode="ltGray">
            <a:xfrm flipH="1">
              <a:off x="960" y="720"/>
              <a:ext cx="384" cy="336"/>
            </a:xfrm>
            <a:prstGeom prst="line">
              <a:avLst/>
            </a:prstGeom>
            <a:noFill/>
            <a:ln w="571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grpSp>
      <p:grpSp>
        <p:nvGrpSpPr>
          <p:cNvPr id="426" name="Group 240">
            <a:extLst>
              <a:ext uri="{FF2B5EF4-FFF2-40B4-BE49-F238E27FC236}">
                <a16:creationId xmlns:a16="http://schemas.microsoft.com/office/drawing/2014/main" id="{BA8FC0C3-5D23-4E7C-B880-D52ADC68C4B0}"/>
              </a:ext>
            </a:extLst>
          </p:cNvPr>
          <p:cNvGrpSpPr>
            <a:grpSpLocks/>
          </p:cNvGrpSpPr>
          <p:nvPr/>
        </p:nvGrpSpPr>
        <p:grpSpPr bwMode="auto">
          <a:xfrm>
            <a:off x="9237785" y="5075958"/>
            <a:ext cx="609600" cy="533400"/>
            <a:chOff x="960" y="720"/>
            <a:chExt cx="384" cy="336"/>
          </a:xfrm>
        </p:grpSpPr>
        <p:sp>
          <p:nvSpPr>
            <p:cNvPr id="427" name="Line 241">
              <a:extLst>
                <a:ext uri="{FF2B5EF4-FFF2-40B4-BE49-F238E27FC236}">
                  <a16:creationId xmlns:a16="http://schemas.microsoft.com/office/drawing/2014/main" id="{738D224C-7F4E-4890-8603-AABDE30FCB5A}"/>
                </a:ext>
              </a:extLst>
            </p:cNvPr>
            <p:cNvSpPr>
              <a:spLocks noChangeShapeType="1"/>
            </p:cNvSpPr>
            <p:nvPr/>
          </p:nvSpPr>
          <p:spPr bwMode="ltGray">
            <a:xfrm>
              <a:off x="960" y="720"/>
              <a:ext cx="384" cy="336"/>
            </a:xfrm>
            <a:prstGeom prst="line">
              <a:avLst/>
            </a:prstGeom>
            <a:noFill/>
            <a:ln w="571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sp>
          <p:nvSpPr>
            <p:cNvPr id="428" name="Line 242">
              <a:extLst>
                <a:ext uri="{FF2B5EF4-FFF2-40B4-BE49-F238E27FC236}">
                  <a16:creationId xmlns:a16="http://schemas.microsoft.com/office/drawing/2014/main" id="{DDDC1E27-BD2D-4048-BC63-3481CB63610A}"/>
                </a:ext>
              </a:extLst>
            </p:cNvPr>
            <p:cNvSpPr>
              <a:spLocks noChangeShapeType="1"/>
            </p:cNvSpPr>
            <p:nvPr/>
          </p:nvSpPr>
          <p:spPr bwMode="ltGray">
            <a:xfrm flipH="1">
              <a:off x="960" y="720"/>
              <a:ext cx="384" cy="336"/>
            </a:xfrm>
            <a:prstGeom prst="line">
              <a:avLst/>
            </a:prstGeom>
            <a:noFill/>
            <a:ln w="571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grpSp>
      <p:grpSp>
        <p:nvGrpSpPr>
          <p:cNvPr id="429" name="Group 243">
            <a:extLst>
              <a:ext uri="{FF2B5EF4-FFF2-40B4-BE49-F238E27FC236}">
                <a16:creationId xmlns:a16="http://schemas.microsoft.com/office/drawing/2014/main" id="{9EDF2E8C-3A0F-4A56-BAB9-96A3F7218F65}"/>
              </a:ext>
            </a:extLst>
          </p:cNvPr>
          <p:cNvGrpSpPr>
            <a:grpSpLocks/>
          </p:cNvGrpSpPr>
          <p:nvPr/>
        </p:nvGrpSpPr>
        <p:grpSpPr bwMode="auto">
          <a:xfrm>
            <a:off x="10456985" y="5075958"/>
            <a:ext cx="609600" cy="533400"/>
            <a:chOff x="960" y="720"/>
            <a:chExt cx="384" cy="336"/>
          </a:xfrm>
        </p:grpSpPr>
        <p:sp>
          <p:nvSpPr>
            <p:cNvPr id="430" name="Line 244">
              <a:extLst>
                <a:ext uri="{FF2B5EF4-FFF2-40B4-BE49-F238E27FC236}">
                  <a16:creationId xmlns:a16="http://schemas.microsoft.com/office/drawing/2014/main" id="{324A0F98-B6F2-4E8E-9473-726B22AACFBC}"/>
                </a:ext>
              </a:extLst>
            </p:cNvPr>
            <p:cNvSpPr>
              <a:spLocks noChangeShapeType="1"/>
            </p:cNvSpPr>
            <p:nvPr/>
          </p:nvSpPr>
          <p:spPr bwMode="ltGray">
            <a:xfrm>
              <a:off x="960" y="720"/>
              <a:ext cx="384" cy="336"/>
            </a:xfrm>
            <a:prstGeom prst="line">
              <a:avLst/>
            </a:prstGeom>
            <a:noFill/>
            <a:ln w="571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sp>
          <p:nvSpPr>
            <p:cNvPr id="431" name="Line 245">
              <a:extLst>
                <a:ext uri="{FF2B5EF4-FFF2-40B4-BE49-F238E27FC236}">
                  <a16:creationId xmlns:a16="http://schemas.microsoft.com/office/drawing/2014/main" id="{3BCC7E9C-AB95-40A6-8F20-C01CBC37F80F}"/>
                </a:ext>
              </a:extLst>
            </p:cNvPr>
            <p:cNvSpPr>
              <a:spLocks noChangeShapeType="1"/>
            </p:cNvSpPr>
            <p:nvPr/>
          </p:nvSpPr>
          <p:spPr bwMode="ltGray">
            <a:xfrm flipH="1">
              <a:off x="960" y="720"/>
              <a:ext cx="384" cy="336"/>
            </a:xfrm>
            <a:prstGeom prst="line">
              <a:avLst/>
            </a:prstGeom>
            <a:noFill/>
            <a:ln w="571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grpSp>
      <p:grpSp>
        <p:nvGrpSpPr>
          <p:cNvPr id="432" name="Group 246">
            <a:extLst>
              <a:ext uri="{FF2B5EF4-FFF2-40B4-BE49-F238E27FC236}">
                <a16:creationId xmlns:a16="http://schemas.microsoft.com/office/drawing/2014/main" id="{E47C9E3B-EFD3-4DC9-A429-4D1C86B00233}"/>
              </a:ext>
            </a:extLst>
          </p:cNvPr>
          <p:cNvGrpSpPr>
            <a:grpSpLocks/>
          </p:cNvGrpSpPr>
          <p:nvPr/>
        </p:nvGrpSpPr>
        <p:grpSpPr bwMode="auto">
          <a:xfrm>
            <a:off x="5580185" y="5609358"/>
            <a:ext cx="609600" cy="533400"/>
            <a:chOff x="960" y="720"/>
            <a:chExt cx="384" cy="336"/>
          </a:xfrm>
        </p:grpSpPr>
        <p:sp>
          <p:nvSpPr>
            <p:cNvPr id="433" name="Line 247">
              <a:extLst>
                <a:ext uri="{FF2B5EF4-FFF2-40B4-BE49-F238E27FC236}">
                  <a16:creationId xmlns:a16="http://schemas.microsoft.com/office/drawing/2014/main" id="{3D580583-BC34-4820-9705-F27719662AAB}"/>
                </a:ext>
              </a:extLst>
            </p:cNvPr>
            <p:cNvSpPr>
              <a:spLocks noChangeShapeType="1"/>
            </p:cNvSpPr>
            <p:nvPr/>
          </p:nvSpPr>
          <p:spPr bwMode="ltGray">
            <a:xfrm>
              <a:off x="960" y="720"/>
              <a:ext cx="384" cy="336"/>
            </a:xfrm>
            <a:prstGeom prst="line">
              <a:avLst/>
            </a:prstGeom>
            <a:noFill/>
            <a:ln w="571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sp>
          <p:nvSpPr>
            <p:cNvPr id="434" name="Line 248">
              <a:extLst>
                <a:ext uri="{FF2B5EF4-FFF2-40B4-BE49-F238E27FC236}">
                  <a16:creationId xmlns:a16="http://schemas.microsoft.com/office/drawing/2014/main" id="{343779D5-B849-46D0-A8D5-78C74C96D9F0}"/>
                </a:ext>
              </a:extLst>
            </p:cNvPr>
            <p:cNvSpPr>
              <a:spLocks noChangeShapeType="1"/>
            </p:cNvSpPr>
            <p:nvPr/>
          </p:nvSpPr>
          <p:spPr bwMode="ltGray">
            <a:xfrm flipH="1">
              <a:off x="960" y="720"/>
              <a:ext cx="384" cy="336"/>
            </a:xfrm>
            <a:prstGeom prst="line">
              <a:avLst/>
            </a:prstGeom>
            <a:noFill/>
            <a:ln w="571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grpSp>
      <p:grpSp>
        <p:nvGrpSpPr>
          <p:cNvPr id="435" name="Group 249">
            <a:extLst>
              <a:ext uri="{FF2B5EF4-FFF2-40B4-BE49-F238E27FC236}">
                <a16:creationId xmlns:a16="http://schemas.microsoft.com/office/drawing/2014/main" id="{AFD861F7-7D1B-4E4B-BBFA-CCB692350289}"/>
              </a:ext>
            </a:extLst>
          </p:cNvPr>
          <p:cNvGrpSpPr>
            <a:grpSpLocks/>
          </p:cNvGrpSpPr>
          <p:nvPr/>
        </p:nvGrpSpPr>
        <p:grpSpPr bwMode="auto">
          <a:xfrm>
            <a:off x="6799385" y="5609358"/>
            <a:ext cx="609600" cy="533400"/>
            <a:chOff x="960" y="720"/>
            <a:chExt cx="384" cy="336"/>
          </a:xfrm>
        </p:grpSpPr>
        <p:sp>
          <p:nvSpPr>
            <p:cNvPr id="436" name="Line 250">
              <a:extLst>
                <a:ext uri="{FF2B5EF4-FFF2-40B4-BE49-F238E27FC236}">
                  <a16:creationId xmlns:a16="http://schemas.microsoft.com/office/drawing/2014/main" id="{4EF70F8F-003C-44B1-BF3A-94F36154C904}"/>
                </a:ext>
              </a:extLst>
            </p:cNvPr>
            <p:cNvSpPr>
              <a:spLocks noChangeShapeType="1"/>
            </p:cNvSpPr>
            <p:nvPr/>
          </p:nvSpPr>
          <p:spPr bwMode="ltGray">
            <a:xfrm>
              <a:off x="960" y="720"/>
              <a:ext cx="384" cy="336"/>
            </a:xfrm>
            <a:prstGeom prst="line">
              <a:avLst/>
            </a:prstGeom>
            <a:noFill/>
            <a:ln w="571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sp>
          <p:nvSpPr>
            <p:cNvPr id="437" name="Line 251">
              <a:extLst>
                <a:ext uri="{FF2B5EF4-FFF2-40B4-BE49-F238E27FC236}">
                  <a16:creationId xmlns:a16="http://schemas.microsoft.com/office/drawing/2014/main" id="{745E9FF6-E90E-4F06-A3FF-AFFD61BFEEA0}"/>
                </a:ext>
              </a:extLst>
            </p:cNvPr>
            <p:cNvSpPr>
              <a:spLocks noChangeShapeType="1"/>
            </p:cNvSpPr>
            <p:nvPr/>
          </p:nvSpPr>
          <p:spPr bwMode="ltGray">
            <a:xfrm flipH="1">
              <a:off x="960" y="720"/>
              <a:ext cx="384" cy="336"/>
            </a:xfrm>
            <a:prstGeom prst="line">
              <a:avLst/>
            </a:prstGeom>
            <a:noFill/>
            <a:ln w="571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grpSp>
      <p:grpSp>
        <p:nvGrpSpPr>
          <p:cNvPr id="438" name="Group 252">
            <a:extLst>
              <a:ext uri="{FF2B5EF4-FFF2-40B4-BE49-F238E27FC236}">
                <a16:creationId xmlns:a16="http://schemas.microsoft.com/office/drawing/2014/main" id="{C14281D8-E6F5-49CA-8205-723539C29564}"/>
              </a:ext>
            </a:extLst>
          </p:cNvPr>
          <p:cNvGrpSpPr>
            <a:grpSpLocks/>
          </p:cNvGrpSpPr>
          <p:nvPr/>
        </p:nvGrpSpPr>
        <p:grpSpPr bwMode="auto">
          <a:xfrm>
            <a:off x="8018585" y="5609358"/>
            <a:ext cx="609600" cy="533400"/>
            <a:chOff x="960" y="720"/>
            <a:chExt cx="384" cy="336"/>
          </a:xfrm>
        </p:grpSpPr>
        <p:sp>
          <p:nvSpPr>
            <p:cNvPr id="439" name="Line 253">
              <a:extLst>
                <a:ext uri="{FF2B5EF4-FFF2-40B4-BE49-F238E27FC236}">
                  <a16:creationId xmlns:a16="http://schemas.microsoft.com/office/drawing/2014/main" id="{B7792C04-395E-4F60-AE8A-BC86ABDE299D}"/>
                </a:ext>
              </a:extLst>
            </p:cNvPr>
            <p:cNvSpPr>
              <a:spLocks noChangeShapeType="1"/>
            </p:cNvSpPr>
            <p:nvPr/>
          </p:nvSpPr>
          <p:spPr bwMode="ltGray">
            <a:xfrm>
              <a:off x="960" y="720"/>
              <a:ext cx="384" cy="336"/>
            </a:xfrm>
            <a:prstGeom prst="line">
              <a:avLst/>
            </a:prstGeom>
            <a:noFill/>
            <a:ln w="571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sp>
          <p:nvSpPr>
            <p:cNvPr id="440" name="Line 254">
              <a:extLst>
                <a:ext uri="{FF2B5EF4-FFF2-40B4-BE49-F238E27FC236}">
                  <a16:creationId xmlns:a16="http://schemas.microsoft.com/office/drawing/2014/main" id="{5DAE7EC3-8993-4DF0-84BB-CA58AF05D28E}"/>
                </a:ext>
              </a:extLst>
            </p:cNvPr>
            <p:cNvSpPr>
              <a:spLocks noChangeShapeType="1"/>
            </p:cNvSpPr>
            <p:nvPr/>
          </p:nvSpPr>
          <p:spPr bwMode="ltGray">
            <a:xfrm flipH="1">
              <a:off x="960" y="720"/>
              <a:ext cx="384" cy="336"/>
            </a:xfrm>
            <a:prstGeom prst="line">
              <a:avLst/>
            </a:prstGeom>
            <a:noFill/>
            <a:ln w="571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grpSp>
      <p:grpSp>
        <p:nvGrpSpPr>
          <p:cNvPr id="441" name="Group 255">
            <a:extLst>
              <a:ext uri="{FF2B5EF4-FFF2-40B4-BE49-F238E27FC236}">
                <a16:creationId xmlns:a16="http://schemas.microsoft.com/office/drawing/2014/main" id="{9F2B94A0-C2CA-4624-96B4-BE47CD3C0A6F}"/>
              </a:ext>
            </a:extLst>
          </p:cNvPr>
          <p:cNvGrpSpPr>
            <a:grpSpLocks/>
          </p:cNvGrpSpPr>
          <p:nvPr/>
        </p:nvGrpSpPr>
        <p:grpSpPr bwMode="auto">
          <a:xfrm>
            <a:off x="9237785" y="5609358"/>
            <a:ext cx="609600" cy="533400"/>
            <a:chOff x="960" y="720"/>
            <a:chExt cx="384" cy="336"/>
          </a:xfrm>
        </p:grpSpPr>
        <p:sp>
          <p:nvSpPr>
            <p:cNvPr id="442" name="Line 256">
              <a:extLst>
                <a:ext uri="{FF2B5EF4-FFF2-40B4-BE49-F238E27FC236}">
                  <a16:creationId xmlns:a16="http://schemas.microsoft.com/office/drawing/2014/main" id="{AE3B5AB9-5B53-4A6D-AEC4-6F01BF1073B4}"/>
                </a:ext>
              </a:extLst>
            </p:cNvPr>
            <p:cNvSpPr>
              <a:spLocks noChangeShapeType="1"/>
            </p:cNvSpPr>
            <p:nvPr/>
          </p:nvSpPr>
          <p:spPr bwMode="ltGray">
            <a:xfrm>
              <a:off x="960" y="720"/>
              <a:ext cx="384" cy="336"/>
            </a:xfrm>
            <a:prstGeom prst="line">
              <a:avLst/>
            </a:prstGeom>
            <a:noFill/>
            <a:ln w="571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sp>
          <p:nvSpPr>
            <p:cNvPr id="443" name="Line 257">
              <a:extLst>
                <a:ext uri="{FF2B5EF4-FFF2-40B4-BE49-F238E27FC236}">
                  <a16:creationId xmlns:a16="http://schemas.microsoft.com/office/drawing/2014/main" id="{51925AC8-E58F-4F79-ADAA-AFE68B953B19}"/>
                </a:ext>
              </a:extLst>
            </p:cNvPr>
            <p:cNvSpPr>
              <a:spLocks noChangeShapeType="1"/>
            </p:cNvSpPr>
            <p:nvPr/>
          </p:nvSpPr>
          <p:spPr bwMode="ltGray">
            <a:xfrm flipH="1">
              <a:off x="960" y="720"/>
              <a:ext cx="384" cy="336"/>
            </a:xfrm>
            <a:prstGeom prst="line">
              <a:avLst/>
            </a:prstGeom>
            <a:noFill/>
            <a:ln w="571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grpSp>
      <p:grpSp>
        <p:nvGrpSpPr>
          <p:cNvPr id="444" name="Group 258">
            <a:extLst>
              <a:ext uri="{FF2B5EF4-FFF2-40B4-BE49-F238E27FC236}">
                <a16:creationId xmlns:a16="http://schemas.microsoft.com/office/drawing/2014/main" id="{EA43DF20-33F4-460C-91EE-1723819F55A9}"/>
              </a:ext>
            </a:extLst>
          </p:cNvPr>
          <p:cNvGrpSpPr>
            <a:grpSpLocks/>
          </p:cNvGrpSpPr>
          <p:nvPr/>
        </p:nvGrpSpPr>
        <p:grpSpPr bwMode="auto">
          <a:xfrm>
            <a:off x="10456985" y="5609358"/>
            <a:ext cx="609600" cy="533400"/>
            <a:chOff x="960" y="720"/>
            <a:chExt cx="384" cy="336"/>
          </a:xfrm>
        </p:grpSpPr>
        <p:sp>
          <p:nvSpPr>
            <p:cNvPr id="445" name="Line 259">
              <a:extLst>
                <a:ext uri="{FF2B5EF4-FFF2-40B4-BE49-F238E27FC236}">
                  <a16:creationId xmlns:a16="http://schemas.microsoft.com/office/drawing/2014/main" id="{692635FB-6499-40B5-BFC6-0D959EF6A127}"/>
                </a:ext>
              </a:extLst>
            </p:cNvPr>
            <p:cNvSpPr>
              <a:spLocks noChangeShapeType="1"/>
            </p:cNvSpPr>
            <p:nvPr/>
          </p:nvSpPr>
          <p:spPr bwMode="ltGray">
            <a:xfrm>
              <a:off x="960" y="720"/>
              <a:ext cx="384" cy="336"/>
            </a:xfrm>
            <a:prstGeom prst="line">
              <a:avLst/>
            </a:prstGeom>
            <a:noFill/>
            <a:ln w="571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sp>
          <p:nvSpPr>
            <p:cNvPr id="446" name="Line 260">
              <a:extLst>
                <a:ext uri="{FF2B5EF4-FFF2-40B4-BE49-F238E27FC236}">
                  <a16:creationId xmlns:a16="http://schemas.microsoft.com/office/drawing/2014/main" id="{37BCCA3E-0750-4A89-AF1B-0E7237280AA1}"/>
                </a:ext>
              </a:extLst>
            </p:cNvPr>
            <p:cNvSpPr>
              <a:spLocks noChangeShapeType="1"/>
            </p:cNvSpPr>
            <p:nvPr/>
          </p:nvSpPr>
          <p:spPr bwMode="ltGray">
            <a:xfrm flipH="1">
              <a:off x="960" y="720"/>
              <a:ext cx="384" cy="336"/>
            </a:xfrm>
            <a:prstGeom prst="line">
              <a:avLst/>
            </a:prstGeom>
            <a:noFill/>
            <a:ln w="571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grpSp>
      <p:grpSp>
        <p:nvGrpSpPr>
          <p:cNvPr id="447" name="Group 261">
            <a:extLst>
              <a:ext uri="{FF2B5EF4-FFF2-40B4-BE49-F238E27FC236}">
                <a16:creationId xmlns:a16="http://schemas.microsoft.com/office/drawing/2014/main" id="{7FB9C682-BFC9-4109-AA38-915C4E5E2DA0}"/>
              </a:ext>
            </a:extLst>
          </p:cNvPr>
          <p:cNvGrpSpPr>
            <a:grpSpLocks/>
          </p:cNvGrpSpPr>
          <p:nvPr/>
        </p:nvGrpSpPr>
        <p:grpSpPr bwMode="auto">
          <a:xfrm>
            <a:off x="5580185" y="6066558"/>
            <a:ext cx="609600" cy="533400"/>
            <a:chOff x="960" y="720"/>
            <a:chExt cx="384" cy="336"/>
          </a:xfrm>
        </p:grpSpPr>
        <p:sp>
          <p:nvSpPr>
            <p:cNvPr id="448" name="Line 262">
              <a:extLst>
                <a:ext uri="{FF2B5EF4-FFF2-40B4-BE49-F238E27FC236}">
                  <a16:creationId xmlns:a16="http://schemas.microsoft.com/office/drawing/2014/main" id="{31BC192C-C654-4741-BC18-F280E8E564CC}"/>
                </a:ext>
              </a:extLst>
            </p:cNvPr>
            <p:cNvSpPr>
              <a:spLocks noChangeShapeType="1"/>
            </p:cNvSpPr>
            <p:nvPr/>
          </p:nvSpPr>
          <p:spPr bwMode="ltGray">
            <a:xfrm>
              <a:off x="960" y="720"/>
              <a:ext cx="384" cy="336"/>
            </a:xfrm>
            <a:prstGeom prst="line">
              <a:avLst/>
            </a:prstGeom>
            <a:noFill/>
            <a:ln w="571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sp>
          <p:nvSpPr>
            <p:cNvPr id="449" name="Line 263">
              <a:extLst>
                <a:ext uri="{FF2B5EF4-FFF2-40B4-BE49-F238E27FC236}">
                  <a16:creationId xmlns:a16="http://schemas.microsoft.com/office/drawing/2014/main" id="{FABA8E37-1FDA-4D3D-B038-8391885AF173}"/>
                </a:ext>
              </a:extLst>
            </p:cNvPr>
            <p:cNvSpPr>
              <a:spLocks noChangeShapeType="1"/>
            </p:cNvSpPr>
            <p:nvPr/>
          </p:nvSpPr>
          <p:spPr bwMode="ltGray">
            <a:xfrm flipH="1">
              <a:off x="960" y="720"/>
              <a:ext cx="384" cy="336"/>
            </a:xfrm>
            <a:prstGeom prst="line">
              <a:avLst/>
            </a:prstGeom>
            <a:noFill/>
            <a:ln w="571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grpSp>
      <p:grpSp>
        <p:nvGrpSpPr>
          <p:cNvPr id="450" name="Group 264">
            <a:extLst>
              <a:ext uri="{FF2B5EF4-FFF2-40B4-BE49-F238E27FC236}">
                <a16:creationId xmlns:a16="http://schemas.microsoft.com/office/drawing/2014/main" id="{6CBC2DE7-6E6D-4BCD-AD00-5B2FC1E25571}"/>
              </a:ext>
            </a:extLst>
          </p:cNvPr>
          <p:cNvGrpSpPr>
            <a:grpSpLocks/>
          </p:cNvGrpSpPr>
          <p:nvPr/>
        </p:nvGrpSpPr>
        <p:grpSpPr bwMode="auto">
          <a:xfrm>
            <a:off x="6799385" y="6066558"/>
            <a:ext cx="609600" cy="533400"/>
            <a:chOff x="960" y="720"/>
            <a:chExt cx="384" cy="336"/>
          </a:xfrm>
        </p:grpSpPr>
        <p:sp>
          <p:nvSpPr>
            <p:cNvPr id="451" name="Line 265">
              <a:extLst>
                <a:ext uri="{FF2B5EF4-FFF2-40B4-BE49-F238E27FC236}">
                  <a16:creationId xmlns:a16="http://schemas.microsoft.com/office/drawing/2014/main" id="{35E7ECC7-83C2-4972-AE95-CBB1B5CC029B}"/>
                </a:ext>
              </a:extLst>
            </p:cNvPr>
            <p:cNvSpPr>
              <a:spLocks noChangeShapeType="1"/>
            </p:cNvSpPr>
            <p:nvPr/>
          </p:nvSpPr>
          <p:spPr bwMode="ltGray">
            <a:xfrm>
              <a:off x="960" y="720"/>
              <a:ext cx="384" cy="336"/>
            </a:xfrm>
            <a:prstGeom prst="line">
              <a:avLst/>
            </a:prstGeom>
            <a:noFill/>
            <a:ln w="571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sp>
          <p:nvSpPr>
            <p:cNvPr id="452" name="Line 266">
              <a:extLst>
                <a:ext uri="{FF2B5EF4-FFF2-40B4-BE49-F238E27FC236}">
                  <a16:creationId xmlns:a16="http://schemas.microsoft.com/office/drawing/2014/main" id="{4D55AEA6-DC7A-4A28-A8F5-82C4281521F0}"/>
                </a:ext>
              </a:extLst>
            </p:cNvPr>
            <p:cNvSpPr>
              <a:spLocks noChangeShapeType="1"/>
            </p:cNvSpPr>
            <p:nvPr/>
          </p:nvSpPr>
          <p:spPr bwMode="ltGray">
            <a:xfrm flipH="1">
              <a:off x="960" y="720"/>
              <a:ext cx="384" cy="336"/>
            </a:xfrm>
            <a:prstGeom prst="line">
              <a:avLst/>
            </a:prstGeom>
            <a:noFill/>
            <a:ln w="571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grpSp>
      <p:grpSp>
        <p:nvGrpSpPr>
          <p:cNvPr id="453" name="Group 267">
            <a:extLst>
              <a:ext uri="{FF2B5EF4-FFF2-40B4-BE49-F238E27FC236}">
                <a16:creationId xmlns:a16="http://schemas.microsoft.com/office/drawing/2014/main" id="{ECC1E1E6-8558-496E-A01E-DCA2584A7E0E}"/>
              </a:ext>
            </a:extLst>
          </p:cNvPr>
          <p:cNvGrpSpPr>
            <a:grpSpLocks/>
          </p:cNvGrpSpPr>
          <p:nvPr/>
        </p:nvGrpSpPr>
        <p:grpSpPr bwMode="auto">
          <a:xfrm>
            <a:off x="8018585" y="6066558"/>
            <a:ext cx="609600" cy="533400"/>
            <a:chOff x="960" y="720"/>
            <a:chExt cx="384" cy="336"/>
          </a:xfrm>
        </p:grpSpPr>
        <p:sp>
          <p:nvSpPr>
            <p:cNvPr id="454" name="Line 268">
              <a:extLst>
                <a:ext uri="{FF2B5EF4-FFF2-40B4-BE49-F238E27FC236}">
                  <a16:creationId xmlns:a16="http://schemas.microsoft.com/office/drawing/2014/main" id="{14844320-C76F-45C0-8B32-004747ACE994}"/>
                </a:ext>
              </a:extLst>
            </p:cNvPr>
            <p:cNvSpPr>
              <a:spLocks noChangeShapeType="1"/>
            </p:cNvSpPr>
            <p:nvPr/>
          </p:nvSpPr>
          <p:spPr bwMode="ltGray">
            <a:xfrm>
              <a:off x="960" y="720"/>
              <a:ext cx="384" cy="336"/>
            </a:xfrm>
            <a:prstGeom prst="line">
              <a:avLst/>
            </a:prstGeom>
            <a:noFill/>
            <a:ln w="571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sp>
          <p:nvSpPr>
            <p:cNvPr id="455" name="Line 269">
              <a:extLst>
                <a:ext uri="{FF2B5EF4-FFF2-40B4-BE49-F238E27FC236}">
                  <a16:creationId xmlns:a16="http://schemas.microsoft.com/office/drawing/2014/main" id="{8DF32AAE-C98D-4A51-974E-B919646F0363}"/>
                </a:ext>
              </a:extLst>
            </p:cNvPr>
            <p:cNvSpPr>
              <a:spLocks noChangeShapeType="1"/>
            </p:cNvSpPr>
            <p:nvPr/>
          </p:nvSpPr>
          <p:spPr bwMode="ltGray">
            <a:xfrm flipH="1">
              <a:off x="960" y="720"/>
              <a:ext cx="384" cy="336"/>
            </a:xfrm>
            <a:prstGeom prst="line">
              <a:avLst/>
            </a:prstGeom>
            <a:noFill/>
            <a:ln w="571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grpSp>
      <p:grpSp>
        <p:nvGrpSpPr>
          <p:cNvPr id="456" name="Group 270">
            <a:extLst>
              <a:ext uri="{FF2B5EF4-FFF2-40B4-BE49-F238E27FC236}">
                <a16:creationId xmlns:a16="http://schemas.microsoft.com/office/drawing/2014/main" id="{2F21E057-0E2C-4261-905A-D7936A45D974}"/>
              </a:ext>
            </a:extLst>
          </p:cNvPr>
          <p:cNvGrpSpPr>
            <a:grpSpLocks/>
          </p:cNvGrpSpPr>
          <p:nvPr/>
        </p:nvGrpSpPr>
        <p:grpSpPr bwMode="auto">
          <a:xfrm>
            <a:off x="9237785" y="6066558"/>
            <a:ext cx="609600" cy="533400"/>
            <a:chOff x="960" y="720"/>
            <a:chExt cx="384" cy="336"/>
          </a:xfrm>
        </p:grpSpPr>
        <p:sp>
          <p:nvSpPr>
            <p:cNvPr id="457" name="Line 271">
              <a:extLst>
                <a:ext uri="{FF2B5EF4-FFF2-40B4-BE49-F238E27FC236}">
                  <a16:creationId xmlns:a16="http://schemas.microsoft.com/office/drawing/2014/main" id="{1B07A855-04E8-403F-8240-D99307F1766E}"/>
                </a:ext>
              </a:extLst>
            </p:cNvPr>
            <p:cNvSpPr>
              <a:spLocks noChangeShapeType="1"/>
            </p:cNvSpPr>
            <p:nvPr/>
          </p:nvSpPr>
          <p:spPr bwMode="ltGray">
            <a:xfrm>
              <a:off x="960" y="720"/>
              <a:ext cx="384" cy="336"/>
            </a:xfrm>
            <a:prstGeom prst="line">
              <a:avLst/>
            </a:prstGeom>
            <a:noFill/>
            <a:ln w="571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sp>
          <p:nvSpPr>
            <p:cNvPr id="458" name="Line 272">
              <a:extLst>
                <a:ext uri="{FF2B5EF4-FFF2-40B4-BE49-F238E27FC236}">
                  <a16:creationId xmlns:a16="http://schemas.microsoft.com/office/drawing/2014/main" id="{C590173B-A3A7-442A-B42B-9B177549D7A7}"/>
                </a:ext>
              </a:extLst>
            </p:cNvPr>
            <p:cNvSpPr>
              <a:spLocks noChangeShapeType="1"/>
            </p:cNvSpPr>
            <p:nvPr/>
          </p:nvSpPr>
          <p:spPr bwMode="ltGray">
            <a:xfrm flipH="1">
              <a:off x="960" y="720"/>
              <a:ext cx="384" cy="336"/>
            </a:xfrm>
            <a:prstGeom prst="line">
              <a:avLst/>
            </a:prstGeom>
            <a:noFill/>
            <a:ln w="571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grpSp>
      <p:grpSp>
        <p:nvGrpSpPr>
          <p:cNvPr id="459" name="Group 273">
            <a:extLst>
              <a:ext uri="{FF2B5EF4-FFF2-40B4-BE49-F238E27FC236}">
                <a16:creationId xmlns:a16="http://schemas.microsoft.com/office/drawing/2014/main" id="{2A9A26A9-99BE-441F-BEA5-098CF118FD1F}"/>
              </a:ext>
            </a:extLst>
          </p:cNvPr>
          <p:cNvGrpSpPr>
            <a:grpSpLocks/>
          </p:cNvGrpSpPr>
          <p:nvPr/>
        </p:nvGrpSpPr>
        <p:grpSpPr bwMode="auto">
          <a:xfrm>
            <a:off x="10456985" y="6066558"/>
            <a:ext cx="609600" cy="533400"/>
            <a:chOff x="960" y="720"/>
            <a:chExt cx="384" cy="336"/>
          </a:xfrm>
        </p:grpSpPr>
        <p:sp>
          <p:nvSpPr>
            <p:cNvPr id="460" name="Line 274">
              <a:extLst>
                <a:ext uri="{FF2B5EF4-FFF2-40B4-BE49-F238E27FC236}">
                  <a16:creationId xmlns:a16="http://schemas.microsoft.com/office/drawing/2014/main" id="{562BF976-1FBE-4E8F-BD88-A84C55848CB0}"/>
                </a:ext>
              </a:extLst>
            </p:cNvPr>
            <p:cNvSpPr>
              <a:spLocks noChangeShapeType="1"/>
            </p:cNvSpPr>
            <p:nvPr/>
          </p:nvSpPr>
          <p:spPr bwMode="ltGray">
            <a:xfrm>
              <a:off x="960" y="720"/>
              <a:ext cx="384" cy="336"/>
            </a:xfrm>
            <a:prstGeom prst="line">
              <a:avLst/>
            </a:prstGeom>
            <a:noFill/>
            <a:ln w="571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sp>
          <p:nvSpPr>
            <p:cNvPr id="461" name="Line 275">
              <a:extLst>
                <a:ext uri="{FF2B5EF4-FFF2-40B4-BE49-F238E27FC236}">
                  <a16:creationId xmlns:a16="http://schemas.microsoft.com/office/drawing/2014/main" id="{C4B8DF89-E4C3-4D9E-8774-70578CC69A4D}"/>
                </a:ext>
              </a:extLst>
            </p:cNvPr>
            <p:cNvSpPr>
              <a:spLocks noChangeShapeType="1"/>
            </p:cNvSpPr>
            <p:nvPr/>
          </p:nvSpPr>
          <p:spPr bwMode="ltGray">
            <a:xfrm flipH="1">
              <a:off x="960" y="720"/>
              <a:ext cx="384" cy="336"/>
            </a:xfrm>
            <a:prstGeom prst="line">
              <a:avLst/>
            </a:prstGeom>
            <a:noFill/>
            <a:ln w="571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grpSp>
      <p:grpSp>
        <p:nvGrpSpPr>
          <p:cNvPr id="462" name="Group 276">
            <a:extLst>
              <a:ext uri="{FF2B5EF4-FFF2-40B4-BE49-F238E27FC236}">
                <a16:creationId xmlns:a16="http://schemas.microsoft.com/office/drawing/2014/main" id="{2D138DCB-3138-4341-9A6B-3DCB4E95E3D2}"/>
              </a:ext>
            </a:extLst>
          </p:cNvPr>
          <p:cNvGrpSpPr>
            <a:grpSpLocks/>
          </p:cNvGrpSpPr>
          <p:nvPr/>
        </p:nvGrpSpPr>
        <p:grpSpPr bwMode="auto">
          <a:xfrm>
            <a:off x="9847385" y="1418358"/>
            <a:ext cx="609600" cy="533400"/>
            <a:chOff x="960" y="720"/>
            <a:chExt cx="384" cy="336"/>
          </a:xfrm>
        </p:grpSpPr>
        <p:sp>
          <p:nvSpPr>
            <p:cNvPr id="463" name="Line 277">
              <a:extLst>
                <a:ext uri="{FF2B5EF4-FFF2-40B4-BE49-F238E27FC236}">
                  <a16:creationId xmlns:a16="http://schemas.microsoft.com/office/drawing/2014/main" id="{BAACBDAA-2C3B-47C6-971C-954F5F1A7385}"/>
                </a:ext>
              </a:extLst>
            </p:cNvPr>
            <p:cNvSpPr>
              <a:spLocks noChangeShapeType="1"/>
            </p:cNvSpPr>
            <p:nvPr/>
          </p:nvSpPr>
          <p:spPr bwMode="ltGray">
            <a:xfrm>
              <a:off x="960" y="720"/>
              <a:ext cx="384" cy="336"/>
            </a:xfrm>
            <a:prstGeom prst="line">
              <a:avLst/>
            </a:prstGeom>
            <a:noFill/>
            <a:ln w="571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sp>
          <p:nvSpPr>
            <p:cNvPr id="464" name="Line 278">
              <a:extLst>
                <a:ext uri="{FF2B5EF4-FFF2-40B4-BE49-F238E27FC236}">
                  <a16:creationId xmlns:a16="http://schemas.microsoft.com/office/drawing/2014/main" id="{364D920D-0CC8-437C-83DE-71287A5F013E}"/>
                </a:ext>
              </a:extLst>
            </p:cNvPr>
            <p:cNvSpPr>
              <a:spLocks noChangeShapeType="1"/>
            </p:cNvSpPr>
            <p:nvPr/>
          </p:nvSpPr>
          <p:spPr bwMode="ltGray">
            <a:xfrm flipH="1">
              <a:off x="960" y="720"/>
              <a:ext cx="384" cy="336"/>
            </a:xfrm>
            <a:prstGeom prst="line">
              <a:avLst/>
            </a:prstGeom>
            <a:noFill/>
            <a:ln w="571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grpSp>
      <p:grpSp>
        <p:nvGrpSpPr>
          <p:cNvPr id="465" name="Group 279">
            <a:extLst>
              <a:ext uri="{FF2B5EF4-FFF2-40B4-BE49-F238E27FC236}">
                <a16:creationId xmlns:a16="http://schemas.microsoft.com/office/drawing/2014/main" id="{5F84E0CB-4C18-4E2A-B649-00162E2AFAF1}"/>
              </a:ext>
            </a:extLst>
          </p:cNvPr>
          <p:cNvGrpSpPr>
            <a:grpSpLocks/>
          </p:cNvGrpSpPr>
          <p:nvPr/>
        </p:nvGrpSpPr>
        <p:grpSpPr bwMode="auto">
          <a:xfrm>
            <a:off x="7408985" y="1951758"/>
            <a:ext cx="609600" cy="533400"/>
            <a:chOff x="960" y="720"/>
            <a:chExt cx="384" cy="336"/>
          </a:xfrm>
        </p:grpSpPr>
        <p:sp>
          <p:nvSpPr>
            <p:cNvPr id="466" name="Line 280">
              <a:extLst>
                <a:ext uri="{FF2B5EF4-FFF2-40B4-BE49-F238E27FC236}">
                  <a16:creationId xmlns:a16="http://schemas.microsoft.com/office/drawing/2014/main" id="{6204572E-F0D2-4A98-877A-EB94DDA3BAD8}"/>
                </a:ext>
              </a:extLst>
            </p:cNvPr>
            <p:cNvSpPr>
              <a:spLocks noChangeShapeType="1"/>
            </p:cNvSpPr>
            <p:nvPr/>
          </p:nvSpPr>
          <p:spPr bwMode="ltGray">
            <a:xfrm>
              <a:off x="960" y="720"/>
              <a:ext cx="384" cy="336"/>
            </a:xfrm>
            <a:prstGeom prst="line">
              <a:avLst/>
            </a:prstGeom>
            <a:noFill/>
            <a:ln w="571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sp>
          <p:nvSpPr>
            <p:cNvPr id="467" name="Line 281">
              <a:extLst>
                <a:ext uri="{FF2B5EF4-FFF2-40B4-BE49-F238E27FC236}">
                  <a16:creationId xmlns:a16="http://schemas.microsoft.com/office/drawing/2014/main" id="{8731D032-36F8-4BCD-A095-4C3ACE0D83CC}"/>
                </a:ext>
              </a:extLst>
            </p:cNvPr>
            <p:cNvSpPr>
              <a:spLocks noChangeShapeType="1"/>
            </p:cNvSpPr>
            <p:nvPr/>
          </p:nvSpPr>
          <p:spPr bwMode="ltGray">
            <a:xfrm flipH="1">
              <a:off x="960" y="720"/>
              <a:ext cx="384" cy="336"/>
            </a:xfrm>
            <a:prstGeom prst="line">
              <a:avLst/>
            </a:prstGeom>
            <a:noFill/>
            <a:ln w="571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grpSp>
      <p:grpSp>
        <p:nvGrpSpPr>
          <p:cNvPr id="468" name="Group 282">
            <a:extLst>
              <a:ext uri="{FF2B5EF4-FFF2-40B4-BE49-F238E27FC236}">
                <a16:creationId xmlns:a16="http://schemas.microsoft.com/office/drawing/2014/main" id="{7CC1889B-D5CC-4E35-883C-147C60AC30B8}"/>
              </a:ext>
            </a:extLst>
          </p:cNvPr>
          <p:cNvGrpSpPr>
            <a:grpSpLocks/>
          </p:cNvGrpSpPr>
          <p:nvPr/>
        </p:nvGrpSpPr>
        <p:grpSpPr bwMode="auto">
          <a:xfrm>
            <a:off x="4970585" y="2485158"/>
            <a:ext cx="609600" cy="533400"/>
            <a:chOff x="960" y="720"/>
            <a:chExt cx="384" cy="336"/>
          </a:xfrm>
        </p:grpSpPr>
        <p:sp>
          <p:nvSpPr>
            <p:cNvPr id="469" name="Line 283">
              <a:extLst>
                <a:ext uri="{FF2B5EF4-FFF2-40B4-BE49-F238E27FC236}">
                  <a16:creationId xmlns:a16="http://schemas.microsoft.com/office/drawing/2014/main" id="{A4705B70-B116-4378-958A-8079D770FE11}"/>
                </a:ext>
              </a:extLst>
            </p:cNvPr>
            <p:cNvSpPr>
              <a:spLocks noChangeShapeType="1"/>
            </p:cNvSpPr>
            <p:nvPr/>
          </p:nvSpPr>
          <p:spPr bwMode="ltGray">
            <a:xfrm>
              <a:off x="960" y="720"/>
              <a:ext cx="384" cy="336"/>
            </a:xfrm>
            <a:prstGeom prst="line">
              <a:avLst/>
            </a:prstGeom>
            <a:noFill/>
            <a:ln w="571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sp>
          <p:nvSpPr>
            <p:cNvPr id="470" name="Line 284">
              <a:extLst>
                <a:ext uri="{FF2B5EF4-FFF2-40B4-BE49-F238E27FC236}">
                  <a16:creationId xmlns:a16="http://schemas.microsoft.com/office/drawing/2014/main" id="{F2209E3D-CD77-4A09-B8CB-FAE106F93F97}"/>
                </a:ext>
              </a:extLst>
            </p:cNvPr>
            <p:cNvSpPr>
              <a:spLocks noChangeShapeType="1"/>
            </p:cNvSpPr>
            <p:nvPr/>
          </p:nvSpPr>
          <p:spPr bwMode="ltGray">
            <a:xfrm flipH="1">
              <a:off x="960" y="720"/>
              <a:ext cx="384" cy="336"/>
            </a:xfrm>
            <a:prstGeom prst="line">
              <a:avLst/>
            </a:prstGeom>
            <a:noFill/>
            <a:ln w="571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grpSp>
      <p:grpSp>
        <p:nvGrpSpPr>
          <p:cNvPr id="471" name="Group 285">
            <a:extLst>
              <a:ext uri="{FF2B5EF4-FFF2-40B4-BE49-F238E27FC236}">
                <a16:creationId xmlns:a16="http://schemas.microsoft.com/office/drawing/2014/main" id="{A65D8B45-07F8-4B3D-AF90-1985FAC94531}"/>
              </a:ext>
            </a:extLst>
          </p:cNvPr>
          <p:cNvGrpSpPr>
            <a:grpSpLocks/>
          </p:cNvGrpSpPr>
          <p:nvPr/>
        </p:nvGrpSpPr>
        <p:grpSpPr bwMode="auto">
          <a:xfrm>
            <a:off x="8628185" y="2485158"/>
            <a:ext cx="609600" cy="533400"/>
            <a:chOff x="960" y="720"/>
            <a:chExt cx="384" cy="336"/>
          </a:xfrm>
        </p:grpSpPr>
        <p:sp>
          <p:nvSpPr>
            <p:cNvPr id="472" name="Line 286">
              <a:extLst>
                <a:ext uri="{FF2B5EF4-FFF2-40B4-BE49-F238E27FC236}">
                  <a16:creationId xmlns:a16="http://schemas.microsoft.com/office/drawing/2014/main" id="{C416B747-5865-4A02-928F-C34CAD3CCC48}"/>
                </a:ext>
              </a:extLst>
            </p:cNvPr>
            <p:cNvSpPr>
              <a:spLocks noChangeShapeType="1"/>
            </p:cNvSpPr>
            <p:nvPr/>
          </p:nvSpPr>
          <p:spPr bwMode="ltGray">
            <a:xfrm>
              <a:off x="960" y="720"/>
              <a:ext cx="384" cy="336"/>
            </a:xfrm>
            <a:prstGeom prst="line">
              <a:avLst/>
            </a:prstGeom>
            <a:noFill/>
            <a:ln w="571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sp>
          <p:nvSpPr>
            <p:cNvPr id="473" name="Line 287">
              <a:extLst>
                <a:ext uri="{FF2B5EF4-FFF2-40B4-BE49-F238E27FC236}">
                  <a16:creationId xmlns:a16="http://schemas.microsoft.com/office/drawing/2014/main" id="{38F5C0CA-4A4D-403A-9C75-89D1B1866C44}"/>
                </a:ext>
              </a:extLst>
            </p:cNvPr>
            <p:cNvSpPr>
              <a:spLocks noChangeShapeType="1"/>
            </p:cNvSpPr>
            <p:nvPr/>
          </p:nvSpPr>
          <p:spPr bwMode="ltGray">
            <a:xfrm flipH="1">
              <a:off x="960" y="720"/>
              <a:ext cx="384" cy="336"/>
            </a:xfrm>
            <a:prstGeom prst="line">
              <a:avLst/>
            </a:prstGeom>
            <a:noFill/>
            <a:ln w="571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grpSp>
      <p:grpSp>
        <p:nvGrpSpPr>
          <p:cNvPr id="474" name="Group 288">
            <a:extLst>
              <a:ext uri="{FF2B5EF4-FFF2-40B4-BE49-F238E27FC236}">
                <a16:creationId xmlns:a16="http://schemas.microsoft.com/office/drawing/2014/main" id="{D82FA684-7368-4FB3-86A7-F34AA0487699}"/>
              </a:ext>
            </a:extLst>
          </p:cNvPr>
          <p:cNvGrpSpPr>
            <a:grpSpLocks/>
          </p:cNvGrpSpPr>
          <p:nvPr/>
        </p:nvGrpSpPr>
        <p:grpSpPr bwMode="auto">
          <a:xfrm>
            <a:off x="6189785" y="3018558"/>
            <a:ext cx="609600" cy="533400"/>
            <a:chOff x="960" y="720"/>
            <a:chExt cx="384" cy="336"/>
          </a:xfrm>
        </p:grpSpPr>
        <p:sp>
          <p:nvSpPr>
            <p:cNvPr id="475" name="Line 289">
              <a:extLst>
                <a:ext uri="{FF2B5EF4-FFF2-40B4-BE49-F238E27FC236}">
                  <a16:creationId xmlns:a16="http://schemas.microsoft.com/office/drawing/2014/main" id="{02E8FC19-8994-47DA-B0CA-043E5D26F81E}"/>
                </a:ext>
              </a:extLst>
            </p:cNvPr>
            <p:cNvSpPr>
              <a:spLocks noChangeShapeType="1"/>
            </p:cNvSpPr>
            <p:nvPr/>
          </p:nvSpPr>
          <p:spPr bwMode="ltGray">
            <a:xfrm>
              <a:off x="960" y="720"/>
              <a:ext cx="384" cy="336"/>
            </a:xfrm>
            <a:prstGeom prst="line">
              <a:avLst/>
            </a:prstGeom>
            <a:noFill/>
            <a:ln w="571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sp>
          <p:nvSpPr>
            <p:cNvPr id="476" name="Line 290">
              <a:extLst>
                <a:ext uri="{FF2B5EF4-FFF2-40B4-BE49-F238E27FC236}">
                  <a16:creationId xmlns:a16="http://schemas.microsoft.com/office/drawing/2014/main" id="{D32028BB-C385-4B92-ACDA-1764BFA782A8}"/>
                </a:ext>
              </a:extLst>
            </p:cNvPr>
            <p:cNvSpPr>
              <a:spLocks noChangeShapeType="1"/>
            </p:cNvSpPr>
            <p:nvPr/>
          </p:nvSpPr>
          <p:spPr bwMode="ltGray">
            <a:xfrm flipH="1">
              <a:off x="960" y="720"/>
              <a:ext cx="384" cy="336"/>
            </a:xfrm>
            <a:prstGeom prst="line">
              <a:avLst/>
            </a:prstGeom>
            <a:noFill/>
            <a:ln w="571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grpSp>
      <p:grpSp>
        <p:nvGrpSpPr>
          <p:cNvPr id="477" name="Group 291">
            <a:extLst>
              <a:ext uri="{FF2B5EF4-FFF2-40B4-BE49-F238E27FC236}">
                <a16:creationId xmlns:a16="http://schemas.microsoft.com/office/drawing/2014/main" id="{C99F2284-E770-4073-8CE9-42B5D2506A80}"/>
              </a:ext>
            </a:extLst>
          </p:cNvPr>
          <p:cNvGrpSpPr>
            <a:grpSpLocks/>
          </p:cNvGrpSpPr>
          <p:nvPr/>
        </p:nvGrpSpPr>
        <p:grpSpPr bwMode="auto">
          <a:xfrm>
            <a:off x="9847385" y="3018558"/>
            <a:ext cx="609600" cy="533400"/>
            <a:chOff x="960" y="720"/>
            <a:chExt cx="384" cy="336"/>
          </a:xfrm>
        </p:grpSpPr>
        <p:sp>
          <p:nvSpPr>
            <p:cNvPr id="478" name="Line 292">
              <a:extLst>
                <a:ext uri="{FF2B5EF4-FFF2-40B4-BE49-F238E27FC236}">
                  <a16:creationId xmlns:a16="http://schemas.microsoft.com/office/drawing/2014/main" id="{338C4392-4E07-40D4-B450-EDB6A9A8AFED}"/>
                </a:ext>
              </a:extLst>
            </p:cNvPr>
            <p:cNvSpPr>
              <a:spLocks noChangeShapeType="1"/>
            </p:cNvSpPr>
            <p:nvPr/>
          </p:nvSpPr>
          <p:spPr bwMode="ltGray">
            <a:xfrm>
              <a:off x="960" y="720"/>
              <a:ext cx="384" cy="336"/>
            </a:xfrm>
            <a:prstGeom prst="line">
              <a:avLst/>
            </a:prstGeom>
            <a:noFill/>
            <a:ln w="571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sp>
          <p:nvSpPr>
            <p:cNvPr id="479" name="Line 293">
              <a:extLst>
                <a:ext uri="{FF2B5EF4-FFF2-40B4-BE49-F238E27FC236}">
                  <a16:creationId xmlns:a16="http://schemas.microsoft.com/office/drawing/2014/main" id="{521FE95E-DAC6-42DE-8C5A-3E8252CBBDC7}"/>
                </a:ext>
              </a:extLst>
            </p:cNvPr>
            <p:cNvSpPr>
              <a:spLocks noChangeShapeType="1"/>
            </p:cNvSpPr>
            <p:nvPr/>
          </p:nvSpPr>
          <p:spPr bwMode="ltGray">
            <a:xfrm flipH="1">
              <a:off x="960" y="720"/>
              <a:ext cx="384" cy="336"/>
            </a:xfrm>
            <a:prstGeom prst="line">
              <a:avLst/>
            </a:prstGeom>
            <a:noFill/>
            <a:ln w="571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grpSp>
      <p:grpSp>
        <p:nvGrpSpPr>
          <p:cNvPr id="480" name="Group 294">
            <a:extLst>
              <a:ext uri="{FF2B5EF4-FFF2-40B4-BE49-F238E27FC236}">
                <a16:creationId xmlns:a16="http://schemas.microsoft.com/office/drawing/2014/main" id="{5EA5F064-95E1-4D7A-B3CC-226A49DC926D}"/>
              </a:ext>
            </a:extLst>
          </p:cNvPr>
          <p:cNvGrpSpPr>
            <a:grpSpLocks/>
          </p:cNvGrpSpPr>
          <p:nvPr/>
        </p:nvGrpSpPr>
        <p:grpSpPr bwMode="auto">
          <a:xfrm>
            <a:off x="7408985" y="3475758"/>
            <a:ext cx="609600" cy="533400"/>
            <a:chOff x="960" y="720"/>
            <a:chExt cx="384" cy="336"/>
          </a:xfrm>
        </p:grpSpPr>
        <p:sp>
          <p:nvSpPr>
            <p:cNvPr id="481" name="Line 295">
              <a:extLst>
                <a:ext uri="{FF2B5EF4-FFF2-40B4-BE49-F238E27FC236}">
                  <a16:creationId xmlns:a16="http://schemas.microsoft.com/office/drawing/2014/main" id="{1046248D-E438-4CDA-93CC-DE8B7D5CBAE6}"/>
                </a:ext>
              </a:extLst>
            </p:cNvPr>
            <p:cNvSpPr>
              <a:spLocks noChangeShapeType="1"/>
            </p:cNvSpPr>
            <p:nvPr/>
          </p:nvSpPr>
          <p:spPr bwMode="ltGray">
            <a:xfrm>
              <a:off x="960" y="720"/>
              <a:ext cx="384" cy="336"/>
            </a:xfrm>
            <a:prstGeom prst="line">
              <a:avLst/>
            </a:prstGeom>
            <a:noFill/>
            <a:ln w="571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sp>
          <p:nvSpPr>
            <p:cNvPr id="482" name="Line 296">
              <a:extLst>
                <a:ext uri="{FF2B5EF4-FFF2-40B4-BE49-F238E27FC236}">
                  <a16:creationId xmlns:a16="http://schemas.microsoft.com/office/drawing/2014/main" id="{62FC6410-FA85-408A-97A8-3DB37BE357A2}"/>
                </a:ext>
              </a:extLst>
            </p:cNvPr>
            <p:cNvSpPr>
              <a:spLocks noChangeShapeType="1"/>
            </p:cNvSpPr>
            <p:nvPr/>
          </p:nvSpPr>
          <p:spPr bwMode="ltGray">
            <a:xfrm flipH="1">
              <a:off x="960" y="720"/>
              <a:ext cx="384" cy="336"/>
            </a:xfrm>
            <a:prstGeom prst="line">
              <a:avLst/>
            </a:prstGeom>
            <a:noFill/>
            <a:ln w="571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grpSp>
      <p:grpSp>
        <p:nvGrpSpPr>
          <p:cNvPr id="483" name="Group 297">
            <a:extLst>
              <a:ext uri="{FF2B5EF4-FFF2-40B4-BE49-F238E27FC236}">
                <a16:creationId xmlns:a16="http://schemas.microsoft.com/office/drawing/2014/main" id="{E9A1DEAE-BCC2-400D-99CF-6346BD6054A2}"/>
              </a:ext>
            </a:extLst>
          </p:cNvPr>
          <p:cNvGrpSpPr>
            <a:grpSpLocks/>
          </p:cNvGrpSpPr>
          <p:nvPr/>
        </p:nvGrpSpPr>
        <p:grpSpPr bwMode="auto">
          <a:xfrm>
            <a:off x="8628185" y="4009158"/>
            <a:ext cx="609600" cy="533400"/>
            <a:chOff x="960" y="720"/>
            <a:chExt cx="384" cy="336"/>
          </a:xfrm>
        </p:grpSpPr>
        <p:sp>
          <p:nvSpPr>
            <p:cNvPr id="484" name="Line 298">
              <a:extLst>
                <a:ext uri="{FF2B5EF4-FFF2-40B4-BE49-F238E27FC236}">
                  <a16:creationId xmlns:a16="http://schemas.microsoft.com/office/drawing/2014/main" id="{898E053C-7EC1-4C36-B4F6-BA8CCF1D78AB}"/>
                </a:ext>
              </a:extLst>
            </p:cNvPr>
            <p:cNvSpPr>
              <a:spLocks noChangeShapeType="1"/>
            </p:cNvSpPr>
            <p:nvPr/>
          </p:nvSpPr>
          <p:spPr bwMode="ltGray">
            <a:xfrm>
              <a:off x="960" y="720"/>
              <a:ext cx="384" cy="336"/>
            </a:xfrm>
            <a:prstGeom prst="line">
              <a:avLst/>
            </a:prstGeom>
            <a:noFill/>
            <a:ln w="571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sp>
          <p:nvSpPr>
            <p:cNvPr id="485" name="Line 299">
              <a:extLst>
                <a:ext uri="{FF2B5EF4-FFF2-40B4-BE49-F238E27FC236}">
                  <a16:creationId xmlns:a16="http://schemas.microsoft.com/office/drawing/2014/main" id="{BBF74DC6-C2D0-45C2-98D3-49CA873216EF}"/>
                </a:ext>
              </a:extLst>
            </p:cNvPr>
            <p:cNvSpPr>
              <a:spLocks noChangeShapeType="1"/>
            </p:cNvSpPr>
            <p:nvPr/>
          </p:nvSpPr>
          <p:spPr bwMode="ltGray">
            <a:xfrm flipH="1">
              <a:off x="960" y="720"/>
              <a:ext cx="384" cy="336"/>
            </a:xfrm>
            <a:prstGeom prst="line">
              <a:avLst/>
            </a:prstGeom>
            <a:noFill/>
            <a:ln w="571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grpSp>
      <p:grpSp>
        <p:nvGrpSpPr>
          <p:cNvPr id="486" name="Group 300">
            <a:extLst>
              <a:ext uri="{FF2B5EF4-FFF2-40B4-BE49-F238E27FC236}">
                <a16:creationId xmlns:a16="http://schemas.microsoft.com/office/drawing/2014/main" id="{2BD039F6-5AB6-4143-8C60-F252ED1239AD}"/>
              </a:ext>
            </a:extLst>
          </p:cNvPr>
          <p:cNvGrpSpPr>
            <a:grpSpLocks/>
          </p:cNvGrpSpPr>
          <p:nvPr/>
        </p:nvGrpSpPr>
        <p:grpSpPr bwMode="auto">
          <a:xfrm>
            <a:off x="6189785" y="4542558"/>
            <a:ext cx="609600" cy="533400"/>
            <a:chOff x="960" y="720"/>
            <a:chExt cx="384" cy="336"/>
          </a:xfrm>
        </p:grpSpPr>
        <p:sp>
          <p:nvSpPr>
            <p:cNvPr id="487" name="Line 301">
              <a:extLst>
                <a:ext uri="{FF2B5EF4-FFF2-40B4-BE49-F238E27FC236}">
                  <a16:creationId xmlns:a16="http://schemas.microsoft.com/office/drawing/2014/main" id="{A362C798-A0EC-49B2-8D15-EE5AF8945156}"/>
                </a:ext>
              </a:extLst>
            </p:cNvPr>
            <p:cNvSpPr>
              <a:spLocks noChangeShapeType="1"/>
            </p:cNvSpPr>
            <p:nvPr/>
          </p:nvSpPr>
          <p:spPr bwMode="ltGray">
            <a:xfrm>
              <a:off x="960" y="720"/>
              <a:ext cx="384" cy="336"/>
            </a:xfrm>
            <a:prstGeom prst="line">
              <a:avLst/>
            </a:prstGeom>
            <a:noFill/>
            <a:ln w="571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sp>
          <p:nvSpPr>
            <p:cNvPr id="488" name="Line 302">
              <a:extLst>
                <a:ext uri="{FF2B5EF4-FFF2-40B4-BE49-F238E27FC236}">
                  <a16:creationId xmlns:a16="http://schemas.microsoft.com/office/drawing/2014/main" id="{FE8C41C6-C229-4128-9EFC-14A0ACA73E2E}"/>
                </a:ext>
              </a:extLst>
            </p:cNvPr>
            <p:cNvSpPr>
              <a:spLocks noChangeShapeType="1"/>
            </p:cNvSpPr>
            <p:nvPr/>
          </p:nvSpPr>
          <p:spPr bwMode="ltGray">
            <a:xfrm flipH="1">
              <a:off x="960" y="720"/>
              <a:ext cx="384" cy="336"/>
            </a:xfrm>
            <a:prstGeom prst="line">
              <a:avLst/>
            </a:prstGeom>
            <a:noFill/>
            <a:ln w="571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grpSp>
      <p:grpSp>
        <p:nvGrpSpPr>
          <p:cNvPr id="489" name="Group 303">
            <a:extLst>
              <a:ext uri="{FF2B5EF4-FFF2-40B4-BE49-F238E27FC236}">
                <a16:creationId xmlns:a16="http://schemas.microsoft.com/office/drawing/2014/main" id="{993CCB1B-2E20-4B4E-A816-1B7A3F32B573}"/>
              </a:ext>
            </a:extLst>
          </p:cNvPr>
          <p:cNvGrpSpPr>
            <a:grpSpLocks/>
          </p:cNvGrpSpPr>
          <p:nvPr/>
        </p:nvGrpSpPr>
        <p:grpSpPr bwMode="auto">
          <a:xfrm>
            <a:off x="9847385" y="4542558"/>
            <a:ext cx="609600" cy="533400"/>
            <a:chOff x="960" y="720"/>
            <a:chExt cx="384" cy="336"/>
          </a:xfrm>
        </p:grpSpPr>
        <p:sp>
          <p:nvSpPr>
            <p:cNvPr id="490" name="Line 304">
              <a:extLst>
                <a:ext uri="{FF2B5EF4-FFF2-40B4-BE49-F238E27FC236}">
                  <a16:creationId xmlns:a16="http://schemas.microsoft.com/office/drawing/2014/main" id="{AB52448E-DB21-4E27-A131-BBDD339CCB4C}"/>
                </a:ext>
              </a:extLst>
            </p:cNvPr>
            <p:cNvSpPr>
              <a:spLocks noChangeShapeType="1"/>
            </p:cNvSpPr>
            <p:nvPr/>
          </p:nvSpPr>
          <p:spPr bwMode="ltGray">
            <a:xfrm>
              <a:off x="960" y="720"/>
              <a:ext cx="384" cy="336"/>
            </a:xfrm>
            <a:prstGeom prst="line">
              <a:avLst/>
            </a:prstGeom>
            <a:noFill/>
            <a:ln w="571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sp>
          <p:nvSpPr>
            <p:cNvPr id="491" name="Line 305">
              <a:extLst>
                <a:ext uri="{FF2B5EF4-FFF2-40B4-BE49-F238E27FC236}">
                  <a16:creationId xmlns:a16="http://schemas.microsoft.com/office/drawing/2014/main" id="{57AD406D-DE99-43F0-8C74-4C2CA6A08818}"/>
                </a:ext>
              </a:extLst>
            </p:cNvPr>
            <p:cNvSpPr>
              <a:spLocks noChangeShapeType="1"/>
            </p:cNvSpPr>
            <p:nvPr/>
          </p:nvSpPr>
          <p:spPr bwMode="ltGray">
            <a:xfrm flipH="1">
              <a:off x="960" y="720"/>
              <a:ext cx="384" cy="336"/>
            </a:xfrm>
            <a:prstGeom prst="line">
              <a:avLst/>
            </a:prstGeom>
            <a:noFill/>
            <a:ln w="571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grpSp>
      <p:grpSp>
        <p:nvGrpSpPr>
          <p:cNvPr id="492" name="Group 306">
            <a:extLst>
              <a:ext uri="{FF2B5EF4-FFF2-40B4-BE49-F238E27FC236}">
                <a16:creationId xmlns:a16="http://schemas.microsoft.com/office/drawing/2014/main" id="{F0E2B34C-A5C8-4959-841D-79036AA5D3D4}"/>
              </a:ext>
            </a:extLst>
          </p:cNvPr>
          <p:cNvGrpSpPr>
            <a:grpSpLocks/>
          </p:cNvGrpSpPr>
          <p:nvPr/>
        </p:nvGrpSpPr>
        <p:grpSpPr bwMode="auto">
          <a:xfrm>
            <a:off x="7408985" y="5075958"/>
            <a:ext cx="609600" cy="533400"/>
            <a:chOff x="960" y="720"/>
            <a:chExt cx="384" cy="336"/>
          </a:xfrm>
        </p:grpSpPr>
        <p:sp>
          <p:nvSpPr>
            <p:cNvPr id="493" name="Line 307">
              <a:extLst>
                <a:ext uri="{FF2B5EF4-FFF2-40B4-BE49-F238E27FC236}">
                  <a16:creationId xmlns:a16="http://schemas.microsoft.com/office/drawing/2014/main" id="{F1E0A631-6608-4C97-B183-6AE2BB02D8E7}"/>
                </a:ext>
              </a:extLst>
            </p:cNvPr>
            <p:cNvSpPr>
              <a:spLocks noChangeShapeType="1"/>
            </p:cNvSpPr>
            <p:nvPr/>
          </p:nvSpPr>
          <p:spPr bwMode="ltGray">
            <a:xfrm>
              <a:off x="960" y="720"/>
              <a:ext cx="384" cy="336"/>
            </a:xfrm>
            <a:prstGeom prst="line">
              <a:avLst/>
            </a:prstGeom>
            <a:noFill/>
            <a:ln w="571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sp>
          <p:nvSpPr>
            <p:cNvPr id="494" name="Line 308">
              <a:extLst>
                <a:ext uri="{FF2B5EF4-FFF2-40B4-BE49-F238E27FC236}">
                  <a16:creationId xmlns:a16="http://schemas.microsoft.com/office/drawing/2014/main" id="{C8694BFB-CBAD-4D4E-B75D-03EDF0273BCC}"/>
                </a:ext>
              </a:extLst>
            </p:cNvPr>
            <p:cNvSpPr>
              <a:spLocks noChangeShapeType="1"/>
            </p:cNvSpPr>
            <p:nvPr/>
          </p:nvSpPr>
          <p:spPr bwMode="ltGray">
            <a:xfrm flipH="1">
              <a:off x="960" y="720"/>
              <a:ext cx="384" cy="336"/>
            </a:xfrm>
            <a:prstGeom prst="line">
              <a:avLst/>
            </a:prstGeom>
            <a:noFill/>
            <a:ln w="571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grpSp>
      <p:grpSp>
        <p:nvGrpSpPr>
          <p:cNvPr id="495" name="Group 309">
            <a:extLst>
              <a:ext uri="{FF2B5EF4-FFF2-40B4-BE49-F238E27FC236}">
                <a16:creationId xmlns:a16="http://schemas.microsoft.com/office/drawing/2014/main" id="{0CBB6BA1-7AB9-4D4E-B737-912FCC32CC11}"/>
              </a:ext>
            </a:extLst>
          </p:cNvPr>
          <p:cNvGrpSpPr>
            <a:grpSpLocks/>
          </p:cNvGrpSpPr>
          <p:nvPr/>
        </p:nvGrpSpPr>
        <p:grpSpPr bwMode="auto">
          <a:xfrm>
            <a:off x="8628185" y="5609358"/>
            <a:ext cx="609600" cy="533400"/>
            <a:chOff x="960" y="720"/>
            <a:chExt cx="384" cy="336"/>
          </a:xfrm>
        </p:grpSpPr>
        <p:sp>
          <p:nvSpPr>
            <p:cNvPr id="496" name="Line 310">
              <a:extLst>
                <a:ext uri="{FF2B5EF4-FFF2-40B4-BE49-F238E27FC236}">
                  <a16:creationId xmlns:a16="http://schemas.microsoft.com/office/drawing/2014/main" id="{FD8C5450-3B6C-4051-9A57-D29B46FB17F8}"/>
                </a:ext>
              </a:extLst>
            </p:cNvPr>
            <p:cNvSpPr>
              <a:spLocks noChangeShapeType="1"/>
            </p:cNvSpPr>
            <p:nvPr/>
          </p:nvSpPr>
          <p:spPr bwMode="ltGray">
            <a:xfrm>
              <a:off x="960" y="720"/>
              <a:ext cx="384" cy="336"/>
            </a:xfrm>
            <a:prstGeom prst="line">
              <a:avLst/>
            </a:prstGeom>
            <a:noFill/>
            <a:ln w="571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sp>
          <p:nvSpPr>
            <p:cNvPr id="497" name="Line 311">
              <a:extLst>
                <a:ext uri="{FF2B5EF4-FFF2-40B4-BE49-F238E27FC236}">
                  <a16:creationId xmlns:a16="http://schemas.microsoft.com/office/drawing/2014/main" id="{80F34E9C-4451-48BA-BCD1-B23C4DA4D439}"/>
                </a:ext>
              </a:extLst>
            </p:cNvPr>
            <p:cNvSpPr>
              <a:spLocks noChangeShapeType="1"/>
            </p:cNvSpPr>
            <p:nvPr/>
          </p:nvSpPr>
          <p:spPr bwMode="ltGray">
            <a:xfrm flipH="1">
              <a:off x="960" y="720"/>
              <a:ext cx="384" cy="336"/>
            </a:xfrm>
            <a:prstGeom prst="line">
              <a:avLst/>
            </a:prstGeom>
            <a:noFill/>
            <a:ln w="571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grpSp>
      <p:grpSp>
        <p:nvGrpSpPr>
          <p:cNvPr id="498" name="Group 312">
            <a:extLst>
              <a:ext uri="{FF2B5EF4-FFF2-40B4-BE49-F238E27FC236}">
                <a16:creationId xmlns:a16="http://schemas.microsoft.com/office/drawing/2014/main" id="{7FCFF60F-9E87-47B0-8463-44FE9F3CFB85}"/>
              </a:ext>
            </a:extLst>
          </p:cNvPr>
          <p:cNvGrpSpPr>
            <a:grpSpLocks/>
          </p:cNvGrpSpPr>
          <p:nvPr/>
        </p:nvGrpSpPr>
        <p:grpSpPr bwMode="auto">
          <a:xfrm>
            <a:off x="9847385" y="6066558"/>
            <a:ext cx="609600" cy="533400"/>
            <a:chOff x="960" y="720"/>
            <a:chExt cx="384" cy="336"/>
          </a:xfrm>
        </p:grpSpPr>
        <p:sp>
          <p:nvSpPr>
            <p:cNvPr id="499" name="Line 313">
              <a:extLst>
                <a:ext uri="{FF2B5EF4-FFF2-40B4-BE49-F238E27FC236}">
                  <a16:creationId xmlns:a16="http://schemas.microsoft.com/office/drawing/2014/main" id="{84AA752B-5993-4E07-B3C5-84B186AF5141}"/>
                </a:ext>
              </a:extLst>
            </p:cNvPr>
            <p:cNvSpPr>
              <a:spLocks noChangeShapeType="1"/>
            </p:cNvSpPr>
            <p:nvPr/>
          </p:nvSpPr>
          <p:spPr bwMode="ltGray">
            <a:xfrm>
              <a:off x="960" y="720"/>
              <a:ext cx="384" cy="336"/>
            </a:xfrm>
            <a:prstGeom prst="line">
              <a:avLst/>
            </a:prstGeom>
            <a:noFill/>
            <a:ln w="571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sp>
          <p:nvSpPr>
            <p:cNvPr id="500" name="Line 314">
              <a:extLst>
                <a:ext uri="{FF2B5EF4-FFF2-40B4-BE49-F238E27FC236}">
                  <a16:creationId xmlns:a16="http://schemas.microsoft.com/office/drawing/2014/main" id="{5501D7E2-51E2-4A52-BC31-F0CB3A50C523}"/>
                </a:ext>
              </a:extLst>
            </p:cNvPr>
            <p:cNvSpPr>
              <a:spLocks noChangeShapeType="1"/>
            </p:cNvSpPr>
            <p:nvPr/>
          </p:nvSpPr>
          <p:spPr bwMode="ltGray">
            <a:xfrm flipH="1">
              <a:off x="960" y="720"/>
              <a:ext cx="384" cy="336"/>
            </a:xfrm>
            <a:prstGeom prst="line">
              <a:avLst/>
            </a:prstGeom>
            <a:noFill/>
            <a:ln w="571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grpSp>
      <p:grpSp>
        <p:nvGrpSpPr>
          <p:cNvPr id="501" name="Group 315">
            <a:extLst>
              <a:ext uri="{FF2B5EF4-FFF2-40B4-BE49-F238E27FC236}">
                <a16:creationId xmlns:a16="http://schemas.microsoft.com/office/drawing/2014/main" id="{0CD154DD-82AF-43E7-86F1-EB24F3C2A931}"/>
              </a:ext>
            </a:extLst>
          </p:cNvPr>
          <p:cNvGrpSpPr>
            <a:grpSpLocks/>
          </p:cNvGrpSpPr>
          <p:nvPr/>
        </p:nvGrpSpPr>
        <p:grpSpPr bwMode="auto">
          <a:xfrm>
            <a:off x="6113585" y="6066558"/>
            <a:ext cx="609600" cy="533400"/>
            <a:chOff x="960" y="720"/>
            <a:chExt cx="384" cy="336"/>
          </a:xfrm>
        </p:grpSpPr>
        <p:sp>
          <p:nvSpPr>
            <p:cNvPr id="502" name="Line 316">
              <a:extLst>
                <a:ext uri="{FF2B5EF4-FFF2-40B4-BE49-F238E27FC236}">
                  <a16:creationId xmlns:a16="http://schemas.microsoft.com/office/drawing/2014/main" id="{4AC12880-2BD6-4882-A29A-4E8AD2884D91}"/>
                </a:ext>
              </a:extLst>
            </p:cNvPr>
            <p:cNvSpPr>
              <a:spLocks noChangeShapeType="1"/>
            </p:cNvSpPr>
            <p:nvPr/>
          </p:nvSpPr>
          <p:spPr bwMode="ltGray">
            <a:xfrm>
              <a:off x="960" y="720"/>
              <a:ext cx="384" cy="336"/>
            </a:xfrm>
            <a:prstGeom prst="line">
              <a:avLst/>
            </a:prstGeom>
            <a:noFill/>
            <a:ln w="571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sp>
          <p:nvSpPr>
            <p:cNvPr id="503" name="Line 317">
              <a:extLst>
                <a:ext uri="{FF2B5EF4-FFF2-40B4-BE49-F238E27FC236}">
                  <a16:creationId xmlns:a16="http://schemas.microsoft.com/office/drawing/2014/main" id="{C4E18D2E-316A-4428-BB32-C21BB0DF58C7}"/>
                </a:ext>
              </a:extLst>
            </p:cNvPr>
            <p:cNvSpPr>
              <a:spLocks noChangeShapeType="1"/>
            </p:cNvSpPr>
            <p:nvPr/>
          </p:nvSpPr>
          <p:spPr bwMode="ltGray">
            <a:xfrm flipH="1">
              <a:off x="960" y="720"/>
              <a:ext cx="384" cy="336"/>
            </a:xfrm>
            <a:prstGeom prst="line">
              <a:avLst/>
            </a:prstGeom>
            <a:noFill/>
            <a:ln w="571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grpSp>
      <p:grpSp>
        <p:nvGrpSpPr>
          <p:cNvPr id="504" name="Group 318">
            <a:extLst>
              <a:ext uri="{FF2B5EF4-FFF2-40B4-BE49-F238E27FC236}">
                <a16:creationId xmlns:a16="http://schemas.microsoft.com/office/drawing/2014/main" id="{896F26AF-20E8-4BCC-BF05-FA1EAA6A886A}"/>
              </a:ext>
            </a:extLst>
          </p:cNvPr>
          <p:cNvGrpSpPr>
            <a:grpSpLocks/>
          </p:cNvGrpSpPr>
          <p:nvPr/>
        </p:nvGrpSpPr>
        <p:grpSpPr bwMode="auto">
          <a:xfrm>
            <a:off x="4970585" y="5609358"/>
            <a:ext cx="609600" cy="533400"/>
            <a:chOff x="960" y="720"/>
            <a:chExt cx="384" cy="336"/>
          </a:xfrm>
        </p:grpSpPr>
        <p:sp>
          <p:nvSpPr>
            <p:cNvPr id="505" name="Line 319">
              <a:extLst>
                <a:ext uri="{FF2B5EF4-FFF2-40B4-BE49-F238E27FC236}">
                  <a16:creationId xmlns:a16="http://schemas.microsoft.com/office/drawing/2014/main" id="{803F39B9-93BC-4A20-93C8-556C26A6CEB1}"/>
                </a:ext>
              </a:extLst>
            </p:cNvPr>
            <p:cNvSpPr>
              <a:spLocks noChangeShapeType="1"/>
            </p:cNvSpPr>
            <p:nvPr/>
          </p:nvSpPr>
          <p:spPr bwMode="ltGray">
            <a:xfrm>
              <a:off x="960" y="720"/>
              <a:ext cx="384" cy="336"/>
            </a:xfrm>
            <a:prstGeom prst="line">
              <a:avLst/>
            </a:prstGeom>
            <a:noFill/>
            <a:ln w="571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sp>
          <p:nvSpPr>
            <p:cNvPr id="506" name="Line 320">
              <a:extLst>
                <a:ext uri="{FF2B5EF4-FFF2-40B4-BE49-F238E27FC236}">
                  <a16:creationId xmlns:a16="http://schemas.microsoft.com/office/drawing/2014/main" id="{EAAE1E6A-F1F2-490A-BD36-62F6E9FFF413}"/>
                </a:ext>
              </a:extLst>
            </p:cNvPr>
            <p:cNvSpPr>
              <a:spLocks noChangeShapeType="1"/>
            </p:cNvSpPr>
            <p:nvPr/>
          </p:nvSpPr>
          <p:spPr bwMode="ltGray">
            <a:xfrm flipH="1">
              <a:off x="960" y="720"/>
              <a:ext cx="384" cy="336"/>
            </a:xfrm>
            <a:prstGeom prst="line">
              <a:avLst/>
            </a:prstGeom>
            <a:noFill/>
            <a:ln w="571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grpSp>
      <p:grpSp>
        <p:nvGrpSpPr>
          <p:cNvPr id="507" name="Group 321">
            <a:extLst>
              <a:ext uri="{FF2B5EF4-FFF2-40B4-BE49-F238E27FC236}">
                <a16:creationId xmlns:a16="http://schemas.microsoft.com/office/drawing/2014/main" id="{3168F632-DD42-4939-8752-3DA498E1A0B5}"/>
              </a:ext>
            </a:extLst>
          </p:cNvPr>
          <p:cNvGrpSpPr>
            <a:grpSpLocks/>
          </p:cNvGrpSpPr>
          <p:nvPr/>
        </p:nvGrpSpPr>
        <p:grpSpPr bwMode="auto">
          <a:xfrm>
            <a:off x="4970585" y="4085358"/>
            <a:ext cx="609600" cy="533400"/>
            <a:chOff x="960" y="720"/>
            <a:chExt cx="384" cy="336"/>
          </a:xfrm>
        </p:grpSpPr>
        <p:sp>
          <p:nvSpPr>
            <p:cNvPr id="508" name="Line 322">
              <a:extLst>
                <a:ext uri="{FF2B5EF4-FFF2-40B4-BE49-F238E27FC236}">
                  <a16:creationId xmlns:a16="http://schemas.microsoft.com/office/drawing/2014/main" id="{D34114E8-BC25-498E-8385-D034780E029B}"/>
                </a:ext>
              </a:extLst>
            </p:cNvPr>
            <p:cNvSpPr>
              <a:spLocks noChangeShapeType="1"/>
            </p:cNvSpPr>
            <p:nvPr/>
          </p:nvSpPr>
          <p:spPr bwMode="ltGray">
            <a:xfrm>
              <a:off x="960" y="720"/>
              <a:ext cx="384" cy="336"/>
            </a:xfrm>
            <a:prstGeom prst="line">
              <a:avLst/>
            </a:prstGeom>
            <a:noFill/>
            <a:ln w="571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sp>
          <p:nvSpPr>
            <p:cNvPr id="509" name="Line 323">
              <a:extLst>
                <a:ext uri="{FF2B5EF4-FFF2-40B4-BE49-F238E27FC236}">
                  <a16:creationId xmlns:a16="http://schemas.microsoft.com/office/drawing/2014/main" id="{0AF2A57F-7B29-418E-B4A0-96256FE27738}"/>
                </a:ext>
              </a:extLst>
            </p:cNvPr>
            <p:cNvSpPr>
              <a:spLocks noChangeShapeType="1"/>
            </p:cNvSpPr>
            <p:nvPr/>
          </p:nvSpPr>
          <p:spPr bwMode="ltGray">
            <a:xfrm flipH="1">
              <a:off x="960" y="720"/>
              <a:ext cx="384" cy="336"/>
            </a:xfrm>
            <a:prstGeom prst="line">
              <a:avLst/>
            </a:prstGeom>
            <a:noFill/>
            <a:ln w="571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grpSp>
      <p:grpSp>
        <p:nvGrpSpPr>
          <p:cNvPr id="510" name="Group 324">
            <a:extLst>
              <a:ext uri="{FF2B5EF4-FFF2-40B4-BE49-F238E27FC236}">
                <a16:creationId xmlns:a16="http://schemas.microsoft.com/office/drawing/2014/main" id="{F6005432-06B7-47A7-9980-EA2CE69C1BD9}"/>
              </a:ext>
            </a:extLst>
          </p:cNvPr>
          <p:cNvGrpSpPr>
            <a:grpSpLocks/>
          </p:cNvGrpSpPr>
          <p:nvPr/>
        </p:nvGrpSpPr>
        <p:grpSpPr bwMode="auto">
          <a:xfrm>
            <a:off x="7408985" y="2485158"/>
            <a:ext cx="609600" cy="533400"/>
            <a:chOff x="960" y="720"/>
            <a:chExt cx="384" cy="336"/>
          </a:xfrm>
        </p:grpSpPr>
        <p:sp>
          <p:nvSpPr>
            <p:cNvPr id="511" name="Line 325">
              <a:extLst>
                <a:ext uri="{FF2B5EF4-FFF2-40B4-BE49-F238E27FC236}">
                  <a16:creationId xmlns:a16="http://schemas.microsoft.com/office/drawing/2014/main" id="{2B1B7052-4422-4E6A-9F0E-A89D89E99AE0}"/>
                </a:ext>
              </a:extLst>
            </p:cNvPr>
            <p:cNvSpPr>
              <a:spLocks noChangeShapeType="1"/>
            </p:cNvSpPr>
            <p:nvPr/>
          </p:nvSpPr>
          <p:spPr bwMode="ltGray">
            <a:xfrm>
              <a:off x="960" y="720"/>
              <a:ext cx="384" cy="336"/>
            </a:xfrm>
            <a:prstGeom prst="line">
              <a:avLst/>
            </a:prstGeom>
            <a:noFill/>
            <a:ln w="571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sp>
          <p:nvSpPr>
            <p:cNvPr id="512" name="Line 326">
              <a:extLst>
                <a:ext uri="{FF2B5EF4-FFF2-40B4-BE49-F238E27FC236}">
                  <a16:creationId xmlns:a16="http://schemas.microsoft.com/office/drawing/2014/main" id="{FEC70507-3FF9-475C-BB08-24399D6BED1F}"/>
                </a:ext>
              </a:extLst>
            </p:cNvPr>
            <p:cNvSpPr>
              <a:spLocks noChangeShapeType="1"/>
            </p:cNvSpPr>
            <p:nvPr/>
          </p:nvSpPr>
          <p:spPr bwMode="ltGray">
            <a:xfrm flipH="1">
              <a:off x="960" y="720"/>
              <a:ext cx="384" cy="336"/>
            </a:xfrm>
            <a:prstGeom prst="line">
              <a:avLst/>
            </a:prstGeom>
            <a:noFill/>
            <a:ln w="571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grpSp>
      <p:grpSp>
        <p:nvGrpSpPr>
          <p:cNvPr id="513" name="Group 327">
            <a:extLst>
              <a:ext uri="{FF2B5EF4-FFF2-40B4-BE49-F238E27FC236}">
                <a16:creationId xmlns:a16="http://schemas.microsoft.com/office/drawing/2014/main" id="{A4B84C27-F1C8-447E-8845-9203AFD7862D}"/>
              </a:ext>
            </a:extLst>
          </p:cNvPr>
          <p:cNvGrpSpPr>
            <a:grpSpLocks/>
          </p:cNvGrpSpPr>
          <p:nvPr/>
        </p:nvGrpSpPr>
        <p:grpSpPr bwMode="auto">
          <a:xfrm>
            <a:off x="7408985" y="2942358"/>
            <a:ext cx="609600" cy="533400"/>
            <a:chOff x="960" y="720"/>
            <a:chExt cx="384" cy="336"/>
          </a:xfrm>
        </p:grpSpPr>
        <p:sp>
          <p:nvSpPr>
            <p:cNvPr id="514" name="Line 328">
              <a:extLst>
                <a:ext uri="{FF2B5EF4-FFF2-40B4-BE49-F238E27FC236}">
                  <a16:creationId xmlns:a16="http://schemas.microsoft.com/office/drawing/2014/main" id="{D67C9E5A-6F11-442D-B598-1ABC1D232C05}"/>
                </a:ext>
              </a:extLst>
            </p:cNvPr>
            <p:cNvSpPr>
              <a:spLocks noChangeShapeType="1"/>
            </p:cNvSpPr>
            <p:nvPr/>
          </p:nvSpPr>
          <p:spPr bwMode="ltGray">
            <a:xfrm>
              <a:off x="960" y="720"/>
              <a:ext cx="384" cy="336"/>
            </a:xfrm>
            <a:prstGeom prst="line">
              <a:avLst/>
            </a:prstGeom>
            <a:noFill/>
            <a:ln w="571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sp>
          <p:nvSpPr>
            <p:cNvPr id="515" name="Line 329">
              <a:extLst>
                <a:ext uri="{FF2B5EF4-FFF2-40B4-BE49-F238E27FC236}">
                  <a16:creationId xmlns:a16="http://schemas.microsoft.com/office/drawing/2014/main" id="{1B8C0EC2-FEF5-44F6-9979-5C71CB1083AD}"/>
                </a:ext>
              </a:extLst>
            </p:cNvPr>
            <p:cNvSpPr>
              <a:spLocks noChangeShapeType="1"/>
            </p:cNvSpPr>
            <p:nvPr/>
          </p:nvSpPr>
          <p:spPr bwMode="ltGray">
            <a:xfrm flipH="1">
              <a:off x="960" y="720"/>
              <a:ext cx="384" cy="336"/>
            </a:xfrm>
            <a:prstGeom prst="line">
              <a:avLst/>
            </a:prstGeom>
            <a:noFill/>
            <a:ln w="571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grpSp>
      <p:grpSp>
        <p:nvGrpSpPr>
          <p:cNvPr id="516" name="Group 330">
            <a:extLst>
              <a:ext uri="{FF2B5EF4-FFF2-40B4-BE49-F238E27FC236}">
                <a16:creationId xmlns:a16="http://schemas.microsoft.com/office/drawing/2014/main" id="{9AAB2C7B-AA6C-4C9B-847D-C4F5DF775642}"/>
              </a:ext>
            </a:extLst>
          </p:cNvPr>
          <p:cNvGrpSpPr>
            <a:grpSpLocks/>
          </p:cNvGrpSpPr>
          <p:nvPr/>
        </p:nvGrpSpPr>
        <p:grpSpPr bwMode="auto">
          <a:xfrm>
            <a:off x="7408985" y="4009158"/>
            <a:ext cx="609600" cy="533400"/>
            <a:chOff x="960" y="720"/>
            <a:chExt cx="384" cy="336"/>
          </a:xfrm>
        </p:grpSpPr>
        <p:sp>
          <p:nvSpPr>
            <p:cNvPr id="517" name="Line 331">
              <a:extLst>
                <a:ext uri="{FF2B5EF4-FFF2-40B4-BE49-F238E27FC236}">
                  <a16:creationId xmlns:a16="http://schemas.microsoft.com/office/drawing/2014/main" id="{8C5FD2CE-854C-4CCD-8CEF-ECBC9D4A5176}"/>
                </a:ext>
              </a:extLst>
            </p:cNvPr>
            <p:cNvSpPr>
              <a:spLocks noChangeShapeType="1"/>
            </p:cNvSpPr>
            <p:nvPr/>
          </p:nvSpPr>
          <p:spPr bwMode="ltGray">
            <a:xfrm>
              <a:off x="960" y="720"/>
              <a:ext cx="384" cy="336"/>
            </a:xfrm>
            <a:prstGeom prst="line">
              <a:avLst/>
            </a:prstGeom>
            <a:noFill/>
            <a:ln w="571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sp>
          <p:nvSpPr>
            <p:cNvPr id="518" name="Line 332">
              <a:extLst>
                <a:ext uri="{FF2B5EF4-FFF2-40B4-BE49-F238E27FC236}">
                  <a16:creationId xmlns:a16="http://schemas.microsoft.com/office/drawing/2014/main" id="{795AF22A-2090-4BA7-9825-2905ACF97017}"/>
                </a:ext>
              </a:extLst>
            </p:cNvPr>
            <p:cNvSpPr>
              <a:spLocks noChangeShapeType="1"/>
            </p:cNvSpPr>
            <p:nvPr/>
          </p:nvSpPr>
          <p:spPr bwMode="ltGray">
            <a:xfrm flipH="1">
              <a:off x="960" y="720"/>
              <a:ext cx="384" cy="336"/>
            </a:xfrm>
            <a:prstGeom prst="line">
              <a:avLst/>
            </a:prstGeom>
            <a:noFill/>
            <a:ln w="571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grpSp>
      <p:grpSp>
        <p:nvGrpSpPr>
          <p:cNvPr id="519" name="Group 333">
            <a:extLst>
              <a:ext uri="{FF2B5EF4-FFF2-40B4-BE49-F238E27FC236}">
                <a16:creationId xmlns:a16="http://schemas.microsoft.com/office/drawing/2014/main" id="{DE8B5C12-2950-46DD-B1D7-7D521B86A934}"/>
              </a:ext>
            </a:extLst>
          </p:cNvPr>
          <p:cNvGrpSpPr>
            <a:grpSpLocks/>
          </p:cNvGrpSpPr>
          <p:nvPr/>
        </p:nvGrpSpPr>
        <p:grpSpPr bwMode="auto">
          <a:xfrm>
            <a:off x="7408985" y="5075958"/>
            <a:ext cx="609600" cy="533400"/>
            <a:chOff x="960" y="720"/>
            <a:chExt cx="384" cy="336"/>
          </a:xfrm>
        </p:grpSpPr>
        <p:sp>
          <p:nvSpPr>
            <p:cNvPr id="520" name="Line 334">
              <a:extLst>
                <a:ext uri="{FF2B5EF4-FFF2-40B4-BE49-F238E27FC236}">
                  <a16:creationId xmlns:a16="http://schemas.microsoft.com/office/drawing/2014/main" id="{81FF0965-5B32-4530-AD67-293DC402491E}"/>
                </a:ext>
              </a:extLst>
            </p:cNvPr>
            <p:cNvSpPr>
              <a:spLocks noChangeShapeType="1"/>
            </p:cNvSpPr>
            <p:nvPr/>
          </p:nvSpPr>
          <p:spPr bwMode="ltGray">
            <a:xfrm>
              <a:off x="960" y="720"/>
              <a:ext cx="384" cy="336"/>
            </a:xfrm>
            <a:prstGeom prst="line">
              <a:avLst/>
            </a:prstGeom>
            <a:noFill/>
            <a:ln w="571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sp>
          <p:nvSpPr>
            <p:cNvPr id="521" name="Line 335">
              <a:extLst>
                <a:ext uri="{FF2B5EF4-FFF2-40B4-BE49-F238E27FC236}">
                  <a16:creationId xmlns:a16="http://schemas.microsoft.com/office/drawing/2014/main" id="{5FEC19F8-5E51-43FA-A8EB-02B9A992FE4D}"/>
                </a:ext>
              </a:extLst>
            </p:cNvPr>
            <p:cNvSpPr>
              <a:spLocks noChangeShapeType="1"/>
            </p:cNvSpPr>
            <p:nvPr/>
          </p:nvSpPr>
          <p:spPr bwMode="ltGray">
            <a:xfrm flipH="1">
              <a:off x="960" y="720"/>
              <a:ext cx="384" cy="336"/>
            </a:xfrm>
            <a:prstGeom prst="line">
              <a:avLst/>
            </a:prstGeom>
            <a:noFill/>
            <a:ln w="571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grpSp>
      <p:grpSp>
        <p:nvGrpSpPr>
          <p:cNvPr id="522" name="Group 336">
            <a:extLst>
              <a:ext uri="{FF2B5EF4-FFF2-40B4-BE49-F238E27FC236}">
                <a16:creationId xmlns:a16="http://schemas.microsoft.com/office/drawing/2014/main" id="{90C98C3D-B5B5-4D31-9918-C463BFD52567}"/>
              </a:ext>
            </a:extLst>
          </p:cNvPr>
          <p:cNvGrpSpPr>
            <a:grpSpLocks/>
          </p:cNvGrpSpPr>
          <p:nvPr/>
        </p:nvGrpSpPr>
        <p:grpSpPr bwMode="auto">
          <a:xfrm>
            <a:off x="7408985" y="6066558"/>
            <a:ext cx="609600" cy="533400"/>
            <a:chOff x="960" y="720"/>
            <a:chExt cx="384" cy="336"/>
          </a:xfrm>
        </p:grpSpPr>
        <p:sp>
          <p:nvSpPr>
            <p:cNvPr id="523" name="Line 337">
              <a:extLst>
                <a:ext uri="{FF2B5EF4-FFF2-40B4-BE49-F238E27FC236}">
                  <a16:creationId xmlns:a16="http://schemas.microsoft.com/office/drawing/2014/main" id="{7F3CB223-1111-4172-9E1E-133396C3ECAF}"/>
                </a:ext>
              </a:extLst>
            </p:cNvPr>
            <p:cNvSpPr>
              <a:spLocks noChangeShapeType="1"/>
            </p:cNvSpPr>
            <p:nvPr/>
          </p:nvSpPr>
          <p:spPr bwMode="ltGray">
            <a:xfrm>
              <a:off x="960" y="720"/>
              <a:ext cx="384" cy="336"/>
            </a:xfrm>
            <a:prstGeom prst="line">
              <a:avLst/>
            </a:prstGeom>
            <a:noFill/>
            <a:ln w="571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sp>
          <p:nvSpPr>
            <p:cNvPr id="524" name="Line 338">
              <a:extLst>
                <a:ext uri="{FF2B5EF4-FFF2-40B4-BE49-F238E27FC236}">
                  <a16:creationId xmlns:a16="http://schemas.microsoft.com/office/drawing/2014/main" id="{76992B82-4473-408C-9AB6-B4A14972FA86}"/>
                </a:ext>
              </a:extLst>
            </p:cNvPr>
            <p:cNvSpPr>
              <a:spLocks noChangeShapeType="1"/>
            </p:cNvSpPr>
            <p:nvPr/>
          </p:nvSpPr>
          <p:spPr bwMode="ltGray">
            <a:xfrm flipH="1">
              <a:off x="960" y="720"/>
              <a:ext cx="384" cy="336"/>
            </a:xfrm>
            <a:prstGeom prst="line">
              <a:avLst/>
            </a:prstGeom>
            <a:noFill/>
            <a:ln w="571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grpSp>
      <p:grpSp>
        <p:nvGrpSpPr>
          <p:cNvPr id="525" name="Group 339">
            <a:extLst>
              <a:ext uri="{FF2B5EF4-FFF2-40B4-BE49-F238E27FC236}">
                <a16:creationId xmlns:a16="http://schemas.microsoft.com/office/drawing/2014/main" id="{8EFFE217-B148-4FB2-B12B-3115E35DF264}"/>
              </a:ext>
            </a:extLst>
          </p:cNvPr>
          <p:cNvGrpSpPr>
            <a:grpSpLocks/>
          </p:cNvGrpSpPr>
          <p:nvPr/>
        </p:nvGrpSpPr>
        <p:grpSpPr bwMode="auto">
          <a:xfrm>
            <a:off x="7408985" y="4542558"/>
            <a:ext cx="609600" cy="533400"/>
            <a:chOff x="960" y="720"/>
            <a:chExt cx="384" cy="336"/>
          </a:xfrm>
        </p:grpSpPr>
        <p:sp>
          <p:nvSpPr>
            <p:cNvPr id="526" name="Line 340">
              <a:extLst>
                <a:ext uri="{FF2B5EF4-FFF2-40B4-BE49-F238E27FC236}">
                  <a16:creationId xmlns:a16="http://schemas.microsoft.com/office/drawing/2014/main" id="{2B5294A5-30FA-46BB-8625-7BB2BDCC6A82}"/>
                </a:ext>
              </a:extLst>
            </p:cNvPr>
            <p:cNvSpPr>
              <a:spLocks noChangeShapeType="1"/>
            </p:cNvSpPr>
            <p:nvPr/>
          </p:nvSpPr>
          <p:spPr bwMode="ltGray">
            <a:xfrm>
              <a:off x="960" y="720"/>
              <a:ext cx="384" cy="336"/>
            </a:xfrm>
            <a:prstGeom prst="line">
              <a:avLst/>
            </a:prstGeom>
            <a:noFill/>
            <a:ln w="571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sp>
          <p:nvSpPr>
            <p:cNvPr id="527" name="Line 341">
              <a:extLst>
                <a:ext uri="{FF2B5EF4-FFF2-40B4-BE49-F238E27FC236}">
                  <a16:creationId xmlns:a16="http://schemas.microsoft.com/office/drawing/2014/main" id="{919CC769-D31B-4ADB-A5FB-7ED2B6445B53}"/>
                </a:ext>
              </a:extLst>
            </p:cNvPr>
            <p:cNvSpPr>
              <a:spLocks noChangeShapeType="1"/>
            </p:cNvSpPr>
            <p:nvPr/>
          </p:nvSpPr>
          <p:spPr bwMode="ltGray">
            <a:xfrm flipH="1">
              <a:off x="960" y="720"/>
              <a:ext cx="384" cy="336"/>
            </a:xfrm>
            <a:prstGeom prst="line">
              <a:avLst/>
            </a:prstGeom>
            <a:noFill/>
            <a:ln w="571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grpSp>
      <p:grpSp>
        <p:nvGrpSpPr>
          <p:cNvPr id="528" name="Group 342">
            <a:extLst>
              <a:ext uri="{FF2B5EF4-FFF2-40B4-BE49-F238E27FC236}">
                <a16:creationId xmlns:a16="http://schemas.microsoft.com/office/drawing/2014/main" id="{BCDA49AB-54F9-4387-9465-E15853A2F3E7}"/>
              </a:ext>
            </a:extLst>
          </p:cNvPr>
          <p:cNvGrpSpPr>
            <a:grpSpLocks/>
          </p:cNvGrpSpPr>
          <p:nvPr/>
        </p:nvGrpSpPr>
        <p:grpSpPr bwMode="auto">
          <a:xfrm>
            <a:off x="7408985" y="5533158"/>
            <a:ext cx="609600" cy="533400"/>
            <a:chOff x="960" y="720"/>
            <a:chExt cx="384" cy="336"/>
          </a:xfrm>
        </p:grpSpPr>
        <p:sp>
          <p:nvSpPr>
            <p:cNvPr id="529" name="Line 343">
              <a:extLst>
                <a:ext uri="{FF2B5EF4-FFF2-40B4-BE49-F238E27FC236}">
                  <a16:creationId xmlns:a16="http://schemas.microsoft.com/office/drawing/2014/main" id="{25386F4B-75CA-42E9-93EA-39C41F2D23A5}"/>
                </a:ext>
              </a:extLst>
            </p:cNvPr>
            <p:cNvSpPr>
              <a:spLocks noChangeShapeType="1"/>
            </p:cNvSpPr>
            <p:nvPr/>
          </p:nvSpPr>
          <p:spPr bwMode="ltGray">
            <a:xfrm>
              <a:off x="960" y="720"/>
              <a:ext cx="384" cy="336"/>
            </a:xfrm>
            <a:prstGeom prst="line">
              <a:avLst/>
            </a:prstGeom>
            <a:noFill/>
            <a:ln w="571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sp>
          <p:nvSpPr>
            <p:cNvPr id="530" name="Line 344">
              <a:extLst>
                <a:ext uri="{FF2B5EF4-FFF2-40B4-BE49-F238E27FC236}">
                  <a16:creationId xmlns:a16="http://schemas.microsoft.com/office/drawing/2014/main" id="{275A0464-7671-40F7-A786-A521C58E064B}"/>
                </a:ext>
              </a:extLst>
            </p:cNvPr>
            <p:cNvSpPr>
              <a:spLocks noChangeShapeType="1"/>
            </p:cNvSpPr>
            <p:nvPr/>
          </p:nvSpPr>
          <p:spPr bwMode="ltGray">
            <a:xfrm flipH="1">
              <a:off x="960" y="720"/>
              <a:ext cx="384" cy="336"/>
            </a:xfrm>
            <a:prstGeom prst="line">
              <a:avLst/>
            </a:prstGeom>
            <a:noFill/>
            <a:ln w="571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p>
          </p:txBody>
        </p:sp>
      </p:grpSp>
    </p:spTree>
    <p:extLst>
      <p:ext uri="{BB962C8B-B14F-4D97-AF65-F5344CB8AC3E}">
        <p14:creationId xmlns:p14="http://schemas.microsoft.com/office/powerpoint/2010/main" val="37245309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10"/>
                                        </p:tgtEl>
                                        <p:attrNameLst>
                                          <p:attrName>style.visibility</p:attrName>
                                        </p:attrNameLst>
                                      </p:cBhvr>
                                      <p:to>
                                        <p:strVal val="visible"/>
                                      </p:to>
                                    </p:set>
                                    <p:anim calcmode="lin" valueType="num">
                                      <p:cBhvr additive="base">
                                        <p:cTn id="7" dur="500" fill="hold"/>
                                        <p:tgtEl>
                                          <p:spTgt spid="510"/>
                                        </p:tgtEl>
                                        <p:attrNameLst>
                                          <p:attrName>ppt_x</p:attrName>
                                        </p:attrNameLst>
                                      </p:cBhvr>
                                      <p:tavLst>
                                        <p:tav tm="0">
                                          <p:val>
                                            <p:strVal val="0-#ppt_w/2"/>
                                          </p:val>
                                        </p:tav>
                                        <p:tav tm="100000">
                                          <p:val>
                                            <p:strVal val="#ppt_x"/>
                                          </p:val>
                                        </p:tav>
                                      </p:tavLst>
                                    </p:anim>
                                    <p:anim calcmode="lin" valueType="num">
                                      <p:cBhvr additive="base">
                                        <p:cTn id="8" dur="500" fill="hold"/>
                                        <p:tgtEl>
                                          <p:spTgt spid="510"/>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513"/>
                                        </p:tgtEl>
                                        <p:attrNameLst>
                                          <p:attrName>style.visibility</p:attrName>
                                        </p:attrNameLst>
                                      </p:cBhvr>
                                      <p:to>
                                        <p:strVal val="visible"/>
                                      </p:to>
                                    </p:set>
                                    <p:anim calcmode="lin" valueType="num">
                                      <p:cBhvr additive="base">
                                        <p:cTn id="13" dur="500" fill="hold"/>
                                        <p:tgtEl>
                                          <p:spTgt spid="513"/>
                                        </p:tgtEl>
                                        <p:attrNameLst>
                                          <p:attrName>ppt_x</p:attrName>
                                        </p:attrNameLst>
                                      </p:cBhvr>
                                      <p:tavLst>
                                        <p:tav tm="0">
                                          <p:val>
                                            <p:strVal val="0-#ppt_w/2"/>
                                          </p:val>
                                        </p:tav>
                                        <p:tav tm="100000">
                                          <p:val>
                                            <p:strVal val="#ppt_x"/>
                                          </p:val>
                                        </p:tav>
                                      </p:tavLst>
                                    </p:anim>
                                    <p:anim calcmode="lin" valueType="num">
                                      <p:cBhvr additive="base">
                                        <p:cTn id="14" dur="500" fill="hold"/>
                                        <p:tgtEl>
                                          <p:spTgt spid="513"/>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516"/>
                                        </p:tgtEl>
                                        <p:attrNameLst>
                                          <p:attrName>style.visibility</p:attrName>
                                        </p:attrNameLst>
                                      </p:cBhvr>
                                      <p:to>
                                        <p:strVal val="visible"/>
                                      </p:to>
                                    </p:set>
                                    <p:anim calcmode="lin" valueType="num">
                                      <p:cBhvr additive="base">
                                        <p:cTn id="19" dur="500" fill="hold"/>
                                        <p:tgtEl>
                                          <p:spTgt spid="516"/>
                                        </p:tgtEl>
                                        <p:attrNameLst>
                                          <p:attrName>ppt_x</p:attrName>
                                        </p:attrNameLst>
                                      </p:cBhvr>
                                      <p:tavLst>
                                        <p:tav tm="0">
                                          <p:val>
                                            <p:strVal val="0-#ppt_w/2"/>
                                          </p:val>
                                        </p:tav>
                                        <p:tav tm="100000">
                                          <p:val>
                                            <p:strVal val="#ppt_x"/>
                                          </p:val>
                                        </p:tav>
                                      </p:tavLst>
                                    </p:anim>
                                    <p:anim calcmode="lin" valueType="num">
                                      <p:cBhvr additive="base">
                                        <p:cTn id="20" dur="500" fill="hold"/>
                                        <p:tgtEl>
                                          <p:spTgt spid="516"/>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525"/>
                                        </p:tgtEl>
                                        <p:attrNameLst>
                                          <p:attrName>style.visibility</p:attrName>
                                        </p:attrNameLst>
                                      </p:cBhvr>
                                      <p:to>
                                        <p:strVal val="visible"/>
                                      </p:to>
                                    </p:set>
                                    <p:anim calcmode="lin" valueType="num">
                                      <p:cBhvr additive="base">
                                        <p:cTn id="25" dur="500" fill="hold"/>
                                        <p:tgtEl>
                                          <p:spTgt spid="525"/>
                                        </p:tgtEl>
                                        <p:attrNameLst>
                                          <p:attrName>ppt_x</p:attrName>
                                        </p:attrNameLst>
                                      </p:cBhvr>
                                      <p:tavLst>
                                        <p:tav tm="0">
                                          <p:val>
                                            <p:strVal val="0-#ppt_w/2"/>
                                          </p:val>
                                        </p:tav>
                                        <p:tav tm="100000">
                                          <p:val>
                                            <p:strVal val="#ppt_x"/>
                                          </p:val>
                                        </p:tav>
                                      </p:tavLst>
                                    </p:anim>
                                    <p:anim calcmode="lin" valueType="num">
                                      <p:cBhvr additive="base">
                                        <p:cTn id="26" dur="500" fill="hold"/>
                                        <p:tgtEl>
                                          <p:spTgt spid="525"/>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522"/>
                                        </p:tgtEl>
                                        <p:attrNameLst>
                                          <p:attrName>style.visibility</p:attrName>
                                        </p:attrNameLst>
                                      </p:cBhvr>
                                      <p:to>
                                        <p:strVal val="visible"/>
                                      </p:to>
                                    </p:set>
                                    <p:anim calcmode="lin" valueType="num">
                                      <p:cBhvr additive="base">
                                        <p:cTn id="31" dur="500" fill="hold"/>
                                        <p:tgtEl>
                                          <p:spTgt spid="522"/>
                                        </p:tgtEl>
                                        <p:attrNameLst>
                                          <p:attrName>ppt_x</p:attrName>
                                        </p:attrNameLst>
                                      </p:cBhvr>
                                      <p:tavLst>
                                        <p:tav tm="0">
                                          <p:val>
                                            <p:strVal val="0-#ppt_w/2"/>
                                          </p:val>
                                        </p:tav>
                                        <p:tav tm="100000">
                                          <p:val>
                                            <p:strVal val="#ppt_x"/>
                                          </p:val>
                                        </p:tav>
                                      </p:tavLst>
                                    </p:anim>
                                    <p:anim calcmode="lin" valueType="num">
                                      <p:cBhvr additive="base">
                                        <p:cTn id="32" dur="500" fill="hold"/>
                                        <p:tgtEl>
                                          <p:spTgt spid="52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2" name="Straight Connector 11">
            <a:extLst>
              <a:ext uri="{FF2B5EF4-FFF2-40B4-BE49-F238E27FC236}">
                <a16:creationId xmlns:a16="http://schemas.microsoft.com/office/drawing/2014/main" id="{182E708C-71E9-4394-B264-F716CFD18F17}"/>
              </a:ext>
            </a:extLst>
          </p:cNvPr>
          <p:cNvCxnSpPr>
            <a:cxnSpLocks/>
          </p:cNvCxnSpPr>
          <p:nvPr/>
        </p:nvCxnSpPr>
        <p:spPr>
          <a:xfrm>
            <a:off x="74645" y="777796"/>
            <a:ext cx="12117355"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3" name="Straight Connector 12">
            <a:extLst>
              <a:ext uri="{FF2B5EF4-FFF2-40B4-BE49-F238E27FC236}">
                <a16:creationId xmlns:a16="http://schemas.microsoft.com/office/drawing/2014/main" id="{EC740D6E-7B99-4DDB-9DE0-A5B61E8C3072}"/>
              </a:ext>
            </a:extLst>
          </p:cNvPr>
          <p:cNvCxnSpPr>
            <a:cxnSpLocks/>
          </p:cNvCxnSpPr>
          <p:nvPr/>
        </p:nvCxnSpPr>
        <p:spPr>
          <a:xfrm flipV="1">
            <a:off x="0" y="1222394"/>
            <a:ext cx="12192000" cy="2229"/>
          </a:xfrm>
          <a:prstGeom prst="line">
            <a:avLst/>
          </a:prstGeom>
        </p:spPr>
        <p:style>
          <a:lnRef idx="1">
            <a:schemeClr val="accent2"/>
          </a:lnRef>
          <a:fillRef idx="0">
            <a:schemeClr val="accent2"/>
          </a:fillRef>
          <a:effectRef idx="0">
            <a:schemeClr val="accent2"/>
          </a:effectRef>
          <a:fontRef idx="minor">
            <a:schemeClr val="tx1"/>
          </a:fontRef>
        </p:style>
      </p:cxnSp>
      <p:sp>
        <p:nvSpPr>
          <p:cNvPr id="14" name="TextBox 13">
            <a:extLst>
              <a:ext uri="{FF2B5EF4-FFF2-40B4-BE49-F238E27FC236}">
                <a16:creationId xmlns:a16="http://schemas.microsoft.com/office/drawing/2014/main" id="{B9F519F3-0A4A-4CE2-A029-D8462460B133}"/>
              </a:ext>
            </a:extLst>
          </p:cNvPr>
          <p:cNvSpPr txBox="1"/>
          <p:nvPr/>
        </p:nvSpPr>
        <p:spPr>
          <a:xfrm>
            <a:off x="178608" y="0"/>
            <a:ext cx="576064" cy="830997"/>
          </a:xfrm>
          <a:prstGeom prst="rect">
            <a:avLst/>
          </a:prstGeom>
          <a:noFill/>
        </p:spPr>
        <p:txBody>
          <a:bodyPr wrap="square" rtlCol="0">
            <a:spAutoFit/>
          </a:bodyPr>
          <a:lstStyle/>
          <a:p>
            <a:r>
              <a:rPr lang="en-AU" sz="1600" dirty="0"/>
              <a:t>24</a:t>
            </a:r>
          </a:p>
          <a:p>
            <a:r>
              <a:rPr lang="en-AU" sz="1600" dirty="0"/>
              <a:t>7</a:t>
            </a:r>
          </a:p>
          <a:p>
            <a:r>
              <a:rPr lang="en-AU" sz="1600" dirty="0"/>
              <a:t>30</a:t>
            </a:r>
          </a:p>
        </p:txBody>
      </p:sp>
      <p:cxnSp>
        <p:nvCxnSpPr>
          <p:cNvPr id="15" name="Straight Connector 14">
            <a:extLst>
              <a:ext uri="{FF2B5EF4-FFF2-40B4-BE49-F238E27FC236}">
                <a16:creationId xmlns:a16="http://schemas.microsoft.com/office/drawing/2014/main" id="{1BA2B774-B760-43E5-9BF4-42AEF5DA72EC}"/>
              </a:ext>
            </a:extLst>
          </p:cNvPr>
          <p:cNvCxnSpPr>
            <a:cxnSpLocks/>
          </p:cNvCxnSpPr>
          <p:nvPr/>
        </p:nvCxnSpPr>
        <p:spPr>
          <a:xfrm>
            <a:off x="2382459" y="1224621"/>
            <a:ext cx="0" cy="5633379"/>
          </a:xfrm>
          <a:prstGeom prst="line">
            <a:avLst/>
          </a:prstGeom>
        </p:spPr>
        <p:style>
          <a:lnRef idx="1">
            <a:schemeClr val="accent2"/>
          </a:lnRef>
          <a:fillRef idx="0">
            <a:schemeClr val="accent2"/>
          </a:fillRef>
          <a:effectRef idx="0">
            <a:schemeClr val="accent2"/>
          </a:effectRef>
          <a:fontRef idx="minor">
            <a:schemeClr val="tx1"/>
          </a:fontRef>
        </p:style>
      </p:cxnSp>
      <p:sp>
        <p:nvSpPr>
          <p:cNvPr id="16" name="TextBox 15">
            <a:extLst>
              <a:ext uri="{FF2B5EF4-FFF2-40B4-BE49-F238E27FC236}">
                <a16:creationId xmlns:a16="http://schemas.microsoft.com/office/drawing/2014/main" id="{11F6732A-3FF2-4581-B023-0CCB419F4C17}"/>
              </a:ext>
            </a:extLst>
          </p:cNvPr>
          <p:cNvSpPr txBox="1"/>
          <p:nvPr/>
        </p:nvSpPr>
        <p:spPr>
          <a:xfrm>
            <a:off x="10384272" y="258042"/>
            <a:ext cx="1584176" cy="461665"/>
          </a:xfrm>
          <a:prstGeom prst="rect">
            <a:avLst/>
          </a:prstGeom>
          <a:noFill/>
        </p:spPr>
        <p:txBody>
          <a:bodyPr wrap="square" rtlCol="0">
            <a:spAutoFit/>
          </a:bodyPr>
          <a:lstStyle/>
          <a:p>
            <a:r>
              <a:rPr lang="en-AU" sz="2400" dirty="0"/>
              <a:t>Date</a:t>
            </a:r>
          </a:p>
        </p:txBody>
      </p:sp>
      <p:sp>
        <p:nvSpPr>
          <p:cNvPr id="17" name="TextBox 16">
            <a:extLst>
              <a:ext uri="{FF2B5EF4-FFF2-40B4-BE49-F238E27FC236}">
                <a16:creationId xmlns:a16="http://schemas.microsoft.com/office/drawing/2014/main" id="{EC05745E-D2A7-4A30-B812-5738EFA91614}"/>
              </a:ext>
            </a:extLst>
          </p:cNvPr>
          <p:cNvSpPr txBox="1"/>
          <p:nvPr/>
        </p:nvSpPr>
        <p:spPr>
          <a:xfrm>
            <a:off x="754672" y="196208"/>
            <a:ext cx="3796296" cy="523220"/>
          </a:xfrm>
          <a:prstGeom prst="rect">
            <a:avLst/>
          </a:prstGeom>
          <a:noFill/>
        </p:spPr>
        <p:txBody>
          <a:bodyPr wrap="none" rtlCol="0">
            <a:spAutoFit/>
          </a:bodyPr>
          <a:lstStyle/>
          <a:p>
            <a:r>
              <a:rPr lang="en-AU" sz="2800" dirty="0"/>
              <a:t>Special numbers review  </a:t>
            </a:r>
          </a:p>
        </p:txBody>
      </p:sp>
      <p:sp>
        <p:nvSpPr>
          <p:cNvPr id="18" name="TextBox 17">
            <a:extLst>
              <a:ext uri="{FF2B5EF4-FFF2-40B4-BE49-F238E27FC236}">
                <a16:creationId xmlns:a16="http://schemas.microsoft.com/office/drawing/2014/main" id="{9C85288A-4CE0-4CC8-A16B-D6C8F38EAA17}"/>
              </a:ext>
            </a:extLst>
          </p:cNvPr>
          <p:cNvSpPr txBox="1"/>
          <p:nvPr/>
        </p:nvSpPr>
        <p:spPr>
          <a:xfrm>
            <a:off x="645626" y="735407"/>
            <a:ext cx="10420959" cy="461665"/>
          </a:xfrm>
          <a:prstGeom prst="rect">
            <a:avLst/>
          </a:prstGeom>
          <a:noFill/>
        </p:spPr>
        <p:txBody>
          <a:bodyPr wrap="square" rtlCol="0">
            <a:spAutoFit/>
          </a:bodyPr>
          <a:lstStyle/>
          <a:p>
            <a:r>
              <a:rPr lang="en-AU" sz="2400" dirty="0"/>
              <a:t>EQ – What are primes, composites, perfect squares and triangular numbers</a:t>
            </a:r>
          </a:p>
        </p:txBody>
      </p:sp>
      <p:graphicFrame>
        <p:nvGraphicFramePr>
          <p:cNvPr id="229" name="Group 2">
            <a:extLst>
              <a:ext uri="{FF2B5EF4-FFF2-40B4-BE49-F238E27FC236}">
                <a16:creationId xmlns:a16="http://schemas.microsoft.com/office/drawing/2014/main" id="{6BDC12F9-7152-4FEA-9721-3AE538EE6766}"/>
              </a:ext>
            </a:extLst>
          </p:cNvPr>
          <p:cNvGraphicFramePr>
            <a:graphicFrameLocks noGrp="1"/>
          </p:cNvGraphicFramePr>
          <p:nvPr>
            <p:extLst>
              <p:ext uri="{D42A27DB-BD31-4B8C-83A1-F6EECF244321}">
                <p14:modId xmlns:p14="http://schemas.microsoft.com/office/powerpoint/2010/main" val="2337879644"/>
              </p:ext>
            </p:extLst>
          </p:nvPr>
        </p:nvGraphicFramePr>
        <p:xfrm>
          <a:off x="5263662" y="1418358"/>
          <a:ext cx="6096000" cy="518160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gridCol w="609600">
                  <a:extLst>
                    <a:ext uri="{9D8B030D-6E8A-4147-A177-3AD203B41FA5}">
                      <a16:colId xmlns:a16="http://schemas.microsoft.com/office/drawing/2014/main" val="20003"/>
                    </a:ext>
                  </a:extLst>
                </a:gridCol>
                <a:gridCol w="609600">
                  <a:extLst>
                    <a:ext uri="{9D8B030D-6E8A-4147-A177-3AD203B41FA5}">
                      <a16:colId xmlns:a16="http://schemas.microsoft.com/office/drawing/2014/main" val="20004"/>
                    </a:ext>
                  </a:extLst>
                </a:gridCol>
                <a:gridCol w="609600">
                  <a:extLst>
                    <a:ext uri="{9D8B030D-6E8A-4147-A177-3AD203B41FA5}">
                      <a16:colId xmlns:a16="http://schemas.microsoft.com/office/drawing/2014/main" val="20005"/>
                    </a:ext>
                  </a:extLst>
                </a:gridCol>
                <a:gridCol w="609600">
                  <a:extLst>
                    <a:ext uri="{9D8B030D-6E8A-4147-A177-3AD203B41FA5}">
                      <a16:colId xmlns:a16="http://schemas.microsoft.com/office/drawing/2014/main" val="20006"/>
                    </a:ext>
                  </a:extLst>
                </a:gridCol>
                <a:gridCol w="609600">
                  <a:extLst>
                    <a:ext uri="{9D8B030D-6E8A-4147-A177-3AD203B41FA5}">
                      <a16:colId xmlns:a16="http://schemas.microsoft.com/office/drawing/2014/main" val="20007"/>
                    </a:ext>
                  </a:extLst>
                </a:gridCol>
                <a:gridCol w="609600">
                  <a:extLst>
                    <a:ext uri="{9D8B030D-6E8A-4147-A177-3AD203B41FA5}">
                      <a16:colId xmlns:a16="http://schemas.microsoft.com/office/drawing/2014/main" val="20008"/>
                    </a:ext>
                  </a:extLst>
                </a:gridCol>
                <a:gridCol w="609600">
                  <a:extLst>
                    <a:ext uri="{9D8B030D-6E8A-4147-A177-3AD203B41FA5}">
                      <a16:colId xmlns:a16="http://schemas.microsoft.com/office/drawing/2014/main" val="20009"/>
                    </a:ext>
                  </a:extLst>
                </a:gridCol>
              </a:tblGrid>
              <a:tr h="406400">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dirty="0">
                          <a:ln>
                            <a:noFill/>
                          </a:ln>
                          <a:solidFill>
                            <a:schemeClr val="tx1"/>
                          </a:solidFill>
                          <a:effectLst/>
                          <a:latin typeface="Times New Roman" pitchFamily="18" charset="0"/>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dirty="0">
                          <a:ln>
                            <a:noFill/>
                          </a:ln>
                          <a:solidFill>
                            <a:schemeClr val="tx1"/>
                          </a:solidFill>
                          <a:effectLst/>
                          <a:latin typeface="Times New Roman" pitchFamily="18"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dirty="0">
                          <a:ln>
                            <a:noFill/>
                          </a:ln>
                          <a:solidFill>
                            <a:schemeClr val="tx1"/>
                          </a:solidFill>
                          <a:effectLst/>
                          <a:latin typeface="Times New Roman" pitchFamily="18"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dirty="0">
                          <a:ln>
                            <a:noFill/>
                          </a:ln>
                          <a:solidFill>
                            <a:schemeClr val="tx1"/>
                          </a:solidFill>
                          <a:effectLst/>
                          <a:latin typeface="Times New Roman" pitchFamily="18"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10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06400">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11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12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13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14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dirty="0">
                          <a:ln>
                            <a:noFill/>
                          </a:ln>
                          <a:solidFill>
                            <a:schemeClr val="tx1"/>
                          </a:solidFill>
                          <a:effectLst/>
                          <a:latin typeface="Times New Roman" pitchFamily="18" charset="0"/>
                        </a:rPr>
                        <a:t>15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dirty="0">
                          <a:ln>
                            <a:noFill/>
                          </a:ln>
                          <a:solidFill>
                            <a:schemeClr val="tx1"/>
                          </a:solidFill>
                          <a:effectLst/>
                          <a:latin typeface="Times New Roman" pitchFamily="18" charset="0"/>
                        </a:rPr>
                        <a:t>16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dirty="0">
                          <a:ln>
                            <a:noFill/>
                          </a:ln>
                          <a:solidFill>
                            <a:schemeClr val="tx1"/>
                          </a:solidFill>
                          <a:effectLst/>
                          <a:latin typeface="Times New Roman" pitchFamily="18" charset="0"/>
                        </a:rPr>
                        <a:t>17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dirty="0">
                          <a:ln>
                            <a:noFill/>
                          </a:ln>
                          <a:solidFill>
                            <a:schemeClr val="tx1"/>
                          </a:solidFill>
                          <a:effectLst/>
                          <a:latin typeface="Times New Roman" pitchFamily="18" charset="0"/>
                        </a:rPr>
                        <a:t>18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dirty="0">
                          <a:ln>
                            <a:noFill/>
                          </a:ln>
                          <a:solidFill>
                            <a:schemeClr val="tx1"/>
                          </a:solidFill>
                          <a:effectLst/>
                          <a:latin typeface="Times New Roman" pitchFamily="18" charset="0"/>
                        </a:rPr>
                        <a:t>19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dirty="0">
                          <a:ln>
                            <a:noFill/>
                          </a:ln>
                          <a:solidFill>
                            <a:schemeClr val="tx1"/>
                          </a:solidFill>
                          <a:effectLst/>
                          <a:latin typeface="Times New Roman" pitchFamily="18" charset="0"/>
                        </a:rPr>
                        <a:t>20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06400">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21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22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23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24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l"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25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26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27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28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29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dirty="0">
                          <a:ln>
                            <a:noFill/>
                          </a:ln>
                          <a:solidFill>
                            <a:schemeClr val="tx1"/>
                          </a:solidFill>
                          <a:effectLst/>
                          <a:latin typeface="Times New Roman" pitchFamily="18" charset="0"/>
                        </a:rPr>
                        <a:t>30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06400">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31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32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33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34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35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36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37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38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39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dirty="0">
                          <a:ln>
                            <a:noFill/>
                          </a:ln>
                          <a:solidFill>
                            <a:schemeClr val="tx1"/>
                          </a:solidFill>
                          <a:effectLst/>
                          <a:latin typeface="Times New Roman" pitchFamily="18" charset="0"/>
                        </a:rPr>
                        <a:t>40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06400">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41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42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43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44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45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46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47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48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49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50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06400">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51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52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53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54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55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56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57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58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dirty="0">
                          <a:ln>
                            <a:noFill/>
                          </a:ln>
                          <a:solidFill>
                            <a:schemeClr val="tx1"/>
                          </a:solidFill>
                          <a:effectLst/>
                          <a:latin typeface="Times New Roman" pitchFamily="18" charset="0"/>
                        </a:rPr>
                        <a:t>59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60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06400">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61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62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63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64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65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66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67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68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dirty="0">
                          <a:ln>
                            <a:noFill/>
                          </a:ln>
                          <a:solidFill>
                            <a:schemeClr val="tx1"/>
                          </a:solidFill>
                          <a:effectLst/>
                          <a:latin typeface="Times New Roman" pitchFamily="18" charset="0"/>
                        </a:rPr>
                        <a:t>69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70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06400">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71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72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73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74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75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76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77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78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dirty="0">
                          <a:ln>
                            <a:noFill/>
                          </a:ln>
                          <a:solidFill>
                            <a:schemeClr val="tx1"/>
                          </a:solidFill>
                          <a:effectLst/>
                          <a:latin typeface="Times New Roman" pitchFamily="18" charset="0"/>
                        </a:rPr>
                        <a:t>79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dirty="0">
                          <a:ln>
                            <a:noFill/>
                          </a:ln>
                          <a:solidFill>
                            <a:schemeClr val="tx1"/>
                          </a:solidFill>
                          <a:effectLst/>
                          <a:latin typeface="Times New Roman" pitchFamily="18" charset="0"/>
                        </a:rPr>
                        <a:t>80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06400">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81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82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83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84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85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86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87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88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89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dirty="0">
                          <a:ln>
                            <a:noFill/>
                          </a:ln>
                          <a:solidFill>
                            <a:schemeClr val="tx1"/>
                          </a:solidFill>
                          <a:effectLst/>
                          <a:latin typeface="Times New Roman" pitchFamily="18" charset="0"/>
                        </a:rPr>
                        <a:t>90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406400">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91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92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93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94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95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96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97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98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en-US" sz="2800" b="0" i="0" u="none" strike="noStrike" cap="none" normalizeH="0" baseline="0">
                          <a:ln>
                            <a:noFill/>
                          </a:ln>
                          <a:solidFill>
                            <a:schemeClr val="tx1"/>
                          </a:solidFill>
                          <a:effectLst/>
                          <a:latin typeface="Times New Roman" pitchFamily="18" charset="0"/>
                        </a:rPr>
                        <a:t>99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SzPct val="90000"/>
                        <a:defRPr sz="2800">
                          <a:solidFill>
                            <a:schemeClr val="tx1"/>
                          </a:solidFill>
                          <a:latin typeface="Times New Roman" pitchFamily="18" charset="0"/>
                        </a:defRPr>
                      </a:lvl1pPr>
                      <a:lvl2pPr algn="l">
                        <a:spcBef>
                          <a:spcPct val="20000"/>
                        </a:spcBef>
                        <a:buSzPct val="90000"/>
                        <a:defRPr sz="2400">
                          <a:solidFill>
                            <a:schemeClr val="tx1"/>
                          </a:solidFill>
                          <a:latin typeface="Times New Roman" pitchFamily="18" charset="0"/>
                        </a:defRPr>
                      </a:lvl2pPr>
                      <a:lvl3pPr algn="l">
                        <a:spcBef>
                          <a:spcPct val="20000"/>
                        </a:spcBef>
                        <a:defRPr sz="2000">
                          <a:solidFill>
                            <a:schemeClr val="tx1"/>
                          </a:solidFill>
                          <a:latin typeface="Times New Roman" pitchFamily="18" charset="0"/>
                        </a:defRPr>
                      </a:lvl3pPr>
                      <a:lvl4pPr algn="l">
                        <a:spcBef>
                          <a:spcPct val="20000"/>
                        </a:spcBef>
                        <a:defRPr>
                          <a:solidFill>
                            <a:schemeClr val="tx1"/>
                          </a:solidFill>
                          <a:latin typeface="Times New Roman" pitchFamily="18" charset="0"/>
                        </a:defRPr>
                      </a:lvl4pPr>
                      <a:lvl5pPr algn="l">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l" defTabSz="914400" rtl="0" eaLnBrk="1" fontAlgn="base" latinLnBrk="0" hangingPunct="1">
                        <a:lnSpc>
                          <a:spcPct val="100000"/>
                        </a:lnSpc>
                        <a:spcBef>
                          <a:spcPct val="20000"/>
                        </a:spcBef>
                        <a:spcAft>
                          <a:spcPct val="0"/>
                        </a:spcAft>
                        <a:buClrTx/>
                        <a:buSzPct val="90000"/>
                        <a:buFontTx/>
                        <a:buNone/>
                        <a:tabLst/>
                      </a:pPr>
                      <a:r>
                        <a:rPr kumimoji="0" lang="en-US" altLang="en-US" sz="2000" b="0" i="0" u="none" strike="noStrike" cap="none" normalizeH="0" baseline="0" dirty="0">
                          <a:ln>
                            <a:noFill/>
                          </a:ln>
                          <a:solidFill>
                            <a:schemeClr val="tx1"/>
                          </a:solidFill>
                          <a:effectLst/>
                          <a:latin typeface="Times New Roman" pitchFamily="18" charset="0"/>
                        </a:rPr>
                        <a:t>100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grpSp>
        <p:nvGrpSpPr>
          <p:cNvPr id="230" name="Group 126">
            <a:extLst>
              <a:ext uri="{FF2B5EF4-FFF2-40B4-BE49-F238E27FC236}">
                <a16:creationId xmlns:a16="http://schemas.microsoft.com/office/drawing/2014/main" id="{64E37A7B-795E-43B0-98A4-F4D9E74115DF}"/>
              </a:ext>
            </a:extLst>
          </p:cNvPr>
          <p:cNvGrpSpPr>
            <a:grpSpLocks/>
          </p:cNvGrpSpPr>
          <p:nvPr/>
        </p:nvGrpSpPr>
        <p:grpSpPr bwMode="auto">
          <a:xfrm>
            <a:off x="5263662" y="1418358"/>
            <a:ext cx="609600" cy="533400"/>
            <a:chOff x="960" y="720"/>
            <a:chExt cx="384" cy="336"/>
          </a:xfrm>
        </p:grpSpPr>
        <p:sp>
          <p:nvSpPr>
            <p:cNvPr id="231" name="Line 127">
              <a:extLst>
                <a:ext uri="{FF2B5EF4-FFF2-40B4-BE49-F238E27FC236}">
                  <a16:creationId xmlns:a16="http://schemas.microsoft.com/office/drawing/2014/main" id="{2AA53119-7B35-4945-B3E7-E45A2F6264E0}"/>
                </a:ext>
              </a:extLst>
            </p:cNvPr>
            <p:cNvSpPr>
              <a:spLocks noChangeShapeType="1"/>
            </p:cNvSpPr>
            <p:nvPr/>
          </p:nvSpPr>
          <p:spPr bwMode="ltGray">
            <a:xfrm>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sp>
          <p:nvSpPr>
            <p:cNvPr id="232" name="Line 128">
              <a:extLst>
                <a:ext uri="{FF2B5EF4-FFF2-40B4-BE49-F238E27FC236}">
                  <a16:creationId xmlns:a16="http://schemas.microsoft.com/office/drawing/2014/main" id="{EFE9D47B-6D57-4223-BFB8-20AA3CB61F01}"/>
                </a:ext>
              </a:extLst>
            </p:cNvPr>
            <p:cNvSpPr>
              <a:spLocks noChangeShapeType="1"/>
            </p:cNvSpPr>
            <p:nvPr/>
          </p:nvSpPr>
          <p:spPr bwMode="ltGray">
            <a:xfrm flipH="1">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grpSp>
      <p:grpSp>
        <p:nvGrpSpPr>
          <p:cNvPr id="233" name="Group 129">
            <a:extLst>
              <a:ext uri="{FF2B5EF4-FFF2-40B4-BE49-F238E27FC236}">
                <a16:creationId xmlns:a16="http://schemas.microsoft.com/office/drawing/2014/main" id="{CFF88AB1-B98D-4846-BD7B-389C4D88F62A}"/>
              </a:ext>
            </a:extLst>
          </p:cNvPr>
          <p:cNvGrpSpPr>
            <a:grpSpLocks/>
          </p:cNvGrpSpPr>
          <p:nvPr/>
        </p:nvGrpSpPr>
        <p:grpSpPr bwMode="auto">
          <a:xfrm>
            <a:off x="7092462" y="1418358"/>
            <a:ext cx="609600" cy="533400"/>
            <a:chOff x="960" y="720"/>
            <a:chExt cx="384" cy="336"/>
          </a:xfrm>
        </p:grpSpPr>
        <p:sp>
          <p:nvSpPr>
            <p:cNvPr id="234" name="Line 130">
              <a:extLst>
                <a:ext uri="{FF2B5EF4-FFF2-40B4-BE49-F238E27FC236}">
                  <a16:creationId xmlns:a16="http://schemas.microsoft.com/office/drawing/2014/main" id="{81288DFB-FEAE-4431-B67A-6C23B1118DB6}"/>
                </a:ext>
              </a:extLst>
            </p:cNvPr>
            <p:cNvSpPr>
              <a:spLocks noChangeShapeType="1"/>
            </p:cNvSpPr>
            <p:nvPr/>
          </p:nvSpPr>
          <p:spPr bwMode="ltGray">
            <a:xfrm>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sp>
          <p:nvSpPr>
            <p:cNvPr id="235" name="Line 131">
              <a:extLst>
                <a:ext uri="{FF2B5EF4-FFF2-40B4-BE49-F238E27FC236}">
                  <a16:creationId xmlns:a16="http://schemas.microsoft.com/office/drawing/2014/main" id="{734CA539-ADD7-4A43-A4E5-CEA705713C41}"/>
                </a:ext>
              </a:extLst>
            </p:cNvPr>
            <p:cNvSpPr>
              <a:spLocks noChangeShapeType="1"/>
            </p:cNvSpPr>
            <p:nvPr/>
          </p:nvSpPr>
          <p:spPr bwMode="ltGray">
            <a:xfrm flipH="1">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grpSp>
      <p:grpSp>
        <p:nvGrpSpPr>
          <p:cNvPr id="236" name="Group 132">
            <a:extLst>
              <a:ext uri="{FF2B5EF4-FFF2-40B4-BE49-F238E27FC236}">
                <a16:creationId xmlns:a16="http://schemas.microsoft.com/office/drawing/2014/main" id="{4C082469-7081-441E-96F6-F8CE71E24B7E}"/>
              </a:ext>
            </a:extLst>
          </p:cNvPr>
          <p:cNvGrpSpPr>
            <a:grpSpLocks/>
          </p:cNvGrpSpPr>
          <p:nvPr/>
        </p:nvGrpSpPr>
        <p:grpSpPr bwMode="auto">
          <a:xfrm>
            <a:off x="8311662" y="1418358"/>
            <a:ext cx="609600" cy="533400"/>
            <a:chOff x="960" y="720"/>
            <a:chExt cx="384" cy="336"/>
          </a:xfrm>
        </p:grpSpPr>
        <p:sp>
          <p:nvSpPr>
            <p:cNvPr id="237" name="Line 133">
              <a:extLst>
                <a:ext uri="{FF2B5EF4-FFF2-40B4-BE49-F238E27FC236}">
                  <a16:creationId xmlns:a16="http://schemas.microsoft.com/office/drawing/2014/main" id="{608C7281-8847-4628-961C-E38460B9C127}"/>
                </a:ext>
              </a:extLst>
            </p:cNvPr>
            <p:cNvSpPr>
              <a:spLocks noChangeShapeType="1"/>
            </p:cNvSpPr>
            <p:nvPr/>
          </p:nvSpPr>
          <p:spPr bwMode="ltGray">
            <a:xfrm>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sp>
          <p:nvSpPr>
            <p:cNvPr id="238" name="Line 134">
              <a:extLst>
                <a:ext uri="{FF2B5EF4-FFF2-40B4-BE49-F238E27FC236}">
                  <a16:creationId xmlns:a16="http://schemas.microsoft.com/office/drawing/2014/main" id="{62F28610-D1B2-4DDD-9E1E-E6F7B7E9B5D6}"/>
                </a:ext>
              </a:extLst>
            </p:cNvPr>
            <p:cNvSpPr>
              <a:spLocks noChangeShapeType="1"/>
            </p:cNvSpPr>
            <p:nvPr/>
          </p:nvSpPr>
          <p:spPr bwMode="ltGray">
            <a:xfrm flipH="1">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grpSp>
      <p:grpSp>
        <p:nvGrpSpPr>
          <p:cNvPr id="239" name="Group 135">
            <a:extLst>
              <a:ext uri="{FF2B5EF4-FFF2-40B4-BE49-F238E27FC236}">
                <a16:creationId xmlns:a16="http://schemas.microsoft.com/office/drawing/2014/main" id="{DE0A2AFA-E1B1-4927-9BE3-66D5BD58CF18}"/>
              </a:ext>
            </a:extLst>
          </p:cNvPr>
          <p:cNvGrpSpPr>
            <a:grpSpLocks/>
          </p:cNvGrpSpPr>
          <p:nvPr/>
        </p:nvGrpSpPr>
        <p:grpSpPr bwMode="auto">
          <a:xfrm>
            <a:off x="9530862" y="1418358"/>
            <a:ext cx="609600" cy="533400"/>
            <a:chOff x="960" y="720"/>
            <a:chExt cx="384" cy="336"/>
          </a:xfrm>
        </p:grpSpPr>
        <p:sp>
          <p:nvSpPr>
            <p:cNvPr id="240" name="Line 136">
              <a:extLst>
                <a:ext uri="{FF2B5EF4-FFF2-40B4-BE49-F238E27FC236}">
                  <a16:creationId xmlns:a16="http://schemas.microsoft.com/office/drawing/2014/main" id="{3AFBBE71-D3DC-4480-ABDD-DE3DFCB6206E}"/>
                </a:ext>
              </a:extLst>
            </p:cNvPr>
            <p:cNvSpPr>
              <a:spLocks noChangeShapeType="1"/>
            </p:cNvSpPr>
            <p:nvPr/>
          </p:nvSpPr>
          <p:spPr bwMode="ltGray">
            <a:xfrm>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sp>
          <p:nvSpPr>
            <p:cNvPr id="241" name="Line 137">
              <a:extLst>
                <a:ext uri="{FF2B5EF4-FFF2-40B4-BE49-F238E27FC236}">
                  <a16:creationId xmlns:a16="http://schemas.microsoft.com/office/drawing/2014/main" id="{63239D5C-8148-4697-9A2F-272CA14C20E6}"/>
                </a:ext>
              </a:extLst>
            </p:cNvPr>
            <p:cNvSpPr>
              <a:spLocks noChangeShapeType="1"/>
            </p:cNvSpPr>
            <p:nvPr/>
          </p:nvSpPr>
          <p:spPr bwMode="ltGray">
            <a:xfrm flipH="1">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grpSp>
      <p:grpSp>
        <p:nvGrpSpPr>
          <p:cNvPr id="242" name="Group 138">
            <a:extLst>
              <a:ext uri="{FF2B5EF4-FFF2-40B4-BE49-F238E27FC236}">
                <a16:creationId xmlns:a16="http://schemas.microsoft.com/office/drawing/2014/main" id="{821BEA02-E266-4963-B55A-A3F483D4EA52}"/>
              </a:ext>
            </a:extLst>
          </p:cNvPr>
          <p:cNvGrpSpPr>
            <a:grpSpLocks/>
          </p:cNvGrpSpPr>
          <p:nvPr/>
        </p:nvGrpSpPr>
        <p:grpSpPr bwMode="auto">
          <a:xfrm>
            <a:off x="10750062" y="1418358"/>
            <a:ext cx="609600" cy="533400"/>
            <a:chOff x="960" y="720"/>
            <a:chExt cx="384" cy="336"/>
          </a:xfrm>
        </p:grpSpPr>
        <p:sp>
          <p:nvSpPr>
            <p:cNvPr id="243" name="Line 139">
              <a:extLst>
                <a:ext uri="{FF2B5EF4-FFF2-40B4-BE49-F238E27FC236}">
                  <a16:creationId xmlns:a16="http://schemas.microsoft.com/office/drawing/2014/main" id="{2D4B9EB3-B2EF-466D-B51D-1517528E075C}"/>
                </a:ext>
              </a:extLst>
            </p:cNvPr>
            <p:cNvSpPr>
              <a:spLocks noChangeShapeType="1"/>
            </p:cNvSpPr>
            <p:nvPr/>
          </p:nvSpPr>
          <p:spPr bwMode="ltGray">
            <a:xfrm>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sp>
          <p:nvSpPr>
            <p:cNvPr id="244" name="Line 140">
              <a:extLst>
                <a:ext uri="{FF2B5EF4-FFF2-40B4-BE49-F238E27FC236}">
                  <a16:creationId xmlns:a16="http://schemas.microsoft.com/office/drawing/2014/main" id="{72EF9591-BD6F-4176-A33A-C971B7C9E3EA}"/>
                </a:ext>
              </a:extLst>
            </p:cNvPr>
            <p:cNvSpPr>
              <a:spLocks noChangeShapeType="1"/>
            </p:cNvSpPr>
            <p:nvPr/>
          </p:nvSpPr>
          <p:spPr bwMode="ltGray">
            <a:xfrm flipH="1">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grpSp>
      <p:grpSp>
        <p:nvGrpSpPr>
          <p:cNvPr id="245" name="Group 141">
            <a:extLst>
              <a:ext uri="{FF2B5EF4-FFF2-40B4-BE49-F238E27FC236}">
                <a16:creationId xmlns:a16="http://schemas.microsoft.com/office/drawing/2014/main" id="{B311D5D6-9370-42E3-B48F-5AFF53AC416F}"/>
              </a:ext>
            </a:extLst>
          </p:cNvPr>
          <p:cNvGrpSpPr>
            <a:grpSpLocks/>
          </p:cNvGrpSpPr>
          <p:nvPr/>
        </p:nvGrpSpPr>
        <p:grpSpPr bwMode="auto">
          <a:xfrm>
            <a:off x="5873262" y="1951758"/>
            <a:ext cx="609600" cy="533400"/>
            <a:chOff x="960" y="720"/>
            <a:chExt cx="384" cy="336"/>
          </a:xfrm>
        </p:grpSpPr>
        <p:sp>
          <p:nvSpPr>
            <p:cNvPr id="246" name="Line 142">
              <a:extLst>
                <a:ext uri="{FF2B5EF4-FFF2-40B4-BE49-F238E27FC236}">
                  <a16:creationId xmlns:a16="http://schemas.microsoft.com/office/drawing/2014/main" id="{2B21AC3F-53E2-4E09-85A3-3443D55515E9}"/>
                </a:ext>
              </a:extLst>
            </p:cNvPr>
            <p:cNvSpPr>
              <a:spLocks noChangeShapeType="1"/>
            </p:cNvSpPr>
            <p:nvPr/>
          </p:nvSpPr>
          <p:spPr bwMode="ltGray">
            <a:xfrm>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sp>
          <p:nvSpPr>
            <p:cNvPr id="247" name="Line 143">
              <a:extLst>
                <a:ext uri="{FF2B5EF4-FFF2-40B4-BE49-F238E27FC236}">
                  <a16:creationId xmlns:a16="http://schemas.microsoft.com/office/drawing/2014/main" id="{889587F5-9AB7-4FCB-BBB8-BBA22B2CA0DB}"/>
                </a:ext>
              </a:extLst>
            </p:cNvPr>
            <p:cNvSpPr>
              <a:spLocks noChangeShapeType="1"/>
            </p:cNvSpPr>
            <p:nvPr/>
          </p:nvSpPr>
          <p:spPr bwMode="ltGray">
            <a:xfrm flipH="1">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grpSp>
      <p:grpSp>
        <p:nvGrpSpPr>
          <p:cNvPr id="248" name="Group 144">
            <a:extLst>
              <a:ext uri="{FF2B5EF4-FFF2-40B4-BE49-F238E27FC236}">
                <a16:creationId xmlns:a16="http://schemas.microsoft.com/office/drawing/2014/main" id="{951219D6-1A68-4E9A-8E67-117221192DD9}"/>
              </a:ext>
            </a:extLst>
          </p:cNvPr>
          <p:cNvGrpSpPr>
            <a:grpSpLocks/>
          </p:cNvGrpSpPr>
          <p:nvPr/>
        </p:nvGrpSpPr>
        <p:grpSpPr bwMode="auto">
          <a:xfrm>
            <a:off x="7092462" y="1951758"/>
            <a:ext cx="609600" cy="533400"/>
            <a:chOff x="960" y="720"/>
            <a:chExt cx="384" cy="336"/>
          </a:xfrm>
        </p:grpSpPr>
        <p:sp>
          <p:nvSpPr>
            <p:cNvPr id="249" name="Line 145">
              <a:extLst>
                <a:ext uri="{FF2B5EF4-FFF2-40B4-BE49-F238E27FC236}">
                  <a16:creationId xmlns:a16="http://schemas.microsoft.com/office/drawing/2014/main" id="{F01A22CD-7BE8-41E4-B5B6-87D43DC31A76}"/>
                </a:ext>
              </a:extLst>
            </p:cNvPr>
            <p:cNvSpPr>
              <a:spLocks noChangeShapeType="1"/>
            </p:cNvSpPr>
            <p:nvPr/>
          </p:nvSpPr>
          <p:spPr bwMode="ltGray">
            <a:xfrm>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sp>
          <p:nvSpPr>
            <p:cNvPr id="250" name="Line 146">
              <a:extLst>
                <a:ext uri="{FF2B5EF4-FFF2-40B4-BE49-F238E27FC236}">
                  <a16:creationId xmlns:a16="http://schemas.microsoft.com/office/drawing/2014/main" id="{5D2A8DE8-93A6-4441-A128-FC9096F2FFA5}"/>
                </a:ext>
              </a:extLst>
            </p:cNvPr>
            <p:cNvSpPr>
              <a:spLocks noChangeShapeType="1"/>
            </p:cNvSpPr>
            <p:nvPr/>
          </p:nvSpPr>
          <p:spPr bwMode="ltGray">
            <a:xfrm flipH="1">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grpSp>
      <p:grpSp>
        <p:nvGrpSpPr>
          <p:cNvPr id="251" name="Group 147">
            <a:extLst>
              <a:ext uri="{FF2B5EF4-FFF2-40B4-BE49-F238E27FC236}">
                <a16:creationId xmlns:a16="http://schemas.microsoft.com/office/drawing/2014/main" id="{D388F116-A2A6-46A9-9ADB-380A7B34A141}"/>
              </a:ext>
            </a:extLst>
          </p:cNvPr>
          <p:cNvGrpSpPr>
            <a:grpSpLocks/>
          </p:cNvGrpSpPr>
          <p:nvPr/>
        </p:nvGrpSpPr>
        <p:grpSpPr bwMode="auto">
          <a:xfrm>
            <a:off x="8311662" y="1951758"/>
            <a:ext cx="609600" cy="533400"/>
            <a:chOff x="960" y="720"/>
            <a:chExt cx="384" cy="336"/>
          </a:xfrm>
        </p:grpSpPr>
        <p:sp>
          <p:nvSpPr>
            <p:cNvPr id="252" name="Line 148">
              <a:extLst>
                <a:ext uri="{FF2B5EF4-FFF2-40B4-BE49-F238E27FC236}">
                  <a16:creationId xmlns:a16="http://schemas.microsoft.com/office/drawing/2014/main" id="{06D48CA9-6B41-4D34-A712-32D8F841D3E5}"/>
                </a:ext>
              </a:extLst>
            </p:cNvPr>
            <p:cNvSpPr>
              <a:spLocks noChangeShapeType="1"/>
            </p:cNvSpPr>
            <p:nvPr/>
          </p:nvSpPr>
          <p:spPr bwMode="ltGray">
            <a:xfrm>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sp>
          <p:nvSpPr>
            <p:cNvPr id="253" name="Line 149">
              <a:extLst>
                <a:ext uri="{FF2B5EF4-FFF2-40B4-BE49-F238E27FC236}">
                  <a16:creationId xmlns:a16="http://schemas.microsoft.com/office/drawing/2014/main" id="{2612D94A-DC15-4BB0-A163-37F6CDE21375}"/>
                </a:ext>
              </a:extLst>
            </p:cNvPr>
            <p:cNvSpPr>
              <a:spLocks noChangeShapeType="1"/>
            </p:cNvSpPr>
            <p:nvPr/>
          </p:nvSpPr>
          <p:spPr bwMode="ltGray">
            <a:xfrm flipH="1">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grpSp>
      <p:grpSp>
        <p:nvGrpSpPr>
          <p:cNvPr id="254" name="Group 150">
            <a:extLst>
              <a:ext uri="{FF2B5EF4-FFF2-40B4-BE49-F238E27FC236}">
                <a16:creationId xmlns:a16="http://schemas.microsoft.com/office/drawing/2014/main" id="{4DDCB4D8-D8AE-444C-9F3D-4EC4F4B51E2A}"/>
              </a:ext>
            </a:extLst>
          </p:cNvPr>
          <p:cNvGrpSpPr>
            <a:grpSpLocks/>
          </p:cNvGrpSpPr>
          <p:nvPr/>
        </p:nvGrpSpPr>
        <p:grpSpPr bwMode="auto">
          <a:xfrm>
            <a:off x="9530862" y="1951758"/>
            <a:ext cx="609600" cy="533400"/>
            <a:chOff x="960" y="720"/>
            <a:chExt cx="384" cy="336"/>
          </a:xfrm>
        </p:grpSpPr>
        <p:sp>
          <p:nvSpPr>
            <p:cNvPr id="255" name="Line 151">
              <a:extLst>
                <a:ext uri="{FF2B5EF4-FFF2-40B4-BE49-F238E27FC236}">
                  <a16:creationId xmlns:a16="http://schemas.microsoft.com/office/drawing/2014/main" id="{806A3681-029F-483C-AF36-5078448F7BF7}"/>
                </a:ext>
              </a:extLst>
            </p:cNvPr>
            <p:cNvSpPr>
              <a:spLocks noChangeShapeType="1"/>
            </p:cNvSpPr>
            <p:nvPr/>
          </p:nvSpPr>
          <p:spPr bwMode="ltGray">
            <a:xfrm>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sp>
          <p:nvSpPr>
            <p:cNvPr id="256" name="Line 152">
              <a:extLst>
                <a:ext uri="{FF2B5EF4-FFF2-40B4-BE49-F238E27FC236}">
                  <a16:creationId xmlns:a16="http://schemas.microsoft.com/office/drawing/2014/main" id="{DB4040DE-C771-4A9B-81B2-C094A9FAB60D}"/>
                </a:ext>
              </a:extLst>
            </p:cNvPr>
            <p:cNvSpPr>
              <a:spLocks noChangeShapeType="1"/>
            </p:cNvSpPr>
            <p:nvPr/>
          </p:nvSpPr>
          <p:spPr bwMode="ltGray">
            <a:xfrm flipH="1">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grpSp>
      <p:grpSp>
        <p:nvGrpSpPr>
          <p:cNvPr id="257" name="Group 153">
            <a:extLst>
              <a:ext uri="{FF2B5EF4-FFF2-40B4-BE49-F238E27FC236}">
                <a16:creationId xmlns:a16="http://schemas.microsoft.com/office/drawing/2014/main" id="{E3A3FAA3-88E8-4097-B0F3-76CF58708329}"/>
              </a:ext>
            </a:extLst>
          </p:cNvPr>
          <p:cNvGrpSpPr>
            <a:grpSpLocks/>
          </p:cNvGrpSpPr>
          <p:nvPr/>
        </p:nvGrpSpPr>
        <p:grpSpPr bwMode="auto">
          <a:xfrm>
            <a:off x="10750062" y="1951758"/>
            <a:ext cx="609600" cy="533400"/>
            <a:chOff x="960" y="720"/>
            <a:chExt cx="384" cy="336"/>
          </a:xfrm>
        </p:grpSpPr>
        <p:sp>
          <p:nvSpPr>
            <p:cNvPr id="258" name="Line 154">
              <a:extLst>
                <a:ext uri="{FF2B5EF4-FFF2-40B4-BE49-F238E27FC236}">
                  <a16:creationId xmlns:a16="http://schemas.microsoft.com/office/drawing/2014/main" id="{E149ADBD-9A6C-4BB5-A273-6537F1AAC5E4}"/>
                </a:ext>
              </a:extLst>
            </p:cNvPr>
            <p:cNvSpPr>
              <a:spLocks noChangeShapeType="1"/>
            </p:cNvSpPr>
            <p:nvPr/>
          </p:nvSpPr>
          <p:spPr bwMode="ltGray">
            <a:xfrm>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sp>
          <p:nvSpPr>
            <p:cNvPr id="259" name="Line 155">
              <a:extLst>
                <a:ext uri="{FF2B5EF4-FFF2-40B4-BE49-F238E27FC236}">
                  <a16:creationId xmlns:a16="http://schemas.microsoft.com/office/drawing/2014/main" id="{EF547CB7-7151-4C46-B0EB-123D1618F064}"/>
                </a:ext>
              </a:extLst>
            </p:cNvPr>
            <p:cNvSpPr>
              <a:spLocks noChangeShapeType="1"/>
            </p:cNvSpPr>
            <p:nvPr/>
          </p:nvSpPr>
          <p:spPr bwMode="ltGray">
            <a:xfrm flipH="1">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grpSp>
      <p:grpSp>
        <p:nvGrpSpPr>
          <p:cNvPr id="260" name="Group 156">
            <a:extLst>
              <a:ext uri="{FF2B5EF4-FFF2-40B4-BE49-F238E27FC236}">
                <a16:creationId xmlns:a16="http://schemas.microsoft.com/office/drawing/2014/main" id="{B77255CC-AA5B-4807-A7AF-325BB55424CA}"/>
              </a:ext>
            </a:extLst>
          </p:cNvPr>
          <p:cNvGrpSpPr>
            <a:grpSpLocks/>
          </p:cNvGrpSpPr>
          <p:nvPr/>
        </p:nvGrpSpPr>
        <p:grpSpPr bwMode="auto">
          <a:xfrm>
            <a:off x="5873262" y="2485158"/>
            <a:ext cx="609600" cy="533400"/>
            <a:chOff x="960" y="720"/>
            <a:chExt cx="384" cy="336"/>
          </a:xfrm>
        </p:grpSpPr>
        <p:sp>
          <p:nvSpPr>
            <p:cNvPr id="261" name="Line 157">
              <a:extLst>
                <a:ext uri="{FF2B5EF4-FFF2-40B4-BE49-F238E27FC236}">
                  <a16:creationId xmlns:a16="http://schemas.microsoft.com/office/drawing/2014/main" id="{CC17B8BE-AC7F-4718-9EF3-95698C16FF99}"/>
                </a:ext>
              </a:extLst>
            </p:cNvPr>
            <p:cNvSpPr>
              <a:spLocks noChangeShapeType="1"/>
            </p:cNvSpPr>
            <p:nvPr/>
          </p:nvSpPr>
          <p:spPr bwMode="ltGray">
            <a:xfrm>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sp>
          <p:nvSpPr>
            <p:cNvPr id="262" name="Line 158">
              <a:extLst>
                <a:ext uri="{FF2B5EF4-FFF2-40B4-BE49-F238E27FC236}">
                  <a16:creationId xmlns:a16="http://schemas.microsoft.com/office/drawing/2014/main" id="{330372F4-757A-4B9F-8C4B-3E44D9DDD109}"/>
                </a:ext>
              </a:extLst>
            </p:cNvPr>
            <p:cNvSpPr>
              <a:spLocks noChangeShapeType="1"/>
            </p:cNvSpPr>
            <p:nvPr/>
          </p:nvSpPr>
          <p:spPr bwMode="ltGray">
            <a:xfrm flipH="1">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grpSp>
      <p:grpSp>
        <p:nvGrpSpPr>
          <p:cNvPr id="263" name="Group 159">
            <a:extLst>
              <a:ext uri="{FF2B5EF4-FFF2-40B4-BE49-F238E27FC236}">
                <a16:creationId xmlns:a16="http://schemas.microsoft.com/office/drawing/2014/main" id="{84DE28FE-BA82-40B0-90BE-15E7886D6207}"/>
              </a:ext>
            </a:extLst>
          </p:cNvPr>
          <p:cNvGrpSpPr>
            <a:grpSpLocks/>
          </p:cNvGrpSpPr>
          <p:nvPr/>
        </p:nvGrpSpPr>
        <p:grpSpPr bwMode="auto">
          <a:xfrm>
            <a:off x="7092462" y="2485158"/>
            <a:ext cx="609600" cy="533400"/>
            <a:chOff x="960" y="720"/>
            <a:chExt cx="384" cy="336"/>
          </a:xfrm>
        </p:grpSpPr>
        <p:sp>
          <p:nvSpPr>
            <p:cNvPr id="264" name="Line 160">
              <a:extLst>
                <a:ext uri="{FF2B5EF4-FFF2-40B4-BE49-F238E27FC236}">
                  <a16:creationId xmlns:a16="http://schemas.microsoft.com/office/drawing/2014/main" id="{CD641312-61F0-4FAB-B2B6-4FE124740A5D}"/>
                </a:ext>
              </a:extLst>
            </p:cNvPr>
            <p:cNvSpPr>
              <a:spLocks noChangeShapeType="1"/>
            </p:cNvSpPr>
            <p:nvPr/>
          </p:nvSpPr>
          <p:spPr bwMode="ltGray">
            <a:xfrm>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sp>
          <p:nvSpPr>
            <p:cNvPr id="265" name="Line 161">
              <a:extLst>
                <a:ext uri="{FF2B5EF4-FFF2-40B4-BE49-F238E27FC236}">
                  <a16:creationId xmlns:a16="http://schemas.microsoft.com/office/drawing/2014/main" id="{E103121A-A457-4DA4-9AA0-8F230380028F}"/>
                </a:ext>
              </a:extLst>
            </p:cNvPr>
            <p:cNvSpPr>
              <a:spLocks noChangeShapeType="1"/>
            </p:cNvSpPr>
            <p:nvPr/>
          </p:nvSpPr>
          <p:spPr bwMode="ltGray">
            <a:xfrm flipH="1">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grpSp>
      <p:grpSp>
        <p:nvGrpSpPr>
          <p:cNvPr id="266" name="Group 162">
            <a:extLst>
              <a:ext uri="{FF2B5EF4-FFF2-40B4-BE49-F238E27FC236}">
                <a16:creationId xmlns:a16="http://schemas.microsoft.com/office/drawing/2014/main" id="{46CC2347-9D39-4401-B421-3DC042F2668A}"/>
              </a:ext>
            </a:extLst>
          </p:cNvPr>
          <p:cNvGrpSpPr>
            <a:grpSpLocks/>
          </p:cNvGrpSpPr>
          <p:nvPr/>
        </p:nvGrpSpPr>
        <p:grpSpPr bwMode="auto">
          <a:xfrm>
            <a:off x="8311662" y="2485158"/>
            <a:ext cx="609600" cy="533400"/>
            <a:chOff x="960" y="720"/>
            <a:chExt cx="384" cy="336"/>
          </a:xfrm>
        </p:grpSpPr>
        <p:sp>
          <p:nvSpPr>
            <p:cNvPr id="267" name="Line 163">
              <a:extLst>
                <a:ext uri="{FF2B5EF4-FFF2-40B4-BE49-F238E27FC236}">
                  <a16:creationId xmlns:a16="http://schemas.microsoft.com/office/drawing/2014/main" id="{2C07BA93-DD89-4904-B34A-6F286058C227}"/>
                </a:ext>
              </a:extLst>
            </p:cNvPr>
            <p:cNvSpPr>
              <a:spLocks noChangeShapeType="1"/>
            </p:cNvSpPr>
            <p:nvPr/>
          </p:nvSpPr>
          <p:spPr bwMode="ltGray">
            <a:xfrm>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sp>
          <p:nvSpPr>
            <p:cNvPr id="268" name="Line 164">
              <a:extLst>
                <a:ext uri="{FF2B5EF4-FFF2-40B4-BE49-F238E27FC236}">
                  <a16:creationId xmlns:a16="http://schemas.microsoft.com/office/drawing/2014/main" id="{5C70255C-4DD7-40E9-ADFD-0DFC255973CA}"/>
                </a:ext>
              </a:extLst>
            </p:cNvPr>
            <p:cNvSpPr>
              <a:spLocks noChangeShapeType="1"/>
            </p:cNvSpPr>
            <p:nvPr/>
          </p:nvSpPr>
          <p:spPr bwMode="ltGray">
            <a:xfrm flipH="1">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grpSp>
      <p:grpSp>
        <p:nvGrpSpPr>
          <p:cNvPr id="269" name="Group 165">
            <a:extLst>
              <a:ext uri="{FF2B5EF4-FFF2-40B4-BE49-F238E27FC236}">
                <a16:creationId xmlns:a16="http://schemas.microsoft.com/office/drawing/2014/main" id="{DBBC0E6D-78AA-4AF6-A9EE-29F8A6D560E3}"/>
              </a:ext>
            </a:extLst>
          </p:cNvPr>
          <p:cNvGrpSpPr>
            <a:grpSpLocks/>
          </p:cNvGrpSpPr>
          <p:nvPr/>
        </p:nvGrpSpPr>
        <p:grpSpPr bwMode="auto">
          <a:xfrm>
            <a:off x="9530862" y="2485158"/>
            <a:ext cx="609600" cy="533400"/>
            <a:chOff x="960" y="720"/>
            <a:chExt cx="384" cy="336"/>
          </a:xfrm>
        </p:grpSpPr>
        <p:sp>
          <p:nvSpPr>
            <p:cNvPr id="270" name="Line 166">
              <a:extLst>
                <a:ext uri="{FF2B5EF4-FFF2-40B4-BE49-F238E27FC236}">
                  <a16:creationId xmlns:a16="http://schemas.microsoft.com/office/drawing/2014/main" id="{192BF837-519D-4999-AB79-1EE77E2C806F}"/>
                </a:ext>
              </a:extLst>
            </p:cNvPr>
            <p:cNvSpPr>
              <a:spLocks noChangeShapeType="1"/>
            </p:cNvSpPr>
            <p:nvPr/>
          </p:nvSpPr>
          <p:spPr bwMode="ltGray">
            <a:xfrm>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sp>
          <p:nvSpPr>
            <p:cNvPr id="271" name="Line 167">
              <a:extLst>
                <a:ext uri="{FF2B5EF4-FFF2-40B4-BE49-F238E27FC236}">
                  <a16:creationId xmlns:a16="http://schemas.microsoft.com/office/drawing/2014/main" id="{72A74C48-B0CF-4EF1-875B-927021F428C7}"/>
                </a:ext>
              </a:extLst>
            </p:cNvPr>
            <p:cNvSpPr>
              <a:spLocks noChangeShapeType="1"/>
            </p:cNvSpPr>
            <p:nvPr/>
          </p:nvSpPr>
          <p:spPr bwMode="ltGray">
            <a:xfrm flipH="1">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grpSp>
      <p:grpSp>
        <p:nvGrpSpPr>
          <p:cNvPr id="272" name="Group 168">
            <a:extLst>
              <a:ext uri="{FF2B5EF4-FFF2-40B4-BE49-F238E27FC236}">
                <a16:creationId xmlns:a16="http://schemas.microsoft.com/office/drawing/2014/main" id="{30C5E05F-07B0-4F4D-9D5B-74F3106BDDCF}"/>
              </a:ext>
            </a:extLst>
          </p:cNvPr>
          <p:cNvGrpSpPr>
            <a:grpSpLocks/>
          </p:cNvGrpSpPr>
          <p:nvPr/>
        </p:nvGrpSpPr>
        <p:grpSpPr bwMode="auto">
          <a:xfrm>
            <a:off x="10750062" y="2485158"/>
            <a:ext cx="609600" cy="533400"/>
            <a:chOff x="960" y="720"/>
            <a:chExt cx="384" cy="336"/>
          </a:xfrm>
        </p:grpSpPr>
        <p:sp>
          <p:nvSpPr>
            <p:cNvPr id="273" name="Line 169">
              <a:extLst>
                <a:ext uri="{FF2B5EF4-FFF2-40B4-BE49-F238E27FC236}">
                  <a16:creationId xmlns:a16="http://schemas.microsoft.com/office/drawing/2014/main" id="{986E2FBE-5D6B-4214-8880-6F951F6B879F}"/>
                </a:ext>
              </a:extLst>
            </p:cNvPr>
            <p:cNvSpPr>
              <a:spLocks noChangeShapeType="1"/>
            </p:cNvSpPr>
            <p:nvPr/>
          </p:nvSpPr>
          <p:spPr bwMode="ltGray">
            <a:xfrm>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sp>
          <p:nvSpPr>
            <p:cNvPr id="274" name="Line 170">
              <a:extLst>
                <a:ext uri="{FF2B5EF4-FFF2-40B4-BE49-F238E27FC236}">
                  <a16:creationId xmlns:a16="http://schemas.microsoft.com/office/drawing/2014/main" id="{DB0BF079-829E-4F2B-B25D-1431F988EA63}"/>
                </a:ext>
              </a:extLst>
            </p:cNvPr>
            <p:cNvSpPr>
              <a:spLocks noChangeShapeType="1"/>
            </p:cNvSpPr>
            <p:nvPr/>
          </p:nvSpPr>
          <p:spPr bwMode="ltGray">
            <a:xfrm flipH="1">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grpSp>
      <p:grpSp>
        <p:nvGrpSpPr>
          <p:cNvPr id="275" name="Group 171">
            <a:extLst>
              <a:ext uri="{FF2B5EF4-FFF2-40B4-BE49-F238E27FC236}">
                <a16:creationId xmlns:a16="http://schemas.microsoft.com/office/drawing/2014/main" id="{8880AA11-903E-4DE2-BF36-DB39CC0CFC20}"/>
              </a:ext>
            </a:extLst>
          </p:cNvPr>
          <p:cNvGrpSpPr>
            <a:grpSpLocks/>
          </p:cNvGrpSpPr>
          <p:nvPr/>
        </p:nvGrpSpPr>
        <p:grpSpPr bwMode="auto">
          <a:xfrm>
            <a:off x="5873262" y="3018558"/>
            <a:ext cx="609600" cy="533400"/>
            <a:chOff x="960" y="720"/>
            <a:chExt cx="384" cy="336"/>
          </a:xfrm>
        </p:grpSpPr>
        <p:sp>
          <p:nvSpPr>
            <p:cNvPr id="276" name="Line 172">
              <a:extLst>
                <a:ext uri="{FF2B5EF4-FFF2-40B4-BE49-F238E27FC236}">
                  <a16:creationId xmlns:a16="http://schemas.microsoft.com/office/drawing/2014/main" id="{E8095672-851A-4EC8-80B2-80CD2FA5BDE2}"/>
                </a:ext>
              </a:extLst>
            </p:cNvPr>
            <p:cNvSpPr>
              <a:spLocks noChangeShapeType="1"/>
            </p:cNvSpPr>
            <p:nvPr/>
          </p:nvSpPr>
          <p:spPr bwMode="ltGray">
            <a:xfrm>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sp>
          <p:nvSpPr>
            <p:cNvPr id="277" name="Line 173">
              <a:extLst>
                <a:ext uri="{FF2B5EF4-FFF2-40B4-BE49-F238E27FC236}">
                  <a16:creationId xmlns:a16="http://schemas.microsoft.com/office/drawing/2014/main" id="{AC040A1E-581D-477A-B48F-84A810BE529F}"/>
                </a:ext>
              </a:extLst>
            </p:cNvPr>
            <p:cNvSpPr>
              <a:spLocks noChangeShapeType="1"/>
            </p:cNvSpPr>
            <p:nvPr/>
          </p:nvSpPr>
          <p:spPr bwMode="ltGray">
            <a:xfrm flipH="1">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grpSp>
      <p:grpSp>
        <p:nvGrpSpPr>
          <p:cNvPr id="278" name="Group 174">
            <a:extLst>
              <a:ext uri="{FF2B5EF4-FFF2-40B4-BE49-F238E27FC236}">
                <a16:creationId xmlns:a16="http://schemas.microsoft.com/office/drawing/2014/main" id="{BC4AC80E-DF10-4CC7-A4DF-D0FEB5A8AF13}"/>
              </a:ext>
            </a:extLst>
          </p:cNvPr>
          <p:cNvGrpSpPr>
            <a:grpSpLocks/>
          </p:cNvGrpSpPr>
          <p:nvPr/>
        </p:nvGrpSpPr>
        <p:grpSpPr bwMode="auto">
          <a:xfrm>
            <a:off x="7092462" y="3018558"/>
            <a:ext cx="609600" cy="533400"/>
            <a:chOff x="960" y="720"/>
            <a:chExt cx="384" cy="336"/>
          </a:xfrm>
        </p:grpSpPr>
        <p:sp>
          <p:nvSpPr>
            <p:cNvPr id="279" name="Line 175">
              <a:extLst>
                <a:ext uri="{FF2B5EF4-FFF2-40B4-BE49-F238E27FC236}">
                  <a16:creationId xmlns:a16="http://schemas.microsoft.com/office/drawing/2014/main" id="{A05B04A1-2EC1-481C-A55D-6D076FEA748C}"/>
                </a:ext>
              </a:extLst>
            </p:cNvPr>
            <p:cNvSpPr>
              <a:spLocks noChangeShapeType="1"/>
            </p:cNvSpPr>
            <p:nvPr/>
          </p:nvSpPr>
          <p:spPr bwMode="ltGray">
            <a:xfrm>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sp>
          <p:nvSpPr>
            <p:cNvPr id="280" name="Line 176">
              <a:extLst>
                <a:ext uri="{FF2B5EF4-FFF2-40B4-BE49-F238E27FC236}">
                  <a16:creationId xmlns:a16="http://schemas.microsoft.com/office/drawing/2014/main" id="{3F734F52-575D-4303-B5B6-65A633E5BBAF}"/>
                </a:ext>
              </a:extLst>
            </p:cNvPr>
            <p:cNvSpPr>
              <a:spLocks noChangeShapeType="1"/>
            </p:cNvSpPr>
            <p:nvPr/>
          </p:nvSpPr>
          <p:spPr bwMode="ltGray">
            <a:xfrm flipH="1">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grpSp>
      <p:grpSp>
        <p:nvGrpSpPr>
          <p:cNvPr id="281" name="Group 177">
            <a:extLst>
              <a:ext uri="{FF2B5EF4-FFF2-40B4-BE49-F238E27FC236}">
                <a16:creationId xmlns:a16="http://schemas.microsoft.com/office/drawing/2014/main" id="{F595D93C-D4CB-44C8-A303-EF0AC179648C}"/>
              </a:ext>
            </a:extLst>
          </p:cNvPr>
          <p:cNvGrpSpPr>
            <a:grpSpLocks/>
          </p:cNvGrpSpPr>
          <p:nvPr/>
        </p:nvGrpSpPr>
        <p:grpSpPr bwMode="auto">
          <a:xfrm>
            <a:off x="8311662" y="3018558"/>
            <a:ext cx="609600" cy="533400"/>
            <a:chOff x="960" y="720"/>
            <a:chExt cx="384" cy="336"/>
          </a:xfrm>
        </p:grpSpPr>
        <p:sp>
          <p:nvSpPr>
            <p:cNvPr id="282" name="Line 178">
              <a:extLst>
                <a:ext uri="{FF2B5EF4-FFF2-40B4-BE49-F238E27FC236}">
                  <a16:creationId xmlns:a16="http://schemas.microsoft.com/office/drawing/2014/main" id="{7D5211C1-BCEB-44DF-8140-BE6754755ED8}"/>
                </a:ext>
              </a:extLst>
            </p:cNvPr>
            <p:cNvSpPr>
              <a:spLocks noChangeShapeType="1"/>
            </p:cNvSpPr>
            <p:nvPr/>
          </p:nvSpPr>
          <p:spPr bwMode="ltGray">
            <a:xfrm>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sp>
          <p:nvSpPr>
            <p:cNvPr id="283" name="Line 179">
              <a:extLst>
                <a:ext uri="{FF2B5EF4-FFF2-40B4-BE49-F238E27FC236}">
                  <a16:creationId xmlns:a16="http://schemas.microsoft.com/office/drawing/2014/main" id="{DB01688A-7ED1-4550-9C8C-3CCEA2C0BB13}"/>
                </a:ext>
              </a:extLst>
            </p:cNvPr>
            <p:cNvSpPr>
              <a:spLocks noChangeShapeType="1"/>
            </p:cNvSpPr>
            <p:nvPr/>
          </p:nvSpPr>
          <p:spPr bwMode="ltGray">
            <a:xfrm flipH="1">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grpSp>
      <p:grpSp>
        <p:nvGrpSpPr>
          <p:cNvPr id="284" name="Group 180">
            <a:extLst>
              <a:ext uri="{FF2B5EF4-FFF2-40B4-BE49-F238E27FC236}">
                <a16:creationId xmlns:a16="http://schemas.microsoft.com/office/drawing/2014/main" id="{DF6453A7-142D-423E-8010-7A2AF2856FC4}"/>
              </a:ext>
            </a:extLst>
          </p:cNvPr>
          <p:cNvGrpSpPr>
            <a:grpSpLocks/>
          </p:cNvGrpSpPr>
          <p:nvPr/>
        </p:nvGrpSpPr>
        <p:grpSpPr bwMode="auto">
          <a:xfrm>
            <a:off x="9530862" y="3018558"/>
            <a:ext cx="609600" cy="533400"/>
            <a:chOff x="960" y="720"/>
            <a:chExt cx="384" cy="336"/>
          </a:xfrm>
        </p:grpSpPr>
        <p:sp>
          <p:nvSpPr>
            <p:cNvPr id="285" name="Line 181">
              <a:extLst>
                <a:ext uri="{FF2B5EF4-FFF2-40B4-BE49-F238E27FC236}">
                  <a16:creationId xmlns:a16="http://schemas.microsoft.com/office/drawing/2014/main" id="{E7F64665-E57A-4D9F-ACCF-CCED7EC5C546}"/>
                </a:ext>
              </a:extLst>
            </p:cNvPr>
            <p:cNvSpPr>
              <a:spLocks noChangeShapeType="1"/>
            </p:cNvSpPr>
            <p:nvPr/>
          </p:nvSpPr>
          <p:spPr bwMode="ltGray">
            <a:xfrm>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sp>
          <p:nvSpPr>
            <p:cNvPr id="286" name="Line 182">
              <a:extLst>
                <a:ext uri="{FF2B5EF4-FFF2-40B4-BE49-F238E27FC236}">
                  <a16:creationId xmlns:a16="http://schemas.microsoft.com/office/drawing/2014/main" id="{83DE5EFE-40D5-4AA5-9867-A00674AE932E}"/>
                </a:ext>
              </a:extLst>
            </p:cNvPr>
            <p:cNvSpPr>
              <a:spLocks noChangeShapeType="1"/>
            </p:cNvSpPr>
            <p:nvPr/>
          </p:nvSpPr>
          <p:spPr bwMode="ltGray">
            <a:xfrm flipH="1">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grpSp>
      <p:grpSp>
        <p:nvGrpSpPr>
          <p:cNvPr id="287" name="Group 183">
            <a:extLst>
              <a:ext uri="{FF2B5EF4-FFF2-40B4-BE49-F238E27FC236}">
                <a16:creationId xmlns:a16="http://schemas.microsoft.com/office/drawing/2014/main" id="{3E59E871-F387-447D-B04E-F9CE9272B67B}"/>
              </a:ext>
            </a:extLst>
          </p:cNvPr>
          <p:cNvGrpSpPr>
            <a:grpSpLocks/>
          </p:cNvGrpSpPr>
          <p:nvPr/>
        </p:nvGrpSpPr>
        <p:grpSpPr bwMode="auto">
          <a:xfrm>
            <a:off x="10750062" y="3018558"/>
            <a:ext cx="609600" cy="533400"/>
            <a:chOff x="960" y="720"/>
            <a:chExt cx="384" cy="336"/>
          </a:xfrm>
        </p:grpSpPr>
        <p:sp>
          <p:nvSpPr>
            <p:cNvPr id="288" name="Line 184">
              <a:extLst>
                <a:ext uri="{FF2B5EF4-FFF2-40B4-BE49-F238E27FC236}">
                  <a16:creationId xmlns:a16="http://schemas.microsoft.com/office/drawing/2014/main" id="{27098CFD-09E7-4EA7-B22D-1802E8F8B326}"/>
                </a:ext>
              </a:extLst>
            </p:cNvPr>
            <p:cNvSpPr>
              <a:spLocks noChangeShapeType="1"/>
            </p:cNvSpPr>
            <p:nvPr/>
          </p:nvSpPr>
          <p:spPr bwMode="ltGray">
            <a:xfrm>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sp>
          <p:nvSpPr>
            <p:cNvPr id="289" name="Line 185">
              <a:extLst>
                <a:ext uri="{FF2B5EF4-FFF2-40B4-BE49-F238E27FC236}">
                  <a16:creationId xmlns:a16="http://schemas.microsoft.com/office/drawing/2014/main" id="{FB473A1F-98B2-4C71-8647-C39F3B6EEE91}"/>
                </a:ext>
              </a:extLst>
            </p:cNvPr>
            <p:cNvSpPr>
              <a:spLocks noChangeShapeType="1"/>
            </p:cNvSpPr>
            <p:nvPr/>
          </p:nvSpPr>
          <p:spPr bwMode="ltGray">
            <a:xfrm flipH="1">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grpSp>
      <p:grpSp>
        <p:nvGrpSpPr>
          <p:cNvPr id="290" name="Group 186">
            <a:extLst>
              <a:ext uri="{FF2B5EF4-FFF2-40B4-BE49-F238E27FC236}">
                <a16:creationId xmlns:a16="http://schemas.microsoft.com/office/drawing/2014/main" id="{EDAF4919-351C-45EE-9B21-E16279327573}"/>
              </a:ext>
            </a:extLst>
          </p:cNvPr>
          <p:cNvGrpSpPr>
            <a:grpSpLocks/>
          </p:cNvGrpSpPr>
          <p:nvPr/>
        </p:nvGrpSpPr>
        <p:grpSpPr bwMode="auto">
          <a:xfrm>
            <a:off x="5873262" y="3551958"/>
            <a:ext cx="609600" cy="533400"/>
            <a:chOff x="960" y="720"/>
            <a:chExt cx="384" cy="336"/>
          </a:xfrm>
        </p:grpSpPr>
        <p:sp>
          <p:nvSpPr>
            <p:cNvPr id="291" name="Line 187">
              <a:extLst>
                <a:ext uri="{FF2B5EF4-FFF2-40B4-BE49-F238E27FC236}">
                  <a16:creationId xmlns:a16="http://schemas.microsoft.com/office/drawing/2014/main" id="{386278B7-2AB1-4D0A-A892-B3EB69717BAC}"/>
                </a:ext>
              </a:extLst>
            </p:cNvPr>
            <p:cNvSpPr>
              <a:spLocks noChangeShapeType="1"/>
            </p:cNvSpPr>
            <p:nvPr/>
          </p:nvSpPr>
          <p:spPr bwMode="ltGray">
            <a:xfrm>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sp>
          <p:nvSpPr>
            <p:cNvPr id="292" name="Line 188">
              <a:extLst>
                <a:ext uri="{FF2B5EF4-FFF2-40B4-BE49-F238E27FC236}">
                  <a16:creationId xmlns:a16="http://schemas.microsoft.com/office/drawing/2014/main" id="{9B484767-09BB-442E-9A79-4682A7CADB14}"/>
                </a:ext>
              </a:extLst>
            </p:cNvPr>
            <p:cNvSpPr>
              <a:spLocks noChangeShapeType="1"/>
            </p:cNvSpPr>
            <p:nvPr/>
          </p:nvSpPr>
          <p:spPr bwMode="ltGray">
            <a:xfrm flipH="1">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grpSp>
      <p:grpSp>
        <p:nvGrpSpPr>
          <p:cNvPr id="293" name="Group 189">
            <a:extLst>
              <a:ext uri="{FF2B5EF4-FFF2-40B4-BE49-F238E27FC236}">
                <a16:creationId xmlns:a16="http://schemas.microsoft.com/office/drawing/2014/main" id="{EFBB78A2-9427-46ED-9750-111B706CC03B}"/>
              </a:ext>
            </a:extLst>
          </p:cNvPr>
          <p:cNvGrpSpPr>
            <a:grpSpLocks/>
          </p:cNvGrpSpPr>
          <p:nvPr/>
        </p:nvGrpSpPr>
        <p:grpSpPr bwMode="auto">
          <a:xfrm>
            <a:off x="7092462" y="3551958"/>
            <a:ext cx="609600" cy="533400"/>
            <a:chOff x="960" y="720"/>
            <a:chExt cx="384" cy="336"/>
          </a:xfrm>
        </p:grpSpPr>
        <p:sp>
          <p:nvSpPr>
            <p:cNvPr id="294" name="Line 190">
              <a:extLst>
                <a:ext uri="{FF2B5EF4-FFF2-40B4-BE49-F238E27FC236}">
                  <a16:creationId xmlns:a16="http://schemas.microsoft.com/office/drawing/2014/main" id="{C8DBD289-497B-41A5-B738-3BC3F367CA72}"/>
                </a:ext>
              </a:extLst>
            </p:cNvPr>
            <p:cNvSpPr>
              <a:spLocks noChangeShapeType="1"/>
            </p:cNvSpPr>
            <p:nvPr/>
          </p:nvSpPr>
          <p:spPr bwMode="ltGray">
            <a:xfrm>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sp>
          <p:nvSpPr>
            <p:cNvPr id="295" name="Line 191">
              <a:extLst>
                <a:ext uri="{FF2B5EF4-FFF2-40B4-BE49-F238E27FC236}">
                  <a16:creationId xmlns:a16="http://schemas.microsoft.com/office/drawing/2014/main" id="{4B5C0FA8-A124-4020-97BB-D6ADB297D046}"/>
                </a:ext>
              </a:extLst>
            </p:cNvPr>
            <p:cNvSpPr>
              <a:spLocks noChangeShapeType="1"/>
            </p:cNvSpPr>
            <p:nvPr/>
          </p:nvSpPr>
          <p:spPr bwMode="ltGray">
            <a:xfrm flipH="1">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grpSp>
      <p:grpSp>
        <p:nvGrpSpPr>
          <p:cNvPr id="296" name="Group 192">
            <a:extLst>
              <a:ext uri="{FF2B5EF4-FFF2-40B4-BE49-F238E27FC236}">
                <a16:creationId xmlns:a16="http://schemas.microsoft.com/office/drawing/2014/main" id="{563355C5-AB7A-476E-B9FF-46FFC1AD5E1E}"/>
              </a:ext>
            </a:extLst>
          </p:cNvPr>
          <p:cNvGrpSpPr>
            <a:grpSpLocks/>
          </p:cNvGrpSpPr>
          <p:nvPr/>
        </p:nvGrpSpPr>
        <p:grpSpPr bwMode="auto">
          <a:xfrm>
            <a:off x="8311662" y="3551958"/>
            <a:ext cx="609600" cy="533400"/>
            <a:chOff x="960" y="720"/>
            <a:chExt cx="384" cy="336"/>
          </a:xfrm>
        </p:grpSpPr>
        <p:sp>
          <p:nvSpPr>
            <p:cNvPr id="297" name="Line 193">
              <a:extLst>
                <a:ext uri="{FF2B5EF4-FFF2-40B4-BE49-F238E27FC236}">
                  <a16:creationId xmlns:a16="http://schemas.microsoft.com/office/drawing/2014/main" id="{058AAC17-FEA1-4102-8BD5-A47009A47D0C}"/>
                </a:ext>
              </a:extLst>
            </p:cNvPr>
            <p:cNvSpPr>
              <a:spLocks noChangeShapeType="1"/>
            </p:cNvSpPr>
            <p:nvPr/>
          </p:nvSpPr>
          <p:spPr bwMode="ltGray">
            <a:xfrm>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sp>
          <p:nvSpPr>
            <p:cNvPr id="298" name="Line 194">
              <a:extLst>
                <a:ext uri="{FF2B5EF4-FFF2-40B4-BE49-F238E27FC236}">
                  <a16:creationId xmlns:a16="http://schemas.microsoft.com/office/drawing/2014/main" id="{8E0497C7-892B-44C4-BD0C-FF4AE8CFD5B1}"/>
                </a:ext>
              </a:extLst>
            </p:cNvPr>
            <p:cNvSpPr>
              <a:spLocks noChangeShapeType="1"/>
            </p:cNvSpPr>
            <p:nvPr/>
          </p:nvSpPr>
          <p:spPr bwMode="ltGray">
            <a:xfrm flipH="1">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grpSp>
      <p:grpSp>
        <p:nvGrpSpPr>
          <p:cNvPr id="299" name="Group 195">
            <a:extLst>
              <a:ext uri="{FF2B5EF4-FFF2-40B4-BE49-F238E27FC236}">
                <a16:creationId xmlns:a16="http://schemas.microsoft.com/office/drawing/2014/main" id="{FD0D1A2E-FF0B-46AD-B791-74AE884BEBA5}"/>
              </a:ext>
            </a:extLst>
          </p:cNvPr>
          <p:cNvGrpSpPr>
            <a:grpSpLocks/>
          </p:cNvGrpSpPr>
          <p:nvPr/>
        </p:nvGrpSpPr>
        <p:grpSpPr bwMode="auto">
          <a:xfrm>
            <a:off x="9530862" y="3551958"/>
            <a:ext cx="609600" cy="533400"/>
            <a:chOff x="960" y="720"/>
            <a:chExt cx="384" cy="336"/>
          </a:xfrm>
        </p:grpSpPr>
        <p:sp>
          <p:nvSpPr>
            <p:cNvPr id="300" name="Line 196">
              <a:extLst>
                <a:ext uri="{FF2B5EF4-FFF2-40B4-BE49-F238E27FC236}">
                  <a16:creationId xmlns:a16="http://schemas.microsoft.com/office/drawing/2014/main" id="{5DF8221F-0D64-47A6-9DE0-244E6867ADBA}"/>
                </a:ext>
              </a:extLst>
            </p:cNvPr>
            <p:cNvSpPr>
              <a:spLocks noChangeShapeType="1"/>
            </p:cNvSpPr>
            <p:nvPr/>
          </p:nvSpPr>
          <p:spPr bwMode="ltGray">
            <a:xfrm>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sp>
          <p:nvSpPr>
            <p:cNvPr id="301" name="Line 197">
              <a:extLst>
                <a:ext uri="{FF2B5EF4-FFF2-40B4-BE49-F238E27FC236}">
                  <a16:creationId xmlns:a16="http://schemas.microsoft.com/office/drawing/2014/main" id="{76CFE4AA-9F3C-4FD4-B464-85C955CC37ED}"/>
                </a:ext>
              </a:extLst>
            </p:cNvPr>
            <p:cNvSpPr>
              <a:spLocks noChangeShapeType="1"/>
            </p:cNvSpPr>
            <p:nvPr/>
          </p:nvSpPr>
          <p:spPr bwMode="ltGray">
            <a:xfrm flipH="1">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grpSp>
      <p:grpSp>
        <p:nvGrpSpPr>
          <p:cNvPr id="302" name="Group 198">
            <a:extLst>
              <a:ext uri="{FF2B5EF4-FFF2-40B4-BE49-F238E27FC236}">
                <a16:creationId xmlns:a16="http://schemas.microsoft.com/office/drawing/2014/main" id="{A9CD84CC-CAF6-4506-A9DE-0120F9A0FF90}"/>
              </a:ext>
            </a:extLst>
          </p:cNvPr>
          <p:cNvGrpSpPr>
            <a:grpSpLocks/>
          </p:cNvGrpSpPr>
          <p:nvPr/>
        </p:nvGrpSpPr>
        <p:grpSpPr bwMode="auto">
          <a:xfrm>
            <a:off x="10750062" y="3551958"/>
            <a:ext cx="609600" cy="533400"/>
            <a:chOff x="960" y="720"/>
            <a:chExt cx="384" cy="336"/>
          </a:xfrm>
        </p:grpSpPr>
        <p:sp>
          <p:nvSpPr>
            <p:cNvPr id="303" name="Line 199">
              <a:extLst>
                <a:ext uri="{FF2B5EF4-FFF2-40B4-BE49-F238E27FC236}">
                  <a16:creationId xmlns:a16="http://schemas.microsoft.com/office/drawing/2014/main" id="{AC07D934-E415-4675-AE9A-20218CA5F212}"/>
                </a:ext>
              </a:extLst>
            </p:cNvPr>
            <p:cNvSpPr>
              <a:spLocks noChangeShapeType="1"/>
            </p:cNvSpPr>
            <p:nvPr/>
          </p:nvSpPr>
          <p:spPr bwMode="ltGray">
            <a:xfrm>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sp>
          <p:nvSpPr>
            <p:cNvPr id="304" name="Line 200">
              <a:extLst>
                <a:ext uri="{FF2B5EF4-FFF2-40B4-BE49-F238E27FC236}">
                  <a16:creationId xmlns:a16="http://schemas.microsoft.com/office/drawing/2014/main" id="{170B2EF3-D4FC-4EEF-995C-C20FC512AD53}"/>
                </a:ext>
              </a:extLst>
            </p:cNvPr>
            <p:cNvSpPr>
              <a:spLocks noChangeShapeType="1"/>
            </p:cNvSpPr>
            <p:nvPr/>
          </p:nvSpPr>
          <p:spPr bwMode="ltGray">
            <a:xfrm flipH="1">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grpSp>
      <p:grpSp>
        <p:nvGrpSpPr>
          <p:cNvPr id="305" name="Group 201">
            <a:extLst>
              <a:ext uri="{FF2B5EF4-FFF2-40B4-BE49-F238E27FC236}">
                <a16:creationId xmlns:a16="http://schemas.microsoft.com/office/drawing/2014/main" id="{13C94205-4056-45F0-B7D9-9D5494E39FFA}"/>
              </a:ext>
            </a:extLst>
          </p:cNvPr>
          <p:cNvGrpSpPr>
            <a:grpSpLocks/>
          </p:cNvGrpSpPr>
          <p:nvPr/>
        </p:nvGrpSpPr>
        <p:grpSpPr bwMode="auto">
          <a:xfrm>
            <a:off x="5873262" y="4009158"/>
            <a:ext cx="609600" cy="533400"/>
            <a:chOff x="960" y="720"/>
            <a:chExt cx="384" cy="336"/>
          </a:xfrm>
        </p:grpSpPr>
        <p:sp>
          <p:nvSpPr>
            <p:cNvPr id="306" name="Line 202">
              <a:extLst>
                <a:ext uri="{FF2B5EF4-FFF2-40B4-BE49-F238E27FC236}">
                  <a16:creationId xmlns:a16="http://schemas.microsoft.com/office/drawing/2014/main" id="{7889EEA8-09CA-460D-80EE-27BE7E36EF82}"/>
                </a:ext>
              </a:extLst>
            </p:cNvPr>
            <p:cNvSpPr>
              <a:spLocks noChangeShapeType="1"/>
            </p:cNvSpPr>
            <p:nvPr/>
          </p:nvSpPr>
          <p:spPr bwMode="ltGray">
            <a:xfrm>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sp>
          <p:nvSpPr>
            <p:cNvPr id="307" name="Line 203">
              <a:extLst>
                <a:ext uri="{FF2B5EF4-FFF2-40B4-BE49-F238E27FC236}">
                  <a16:creationId xmlns:a16="http://schemas.microsoft.com/office/drawing/2014/main" id="{6343A3F0-6F76-40DF-B57E-B96858AA2B50}"/>
                </a:ext>
              </a:extLst>
            </p:cNvPr>
            <p:cNvSpPr>
              <a:spLocks noChangeShapeType="1"/>
            </p:cNvSpPr>
            <p:nvPr/>
          </p:nvSpPr>
          <p:spPr bwMode="ltGray">
            <a:xfrm flipH="1">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grpSp>
      <p:grpSp>
        <p:nvGrpSpPr>
          <p:cNvPr id="308" name="Group 204">
            <a:extLst>
              <a:ext uri="{FF2B5EF4-FFF2-40B4-BE49-F238E27FC236}">
                <a16:creationId xmlns:a16="http://schemas.microsoft.com/office/drawing/2014/main" id="{5BBA9D55-D89C-4A2E-8CFF-1E303F060EB6}"/>
              </a:ext>
            </a:extLst>
          </p:cNvPr>
          <p:cNvGrpSpPr>
            <a:grpSpLocks/>
          </p:cNvGrpSpPr>
          <p:nvPr/>
        </p:nvGrpSpPr>
        <p:grpSpPr bwMode="auto">
          <a:xfrm>
            <a:off x="7092462" y="4009158"/>
            <a:ext cx="609600" cy="533400"/>
            <a:chOff x="960" y="720"/>
            <a:chExt cx="384" cy="336"/>
          </a:xfrm>
        </p:grpSpPr>
        <p:sp>
          <p:nvSpPr>
            <p:cNvPr id="309" name="Line 205">
              <a:extLst>
                <a:ext uri="{FF2B5EF4-FFF2-40B4-BE49-F238E27FC236}">
                  <a16:creationId xmlns:a16="http://schemas.microsoft.com/office/drawing/2014/main" id="{54BC5E50-EB6D-4E86-B33C-47CBB0DD59D7}"/>
                </a:ext>
              </a:extLst>
            </p:cNvPr>
            <p:cNvSpPr>
              <a:spLocks noChangeShapeType="1"/>
            </p:cNvSpPr>
            <p:nvPr/>
          </p:nvSpPr>
          <p:spPr bwMode="ltGray">
            <a:xfrm>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sp>
          <p:nvSpPr>
            <p:cNvPr id="310" name="Line 206">
              <a:extLst>
                <a:ext uri="{FF2B5EF4-FFF2-40B4-BE49-F238E27FC236}">
                  <a16:creationId xmlns:a16="http://schemas.microsoft.com/office/drawing/2014/main" id="{73C0F7A8-825B-4F9B-BE62-D169467F6A3B}"/>
                </a:ext>
              </a:extLst>
            </p:cNvPr>
            <p:cNvSpPr>
              <a:spLocks noChangeShapeType="1"/>
            </p:cNvSpPr>
            <p:nvPr/>
          </p:nvSpPr>
          <p:spPr bwMode="ltGray">
            <a:xfrm flipH="1">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grpSp>
      <p:grpSp>
        <p:nvGrpSpPr>
          <p:cNvPr id="311" name="Group 207">
            <a:extLst>
              <a:ext uri="{FF2B5EF4-FFF2-40B4-BE49-F238E27FC236}">
                <a16:creationId xmlns:a16="http://schemas.microsoft.com/office/drawing/2014/main" id="{04458688-5E2C-494F-9BD1-B0D027F7F4C8}"/>
              </a:ext>
            </a:extLst>
          </p:cNvPr>
          <p:cNvGrpSpPr>
            <a:grpSpLocks/>
          </p:cNvGrpSpPr>
          <p:nvPr/>
        </p:nvGrpSpPr>
        <p:grpSpPr bwMode="auto">
          <a:xfrm>
            <a:off x="8311662" y="4009158"/>
            <a:ext cx="609600" cy="533400"/>
            <a:chOff x="960" y="720"/>
            <a:chExt cx="384" cy="336"/>
          </a:xfrm>
        </p:grpSpPr>
        <p:sp>
          <p:nvSpPr>
            <p:cNvPr id="312" name="Line 208">
              <a:extLst>
                <a:ext uri="{FF2B5EF4-FFF2-40B4-BE49-F238E27FC236}">
                  <a16:creationId xmlns:a16="http://schemas.microsoft.com/office/drawing/2014/main" id="{BD7CB0B4-A42A-445E-9EE4-89C1DD366EBD}"/>
                </a:ext>
              </a:extLst>
            </p:cNvPr>
            <p:cNvSpPr>
              <a:spLocks noChangeShapeType="1"/>
            </p:cNvSpPr>
            <p:nvPr/>
          </p:nvSpPr>
          <p:spPr bwMode="ltGray">
            <a:xfrm>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sp>
          <p:nvSpPr>
            <p:cNvPr id="313" name="Line 209">
              <a:extLst>
                <a:ext uri="{FF2B5EF4-FFF2-40B4-BE49-F238E27FC236}">
                  <a16:creationId xmlns:a16="http://schemas.microsoft.com/office/drawing/2014/main" id="{5ED894BB-252F-4370-9B45-9DDDEA184F5B}"/>
                </a:ext>
              </a:extLst>
            </p:cNvPr>
            <p:cNvSpPr>
              <a:spLocks noChangeShapeType="1"/>
            </p:cNvSpPr>
            <p:nvPr/>
          </p:nvSpPr>
          <p:spPr bwMode="ltGray">
            <a:xfrm flipH="1">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grpSp>
      <p:grpSp>
        <p:nvGrpSpPr>
          <p:cNvPr id="314" name="Group 210">
            <a:extLst>
              <a:ext uri="{FF2B5EF4-FFF2-40B4-BE49-F238E27FC236}">
                <a16:creationId xmlns:a16="http://schemas.microsoft.com/office/drawing/2014/main" id="{03889301-58DC-498B-BACC-1A52F948FF00}"/>
              </a:ext>
            </a:extLst>
          </p:cNvPr>
          <p:cNvGrpSpPr>
            <a:grpSpLocks/>
          </p:cNvGrpSpPr>
          <p:nvPr/>
        </p:nvGrpSpPr>
        <p:grpSpPr bwMode="auto">
          <a:xfrm>
            <a:off x="9530862" y="4009158"/>
            <a:ext cx="609600" cy="533400"/>
            <a:chOff x="960" y="720"/>
            <a:chExt cx="384" cy="336"/>
          </a:xfrm>
        </p:grpSpPr>
        <p:sp>
          <p:nvSpPr>
            <p:cNvPr id="315" name="Line 211">
              <a:extLst>
                <a:ext uri="{FF2B5EF4-FFF2-40B4-BE49-F238E27FC236}">
                  <a16:creationId xmlns:a16="http://schemas.microsoft.com/office/drawing/2014/main" id="{D043B9E2-CF05-4471-8F1D-BEFB2E5ECE39}"/>
                </a:ext>
              </a:extLst>
            </p:cNvPr>
            <p:cNvSpPr>
              <a:spLocks noChangeShapeType="1"/>
            </p:cNvSpPr>
            <p:nvPr/>
          </p:nvSpPr>
          <p:spPr bwMode="ltGray">
            <a:xfrm>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sp>
          <p:nvSpPr>
            <p:cNvPr id="316" name="Line 212">
              <a:extLst>
                <a:ext uri="{FF2B5EF4-FFF2-40B4-BE49-F238E27FC236}">
                  <a16:creationId xmlns:a16="http://schemas.microsoft.com/office/drawing/2014/main" id="{1B8915DE-5DE9-4902-B51C-7B82C0964E18}"/>
                </a:ext>
              </a:extLst>
            </p:cNvPr>
            <p:cNvSpPr>
              <a:spLocks noChangeShapeType="1"/>
            </p:cNvSpPr>
            <p:nvPr/>
          </p:nvSpPr>
          <p:spPr bwMode="ltGray">
            <a:xfrm flipH="1">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grpSp>
      <p:grpSp>
        <p:nvGrpSpPr>
          <p:cNvPr id="317" name="Group 213">
            <a:extLst>
              <a:ext uri="{FF2B5EF4-FFF2-40B4-BE49-F238E27FC236}">
                <a16:creationId xmlns:a16="http://schemas.microsoft.com/office/drawing/2014/main" id="{D8D11062-75E6-43AF-9BE8-7B69F8C7C468}"/>
              </a:ext>
            </a:extLst>
          </p:cNvPr>
          <p:cNvGrpSpPr>
            <a:grpSpLocks/>
          </p:cNvGrpSpPr>
          <p:nvPr/>
        </p:nvGrpSpPr>
        <p:grpSpPr bwMode="auto">
          <a:xfrm>
            <a:off x="10750062" y="4009158"/>
            <a:ext cx="609600" cy="533400"/>
            <a:chOff x="960" y="720"/>
            <a:chExt cx="384" cy="336"/>
          </a:xfrm>
        </p:grpSpPr>
        <p:sp>
          <p:nvSpPr>
            <p:cNvPr id="318" name="Line 214">
              <a:extLst>
                <a:ext uri="{FF2B5EF4-FFF2-40B4-BE49-F238E27FC236}">
                  <a16:creationId xmlns:a16="http://schemas.microsoft.com/office/drawing/2014/main" id="{D5C0158A-8259-4CEE-80CC-F4FC2AB30AF6}"/>
                </a:ext>
              </a:extLst>
            </p:cNvPr>
            <p:cNvSpPr>
              <a:spLocks noChangeShapeType="1"/>
            </p:cNvSpPr>
            <p:nvPr/>
          </p:nvSpPr>
          <p:spPr bwMode="ltGray">
            <a:xfrm>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sp>
          <p:nvSpPr>
            <p:cNvPr id="319" name="Line 215">
              <a:extLst>
                <a:ext uri="{FF2B5EF4-FFF2-40B4-BE49-F238E27FC236}">
                  <a16:creationId xmlns:a16="http://schemas.microsoft.com/office/drawing/2014/main" id="{04C36ED1-E028-45E8-ACE6-5CA7A66A9CC9}"/>
                </a:ext>
              </a:extLst>
            </p:cNvPr>
            <p:cNvSpPr>
              <a:spLocks noChangeShapeType="1"/>
            </p:cNvSpPr>
            <p:nvPr/>
          </p:nvSpPr>
          <p:spPr bwMode="ltGray">
            <a:xfrm flipH="1">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grpSp>
      <p:grpSp>
        <p:nvGrpSpPr>
          <p:cNvPr id="531" name="Group 216">
            <a:extLst>
              <a:ext uri="{FF2B5EF4-FFF2-40B4-BE49-F238E27FC236}">
                <a16:creationId xmlns:a16="http://schemas.microsoft.com/office/drawing/2014/main" id="{C3B706F5-304B-4633-9FF7-C72470573D5A}"/>
              </a:ext>
            </a:extLst>
          </p:cNvPr>
          <p:cNvGrpSpPr>
            <a:grpSpLocks/>
          </p:cNvGrpSpPr>
          <p:nvPr/>
        </p:nvGrpSpPr>
        <p:grpSpPr bwMode="auto">
          <a:xfrm>
            <a:off x="5873262" y="4542558"/>
            <a:ext cx="609600" cy="533400"/>
            <a:chOff x="960" y="720"/>
            <a:chExt cx="384" cy="336"/>
          </a:xfrm>
        </p:grpSpPr>
        <p:sp>
          <p:nvSpPr>
            <p:cNvPr id="532" name="Line 217">
              <a:extLst>
                <a:ext uri="{FF2B5EF4-FFF2-40B4-BE49-F238E27FC236}">
                  <a16:creationId xmlns:a16="http://schemas.microsoft.com/office/drawing/2014/main" id="{720F36EE-8DB7-4926-9519-45F44C590EF9}"/>
                </a:ext>
              </a:extLst>
            </p:cNvPr>
            <p:cNvSpPr>
              <a:spLocks noChangeShapeType="1"/>
            </p:cNvSpPr>
            <p:nvPr/>
          </p:nvSpPr>
          <p:spPr bwMode="ltGray">
            <a:xfrm>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sp>
          <p:nvSpPr>
            <p:cNvPr id="533" name="Line 218">
              <a:extLst>
                <a:ext uri="{FF2B5EF4-FFF2-40B4-BE49-F238E27FC236}">
                  <a16:creationId xmlns:a16="http://schemas.microsoft.com/office/drawing/2014/main" id="{D7DCE209-317B-40C5-90C7-A5B8F49CC0A4}"/>
                </a:ext>
              </a:extLst>
            </p:cNvPr>
            <p:cNvSpPr>
              <a:spLocks noChangeShapeType="1"/>
            </p:cNvSpPr>
            <p:nvPr/>
          </p:nvSpPr>
          <p:spPr bwMode="ltGray">
            <a:xfrm flipH="1">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grpSp>
      <p:grpSp>
        <p:nvGrpSpPr>
          <p:cNvPr id="534" name="Group 219">
            <a:extLst>
              <a:ext uri="{FF2B5EF4-FFF2-40B4-BE49-F238E27FC236}">
                <a16:creationId xmlns:a16="http://schemas.microsoft.com/office/drawing/2014/main" id="{9FA8CE0B-2EFD-4279-A46B-F7377CA8546F}"/>
              </a:ext>
            </a:extLst>
          </p:cNvPr>
          <p:cNvGrpSpPr>
            <a:grpSpLocks/>
          </p:cNvGrpSpPr>
          <p:nvPr/>
        </p:nvGrpSpPr>
        <p:grpSpPr bwMode="auto">
          <a:xfrm>
            <a:off x="7092462" y="4542558"/>
            <a:ext cx="609600" cy="533400"/>
            <a:chOff x="960" y="720"/>
            <a:chExt cx="384" cy="336"/>
          </a:xfrm>
        </p:grpSpPr>
        <p:sp>
          <p:nvSpPr>
            <p:cNvPr id="535" name="Line 220">
              <a:extLst>
                <a:ext uri="{FF2B5EF4-FFF2-40B4-BE49-F238E27FC236}">
                  <a16:creationId xmlns:a16="http://schemas.microsoft.com/office/drawing/2014/main" id="{8600EF0D-CE28-4416-AEF0-4904F60221A4}"/>
                </a:ext>
              </a:extLst>
            </p:cNvPr>
            <p:cNvSpPr>
              <a:spLocks noChangeShapeType="1"/>
            </p:cNvSpPr>
            <p:nvPr/>
          </p:nvSpPr>
          <p:spPr bwMode="ltGray">
            <a:xfrm>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sp>
          <p:nvSpPr>
            <p:cNvPr id="536" name="Line 221">
              <a:extLst>
                <a:ext uri="{FF2B5EF4-FFF2-40B4-BE49-F238E27FC236}">
                  <a16:creationId xmlns:a16="http://schemas.microsoft.com/office/drawing/2014/main" id="{A1F098E2-FD01-468B-A16D-BEA7267AED26}"/>
                </a:ext>
              </a:extLst>
            </p:cNvPr>
            <p:cNvSpPr>
              <a:spLocks noChangeShapeType="1"/>
            </p:cNvSpPr>
            <p:nvPr/>
          </p:nvSpPr>
          <p:spPr bwMode="ltGray">
            <a:xfrm flipH="1">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grpSp>
      <p:grpSp>
        <p:nvGrpSpPr>
          <p:cNvPr id="537" name="Group 222">
            <a:extLst>
              <a:ext uri="{FF2B5EF4-FFF2-40B4-BE49-F238E27FC236}">
                <a16:creationId xmlns:a16="http://schemas.microsoft.com/office/drawing/2014/main" id="{9DC6E8D4-8D64-4936-821A-1ABB17E6E7AD}"/>
              </a:ext>
            </a:extLst>
          </p:cNvPr>
          <p:cNvGrpSpPr>
            <a:grpSpLocks/>
          </p:cNvGrpSpPr>
          <p:nvPr/>
        </p:nvGrpSpPr>
        <p:grpSpPr bwMode="auto">
          <a:xfrm>
            <a:off x="8311662" y="4542558"/>
            <a:ext cx="609600" cy="533400"/>
            <a:chOff x="960" y="720"/>
            <a:chExt cx="384" cy="336"/>
          </a:xfrm>
        </p:grpSpPr>
        <p:sp>
          <p:nvSpPr>
            <p:cNvPr id="538" name="Line 223">
              <a:extLst>
                <a:ext uri="{FF2B5EF4-FFF2-40B4-BE49-F238E27FC236}">
                  <a16:creationId xmlns:a16="http://schemas.microsoft.com/office/drawing/2014/main" id="{7DB6D72F-E1D4-4787-8F57-005BB969E611}"/>
                </a:ext>
              </a:extLst>
            </p:cNvPr>
            <p:cNvSpPr>
              <a:spLocks noChangeShapeType="1"/>
            </p:cNvSpPr>
            <p:nvPr/>
          </p:nvSpPr>
          <p:spPr bwMode="ltGray">
            <a:xfrm>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sp>
          <p:nvSpPr>
            <p:cNvPr id="539" name="Line 224">
              <a:extLst>
                <a:ext uri="{FF2B5EF4-FFF2-40B4-BE49-F238E27FC236}">
                  <a16:creationId xmlns:a16="http://schemas.microsoft.com/office/drawing/2014/main" id="{988BC4E8-9161-4584-8982-119FFC5F5350}"/>
                </a:ext>
              </a:extLst>
            </p:cNvPr>
            <p:cNvSpPr>
              <a:spLocks noChangeShapeType="1"/>
            </p:cNvSpPr>
            <p:nvPr/>
          </p:nvSpPr>
          <p:spPr bwMode="ltGray">
            <a:xfrm flipH="1">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grpSp>
      <p:grpSp>
        <p:nvGrpSpPr>
          <p:cNvPr id="540" name="Group 225">
            <a:extLst>
              <a:ext uri="{FF2B5EF4-FFF2-40B4-BE49-F238E27FC236}">
                <a16:creationId xmlns:a16="http://schemas.microsoft.com/office/drawing/2014/main" id="{FD52F042-B120-4F14-8088-36D41BAFCFDA}"/>
              </a:ext>
            </a:extLst>
          </p:cNvPr>
          <p:cNvGrpSpPr>
            <a:grpSpLocks/>
          </p:cNvGrpSpPr>
          <p:nvPr/>
        </p:nvGrpSpPr>
        <p:grpSpPr bwMode="auto">
          <a:xfrm>
            <a:off x="9530862" y="4542558"/>
            <a:ext cx="609600" cy="533400"/>
            <a:chOff x="960" y="720"/>
            <a:chExt cx="384" cy="336"/>
          </a:xfrm>
        </p:grpSpPr>
        <p:sp>
          <p:nvSpPr>
            <p:cNvPr id="541" name="Line 226">
              <a:extLst>
                <a:ext uri="{FF2B5EF4-FFF2-40B4-BE49-F238E27FC236}">
                  <a16:creationId xmlns:a16="http://schemas.microsoft.com/office/drawing/2014/main" id="{51A4F26E-A9D9-4AFE-9C90-120414DFBE7E}"/>
                </a:ext>
              </a:extLst>
            </p:cNvPr>
            <p:cNvSpPr>
              <a:spLocks noChangeShapeType="1"/>
            </p:cNvSpPr>
            <p:nvPr/>
          </p:nvSpPr>
          <p:spPr bwMode="ltGray">
            <a:xfrm>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sp>
          <p:nvSpPr>
            <p:cNvPr id="542" name="Line 227">
              <a:extLst>
                <a:ext uri="{FF2B5EF4-FFF2-40B4-BE49-F238E27FC236}">
                  <a16:creationId xmlns:a16="http://schemas.microsoft.com/office/drawing/2014/main" id="{5B5BD443-5E70-4221-BB10-C0B4D1F529CA}"/>
                </a:ext>
              </a:extLst>
            </p:cNvPr>
            <p:cNvSpPr>
              <a:spLocks noChangeShapeType="1"/>
            </p:cNvSpPr>
            <p:nvPr/>
          </p:nvSpPr>
          <p:spPr bwMode="ltGray">
            <a:xfrm flipH="1">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grpSp>
      <p:grpSp>
        <p:nvGrpSpPr>
          <p:cNvPr id="543" name="Group 228">
            <a:extLst>
              <a:ext uri="{FF2B5EF4-FFF2-40B4-BE49-F238E27FC236}">
                <a16:creationId xmlns:a16="http://schemas.microsoft.com/office/drawing/2014/main" id="{CC638579-9A09-4C2D-827A-4B91D6C7B1FC}"/>
              </a:ext>
            </a:extLst>
          </p:cNvPr>
          <p:cNvGrpSpPr>
            <a:grpSpLocks/>
          </p:cNvGrpSpPr>
          <p:nvPr/>
        </p:nvGrpSpPr>
        <p:grpSpPr bwMode="auto">
          <a:xfrm>
            <a:off x="10750062" y="4542558"/>
            <a:ext cx="609600" cy="533400"/>
            <a:chOff x="960" y="720"/>
            <a:chExt cx="384" cy="336"/>
          </a:xfrm>
        </p:grpSpPr>
        <p:sp>
          <p:nvSpPr>
            <p:cNvPr id="544" name="Line 229">
              <a:extLst>
                <a:ext uri="{FF2B5EF4-FFF2-40B4-BE49-F238E27FC236}">
                  <a16:creationId xmlns:a16="http://schemas.microsoft.com/office/drawing/2014/main" id="{11EA2298-C554-4D1E-A47F-BC52C9A812C7}"/>
                </a:ext>
              </a:extLst>
            </p:cNvPr>
            <p:cNvSpPr>
              <a:spLocks noChangeShapeType="1"/>
            </p:cNvSpPr>
            <p:nvPr/>
          </p:nvSpPr>
          <p:spPr bwMode="ltGray">
            <a:xfrm>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sp>
          <p:nvSpPr>
            <p:cNvPr id="545" name="Line 230">
              <a:extLst>
                <a:ext uri="{FF2B5EF4-FFF2-40B4-BE49-F238E27FC236}">
                  <a16:creationId xmlns:a16="http://schemas.microsoft.com/office/drawing/2014/main" id="{5F028318-526B-414D-8C6F-48C3D8B1EDCA}"/>
                </a:ext>
              </a:extLst>
            </p:cNvPr>
            <p:cNvSpPr>
              <a:spLocks noChangeShapeType="1"/>
            </p:cNvSpPr>
            <p:nvPr/>
          </p:nvSpPr>
          <p:spPr bwMode="ltGray">
            <a:xfrm flipH="1">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grpSp>
      <p:grpSp>
        <p:nvGrpSpPr>
          <p:cNvPr id="546" name="Group 231">
            <a:extLst>
              <a:ext uri="{FF2B5EF4-FFF2-40B4-BE49-F238E27FC236}">
                <a16:creationId xmlns:a16="http://schemas.microsoft.com/office/drawing/2014/main" id="{27918188-E39A-4EFD-9A65-7A0300309372}"/>
              </a:ext>
            </a:extLst>
          </p:cNvPr>
          <p:cNvGrpSpPr>
            <a:grpSpLocks/>
          </p:cNvGrpSpPr>
          <p:nvPr/>
        </p:nvGrpSpPr>
        <p:grpSpPr bwMode="auto">
          <a:xfrm>
            <a:off x="5873262" y="5075958"/>
            <a:ext cx="609600" cy="533400"/>
            <a:chOff x="960" y="720"/>
            <a:chExt cx="384" cy="336"/>
          </a:xfrm>
        </p:grpSpPr>
        <p:sp>
          <p:nvSpPr>
            <p:cNvPr id="547" name="Line 232">
              <a:extLst>
                <a:ext uri="{FF2B5EF4-FFF2-40B4-BE49-F238E27FC236}">
                  <a16:creationId xmlns:a16="http://schemas.microsoft.com/office/drawing/2014/main" id="{5425B7FA-8D25-46B2-B03C-5659AC90FE2D}"/>
                </a:ext>
              </a:extLst>
            </p:cNvPr>
            <p:cNvSpPr>
              <a:spLocks noChangeShapeType="1"/>
            </p:cNvSpPr>
            <p:nvPr/>
          </p:nvSpPr>
          <p:spPr bwMode="ltGray">
            <a:xfrm>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sp>
          <p:nvSpPr>
            <p:cNvPr id="548" name="Line 233">
              <a:extLst>
                <a:ext uri="{FF2B5EF4-FFF2-40B4-BE49-F238E27FC236}">
                  <a16:creationId xmlns:a16="http://schemas.microsoft.com/office/drawing/2014/main" id="{1C84E1A0-6795-482B-BE60-4C46A2804B19}"/>
                </a:ext>
              </a:extLst>
            </p:cNvPr>
            <p:cNvSpPr>
              <a:spLocks noChangeShapeType="1"/>
            </p:cNvSpPr>
            <p:nvPr/>
          </p:nvSpPr>
          <p:spPr bwMode="ltGray">
            <a:xfrm flipH="1">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grpSp>
      <p:grpSp>
        <p:nvGrpSpPr>
          <p:cNvPr id="549" name="Group 234">
            <a:extLst>
              <a:ext uri="{FF2B5EF4-FFF2-40B4-BE49-F238E27FC236}">
                <a16:creationId xmlns:a16="http://schemas.microsoft.com/office/drawing/2014/main" id="{7F3E3B9B-444C-4AA1-A630-A5A2FC8CD2FA}"/>
              </a:ext>
            </a:extLst>
          </p:cNvPr>
          <p:cNvGrpSpPr>
            <a:grpSpLocks/>
          </p:cNvGrpSpPr>
          <p:nvPr/>
        </p:nvGrpSpPr>
        <p:grpSpPr bwMode="auto">
          <a:xfrm>
            <a:off x="7092462" y="5075958"/>
            <a:ext cx="609600" cy="533400"/>
            <a:chOff x="960" y="720"/>
            <a:chExt cx="384" cy="336"/>
          </a:xfrm>
        </p:grpSpPr>
        <p:sp>
          <p:nvSpPr>
            <p:cNvPr id="550" name="Line 235">
              <a:extLst>
                <a:ext uri="{FF2B5EF4-FFF2-40B4-BE49-F238E27FC236}">
                  <a16:creationId xmlns:a16="http://schemas.microsoft.com/office/drawing/2014/main" id="{500E9028-C029-420C-AD77-F7FDCF3DB9ED}"/>
                </a:ext>
              </a:extLst>
            </p:cNvPr>
            <p:cNvSpPr>
              <a:spLocks noChangeShapeType="1"/>
            </p:cNvSpPr>
            <p:nvPr/>
          </p:nvSpPr>
          <p:spPr bwMode="ltGray">
            <a:xfrm>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sp>
          <p:nvSpPr>
            <p:cNvPr id="551" name="Line 236">
              <a:extLst>
                <a:ext uri="{FF2B5EF4-FFF2-40B4-BE49-F238E27FC236}">
                  <a16:creationId xmlns:a16="http://schemas.microsoft.com/office/drawing/2014/main" id="{7AEA5931-8577-4D63-987C-E2C89930CB85}"/>
                </a:ext>
              </a:extLst>
            </p:cNvPr>
            <p:cNvSpPr>
              <a:spLocks noChangeShapeType="1"/>
            </p:cNvSpPr>
            <p:nvPr/>
          </p:nvSpPr>
          <p:spPr bwMode="ltGray">
            <a:xfrm flipH="1">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grpSp>
      <p:grpSp>
        <p:nvGrpSpPr>
          <p:cNvPr id="552" name="Group 237">
            <a:extLst>
              <a:ext uri="{FF2B5EF4-FFF2-40B4-BE49-F238E27FC236}">
                <a16:creationId xmlns:a16="http://schemas.microsoft.com/office/drawing/2014/main" id="{38BD139C-27FB-48D4-8CCB-7298A17D51FA}"/>
              </a:ext>
            </a:extLst>
          </p:cNvPr>
          <p:cNvGrpSpPr>
            <a:grpSpLocks/>
          </p:cNvGrpSpPr>
          <p:nvPr/>
        </p:nvGrpSpPr>
        <p:grpSpPr bwMode="auto">
          <a:xfrm>
            <a:off x="8311662" y="5075958"/>
            <a:ext cx="609600" cy="533400"/>
            <a:chOff x="960" y="720"/>
            <a:chExt cx="384" cy="336"/>
          </a:xfrm>
        </p:grpSpPr>
        <p:sp>
          <p:nvSpPr>
            <p:cNvPr id="553" name="Line 238">
              <a:extLst>
                <a:ext uri="{FF2B5EF4-FFF2-40B4-BE49-F238E27FC236}">
                  <a16:creationId xmlns:a16="http://schemas.microsoft.com/office/drawing/2014/main" id="{1DE33A7C-2E9F-4CED-9307-AF2A4F58EC8F}"/>
                </a:ext>
              </a:extLst>
            </p:cNvPr>
            <p:cNvSpPr>
              <a:spLocks noChangeShapeType="1"/>
            </p:cNvSpPr>
            <p:nvPr/>
          </p:nvSpPr>
          <p:spPr bwMode="ltGray">
            <a:xfrm>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sp>
          <p:nvSpPr>
            <p:cNvPr id="554" name="Line 239">
              <a:extLst>
                <a:ext uri="{FF2B5EF4-FFF2-40B4-BE49-F238E27FC236}">
                  <a16:creationId xmlns:a16="http://schemas.microsoft.com/office/drawing/2014/main" id="{765C5702-BAEB-4FE5-9DDB-9D97A5165D31}"/>
                </a:ext>
              </a:extLst>
            </p:cNvPr>
            <p:cNvSpPr>
              <a:spLocks noChangeShapeType="1"/>
            </p:cNvSpPr>
            <p:nvPr/>
          </p:nvSpPr>
          <p:spPr bwMode="ltGray">
            <a:xfrm flipH="1">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grpSp>
      <p:grpSp>
        <p:nvGrpSpPr>
          <p:cNvPr id="555" name="Group 240">
            <a:extLst>
              <a:ext uri="{FF2B5EF4-FFF2-40B4-BE49-F238E27FC236}">
                <a16:creationId xmlns:a16="http://schemas.microsoft.com/office/drawing/2014/main" id="{B7AA5718-A930-43FE-B703-469C46429021}"/>
              </a:ext>
            </a:extLst>
          </p:cNvPr>
          <p:cNvGrpSpPr>
            <a:grpSpLocks/>
          </p:cNvGrpSpPr>
          <p:nvPr/>
        </p:nvGrpSpPr>
        <p:grpSpPr bwMode="auto">
          <a:xfrm>
            <a:off x="9530862" y="5075958"/>
            <a:ext cx="609600" cy="533400"/>
            <a:chOff x="960" y="720"/>
            <a:chExt cx="384" cy="336"/>
          </a:xfrm>
        </p:grpSpPr>
        <p:sp>
          <p:nvSpPr>
            <p:cNvPr id="556" name="Line 241">
              <a:extLst>
                <a:ext uri="{FF2B5EF4-FFF2-40B4-BE49-F238E27FC236}">
                  <a16:creationId xmlns:a16="http://schemas.microsoft.com/office/drawing/2014/main" id="{06545DC0-162A-48BA-88E3-213AA728507D}"/>
                </a:ext>
              </a:extLst>
            </p:cNvPr>
            <p:cNvSpPr>
              <a:spLocks noChangeShapeType="1"/>
            </p:cNvSpPr>
            <p:nvPr/>
          </p:nvSpPr>
          <p:spPr bwMode="ltGray">
            <a:xfrm>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sp>
          <p:nvSpPr>
            <p:cNvPr id="557" name="Line 242">
              <a:extLst>
                <a:ext uri="{FF2B5EF4-FFF2-40B4-BE49-F238E27FC236}">
                  <a16:creationId xmlns:a16="http://schemas.microsoft.com/office/drawing/2014/main" id="{8FBA08C7-5D77-4A1E-B78F-1A825A810DDC}"/>
                </a:ext>
              </a:extLst>
            </p:cNvPr>
            <p:cNvSpPr>
              <a:spLocks noChangeShapeType="1"/>
            </p:cNvSpPr>
            <p:nvPr/>
          </p:nvSpPr>
          <p:spPr bwMode="ltGray">
            <a:xfrm flipH="1">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grpSp>
      <p:grpSp>
        <p:nvGrpSpPr>
          <p:cNvPr id="558" name="Group 243">
            <a:extLst>
              <a:ext uri="{FF2B5EF4-FFF2-40B4-BE49-F238E27FC236}">
                <a16:creationId xmlns:a16="http://schemas.microsoft.com/office/drawing/2014/main" id="{84486897-CC57-4507-A515-AF7FD6D5DA97}"/>
              </a:ext>
            </a:extLst>
          </p:cNvPr>
          <p:cNvGrpSpPr>
            <a:grpSpLocks/>
          </p:cNvGrpSpPr>
          <p:nvPr/>
        </p:nvGrpSpPr>
        <p:grpSpPr bwMode="auto">
          <a:xfrm>
            <a:off x="10750062" y="5075958"/>
            <a:ext cx="609600" cy="533400"/>
            <a:chOff x="960" y="720"/>
            <a:chExt cx="384" cy="336"/>
          </a:xfrm>
        </p:grpSpPr>
        <p:sp>
          <p:nvSpPr>
            <p:cNvPr id="559" name="Line 244">
              <a:extLst>
                <a:ext uri="{FF2B5EF4-FFF2-40B4-BE49-F238E27FC236}">
                  <a16:creationId xmlns:a16="http://schemas.microsoft.com/office/drawing/2014/main" id="{31BC1C9F-749D-4F84-A7D0-9E55C22FBE8D}"/>
                </a:ext>
              </a:extLst>
            </p:cNvPr>
            <p:cNvSpPr>
              <a:spLocks noChangeShapeType="1"/>
            </p:cNvSpPr>
            <p:nvPr/>
          </p:nvSpPr>
          <p:spPr bwMode="ltGray">
            <a:xfrm>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sp>
          <p:nvSpPr>
            <p:cNvPr id="560" name="Line 245">
              <a:extLst>
                <a:ext uri="{FF2B5EF4-FFF2-40B4-BE49-F238E27FC236}">
                  <a16:creationId xmlns:a16="http://schemas.microsoft.com/office/drawing/2014/main" id="{D2CF2F98-7065-4951-ACBE-A6719488FF38}"/>
                </a:ext>
              </a:extLst>
            </p:cNvPr>
            <p:cNvSpPr>
              <a:spLocks noChangeShapeType="1"/>
            </p:cNvSpPr>
            <p:nvPr/>
          </p:nvSpPr>
          <p:spPr bwMode="ltGray">
            <a:xfrm flipH="1">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grpSp>
      <p:grpSp>
        <p:nvGrpSpPr>
          <p:cNvPr id="561" name="Group 246">
            <a:extLst>
              <a:ext uri="{FF2B5EF4-FFF2-40B4-BE49-F238E27FC236}">
                <a16:creationId xmlns:a16="http://schemas.microsoft.com/office/drawing/2014/main" id="{37FA9AE5-6FF7-476C-B442-2B1212D1F6AE}"/>
              </a:ext>
            </a:extLst>
          </p:cNvPr>
          <p:cNvGrpSpPr>
            <a:grpSpLocks/>
          </p:cNvGrpSpPr>
          <p:nvPr/>
        </p:nvGrpSpPr>
        <p:grpSpPr bwMode="auto">
          <a:xfrm>
            <a:off x="5873262" y="5609358"/>
            <a:ext cx="609600" cy="533400"/>
            <a:chOff x="960" y="720"/>
            <a:chExt cx="384" cy="336"/>
          </a:xfrm>
        </p:grpSpPr>
        <p:sp>
          <p:nvSpPr>
            <p:cNvPr id="562" name="Line 247">
              <a:extLst>
                <a:ext uri="{FF2B5EF4-FFF2-40B4-BE49-F238E27FC236}">
                  <a16:creationId xmlns:a16="http://schemas.microsoft.com/office/drawing/2014/main" id="{0F9D3F56-CF7D-4DEC-BCEB-F71503022004}"/>
                </a:ext>
              </a:extLst>
            </p:cNvPr>
            <p:cNvSpPr>
              <a:spLocks noChangeShapeType="1"/>
            </p:cNvSpPr>
            <p:nvPr/>
          </p:nvSpPr>
          <p:spPr bwMode="ltGray">
            <a:xfrm>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sp>
          <p:nvSpPr>
            <p:cNvPr id="563" name="Line 248">
              <a:extLst>
                <a:ext uri="{FF2B5EF4-FFF2-40B4-BE49-F238E27FC236}">
                  <a16:creationId xmlns:a16="http://schemas.microsoft.com/office/drawing/2014/main" id="{8876E049-2C0C-47F4-8DF9-977E2A3310AC}"/>
                </a:ext>
              </a:extLst>
            </p:cNvPr>
            <p:cNvSpPr>
              <a:spLocks noChangeShapeType="1"/>
            </p:cNvSpPr>
            <p:nvPr/>
          </p:nvSpPr>
          <p:spPr bwMode="ltGray">
            <a:xfrm flipH="1">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grpSp>
      <p:grpSp>
        <p:nvGrpSpPr>
          <p:cNvPr id="564" name="Group 249">
            <a:extLst>
              <a:ext uri="{FF2B5EF4-FFF2-40B4-BE49-F238E27FC236}">
                <a16:creationId xmlns:a16="http://schemas.microsoft.com/office/drawing/2014/main" id="{87818D94-D861-42B1-9356-4802C1B6C5E7}"/>
              </a:ext>
            </a:extLst>
          </p:cNvPr>
          <p:cNvGrpSpPr>
            <a:grpSpLocks/>
          </p:cNvGrpSpPr>
          <p:nvPr/>
        </p:nvGrpSpPr>
        <p:grpSpPr bwMode="auto">
          <a:xfrm>
            <a:off x="7092462" y="5609358"/>
            <a:ext cx="609600" cy="533400"/>
            <a:chOff x="960" y="720"/>
            <a:chExt cx="384" cy="336"/>
          </a:xfrm>
        </p:grpSpPr>
        <p:sp>
          <p:nvSpPr>
            <p:cNvPr id="565" name="Line 250">
              <a:extLst>
                <a:ext uri="{FF2B5EF4-FFF2-40B4-BE49-F238E27FC236}">
                  <a16:creationId xmlns:a16="http://schemas.microsoft.com/office/drawing/2014/main" id="{2D18A3E4-2D0D-4488-A9D7-4AEDE4A3BBCB}"/>
                </a:ext>
              </a:extLst>
            </p:cNvPr>
            <p:cNvSpPr>
              <a:spLocks noChangeShapeType="1"/>
            </p:cNvSpPr>
            <p:nvPr/>
          </p:nvSpPr>
          <p:spPr bwMode="ltGray">
            <a:xfrm>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sp>
          <p:nvSpPr>
            <p:cNvPr id="566" name="Line 251">
              <a:extLst>
                <a:ext uri="{FF2B5EF4-FFF2-40B4-BE49-F238E27FC236}">
                  <a16:creationId xmlns:a16="http://schemas.microsoft.com/office/drawing/2014/main" id="{CF4E0D44-BB8E-4983-AAEA-A09F7CCCF66A}"/>
                </a:ext>
              </a:extLst>
            </p:cNvPr>
            <p:cNvSpPr>
              <a:spLocks noChangeShapeType="1"/>
            </p:cNvSpPr>
            <p:nvPr/>
          </p:nvSpPr>
          <p:spPr bwMode="ltGray">
            <a:xfrm flipH="1">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grpSp>
      <p:grpSp>
        <p:nvGrpSpPr>
          <p:cNvPr id="567" name="Group 252">
            <a:extLst>
              <a:ext uri="{FF2B5EF4-FFF2-40B4-BE49-F238E27FC236}">
                <a16:creationId xmlns:a16="http://schemas.microsoft.com/office/drawing/2014/main" id="{B490C83B-B0E7-482F-BC73-907C9780DB8C}"/>
              </a:ext>
            </a:extLst>
          </p:cNvPr>
          <p:cNvGrpSpPr>
            <a:grpSpLocks/>
          </p:cNvGrpSpPr>
          <p:nvPr/>
        </p:nvGrpSpPr>
        <p:grpSpPr bwMode="auto">
          <a:xfrm>
            <a:off x="8311662" y="5609358"/>
            <a:ext cx="609600" cy="533400"/>
            <a:chOff x="960" y="720"/>
            <a:chExt cx="384" cy="336"/>
          </a:xfrm>
        </p:grpSpPr>
        <p:sp>
          <p:nvSpPr>
            <p:cNvPr id="568" name="Line 253">
              <a:extLst>
                <a:ext uri="{FF2B5EF4-FFF2-40B4-BE49-F238E27FC236}">
                  <a16:creationId xmlns:a16="http://schemas.microsoft.com/office/drawing/2014/main" id="{3C27144A-E494-4E7D-852F-72864B3A1EF8}"/>
                </a:ext>
              </a:extLst>
            </p:cNvPr>
            <p:cNvSpPr>
              <a:spLocks noChangeShapeType="1"/>
            </p:cNvSpPr>
            <p:nvPr/>
          </p:nvSpPr>
          <p:spPr bwMode="ltGray">
            <a:xfrm>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sp>
          <p:nvSpPr>
            <p:cNvPr id="569" name="Line 254">
              <a:extLst>
                <a:ext uri="{FF2B5EF4-FFF2-40B4-BE49-F238E27FC236}">
                  <a16:creationId xmlns:a16="http://schemas.microsoft.com/office/drawing/2014/main" id="{A88B603E-6A23-4516-8601-056BDAB6D9B6}"/>
                </a:ext>
              </a:extLst>
            </p:cNvPr>
            <p:cNvSpPr>
              <a:spLocks noChangeShapeType="1"/>
            </p:cNvSpPr>
            <p:nvPr/>
          </p:nvSpPr>
          <p:spPr bwMode="ltGray">
            <a:xfrm flipH="1">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grpSp>
      <p:grpSp>
        <p:nvGrpSpPr>
          <p:cNvPr id="570" name="Group 255">
            <a:extLst>
              <a:ext uri="{FF2B5EF4-FFF2-40B4-BE49-F238E27FC236}">
                <a16:creationId xmlns:a16="http://schemas.microsoft.com/office/drawing/2014/main" id="{3F25F33F-A95A-4843-B324-ED7B40305835}"/>
              </a:ext>
            </a:extLst>
          </p:cNvPr>
          <p:cNvGrpSpPr>
            <a:grpSpLocks/>
          </p:cNvGrpSpPr>
          <p:nvPr/>
        </p:nvGrpSpPr>
        <p:grpSpPr bwMode="auto">
          <a:xfrm>
            <a:off x="9530862" y="5609358"/>
            <a:ext cx="609600" cy="533400"/>
            <a:chOff x="960" y="720"/>
            <a:chExt cx="384" cy="336"/>
          </a:xfrm>
        </p:grpSpPr>
        <p:sp>
          <p:nvSpPr>
            <p:cNvPr id="571" name="Line 256">
              <a:extLst>
                <a:ext uri="{FF2B5EF4-FFF2-40B4-BE49-F238E27FC236}">
                  <a16:creationId xmlns:a16="http://schemas.microsoft.com/office/drawing/2014/main" id="{DF2976AC-DC19-4267-848C-08C886D56BDB}"/>
                </a:ext>
              </a:extLst>
            </p:cNvPr>
            <p:cNvSpPr>
              <a:spLocks noChangeShapeType="1"/>
            </p:cNvSpPr>
            <p:nvPr/>
          </p:nvSpPr>
          <p:spPr bwMode="ltGray">
            <a:xfrm>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sp>
          <p:nvSpPr>
            <p:cNvPr id="572" name="Line 257">
              <a:extLst>
                <a:ext uri="{FF2B5EF4-FFF2-40B4-BE49-F238E27FC236}">
                  <a16:creationId xmlns:a16="http://schemas.microsoft.com/office/drawing/2014/main" id="{1AEC7754-05CA-484D-B52F-B39A1C62AD0C}"/>
                </a:ext>
              </a:extLst>
            </p:cNvPr>
            <p:cNvSpPr>
              <a:spLocks noChangeShapeType="1"/>
            </p:cNvSpPr>
            <p:nvPr/>
          </p:nvSpPr>
          <p:spPr bwMode="ltGray">
            <a:xfrm flipH="1">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grpSp>
      <p:grpSp>
        <p:nvGrpSpPr>
          <p:cNvPr id="573" name="Group 258">
            <a:extLst>
              <a:ext uri="{FF2B5EF4-FFF2-40B4-BE49-F238E27FC236}">
                <a16:creationId xmlns:a16="http://schemas.microsoft.com/office/drawing/2014/main" id="{C6F9EE7D-1746-42A8-ABE8-6AF82E552018}"/>
              </a:ext>
            </a:extLst>
          </p:cNvPr>
          <p:cNvGrpSpPr>
            <a:grpSpLocks/>
          </p:cNvGrpSpPr>
          <p:nvPr/>
        </p:nvGrpSpPr>
        <p:grpSpPr bwMode="auto">
          <a:xfrm>
            <a:off x="10750062" y="5609358"/>
            <a:ext cx="609600" cy="533400"/>
            <a:chOff x="960" y="720"/>
            <a:chExt cx="384" cy="336"/>
          </a:xfrm>
        </p:grpSpPr>
        <p:sp>
          <p:nvSpPr>
            <p:cNvPr id="574" name="Line 259">
              <a:extLst>
                <a:ext uri="{FF2B5EF4-FFF2-40B4-BE49-F238E27FC236}">
                  <a16:creationId xmlns:a16="http://schemas.microsoft.com/office/drawing/2014/main" id="{65F0D640-B53C-4E6C-9E30-92362C981F71}"/>
                </a:ext>
              </a:extLst>
            </p:cNvPr>
            <p:cNvSpPr>
              <a:spLocks noChangeShapeType="1"/>
            </p:cNvSpPr>
            <p:nvPr/>
          </p:nvSpPr>
          <p:spPr bwMode="ltGray">
            <a:xfrm>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sp>
          <p:nvSpPr>
            <p:cNvPr id="575" name="Line 260">
              <a:extLst>
                <a:ext uri="{FF2B5EF4-FFF2-40B4-BE49-F238E27FC236}">
                  <a16:creationId xmlns:a16="http://schemas.microsoft.com/office/drawing/2014/main" id="{872CA7FF-6C40-4ED4-887E-2EBD1D1B4A34}"/>
                </a:ext>
              </a:extLst>
            </p:cNvPr>
            <p:cNvSpPr>
              <a:spLocks noChangeShapeType="1"/>
            </p:cNvSpPr>
            <p:nvPr/>
          </p:nvSpPr>
          <p:spPr bwMode="ltGray">
            <a:xfrm flipH="1">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grpSp>
      <p:grpSp>
        <p:nvGrpSpPr>
          <p:cNvPr id="576" name="Group 261">
            <a:extLst>
              <a:ext uri="{FF2B5EF4-FFF2-40B4-BE49-F238E27FC236}">
                <a16:creationId xmlns:a16="http://schemas.microsoft.com/office/drawing/2014/main" id="{C285CD2B-63E7-444E-BF24-4102E33AE7C0}"/>
              </a:ext>
            </a:extLst>
          </p:cNvPr>
          <p:cNvGrpSpPr>
            <a:grpSpLocks/>
          </p:cNvGrpSpPr>
          <p:nvPr/>
        </p:nvGrpSpPr>
        <p:grpSpPr bwMode="auto">
          <a:xfrm>
            <a:off x="5873262" y="6066558"/>
            <a:ext cx="609600" cy="533400"/>
            <a:chOff x="960" y="720"/>
            <a:chExt cx="384" cy="336"/>
          </a:xfrm>
        </p:grpSpPr>
        <p:sp>
          <p:nvSpPr>
            <p:cNvPr id="577" name="Line 262">
              <a:extLst>
                <a:ext uri="{FF2B5EF4-FFF2-40B4-BE49-F238E27FC236}">
                  <a16:creationId xmlns:a16="http://schemas.microsoft.com/office/drawing/2014/main" id="{5FE00776-F0FD-4DBB-B262-A47CEE861312}"/>
                </a:ext>
              </a:extLst>
            </p:cNvPr>
            <p:cNvSpPr>
              <a:spLocks noChangeShapeType="1"/>
            </p:cNvSpPr>
            <p:nvPr/>
          </p:nvSpPr>
          <p:spPr bwMode="ltGray">
            <a:xfrm>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sp>
          <p:nvSpPr>
            <p:cNvPr id="578" name="Line 263">
              <a:extLst>
                <a:ext uri="{FF2B5EF4-FFF2-40B4-BE49-F238E27FC236}">
                  <a16:creationId xmlns:a16="http://schemas.microsoft.com/office/drawing/2014/main" id="{BFD7D217-11E5-4835-BD15-A4239DC50D2F}"/>
                </a:ext>
              </a:extLst>
            </p:cNvPr>
            <p:cNvSpPr>
              <a:spLocks noChangeShapeType="1"/>
            </p:cNvSpPr>
            <p:nvPr/>
          </p:nvSpPr>
          <p:spPr bwMode="ltGray">
            <a:xfrm flipH="1">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grpSp>
      <p:grpSp>
        <p:nvGrpSpPr>
          <p:cNvPr id="579" name="Group 264">
            <a:extLst>
              <a:ext uri="{FF2B5EF4-FFF2-40B4-BE49-F238E27FC236}">
                <a16:creationId xmlns:a16="http://schemas.microsoft.com/office/drawing/2014/main" id="{6ED7FD10-8057-4CD3-9B99-CDBF0C39137D}"/>
              </a:ext>
            </a:extLst>
          </p:cNvPr>
          <p:cNvGrpSpPr>
            <a:grpSpLocks/>
          </p:cNvGrpSpPr>
          <p:nvPr/>
        </p:nvGrpSpPr>
        <p:grpSpPr bwMode="auto">
          <a:xfrm>
            <a:off x="7092462" y="6066558"/>
            <a:ext cx="609600" cy="533400"/>
            <a:chOff x="960" y="720"/>
            <a:chExt cx="384" cy="336"/>
          </a:xfrm>
        </p:grpSpPr>
        <p:sp>
          <p:nvSpPr>
            <p:cNvPr id="580" name="Line 265">
              <a:extLst>
                <a:ext uri="{FF2B5EF4-FFF2-40B4-BE49-F238E27FC236}">
                  <a16:creationId xmlns:a16="http://schemas.microsoft.com/office/drawing/2014/main" id="{751CCA86-CA6C-4236-9516-70A1D75070D7}"/>
                </a:ext>
              </a:extLst>
            </p:cNvPr>
            <p:cNvSpPr>
              <a:spLocks noChangeShapeType="1"/>
            </p:cNvSpPr>
            <p:nvPr/>
          </p:nvSpPr>
          <p:spPr bwMode="ltGray">
            <a:xfrm>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sp>
          <p:nvSpPr>
            <p:cNvPr id="581" name="Line 266">
              <a:extLst>
                <a:ext uri="{FF2B5EF4-FFF2-40B4-BE49-F238E27FC236}">
                  <a16:creationId xmlns:a16="http://schemas.microsoft.com/office/drawing/2014/main" id="{FFDEF97E-D127-472E-AFBA-21377118836B}"/>
                </a:ext>
              </a:extLst>
            </p:cNvPr>
            <p:cNvSpPr>
              <a:spLocks noChangeShapeType="1"/>
            </p:cNvSpPr>
            <p:nvPr/>
          </p:nvSpPr>
          <p:spPr bwMode="ltGray">
            <a:xfrm flipH="1">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grpSp>
      <p:grpSp>
        <p:nvGrpSpPr>
          <p:cNvPr id="582" name="Group 267">
            <a:extLst>
              <a:ext uri="{FF2B5EF4-FFF2-40B4-BE49-F238E27FC236}">
                <a16:creationId xmlns:a16="http://schemas.microsoft.com/office/drawing/2014/main" id="{AE053295-E944-4337-98FA-AECD26CAC12E}"/>
              </a:ext>
            </a:extLst>
          </p:cNvPr>
          <p:cNvGrpSpPr>
            <a:grpSpLocks/>
          </p:cNvGrpSpPr>
          <p:nvPr/>
        </p:nvGrpSpPr>
        <p:grpSpPr bwMode="auto">
          <a:xfrm>
            <a:off x="8311662" y="6066558"/>
            <a:ext cx="609600" cy="533400"/>
            <a:chOff x="960" y="720"/>
            <a:chExt cx="384" cy="336"/>
          </a:xfrm>
        </p:grpSpPr>
        <p:sp>
          <p:nvSpPr>
            <p:cNvPr id="583" name="Line 268">
              <a:extLst>
                <a:ext uri="{FF2B5EF4-FFF2-40B4-BE49-F238E27FC236}">
                  <a16:creationId xmlns:a16="http://schemas.microsoft.com/office/drawing/2014/main" id="{733A08C2-BC77-4300-9579-4C337C115CC1}"/>
                </a:ext>
              </a:extLst>
            </p:cNvPr>
            <p:cNvSpPr>
              <a:spLocks noChangeShapeType="1"/>
            </p:cNvSpPr>
            <p:nvPr/>
          </p:nvSpPr>
          <p:spPr bwMode="ltGray">
            <a:xfrm>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sp>
          <p:nvSpPr>
            <p:cNvPr id="584" name="Line 269">
              <a:extLst>
                <a:ext uri="{FF2B5EF4-FFF2-40B4-BE49-F238E27FC236}">
                  <a16:creationId xmlns:a16="http://schemas.microsoft.com/office/drawing/2014/main" id="{9F453314-6731-4A66-9DDE-EFAD3FE941B3}"/>
                </a:ext>
              </a:extLst>
            </p:cNvPr>
            <p:cNvSpPr>
              <a:spLocks noChangeShapeType="1"/>
            </p:cNvSpPr>
            <p:nvPr/>
          </p:nvSpPr>
          <p:spPr bwMode="ltGray">
            <a:xfrm flipH="1">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grpSp>
      <p:grpSp>
        <p:nvGrpSpPr>
          <p:cNvPr id="585" name="Group 270">
            <a:extLst>
              <a:ext uri="{FF2B5EF4-FFF2-40B4-BE49-F238E27FC236}">
                <a16:creationId xmlns:a16="http://schemas.microsoft.com/office/drawing/2014/main" id="{C7154E1B-817E-4834-911C-A3B6BF8AD4AC}"/>
              </a:ext>
            </a:extLst>
          </p:cNvPr>
          <p:cNvGrpSpPr>
            <a:grpSpLocks/>
          </p:cNvGrpSpPr>
          <p:nvPr/>
        </p:nvGrpSpPr>
        <p:grpSpPr bwMode="auto">
          <a:xfrm>
            <a:off x="9530862" y="6066558"/>
            <a:ext cx="609600" cy="533400"/>
            <a:chOff x="960" y="720"/>
            <a:chExt cx="384" cy="336"/>
          </a:xfrm>
        </p:grpSpPr>
        <p:sp>
          <p:nvSpPr>
            <p:cNvPr id="586" name="Line 271">
              <a:extLst>
                <a:ext uri="{FF2B5EF4-FFF2-40B4-BE49-F238E27FC236}">
                  <a16:creationId xmlns:a16="http://schemas.microsoft.com/office/drawing/2014/main" id="{69AABF93-B2EA-49E9-B859-BA6206202F36}"/>
                </a:ext>
              </a:extLst>
            </p:cNvPr>
            <p:cNvSpPr>
              <a:spLocks noChangeShapeType="1"/>
            </p:cNvSpPr>
            <p:nvPr/>
          </p:nvSpPr>
          <p:spPr bwMode="ltGray">
            <a:xfrm>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sp>
          <p:nvSpPr>
            <p:cNvPr id="587" name="Line 272">
              <a:extLst>
                <a:ext uri="{FF2B5EF4-FFF2-40B4-BE49-F238E27FC236}">
                  <a16:creationId xmlns:a16="http://schemas.microsoft.com/office/drawing/2014/main" id="{6EFFD938-F242-42E3-AC64-27656CABA290}"/>
                </a:ext>
              </a:extLst>
            </p:cNvPr>
            <p:cNvSpPr>
              <a:spLocks noChangeShapeType="1"/>
            </p:cNvSpPr>
            <p:nvPr/>
          </p:nvSpPr>
          <p:spPr bwMode="ltGray">
            <a:xfrm flipH="1">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grpSp>
      <p:grpSp>
        <p:nvGrpSpPr>
          <p:cNvPr id="588" name="Group 273">
            <a:extLst>
              <a:ext uri="{FF2B5EF4-FFF2-40B4-BE49-F238E27FC236}">
                <a16:creationId xmlns:a16="http://schemas.microsoft.com/office/drawing/2014/main" id="{7F811532-B12D-4B03-B871-B5938D4F539E}"/>
              </a:ext>
            </a:extLst>
          </p:cNvPr>
          <p:cNvGrpSpPr>
            <a:grpSpLocks/>
          </p:cNvGrpSpPr>
          <p:nvPr/>
        </p:nvGrpSpPr>
        <p:grpSpPr bwMode="auto">
          <a:xfrm>
            <a:off x="10750062" y="6066558"/>
            <a:ext cx="609600" cy="533400"/>
            <a:chOff x="960" y="720"/>
            <a:chExt cx="384" cy="336"/>
          </a:xfrm>
        </p:grpSpPr>
        <p:sp>
          <p:nvSpPr>
            <p:cNvPr id="589" name="Line 274">
              <a:extLst>
                <a:ext uri="{FF2B5EF4-FFF2-40B4-BE49-F238E27FC236}">
                  <a16:creationId xmlns:a16="http://schemas.microsoft.com/office/drawing/2014/main" id="{14C2CB81-E6C4-4DE3-B6BC-46AEEC62D5B3}"/>
                </a:ext>
              </a:extLst>
            </p:cNvPr>
            <p:cNvSpPr>
              <a:spLocks noChangeShapeType="1"/>
            </p:cNvSpPr>
            <p:nvPr/>
          </p:nvSpPr>
          <p:spPr bwMode="ltGray">
            <a:xfrm>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sp>
          <p:nvSpPr>
            <p:cNvPr id="590" name="Line 275">
              <a:extLst>
                <a:ext uri="{FF2B5EF4-FFF2-40B4-BE49-F238E27FC236}">
                  <a16:creationId xmlns:a16="http://schemas.microsoft.com/office/drawing/2014/main" id="{27FD9D20-5FE0-4C8C-8475-580DD04C3240}"/>
                </a:ext>
              </a:extLst>
            </p:cNvPr>
            <p:cNvSpPr>
              <a:spLocks noChangeShapeType="1"/>
            </p:cNvSpPr>
            <p:nvPr/>
          </p:nvSpPr>
          <p:spPr bwMode="ltGray">
            <a:xfrm flipH="1">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grpSp>
      <p:grpSp>
        <p:nvGrpSpPr>
          <p:cNvPr id="591" name="Group 276">
            <a:extLst>
              <a:ext uri="{FF2B5EF4-FFF2-40B4-BE49-F238E27FC236}">
                <a16:creationId xmlns:a16="http://schemas.microsoft.com/office/drawing/2014/main" id="{37306484-C730-466C-8A31-F7CA70F92EED}"/>
              </a:ext>
            </a:extLst>
          </p:cNvPr>
          <p:cNvGrpSpPr>
            <a:grpSpLocks/>
          </p:cNvGrpSpPr>
          <p:nvPr/>
        </p:nvGrpSpPr>
        <p:grpSpPr bwMode="auto">
          <a:xfrm>
            <a:off x="10140462" y="1418358"/>
            <a:ext cx="609600" cy="533400"/>
            <a:chOff x="960" y="720"/>
            <a:chExt cx="384" cy="336"/>
          </a:xfrm>
        </p:grpSpPr>
        <p:sp>
          <p:nvSpPr>
            <p:cNvPr id="592" name="Line 277">
              <a:extLst>
                <a:ext uri="{FF2B5EF4-FFF2-40B4-BE49-F238E27FC236}">
                  <a16:creationId xmlns:a16="http://schemas.microsoft.com/office/drawing/2014/main" id="{61BC1462-FF3E-4454-BC6E-7A5BAE78A3EC}"/>
                </a:ext>
              </a:extLst>
            </p:cNvPr>
            <p:cNvSpPr>
              <a:spLocks noChangeShapeType="1"/>
            </p:cNvSpPr>
            <p:nvPr/>
          </p:nvSpPr>
          <p:spPr bwMode="ltGray">
            <a:xfrm>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sp>
          <p:nvSpPr>
            <p:cNvPr id="593" name="Line 278">
              <a:extLst>
                <a:ext uri="{FF2B5EF4-FFF2-40B4-BE49-F238E27FC236}">
                  <a16:creationId xmlns:a16="http://schemas.microsoft.com/office/drawing/2014/main" id="{94ED3F6C-6F3E-4888-8333-98188370E155}"/>
                </a:ext>
              </a:extLst>
            </p:cNvPr>
            <p:cNvSpPr>
              <a:spLocks noChangeShapeType="1"/>
            </p:cNvSpPr>
            <p:nvPr/>
          </p:nvSpPr>
          <p:spPr bwMode="ltGray">
            <a:xfrm flipH="1">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grpSp>
      <p:grpSp>
        <p:nvGrpSpPr>
          <p:cNvPr id="594" name="Group 279">
            <a:extLst>
              <a:ext uri="{FF2B5EF4-FFF2-40B4-BE49-F238E27FC236}">
                <a16:creationId xmlns:a16="http://schemas.microsoft.com/office/drawing/2014/main" id="{C93FAC7E-7027-47B9-B418-C5870EE77DC1}"/>
              </a:ext>
            </a:extLst>
          </p:cNvPr>
          <p:cNvGrpSpPr>
            <a:grpSpLocks/>
          </p:cNvGrpSpPr>
          <p:nvPr/>
        </p:nvGrpSpPr>
        <p:grpSpPr bwMode="auto">
          <a:xfrm>
            <a:off x="7702062" y="1951758"/>
            <a:ext cx="609600" cy="533400"/>
            <a:chOff x="960" y="720"/>
            <a:chExt cx="384" cy="336"/>
          </a:xfrm>
        </p:grpSpPr>
        <p:sp>
          <p:nvSpPr>
            <p:cNvPr id="595" name="Line 280">
              <a:extLst>
                <a:ext uri="{FF2B5EF4-FFF2-40B4-BE49-F238E27FC236}">
                  <a16:creationId xmlns:a16="http://schemas.microsoft.com/office/drawing/2014/main" id="{82324B0C-EE0F-42BF-A049-4B71A17BAA21}"/>
                </a:ext>
              </a:extLst>
            </p:cNvPr>
            <p:cNvSpPr>
              <a:spLocks noChangeShapeType="1"/>
            </p:cNvSpPr>
            <p:nvPr/>
          </p:nvSpPr>
          <p:spPr bwMode="ltGray">
            <a:xfrm>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sp>
          <p:nvSpPr>
            <p:cNvPr id="596" name="Line 281">
              <a:extLst>
                <a:ext uri="{FF2B5EF4-FFF2-40B4-BE49-F238E27FC236}">
                  <a16:creationId xmlns:a16="http://schemas.microsoft.com/office/drawing/2014/main" id="{F941C392-6507-4283-854E-0F4A9B41D274}"/>
                </a:ext>
              </a:extLst>
            </p:cNvPr>
            <p:cNvSpPr>
              <a:spLocks noChangeShapeType="1"/>
            </p:cNvSpPr>
            <p:nvPr/>
          </p:nvSpPr>
          <p:spPr bwMode="ltGray">
            <a:xfrm flipH="1">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grpSp>
      <p:grpSp>
        <p:nvGrpSpPr>
          <p:cNvPr id="597" name="Group 282">
            <a:extLst>
              <a:ext uri="{FF2B5EF4-FFF2-40B4-BE49-F238E27FC236}">
                <a16:creationId xmlns:a16="http://schemas.microsoft.com/office/drawing/2014/main" id="{39AE6F04-B15E-4EAD-9AEA-34FCE910B23D}"/>
              </a:ext>
            </a:extLst>
          </p:cNvPr>
          <p:cNvGrpSpPr>
            <a:grpSpLocks/>
          </p:cNvGrpSpPr>
          <p:nvPr/>
        </p:nvGrpSpPr>
        <p:grpSpPr bwMode="auto">
          <a:xfrm>
            <a:off x="5263662" y="2485158"/>
            <a:ext cx="609600" cy="533400"/>
            <a:chOff x="960" y="720"/>
            <a:chExt cx="384" cy="336"/>
          </a:xfrm>
        </p:grpSpPr>
        <p:sp>
          <p:nvSpPr>
            <p:cNvPr id="598" name="Line 283">
              <a:extLst>
                <a:ext uri="{FF2B5EF4-FFF2-40B4-BE49-F238E27FC236}">
                  <a16:creationId xmlns:a16="http://schemas.microsoft.com/office/drawing/2014/main" id="{AF0EA183-037B-4EC1-915A-197982438773}"/>
                </a:ext>
              </a:extLst>
            </p:cNvPr>
            <p:cNvSpPr>
              <a:spLocks noChangeShapeType="1"/>
            </p:cNvSpPr>
            <p:nvPr/>
          </p:nvSpPr>
          <p:spPr bwMode="ltGray">
            <a:xfrm>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sp>
          <p:nvSpPr>
            <p:cNvPr id="599" name="Line 284">
              <a:extLst>
                <a:ext uri="{FF2B5EF4-FFF2-40B4-BE49-F238E27FC236}">
                  <a16:creationId xmlns:a16="http://schemas.microsoft.com/office/drawing/2014/main" id="{9FAFADC8-42BB-430D-90C8-70DDEAF5338D}"/>
                </a:ext>
              </a:extLst>
            </p:cNvPr>
            <p:cNvSpPr>
              <a:spLocks noChangeShapeType="1"/>
            </p:cNvSpPr>
            <p:nvPr/>
          </p:nvSpPr>
          <p:spPr bwMode="ltGray">
            <a:xfrm flipH="1">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grpSp>
      <p:grpSp>
        <p:nvGrpSpPr>
          <p:cNvPr id="600" name="Group 285">
            <a:extLst>
              <a:ext uri="{FF2B5EF4-FFF2-40B4-BE49-F238E27FC236}">
                <a16:creationId xmlns:a16="http://schemas.microsoft.com/office/drawing/2014/main" id="{79CE2D96-7E62-4FEA-BED8-5651D2FF196F}"/>
              </a:ext>
            </a:extLst>
          </p:cNvPr>
          <p:cNvGrpSpPr>
            <a:grpSpLocks/>
          </p:cNvGrpSpPr>
          <p:nvPr/>
        </p:nvGrpSpPr>
        <p:grpSpPr bwMode="auto">
          <a:xfrm>
            <a:off x="8921262" y="2485158"/>
            <a:ext cx="609600" cy="533400"/>
            <a:chOff x="960" y="720"/>
            <a:chExt cx="384" cy="336"/>
          </a:xfrm>
        </p:grpSpPr>
        <p:sp>
          <p:nvSpPr>
            <p:cNvPr id="601" name="Line 286">
              <a:extLst>
                <a:ext uri="{FF2B5EF4-FFF2-40B4-BE49-F238E27FC236}">
                  <a16:creationId xmlns:a16="http://schemas.microsoft.com/office/drawing/2014/main" id="{600FA6F9-9905-4DD6-8515-22DFD416818C}"/>
                </a:ext>
              </a:extLst>
            </p:cNvPr>
            <p:cNvSpPr>
              <a:spLocks noChangeShapeType="1"/>
            </p:cNvSpPr>
            <p:nvPr/>
          </p:nvSpPr>
          <p:spPr bwMode="ltGray">
            <a:xfrm>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sp>
          <p:nvSpPr>
            <p:cNvPr id="602" name="Line 287">
              <a:extLst>
                <a:ext uri="{FF2B5EF4-FFF2-40B4-BE49-F238E27FC236}">
                  <a16:creationId xmlns:a16="http://schemas.microsoft.com/office/drawing/2014/main" id="{BD1B79CA-4A06-48EB-8085-F916F3B9E505}"/>
                </a:ext>
              </a:extLst>
            </p:cNvPr>
            <p:cNvSpPr>
              <a:spLocks noChangeShapeType="1"/>
            </p:cNvSpPr>
            <p:nvPr/>
          </p:nvSpPr>
          <p:spPr bwMode="ltGray">
            <a:xfrm flipH="1">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grpSp>
      <p:grpSp>
        <p:nvGrpSpPr>
          <p:cNvPr id="603" name="Group 288">
            <a:extLst>
              <a:ext uri="{FF2B5EF4-FFF2-40B4-BE49-F238E27FC236}">
                <a16:creationId xmlns:a16="http://schemas.microsoft.com/office/drawing/2014/main" id="{49A859DA-6EA2-4548-9011-A1A4F5E45095}"/>
              </a:ext>
            </a:extLst>
          </p:cNvPr>
          <p:cNvGrpSpPr>
            <a:grpSpLocks/>
          </p:cNvGrpSpPr>
          <p:nvPr/>
        </p:nvGrpSpPr>
        <p:grpSpPr bwMode="auto">
          <a:xfrm>
            <a:off x="6482862" y="3018558"/>
            <a:ext cx="609600" cy="533400"/>
            <a:chOff x="960" y="720"/>
            <a:chExt cx="384" cy="336"/>
          </a:xfrm>
        </p:grpSpPr>
        <p:sp>
          <p:nvSpPr>
            <p:cNvPr id="604" name="Line 289">
              <a:extLst>
                <a:ext uri="{FF2B5EF4-FFF2-40B4-BE49-F238E27FC236}">
                  <a16:creationId xmlns:a16="http://schemas.microsoft.com/office/drawing/2014/main" id="{782946F9-6A60-461E-9208-F72EB489D862}"/>
                </a:ext>
              </a:extLst>
            </p:cNvPr>
            <p:cNvSpPr>
              <a:spLocks noChangeShapeType="1"/>
            </p:cNvSpPr>
            <p:nvPr/>
          </p:nvSpPr>
          <p:spPr bwMode="ltGray">
            <a:xfrm>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sp>
          <p:nvSpPr>
            <p:cNvPr id="605" name="Line 290">
              <a:extLst>
                <a:ext uri="{FF2B5EF4-FFF2-40B4-BE49-F238E27FC236}">
                  <a16:creationId xmlns:a16="http://schemas.microsoft.com/office/drawing/2014/main" id="{838221C6-4308-4035-9613-C32FCED82E45}"/>
                </a:ext>
              </a:extLst>
            </p:cNvPr>
            <p:cNvSpPr>
              <a:spLocks noChangeShapeType="1"/>
            </p:cNvSpPr>
            <p:nvPr/>
          </p:nvSpPr>
          <p:spPr bwMode="ltGray">
            <a:xfrm flipH="1">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grpSp>
      <p:grpSp>
        <p:nvGrpSpPr>
          <p:cNvPr id="606" name="Group 291">
            <a:extLst>
              <a:ext uri="{FF2B5EF4-FFF2-40B4-BE49-F238E27FC236}">
                <a16:creationId xmlns:a16="http://schemas.microsoft.com/office/drawing/2014/main" id="{58693104-6EDA-4B28-BD84-7EAA7F6EBAAE}"/>
              </a:ext>
            </a:extLst>
          </p:cNvPr>
          <p:cNvGrpSpPr>
            <a:grpSpLocks/>
          </p:cNvGrpSpPr>
          <p:nvPr/>
        </p:nvGrpSpPr>
        <p:grpSpPr bwMode="auto">
          <a:xfrm>
            <a:off x="10140462" y="3018558"/>
            <a:ext cx="609600" cy="533400"/>
            <a:chOff x="960" y="720"/>
            <a:chExt cx="384" cy="336"/>
          </a:xfrm>
        </p:grpSpPr>
        <p:sp>
          <p:nvSpPr>
            <p:cNvPr id="607" name="Line 292">
              <a:extLst>
                <a:ext uri="{FF2B5EF4-FFF2-40B4-BE49-F238E27FC236}">
                  <a16:creationId xmlns:a16="http://schemas.microsoft.com/office/drawing/2014/main" id="{7D5FD34B-2168-4F10-9653-57ED9CF37CC6}"/>
                </a:ext>
              </a:extLst>
            </p:cNvPr>
            <p:cNvSpPr>
              <a:spLocks noChangeShapeType="1"/>
            </p:cNvSpPr>
            <p:nvPr/>
          </p:nvSpPr>
          <p:spPr bwMode="ltGray">
            <a:xfrm>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sp>
          <p:nvSpPr>
            <p:cNvPr id="608" name="Line 293">
              <a:extLst>
                <a:ext uri="{FF2B5EF4-FFF2-40B4-BE49-F238E27FC236}">
                  <a16:creationId xmlns:a16="http://schemas.microsoft.com/office/drawing/2014/main" id="{4C6D3441-7A3A-4F63-9C2A-05AB171A37F9}"/>
                </a:ext>
              </a:extLst>
            </p:cNvPr>
            <p:cNvSpPr>
              <a:spLocks noChangeShapeType="1"/>
            </p:cNvSpPr>
            <p:nvPr/>
          </p:nvSpPr>
          <p:spPr bwMode="ltGray">
            <a:xfrm flipH="1">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grpSp>
      <p:grpSp>
        <p:nvGrpSpPr>
          <p:cNvPr id="609" name="Group 294">
            <a:extLst>
              <a:ext uri="{FF2B5EF4-FFF2-40B4-BE49-F238E27FC236}">
                <a16:creationId xmlns:a16="http://schemas.microsoft.com/office/drawing/2014/main" id="{30AFDE40-9879-4117-A5F7-AC988A0BC0D6}"/>
              </a:ext>
            </a:extLst>
          </p:cNvPr>
          <p:cNvGrpSpPr>
            <a:grpSpLocks/>
          </p:cNvGrpSpPr>
          <p:nvPr/>
        </p:nvGrpSpPr>
        <p:grpSpPr bwMode="auto">
          <a:xfrm>
            <a:off x="7702062" y="3475758"/>
            <a:ext cx="609600" cy="533400"/>
            <a:chOff x="960" y="720"/>
            <a:chExt cx="384" cy="336"/>
          </a:xfrm>
        </p:grpSpPr>
        <p:sp>
          <p:nvSpPr>
            <p:cNvPr id="610" name="Line 295">
              <a:extLst>
                <a:ext uri="{FF2B5EF4-FFF2-40B4-BE49-F238E27FC236}">
                  <a16:creationId xmlns:a16="http://schemas.microsoft.com/office/drawing/2014/main" id="{0C94F49E-2E15-45B8-8A70-FB337EE2989E}"/>
                </a:ext>
              </a:extLst>
            </p:cNvPr>
            <p:cNvSpPr>
              <a:spLocks noChangeShapeType="1"/>
            </p:cNvSpPr>
            <p:nvPr/>
          </p:nvSpPr>
          <p:spPr bwMode="ltGray">
            <a:xfrm>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sp>
          <p:nvSpPr>
            <p:cNvPr id="611" name="Line 296">
              <a:extLst>
                <a:ext uri="{FF2B5EF4-FFF2-40B4-BE49-F238E27FC236}">
                  <a16:creationId xmlns:a16="http://schemas.microsoft.com/office/drawing/2014/main" id="{34D1F434-F48C-4BC5-8FAA-31A7D3F780D1}"/>
                </a:ext>
              </a:extLst>
            </p:cNvPr>
            <p:cNvSpPr>
              <a:spLocks noChangeShapeType="1"/>
            </p:cNvSpPr>
            <p:nvPr/>
          </p:nvSpPr>
          <p:spPr bwMode="ltGray">
            <a:xfrm flipH="1">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grpSp>
      <p:grpSp>
        <p:nvGrpSpPr>
          <p:cNvPr id="612" name="Group 297">
            <a:extLst>
              <a:ext uri="{FF2B5EF4-FFF2-40B4-BE49-F238E27FC236}">
                <a16:creationId xmlns:a16="http://schemas.microsoft.com/office/drawing/2014/main" id="{218CCC77-A3E8-49DE-8E1A-A92EC42AEFF8}"/>
              </a:ext>
            </a:extLst>
          </p:cNvPr>
          <p:cNvGrpSpPr>
            <a:grpSpLocks/>
          </p:cNvGrpSpPr>
          <p:nvPr/>
        </p:nvGrpSpPr>
        <p:grpSpPr bwMode="auto">
          <a:xfrm>
            <a:off x="8921262" y="4009158"/>
            <a:ext cx="609600" cy="533400"/>
            <a:chOff x="960" y="720"/>
            <a:chExt cx="384" cy="336"/>
          </a:xfrm>
        </p:grpSpPr>
        <p:sp>
          <p:nvSpPr>
            <p:cNvPr id="613" name="Line 298">
              <a:extLst>
                <a:ext uri="{FF2B5EF4-FFF2-40B4-BE49-F238E27FC236}">
                  <a16:creationId xmlns:a16="http://schemas.microsoft.com/office/drawing/2014/main" id="{4EC76030-2B86-493D-A611-87D55B170C1F}"/>
                </a:ext>
              </a:extLst>
            </p:cNvPr>
            <p:cNvSpPr>
              <a:spLocks noChangeShapeType="1"/>
            </p:cNvSpPr>
            <p:nvPr/>
          </p:nvSpPr>
          <p:spPr bwMode="ltGray">
            <a:xfrm>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sp>
          <p:nvSpPr>
            <p:cNvPr id="614" name="Line 299">
              <a:extLst>
                <a:ext uri="{FF2B5EF4-FFF2-40B4-BE49-F238E27FC236}">
                  <a16:creationId xmlns:a16="http://schemas.microsoft.com/office/drawing/2014/main" id="{1AB5F24F-2635-4B2C-8738-2AD038E4D5FF}"/>
                </a:ext>
              </a:extLst>
            </p:cNvPr>
            <p:cNvSpPr>
              <a:spLocks noChangeShapeType="1"/>
            </p:cNvSpPr>
            <p:nvPr/>
          </p:nvSpPr>
          <p:spPr bwMode="ltGray">
            <a:xfrm flipH="1">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grpSp>
      <p:grpSp>
        <p:nvGrpSpPr>
          <p:cNvPr id="615" name="Group 300">
            <a:extLst>
              <a:ext uri="{FF2B5EF4-FFF2-40B4-BE49-F238E27FC236}">
                <a16:creationId xmlns:a16="http://schemas.microsoft.com/office/drawing/2014/main" id="{AE706DB1-2269-4956-92C7-E2F4773D4D5F}"/>
              </a:ext>
            </a:extLst>
          </p:cNvPr>
          <p:cNvGrpSpPr>
            <a:grpSpLocks/>
          </p:cNvGrpSpPr>
          <p:nvPr/>
        </p:nvGrpSpPr>
        <p:grpSpPr bwMode="auto">
          <a:xfrm>
            <a:off x="6482862" y="4542558"/>
            <a:ext cx="609600" cy="533400"/>
            <a:chOff x="960" y="720"/>
            <a:chExt cx="384" cy="336"/>
          </a:xfrm>
        </p:grpSpPr>
        <p:sp>
          <p:nvSpPr>
            <p:cNvPr id="616" name="Line 301">
              <a:extLst>
                <a:ext uri="{FF2B5EF4-FFF2-40B4-BE49-F238E27FC236}">
                  <a16:creationId xmlns:a16="http://schemas.microsoft.com/office/drawing/2014/main" id="{2E65EDCE-FDAF-4335-8D15-40B707A83955}"/>
                </a:ext>
              </a:extLst>
            </p:cNvPr>
            <p:cNvSpPr>
              <a:spLocks noChangeShapeType="1"/>
            </p:cNvSpPr>
            <p:nvPr/>
          </p:nvSpPr>
          <p:spPr bwMode="ltGray">
            <a:xfrm>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sp>
          <p:nvSpPr>
            <p:cNvPr id="617" name="Line 302">
              <a:extLst>
                <a:ext uri="{FF2B5EF4-FFF2-40B4-BE49-F238E27FC236}">
                  <a16:creationId xmlns:a16="http://schemas.microsoft.com/office/drawing/2014/main" id="{880A153C-28E5-4E8A-B95F-5B6883D33E7D}"/>
                </a:ext>
              </a:extLst>
            </p:cNvPr>
            <p:cNvSpPr>
              <a:spLocks noChangeShapeType="1"/>
            </p:cNvSpPr>
            <p:nvPr/>
          </p:nvSpPr>
          <p:spPr bwMode="ltGray">
            <a:xfrm flipH="1">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grpSp>
      <p:grpSp>
        <p:nvGrpSpPr>
          <p:cNvPr id="618" name="Group 303">
            <a:extLst>
              <a:ext uri="{FF2B5EF4-FFF2-40B4-BE49-F238E27FC236}">
                <a16:creationId xmlns:a16="http://schemas.microsoft.com/office/drawing/2014/main" id="{2BE837D0-0150-4EB4-B3C9-CB056237FF55}"/>
              </a:ext>
            </a:extLst>
          </p:cNvPr>
          <p:cNvGrpSpPr>
            <a:grpSpLocks/>
          </p:cNvGrpSpPr>
          <p:nvPr/>
        </p:nvGrpSpPr>
        <p:grpSpPr bwMode="auto">
          <a:xfrm>
            <a:off x="10140462" y="4542558"/>
            <a:ext cx="609600" cy="533400"/>
            <a:chOff x="960" y="720"/>
            <a:chExt cx="384" cy="336"/>
          </a:xfrm>
        </p:grpSpPr>
        <p:sp>
          <p:nvSpPr>
            <p:cNvPr id="619" name="Line 304">
              <a:extLst>
                <a:ext uri="{FF2B5EF4-FFF2-40B4-BE49-F238E27FC236}">
                  <a16:creationId xmlns:a16="http://schemas.microsoft.com/office/drawing/2014/main" id="{51A6FEAE-514F-4C8D-B076-F567D959C5CB}"/>
                </a:ext>
              </a:extLst>
            </p:cNvPr>
            <p:cNvSpPr>
              <a:spLocks noChangeShapeType="1"/>
            </p:cNvSpPr>
            <p:nvPr/>
          </p:nvSpPr>
          <p:spPr bwMode="ltGray">
            <a:xfrm>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sp>
          <p:nvSpPr>
            <p:cNvPr id="620" name="Line 305">
              <a:extLst>
                <a:ext uri="{FF2B5EF4-FFF2-40B4-BE49-F238E27FC236}">
                  <a16:creationId xmlns:a16="http://schemas.microsoft.com/office/drawing/2014/main" id="{AEBFBA2B-425F-43BF-8D0C-D27C258F6B8F}"/>
                </a:ext>
              </a:extLst>
            </p:cNvPr>
            <p:cNvSpPr>
              <a:spLocks noChangeShapeType="1"/>
            </p:cNvSpPr>
            <p:nvPr/>
          </p:nvSpPr>
          <p:spPr bwMode="ltGray">
            <a:xfrm flipH="1">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grpSp>
      <p:grpSp>
        <p:nvGrpSpPr>
          <p:cNvPr id="621" name="Group 306">
            <a:extLst>
              <a:ext uri="{FF2B5EF4-FFF2-40B4-BE49-F238E27FC236}">
                <a16:creationId xmlns:a16="http://schemas.microsoft.com/office/drawing/2014/main" id="{82C2BA48-372B-488F-8B2C-0851AEAFDB17}"/>
              </a:ext>
            </a:extLst>
          </p:cNvPr>
          <p:cNvGrpSpPr>
            <a:grpSpLocks/>
          </p:cNvGrpSpPr>
          <p:nvPr/>
        </p:nvGrpSpPr>
        <p:grpSpPr bwMode="auto">
          <a:xfrm>
            <a:off x="7702062" y="5075958"/>
            <a:ext cx="609600" cy="533400"/>
            <a:chOff x="960" y="720"/>
            <a:chExt cx="384" cy="336"/>
          </a:xfrm>
        </p:grpSpPr>
        <p:sp>
          <p:nvSpPr>
            <p:cNvPr id="622" name="Line 307">
              <a:extLst>
                <a:ext uri="{FF2B5EF4-FFF2-40B4-BE49-F238E27FC236}">
                  <a16:creationId xmlns:a16="http://schemas.microsoft.com/office/drawing/2014/main" id="{4B340AD6-A698-4877-B48A-DAFD95588F51}"/>
                </a:ext>
              </a:extLst>
            </p:cNvPr>
            <p:cNvSpPr>
              <a:spLocks noChangeShapeType="1"/>
            </p:cNvSpPr>
            <p:nvPr/>
          </p:nvSpPr>
          <p:spPr bwMode="ltGray">
            <a:xfrm>
              <a:off x="960" y="720"/>
              <a:ext cx="384" cy="336"/>
            </a:xfrm>
            <a:prstGeom prst="line">
              <a:avLst/>
            </a:prstGeom>
            <a:noFill/>
            <a:ln w="57150">
              <a:solidFill>
                <a:srgbClr val="E8FE18"/>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sp>
          <p:nvSpPr>
            <p:cNvPr id="623" name="Line 308">
              <a:extLst>
                <a:ext uri="{FF2B5EF4-FFF2-40B4-BE49-F238E27FC236}">
                  <a16:creationId xmlns:a16="http://schemas.microsoft.com/office/drawing/2014/main" id="{28656DBB-BF7A-44B3-B184-A8E6F9F0AF85}"/>
                </a:ext>
              </a:extLst>
            </p:cNvPr>
            <p:cNvSpPr>
              <a:spLocks noChangeShapeType="1"/>
            </p:cNvSpPr>
            <p:nvPr/>
          </p:nvSpPr>
          <p:spPr bwMode="ltGray">
            <a:xfrm flipH="1">
              <a:off x="960" y="720"/>
              <a:ext cx="384" cy="336"/>
            </a:xfrm>
            <a:prstGeom prst="line">
              <a:avLst/>
            </a:prstGeom>
            <a:noFill/>
            <a:ln w="57150">
              <a:solidFill>
                <a:srgbClr val="E8FE18"/>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grpSp>
      <p:grpSp>
        <p:nvGrpSpPr>
          <p:cNvPr id="624" name="Group 309">
            <a:extLst>
              <a:ext uri="{FF2B5EF4-FFF2-40B4-BE49-F238E27FC236}">
                <a16:creationId xmlns:a16="http://schemas.microsoft.com/office/drawing/2014/main" id="{AF2FB189-8E1F-48A7-A2E1-878623E159F6}"/>
              </a:ext>
            </a:extLst>
          </p:cNvPr>
          <p:cNvGrpSpPr>
            <a:grpSpLocks/>
          </p:cNvGrpSpPr>
          <p:nvPr/>
        </p:nvGrpSpPr>
        <p:grpSpPr bwMode="auto">
          <a:xfrm>
            <a:off x="8921262" y="5609358"/>
            <a:ext cx="609600" cy="533400"/>
            <a:chOff x="960" y="720"/>
            <a:chExt cx="384" cy="336"/>
          </a:xfrm>
        </p:grpSpPr>
        <p:sp>
          <p:nvSpPr>
            <p:cNvPr id="625" name="Line 310">
              <a:extLst>
                <a:ext uri="{FF2B5EF4-FFF2-40B4-BE49-F238E27FC236}">
                  <a16:creationId xmlns:a16="http://schemas.microsoft.com/office/drawing/2014/main" id="{33E72689-D63C-4486-BC9E-25BB598C4EFB}"/>
                </a:ext>
              </a:extLst>
            </p:cNvPr>
            <p:cNvSpPr>
              <a:spLocks noChangeShapeType="1"/>
            </p:cNvSpPr>
            <p:nvPr/>
          </p:nvSpPr>
          <p:spPr bwMode="ltGray">
            <a:xfrm>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sp>
          <p:nvSpPr>
            <p:cNvPr id="626" name="Line 311">
              <a:extLst>
                <a:ext uri="{FF2B5EF4-FFF2-40B4-BE49-F238E27FC236}">
                  <a16:creationId xmlns:a16="http://schemas.microsoft.com/office/drawing/2014/main" id="{2CC97494-2E10-4982-B95F-AAE46BEA4B37}"/>
                </a:ext>
              </a:extLst>
            </p:cNvPr>
            <p:cNvSpPr>
              <a:spLocks noChangeShapeType="1"/>
            </p:cNvSpPr>
            <p:nvPr/>
          </p:nvSpPr>
          <p:spPr bwMode="ltGray">
            <a:xfrm flipH="1">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grpSp>
      <p:grpSp>
        <p:nvGrpSpPr>
          <p:cNvPr id="627" name="Group 312">
            <a:extLst>
              <a:ext uri="{FF2B5EF4-FFF2-40B4-BE49-F238E27FC236}">
                <a16:creationId xmlns:a16="http://schemas.microsoft.com/office/drawing/2014/main" id="{7FB1A6BC-A475-4C7B-B9F2-86A4F4516418}"/>
              </a:ext>
            </a:extLst>
          </p:cNvPr>
          <p:cNvGrpSpPr>
            <a:grpSpLocks/>
          </p:cNvGrpSpPr>
          <p:nvPr/>
        </p:nvGrpSpPr>
        <p:grpSpPr bwMode="auto">
          <a:xfrm>
            <a:off x="10140462" y="6066558"/>
            <a:ext cx="609600" cy="533400"/>
            <a:chOff x="960" y="720"/>
            <a:chExt cx="384" cy="336"/>
          </a:xfrm>
        </p:grpSpPr>
        <p:sp>
          <p:nvSpPr>
            <p:cNvPr id="628" name="Line 313">
              <a:extLst>
                <a:ext uri="{FF2B5EF4-FFF2-40B4-BE49-F238E27FC236}">
                  <a16:creationId xmlns:a16="http://schemas.microsoft.com/office/drawing/2014/main" id="{DB3E45D9-09DB-4433-A1D5-6CDC0060A0E9}"/>
                </a:ext>
              </a:extLst>
            </p:cNvPr>
            <p:cNvSpPr>
              <a:spLocks noChangeShapeType="1"/>
            </p:cNvSpPr>
            <p:nvPr/>
          </p:nvSpPr>
          <p:spPr bwMode="ltGray">
            <a:xfrm>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sp>
          <p:nvSpPr>
            <p:cNvPr id="629" name="Line 314">
              <a:extLst>
                <a:ext uri="{FF2B5EF4-FFF2-40B4-BE49-F238E27FC236}">
                  <a16:creationId xmlns:a16="http://schemas.microsoft.com/office/drawing/2014/main" id="{02074E71-881C-4F61-B83F-CD39C044D2FB}"/>
                </a:ext>
              </a:extLst>
            </p:cNvPr>
            <p:cNvSpPr>
              <a:spLocks noChangeShapeType="1"/>
            </p:cNvSpPr>
            <p:nvPr/>
          </p:nvSpPr>
          <p:spPr bwMode="ltGray">
            <a:xfrm flipH="1">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grpSp>
      <p:grpSp>
        <p:nvGrpSpPr>
          <p:cNvPr id="630" name="Group 315">
            <a:extLst>
              <a:ext uri="{FF2B5EF4-FFF2-40B4-BE49-F238E27FC236}">
                <a16:creationId xmlns:a16="http://schemas.microsoft.com/office/drawing/2014/main" id="{A16EBE8B-4F5D-46BA-8207-A76B666E25CE}"/>
              </a:ext>
            </a:extLst>
          </p:cNvPr>
          <p:cNvGrpSpPr>
            <a:grpSpLocks/>
          </p:cNvGrpSpPr>
          <p:nvPr/>
        </p:nvGrpSpPr>
        <p:grpSpPr bwMode="auto">
          <a:xfrm>
            <a:off x="6406662" y="6066558"/>
            <a:ext cx="609600" cy="533400"/>
            <a:chOff x="960" y="720"/>
            <a:chExt cx="384" cy="336"/>
          </a:xfrm>
        </p:grpSpPr>
        <p:sp>
          <p:nvSpPr>
            <p:cNvPr id="631" name="Line 316">
              <a:extLst>
                <a:ext uri="{FF2B5EF4-FFF2-40B4-BE49-F238E27FC236}">
                  <a16:creationId xmlns:a16="http://schemas.microsoft.com/office/drawing/2014/main" id="{F6CFA85E-CD54-48BC-B599-B41F95F016D3}"/>
                </a:ext>
              </a:extLst>
            </p:cNvPr>
            <p:cNvSpPr>
              <a:spLocks noChangeShapeType="1"/>
            </p:cNvSpPr>
            <p:nvPr/>
          </p:nvSpPr>
          <p:spPr bwMode="ltGray">
            <a:xfrm>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sp>
          <p:nvSpPr>
            <p:cNvPr id="632" name="Line 317">
              <a:extLst>
                <a:ext uri="{FF2B5EF4-FFF2-40B4-BE49-F238E27FC236}">
                  <a16:creationId xmlns:a16="http://schemas.microsoft.com/office/drawing/2014/main" id="{1C767899-3BF6-4627-98FD-DCDEFFA44AC1}"/>
                </a:ext>
              </a:extLst>
            </p:cNvPr>
            <p:cNvSpPr>
              <a:spLocks noChangeShapeType="1"/>
            </p:cNvSpPr>
            <p:nvPr/>
          </p:nvSpPr>
          <p:spPr bwMode="ltGray">
            <a:xfrm flipH="1">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grpSp>
      <p:grpSp>
        <p:nvGrpSpPr>
          <p:cNvPr id="633" name="Group 318">
            <a:extLst>
              <a:ext uri="{FF2B5EF4-FFF2-40B4-BE49-F238E27FC236}">
                <a16:creationId xmlns:a16="http://schemas.microsoft.com/office/drawing/2014/main" id="{C26CC415-3743-4459-BB9B-733FD6F1A420}"/>
              </a:ext>
            </a:extLst>
          </p:cNvPr>
          <p:cNvGrpSpPr>
            <a:grpSpLocks/>
          </p:cNvGrpSpPr>
          <p:nvPr/>
        </p:nvGrpSpPr>
        <p:grpSpPr bwMode="auto">
          <a:xfrm>
            <a:off x="5263662" y="5533158"/>
            <a:ext cx="609600" cy="533400"/>
            <a:chOff x="960" y="720"/>
            <a:chExt cx="384" cy="336"/>
          </a:xfrm>
        </p:grpSpPr>
        <p:sp>
          <p:nvSpPr>
            <p:cNvPr id="634" name="Line 319">
              <a:extLst>
                <a:ext uri="{FF2B5EF4-FFF2-40B4-BE49-F238E27FC236}">
                  <a16:creationId xmlns:a16="http://schemas.microsoft.com/office/drawing/2014/main" id="{F02ECAD3-CE20-406D-A589-66E7F1C51891}"/>
                </a:ext>
              </a:extLst>
            </p:cNvPr>
            <p:cNvSpPr>
              <a:spLocks noChangeShapeType="1"/>
            </p:cNvSpPr>
            <p:nvPr/>
          </p:nvSpPr>
          <p:spPr bwMode="ltGray">
            <a:xfrm>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sp>
          <p:nvSpPr>
            <p:cNvPr id="635" name="Line 320">
              <a:extLst>
                <a:ext uri="{FF2B5EF4-FFF2-40B4-BE49-F238E27FC236}">
                  <a16:creationId xmlns:a16="http://schemas.microsoft.com/office/drawing/2014/main" id="{3F54DF13-47F8-4ADF-8091-3606FF13882A}"/>
                </a:ext>
              </a:extLst>
            </p:cNvPr>
            <p:cNvSpPr>
              <a:spLocks noChangeShapeType="1"/>
            </p:cNvSpPr>
            <p:nvPr/>
          </p:nvSpPr>
          <p:spPr bwMode="ltGray">
            <a:xfrm flipH="1">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grpSp>
      <p:grpSp>
        <p:nvGrpSpPr>
          <p:cNvPr id="636" name="Group 321">
            <a:extLst>
              <a:ext uri="{FF2B5EF4-FFF2-40B4-BE49-F238E27FC236}">
                <a16:creationId xmlns:a16="http://schemas.microsoft.com/office/drawing/2014/main" id="{68E730E9-8156-46C2-9ED0-F02B993C41B3}"/>
              </a:ext>
            </a:extLst>
          </p:cNvPr>
          <p:cNvGrpSpPr>
            <a:grpSpLocks/>
          </p:cNvGrpSpPr>
          <p:nvPr/>
        </p:nvGrpSpPr>
        <p:grpSpPr bwMode="auto">
          <a:xfrm>
            <a:off x="5263662" y="4009158"/>
            <a:ext cx="609600" cy="533400"/>
            <a:chOff x="960" y="720"/>
            <a:chExt cx="384" cy="336"/>
          </a:xfrm>
        </p:grpSpPr>
        <p:sp>
          <p:nvSpPr>
            <p:cNvPr id="637" name="Line 322">
              <a:extLst>
                <a:ext uri="{FF2B5EF4-FFF2-40B4-BE49-F238E27FC236}">
                  <a16:creationId xmlns:a16="http://schemas.microsoft.com/office/drawing/2014/main" id="{3D2FCD0B-99F3-4D6C-96BE-9FD19F94F1A8}"/>
                </a:ext>
              </a:extLst>
            </p:cNvPr>
            <p:cNvSpPr>
              <a:spLocks noChangeShapeType="1"/>
            </p:cNvSpPr>
            <p:nvPr/>
          </p:nvSpPr>
          <p:spPr bwMode="ltGray">
            <a:xfrm>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sp>
          <p:nvSpPr>
            <p:cNvPr id="638" name="Line 323">
              <a:extLst>
                <a:ext uri="{FF2B5EF4-FFF2-40B4-BE49-F238E27FC236}">
                  <a16:creationId xmlns:a16="http://schemas.microsoft.com/office/drawing/2014/main" id="{CA751A9C-8E57-4EB8-B074-3350053D825A}"/>
                </a:ext>
              </a:extLst>
            </p:cNvPr>
            <p:cNvSpPr>
              <a:spLocks noChangeShapeType="1"/>
            </p:cNvSpPr>
            <p:nvPr/>
          </p:nvSpPr>
          <p:spPr bwMode="ltGray">
            <a:xfrm flipH="1">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grpSp>
      <p:grpSp>
        <p:nvGrpSpPr>
          <p:cNvPr id="639" name="Group 324">
            <a:extLst>
              <a:ext uri="{FF2B5EF4-FFF2-40B4-BE49-F238E27FC236}">
                <a16:creationId xmlns:a16="http://schemas.microsoft.com/office/drawing/2014/main" id="{BF8CB42B-416D-47ED-8C34-3F36CFB7BB9F}"/>
              </a:ext>
            </a:extLst>
          </p:cNvPr>
          <p:cNvGrpSpPr>
            <a:grpSpLocks/>
          </p:cNvGrpSpPr>
          <p:nvPr/>
        </p:nvGrpSpPr>
        <p:grpSpPr bwMode="auto">
          <a:xfrm>
            <a:off x="7702062" y="2485158"/>
            <a:ext cx="609600" cy="533400"/>
            <a:chOff x="960" y="720"/>
            <a:chExt cx="384" cy="336"/>
          </a:xfrm>
        </p:grpSpPr>
        <p:sp>
          <p:nvSpPr>
            <p:cNvPr id="640" name="Line 325">
              <a:extLst>
                <a:ext uri="{FF2B5EF4-FFF2-40B4-BE49-F238E27FC236}">
                  <a16:creationId xmlns:a16="http://schemas.microsoft.com/office/drawing/2014/main" id="{661B6B73-C8DD-45D1-9970-AFCB08C5F78F}"/>
                </a:ext>
              </a:extLst>
            </p:cNvPr>
            <p:cNvSpPr>
              <a:spLocks noChangeShapeType="1"/>
            </p:cNvSpPr>
            <p:nvPr/>
          </p:nvSpPr>
          <p:spPr bwMode="ltGray">
            <a:xfrm>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sp>
          <p:nvSpPr>
            <p:cNvPr id="641" name="Line 326">
              <a:extLst>
                <a:ext uri="{FF2B5EF4-FFF2-40B4-BE49-F238E27FC236}">
                  <a16:creationId xmlns:a16="http://schemas.microsoft.com/office/drawing/2014/main" id="{4E8FC738-E0D2-418C-B23D-147C84CF582C}"/>
                </a:ext>
              </a:extLst>
            </p:cNvPr>
            <p:cNvSpPr>
              <a:spLocks noChangeShapeType="1"/>
            </p:cNvSpPr>
            <p:nvPr/>
          </p:nvSpPr>
          <p:spPr bwMode="ltGray">
            <a:xfrm flipH="1">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grpSp>
      <p:grpSp>
        <p:nvGrpSpPr>
          <p:cNvPr id="642" name="Group 327">
            <a:extLst>
              <a:ext uri="{FF2B5EF4-FFF2-40B4-BE49-F238E27FC236}">
                <a16:creationId xmlns:a16="http://schemas.microsoft.com/office/drawing/2014/main" id="{A4F19EBA-566F-4C82-85AD-539957C332F6}"/>
              </a:ext>
            </a:extLst>
          </p:cNvPr>
          <p:cNvGrpSpPr>
            <a:grpSpLocks/>
          </p:cNvGrpSpPr>
          <p:nvPr/>
        </p:nvGrpSpPr>
        <p:grpSpPr bwMode="auto">
          <a:xfrm>
            <a:off x="7702062" y="2942358"/>
            <a:ext cx="609600" cy="533400"/>
            <a:chOff x="960" y="720"/>
            <a:chExt cx="384" cy="336"/>
          </a:xfrm>
        </p:grpSpPr>
        <p:sp>
          <p:nvSpPr>
            <p:cNvPr id="643" name="Line 328">
              <a:extLst>
                <a:ext uri="{FF2B5EF4-FFF2-40B4-BE49-F238E27FC236}">
                  <a16:creationId xmlns:a16="http://schemas.microsoft.com/office/drawing/2014/main" id="{C444D552-A687-45C4-8E24-8A03A0B87B90}"/>
                </a:ext>
              </a:extLst>
            </p:cNvPr>
            <p:cNvSpPr>
              <a:spLocks noChangeShapeType="1"/>
            </p:cNvSpPr>
            <p:nvPr/>
          </p:nvSpPr>
          <p:spPr bwMode="ltGray">
            <a:xfrm>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sp>
          <p:nvSpPr>
            <p:cNvPr id="644" name="Line 329">
              <a:extLst>
                <a:ext uri="{FF2B5EF4-FFF2-40B4-BE49-F238E27FC236}">
                  <a16:creationId xmlns:a16="http://schemas.microsoft.com/office/drawing/2014/main" id="{142C4946-F7FE-4D23-B587-CA3AA0D35BC3}"/>
                </a:ext>
              </a:extLst>
            </p:cNvPr>
            <p:cNvSpPr>
              <a:spLocks noChangeShapeType="1"/>
            </p:cNvSpPr>
            <p:nvPr/>
          </p:nvSpPr>
          <p:spPr bwMode="ltGray">
            <a:xfrm flipH="1">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grpSp>
      <p:grpSp>
        <p:nvGrpSpPr>
          <p:cNvPr id="645" name="Group 330">
            <a:extLst>
              <a:ext uri="{FF2B5EF4-FFF2-40B4-BE49-F238E27FC236}">
                <a16:creationId xmlns:a16="http://schemas.microsoft.com/office/drawing/2014/main" id="{624E7484-C1E9-46C8-82DE-F80B56C4AE77}"/>
              </a:ext>
            </a:extLst>
          </p:cNvPr>
          <p:cNvGrpSpPr>
            <a:grpSpLocks/>
          </p:cNvGrpSpPr>
          <p:nvPr/>
        </p:nvGrpSpPr>
        <p:grpSpPr bwMode="auto">
          <a:xfrm>
            <a:off x="7702062" y="4009158"/>
            <a:ext cx="609600" cy="533400"/>
            <a:chOff x="960" y="720"/>
            <a:chExt cx="384" cy="336"/>
          </a:xfrm>
        </p:grpSpPr>
        <p:sp>
          <p:nvSpPr>
            <p:cNvPr id="646" name="Line 331">
              <a:extLst>
                <a:ext uri="{FF2B5EF4-FFF2-40B4-BE49-F238E27FC236}">
                  <a16:creationId xmlns:a16="http://schemas.microsoft.com/office/drawing/2014/main" id="{61804FAD-1EC5-4907-AAF1-A23E4EA94676}"/>
                </a:ext>
              </a:extLst>
            </p:cNvPr>
            <p:cNvSpPr>
              <a:spLocks noChangeShapeType="1"/>
            </p:cNvSpPr>
            <p:nvPr/>
          </p:nvSpPr>
          <p:spPr bwMode="ltGray">
            <a:xfrm>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sp>
          <p:nvSpPr>
            <p:cNvPr id="647" name="Line 332">
              <a:extLst>
                <a:ext uri="{FF2B5EF4-FFF2-40B4-BE49-F238E27FC236}">
                  <a16:creationId xmlns:a16="http://schemas.microsoft.com/office/drawing/2014/main" id="{39E3C969-8A77-4FDA-BE2E-5F3040725A4A}"/>
                </a:ext>
              </a:extLst>
            </p:cNvPr>
            <p:cNvSpPr>
              <a:spLocks noChangeShapeType="1"/>
            </p:cNvSpPr>
            <p:nvPr/>
          </p:nvSpPr>
          <p:spPr bwMode="ltGray">
            <a:xfrm flipH="1">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grpSp>
      <p:grpSp>
        <p:nvGrpSpPr>
          <p:cNvPr id="648" name="Group 333">
            <a:extLst>
              <a:ext uri="{FF2B5EF4-FFF2-40B4-BE49-F238E27FC236}">
                <a16:creationId xmlns:a16="http://schemas.microsoft.com/office/drawing/2014/main" id="{5E6BB345-E54F-4D37-BA75-560E2589CEC4}"/>
              </a:ext>
            </a:extLst>
          </p:cNvPr>
          <p:cNvGrpSpPr>
            <a:grpSpLocks/>
          </p:cNvGrpSpPr>
          <p:nvPr/>
        </p:nvGrpSpPr>
        <p:grpSpPr bwMode="auto">
          <a:xfrm>
            <a:off x="7702062" y="5075958"/>
            <a:ext cx="609600" cy="533400"/>
            <a:chOff x="960" y="720"/>
            <a:chExt cx="384" cy="336"/>
          </a:xfrm>
        </p:grpSpPr>
        <p:sp>
          <p:nvSpPr>
            <p:cNvPr id="649" name="Line 334">
              <a:extLst>
                <a:ext uri="{FF2B5EF4-FFF2-40B4-BE49-F238E27FC236}">
                  <a16:creationId xmlns:a16="http://schemas.microsoft.com/office/drawing/2014/main" id="{D6B49EA1-75C3-45BB-A688-F678EC32B7A3}"/>
                </a:ext>
              </a:extLst>
            </p:cNvPr>
            <p:cNvSpPr>
              <a:spLocks noChangeShapeType="1"/>
            </p:cNvSpPr>
            <p:nvPr/>
          </p:nvSpPr>
          <p:spPr bwMode="ltGray">
            <a:xfrm>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sp>
          <p:nvSpPr>
            <p:cNvPr id="650" name="Line 335">
              <a:extLst>
                <a:ext uri="{FF2B5EF4-FFF2-40B4-BE49-F238E27FC236}">
                  <a16:creationId xmlns:a16="http://schemas.microsoft.com/office/drawing/2014/main" id="{05C0C2B8-C885-4125-A106-005112B46D86}"/>
                </a:ext>
              </a:extLst>
            </p:cNvPr>
            <p:cNvSpPr>
              <a:spLocks noChangeShapeType="1"/>
            </p:cNvSpPr>
            <p:nvPr/>
          </p:nvSpPr>
          <p:spPr bwMode="ltGray">
            <a:xfrm flipH="1">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grpSp>
      <p:grpSp>
        <p:nvGrpSpPr>
          <p:cNvPr id="651" name="Group 336">
            <a:extLst>
              <a:ext uri="{FF2B5EF4-FFF2-40B4-BE49-F238E27FC236}">
                <a16:creationId xmlns:a16="http://schemas.microsoft.com/office/drawing/2014/main" id="{19C82547-F621-4ECC-8A5B-35ED3AE2F933}"/>
              </a:ext>
            </a:extLst>
          </p:cNvPr>
          <p:cNvGrpSpPr>
            <a:grpSpLocks/>
          </p:cNvGrpSpPr>
          <p:nvPr/>
        </p:nvGrpSpPr>
        <p:grpSpPr bwMode="auto">
          <a:xfrm>
            <a:off x="7702062" y="6066558"/>
            <a:ext cx="609600" cy="533400"/>
            <a:chOff x="960" y="720"/>
            <a:chExt cx="384" cy="336"/>
          </a:xfrm>
        </p:grpSpPr>
        <p:sp>
          <p:nvSpPr>
            <p:cNvPr id="652" name="Line 337">
              <a:extLst>
                <a:ext uri="{FF2B5EF4-FFF2-40B4-BE49-F238E27FC236}">
                  <a16:creationId xmlns:a16="http://schemas.microsoft.com/office/drawing/2014/main" id="{638EC5D7-6B84-4F1B-8802-39C946541775}"/>
                </a:ext>
              </a:extLst>
            </p:cNvPr>
            <p:cNvSpPr>
              <a:spLocks noChangeShapeType="1"/>
            </p:cNvSpPr>
            <p:nvPr/>
          </p:nvSpPr>
          <p:spPr bwMode="ltGray">
            <a:xfrm>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sp>
          <p:nvSpPr>
            <p:cNvPr id="653" name="Line 338">
              <a:extLst>
                <a:ext uri="{FF2B5EF4-FFF2-40B4-BE49-F238E27FC236}">
                  <a16:creationId xmlns:a16="http://schemas.microsoft.com/office/drawing/2014/main" id="{9432FFEC-A8EC-4647-9B8A-C35546BAC771}"/>
                </a:ext>
              </a:extLst>
            </p:cNvPr>
            <p:cNvSpPr>
              <a:spLocks noChangeShapeType="1"/>
            </p:cNvSpPr>
            <p:nvPr/>
          </p:nvSpPr>
          <p:spPr bwMode="ltGray">
            <a:xfrm flipH="1">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grpSp>
      <p:grpSp>
        <p:nvGrpSpPr>
          <p:cNvPr id="654" name="Group 339">
            <a:extLst>
              <a:ext uri="{FF2B5EF4-FFF2-40B4-BE49-F238E27FC236}">
                <a16:creationId xmlns:a16="http://schemas.microsoft.com/office/drawing/2014/main" id="{4F7036DC-29AD-4763-8CE9-C8391B8C1947}"/>
              </a:ext>
            </a:extLst>
          </p:cNvPr>
          <p:cNvGrpSpPr>
            <a:grpSpLocks/>
          </p:cNvGrpSpPr>
          <p:nvPr/>
        </p:nvGrpSpPr>
        <p:grpSpPr bwMode="auto">
          <a:xfrm>
            <a:off x="7702062" y="4542558"/>
            <a:ext cx="609600" cy="533400"/>
            <a:chOff x="960" y="720"/>
            <a:chExt cx="384" cy="336"/>
          </a:xfrm>
        </p:grpSpPr>
        <p:sp>
          <p:nvSpPr>
            <p:cNvPr id="655" name="Line 340">
              <a:extLst>
                <a:ext uri="{FF2B5EF4-FFF2-40B4-BE49-F238E27FC236}">
                  <a16:creationId xmlns:a16="http://schemas.microsoft.com/office/drawing/2014/main" id="{6FA2B1D3-9CD3-44AB-A5D3-7F29CBAC6063}"/>
                </a:ext>
              </a:extLst>
            </p:cNvPr>
            <p:cNvSpPr>
              <a:spLocks noChangeShapeType="1"/>
            </p:cNvSpPr>
            <p:nvPr/>
          </p:nvSpPr>
          <p:spPr bwMode="ltGray">
            <a:xfrm>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sp>
          <p:nvSpPr>
            <p:cNvPr id="656" name="Line 341">
              <a:extLst>
                <a:ext uri="{FF2B5EF4-FFF2-40B4-BE49-F238E27FC236}">
                  <a16:creationId xmlns:a16="http://schemas.microsoft.com/office/drawing/2014/main" id="{4747F619-E929-4954-9E13-0D11067E4E79}"/>
                </a:ext>
              </a:extLst>
            </p:cNvPr>
            <p:cNvSpPr>
              <a:spLocks noChangeShapeType="1"/>
            </p:cNvSpPr>
            <p:nvPr/>
          </p:nvSpPr>
          <p:spPr bwMode="ltGray">
            <a:xfrm flipH="1">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grpSp>
      <p:grpSp>
        <p:nvGrpSpPr>
          <p:cNvPr id="657" name="Group 342">
            <a:extLst>
              <a:ext uri="{FF2B5EF4-FFF2-40B4-BE49-F238E27FC236}">
                <a16:creationId xmlns:a16="http://schemas.microsoft.com/office/drawing/2014/main" id="{75BE0113-2A89-4108-BA12-41651CDA91CA}"/>
              </a:ext>
            </a:extLst>
          </p:cNvPr>
          <p:cNvGrpSpPr>
            <a:grpSpLocks/>
          </p:cNvGrpSpPr>
          <p:nvPr/>
        </p:nvGrpSpPr>
        <p:grpSpPr bwMode="auto">
          <a:xfrm>
            <a:off x="7702062" y="5533158"/>
            <a:ext cx="609600" cy="533400"/>
            <a:chOff x="960" y="720"/>
            <a:chExt cx="384" cy="336"/>
          </a:xfrm>
        </p:grpSpPr>
        <p:sp>
          <p:nvSpPr>
            <p:cNvPr id="658" name="Line 343">
              <a:extLst>
                <a:ext uri="{FF2B5EF4-FFF2-40B4-BE49-F238E27FC236}">
                  <a16:creationId xmlns:a16="http://schemas.microsoft.com/office/drawing/2014/main" id="{EDAAD412-77B9-40D6-94F7-A9917F5DBC49}"/>
                </a:ext>
              </a:extLst>
            </p:cNvPr>
            <p:cNvSpPr>
              <a:spLocks noChangeShapeType="1"/>
            </p:cNvSpPr>
            <p:nvPr/>
          </p:nvSpPr>
          <p:spPr bwMode="ltGray">
            <a:xfrm>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sp>
          <p:nvSpPr>
            <p:cNvPr id="659" name="Line 344">
              <a:extLst>
                <a:ext uri="{FF2B5EF4-FFF2-40B4-BE49-F238E27FC236}">
                  <a16:creationId xmlns:a16="http://schemas.microsoft.com/office/drawing/2014/main" id="{A59C11A4-CBE6-47B5-8E76-A33586BF3F1E}"/>
                </a:ext>
              </a:extLst>
            </p:cNvPr>
            <p:cNvSpPr>
              <a:spLocks noChangeShapeType="1"/>
            </p:cNvSpPr>
            <p:nvPr/>
          </p:nvSpPr>
          <p:spPr bwMode="ltGray">
            <a:xfrm flipH="1">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grpSp>
      <p:grpSp>
        <p:nvGrpSpPr>
          <p:cNvPr id="660" name="Group 345">
            <a:extLst>
              <a:ext uri="{FF2B5EF4-FFF2-40B4-BE49-F238E27FC236}">
                <a16:creationId xmlns:a16="http://schemas.microsoft.com/office/drawing/2014/main" id="{55FE5920-E5DA-4557-B290-B85C06C030CB}"/>
              </a:ext>
            </a:extLst>
          </p:cNvPr>
          <p:cNvGrpSpPr>
            <a:grpSpLocks/>
          </p:cNvGrpSpPr>
          <p:nvPr/>
        </p:nvGrpSpPr>
        <p:grpSpPr bwMode="auto">
          <a:xfrm>
            <a:off x="10140462" y="3551958"/>
            <a:ext cx="609600" cy="533400"/>
            <a:chOff x="960" y="720"/>
            <a:chExt cx="384" cy="336"/>
          </a:xfrm>
        </p:grpSpPr>
        <p:sp>
          <p:nvSpPr>
            <p:cNvPr id="661" name="Line 346">
              <a:extLst>
                <a:ext uri="{FF2B5EF4-FFF2-40B4-BE49-F238E27FC236}">
                  <a16:creationId xmlns:a16="http://schemas.microsoft.com/office/drawing/2014/main" id="{26491FE4-E601-4731-B6E4-477D707152D9}"/>
                </a:ext>
              </a:extLst>
            </p:cNvPr>
            <p:cNvSpPr>
              <a:spLocks noChangeShapeType="1"/>
            </p:cNvSpPr>
            <p:nvPr/>
          </p:nvSpPr>
          <p:spPr bwMode="ltGray">
            <a:xfrm>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sp>
          <p:nvSpPr>
            <p:cNvPr id="662" name="Line 347">
              <a:extLst>
                <a:ext uri="{FF2B5EF4-FFF2-40B4-BE49-F238E27FC236}">
                  <a16:creationId xmlns:a16="http://schemas.microsoft.com/office/drawing/2014/main" id="{19F7F160-2BA3-4012-A9CF-05945379A095}"/>
                </a:ext>
              </a:extLst>
            </p:cNvPr>
            <p:cNvSpPr>
              <a:spLocks noChangeShapeType="1"/>
            </p:cNvSpPr>
            <p:nvPr/>
          </p:nvSpPr>
          <p:spPr bwMode="ltGray">
            <a:xfrm flipH="1">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grpSp>
      <p:grpSp>
        <p:nvGrpSpPr>
          <p:cNvPr id="663" name="Group 348">
            <a:extLst>
              <a:ext uri="{FF2B5EF4-FFF2-40B4-BE49-F238E27FC236}">
                <a16:creationId xmlns:a16="http://schemas.microsoft.com/office/drawing/2014/main" id="{F831FA51-0A75-4043-BB9E-C139FA815F8E}"/>
              </a:ext>
            </a:extLst>
          </p:cNvPr>
          <p:cNvGrpSpPr>
            <a:grpSpLocks/>
          </p:cNvGrpSpPr>
          <p:nvPr/>
        </p:nvGrpSpPr>
        <p:grpSpPr bwMode="auto">
          <a:xfrm>
            <a:off x="8921262" y="5075958"/>
            <a:ext cx="609600" cy="533400"/>
            <a:chOff x="960" y="720"/>
            <a:chExt cx="384" cy="336"/>
          </a:xfrm>
        </p:grpSpPr>
        <p:sp>
          <p:nvSpPr>
            <p:cNvPr id="664" name="Line 349">
              <a:extLst>
                <a:ext uri="{FF2B5EF4-FFF2-40B4-BE49-F238E27FC236}">
                  <a16:creationId xmlns:a16="http://schemas.microsoft.com/office/drawing/2014/main" id="{28B29E09-8E58-473E-A718-8A601F961E80}"/>
                </a:ext>
              </a:extLst>
            </p:cNvPr>
            <p:cNvSpPr>
              <a:spLocks noChangeShapeType="1"/>
            </p:cNvSpPr>
            <p:nvPr/>
          </p:nvSpPr>
          <p:spPr bwMode="ltGray">
            <a:xfrm>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sp>
          <p:nvSpPr>
            <p:cNvPr id="665" name="Line 350">
              <a:extLst>
                <a:ext uri="{FF2B5EF4-FFF2-40B4-BE49-F238E27FC236}">
                  <a16:creationId xmlns:a16="http://schemas.microsoft.com/office/drawing/2014/main" id="{C4105158-5326-409B-AE68-4C174A5CEA87}"/>
                </a:ext>
              </a:extLst>
            </p:cNvPr>
            <p:cNvSpPr>
              <a:spLocks noChangeShapeType="1"/>
            </p:cNvSpPr>
            <p:nvPr/>
          </p:nvSpPr>
          <p:spPr bwMode="ltGray">
            <a:xfrm flipH="1">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grpSp>
      <p:grpSp>
        <p:nvGrpSpPr>
          <p:cNvPr id="666" name="Group 351">
            <a:extLst>
              <a:ext uri="{FF2B5EF4-FFF2-40B4-BE49-F238E27FC236}">
                <a16:creationId xmlns:a16="http://schemas.microsoft.com/office/drawing/2014/main" id="{48C29BDB-BD0F-46F4-A594-281A52589B76}"/>
              </a:ext>
            </a:extLst>
          </p:cNvPr>
          <p:cNvGrpSpPr>
            <a:grpSpLocks/>
          </p:cNvGrpSpPr>
          <p:nvPr/>
        </p:nvGrpSpPr>
        <p:grpSpPr bwMode="auto">
          <a:xfrm>
            <a:off x="5263662" y="6066558"/>
            <a:ext cx="609600" cy="533400"/>
            <a:chOff x="960" y="720"/>
            <a:chExt cx="384" cy="336"/>
          </a:xfrm>
        </p:grpSpPr>
        <p:sp>
          <p:nvSpPr>
            <p:cNvPr id="667" name="Line 352">
              <a:extLst>
                <a:ext uri="{FF2B5EF4-FFF2-40B4-BE49-F238E27FC236}">
                  <a16:creationId xmlns:a16="http://schemas.microsoft.com/office/drawing/2014/main" id="{2B219336-5401-42B6-927F-389F0F678D29}"/>
                </a:ext>
              </a:extLst>
            </p:cNvPr>
            <p:cNvSpPr>
              <a:spLocks noChangeShapeType="1"/>
            </p:cNvSpPr>
            <p:nvPr/>
          </p:nvSpPr>
          <p:spPr bwMode="ltGray">
            <a:xfrm>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sp>
          <p:nvSpPr>
            <p:cNvPr id="668" name="Line 353">
              <a:extLst>
                <a:ext uri="{FF2B5EF4-FFF2-40B4-BE49-F238E27FC236}">
                  <a16:creationId xmlns:a16="http://schemas.microsoft.com/office/drawing/2014/main" id="{72028AB6-4B6F-4CF3-B9C9-09182D1ED766}"/>
                </a:ext>
              </a:extLst>
            </p:cNvPr>
            <p:cNvSpPr>
              <a:spLocks noChangeShapeType="1"/>
            </p:cNvSpPr>
            <p:nvPr/>
          </p:nvSpPr>
          <p:spPr bwMode="ltGray">
            <a:xfrm flipH="1">
              <a:off x="960" y="720"/>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AU">
                <a:highlight>
                  <a:srgbClr val="000000"/>
                </a:highlight>
              </a:endParaRPr>
            </a:p>
          </p:txBody>
        </p:sp>
      </p:grpSp>
    </p:spTree>
    <p:extLst>
      <p:ext uri="{BB962C8B-B14F-4D97-AF65-F5344CB8AC3E}">
        <p14:creationId xmlns:p14="http://schemas.microsoft.com/office/powerpoint/2010/main" val="32598614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close up of a newspaper&#10;&#10;Description generated with high confidence">
            <a:extLst>
              <a:ext uri="{FF2B5EF4-FFF2-40B4-BE49-F238E27FC236}">
                <a16:creationId xmlns:a16="http://schemas.microsoft.com/office/drawing/2014/main" id="{04291EE1-51A2-4443-819A-784C335C0793}"/>
              </a:ext>
            </a:extLst>
          </p:cNvPr>
          <p:cNvPicPr>
            <a:picLocks noChangeAspect="1"/>
          </p:cNvPicPr>
          <p:nvPr/>
        </p:nvPicPr>
        <p:blipFill rotWithShape="1">
          <a:blip r:embed="rId3"/>
          <a:srcRect r="9334" b="1"/>
          <a:stretch/>
        </p:blipFill>
        <p:spPr>
          <a:xfrm>
            <a:off x="5151102" y="123732"/>
            <a:ext cx="6760544" cy="3802807"/>
          </a:xfrm>
          <a:prstGeom prst="rect">
            <a:avLst/>
          </a:prstGeom>
        </p:spPr>
      </p:pic>
      <p:sp>
        <p:nvSpPr>
          <p:cNvPr id="3" name="TextBox 2">
            <a:extLst>
              <a:ext uri="{FF2B5EF4-FFF2-40B4-BE49-F238E27FC236}">
                <a16:creationId xmlns:a16="http://schemas.microsoft.com/office/drawing/2014/main" id="{88AAC3E9-71C5-4436-BBFC-3B42F69B70BE}"/>
              </a:ext>
            </a:extLst>
          </p:cNvPr>
          <p:cNvSpPr txBox="1"/>
          <p:nvPr/>
        </p:nvSpPr>
        <p:spPr>
          <a:xfrm>
            <a:off x="280354" y="807402"/>
            <a:ext cx="4270625" cy="830997"/>
          </a:xfrm>
          <a:prstGeom prst="rect">
            <a:avLst/>
          </a:prstGeom>
          <a:noFill/>
        </p:spPr>
        <p:txBody>
          <a:bodyPr wrap="square" rtlCol="0">
            <a:spAutoFit/>
          </a:bodyPr>
          <a:lstStyle/>
          <a:p>
            <a:r>
              <a:rPr lang="en-AU" sz="2400" dirty="0"/>
              <a:t>Where are prime numbers used?</a:t>
            </a:r>
          </a:p>
          <a:p>
            <a:endParaRPr lang="en-AU" sz="2400" dirty="0"/>
          </a:p>
        </p:txBody>
      </p:sp>
      <p:sp>
        <p:nvSpPr>
          <p:cNvPr id="4" name="TextBox 3">
            <a:extLst>
              <a:ext uri="{FF2B5EF4-FFF2-40B4-BE49-F238E27FC236}">
                <a16:creationId xmlns:a16="http://schemas.microsoft.com/office/drawing/2014/main" id="{7C11ABDD-E3D0-4342-A5F2-041E443084AC}"/>
              </a:ext>
            </a:extLst>
          </p:cNvPr>
          <p:cNvSpPr txBox="1"/>
          <p:nvPr/>
        </p:nvSpPr>
        <p:spPr>
          <a:xfrm>
            <a:off x="280354" y="4151586"/>
            <a:ext cx="11109435" cy="2677656"/>
          </a:xfrm>
          <a:prstGeom prst="rect">
            <a:avLst/>
          </a:prstGeom>
          <a:noFill/>
        </p:spPr>
        <p:txBody>
          <a:bodyPr wrap="square" rtlCol="0">
            <a:spAutoFit/>
          </a:bodyPr>
          <a:lstStyle/>
          <a:p>
            <a:r>
              <a:rPr lang="en-AU" sz="2400" dirty="0"/>
              <a:t>Why is the above prime number illegal?</a:t>
            </a:r>
          </a:p>
          <a:p>
            <a:endParaRPr lang="en-AU" sz="2400" dirty="0"/>
          </a:p>
          <a:p>
            <a:r>
              <a:rPr lang="en-AU" sz="2400" dirty="0"/>
              <a:t>Because if you use this above prime number you can decode the DRM (Digital Rights Management) on things like DVDs with copy protection.</a:t>
            </a:r>
          </a:p>
          <a:p>
            <a:endParaRPr lang="en-AU" sz="2400" dirty="0"/>
          </a:p>
          <a:p>
            <a:r>
              <a:rPr lang="en-AU" sz="2400" dirty="0"/>
              <a:t>(I changed a single number on the above prime number to make sure I don’t get in trouble. Really!).</a:t>
            </a:r>
          </a:p>
        </p:txBody>
      </p:sp>
      <p:sp>
        <p:nvSpPr>
          <p:cNvPr id="5" name="Rectangle 4">
            <a:extLst>
              <a:ext uri="{FF2B5EF4-FFF2-40B4-BE49-F238E27FC236}">
                <a16:creationId xmlns:a16="http://schemas.microsoft.com/office/drawing/2014/main" id="{B7730EA7-5B31-46E4-BAD4-825D44144F53}"/>
              </a:ext>
            </a:extLst>
          </p:cNvPr>
          <p:cNvSpPr/>
          <p:nvPr/>
        </p:nvSpPr>
        <p:spPr>
          <a:xfrm>
            <a:off x="280354" y="1638399"/>
            <a:ext cx="4648998" cy="1938992"/>
          </a:xfrm>
          <a:prstGeom prst="rect">
            <a:avLst/>
          </a:prstGeom>
        </p:spPr>
        <p:txBody>
          <a:bodyPr wrap="square">
            <a:spAutoFit/>
          </a:bodyPr>
          <a:lstStyle/>
          <a:p>
            <a:r>
              <a:rPr lang="en-AU" sz="2400" dirty="0"/>
              <a:t>In cryptography – information security, credit card payments, passwords, military communication – anywhere you want to keep a message secret.</a:t>
            </a:r>
          </a:p>
        </p:txBody>
      </p:sp>
    </p:spTree>
    <p:extLst>
      <p:ext uri="{BB962C8B-B14F-4D97-AF65-F5344CB8AC3E}">
        <p14:creationId xmlns:p14="http://schemas.microsoft.com/office/powerpoint/2010/main" val="13411509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ppt_x"/>
                                          </p:val>
                                        </p:tav>
                                        <p:tav tm="100000">
                                          <p:val>
                                            <p:strVal val="#ppt_x"/>
                                          </p:val>
                                        </p:tav>
                                      </p:tavLst>
                                    </p:anim>
                                    <p:anim calcmode="lin" valueType="num">
                                      <p:cBhvr additive="base">
                                        <p:cTn id="13"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2" name="Straight Connector 11">
            <a:extLst>
              <a:ext uri="{FF2B5EF4-FFF2-40B4-BE49-F238E27FC236}">
                <a16:creationId xmlns:a16="http://schemas.microsoft.com/office/drawing/2014/main" id="{182E708C-71E9-4394-B264-F716CFD18F17}"/>
              </a:ext>
            </a:extLst>
          </p:cNvPr>
          <p:cNvCxnSpPr>
            <a:cxnSpLocks/>
          </p:cNvCxnSpPr>
          <p:nvPr/>
        </p:nvCxnSpPr>
        <p:spPr>
          <a:xfrm>
            <a:off x="74645" y="777796"/>
            <a:ext cx="12117355"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3" name="Straight Connector 12">
            <a:extLst>
              <a:ext uri="{FF2B5EF4-FFF2-40B4-BE49-F238E27FC236}">
                <a16:creationId xmlns:a16="http://schemas.microsoft.com/office/drawing/2014/main" id="{EC740D6E-7B99-4DDB-9DE0-A5B61E8C3072}"/>
              </a:ext>
            </a:extLst>
          </p:cNvPr>
          <p:cNvCxnSpPr>
            <a:cxnSpLocks/>
          </p:cNvCxnSpPr>
          <p:nvPr/>
        </p:nvCxnSpPr>
        <p:spPr>
          <a:xfrm flipV="1">
            <a:off x="0" y="1222394"/>
            <a:ext cx="12192000" cy="2229"/>
          </a:xfrm>
          <a:prstGeom prst="line">
            <a:avLst/>
          </a:prstGeom>
        </p:spPr>
        <p:style>
          <a:lnRef idx="1">
            <a:schemeClr val="accent2"/>
          </a:lnRef>
          <a:fillRef idx="0">
            <a:schemeClr val="accent2"/>
          </a:fillRef>
          <a:effectRef idx="0">
            <a:schemeClr val="accent2"/>
          </a:effectRef>
          <a:fontRef idx="minor">
            <a:schemeClr val="tx1"/>
          </a:fontRef>
        </p:style>
      </p:cxnSp>
      <p:sp>
        <p:nvSpPr>
          <p:cNvPr id="14" name="TextBox 13">
            <a:extLst>
              <a:ext uri="{FF2B5EF4-FFF2-40B4-BE49-F238E27FC236}">
                <a16:creationId xmlns:a16="http://schemas.microsoft.com/office/drawing/2014/main" id="{B9F519F3-0A4A-4CE2-A029-D8462460B133}"/>
              </a:ext>
            </a:extLst>
          </p:cNvPr>
          <p:cNvSpPr txBox="1"/>
          <p:nvPr/>
        </p:nvSpPr>
        <p:spPr>
          <a:xfrm>
            <a:off x="178608" y="0"/>
            <a:ext cx="576064" cy="830997"/>
          </a:xfrm>
          <a:prstGeom prst="rect">
            <a:avLst/>
          </a:prstGeom>
          <a:noFill/>
        </p:spPr>
        <p:txBody>
          <a:bodyPr wrap="square" rtlCol="0">
            <a:spAutoFit/>
          </a:bodyPr>
          <a:lstStyle/>
          <a:p>
            <a:r>
              <a:rPr lang="en-AU" sz="1600" dirty="0"/>
              <a:t>24</a:t>
            </a:r>
          </a:p>
          <a:p>
            <a:r>
              <a:rPr lang="en-AU" sz="1600" dirty="0"/>
              <a:t>7</a:t>
            </a:r>
          </a:p>
          <a:p>
            <a:r>
              <a:rPr lang="en-AU" sz="1600" dirty="0"/>
              <a:t>30</a:t>
            </a:r>
          </a:p>
        </p:txBody>
      </p:sp>
      <p:cxnSp>
        <p:nvCxnSpPr>
          <p:cNvPr id="15" name="Straight Connector 14">
            <a:extLst>
              <a:ext uri="{FF2B5EF4-FFF2-40B4-BE49-F238E27FC236}">
                <a16:creationId xmlns:a16="http://schemas.microsoft.com/office/drawing/2014/main" id="{1BA2B774-B760-43E5-9BF4-42AEF5DA72EC}"/>
              </a:ext>
            </a:extLst>
          </p:cNvPr>
          <p:cNvCxnSpPr>
            <a:cxnSpLocks/>
          </p:cNvCxnSpPr>
          <p:nvPr/>
        </p:nvCxnSpPr>
        <p:spPr>
          <a:xfrm>
            <a:off x="2382459" y="1224621"/>
            <a:ext cx="0" cy="5633379"/>
          </a:xfrm>
          <a:prstGeom prst="line">
            <a:avLst/>
          </a:prstGeom>
        </p:spPr>
        <p:style>
          <a:lnRef idx="1">
            <a:schemeClr val="accent2"/>
          </a:lnRef>
          <a:fillRef idx="0">
            <a:schemeClr val="accent2"/>
          </a:fillRef>
          <a:effectRef idx="0">
            <a:schemeClr val="accent2"/>
          </a:effectRef>
          <a:fontRef idx="minor">
            <a:schemeClr val="tx1"/>
          </a:fontRef>
        </p:style>
      </p:cxnSp>
      <p:sp>
        <p:nvSpPr>
          <p:cNvPr id="16" name="TextBox 15">
            <a:extLst>
              <a:ext uri="{FF2B5EF4-FFF2-40B4-BE49-F238E27FC236}">
                <a16:creationId xmlns:a16="http://schemas.microsoft.com/office/drawing/2014/main" id="{11F6732A-3FF2-4581-B023-0CCB419F4C17}"/>
              </a:ext>
            </a:extLst>
          </p:cNvPr>
          <p:cNvSpPr txBox="1"/>
          <p:nvPr/>
        </p:nvSpPr>
        <p:spPr>
          <a:xfrm>
            <a:off x="10384272" y="258042"/>
            <a:ext cx="1584176" cy="461665"/>
          </a:xfrm>
          <a:prstGeom prst="rect">
            <a:avLst/>
          </a:prstGeom>
          <a:noFill/>
        </p:spPr>
        <p:txBody>
          <a:bodyPr wrap="square" rtlCol="0">
            <a:spAutoFit/>
          </a:bodyPr>
          <a:lstStyle/>
          <a:p>
            <a:r>
              <a:rPr lang="en-AU" sz="2400" dirty="0"/>
              <a:t>Date</a:t>
            </a:r>
          </a:p>
        </p:txBody>
      </p:sp>
      <p:sp>
        <p:nvSpPr>
          <p:cNvPr id="17" name="TextBox 16">
            <a:extLst>
              <a:ext uri="{FF2B5EF4-FFF2-40B4-BE49-F238E27FC236}">
                <a16:creationId xmlns:a16="http://schemas.microsoft.com/office/drawing/2014/main" id="{EC05745E-D2A7-4A30-B812-5738EFA91614}"/>
              </a:ext>
            </a:extLst>
          </p:cNvPr>
          <p:cNvSpPr txBox="1"/>
          <p:nvPr/>
        </p:nvSpPr>
        <p:spPr>
          <a:xfrm>
            <a:off x="754672" y="196208"/>
            <a:ext cx="3796296" cy="523220"/>
          </a:xfrm>
          <a:prstGeom prst="rect">
            <a:avLst/>
          </a:prstGeom>
          <a:noFill/>
        </p:spPr>
        <p:txBody>
          <a:bodyPr wrap="none" rtlCol="0">
            <a:spAutoFit/>
          </a:bodyPr>
          <a:lstStyle/>
          <a:p>
            <a:r>
              <a:rPr lang="en-AU" sz="2800" dirty="0"/>
              <a:t>Special numbers review  </a:t>
            </a:r>
          </a:p>
        </p:txBody>
      </p:sp>
      <p:sp>
        <p:nvSpPr>
          <p:cNvPr id="18" name="TextBox 17">
            <a:extLst>
              <a:ext uri="{FF2B5EF4-FFF2-40B4-BE49-F238E27FC236}">
                <a16:creationId xmlns:a16="http://schemas.microsoft.com/office/drawing/2014/main" id="{9C85288A-4CE0-4CC8-A16B-D6C8F38EAA17}"/>
              </a:ext>
            </a:extLst>
          </p:cNvPr>
          <p:cNvSpPr txBox="1"/>
          <p:nvPr/>
        </p:nvSpPr>
        <p:spPr>
          <a:xfrm>
            <a:off x="645626" y="735407"/>
            <a:ext cx="10420959" cy="461665"/>
          </a:xfrm>
          <a:prstGeom prst="rect">
            <a:avLst/>
          </a:prstGeom>
          <a:noFill/>
        </p:spPr>
        <p:txBody>
          <a:bodyPr wrap="square" rtlCol="0">
            <a:spAutoFit/>
          </a:bodyPr>
          <a:lstStyle/>
          <a:p>
            <a:r>
              <a:rPr lang="en-AU" sz="2400" dirty="0"/>
              <a:t>EQ – What are primes, composites, perfect squares and triangular numbers</a:t>
            </a:r>
          </a:p>
        </p:txBody>
      </p:sp>
      <p:sp>
        <p:nvSpPr>
          <p:cNvPr id="2" name="Rectangle 1">
            <a:extLst>
              <a:ext uri="{FF2B5EF4-FFF2-40B4-BE49-F238E27FC236}">
                <a16:creationId xmlns:a16="http://schemas.microsoft.com/office/drawing/2014/main" id="{916C857F-2F32-4CA9-A35B-968B5C5F89FF}"/>
              </a:ext>
            </a:extLst>
          </p:cNvPr>
          <p:cNvSpPr/>
          <p:nvPr/>
        </p:nvSpPr>
        <p:spPr>
          <a:xfrm>
            <a:off x="2652819" y="1454835"/>
            <a:ext cx="8249639" cy="707886"/>
          </a:xfrm>
          <a:prstGeom prst="rect">
            <a:avLst/>
          </a:prstGeom>
        </p:spPr>
        <p:txBody>
          <a:bodyPr wrap="square">
            <a:spAutoFit/>
          </a:bodyPr>
          <a:lstStyle/>
          <a:p>
            <a:r>
              <a:rPr lang="en-GB" sz="2000" dirty="0"/>
              <a:t>A prime whole number has to be greater than 1 and only divisible by itself and 1; so it only has factors of 1 and itself.</a:t>
            </a:r>
            <a:endParaRPr lang="en-AU" sz="2000" dirty="0"/>
          </a:p>
        </p:txBody>
      </p:sp>
      <p:sp>
        <p:nvSpPr>
          <p:cNvPr id="320" name="Rectangle 319">
            <a:extLst>
              <a:ext uri="{FF2B5EF4-FFF2-40B4-BE49-F238E27FC236}">
                <a16:creationId xmlns:a16="http://schemas.microsoft.com/office/drawing/2014/main" id="{22DBB19A-166C-42C4-80FD-346B23AD2182}"/>
              </a:ext>
            </a:extLst>
          </p:cNvPr>
          <p:cNvSpPr/>
          <p:nvPr/>
        </p:nvSpPr>
        <p:spPr>
          <a:xfrm>
            <a:off x="2652819" y="2526787"/>
            <a:ext cx="8249639" cy="1323439"/>
          </a:xfrm>
          <a:prstGeom prst="rect">
            <a:avLst/>
          </a:prstGeom>
        </p:spPr>
        <p:txBody>
          <a:bodyPr wrap="square">
            <a:spAutoFit/>
          </a:bodyPr>
          <a:lstStyle/>
          <a:p>
            <a:r>
              <a:rPr lang="en-GB" sz="2000" dirty="0"/>
              <a:t>A composite number is a whole number greater than 1 that is not a prime number. This means it has more factors than just itself and 1.</a:t>
            </a:r>
          </a:p>
          <a:p>
            <a:endParaRPr lang="en-GB" sz="2000" dirty="0"/>
          </a:p>
          <a:p>
            <a:r>
              <a:rPr lang="en-GB" sz="2000" dirty="0"/>
              <a:t>For example 12 has the following factors</a:t>
            </a:r>
            <a:endParaRPr lang="en-AU" sz="2000" dirty="0"/>
          </a:p>
        </p:txBody>
      </p:sp>
    </p:spTree>
    <p:extLst>
      <p:ext uri="{BB962C8B-B14F-4D97-AF65-F5344CB8AC3E}">
        <p14:creationId xmlns:p14="http://schemas.microsoft.com/office/powerpoint/2010/main" val="18797097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2" name="Straight Connector 11">
            <a:extLst>
              <a:ext uri="{FF2B5EF4-FFF2-40B4-BE49-F238E27FC236}">
                <a16:creationId xmlns:a16="http://schemas.microsoft.com/office/drawing/2014/main" id="{182E708C-71E9-4394-B264-F716CFD18F17}"/>
              </a:ext>
            </a:extLst>
          </p:cNvPr>
          <p:cNvCxnSpPr>
            <a:cxnSpLocks/>
          </p:cNvCxnSpPr>
          <p:nvPr/>
        </p:nvCxnSpPr>
        <p:spPr>
          <a:xfrm>
            <a:off x="74645" y="777796"/>
            <a:ext cx="12117355"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3" name="Straight Connector 12">
            <a:extLst>
              <a:ext uri="{FF2B5EF4-FFF2-40B4-BE49-F238E27FC236}">
                <a16:creationId xmlns:a16="http://schemas.microsoft.com/office/drawing/2014/main" id="{EC740D6E-7B99-4DDB-9DE0-A5B61E8C3072}"/>
              </a:ext>
            </a:extLst>
          </p:cNvPr>
          <p:cNvCxnSpPr>
            <a:cxnSpLocks/>
          </p:cNvCxnSpPr>
          <p:nvPr/>
        </p:nvCxnSpPr>
        <p:spPr>
          <a:xfrm flipV="1">
            <a:off x="0" y="1222394"/>
            <a:ext cx="12192000" cy="2229"/>
          </a:xfrm>
          <a:prstGeom prst="line">
            <a:avLst/>
          </a:prstGeom>
        </p:spPr>
        <p:style>
          <a:lnRef idx="1">
            <a:schemeClr val="accent2"/>
          </a:lnRef>
          <a:fillRef idx="0">
            <a:schemeClr val="accent2"/>
          </a:fillRef>
          <a:effectRef idx="0">
            <a:schemeClr val="accent2"/>
          </a:effectRef>
          <a:fontRef idx="minor">
            <a:schemeClr val="tx1"/>
          </a:fontRef>
        </p:style>
      </p:cxnSp>
      <p:sp>
        <p:nvSpPr>
          <p:cNvPr id="14" name="TextBox 13">
            <a:extLst>
              <a:ext uri="{FF2B5EF4-FFF2-40B4-BE49-F238E27FC236}">
                <a16:creationId xmlns:a16="http://schemas.microsoft.com/office/drawing/2014/main" id="{B9F519F3-0A4A-4CE2-A029-D8462460B133}"/>
              </a:ext>
            </a:extLst>
          </p:cNvPr>
          <p:cNvSpPr txBox="1"/>
          <p:nvPr/>
        </p:nvSpPr>
        <p:spPr>
          <a:xfrm>
            <a:off x="178608" y="0"/>
            <a:ext cx="576064" cy="830997"/>
          </a:xfrm>
          <a:prstGeom prst="rect">
            <a:avLst/>
          </a:prstGeom>
          <a:noFill/>
        </p:spPr>
        <p:txBody>
          <a:bodyPr wrap="square" rtlCol="0">
            <a:spAutoFit/>
          </a:bodyPr>
          <a:lstStyle/>
          <a:p>
            <a:r>
              <a:rPr lang="en-AU" sz="1600" dirty="0"/>
              <a:t>24</a:t>
            </a:r>
          </a:p>
          <a:p>
            <a:r>
              <a:rPr lang="en-AU" sz="1600" dirty="0"/>
              <a:t>7</a:t>
            </a:r>
          </a:p>
          <a:p>
            <a:r>
              <a:rPr lang="en-AU" sz="1600" dirty="0"/>
              <a:t>30</a:t>
            </a:r>
          </a:p>
        </p:txBody>
      </p:sp>
      <p:cxnSp>
        <p:nvCxnSpPr>
          <p:cNvPr id="15" name="Straight Connector 14">
            <a:extLst>
              <a:ext uri="{FF2B5EF4-FFF2-40B4-BE49-F238E27FC236}">
                <a16:creationId xmlns:a16="http://schemas.microsoft.com/office/drawing/2014/main" id="{1BA2B774-B760-43E5-9BF4-42AEF5DA72EC}"/>
              </a:ext>
            </a:extLst>
          </p:cNvPr>
          <p:cNvCxnSpPr>
            <a:cxnSpLocks/>
          </p:cNvCxnSpPr>
          <p:nvPr/>
        </p:nvCxnSpPr>
        <p:spPr>
          <a:xfrm>
            <a:off x="2382459" y="1224621"/>
            <a:ext cx="0" cy="5633379"/>
          </a:xfrm>
          <a:prstGeom prst="line">
            <a:avLst/>
          </a:prstGeom>
        </p:spPr>
        <p:style>
          <a:lnRef idx="1">
            <a:schemeClr val="accent2"/>
          </a:lnRef>
          <a:fillRef idx="0">
            <a:schemeClr val="accent2"/>
          </a:fillRef>
          <a:effectRef idx="0">
            <a:schemeClr val="accent2"/>
          </a:effectRef>
          <a:fontRef idx="minor">
            <a:schemeClr val="tx1"/>
          </a:fontRef>
        </p:style>
      </p:cxnSp>
      <p:sp>
        <p:nvSpPr>
          <p:cNvPr id="16" name="TextBox 15">
            <a:extLst>
              <a:ext uri="{FF2B5EF4-FFF2-40B4-BE49-F238E27FC236}">
                <a16:creationId xmlns:a16="http://schemas.microsoft.com/office/drawing/2014/main" id="{11F6732A-3FF2-4581-B023-0CCB419F4C17}"/>
              </a:ext>
            </a:extLst>
          </p:cNvPr>
          <p:cNvSpPr txBox="1"/>
          <p:nvPr/>
        </p:nvSpPr>
        <p:spPr>
          <a:xfrm>
            <a:off x="10384272" y="258042"/>
            <a:ext cx="1584176" cy="461665"/>
          </a:xfrm>
          <a:prstGeom prst="rect">
            <a:avLst/>
          </a:prstGeom>
          <a:noFill/>
        </p:spPr>
        <p:txBody>
          <a:bodyPr wrap="square" rtlCol="0">
            <a:spAutoFit/>
          </a:bodyPr>
          <a:lstStyle/>
          <a:p>
            <a:r>
              <a:rPr lang="en-AU" sz="2400" dirty="0"/>
              <a:t>Date</a:t>
            </a:r>
          </a:p>
        </p:txBody>
      </p:sp>
      <p:sp>
        <p:nvSpPr>
          <p:cNvPr id="17" name="TextBox 16">
            <a:extLst>
              <a:ext uri="{FF2B5EF4-FFF2-40B4-BE49-F238E27FC236}">
                <a16:creationId xmlns:a16="http://schemas.microsoft.com/office/drawing/2014/main" id="{EC05745E-D2A7-4A30-B812-5738EFA91614}"/>
              </a:ext>
            </a:extLst>
          </p:cNvPr>
          <p:cNvSpPr txBox="1"/>
          <p:nvPr/>
        </p:nvSpPr>
        <p:spPr>
          <a:xfrm>
            <a:off x="754672" y="196208"/>
            <a:ext cx="3796296" cy="523220"/>
          </a:xfrm>
          <a:prstGeom prst="rect">
            <a:avLst/>
          </a:prstGeom>
          <a:noFill/>
        </p:spPr>
        <p:txBody>
          <a:bodyPr wrap="none" rtlCol="0">
            <a:spAutoFit/>
          </a:bodyPr>
          <a:lstStyle/>
          <a:p>
            <a:r>
              <a:rPr lang="en-AU" sz="2800" dirty="0"/>
              <a:t>Special numbers review  </a:t>
            </a:r>
          </a:p>
        </p:txBody>
      </p:sp>
      <p:sp>
        <p:nvSpPr>
          <p:cNvPr id="18" name="TextBox 17">
            <a:extLst>
              <a:ext uri="{FF2B5EF4-FFF2-40B4-BE49-F238E27FC236}">
                <a16:creationId xmlns:a16="http://schemas.microsoft.com/office/drawing/2014/main" id="{9C85288A-4CE0-4CC8-A16B-D6C8F38EAA17}"/>
              </a:ext>
            </a:extLst>
          </p:cNvPr>
          <p:cNvSpPr txBox="1"/>
          <p:nvPr/>
        </p:nvSpPr>
        <p:spPr>
          <a:xfrm>
            <a:off x="645626" y="735407"/>
            <a:ext cx="10420959" cy="461665"/>
          </a:xfrm>
          <a:prstGeom prst="rect">
            <a:avLst/>
          </a:prstGeom>
          <a:noFill/>
        </p:spPr>
        <p:txBody>
          <a:bodyPr wrap="square" rtlCol="0">
            <a:spAutoFit/>
          </a:bodyPr>
          <a:lstStyle/>
          <a:p>
            <a:r>
              <a:rPr lang="en-AU" sz="2400" dirty="0"/>
              <a:t>EQ – What are primes, composites, perfect squares and triangular numbers</a:t>
            </a:r>
          </a:p>
        </p:txBody>
      </p:sp>
      <p:sp>
        <p:nvSpPr>
          <p:cNvPr id="320" name="Rectangle 319">
            <a:extLst>
              <a:ext uri="{FF2B5EF4-FFF2-40B4-BE49-F238E27FC236}">
                <a16:creationId xmlns:a16="http://schemas.microsoft.com/office/drawing/2014/main" id="{22DBB19A-166C-42C4-80FD-346B23AD2182}"/>
              </a:ext>
            </a:extLst>
          </p:cNvPr>
          <p:cNvSpPr/>
          <p:nvPr/>
        </p:nvSpPr>
        <p:spPr>
          <a:xfrm>
            <a:off x="2584896" y="1388414"/>
            <a:ext cx="8249639" cy="400110"/>
          </a:xfrm>
          <a:prstGeom prst="rect">
            <a:avLst/>
          </a:prstGeom>
        </p:spPr>
        <p:txBody>
          <a:bodyPr wrap="square">
            <a:spAutoFit/>
          </a:bodyPr>
          <a:lstStyle/>
          <a:p>
            <a:r>
              <a:rPr lang="en-GB" sz="2000" dirty="0"/>
              <a:t>For example 12 has the following factors 1, 2, 3, 4, 6, 12</a:t>
            </a:r>
            <a:endParaRPr lang="en-AU" sz="2000" dirty="0"/>
          </a:p>
        </p:txBody>
      </p:sp>
      <p:pic>
        <p:nvPicPr>
          <p:cNvPr id="3" name="Picture 2">
            <a:extLst>
              <a:ext uri="{FF2B5EF4-FFF2-40B4-BE49-F238E27FC236}">
                <a16:creationId xmlns:a16="http://schemas.microsoft.com/office/drawing/2014/main" id="{59FDE539-D29E-4F90-9735-7438B0228E0B}"/>
              </a:ext>
            </a:extLst>
          </p:cNvPr>
          <p:cNvPicPr>
            <a:picLocks noChangeAspect="1"/>
          </p:cNvPicPr>
          <p:nvPr/>
        </p:nvPicPr>
        <p:blipFill>
          <a:blip r:embed="rId3"/>
          <a:stretch>
            <a:fillRect/>
          </a:stretch>
        </p:blipFill>
        <p:spPr>
          <a:xfrm>
            <a:off x="5542340" y="1793614"/>
            <a:ext cx="5125657" cy="5011245"/>
          </a:xfrm>
          <a:prstGeom prst="rect">
            <a:avLst/>
          </a:prstGeom>
        </p:spPr>
      </p:pic>
    </p:spTree>
    <p:extLst>
      <p:ext uri="{BB962C8B-B14F-4D97-AF65-F5344CB8AC3E}">
        <p14:creationId xmlns:p14="http://schemas.microsoft.com/office/powerpoint/2010/main" val="31321759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2" name="Straight Connector 11">
            <a:extLst>
              <a:ext uri="{FF2B5EF4-FFF2-40B4-BE49-F238E27FC236}">
                <a16:creationId xmlns:a16="http://schemas.microsoft.com/office/drawing/2014/main" id="{182E708C-71E9-4394-B264-F716CFD18F17}"/>
              </a:ext>
            </a:extLst>
          </p:cNvPr>
          <p:cNvCxnSpPr>
            <a:cxnSpLocks/>
          </p:cNvCxnSpPr>
          <p:nvPr/>
        </p:nvCxnSpPr>
        <p:spPr>
          <a:xfrm>
            <a:off x="74645" y="777796"/>
            <a:ext cx="12117355"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3" name="Straight Connector 12">
            <a:extLst>
              <a:ext uri="{FF2B5EF4-FFF2-40B4-BE49-F238E27FC236}">
                <a16:creationId xmlns:a16="http://schemas.microsoft.com/office/drawing/2014/main" id="{EC740D6E-7B99-4DDB-9DE0-A5B61E8C3072}"/>
              </a:ext>
            </a:extLst>
          </p:cNvPr>
          <p:cNvCxnSpPr>
            <a:cxnSpLocks/>
          </p:cNvCxnSpPr>
          <p:nvPr/>
        </p:nvCxnSpPr>
        <p:spPr>
          <a:xfrm flipV="1">
            <a:off x="0" y="1222394"/>
            <a:ext cx="12192000" cy="2229"/>
          </a:xfrm>
          <a:prstGeom prst="line">
            <a:avLst/>
          </a:prstGeom>
        </p:spPr>
        <p:style>
          <a:lnRef idx="1">
            <a:schemeClr val="accent2"/>
          </a:lnRef>
          <a:fillRef idx="0">
            <a:schemeClr val="accent2"/>
          </a:fillRef>
          <a:effectRef idx="0">
            <a:schemeClr val="accent2"/>
          </a:effectRef>
          <a:fontRef idx="minor">
            <a:schemeClr val="tx1"/>
          </a:fontRef>
        </p:style>
      </p:cxnSp>
      <p:sp>
        <p:nvSpPr>
          <p:cNvPr id="14" name="TextBox 13">
            <a:extLst>
              <a:ext uri="{FF2B5EF4-FFF2-40B4-BE49-F238E27FC236}">
                <a16:creationId xmlns:a16="http://schemas.microsoft.com/office/drawing/2014/main" id="{B9F519F3-0A4A-4CE2-A029-D8462460B133}"/>
              </a:ext>
            </a:extLst>
          </p:cNvPr>
          <p:cNvSpPr txBox="1"/>
          <p:nvPr/>
        </p:nvSpPr>
        <p:spPr>
          <a:xfrm>
            <a:off x="178608" y="0"/>
            <a:ext cx="576064" cy="830997"/>
          </a:xfrm>
          <a:prstGeom prst="rect">
            <a:avLst/>
          </a:prstGeom>
          <a:noFill/>
        </p:spPr>
        <p:txBody>
          <a:bodyPr wrap="square" rtlCol="0">
            <a:spAutoFit/>
          </a:bodyPr>
          <a:lstStyle/>
          <a:p>
            <a:r>
              <a:rPr lang="en-AU" sz="1600" dirty="0"/>
              <a:t>24</a:t>
            </a:r>
          </a:p>
          <a:p>
            <a:r>
              <a:rPr lang="en-AU" sz="1600" dirty="0"/>
              <a:t>7</a:t>
            </a:r>
          </a:p>
          <a:p>
            <a:r>
              <a:rPr lang="en-AU" sz="1600" dirty="0"/>
              <a:t>30</a:t>
            </a:r>
          </a:p>
        </p:txBody>
      </p:sp>
      <p:cxnSp>
        <p:nvCxnSpPr>
          <p:cNvPr id="15" name="Straight Connector 14">
            <a:extLst>
              <a:ext uri="{FF2B5EF4-FFF2-40B4-BE49-F238E27FC236}">
                <a16:creationId xmlns:a16="http://schemas.microsoft.com/office/drawing/2014/main" id="{1BA2B774-B760-43E5-9BF4-42AEF5DA72EC}"/>
              </a:ext>
            </a:extLst>
          </p:cNvPr>
          <p:cNvCxnSpPr>
            <a:cxnSpLocks/>
          </p:cNvCxnSpPr>
          <p:nvPr/>
        </p:nvCxnSpPr>
        <p:spPr>
          <a:xfrm>
            <a:off x="2382459" y="1224621"/>
            <a:ext cx="0" cy="5633379"/>
          </a:xfrm>
          <a:prstGeom prst="line">
            <a:avLst/>
          </a:prstGeom>
        </p:spPr>
        <p:style>
          <a:lnRef idx="1">
            <a:schemeClr val="accent2"/>
          </a:lnRef>
          <a:fillRef idx="0">
            <a:schemeClr val="accent2"/>
          </a:fillRef>
          <a:effectRef idx="0">
            <a:schemeClr val="accent2"/>
          </a:effectRef>
          <a:fontRef idx="minor">
            <a:schemeClr val="tx1"/>
          </a:fontRef>
        </p:style>
      </p:cxnSp>
      <p:sp>
        <p:nvSpPr>
          <p:cNvPr id="16" name="TextBox 15">
            <a:extLst>
              <a:ext uri="{FF2B5EF4-FFF2-40B4-BE49-F238E27FC236}">
                <a16:creationId xmlns:a16="http://schemas.microsoft.com/office/drawing/2014/main" id="{11F6732A-3FF2-4581-B023-0CCB419F4C17}"/>
              </a:ext>
            </a:extLst>
          </p:cNvPr>
          <p:cNvSpPr txBox="1"/>
          <p:nvPr/>
        </p:nvSpPr>
        <p:spPr>
          <a:xfrm>
            <a:off x="10384272" y="258042"/>
            <a:ext cx="1584176" cy="461665"/>
          </a:xfrm>
          <a:prstGeom prst="rect">
            <a:avLst/>
          </a:prstGeom>
          <a:noFill/>
        </p:spPr>
        <p:txBody>
          <a:bodyPr wrap="square" rtlCol="0">
            <a:spAutoFit/>
          </a:bodyPr>
          <a:lstStyle/>
          <a:p>
            <a:r>
              <a:rPr lang="en-AU" sz="2400" dirty="0"/>
              <a:t>Date</a:t>
            </a:r>
          </a:p>
        </p:txBody>
      </p:sp>
      <p:sp>
        <p:nvSpPr>
          <p:cNvPr id="17" name="TextBox 16">
            <a:extLst>
              <a:ext uri="{FF2B5EF4-FFF2-40B4-BE49-F238E27FC236}">
                <a16:creationId xmlns:a16="http://schemas.microsoft.com/office/drawing/2014/main" id="{EC05745E-D2A7-4A30-B812-5738EFA91614}"/>
              </a:ext>
            </a:extLst>
          </p:cNvPr>
          <p:cNvSpPr txBox="1"/>
          <p:nvPr/>
        </p:nvSpPr>
        <p:spPr>
          <a:xfrm>
            <a:off x="754672" y="196208"/>
            <a:ext cx="3796296" cy="523220"/>
          </a:xfrm>
          <a:prstGeom prst="rect">
            <a:avLst/>
          </a:prstGeom>
          <a:noFill/>
        </p:spPr>
        <p:txBody>
          <a:bodyPr wrap="none" rtlCol="0">
            <a:spAutoFit/>
          </a:bodyPr>
          <a:lstStyle/>
          <a:p>
            <a:r>
              <a:rPr lang="en-AU" sz="2800" dirty="0"/>
              <a:t>Special numbers review  </a:t>
            </a:r>
          </a:p>
        </p:txBody>
      </p:sp>
      <p:sp>
        <p:nvSpPr>
          <p:cNvPr id="18" name="TextBox 17">
            <a:extLst>
              <a:ext uri="{FF2B5EF4-FFF2-40B4-BE49-F238E27FC236}">
                <a16:creationId xmlns:a16="http://schemas.microsoft.com/office/drawing/2014/main" id="{9C85288A-4CE0-4CC8-A16B-D6C8F38EAA17}"/>
              </a:ext>
            </a:extLst>
          </p:cNvPr>
          <p:cNvSpPr txBox="1"/>
          <p:nvPr/>
        </p:nvSpPr>
        <p:spPr>
          <a:xfrm>
            <a:off x="645626" y="735407"/>
            <a:ext cx="10420959" cy="461665"/>
          </a:xfrm>
          <a:prstGeom prst="rect">
            <a:avLst/>
          </a:prstGeom>
          <a:noFill/>
        </p:spPr>
        <p:txBody>
          <a:bodyPr wrap="square" rtlCol="0">
            <a:spAutoFit/>
          </a:bodyPr>
          <a:lstStyle/>
          <a:p>
            <a:r>
              <a:rPr lang="en-AU" sz="2400" dirty="0"/>
              <a:t>EQ – What are primes, composites, perfect squares and triangular numbers</a:t>
            </a:r>
          </a:p>
        </p:txBody>
      </p:sp>
      <p:sp>
        <p:nvSpPr>
          <p:cNvPr id="2" name="Rectangle 1">
            <a:extLst>
              <a:ext uri="{FF2B5EF4-FFF2-40B4-BE49-F238E27FC236}">
                <a16:creationId xmlns:a16="http://schemas.microsoft.com/office/drawing/2014/main" id="{916C857F-2F32-4CA9-A35B-968B5C5F89FF}"/>
              </a:ext>
            </a:extLst>
          </p:cNvPr>
          <p:cNvSpPr/>
          <p:nvPr/>
        </p:nvSpPr>
        <p:spPr>
          <a:xfrm>
            <a:off x="2652819" y="1454835"/>
            <a:ext cx="8249639" cy="707886"/>
          </a:xfrm>
          <a:prstGeom prst="rect">
            <a:avLst/>
          </a:prstGeom>
        </p:spPr>
        <p:txBody>
          <a:bodyPr wrap="square">
            <a:spAutoFit/>
          </a:bodyPr>
          <a:lstStyle/>
          <a:p>
            <a:r>
              <a:rPr lang="en-GB" sz="2000" dirty="0"/>
              <a:t>A prime whole number has to be greater than 1 and only divisible by itself and 1; so it only has factors of 1 and itself.</a:t>
            </a:r>
            <a:endParaRPr lang="en-AU" sz="2000" dirty="0"/>
          </a:p>
        </p:txBody>
      </p:sp>
      <p:sp>
        <p:nvSpPr>
          <p:cNvPr id="320" name="Rectangle 319">
            <a:extLst>
              <a:ext uri="{FF2B5EF4-FFF2-40B4-BE49-F238E27FC236}">
                <a16:creationId xmlns:a16="http://schemas.microsoft.com/office/drawing/2014/main" id="{22DBB19A-166C-42C4-80FD-346B23AD2182}"/>
              </a:ext>
            </a:extLst>
          </p:cNvPr>
          <p:cNvSpPr/>
          <p:nvPr/>
        </p:nvSpPr>
        <p:spPr>
          <a:xfrm>
            <a:off x="2652819" y="2526787"/>
            <a:ext cx="8249639" cy="2554545"/>
          </a:xfrm>
          <a:prstGeom prst="rect">
            <a:avLst/>
          </a:prstGeom>
        </p:spPr>
        <p:txBody>
          <a:bodyPr wrap="square">
            <a:spAutoFit/>
          </a:bodyPr>
          <a:lstStyle/>
          <a:p>
            <a:r>
              <a:rPr lang="en-GB" sz="2000" dirty="0"/>
              <a:t>A composite number is a whole number greater than 1 that is not a prime number. This means it has more factors than just itself and 1.</a:t>
            </a:r>
          </a:p>
          <a:p>
            <a:endParaRPr lang="en-GB" sz="2000" dirty="0"/>
          </a:p>
          <a:p>
            <a:r>
              <a:rPr lang="en-GB" sz="2000" dirty="0"/>
              <a:t>For example 12 has the following factors: 1, 2, 3, 4, 6, 12</a:t>
            </a:r>
          </a:p>
          <a:p>
            <a:endParaRPr lang="en-GB" sz="2000" dirty="0"/>
          </a:p>
          <a:p>
            <a:r>
              <a:rPr lang="en-GB" sz="2000" dirty="0"/>
              <a:t>A Perfect Square is a number that can be expressed as the product of two equal integers. (It’s what happens when you multiply a whole number by the same whole number).</a:t>
            </a:r>
          </a:p>
        </p:txBody>
      </p:sp>
    </p:spTree>
    <p:extLst>
      <p:ext uri="{BB962C8B-B14F-4D97-AF65-F5344CB8AC3E}">
        <p14:creationId xmlns:p14="http://schemas.microsoft.com/office/powerpoint/2010/main" val="32828768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2" name="Straight Connector 11">
            <a:extLst>
              <a:ext uri="{FF2B5EF4-FFF2-40B4-BE49-F238E27FC236}">
                <a16:creationId xmlns:a16="http://schemas.microsoft.com/office/drawing/2014/main" id="{182E708C-71E9-4394-B264-F716CFD18F17}"/>
              </a:ext>
            </a:extLst>
          </p:cNvPr>
          <p:cNvCxnSpPr>
            <a:cxnSpLocks/>
          </p:cNvCxnSpPr>
          <p:nvPr/>
        </p:nvCxnSpPr>
        <p:spPr>
          <a:xfrm>
            <a:off x="74645" y="777796"/>
            <a:ext cx="12117355"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3" name="Straight Connector 12">
            <a:extLst>
              <a:ext uri="{FF2B5EF4-FFF2-40B4-BE49-F238E27FC236}">
                <a16:creationId xmlns:a16="http://schemas.microsoft.com/office/drawing/2014/main" id="{EC740D6E-7B99-4DDB-9DE0-A5B61E8C3072}"/>
              </a:ext>
            </a:extLst>
          </p:cNvPr>
          <p:cNvCxnSpPr>
            <a:cxnSpLocks/>
          </p:cNvCxnSpPr>
          <p:nvPr/>
        </p:nvCxnSpPr>
        <p:spPr>
          <a:xfrm flipV="1">
            <a:off x="0" y="1222394"/>
            <a:ext cx="12192000" cy="2229"/>
          </a:xfrm>
          <a:prstGeom prst="line">
            <a:avLst/>
          </a:prstGeom>
        </p:spPr>
        <p:style>
          <a:lnRef idx="1">
            <a:schemeClr val="accent2"/>
          </a:lnRef>
          <a:fillRef idx="0">
            <a:schemeClr val="accent2"/>
          </a:fillRef>
          <a:effectRef idx="0">
            <a:schemeClr val="accent2"/>
          </a:effectRef>
          <a:fontRef idx="minor">
            <a:schemeClr val="tx1"/>
          </a:fontRef>
        </p:style>
      </p:cxnSp>
      <p:sp>
        <p:nvSpPr>
          <p:cNvPr id="14" name="TextBox 13">
            <a:extLst>
              <a:ext uri="{FF2B5EF4-FFF2-40B4-BE49-F238E27FC236}">
                <a16:creationId xmlns:a16="http://schemas.microsoft.com/office/drawing/2014/main" id="{B9F519F3-0A4A-4CE2-A029-D8462460B133}"/>
              </a:ext>
            </a:extLst>
          </p:cNvPr>
          <p:cNvSpPr txBox="1"/>
          <p:nvPr/>
        </p:nvSpPr>
        <p:spPr>
          <a:xfrm>
            <a:off x="178608" y="0"/>
            <a:ext cx="576064" cy="830997"/>
          </a:xfrm>
          <a:prstGeom prst="rect">
            <a:avLst/>
          </a:prstGeom>
          <a:noFill/>
        </p:spPr>
        <p:txBody>
          <a:bodyPr wrap="square" rtlCol="0">
            <a:spAutoFit/>
          </a:bodyPr>
          <a:lstStyle/>
          <a:p>
            <a:r>
              <a:rPr lang="en-AU" sz="1600" dirty="0"/>
              <a:t>24</a:t>
            </a:r>
          </a:p>
          <a:p>
            <a:r>
              <a:rPr lang="en-AU" sz="1600" dirty="0"/>
              <a:t>7</a:t>
            </a:r>
          </a:p>
          <a:p>
            <a:r>
              <a:rPr lang="en-AU" sz="1600" dirty="0"/>
              <a:t>30</a:t>
            </a:r>
          </a:p>
        </p:txBody>
      </p:sp>
      <p:cxnSp>
        <p:nvCxnSpPr>
          <p:cNvPr id="15" name="Straight Connector 14">
            <a:extLst>
              <a:ext uri="{FF2B5EF4-FFF2-40B4-BE49-F238E27FC236}">
                <a16:creationId xmlns:a16="http://schemas.microsoft.com/office/drawing/2014/main" id="{1BA2B774-B760-43E5-9BF4-42AEF5DA72EC}"/>
              </a:ext>
            </a:extLst>
          </p:cNvPr>
          <p:cNvCxnSpPr>
            <a:cxnSpLocks/>
          </p:cNvCxnSpPr>
          <p:nvPr/>
        </p:nvCxnSpPr>
        <p:spPr>
          <a:xfrm>
            <a:off x="2382459" y="1224621"/>
            <a:ext cx="0" cy="5633379"/>
          </a:xfrm>
          <a:prstGeom prst="line">
            <a:avLst/>
          </a:prstGeom>
        </p:spPr>
        <p:style>
          <a:lnRef idx="1">
            <a:schemeClr val="accent2"/>
          </a:lnRef>
          <a:fillRef idx="0">
            <a:schemeClr val="accent2"/>
          </a:fillRef>
          <a:effectRef idx="0">
            <a:schemeClr val="accent2"/>
          </a:effectRef>
          <a:fontRef idx="minor">
            <a:schemeClr val="tx1"/>
          </a:fontRef>
        </p:style>
      </p:cxnSp>
      <p:sp>
        <p:nvSpPr>
          <p:cNvPr id="16" name="TextBox 15">
            <a:extLst>
              <a:ext uri="{FF2B5EF4-FFF2-40B4-BE49-F238E27FC236}">
                <a16:creationId xmlns:a16="http://schemas.microsoft.com/office/drawing/2014/main" id="{11F6732A-3FF2-4581-B023-0CCB419F4C17}"/>
              </a:ext>
            </a:extLst>
          </p:cNvPr>
          <p:cNvSpPr txBox="1"/>
          <p:nvPr/>
        </p:nvSpPr>
        <p:spPr>
          <a:xfrm>
            <a:off x="10384272" y="258042"/>
            <a:ext cx="1584176" cy="461665"/>
          </a:xfrm>
          <a:prstGeom prst="rect">
            <a:avLst/>
          </a:prstGeom>
          <a:noFill/>
        </p:spPr>
        <p:txBody>
          <a:bodyPr wrap="square" rtlCol="0">
            <a:spAutoFit/>
          </a:bodyPr>
          <a:lstStyle/>
          <a:p>
            <a:r>
              <a:rPr lang="en-AU" sz="2400" dirty="0"/>
              <a:t>Date</a:t>
            </a:r>
          </a:p>
        </p:txBody>
      </p:sp>
      <p:sp>
        <p:nvSpPr>
          <p:cNvPr id="17" name="TextBox 16">
            <a:extLst>
              <a:ext uri="{FF2B5EF4-FFF2-40B4-BE49-F238E27FC236}">
                <a16:creationId xmlns:a16="http://schemas.microsoft.com/office/drawing/2014/main" id="{EC05745E-D2A7-4A30-B812-5738EFA91614}"/>
              </a:ext>
            </a:extLst>
          </p:cNvPr>
          <p:cNvSpPr txBox="1"/>
          <p:nvPr/>
        </p:nvSpPr>
        <p:spPr>
          <a:xfrm>
            <a:off x="754672" y="196208"/>
            <a:ext cx="3796296" cy="523220"/>
          </a:xfrm>
          <a:prstGeom prst="rect">
            <a:avLst/>
          </a:prstGeom>
          <a:noFill/>
        </p:spPr>
        <p:txBody>
          <a:bodyPr wrap="none" rtlCol="0">
            <a:spAutoFit/>
          </a:bodyPr>
          <a:lstStyle/>
          <a:p>
            <a:r>
              <a:rPr lang="en-AU" sz="2800" dirty="0"/>
              <a:t>Special numbers review  </a:t>
            </a:r>
          </a:p>
        </p:txBody>
      </p:sp>
      <p:sp>
        <p:nvSpPr>
          <p:cNvPr id="18" name="TextBox 17">
            <a:extLst>
              <a:ext uri="{FF2B5EF4-FFF2-40B4-BE49-F238E27FC236}">
                <a16:creationId xmlns:a16="http://schemas.microsoft.com/office/drawing/2014/main" id="{9C85288A-4CE0-4CC8-A16B-D6C8F38EAA17}"/>
              </a:ext>
            </a:extLst>
          </p:cNvPr>
          <p:cNvSpPr txBox="1"/>
          <p:nvPr/>
        </p:nvSpPr>
        <p:spPr>
          <a:xfrm>
            <a:off x="645626" y="735407"/>
            <a:ext cx="10420959" cy="461665"/>
          </a:xfrm>
          <a:prstGeom prst="rect">
            <a:avLst/>
          </a:prstGeom>
          <a:noFill/>
        </p:spPr>
        <p:txBody>
          <a:bodyPr wrap="square" rtlCol="0">
            <a:spAutoFit/>
          </a:bodyPr>
          <a:lstStyle/>
          <a:p>
            <a:r>
              <a:rPr lang="en-AU" sz="2400" dirty="0"/>
              <a:t>EQ – What are primes, composites, perfect squares and triangular numbers</a:t>
            </a:r>
          </a:p>
        </p:txBody>
      </p:sp>
      <p:sp>
        <p:nvSpPr>
          <p:cNvPr id="19" name="Rounded Rectangle 18">
            <a:extLst>
              <a:ext uri="{FF2B5EF4-FFF2-40B4-BE49-F238E27FC236}">
                <a16:creationId xmlns:a16="http://schemas.microsoft.com/office/drawing/2014/main" id="{CE9442F8-32C4-480B-9B6B-605D35F488CD}"/>
              </a:ext>
            </a:extLst>
          </p:cNvPr>
          <p:cNvSpPr/>
          <p:nvPr/>
        </p:nvSpPr>
        <p:spPr>
          <a:xfrm>
            <a:off x="3179649" y="1483333"/>
            <a:ext cx="8568952" cy="5004264"/>
          </a:xfrm>
          <a:prstGeom prst="roundRect">
            <a:avLst>
              <a:gd name="adj" fmla="val 372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sp>
        <p:nvSpPr>
          <p:cNvPr id="24" name="TextBox 23">
            <a:extLst>
              <a:ext uri="{FF2B5EF4-FFF2-40B4-BE49-F238E27FC236}">
                <a16:creationId xmlns:a16="http://schemas.microsoft.com/office/drawing/2014/main" id="{AF30897C-8E82-4D4F-AA45-5032537A92A5}"/>
              </a:ext>
            </a:extLst>
          </p:cNvPr>
          <p:cNvSpPr txBox="1"/>
          <p:nvPr/>
        </p:nvSpPr>
        <p:spPr>
          <a:xfrm>
            <a:off x="3508813" y="4386301"/>
            <a:ext cx="6249985" cy="338554"/>
          </a:xfrm>
          <a:prstGeom prst="rect">
            <a:avLst/>
          </a:prstGeom>
          <a:noFill/>
        </p:spPr>
        <p:txBody>
          <a:bodyPr wrap="square" rtlCol="0">
            <a:spAutoFit/>
          </a:bodyPr>
          <a:lstStyle/>
          <a:p>
            <a:pPr algn="ctr"/>
            <a:r>
              <a:rPr lang="en-GB" sz="1600" b="1" dirty="0">
                <a:solidFill>
                  <a:srgbClr val="003300"/>
                </a:solidFill>
                <a:latin typeface="Arial" pitchFamily="34" charset="0"/>
              </a:rPr>
              <a:t>The numbers have a pattern as shown.</a:t>
            </a:r>
          </a:p>
        </p:txBody>
      </p:sp>
      <p:grpSp>
        <p:nvGrpSpPr>
          <p:cNvPr id="25" name="Group 206">
            <a:extLst>
              <a:ext uri="{FF2B5EF4-FFF2-40B4-BE49-F238E27FC236}">
                <a16:creationId xmlns:a16="http://schemas.microsoft.com/office/drawing/2014/main" id="{8C9E4578-3874-4C4E-AB2F-CC08D31C442B}"/>
              </a:ext>
            </a:extLst>
          </p:cNvPr>
          <p:cNvGrpSpPr/>
          <p:nvPr/>
        </p:nvGrpSpPr>
        <p:grpSpPr>
          <a:xfrm>
            <a:off x="2610912" y="3093097"/>
            <a:ext cx="694631" cy="584775"/>
            <a:chOff x="4338052" y="3892718"/>
            <a:chExt cx="801184" cy="413589"/>
          </a:xfrm>
        </p:grpSpPr>
        <p:sp>
          <p:nvSpPr>
            <p:cNvPr id="26" name="Rounded Rectangle 144">
              <a:extLst>
                <a:ext uri="{FF2B5EF4-FFF2-40B4-BE49-F238E27FC236}">
                  <a16:creationId xmlns:a16="http://schemas.microsoft.com/office/drawing/2014/main" id="{1F096937-592A-4676-AD69-51232E35D2B1}"/>
                </a:ext>
              </a:extLst>
            </p:cNvPr>
            <p:cNvSpPr/>
            <p:nvPr/>
          </p:nvSpPr>
          <p:spPr>
            <a:xfrm>
              <a:off x="4338052" y="3904180"/>
              <a:ext cx="801184" cy="390662"/>
            </a:xfrm>
            <a:prstGeom prst="roundRect">
              <a:avLst>
                <a:gd name="adj" fmla="val 22943"/>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path path="circle">
                <a:fillToRect l="50000" t="50000" r="50000" b="50000"/>
              </a:path>
              <a:tileRect/>
            </a:gra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3200" dirty="0">
                <a:latin typeface="Arial" pitchFamily="34" charset="0"/>
              </a:endParaRPr>
            </a:p>
          </p:txBody>
        </p:sp>
        <p:sp>
          <p:nvSpPr>
            <p:cNvPr id="27" name="TextBox 26">
              <a:extLst>
                <a:ext uri="{FF2B5EF4-FFF2-40B4-BE49-F238E27FC236}">
                  <a16:creationId xmlns:a16="http://schemas.microsoft.com/office/drawing/2014/main" id="{0EFE8882-EFF2-4354-9BF5-4708B6F93567}"/>
                </a:ext>
              </a:extLst>
            </p:cNvPr>
            <p:cNvSpPr txBox="1"/>
            <p:nvPr/>
          </p:nvSpPr>
          <p:spPr>
            <a:xfrm>
              <a:off x="4354076" y="3892718"/>
              <a:ext cx="769137" cy="413589"/>
            </a:xfrm>
            <a:prstGeom prst="rect">
              <a:avLst/>
            </a:prstGeom>
            <a:noFill/>
          </p:spPr>
          <p:txBody>
            <a:bodyPr wrap="square" rtlCol="0">
              <a:spAutoFit/>
            </a:bodyPr>
            <a:lstStyle/>
            <a:p>
              <a:pPr algn="ctr"/>
              <a:r>
                <a:rPr lang="en-GB" sz="3200" b="1" dirty="0">
                  <a:latin typeface="Arial" pitchFamily="34" charset="0"/>
                </a:rPr>
                <a:t>1</a:t>
              </a:r>
              <a:endParaRPr lang="en-GB" sz="3200" b="1" baseline="30000" dirty="0">
                <a:latin typeface="Arial" pitchFamily="34" charset="0"/>
              </a:endParaRPr>
            </a:p>
          </p:txBody>
        </p:sp>
      </p:grpSp>
      <p:grpSp>
        <p:nvGrpSpPr>
          <p:cNvPr id="28" name="Group 155">
            <a:extLst>
              <a:ext uri="{FF2B5EF4-FFF2-40B4-BE49-F238E27FC236}">
                <a16:creationId xmlns:a16="http://schemas.microsoft.com/office/drawing/2014/main" id="{AE2D3211-41D0-4ED6-866D-E8D0751F31C9}"/>
              </a:ext>
            </a:extLst>
          </p:cNvPr>
          <p:cNvGrpSpPr/>
          <p:nvPr/>
        </p:nvGrpSpPr>
        <p:grpSpPr>
          <a:xfrm>
            <a:off x="3427707" y="3093095"/>
            <a:ext cx="694631" cy="584775"/>
            <a:chOff x="4338052" y="3892717"/>
            <a:chExt cx="801184" cy="413589"/>
          </a:xfrm>
        </p:grpSpPr>
        <p:sp>
          <p:nvSpPr>
            <p:cNvPr id="29" name="Rounded Rectangle 164">
              <a:extLst>
                <a:ext uri="{FF2B5EF4-FFF2-40B4-BE49-F238E27FC236}">
                  <a16:creationId xmlns:a16="http://schemas.microsoft.com/office/drawing/2014/main" id="{1202A3CB-D780-4881-9FB0-1B77F38CF91A}"/>
                </a:ext>
              </a:extLst>
            </p:cNvPr>
            <p:cNvSpPr/>
            <p:nvPr/>
          </p:nvSpPr>
          <p:spPr>
            <a:xfrm>
              <a:off x="4338052" y="3904182"/>
              <a:ext cx="801184" cy="390662"/>
            </a:xfrm>
            <a:prstGeom prst="roundRect">
              <a:avLst>
                <a:gd name="adj" fmla="val 22943"/>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path path="circle">
                <a:fillToRect l="50000" t="50000" r="50000" b="50000"/>
              </a:path>
              <a:tileRect/>
            </a:gra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3200" dirty="0">
                <a:latin typeface="Arial" pitchFamily="34" charset="0"/>
              </a:endParaRPr>
            </a:p>
          </p:txBody>
        </p:sp>
        <p:sp>
          <p:nvSpPr>
            <p:cNvPr id="30" name="TextBox 29">
              <a:extLst>
                <a:ext uri="{FF2B5EF4-FFF2-40B4-BE49-F238E27FC236}">
                  <a16:creationId xmlns:a16="http://schemas.microsoft.com/office/drawing/2014/main" id="{E596AC93-CDB2-4A23-A5BB-CD64E087F120}"/>
                </a:ext>
              </a:extLst>
            </p:cNvPr>
            <p:cNvSpPr txBox="1"/>
            <p:nvPr/>
          </p:nvSpPr>
          <p:spPr>
            <a:xfrm>
              <a:off x="4354076" y="3892717"/>
              <a:ext cx="769137" cy="413589"/>
            </a:xfrm>
            <a:prstGeom prst="rect">
              <a:avLst/>
            </a:prstGeom>
            <a:noFill/>
          </p:spPr>
          <p:txBody>
            <a:bodyPr wrap="square" rtlCol="0">
              <a:spAutoFit/>
            </a:bodyPr>
            <a:lstStyle/>
            <a:p>
              <a:pPr algn="ctr"/>
              <a:r>
                <a:rPr lang="en-GB" sz="3200" b="1" dirty="0">
                  <a:latin typeface="Arial" pitchFamily="34" charset="0"/>
                </a:rPr>
                <a:t>3</a:t>
              </a:r>
              <a:endParaRPr lang="en-GB" sz="3200" b="1" baseline="30000" dirty="0">
                <a:latin typeface="Arial" pitchFamily="34" charset="0"/>
              </a:endParaRPr>
            </a:p>
          </p:txBody>
        </p:sp>
      </p:grpSp>
      <p:grpSp>
        <p:nvGrpSpPr>
          <p:cNvPr id="31" name="Group 182">
            <a:extLst>
              <a:ext uri="{FF2B5EF4-FFF2-40B4-BE49-F238E27FC236}">
                <a16:creationId xmlns:a16="http://schemas.microsoft.com/office/drawing/2014/main" id="{B84823A9-06B2-436D-9262-3E8F36606D3E}"/>
              </a:ext>
            </a:extLst>
          </p:cNvPr>
          <p:cNvGrpSpPr/>
          <p:nvPr/>
        </p:nvGrpSpPr>
        <p:grpSpPr>
          <a:xfrm>
            <a:off x="4244502" y="3093094"/>
            <a:ext cx="694631" cy="584775"/>
            <a:chOff x="4338052" y="3892715"/>
            <a:chExt cx="801184" cy="413589"/>
          </a:xfrm>
        </p:grpSpPr>
        <p:sp>
          <p:nvSpPr>
            <p:cNvPr id="32" name="Rounded Rectangle 213">
              <a:extLst>
                <a:ext uri="{FF2B5EF4-FFF2-40B4-BE49-F238E27FC236}">
                  <a16:creationId xmlns:a16="http://schemas.microsoft.com/office/drawing/2014/main" id="{4BAB18E7-11F2-4A49-9326-00A124949CE3}"/>
                </a:ext>
              </a:extLst>
            </p:cNvPr>
            <p:cNvSpPr/>
            <p:nvPr/>
          </p:nvSpPr>
          <p:spPr>
            <a:xfrm>
              <a:off x="4338052" y="3904180"/>
              <a:ext cx="801184" cy="390662"/>
            </a:xfrm>
            <a:prstGeom prst="roundRect">
              <a:avLst>
                <a:gd name="adj" fmla="val 22943"/>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path path="circle">
                <a:fillToRect l="50000" t="50000" r="50000" b="50000"/>
              </a:path>
              <a:tileRect/>
            </a:gra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3200" dirty="0">
                <a:latin typeface="Arial" pitchFamily="34" charset="0"/>
              </a:endParaRPr>
            </a:p>
          </p:txBody>
        </p:sp>
        <p:sp>
          <p:nvSpPr>
            <p:cNvPr id="33" name="TextBox 32">
              <a:extLst>
                <a:ext uri="{FF2B5EF4-FFF2-40B4-BE49-F238E27FC236}">
                  <a16:creationId xmlns:a16="http://schemas.microsoft.com/office/drawing/2014/main" id="{DC53C15E-BBE3-45E1-BCBD-5DE80D3737E7}"/>
                </a:ext>
              </a:extLst>
            </p:cNvPr>
            <p:cNvSpPr txBox="1"/>
            <p:nvPr/>
          </p:nvSpPr>
          <p:spPr>
            <a:xfrm>
              <a:off x="4354076" y="3892715"/>
              <a:ext cx="769137" cy="413589"/>
            </a:xfrm>
            <a:prstGeom prst="rect">
              <a:avLst/>
            </a:prstGeom>
            <a:noFill/>
          </p:spPr>
          <p:txBody>
            <a:bodyPr wrap="square" rtlCol="0">
              <a:spAutoFit/>
            </a:bodyPr>
            <a:lstStyle/>
            <a:p>
              <a:pPr algn="ctr"/>
              <a:r>
                <a:rPr lang="en-GB" sz="3200" b="1" dirty="0">
                  <a:latin typeface="Arial" pitchFamily="34" charset="0"/>
                </a:rPr>
                <a:t>6</a:t>
              </a:r>
              <a:endParaRPr lang="en-GB" sz="3200" b="1" baseline="30000" dirty="0">
                <a:latin typeface="Arial" pitchFamily="34" charset="0"/>
              </a:endParaRPr>
            </a:p>
          </p:txBody>
        </p:sp>
      </p:grpSp>
      <p:grpSp>
        <p:nvGrpSpPr>
          <p:cNvPr id="34" name="Group 215">
            <a:extLst>
              <a:ext uri="{FF2B5EF4-FFF2-40B4-BE49-F238E27FC236}">
                <a16:creationId xmlns:a16="http://schemas.microsoft.com/office/drawing/2014/main" id="{3E234D88-736C-435A-998B-619E4555761C}"/>
              </a:ext>
            </a:extLst>
          </p:cNvPr>
          <p:cNvGrpSpPr/>
          <p:nvPr/>
        </p:nvGrpSpPr>
        <p:grpSpPr>
          <a:xfrm>
            <a:off x="5061297" y="3093093"/>
            <a:ext cx="694631" cy="584775"/>
            <a:chOff x="4338052" y="3892715"/>
            <a:chExt cx="801184" cy="413589"/>
          </a:xfrm>
        </p:grpSpPr>
        <p:sp>
          <p:nvSpPr>
            <p:cNvPr id="35" name="Rounded Rectangle 216">
              <a:extLst>
                <a:ext uri="{FF2B5EF4-FFF2-40B4-BE49-F238E27FC236}">
                  <a16:creationId xmlns:a16="http://schemas.microsoft.com/office/drawing/2014/main" id="{4BB55B0E-59B9-4306-B214-0B5C43F25988}"/>
                </a:ext>
              </a:extLst>
            </p:cNvPr>
            <p:cNvSpPr/>
            <p:nvPr/>
          </p:nvSpPr>
          <p:spPr>
            <a:xfrm>
              <a:off x="4338052" y="3904180"/>
              <a:ext cx="801184" cy="390662"/>
            </a:xfrm>
            <a:prstGeom prst="roundRect">
              <a:avLst>
                <a:gd name="adj" fmla="val 22943"/>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path path="circle">
                <a:fillToRect l="50000" t="50000" r="50000" b="50000"/>
              </a:path>
              <a:tileRect/>
            </a:gra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3200" dirty="0">
                <a:latin typeface="Arial" pitchFamily="34" charset="0"/>
              </a:endParaRPr>
            </a:p>
          </p:txBody>
        </p:sp>
        <p:sp>
          <p:nvSpPr>
            <p:cNvPr id="36" name="TextBox 35">
              <a:extLst>
                <a:ext uri="{FF2B5EF4-FFF2-40B4-BE49-F238E27FC236}">
                  <a16:creationId xmlns:a16="http://schemas.microsoft.com/office/drawing/2014/main" id="{1C99A546-878D-4DA2-A886-FF9FE9E05DBD}"/>
                </a:ext>
              </a:extLst>
            </p:cNvPr>
            <p:cNvSpPr txBox="1"/>
            <p:nvPr/>
          </p:nvSpPr>
          <p:spPr>
            <a:xfrm>
              <a:off x="4354076" y="3892715"/>
              <a:ext cx="769137" cy="413589"/>
            </a:xfrm>
            <a:prstGeom prst="rect">
              <a:avLst/>
            </a:prstGeom>
            <a:noFill/>
          </p:spPr>
          <p:txBody>
            <a:bodyPr wrap="square" rtlCol="0">
              <a:spAutoFit/>
            </a:bodyPr>
            <a:lstStyle/>
            <a:p>
              <a:pPr algn="ctr"/>
              <a:r>
                <a:rPr lang="en-GB" sz="3200" b="1" dirty="0">
                  <a:latin typeface="Arial" pitchFamily="34" charset="0"/>
                </a:rPr>
                <a:t>10</a:t>
              </a:r>
              <a:endParaRPr lang="en-GB" sz="3200" b="1" baseline="30000" dirty="0">
                <a:latin typeface="Arial" pitchFamily="34" charset="0"/>
              </a:endParaRPr>
            </a:p>
          </p:txBody>
        </p:sp>
      </p:grpSp>
      <p:grpSp>
        <p:nvGrpSpPr>
          <p:cNvPr id="37" name="Group 218">
            <a:extLst>
              <a:ext uri="{FF2B5EF4-FFF2-40B4-BE49-F238E27FC236}">
                <a16:creationId xmlns:a16="http://schemas.microsoft.com/office/drawing/2014/main" id="{4CC905B8-ABA8-47DB-944C-B9E5E5AB51F9}"/>
              </a:ext>
            </a:extLst>
          </p:cNvPr>
          <p:cNvGrpSpPr/>
          <p:nvPr/>
        </p:nvGrpSpPr>
        <p:grpSpPr>
          <a:xfrm>
            <a:off x="5878092" y="3093093"/>
            <a:ext cx="694631" cy="584775"/>
            <a:chOff x="4338052" y="3892715"/>
            <a:chExt cx="801184" cy="413589"/>
          </a:xfrm>
        </p:grpSpPr>
        <p:sp>
          <p:nvSpPr>
            <p:cNvPr id="38" name="Rounded Rectangle 219">
              <a:extLst>
                <a:ext uri="{FF2B5EF4-FFF2-40B4-BE49-F238E27FC236}">
                  <a16:creationId xmlns:a16="http://schemas.microsoft.com/office/drawing/2014/main" id="{1C299F54-B978-481A-82ED-FC1E76D4C718}"/>
                </a:ext>
              </a:extLst>
            </p:cNvPr>
            <p:cNvSpPr/>
            <p:nvPr/>
          </p:nvSpPr>
          <p:spPr>
            <a:xfrm>
              <a:off x="4338052" y="3904180"/>
              <a:ext cx="801184" cy="390662"/>
            </a:xfrm>
            <a:prstGeom prst="roundRect">
              <a:avLst>
                <a:gd name="adj" fmla="val 22943"/>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path path="circle">
                <a:fillToRect l="50000" t="50000" r="50000" b="50000"/>
              </a:path>
              <a:tileRect/>
            </a:gra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3200" dirty="0">
                <a:latin typeface="Arial" pitchFamily="34" charset="0"/>
              </a:endParaRPr>
            </a:p>
          </p:txBody>
        </p:sp>
        <p:sp>
          <p:nvSpPr>
            <p:cNvPr id="39" name="TextBox 38">
              <a:extLst>
                <a:ext uri="{FF2B5EF4-FFF2-40B4-BE49-F238E27FC236}">
                  <a16:creationId xmlns:a16="http://schemas.microsoft.com/office/drawing/2014/main" id="{F6F9ABC7-7FE2-4C6A-B498-FBED1F3EEC8D}"/>
                </a:ext>
              </a:extLst>
            </p:cNvPr>
            <p:cNvSpPr txBox="1"/>
            <p:nvPr/>
          </p:nvSpPr>
          <p:spPr>
            <a:xfrm>
              <a:off x="4354076" y="3892715"/>
              <a:ext cx="769137" cy="413589"/>
            </a:xfrm>
            <a:prstGeom prst="rect">
              <a:avLst/>
            </a:prstGeom>
            <a:noFill/>
          </p:spPr>
          <p:txBody>
            <a:bodyPr wrap="square" rtlCol="0">
              <a:spAutoFit/>
            </a:bodyPr>
            <a:lstStyle/>
            <a:p>
              <a:pPr algn="ctr"/>
              <a:r>
                <a:rPr lang="en-GB" sz="3200" b="1" dirty="0">
                  <a:latin typeface="Arial" pitchFamily="34" charset="0"/>
                </a:rPr>
                <a:t>15</a:t>
              </a:r>
              <a:endParaRPr lang="en-GB" sz="3200" b="1" baseline="30000" dirty="0">
                <a:latin typeface="Arial" pitchFamily="34" charset="0"/>
              </a:endParaRPr>
            </a:p>
          </p:txBody>
        </p:sp>
      </p:grpSp>
      <p:grpSp>
        <p:nvGrpSpPr>
          <p:cNvPr id="40" name="Group 221">
            <a:extLst>
              <a:ext uri="{FF2B5EF4-FFF2-40B4-BE49-F238E27FC236}">
                <a16:creationId xmlns:a16="http://schemas.microsoft.com/office/drawing/2014/main" id="{51612C2D-E5A8-499B-AAE0-E181D598C2C7}"/>
              </a:ext>
            </a:extLst>
          </p:cNvPr>
          <p:cNvGrpSpPr/>
          <p:nvPr/>
        </p:nvGrpSpPr>
        <p:grpSpPr>
          <a:xfrm>
            <a:off x="6931891" y="3071184"/>
            <a:ext cx="726135" cy="584775"/>
            <a:chOff x="4611408" y="3877219"/>
            <a:chExt cx="837520" cy="413589"/>
          </a:xfrm>
        </p:grpSpPr>
        <p:sp>
          <p:nvSpPr>
            <p:cNvPr id="41" name="Rounded Rectangle 222">
              <a:extLst>
                <a:ext uri="{FF2B5EF4-FFF2-40B4-BE49-F238E27FC236}">
                  <a16:creationId xmlns:a16="http://schemas.microsoft.com/office/drawing/2014/main" id="{5E8B35F9-E0FC-4D32-A6E0-98B8C3E8D863}"/>
                </a:ext>
              </a:extLst>
            </p:cNvPr>
            <p:cNvSpPr/>
            <p:nvPr/>
          </p:nvSpPr>
          <p:spPr>
            <a:xfrm>
              <a:off x="4611408" y="3895457"/>
              <a:ext cx="801184" cy="390662"/>
            </a:xfrm>
            <a:prstGeom prst="roundRect">
              <a:avLst>
                <a:gd name="adj" fmla="val 22943"/>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path path="circle">
                <a:fillToRect l="50000" t="50000" r="50000" b="50000"/>
              </a:path>
              <a:tileRect/>
            </a:gra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3200" dirty="0">
                <a:latin typeface="Arial" pitchFamily="34" charset="0"/>
              </a:endParaRPr>
            </a:p>
          </p:txBody>
        </p:sp>
        <p:sp>
          <p:nvSpPr>
            <p:cNvPr id="42" name="TextBox 41">
              <a:extLst>
                <a:ext uri="{FF2B5EF4-FFF2-40B4-BE49-F238E27FC236}">
                  <a16:creationId xmlns:a16="http://schemas.microsoft.com/office/drawing/2014/main" id="{F5BABE42-C83B-4D10-8BC3-6013DE6EFBC3}"/>
                </a:ext>
              </a:extLst>
            </p:cNvPr>
            <p:cNvSpPr txBox="1"/>
            <p:nvPr/>
          </p:nvSpPr>
          <p:spPr>
            <a:xfrm>
              <a:off x="4679790" y="3877219"/>
              <a:ext cx="769138" cy="413589"/>
            </a:xfrm>
            <a:prstGeom prst="rect">
              <a:avLst/>
            </a:prstGeom>
            <a:noFill/>
          </p:spPr>
          <p:txBody>
            <a:bodyPr wrap="square" rtlCol="0">
              <a:spAutoFit/>
            </a:bodyPr>
            <a:lstStyle/>
            <a:p>
              <a:pPr algn="ctr"/>
              <a:r>
                <a:rPr lang="en-GB" sz="3200" b="1" dirty="0">
                  <a:latin typeface="Arial" pitchFamily="34" charset="0"/>
                </a:rPr>
                <a:t>21</a:t>
              </a:r>
              <a:endParaRPr lang="en-GB" sz="3200" b="1" baseline="30000" dirty="0">
                <a:latin typeface="Arial" pitchFamily="34" charset="0"/>
              </a:endParaRPr>
            </a:p>
          </p:txBody>
        </p:sp>
      </p:grpSp>
      <p:grpSp>
        <p:nvGrpSpPr>
          <p:cNvPr id="43" name="Group 224">
            <a:extLst>
              <a:ext uri="{FF2B5EF4-FFF2-40B4-BE49-F238E27FC236}">
                <a16:creationId xmlns:a16="http://schemas.microsoft.com/office/drawing/2014/main" id="{0BDC0B8D-B359-4B56-BCD2-A803A041A8A9}"/>
              </a:ext>
            </a:extLst>
          </p:cNvPr>
          <p:cNvGrpSpPr/>
          <p:nvPr/>
        </p:nvGrpSpPr>
        <p:grpSpPr>
          <a:xfrm>
            <a:off x="8459122" y="3039806"/>
            <a:ext cx="694631" cy="584775"/>
            <a:chOff x="4338052" y="3892715"/>
            <a:chExt cx="801184" cy="413589"/>
          </a:xfrm>
        </p:grpSpPr>
        <p:sp>
          <p:nvSpPr>
            <p:cNvPr id="44" name="Rounded Rectangle 225">
              <a:extLst>
                <a:ext uri="{FF2B5EF4-FFF2-40B4-BE49-F238E27FC236}">
                  <a16:creationId xmlns:a16="http://schemas.microsoft.com/office/drawing/2014/main" id="{2BD19FE4-F4AE-4D1F-A371-39C6663987FD}"/>
                </a:ext>
              </a:extLst>
            </p:cNvPr>
            <p:cNvSpPr/>
            <p:nvPr/>
          </p:nvSpPr>
          <p:spPr>
            <a:xfrm>
              <a:off x="4338052" y="3904180"/>
              <a:ext cx="801184" cy="390662"/>
            </a:xfrm>
            <a:prstGeom prst="roundRect">
              <a:avLst>
                <a:gd name="adj" fmla="val 22943"/>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path path="circle">
                <a:fillToRect l="50000" t="50000" r="50000" b="50000"/>
              </a:path>
              <a:tileRect/>
            </a:gra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3200" dirty="0">
                <a:latin typeface="Arial" pitchFamily="34" charset="0"/>
              </a:endParaRPr>
            </a:p>
          </p:txBody>
        </p:sp>
        <p:sp>
          <p:nvSpPr>
            <p:cNvPr id="45" name="TextBox 44">
              <a:extLst>
                <a:ext uri="{FF2B5EF4-FFF2-40B4-BE49-F238E27FC236}">
                  <a16:creationId xmlns:a16="http://schemas.microsoft.com/office/drawing/2014/main" id="{0F929899-C4F0-48E7-82A6-83874ECE670E}"/>
                </a:ext>
              </a:extLst>
            </p:cNvPr>
            <p:cNvSpPr txBox="1"/>
            <p:nvPr/>
          </p:nvSpPr>
          <p:spPr>
            <a:xfrm>
              <a:off x="4354076" y="3892715"/>
              <a:ext cx="769137" cy="413589"/>
            </a:xfrm>
            <a:prstGeom prst="rect">
              <a:avLst/>
            </a:prstGeom>
            <a:noFill/>
          </p:spPr>
          <p:txBody>
            <a:bodyPr wrap="square" rtlCol="0">
              <a:spAutoFit/>
            </a:bodyPr>
            <a:lstStyle/>
            <a:p>
              <a:pPr algn="ctr"/>
              <a:r>
                <a:rPr lang="en-GB" sz="3200" b="1" dirty="0">
                  <a:latin typeface="Arial" pitchFamily="34" charset="0"/>
                </a:rPr>
                <a:t>28</a:t>
              </a:r>
              <a:endParaRPr lang="en-GB" sz="3200" b="1" baseline="30000" dirty="0">
                <a:latin typeface="Arial" pitchFamily="34" charset="0"/>
              </a:endParaRPr>
            </a:p>
          </p:txBody>
        </p:sp>
      </p:grpSp>
      <p:grpSp>
        <p:nvGrpSpPr>
          <p:cNvPr id="46" name="Group 227">
            <a:extLst>
              <a:ext uri="{FF2B5EF4-FFF2-40B4-BE49-F238E27FC236}">
                <a16:creationId xmlns:a16="http://schemas.microsoft.com/office/drawing/2014/main" id="{B000E853-89F0-4760-9546-9DF3074AF43F}"/>
              </a:ext>
            </a:extLst>
          </p:cNvPr>
          <p:cNvGrpSpPr/>
          <p:nvPr/>
        </p:nvGrpSpPr>
        <p:grpSpPr>
          <a:xfrm>
            <a:off x="9275917" y="3039806"/>
            <a:ext cx="694631" cy="584775"/>
            <a:chOff x="4338052" y="3892715"/>
            <a:chExt cx="801184" cy="413589"/>
          </a:xfrm>
        </p:grpSpPr>
        <p:sp>
          <p:nvSpPr>
            <p:cNvPr id="47" name="Rounded Rectangle 228">
              <a:extLst>
                <a:ext uri="{FF2B5EF4-FFF2-40B4-BE49-F238E27FC236}">
                  <a16:creationId xmlns:a16="http://schemas.microsoft.com/office/drawing/2014/main" id="{1CB37DEE-888D-4E15-8765-90DDF7B207EE}"/>
                </a:ext>
              </a:extLst>
            </p:cNvPr>
            <p:cNvSpPr/>
            <p:nvPr/>
          </p:nvSpPr>
          <p:spPr>
            <a:xfrm>
              <a:off x="4338052" y="3904180"/>
              <a:ext cx="801184" cy="390662"/>
            </a:xfrm>
            <a:prstGeom prst="roundRect">
              <a:avLst>
                <a:gd name="adj" fmla="val 22943"/>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path path="circle">
                <a:fillToRect l="50000" t="50000" r="50000" b="50000"/>
              </a:path>
              <a:tileRect/>
            </a:gra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3200" dirty="0">
                <a:latin typeface="Arial" pitchFamily="34" charset="0"/>
              </a:endParaRPr>
            </a:p>
          </p:txBody>
        </p:sp>
        <p:sp>
          <p:nvSpPr>
            <p:cNvPr id="48" name="TextBox 47">
              <a:extLst>
                <a:ext uri="{FF2B5EF4-FFF2-40B4-BE49-F238E27FC236}">
                  <a16:creationId xmlns:a16="http://schemas.microsoft.com/office/drawing/2014/main" id="{0458C4CF-103A-4999-BA2F-C08FD0CCA2B1}"/>
                </a:ext>
              </a:extLst>
            </p:cNvPr>
            <p:cNvSpPr txBox="1"/>
            <p:nvPr/>
          </p:nvSpPr>
          <p:spPr>
            <a:xfrm>
              <a:off x="4354076" y="3892715"/>
              <a:ext cx="769137" cy="413589"/>
            </a:xfrm>
            <a:prstGeom prst="rect">
              <a:avLst/>
            </a:prstGeom>
            <a:noFill/>
          </p:spPr>
          <p:txBody>
            <a:bodyPr wrap="square" rtlCol="0">
              <a:spAutoFit/>
            </a:bodyPr>
            <a:lstStyle/>
            <a:p>
              <a:pPr algn="ctr"/>
              <a:r>
                <a:rPr lang="en-GB" sz="3200" b="1" dirty="0">
                  <a:latin typeface="Arial" pitchFamily="34" charset="0"/>
                </a:rPr>
                <a:t>36</a:t>
              </a:r>
              <a:endParaRPr lang="en-GB" sz="3200" b="1" baseline="30000" dirty="0">
                <a:latin typeface="Arial" pitchFamily="34" charset="0"/>
              </a:endParaRPr>
            </a:p>
          </p:txBody>
        </p:sp>
      </p:grpSp>
      <p:grpSp>
        <p:nvGrpSpPr>
          <p:cNvPr id="49" name="Group 230">
            <a:extLst>
              <a:ext uri="{FF2B5EF4-FFF2-40B4-BE49-F238E27FC236}">
                <a16:creationId xmlns:a16="http://schemas.microsoft.com/office/drawing/2014/main" id="{D3AC4650-046D-4113-8DB8-63FA04F13A0A}"/>
              </a:ext>
            </a:extLst>
          </p:cNvPr>
          <p:cNvGrpSpPr/>
          <p:nvPr/>
        </p:nvGrpSpPr>
        <p:grpSpPr>
          <a:xfrm>
            <a:off x="10092712" y="3039806"/>
            <a:ext cx="694631" cy="584775"/>
            <a:chOff x="4338052" y="3892715"/>
            <a:chExt cx="801184" cy="413589"/>
          </a:xfrm>
        </p:grpSpPr>
        <p:sp>
          <p:nvSpPr>
            <p:cNvPr id="50" name="Rounded Rectangle 231">
              <a:extLst>
                <a:ext uri="{FF2B5EF4-FFF2-40B4-BE49-F238E27FC236}">
                  <a16:creationId xmlns:a16="http://schemas.microsoft.com/office/drawing/2014/main" id="{3302CDF1-F69A-4A83-8AB5-51E8F06A8677}"/>
                </a:ext>
              </a:extLst>
            </p:cNvPr>
            <p:cNvSpPr/>
            <p:nvPr/>
          </p:nvSpPr>
          <p:spPr>
            <a:xfrm>
              <a:off x="4338052" y="3904180"/>
              <a:ext cx="801184" cy="390662"/>
            </a:xfrm>
            <a:prstGeom prst="roundRect">
              <a:avLst>
                <a:gd name="adj" fmla="val 22943"/>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path path="circle">
                <a:fillToRect l="50000" t="50000" r="50000" b="50000"/>
              </a:path>
              <a:tileRect/>
            </a:gra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3200" dirty="0">
                <a:latin typeface="Arial" pitchFamily="34" charset="0"/>
              </a:endParaRPr>
            </a:p>
          </p:txBody>
        </p:sp>
        <p:sp>
          <p:nvSpPr>
            <p:cNvPr id="51" name="TextBox 50">
              <a:extLst>
                <a:ext uri="{FF2B5EF4-FFF2-40B4-BE49-F238E27FC236}">
                  <a16:creationId xmlns:a16="http://schemas.microsoft.com/office/drawing/2014/main" id="{92C386C0-7DE4-4769-B9A1-CDA315B5E4B9}"/>
                </a:ext>
              </a:extLst>
            </p:cNvPr>
            <p:cNvSpPr txBox="1"/>
            <p:nvPr/>
          </p:nvSpPr>
          <p:spPr>
            <a:xfrm>
              <a:off x="4354076" y="3892715"/>
              <a:ext cx="769137" cy="413589"/>
            </a:xfrm>
            <a:prstGeom prst="rect">
              <a:avLst/>
            </a:prstGeom>
            <a:noFill/>
          </p:spPr>
          <p:txBody>
            <a:bodyPr wrap="square" rtlCol="0">
              <a:spAutoFit/>
            </a:bodyPr>
            <a:lstStyle/>
            <a:p>
              <a:pPr algn="ctr"/>
              <a:r>
                <a:rPr lang="en-GB" sz="3200" b="1" dirty="0">
                  <a:latin typeface="Arial" pitchFamily="34" charset="0"/>
                </a:rPr>
                <a:t>45</a:t>
              </a:r>
              <a:endParaRPr lang="en-GB" sz="3200" b="1" baseline="30000" dirty="0">
                <a:latin typeface="Arial" pitchFamily="34" charset="0"/>
              </a:endParaRPr>
            </a:p>
          </p:txBody>
        </p:sp>
      </p:grpSp>
      <p:grpSp>
        <p:nvGrpSpPr>
          <p:cNvPr id="52" name="Group 233">
            <a:extLst>
              <a:ext uri="{FF2B5EF4-FFF2-40B4-BE49-F238E27FC236}">
                <a16:creationId xmlns:a16="http://schemas.microsoft.com/office/drawing/2014/main" id="{8FD57A33-1747-4D83-92AA-5A043A1D41B6}"/>
              </a:ext>
            </a:extLst>
          </p:cNvPr>
          <p:cNvGrpSpPr/>
          <p:nvPr/>
        </p:nvGrpSpPr>
        <p:grpSpPr>
          <a:xfrm>
            <a:off x="10909507" y="3039809"/>
            <a:ext cx="694631" cy="584775"/>
            <a:chOff x="4338052" y="3892717"/>
            <a:chExt cx="801184" cy="413589"/>
          </a:xfrm>
        </p:grpSpPr>
        <p:sp>
          <p:nvSpPr>
            <p:cNvPr id="53" name="Rounded Rectangle 234">
              <a:extLst>
                <a:ext uri="{FF2B5EF4-FFF2-40B4-BE49-F238E27FC236}">
                  <a16:creationId xmlns:a16="http://schemas.microsoft.com/office/drawing/2014/main" id="{0AD99C61-579F-4445-A31F-6E7CC122B8E7}"/>
                </a:ext>
              </a:extLst>
            </p:cNvPr>
            <p:cNvSpPr/>
            <p:nvPr/>
          </p:nvSpPr>
          <p:spPr>
            <a:xfrm>
              <a:off x="4338052" y="3904180"/>
              <a:ext cx="801184" cy="390662"/>
            </a:xfrm>
            <a:prstGeom prst="roundRect">
              <a:avLst>
                <a:gd name="adj" fmla="val 22943"/>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path path="circle">
                <a:fillToRect l="50000" t="50000" r="50000" b="50000"/>
              </a:path>
              <a:tileRect/>
            </a:gra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3200" dirty="0">
                <a:latin typeface="Arial" pitchFamily="34" charset="0"/>
              </a:endParaRPr>
            </a:p>
          </p:txBody>
        </p:sp>
        <p:sp>
          <p:nvSpPr>
            <p:cNvPr id="54" name="TextBox 53">
              <a:extLst>
                <a:ext uri="{FF2B5EF4-FFF2-40B4-BE49-F238E27FC236}">
                  <a16:creationId xmlns:a16="http://schemas.microsoft.com/office/drawing/2014/main" id="{F1F66D72-4BC6-4814-BEBC-C9D4C1763EB1}"/>
                </a:ext>
              </a:extLst>
            </p:cNvPr>
            <p:cNvSpPr txBox="1"/>
            <p:nvPr/>
          </p:nvSpPr>
          <p:spPr>
            <a:xfrm>
              <a:off x="4354076" y="3892717"/>
              <a:ext cx="769137" cy="413589"/>
            </a:xfrm>
            <a:prstGeom prst="rect">
              <a:avLst/>
            </a:prstGeom>
            <a:noFill/>
          </p:spPr>
          <p:txBody>
            <a:bodyPr wrap="square" rtlCol="0">
              <a:spAutoFit/>
            </a:bodyPr>
            <a:lstStyle/>
            <a:p>
              <a:pPr algn="ctr"/>
              <a:r>
                <a:rPr lang="en-GB" sz="3200" b="1" dirty="0">
                  <a:latin typeface="Arial" pitchFamily="34" charset="0"/>
                </a:rPr>
                <a:t>55</a:t>
              </a:r>
              <a:endParaRPr lang="en-GB" sz="3200" b="1" baseline="30000" dirty="0">
                <a:latin typeface="Arial" pitchFamily="34" charset="0"/>
              </a:endParaRPr>
            </a:p>
          </p:txBody>
        </p:sp>
      </p:grpSp>
      <p:sp>
        <p:nvSpPr>
          <p:cNvPr id="55" name="TextBox 54">
            <a:extLst>
              <a:ext uri="{FF2B5EF4-FFF2-40B4-BE49-F238E27FC236}">
                <a16:creationId xmlns:a16="http://schemas.microsoft.com/office/drawing/2014/main" id="{6AAA4932-7376-4075-A96D-CA897C35621F}"/>
              </a:ext>
            </a:extLst>
          </p:cNvPr>
          <p:cNvSpPr txBox="1"/>
          <p:nvPr/>
        </p:nvSpPr>
        <p:spPr>
          <a:xfrm>
            <a:off x="2575776" y="1289386"/>
            <a:ext cx="8490809" cy="369332"/>
          </a:xfrm>
          <a:prstGeom prst="rect">
            <a:avLst/>
          </a:prstGeom>
          <a:noFill/>
        </p:spPr>
        <p:txBody>
          <a:bodyPr wrap="square" rtlCol="0">
            <a:spAutoFit/>
          </a:bodyPr>
          <a:lstStyle/>
          <a:p>
            <a:r>
              <a:rPr lang="en-GB" b="1" dirty="0">
                <a:solidFill>
                  <a:srgbClr val="003300"/>
                </a:solidFill>
                <a:latin typeface="Arial" pitchFamily="34" charset="0"/>
              </a:rPr>
              <a:t>Triangular numbers are formed by adding up all the whole numbers</a:t>
            </a:r>
          </a:p>
        </p:txBody>
      </p:sp>
      <p:grpSp>
        <p:nvGrpSpPr>
          <p:cNvPr id="56" name="Group 55">
            <a:extLst>
              <a:ext uri="{FF2B5EF4-FFF2-40B4-BE49-F238E27FC236}">
                <a16:creationId xmlns:a16="http://schemas.microsoft.com/office/drawing/2014/main" id="{326F61A2-78B9-45A5-BC91-1BB88887CD72}"/>
              </a:ext>
            </a:extLst>
          </p:cNvPr>
          <p:cNvGrpSpPr/>
          <p:nvPr/>
        </p:nvGrpSpPr>
        <p:grpSpPr>
          <a:xfrm>
            <a:off x="8313715" y="1634096"/>
            <a:ext cx="1283770" cy="1299561"/>
            <a:chOff x="5169754" y="1717265"/>
            <a:chExt cx="1475928" cy="1494083"/>
          </a:xfrm>
        </p:grpSpPr>
        <p:grpSp>
          <p:nvGrpSpPr>
            <p:cNvPr id="57" name="Group 56">
              <a:extLst>
                <a:ext uri="{FF2B5EF4-FFF2-40B4-BE49-F238E27FC236}">
                  <a16:creationId xmlns:a16="http://schemas.microsoft.com/office/drawing/2014/main" id="{A8435641-C935-4747-82AE-644B8CBC339F}"/>
                </a:ext>
              </a:extLst>
            </p:cNvPr>
            <p:cNvGrpSpPr/>
            <p:nvPr/>
          </p:nvGrpSpPr>
          <p:grpSpPr>
            <a:xfrm>
              <a:off x="5169754" y="3084369"/>
              <a:ext cx="1475928" cy="126979"/>
              <a:chOff x="5008728" y="2169994"/>
              <a:chExt cx="1475928" cy="126979"/>
            </a:xfrm>
          </p:grpSpPr>
          <p:sp>
            <p:nvSpPr>
              <p:cNvPr id="84" name="Oval 83">
                <a:extLst>
                  <a:ext uri="{FF2B5EF4-FFF2-40B4-BE49-F238E27FC236}">
                    <a16:creationId xmlns:a16="http://schemas.microsoft.com/office/drawing/2014/main" id="{41328EB4-0C54-4E9F-9250-CFE79CCD9B42}"/>
                  </a:ext>
                </a:extLst>
              </p:cNvPr>
              <p:cNvSpPr/>
              <p:nvPr/>
            </p:nvSpPr>
            <p:spPr>
              <a:xfrm>
                <a:off x="5008728" y="2169994"/>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sp>
            <p:nvSpPr>
              <p:cNvPr id="85" name="Oval 84">
                <a:extLst>
                  <a:ext uri="{FF2B5EF4-FFF2-40B4-BE49-F238E27FC236}">
                    <a16:creationId xmlns:a16="http://schemas.microsoft.com/office/drawing/2014/main" id="{96A38220-CC04-4438-AF87-B79979937C03}"/>
                  </a:ext>
                </a:extLst>
              </p:cNvPr>
              <p:cNvSpPr/>
              <p:nvPr/>
            </p:nvSpPr>
            <p:spPr>
              <a:xfrm>
                <a:off x="5233553" y="2169994"/>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sp>
            <p:nvSpPr>
              <p:cNvPr id="86" name="Oval 85">
                <a:extLst>
                  <a:ext uri="{FF2B5EF4-FFF2-40B4-BE49-F238E27FC236}">
                    <a16:creationId xmlns:a16="http://schemas.microsoft.com/office/drawing/2014/main" id="{9221B276-C8A8-4C07-9A0E-506195D4CCE4}"/>
                  </a:ext>
                </a:extLst>
              </p:cNvPr>
              <p:cNvSpPr/>
              <p:nvPr/>
            </p:nvSpPr>
            <p:spPr>
              <a:xfrm>
                <a:off x="5458378" y="2169994"/>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sp>
            <p:nvSpPr>
              <p:cNvPr id="87" name="Oval 86">
                <a:extLst>
                  <a:ext uri="{FF2B5EF4-FFF2-40B4-BE49-F238E27FC236}">
                    <a16:creationId xmlns:a16="http://schemas.microsoft.com/office/drawing/2014/main" id="{96E08C18-C77E-469C-894B-2F24AEEBAF9C}"/>
                  </a:ext>
                </a:extLst>
              </p:cNvPr>
              <p:cNvSpPr/>
              <p:nvPr/>
            </p:nvSpPr>
            <p:spPr>
              <a:xfrm>
                <a:off x="5683203" y="2169994"/>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sp>
            <p:nvSpPr>
              <p:cNvPr id="88" name="Oval 87">
                <a:extLst>
                  <a:ext uri="{FF2B5EF4-FFF2-40B4-BE49-F238E27FC236}">
                    <a16:creationId xmlns:a16="http://schemas.microsoft.com/office/drawing/2014/main" id="{AEE0A5EE-58A3-4B96-BC85-7360C4FADCB8}"/>
                  </a:ext>
                </a:extLst>
              </p:cNvPr>
              <p:cNvSpPr/>
              <p:nvPr/>
            </p:nvSpPr>
            <p:spPr>
              <a:xfrm>
                <a:off x="5908028" y="2169994"/>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sp>
            <p:nvSpPr>
              <p:cNvPr id="89" name="Oval 88">
                <a:extLst>
                  <a:ext uri="{FF2B5EF4-FFF2-40B4-BE49-F238E27FC236}">
                    <a16:creationId xmlns:a16="http://schemas.microsoft.com/office/drawing/2014/main" id="{4B0B2CC9-B8BE-42B9-9342-CC6021A1FD81}"/>
                  </a:ext>
                </a:extLst>
              </p:cNvPr>
              <p:cNvSpPr/>
              <p:nvPr/>
            </p:nvSpPr>
            <p:spPr>
              <a:xfrm>
                <a:off x="6132853" y="2169994"/>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sp>
            <p:nvSpPr>
              <p:cNvPr id="90" name="Oval 89">
                <a:extLst>
                  <a:ext uri="{FF2B5EF4-FFF2-40B4-BE49-F238E27FC236}">
                    <a16:creationId xmlns:a16="http://schemas.microsoft.com/office/drawing/2014/main" id="{465390CA-5409-4309-9A86-CF5D76227A9F}"/>
                  </a:ext>
                </a:extLst>
              </p:cNvPr>
              <p:cNvSpPr/>
              <p:nvPr/>
            </p:nvSpPr>
            <p:spPr>
              <a:xfrm>
                <a:off x="6357677" y="2169994"/>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grpSp>
        <p:grpSp>
          <p:nvGrpSpPr>
            <p:cNvPr id="58" name="Group 57">
              <a:extLst>
                <a:ext uri="{FF2B5EF4-FFF2-40B4-BE49-F238E27FC236}">
                  <a16:creationId xmlns:a16="http://schemas.microsoft.com/office/drawing/2014/main" id="{8E813F23-0776-4CD9-9BF4-4EB2AA900CFF}"/>
                </a:ext>
              </a:extLst>
            </p:cNvPr>
            <p:cNvGrpSpPr/>
            <p:nvPr/>
          </p:nvGrpSpPr>
          <p:grpSpPr>
            <a:xfrm>
              <a:off x="5169754" y="2857625"/>
              <a:ext cx="1251104" cy="126979"/>
              <a:chOff x="5008728" y="2169994"/>
              <a:chExt cx="1251104" cy="126979"/>
            </a:xfrm>
          </p:grpSpPr>
          <p:sp>
            <p:nvSpPr>
              <p:cNvPr id="78" name="Oval 77">
                <a:extLst>
                  <a:ext uri="{FF2B5EF4-FFF2-40B4-BE49-F238E27FC236}">
                    <a16:creationId xmlns:a16="http://schemas.microsoft.com/office/drawing/2014/main" id="{EE9E1D5E-BFBD-4BD3-92AD-700C68764316}"/>
                  </a:ext>
                </a:extLst>
              </p:cNvPr>
              <p:cNvSpPr/>
              <p:nvPr/>
            </p:nvSpPr>
            <p:spPr>
              <a:xfrm>
                <a:off x="5008728" y="2169994"/>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sp>
            <p:nvSpPr>
              <p:cNvPr id="79" name="Oval 78">
                <a:extLst>
                  <a:ext uri="{FF2B5EF4-FFF2-40B4-BE49-F238E27FC236}">
                    <a16:creationId xmlns:a16="http://schemas.microsoft.com/office/drawing/2014/main" id="{2CEB612A-ED62-4AA2-AF1D-44576D1110EA}"/>
                  </a:ext>
                </a:extLst>
              </p:cNvPr>
              <p:cNvSpPr/>
              <p:nvPr/>
            </p:nvSpPr>
            <p:spPr>
              <a:xfrm>
                <a:off x="5233553" y="2169994"/>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sp>
            <p:nvSpPr>
              <p:cNvPr id="80" name="Oval 79">
                <a:extLst>
                  <a:ext uri="{FF2B5EF4-FFF2-40B4-BE49-F238E27FC236}">
                    <a16:creationId xmlns:a16="http://schemas.microsoft.com/office/drawing/2014/main" id="{98427D09-084F-41B4-9401-F80644636B95}"/>
                  </a:ext>
                </a:extLst>
              </p:cNvPr>
              <p:cNvSpPr/>
              <p:nvPr/>
            </p:nvSpPr>
            <p:spPr>
              <a:xfrm>
                <a:off x="5458378" y="2169994"/>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sp>
            <p:nvSpPr>
              <p:cNvPr id="81" name="Oval 80">
                <a:extLst>
                  <a:ext uri="{FF2B5EF4-FFF2-40B4-BE49-F238E27FC236}">
                    <a16:creationId xmlns:a16="http://schemas.microsoft.com/office/drawing/2014/main" id="{2C84C97D-DB2E-47CC-B856-03C69E55D429}"/>
                  </a:ext>
                </a:extLst>
              </p:cNvPr>
              <p:cNvSpPr/>
              <p:nvPr/>
            </p:nvSpPr>
            <p:spPr>
              <a:xfrm>
                <a:off x="5683203" y="2169994"/>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sp>
            <p:nvSpPr>
              <p:cNvPr id="82" name="Oval 81">
                <a:extLst>
                  <a:ext uri="{FF2B5EF4-FFF2-40B4-BE49-F238E27FC236}">
                    <a16:creationId xmlns:a16="http://schemas.microsoft.com/office/drawing/2014/main" id="{5D8B2A3C-98B2-4E1F-92D4-6A04ED9C2672}"/>
                  </a:ext>
                </a:extLst>
              </p:cNvPr>
              <p:cNvSpPr/>
              <p:nvPr/>
            </p:nvSpPr>
            <p:spPr>
              <a:xfrm>
                <a:off x="5908028" y="2169994"/>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sp>
            <p:nvSpPr>
              <p:cNvPr id="83" name="Oval 82">
                <a:extLst>
                  <a:ext uri="{FF2B5EF4-FFF2-40B4-BE49-F238E27FC236}">
                    <a16:creationId xmlns:a16="http://schemas.microsoft.com/office/drawing/2014/main" id="{D168BF52-17EB-4762-8664-9777D0D9D4E9}"/>
                  </a:ext>
                </a:extLst>
              </p:cNvPr>
              <p:cNvSpPr/>
              <p:nvPr/>
            </p:nvSpPr>
            <p:spPr>
              <a:xfrm>
                <a:off x="6132853" y="2169994"/>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grpSp>
        <p:grpSp>
          <p:nvGrpSpPr>
            <p:cNvPr id="59" name="Group 58">
              <a:extLst>
                <a:ext uri="{FF2B5EF4-FFF2-40B4-BE49-F238E27FC236}">
                  <a16:creationId xmlns:a16="http://schemas.microsoft.com/office/drawing/2014/main" id="{D6A73BDA-DFEA-4DC9-A17B-2CE1D5FA54C7}"/>
                </a:ext>
              </a:extLst>
            </p:cNvPr>
            <p:cNvGrpSpPr/>
            <p:nvPr/>
          </p:nvGrpSpPr>
          <p:grpSpPr>
            <a:xfrm>
              <a:off x="5169754" y="2624233"/>
              <a:ext cx="1026279" cy="126979"/>
              <a:chOff x="5008728" y="2169994"/>
              <a:chExt cx="1026279" cy="126979"/>
            </a:xfrm>
          </p:grpSpPr>
          <p:sp>
            <p:nvSpPr>
              <p:cNvPr id="73" name="Oval 72">
                <a:extLst>
                  <a:ext uri="{FF2B5EF4-FFF2-40B4-BE49-F238E27FC236}">
                    <a16:creationId xmlns:a16="http://schemas.microsoft.com/office/drawing/2014/main" id="{58285031-FD78-4A01-85DF-4115EFAC6F66}"/>
                  </a:ext>
                </a:extLst>
              </p:cNvPr>
              <p:cNvSpPr/>
              <p:nvPr/>
            </p:nvSpPr>
            <p:spPr>
              <a:xfrm>
                <a:off x="5008728" y="2169994"/>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sp>
            <p:nvSpPr>
              <p:cNvPr id="74" name="Oval 73">
                <a:extLst>
                  <a:ext uri="{FF2B5EF4-FFF2-40B4-BE49-F238E27FC236}">
                    <a16:creationId xmlns:a16="http://schemas.microsoft.com/office/drawing/2014/main" id="{58D74F6B-0958-424C-A713-A98D7B217205}"/>
                  </a:ext>
                </a:extLst>
              </p:cNvPr>
              <p:cNvSpPr/>
              <p:nvPr/>
            </p:nvSpPr>
            <p:spPr>
              <a:xfrm>
                <a:off x="5233553" y="2169994"/>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sp>
            <p:nvSpPr>
              <p:cNvPr id="75" name="Oval 74">
                <a:extLst>
                  <a:ext uri="{FF2B5EF4-FFF2-40B4-BE49-F238E27FC236}">
                    <a16:creationId xmlns:a16="http://schemas.microsoft.com/office/drawing/2014/main" id="{B89949AA-FD87-4647-83E1-590D53D21D46}"/>
                  </a:ext>
                </a:extLst>
              </p:cNvPr>
              <p:cNvSpPr/>
              <p:nvPr/>
            </p:nvSpPr>
            <p:spPr>
              <a:xfrm>
                <a:off x="5458378" y="2169994"/>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sp>
            <p:nvSpPr>
              <p:cNvPr id="76" name="Oval 75">
                <a:extLst>
                  <a:ext uri="{FF2B5EF4-FFF2-40B4-BE49-F238E27FC236}">
                    <a16:creationId xmlns:a16="http://schemas.microsoft.com/office/drawing/2014/main" id="{4A40A00B-13D8-4945-BFC1-A72B00A444B5}"/>
                  </a:ext>
                </a:extLst>
              </p:cNvPr>
              <p:cNvSpPr/>
              <p:nvPr/>
            </p:nvSpPr>
            <p:spPr>
              <a:xfrm>
                <a:off x="5683203" y="2169994"/>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sp>
            <p:nvSpPr>
              <p:cNvPr id="77" name="Oval 76">
                <a:extLst>
                  <a:ext uri="{FF2B5EF4-FFF2-40B4-BE49-F238E27FC236}">
                    <a16:creationId xmlns:a16="http://schemas.microsoft.com/office/drawing/2014/main" id="{24BDEAF6-852C-4C3E-9DC9-DD0B7515156D}"/>
                  </a:ext>
                </a:extLst>
              </p:cNvPr>
              <p:cNvSpPr/>
              <p:nvPr/>
            </p:nvSpPr>
            <p:spPr>
              <a:xfrm>
                <a:off x="5908028" y="2169994"/>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grpSp>
        <p:grpSp>
          <p:nvGrpSpPr>
            <p:cNvPr id="60" name="Group 59">
              <a:extLst>
                <a:ext uri="{FF2B5EF4-FFF2-40B4-BE49-F238E27FC236}">
                  <a16:creationId xmlns:a16="http://schemas.microsoft.com/office/drawing/2014/main" id="{DACB9F7B-B5B4-4144-A53A-0EAE9AA29453}"/>
                </a:ext>
              </a:extLst>
            </p:cNvPr>
            <p:cNvGrpSpPr/>
            <p:nvPr/>
          </p:nvGrpSpPr>
          <p:grpSpPr>
            <a:xfrm>
              <a:off x="5169754" y="2397491"/>
              <a:ext cx="801454" cy="126979"/>
              <a:chOff x="5008728" y="2169994"/>
              <a:chExt cx="801454" cy="126979"/>
            </a:xfrm>
          </p:grpSpPr>
          <p:sp>
            <p:nvSpPr>
              <p:cNvPr id="69" name="Oval 68">
                <a:extLst>
                  <a:ext uri="{FF2B5EF4-FFF2-40B4-BE49-F238E27FC236}">
                    <a16:creationId xmlns:a16="http://schemas.microsoft.com/office/drawing/2014/main" id="{DC6FD28D-12E2-4CED-B15F-C883B9A4CB88}"/>
                  </a:ext>
                </a:extLst>
              </p:cNvPr>
              <p:cNvSpPr/>
              <p:nvPr/>
            </p:nvSpPr>
            <p:spPr>
              <a:xfrm>
                <a:off x="5008728" y="2169994"/>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sp>
            <p:nvSpPr>
              <p:cNvPr id="70" name="Oval 69">
                <a:extLst>
                  <a:ext uri="{FF2B5EF4-FFF2-40B4-BE49-F238E27FC236}">
                    <a16:creationId xmlns:a16="http://schemas.microsoft.com/office/drawing/2014/main" id="{FB1D6FAE-72D3-47A9-9DDB-B35D5C9E74D6}"/>
                  </a:ext>
                </a:extLst>
              </p:cNvPr>
              <p:cNvSpPr/>
              <p:nvPr/>
            </p:nvSpPr>
            <p:spPr>
              <a:xfrm>
                <a:off x="5233553" y="2169994"/>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sp>
            <p:nvSpPr>
              <p:cNvPr id="71" name="Oval 70">
                <a:extLst>
                  <a:ext uri="{FF2B5EF4-FFF2-40B4-BE49-F238E27FC236}">
                    <a16:creationId xmlns:a16="http://schemas.microsoft.com/office/drawing/2014/main" id="{ADB4E771-8B96-4F0E-B617-73C82B748C9D}"/>
                  </a:ext>
                </a:extLst>
              </p:cNvPr>
              <p:cNvSpPr/>
              <p:nvPr/>
            </p:nvSpPr>
            <p:spPr>
              <a:xfrm>
                <a:off x="5458378" y="2169994"/>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sp>
            <p:nvSpPr>
              <p:cNvPr id="72" name="Oval 71">
                <a:extLst>
                  <a:ext uri="{FF2B5EF4-FFF2-40B4-BE49-F238E27FC236}">
                    <a16:creationId xmlns:a16="http://schemas.microsoft.com/office/drawing/2014/main" id="{4E4481AA-39AB-4ED7-89DC-AC476EC322D3}"/>
                  </a:ext>
                </a:extLst>
              </p:cNvPr>
              <p:cNvSpPr/>
              <p:nvPr/>
            </p:nvSpPr>
            <p:spPr>
              <a:xfrm>
                <a:off x="5683203" y="2169994"/>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grpSp>
        <p:grpSp>
          <p:nvGrpSpPr>
            <p:cNvPr id="61" name="Group 60">
              <a:extLst>
                <a:ext uri="{FF2B5EF4-FFF2-40B4-BE49-F238E27FC236}">
                  <a16:creationId xmlns:a16="http://schemas.microsoft.com/office/drawing/2014/main" id="{B3254CC4-7641-4B41-8430-2F89ADF357FF}"/>
                </a:ext>
              </a:extLst>
            </p:cNvPr>
            <p:cNvGrpSpPr/>
            <p:nvPr/>
          </p:nvGrpSpPr>
          <p:grpSpPr>
            <a:xfrm>
              <a:off x="5169754" y="2170749"/>
              <a:ext cx="576629" cy="126979"/>
              <a:chOff x="5008728" y="2169994"/>
              <a:chExt cx="576629" cy="126979"/>
            </a:xfrm>
          </p:grpSpPr>
          <p:sp>
            <p:nvSpPr>
              <p:cNvPr id="66" name="Oval 65">
                <a:extLst>
                  <a:ext uri="{FF2B5EF4-FFF2-40B4-BE49-F238E27FC236}">
                    <a16:creationId xmlns:a16="http://schemas.microsoft.com/office/drawing/2014/main" id="{D3409156-5F34-402A-8F5E-22C1A78B1D2B}"/>
                  </a:ext>
                </a:extLst>
              </p:cNvPr>
              <p:cNvSpPr/>
              <p:nvPr/>
            </p:nvSpPr>
            <p:spPr>
              <a:xfrm>
                <a:off x="5008728" y="2169994"/>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sp>
            <p:nvSpPr>
              <p:cNvPr id="67" name="Oval 66">
                <a:extLst>
                  <a:ext uri="{FF2B5EF4-FFF2-40B4-BE49-F238E27FC236}">
                    <a16:creationId xmlns:a16="http://schemas.microsoft.com/office/drawing/2014/main" id="{10519D27-00DA-4417-A90D-0150C39209F4}"/>
                  </a:ext>
                </a:extLst>
              </p:cNvPr>
              <p:cNvSpPr/>
              <p:nvPr/>
            </p:nvSpPr>
            <p:spPr>
              <a:xfrm>
                <a:off x="5233553" y="2169994"/>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sp>
            <p:nvSpPr>
              <p:cNvPr id="68" name="Oval 67">
                <a:extLst>
                  <a:ext uri="{FF2B5EF4-FFF2-40B4-BE49-F238E27FC236}">
                    <a16:creationId xmlns:a16="http://schemas.microsoft.com/office/drawing/2014/main" id="{7BA4F5AB-13AF-4DF5-9825-A4D343B435B6}"/>
                  </a:ext>
                </a:extLst>
              </p:cNvPr>
              <p:cNvSpPr/>
              <p:nvPr/>
            </p:nvSpPr>
            <p:spPr>
              <a:xfrm>
                <a:off x="5458378" y="2169994"/>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grpSp>
        <p:grpSp>
          <p:nvGrpSpPr>
            <p:cNvPr id="62" name="Group 61">
              <a:extLst>
                <a:ext uri="{FF2B5EF4-FFF2-40B4-BE49-F238E27FC236}">
                  <a16:creationId xmlns:a16="http://schemas.microsoft.com/office/drawing/2014/main" id="{377275FD-2EDC-48FA-9139-F195E89C50A0}"/>
                </a:ext>
              </a:extLst>
            </p:cNvPr>
            <p:cNvGrpSpPr/>
            <p:nvPr/>
          </p:nvGrpSpPr>
          <p:grpSpPr>
            <a:xfrm>
              <a:off x="5169754" y="1944007"/>
              <a:ext cx="351804" cy="126979"/>
              <a:chOff x="5008728" y="2169994"/>
              <a:chExt cx="351804" cy="126979"/>
            </a:xfrm>
          </p:grpSpPr>
          <p:sp>
            <p:nvSpPr>
              <p:cNvPr id="64" name="Oval 63">
                <a:extLst>
                  <a:ext uri="{FF2B5EF4-FFF2-40B4-BE49-F238E27FC236}">
                    <a16:creationId xmlns:a16="http://schemas.microsoft.com/office/drawing/2014/main" id="{CD1D20FE-9F02-4A7A-9D08-CBA5CE77CAD1}"/>
                  </a:ext>
                </a:extLst>
              </p:cNvPr>
              <p:cNvSpPr/>
              <p:nvPr/>
            </p:nvSpPr>
            <p:spPr>
              <a:xfrm>
                <a:off x="5008728" y="2169994"/>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sp>
            <p:nvSpPr>
              <p:cNvPr id="65" name="Oval 64">
                <a:extLst>
                  <a:ext uri="{FF2B5EF4-FFF2-40B4-BE49-F238E27FC236}">
                    <a16:creationId xmlns:a16="http://schemas.microsoft.com/office/drawing/2014/main" id="{AE6435B1-BDF2-4C8E-914B-C71B09639652}"/>
                  </a:ext>
                </a:extLst>
              </p:cNvPr>
              <p:cNvSpPr/>
              <p:nvPr/>
            </p:nvSpPr>
            <p:spPr>
              <a:xfrm>
                <a:off x="5233553" y="2169994"/>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grpSp>
        <p:sp>
          <p:nvSpPr>
            <p:cNvPr id="63" name="Oval 62">
              <a:extLst>
                <a:ext uri="{FF2B5EF4-FFF2-40B4-BE49-F238E27FC236}">
                  <a16:creationId xmlns:a16="http://schemas.microsoft.com/office/drawing/2014/main" id="{073EF81F-61DD-40F5-B456-464D333519F2}"/>
                </a:ext>
              </a:extLst>
            </p:cNvPr>
            <p:cNvSpPr/>
            <p:nvPr/>
          </p:nvSpPr>
          <p:spPr>
            <a:xfrm>
              <a:off x="5169754" y="1717265"/>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grpSp>
      <p:grpSp>
        <p:nvGrpSpPr>
          <p:cNvPr id="91" name="Group 90">
            <a:extLst>
              <a:ext uri="{FF2B5EF4-FFF2-40B4-BE49-F238E27FC236}">
                <a16:creationId xmlns:a16="http://schemas.microsoft.com/office/drawing/2014/main" id="{A0DFC0F7-3629-4DA5-8731-F1D854DE5B89}"/>
              </a:ext>
            </a:extLst>
          </p:cNvPr>
          <p:cNvGrpSpPr/>
          <p:nvPr/>
        </p:nvGrpSpPr>
        <p:grpSpPr>
          <a:xfrm>
            <a:off x="6810935" y="1810311"/>
            <a:ext cx="1088217" cy="1102340"/>
            <a:chOff x="5169754" y="1944007"/>
            <a:chExt cx="1251104" cy="1267341"/>
          </a:xfrm>
        </p:grpSpPr>
        <p:grpSp>
          <p:nvGrpSpPr>
            <p:cNvPr id="92" name="Group 105">
              <a:extLst>
                <a:ext uri="{FF2B5EF4-FFF2-40B4-BE49-F238E27FC236}">
                  <a16:creationId xmlns:a16="http://schemas.microsoft.com/office/drawing/2014/main" id="{27102AE6-8045-4895-A95D-2BED6725D484}"/>
                </a:ext>
              </a:extLst>
            </p:cNvPr>
            <p:cNvGrpSpPr/>
            <p:nvPr/>
          </p:nvGrpSpPr>
          <p:grpSpPr>
            <a:xfrm>
              <a:off x="5169754" y="3084369"/>
              <a:ext cx="1251104" cy="126979"/>
              <a:chOff x="5008728" y="2169994"/>
              <a:chExt cx="1251104" cy="126979"/>
            </a:xfrm>
          </p:grpSpPr>
          <p:sp>
            <p:nvSpPr>
              <p:cNvPr id="112" name="Oval 111">
                <a:extLst>
                  <a:ext uri="{FF2B5EF4-FFF2-40B4-BE49-F238E27FC236}">
                    <a16:creationId xmlns:a16="http://schemas.microsoft.com/office/drawing/2014/main" id="{1A70CFAD-E91B-4953-9CD2-643C74AEEA14}"/>
                  </a:ext>
                </a:extLst>
              </p:cNvPr>
              <p:cNvSpPr/>
              <p:nvPr/>
            </p:nvSpPr>
            <p:spPr>
              <a:xfrm>
                <a:off x="5008728" y="2169994"/>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sp>
            <p:nvSpPr>
              <p:cNvPr id="113" name="Oval 112">
                <a:extLst>
                  <a:ext uri="{FF2B5EF4-FFF2-40B4-BE49-F238E27FC236}">
                    <a16:creationId xmlns:a16="http://schemas.microsoft.com/office/drawing/2014/main" id="{C89C4653-14C2-42DB-BD1D-9D792CE4F7CD}"/>
                  </a:ext>
                </a:extLst>
              </p:cNvPr>
              <p:cNvSpPr/>
              <p:nvPr/>
            </p:nvSpPr>
            <p:spPr>
              <a:xfrm>
                <a:off x="5233553" y="2169994"/>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sp>
            <p:nvSpPr>
              <p:cNvPr id="114" name="Oval 113">
                <a:extLst>
                  <a:ext uri="{FF2B5EF4-FFF2-40B4-BE49-F238E27FC236}">
                    <a16:creationId xmlns:a16="http://schemas.microsoft.com/office/drawing/2014/main" id="{78E7A0B8-4956-4FCD-AF31-3DE42951B35B}"/>
                  </a:ext>
                </a:extLst>
              </p:cNvPr>
              <p:cNvSpPr/>
              <p:nvPr/>
            </p:nvSpPr>
            <p:spPr>
              <a:xfrm>
                <a:off x="5458378" y="2169994"/>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sp>
            <p:nvSpPr>
              <p:cNvPr id="115" name="Oval 114">
                <a:extLst>
                  <a:ext uri="{FF2B5EF4-FFF2-40B4-BE49-F238E27FC236}">
                    <a16:creationId xmlns:a16="http://schemas.microsoft.com/office/drawing/2014/main" id="{07F92CB7-9035-446C-B898-FE486773881E}"/>
                  </a:ext>
                </a:extLst>
              </p:cNvPr>
              <p:cNvSpPr/>
              <p:nvPr/>
            </p:nvSpPr>
            <p:spPr>
              <a:xfrm>
                <a:off x="5683203" y="2169994"/>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sp>
            <p:nvSpPr>
              <p:cNvPr id="116" name="Oval 115">
                <a:extLst>
                  <a:ext uri="{FF2B5EF4-FFF2-40B4-BE49-F238E27FC236}">
                    <a16:creationId xmlns:a16="http://schemas.microsoft.com/office/drawing/2014/main" id="{82D2D3F5-E552-4061-A331-588A42EBA929}"/>
                  </a:ext>
                </a:extLst>
              </p:cNvPr>
              <p:cNvSpPr/>
              <p:nvPr/>
            </p:nvSpPr>
            <p:spPr>
              <a:xfrm>
                <a:off x="5908028" y="2169994"/>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sp>
            <p:nvSpPr>
              <p:cNvPr id="117" name="Oval 116">
                <a:extLst>
                  <a:ext uri="{FF2B5EF4-FFF2-40B4-BE49-F238E27FC236}">
                    <a16:creationId xmlns:a16="http://schemas.microsoft.com/office/drawing/2014/main" id="{65E011B7-7609-48A4-A42C-76906076C734}"/>
                  </a:ext>
                </a:extLst>
              </p:cNvPr>
              <p:cNvSpPr/>
              <p:nvPr/>
            </p:nvSpPr>
            <p:spPr>
              <a:xfrm>
                <a:off x="6132853" y="2169994"/>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grpSp>
        <p:grpSp>
          <p:nvGrpSpPr>
            <p:cNvPr id="93" name="Group 106">
              <a:extLst>
                <a:ext uri="{FF2B5EF4-FFF2-40B4-BE49-F238E27FC236}">
                  <a16:creationId xmlns:a16="http://schemas.microsoft.com/office/drawing/2014/main" id="{BBF222B9-96BE-402B-AF85-FF5A2026D410}"/>
                </a:ext>
              </a:extLst>
            </p:cNvPr>
            <p:cNvGrpSpPr/>
            <p:nvPr/>
          </p:nvGrpSpPr>
          <p:grpSpPr>
            <a:xfrm>
              <a:off x="5169754" y="2857625"/>
              <a:ext cx="1026279" cy="126979"/>
              <a:chOff x="5008728" y="2169994"/>
              <a:chExt cx="1026279" cy="126979"/>
            </a:xfrm>
          </p:grpSpPr>
          <p:sp>
            <p:nvSpPr>
              <p:cNvPr id="107" name="Oval 106">
                <a:extLst>
                  <a:ext uri="{FF2B5EF4-FFF2-40B4-BE49-F238E27FC236}">
                    <a16:creationId xmlns:a16="http://schemas.microsoft.com/office/drawing/2014/main" id="{86AEE154-A69F-4098-86BE-0FE407522F68}"/>
                  </a:ext>
                </a:extLst>
              </p:cNvPr>
              <p:cNvSpPr/>
              <p:nvPr/>
            </p:nvSpPr>
            <p:spPr>
              <a:xfrm>
                <a:off x="5008728" y="2169994"/>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sp>
            <p:nvSpPr>
              <p:cNvPr id="108" name="Oval 107">
                <a:extLst>
                  <a:ext uri="{FF2B5EF4-FFF2-40B4-BE49-F238E27FC236}">
                    <a16:creationId xmlns:a16="http://schemas.microsoft.com/office/drawing/2014/main" id="{517B6D62-79B0-4A9B-8A8C-74FDBFDEA1DA}"/>
                  </a:ext>
                </a:extLst>
              </p:cNvPr>
              <p:cNvSpPr/>
              <p:nvPr/>
            </p:nvSpPr>
            <p:spPr>
              <a:xfrm>
                <a:off x="5233553" y="2169994"/>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sp>
            <p:nvSpPr>
              <p:cNvPr id="109" name="Oval 108">
                <a:extLst>
                  <a:ext uri="{FF2B5EF4-FFF2-40B4-BE49-F238E27FC236}">
                    <a16:creationId xmlns:a16="http://schemas.microsoft.com/office/drawing/2014/main" id="{0C41AF7B-69EA-478C-88C5-269C0F072D46}"/>
                  </a:ext>
                </a:extLst>
              </p:cNvPr>
              <p:cNvSpPr/>
              <p:nvPr/>
            </p:nvSpPr>
            <p:spPr>
              <a:xfrm>
                <a:off x="5458378" y="2169994"/>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sp>
            <p:nvSpPr>
              <p:cNvPr id="110" name="Oval 109">
                <a:extLst>
                  <a:ext uri="{FF2B5EF4-FFF2-40B4-BE49-F238E27FC236}">
                    <a16:creationId xmlns:a16="http://schemas.microsoft.com/office/drawing/2014/main" id="{AEEA445E-456F-45B4-BD07-FD01A08EEC51}"/>
                  </a:ext>
                </a:extLst>
              </p:cNvPr>
              <p:cNvSpPr/>
              <p:nvPr/>
            </p:nvSpPr>
            <p:spPr>
              <a:xfrm>
                <a:off x="5683203" y="2169994"/>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sp>
            <p:nvSpPr>
              <p:cNvPr id="111" name="Oval 110">
                <a:extLst>
                  <a:ext uri="{FF2B5EF4-FFF2-40B4-BE49-F238E27FC236}">
                    <a16:creationId xmlns:a16="http://schemas.microsoft.com/office/drawing/2014/main" id="{63823683-C841-4C12-83B2-38F3E85FEDE7}"/>
                  </a:ext>
                </a:extLst>
              </p:cNvPr>
              <p:cNvSpPr/>
              <p:nvPr/>
            </p:nvSpPr>
            <p:spPr>
              <a:xfrm>
                <a:off x="5908028" y="2169994"/>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grpSp>
        <p:grpSp>
          <p:nvGrpSpPr>
            <p:cNvPr id="94" name="Group 114">
              <a:extLst>
                <a:ext uri="{FF2B5EF4-FFF2-40B4-BE49-F238E27FC236}">
                  <a16:creationId xmlns:a16="http://schemas.microsoft.com/office/drawing/2014/main" id="{5F0EB05D-E102-4DCA-8283-93AC1647F481}"/>
                </a:ext>
              </a:extLst>
            </p:cNvPr>
            <p:cNvGrpSpPr/>
            <p:nvPr/>
          </p:nvGrpSpPr>
          <p:grpSpPr>
            <a:xfrm>
              <a:off x="5169754" y="2624233"/>
              <a:ext cx="801454" cy="126979"/>
              <a:chOff x="5008728" y="2169994"/>
              <a:chExt cx="801454" cy="126979"/>
            </a:xfrm>
          </p:grpSpPr>
          <p:sp>
            <p:nvSpPr>
              <p:cNvPr id="103" name="Oval 102">
                <a:extLst>
                  <a:ext uri="{FF2B5EF4-FFF2-40B4-BE49-F238E27FC236}">
                    <a16:creationId xmlns:a16="http://schemas.microsoft.com/office/drawing/2014/main" id="{451744C1-EE84-4047-9AAD-338C654AE715}"/>
                  </a:ext>
                </a:extLst>
              </p:cNvPr>
              <p:cNvSpPr/>
              <p:nvPr/>
            </p:nvSpPr>
            <p:spPr>
              <a:xfrm>
                <a:off x="5008728" y="2169994"/>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sp>
            <p:nvSpPr>
              <p:cNvPr id="104" name="Oval 103">
                <a:extLst>
                  <a:ext uri="{FF2B5EF4-FFF2-40B4-BE49-F238E27FC236}">
                    <a16:creationId xmlns:a16="http://schemas.microsoft.com/office/drawing/2014/main" id="{97818DF3-3225-4BEE-B16D-12CB04E03BF2}"/>
                  </a:ext>
                </a:extLst>
              </p:cNvPr>
              <p:cNvSpPr/>
              <p:nvPr/>
            </p:nvSpPr>
            <p:spPr>
              <a:xfrm>
                <a:off x="5233553" y="2169994"/>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sp>
            <p:nvSpPr>
              <p:cNvPr id="105" name="Oval 104">
                <a:extLst>
                  <a:ext uri="{FF2B5EF4-FFF2-40B4-BE49-F238E27FC236}">
                    <a16:creationId xmlns:a16="http://schemas.microsoft.com/office/drawing/2014/main" id="{31C451BB-46F0-43C3-B87F-7BD05C38363C}"/>
                  </a:ext>
                </a:extLst>
              </p:cNvPr>
              <p:cNvSpPr/>
              <p:nvPr/>
            </p:nvSpPr>
            <p:spPr>
              <a:xfrm>
                <a:off x="5458378" y="2169994"/>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sp>
            <p:nvSpPr>
              <p:cNvPr id="106" name="Oval 105">
                <a:extLst>
                  <a:ext uri="{FF2B5EF4-FFF2-40B4-BE49-F238E27FC236}">
                    <a16:creationId xmlns:a16="http://schemas.microsoft.com/office/drawing/2014/main" id="{A8E34942-385F-46C0-A726-4B89DF7DB238}"/>
                  </a:ext>
                </a:extLst>
              </p:cNvPr>
              <p:cNvSpPr/>
              <p:nvPr/>
            </p:nvSpPr>
            <p:spPr>
              <a:xfrm>
                <a:off x="5683203" y="2169994"/>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grpSp>
        <p:grpSp>
          <p:nvGrpSpPr>
            <p:cNvPr id="95" name="Group 123">
              <a:extLst>
                <a:ext uri="{FF2B5EF4-FFF2-40B4-BE49-F238E27FC236}">
                  <a16:creationId xmlns:a16="http://schemas.microsoft.com/office/drawing/2014/main" id="{8E825F1A-CB43-4421-8A82-C70F1B13F0DA}"/>
                </a:ext>
              </a:extLst>
            </p:cNvPr>
            <p:cNvGrpSpPr/>
            <p:nvPr/>
          </p:nvGrpSpPr>
          <p:grpSpPr>
            <a:xfrm>
              <a:off x="5169754" y="2397491"/>
              <a:ext cx="576629" cy="126979"/>
              <a:chOff x="5008728" y="2169994"/>
              <a:chExt cx="576629" cy="126979"/>
            </a:xfrm>
          </p:grpSpPr>
          <p:sp>
            <p:nvSpPr>
              <p:cNvPr id="100" name="Oval 99">
                <a:extLst>
                  <a:ext uri="{FF2B5EF4-FFF2-40B4-BE49-F238E27FC236}">
                    <a16:creationId xmlns:a16="http://schemas.microsoft.com/office/drawing/2014/main" id="{5A8983EE-5C9F-4BE1-9144-E50FDBE9D514}"/>
                  </a:ext>
                </a:extLst>
              </p:cNvPr>
              <p:cNvSpPr/>
              <p:nvPr/>
            </p:nvSpPr>
            <p:spPr>
              <a:xfrm>
                <a:off x="5008728" y="2169994"/>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sp>
            <p:nvSpPr>
              <p:cNvPr id="101" name="Oval 100">
                <a:extLst>
                  <a:ext uri="{FF2B5EF4-FFF2-40B4-BE49-F238E27FC236}">
                    <a16:creationId xmlns:a16="http://schemas.microsoft.com/office/drawing/2014/main" id="{C610E28C-4170-411C-87B4-7D8F635DA898}"/>
                  </a:ext>
                </a:extLst>
              </p:cNvPr>
              <p:cNvSpPr/>
              <p:nvPr/>
            </p:nvSpPr>
            <p:spPr>
              <a:xfrm>
                <a:off x="5233553" y="2169994"/>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sp>
            <p:nvSpPr>
              <p:cNvPr id="102" name="Oval 101">
                <a:extLst>
                  <a:ext uri="{FF2B5EF4-FFF2-40B4-BE49-F238E27FC236}">
                    <a16:creationId xmlns:a16="http://schemas.microsoft.com/office/drawing/2014/main" id="{01CE913F-2BA8-4025-A039-678E4B425453}"/>
                  </a:ext>
                </a:extLst>
              </p:cNvPr>
              <p:cNvSpPr/>
              <p:nvPr/>
            </p:nvSpPr>
            <p:spPr>
              <a:xfrm>
                <a:off x="5458378" y="2169994"/>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grpSp>
        <p:grpSp>
          <p:nvGrpSpPr>
            <p:cNvPr id="96" name="Group 132">
              <a:extLst>
                <a:ext uri="{FF2B5EF4-FFF2-40B4-BE49-F238E27FC236}">
                  <a16:creationId xmlns:a16="http://schemas.microsoft.com/office/drawing/2014/main" id="{1C2D0AFE-13BC-434B-8828-20075962975C}"/>
                </a:ext>
              </a:extLst>
            </p:cNvPr>
            <p:cNvGrpSpPr/>
            <p:nvPr/>
          </p:nvGrpSpPr>
          <p:grpSpPr>
            <a:xfrm>
              <a:off x="5169754" y="2170749"/>
              <a:ext cx="351804" cy="126979"/>
              <a:chOff x="5008728" y="2169994"/>
              <a:chExt cx="351804" cy="126979"/>
            </a:xfrm>
          </p:grpSpPr>
          <p:sp>
            <p:nvSpPr>
              <p:cNvPr id="98" name="Oval 97">
                <a:extLst>
                  <a:ext uri="{FF2B5EF4-FFF2-40B4-BE49-F238E27FC236}">
                    <a16:creationId xmlns:a16="http://schemas.microsoft.com/office/drawing/2014/main" id="{D359F157-59D5-4D80-BC91-DDDA00EB55CD}"/>
                  </a:ext>
                </a:extLst>
              </p:cNvPr>
              <p:cNvSpPr/>
              <p:nvPr/>
            </p:nvSpPr>
            <p:spPr>
              <a:xfrm>
                <a:off x="5008728" y="2169994"/>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sp>
            <p:nvSpPr>
              <p:cNvPr id="99" name="Oval 98">
                <a:extLst>
                  <a:ext uri="{FF2B5EF4-FFF2-40B4-BE49-F238E27FC236}">
                    <a16:creationId xmlns:a16="http://schemas.microsoft.com/office/drawing/2014/main" id="{FA751DE5-E1EB-4AF0-8193-1AC6D744A95F}"/>
                  </a:ext>
                </a:extLst>
              </p:cNvPr>
              <p:cNvSpPr/>
              <p:nvPr/>
            </p:nvSpPr>
            <p:spPr>
              <a:xfrm>
                <a:off x="5233553" y="2169994"/>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grpSp>
        <p:sp>
          <p:nvSpPr>
            <p:cNvPr id="97" name="Oval 96">
              <a:extLst>
                <a:ext uri="{FF2B5EF4-FFF2-40B4-BE49-F238E27FC236}">
                  <a16:creationId xmlns:a16="http://schemas.microsoft.com/office/drawing/2014/main" id="{EF5FEC13-D1C2-478A-8839-5734917FFFB0}"/>
                </a:ext>
              </a:extLst>
            </p:cNvPr>
            <p:cNvSpPr/>
            <p:nvPr/>
          </p:nvSpPr>
          <p:spPr>
            <a:xfrm>
              <a:off x="5169754" y="1944007"/>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grpSp>
      <p:grpSp>
        <p:nvGrpSpPr>
          <p:cNvPr id="118" name="Group 117">
            <a:extLst>
              <a:ext uri="{FF2B5EF4-FFF2-40B4-BE49-F238E27FC236}">
                <a16:creationId xmlns:a16="http://schemas.microsoft.com/office/drawing/2014/main" id="{975FFD9E-0611-44E4-8688-9B2BD78EF983}"/>
              </a:ext>
            </a:extLst>
          </p:cNvPr>
          <p:cNvGrpSpPr/>
          <p:nvPr/>
        </p:nvGrpSpPr>
        <p:grpSpPr>
          <a:xfrm>
            <a:off x="5867061" y="1973021"/>
            <a:ext cx="892663" cy="905118"/>
            <a:chOff x="5169754" y="2170749"/>
            <a:chExt cx="1026279" cy="1040599"/>
          </a:xfrm>
        </p:grpSpPr>
        <p:grpSp>
          <p:nvGrpSpPr>
            <p:cNvPr id="119" name="Group 105">
              <a:extLst>
                <a:ext uri="{FF2B5EF4-FFF2-40B4-BE49-F238E27FC236}">
                  <a16:creationId xmlns:a16="http://schemas.microsoft.com/office/drawing/2014/main" id="{CAF1243F-330E-489B-AE1D-87FEA7C41354}"/>
                </a:ext>
              </a:extLst>
            </p:cNvPr>
            <p:cNvGrpSpPr/>
            <p:nvPr/>
          </p:nvGrpSpPr>
          <p:grpSpPr>
            <a:xfrm>
              <a:off x="5169754" y="3084369"/>
              <a:ext cx="1026279" cy="126979"/>
              <a:chOff x="5008728" y="2169994"/>
              <a:chExt cx="1026279" cy="126979"/>
            </a:xfrm>
          </p:grpSpPr>
          <p:sp>
            <p:nvSpPr>
              <p:cNvPr id="133" name="Oval 132">
                <a:extLst>
                  <a:ext uri="{FF2B5EF4-FFF2-40B4-BE49-F238E27FC236}">
                    <a16:creationId xmlns:a16="http://schemas.microsoft.com/office/drawing/2014/main" id="{F19BDB52-5554-47A9-AC67-39F1DABA0D29}"/>
                  </a:ext>
                </a:extLst>
              </p:cNvPr>
              <p:cNvSpPr/>
              <p:nvPr/>
            </p:nvSpPr>
            <p:spPr>
              <a:xfrm>
                <a:off x="5008728" y="2169994"/>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sp>
            <p:nvSpPr>
              <p:cNvPr id="134" name="Oval 133">
                <a:extLst>
                  <a:ext uri="{FF2B5EF4-FFF2-40B4-BE49-F238E27FC236}">
                    <a16:creationId xmlns:a16="http://schemas.microsoft.com/office/drawing/2014/main" id="{88BD59B6-9CBD-4641-999F-0FFDC4D98EFF}"/>
                  </a:ext>
                </a:extLst>
              </p:cNvPr>
              <p:cNvSpPr/>
              <p:nvPr/>
            </p:nvSpPr>
            <p:spPr>
              <a:xfrm>
                <a:off x="5233553" y="2169994"/>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sp>
            <p:nvSpPr>
              <p:cNvPr id="135" name="Oval 134">
                <a:extLst>
                  <a:ext uri="{FF2B5EF4-FFF2-40B4-BE49-F238E27FC236}">
                    <a16:creationId xmlns:a16="http://schemas.microsoft.com/office/drawing/2014/main" id="{D4EB57F2-EA20-43E8-BAB5-B62DE7C32FF8}"/>
                  </a:ext>
                </a:extLst>
              </p:cNvPr>
              <p:cNvSpPr/>
              <p:nvPr/>
            </p:nvSpPr>
            <p:spPr>
              <a:xfrm>
                <a:off x="5458378" y="2169994"/>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sp>
            <p:nvSpPr>
              <p:cNvPr id="136" name="Oval 135">
                <a:extLst>
                  <a:ext uri="{FF2B5EF4-FFF2-40B4-BE49-F238E27FC236}">
                    <a16:creationId xmlns:a16="http://schemas.microsoft.com/office/drawing/2014/main" id="{6C7C7C5B-3262-469C-B85C-74A14301AFCE}"/>
                  </a:ext>
                </a:extLst>
              </p:cNvPr>
              <p:cNvSpPr/>
              <p:nvPr/>
            </p:nvSpPr>
            <p:spPr>
              <a:xfrm>
                <a:off x="5683203" y="2169994"/>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sp>
            <p:nvSpPr>
              <p:cNvPr id="137" name="Oval 136">
                <a:extLst>
                  <a:ext uri="{FF2B5EF4-FFF2-40B4-BE49-F238E27FC236}">
                    <a16:creationId xmlns:a16="http://schemas.microsoft.com/office/drawing/2014/main" id="{645BE2D6-98A2-4F84-8658-011FD7683FB6}"/>
                  </a:ext>
                </a:extLst>
              </p:cNvPr>
              <p:cNvSpPr/>
              <p:nvPr/>
            </p:nvSpPr>
            <p:spPr>
              <a:xfrm>
                <a:off x="5908028" y="2169994"/>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grpSp>
        <p:grpSp>
          <p:nvGrpSpPr>
            <p:cNvPr id="120" name="Group 106">
              <a:extLst>
                <a:ext uri="{FF2B5EF4-FFF2-40B4-BE49-F238E27FC236}">
                  <a16:creationId xmlns:a16="http://schemas.microsoft.com/office/drawing/2014/main" id="{09A383D5-1275-4DF9-8F06-B13EC157B175}"/>
                </a:ext>
              </a:extLst>
            </p:cNvPr>
            <p:cNvGrpSpPr/>
            <p:nvPr/>
          </p:nvGrpSpPr>
          <p:grpSpPr>
            <a:xfrm>
              <a:off x="5169754" y="2857625"/>
              <a:ext cx="801454" cy="126979"/>
              <a:chOff x="5008728" y="2169994"/>
              <a:chExt cx="801454" cy="126979"/>
            </a:xfrm>
          </p:grpSpPr>
          <p:sp>
            <p:nvSpPr>
              <p:cNvPr id="129" name="Oval 128">
                <a:extLst>
                  <a:ext uri="{FF2B5EF4-FFF2-40B4-BE49-F238E27FC236}">
                    <a16:creationId xmlns:a16="http://schemas.microsoft.com/office/drawing/2014/main" id="{D34E606D-913F-42C0-9E02-61FFC62DF448}"/>
                  </a:ext>
                </a:extLst>
              </p:cNvPr>
              <p:cNvSpPr/>
              <p:nvPr/>
            </p:nvSpPr>
            <p:spPr>
              <a:xfrm>
                <a:off x="5008728" y="2169994"/>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sp>
            <p:nvSpPr>
              <p:cNvPr id="130" name="Oval 129">
                <a:extLst>
                  <a:ext uri="{FF2B5EF4-FFF2-40B4-BE49-F238E27FC236}">
                    <a16:creationId xmlns:a16="http://schemas.microsoft.com/office/drawing/2014/main" id="{F9114354-15BC-4961-A699-E5E1765303C0}"/>
                  </a:ext>
                </a:extLst>
              </p:cNvPr>
              <p:cNvSpPr/>
              <p:nvPr/>
            </p:nvSpPr>
            <p:spPr>
              <a:xfrm>
                <a:off x="5233553" y="2169994"/>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sp>
            <p:nvSpPr>
              <p:cNvPr id="131" name="Oval 130">
                <a:extLst>
                  <a:ext uri="{FF2B5EF4-FFF2-40B4-BE49-F238E27FC236}">
                    <a16:creationId xmlns:a16="http://schemas.microsoft.com/office/drawing/2014/main" id="{B2384BA6-E586-48F5-BB3C-0DA1FE8D5BDA}"/>
                  </a:ext>
                </a:extLst>
              </p:cNvPr>
              <p:cNvSpPr/>
              <p:nvPr/>
            </p:nvSpPr>
            <p:spPr>
              <a:xfrm>
                <a:off x="5458378" y="2169994"/>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sp>
            <p:nvSpPr>
              <p:cNvPr id="132" name="Oval 131">
                <a:extLst>
                  <a:ext uri="{FF2B5EF4-FFF2-40B4-BE49-F238E27FC236}">
                    <a16:creationId xmlns:a16="http://schemas.microsoft.com/office/drawing/2014/main" id="{8274C37B-2B21-447C-841C-F14D39094D4C}"/>
                  </a:ext>
                </a:extLst>
              </p:cNvPr>
              <p:cNvSpPr/>
              <p:nvPr/>
            </p:nvSpPr>
            <p:spPr>
              <a:xfrm>
                <a:off x="5683203" y="2169994"/>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grpSp>
        <p:grpSp>
          <p:nvGrpSpPr>
            <p:cNvPr id="121" name="Group 114">
              <a:extLst>
                <a:ext uri="{FF2B5EF4-FFF2-40B4-BE49-F238E27FC236}">
                  <a16:creationId xmlns:a16="http://schemas.microsoft.com/office/drawing/2014/main" id="{314885C5-AD88-4A23-92C1-8EC9B25F4CEE}"/>
                </a:ext>
              </a:extLst>
            </p:cNvPr>
            <p:cNvGrpSpPr/>
            <p:nvPr/>
          </p:nvGrpSpPr>
          <p:grpSpPr>
            <a:xfrm>
              <a:off x="5169754" y="2624233"/>
              <a:ext cx="576629" cy="126979"/>
              <a:chOff x="5008728" y="2169994"/>
              <a:chExt cx="576629" cy="126979"/>
            </a:xfrm>
          </p:grpSpPr>
          <p:sp>
            <p:nvSpPr>
              <p:cNvPr id="126" name="Oval 125">
                <a:extLst>
                  <a:ext uri="{FF2B5EF4-FFF2-40B4-BE49-F238E27FC236}">
                    <a16:creationId xmlns:a16="http://schemas.microsoft.com/office/drawing/2014/main" id="{2D658801-3AA2-4B3D-9C51-B0F31509A2A1}"/>
                  </a:ext>
                </a:extLst>
              </p:cNvPr>
              <p:cNvSpPr/>
              <p:nvPr/>
            </p:nvSpPr>
            <p:spPr>
              <a:xfrm>
                <a:off x="5008728" y="2169994"/>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sp>
            <p:nvSpPr>
              <p:cNvPr id="127" name="Oval 126">
                <a:extLst>
                  <a:ext uri="{FF2B5EF4-FFF2-40B4-BE49-F238E27FC236}">
                    <a16:creationId xmlns:a16="http://schemas.microsoft.com/office/drawing/2014/main" id="{22589F2C-F6C2-4293-876E-66D678E22367}"/>
                  </a:ext>
                </a:extLst>
              </p:cNvPr>
              <p:cNvSpPr/>
              <p:nvPr/>
            </p:nvSpPr>
            <p:spPr>
              <a:xfrm>
                <a:off x="5233553" y="2169994"/>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sp>
            <p:nvSpPr>
              <p:cNvPr id="128" name="Oval 127">
                <a:extLst>
                  <a:ext uri="{FF2B5EF4-FFF2-40B4-BE49-F238E27FC236}">
                    <a16:creationId xmlns:a16="http://schemas.microsoft.com/office/drawing/2014/main" id="{B2C70BDB-C1C8-492B-A0F0-B229C4FB4B99}"/>
                  </a:ext>
                </a:extLst>
              </p:cNvPr>
              <p:cNvSpPr/>
              <p:nvPr/>
            </p:nvSpPr>
            <p:spPr>
              <a:xfrm>
                <a:off x="5458378" y="2169994"/>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grpSp>
        <p:grpSp>
          <p:nvGrpSpPr>
            <p:cNvPr id="122" name="Group 123">
              <a:extLst>
                <a:ext uri="{FF2B5EF4-FFF2-40B4-BE49-F238E27FC236}">
                  <a16:creationId xmlns:a16="http://schemas.microsoft.com/office/drawing/2014/main" id="{CBE4C4A3-2F01-4179-B82B-F9A38CCA1052}"/>
                </a:ext>
              </a:extLst>
            </p:cNvPr>
            <p:cNvGrpSpPr/>
            <p:nvPr/>
          </p:nvGrpSpPr>
          <p:grpSpPr>
            <a:xfrm>
              <a:off x="5169754" y="2397491"/>
              <a:ext cx="351804" cy="126979"/>
              <a:chOff x="5008728" y="2169994"/>
              <a:chExt cx="351804" cy="126979"/>
            </a:xfrm>
          </p:grpSpPr>
          <p:sp>
            <p:nvSpPr>
              <p:cNvPr id="124" name="Oval 123">
                <a:extLst>
                  <a:ext uri="{FF2B5EF4-FFF2-40B4-BE49-F238E27FC236}">
                    <a16:creationId xmlns:a16="http://schemas.microsoft.com/office/drawing/2014/main" id="{73E89113-0763-42AC-8C8D-36386E5A15E0}"/>
                  </a:ext>
                </a:extLst>
              </p:cNvPr>
              <p:cNvSpPr/>
              <p:nvPr/>
            </p:nvSpPr>
            <p:spPr>
              <a:xfrm>
                <a:off x="5008728" y="2169994"/>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sp>
            <p:nvSpPr>
              <p:cNvPr id="125" name="Oval 124">
                <a:extLst>
                  <a:ext uri="{FF2B5EF4-FFF2-40B4-BE49-F238E27FC236}">
                    <a16:creationId xmlns:a16="http://schemas.microsoft.com/office/drawing/2014/main" id="{89AEEF50-E3EB-4754-9D93-A70C3A351C9E}"/>
                  </a:ext>
                </a:extLst>
              </p:cNvPr>
              <p:cNvSpPr/>
              <p:nvPr/>
            </p:nvSpPr>
            <p:spPr>
              <a:xfrm>
                <a:off x="5233553" y="2169994"/>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grpSp>
        <p:sp>
          <p:nvSpPr>
            <p:cNvPr id="123" name="Oval 122">
              <a:extLst>
                <a:ext uri="{FF2B5EF4-FFF2-40B4-BE49-F238E27FC236}">
                  <a16:creationId xmlns:a16="http://schemas.microsoft.com/office/drawing/2014/main" id="{3C09E6C0-304A-4518-BA82-62F71553FD87}"/>
                </a:ext>
              </a:extLst>
            </p:cNvPr>
            <p:cNvSpPr/>
            <p:nvPr/>
          </p:nvSpPr>
          <p:spPr>
            <a:xfrm>
              <a:off x="5169754" y="2170749"/>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grpSp>
      <p:grpSp>
        <p:nvGrpSpPr>
          <p:cNvPr id="138" name="Group 137">
            <a:extLst>
              <a:ext uri="{FF2B5EF4-FFF2-40B4-BE49-F238E27FC236}">
                <a16:creationId xmlns:a16="http://schemas.microsoft.com/office/drawing/2014/main" id="{3F8CD178-5E47-4A54-B363-6318EECC103E}"/>
              </a:ext>
            </a:extLst>
          </p:cNvPr>
          <p:cNvGrpSpPr/>
          <p:nvPr/>
        </p:nvGrpSpPr>
        <p:grpSpPr>
          <a:xfrm>
            <a:off x="5025003" y="2170242"/>
            <a:ext cx="697109" cy="707897"/>
            <a:chOff x="5169754" y="2397491"/>
            <a:chExt cx="801454" cy="813857"/>
          </a:xfrm>
        </p:grpSpPr>
        <p:grpSp>
          <p:nvGrpSpPr>
            <p:cNvPr id="139" name="Group 105">
              <a:extLst>
                <a:ext uri="{FF2B5EF4-FFF2-40B4-BE49-F238E27FC236}">
                  <a16:creationId xmlns:a16="http://schemas.microsoft.com/office/drawing/2014/main" id="{406B63AB-A8D8-47C0-9EB3-0BC4154CB99E}"/>
                </a:ext>
              </a:extLst>
            </p:cNvPr>
            <p:cNvGrpSpPr/>
            <p:nvPr/>
          </p:nvGrpSpPr>
          <p:grpSpPr>
            <a:xfrm>
              <a:off x="5169754" y="3084369"/>
              <a:ext cx="801454" cy="126979"/>
              <a:chOff x="5008728" y="2169994"/>
              <a:chExt cx="801454" cy="126979"/>
            </a:xfrm>
          </p:grpSpPr>
          <p:sp>
            <p:nvSpPr>
              <p:cNvPr id="148" name="Oval 147">
                <a:extLst>
                  <a:ext uri="{FF2B5EF4-FFF2-40B4-BE49-F238E27FC236}">
                    <a16:creationId xmlns:a16="http://schemas.microsoft.com/office/drawing/2014/main" id="{3B81D6A8-4F0D-4B96-BC15-85A0D172EB8A}"/>
                  </a:ext>
                </a:extLst>
              </p:cNvPr>
              <p:cNvSpPr/>
              <p:nvPr/>
            </p:nvSpPr>
            <p:spPr>
              <a:xfrm>
                <a:off x="5008728" y="2169994"/>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sp>
            <p:nvSpPr>
              <p:cNvPr id="149" name="Oval 148">
                <a:extLst>
                  <a:ext uri="{FF2B5EF4-FFF2-40B4-BE49-F238E27FC236}">
                    <a16:creationId xmlns:a16="http://schemas.microsoft.com/office/drawing/2014/main" id="{22E955E4-8C6C-4183-AB27-67A1221A2F98}"/>
                  </a:ext>
                </a:extLst>
              </p:cNvPr>
              <p:cNvSpPr/>
              <p:nvPr/>
            </p:nvSpPr>
            <p:spPr>
              <a:xfrm>
                <a:off x="5233553" y="2169994"/>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sp>
            <p:nvSpPr>
              <p:cNvPr id="150" name="Oval 149">
                <a:extLst>
                  <a:ext uri="{FF2B5EF4-FFF2-40B4-BE49-F238E27FC236}">
                    <a16:creationId xmlns:a16="http://schemas.microsoft.com/office/drawing/2014/main" id="{C557DA1C-3E1B-4312-82FC-7858329EAEEA}"/>
                  </a:ext>
                </a:extLst>
              </p:cNvPr>
              <p:cNvSpPr/>
              <p:nvPr/>
            </p:nvSpPr>
            <p:spPr>
              <a:xfrm>
                <a:off x="5458378" y="2169994"/>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sp>
            <p:nvSpPr>
              <p:cNvPr id="151" name="Oval 150">
                <a:extLst>
                  <a:ext uri="{FF2B5EF4-FFF2-40B4-BE49-F238E27FC236}">
                    <a16:creationId xmlns:a16="http://schemas.microsoft.com/office/drawing/2014/main" id="{9BB645F7-CED7-4FF9-A57B-B7692553F1E3}"/>
                  </a:ext>
                </a:extLst>
              </p:cNvPr>
              <p:cNvSpPr/>
              <p:nvPr/>
            </p:nvSpPr>
            <p:spPr>
              <a:xfrm>
                <a:off x="5683203" y="2169994"/>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grpSp>
        <p:grpSp>
          <p:nvGrpSpPr>
            <p:cNvPr id="140" name="Group 106">
              <a:extLst>
                <a:ext uri="{FF2B5EF4-FFF2-40B4-BE49-F238E27FC236}">
                  <a16:creationId xmlns:a16="http://schemas.microsoft.com/office/drawing/2014/main" id="{FFA16991-A414-42D1-A27A-84353FC728DE}"/>
                </a:ext>
              </a:extLst>
            </p:cNvPr>
            <p:cNvGrpSpPr/>
            <p:nvPr/>
          </p:nvGrpSpPr>
          <p:grpSpPr>
            <a:xfrm>
              <a:off x="5169754" y="2857625"/>
              <a:ext cx="576629" cy="126979"/>
              <a:chOff x="5008728" y="2169994"/>
              <a:chExt cx="576629" cy="126979"/>
            </a:xfrm>
          </p:grpSpPr>
          <p:sp>
            <p:nvSpPr>
              <p:cNvPr id="145" name="Oval 144">
                <a:extLst>
                  <a:ext uri="{FF2B5EF4-FFF2-40B4-BE49-F238E27FC236}">
                    <a16:creationId xmlns:a16="http://schemas.microsoft.com/office/drawing/2014/main" id="{372A0600-4B9D-4689-BDF2-60D4ABE50CAB}"/>
                  </a:ext>
                </a:extLst>
              </p:cNvPr>
              <p:cNvSpPr/>
              <p:nvPr/>
            </p:nvSpPr>
            <p:spPr>
              <a:xfrm>
                <a:off x="5008728" y="2169994"/>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sp>
            <p:nvSpPr>
              <p:cNvPr id="146" name="Oval 145">
                <a:extLst>
                  <a:ext uri="{FF2B5EF4-FFF2-40B4-BE49-F238E27FC236}">
                    <a16:creationId xmlns:a16="http://schemas.microsoft.com/office/drawing/2014/main" id="{0E3E3279-23D7-4161-8535-56D7600C6518}"/>
                  </a:ext>
                </a:extLst>
              </p:cNvPr>
              <p:cNvSpPr/>
              <p:nvPr/>
            </p:nvSpPr>
            <p:spPr>
              <a:xfrm>
                <a:off x="5233553" y="2169994"/>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sp>
            <p:nvSpPr>
              <p:cNvPr id="147" name="Oval 146">
                <a:extLst>
                  <a:ext uri="{FF2B5EF4-FFF2-40B4-BE49-F238E27FC236}">
                    <a16:creationId xmlns:a16="http://schemas.microsoft.com/office/drawing/2014/main" id="{4DA7054C-FF6A-4349-984C-45D7D9860B10}"/>
                  </a:ext>
                </a:extLst>
              </p:cNvPr>
              <p:cNvSpPr/>
              <p:nvPr/>
            </p:nvSpPr>
            <p:spPr>
              <a:xfrm>
                <a:off x="5458378" y="2169994"/>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grpSp>
        <p:grpSp>
          <p:nvGrpSpPr>
            <p:cNvPr id="141" name="Group 114">
              <a:extLst>
                <a:ext uri="{FF2B5EF4-FFF2-40B4-BE49-F238E27FC236}">
                  <a16:creationId xmlns:a16="http://schemas.microsoft.com/office/drawing/2014/main" id="{E80641F3-0954-4CD3-BBA0-C2A88AECE237}"/>
                </a:ext>
              </a:extLst>
            </p:cNvPr>
            <p:cNvGrpSpPr/>
            <p:nvPr/>
          </p:nvGrpSpPr>
          <p:grpSpPr>
            <a:xfrm>
              <a:off x="5169754" y="2624233"/>
              <a:ext cx="351804" cy="126979"/>
              <a:chOff x="5008728" y="2169994"/>
              <a:chExt cx="351804" cy="126979"/>
            </a:xfrm>
          </p:grpSpPr>
          <p:sp>
            <p:nvSpPr>
              <p:cNvPr id="143" name="Oval 142">
                <a:extLst>
                  <a:ext uri="{FF2B5EF4-FFF2-40B4-BE49-F238E27FC236}">
                    <a16:creationId xmlns:a16="http://schemas.microsoft.com/office/drawing/2014/main" id="{84B96233-39CF-4F72-8443-9D0224CED8EA}"/>
                  </a:ext>
                </a:extLst>
              </p:cNvPr>
              <p:cNvSpPr/>
              <p:nvPr/>
            </p:nvSpPr>
            <p:spPr>
              <a:xfrm>
                <a:off x="5008728" y="2169994"/>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sp>
            <p:nvSpPr>
              <p:cNvPr id="144" name="Oval 143">
                <a:extLst>
                  <a:ext uri="{FF2B5EF4-FFF2-40B4-BE49-F238E27FC236}">
                    <a16:creationId xmlns:a16="http://schemas.microsoft.com/office/drawing/2014/main" id="{1DBAC0A9-7BC8-48E9-B93B-99F7C2FB9091}"/>
                  </a:ext>
                </a:extLst>
              </p:cNvPr>
              <p:cNvSpPr/>
              <p:nvPr/>
            </p:nvSpPr>
            <p:spPr>
              <a:xfrm>
                <a:off x="5233553" y="2169994"/>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grpSp>
        <p:sp>
          <p:nvSpPr>
            <p:cNvPr id="142" name="Oval 141">
              <a:extLst>
                <a:ext uri="{FF2B5EF4-FFF2-40B4-BE49-F238E27FC236}">
                  <a16:creationId xmlns:a16="http://schemas.microsoft.com/office/drawing/2014/main" id="{C7491F88-97B0-4A6B-B209-66B1E7F5A7B0}"/>
                </a:ext>
              </a:extLst>
            </p:cNvPr>
            <p:cNvSpPr/>
            <p:nvPr/>
          </p:nvSpPr>
          <p:spPr>
            <a:xfrm>
              <a:off x="5169754" y="2397491"/>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grpSp>
      <p:grpSp>
        <p:nvGrpSpPr>
          <p:cNvPr id="152" name="Group 151">
            <a:extLst>
              <a:ext uri="{FF2B5EF4-FFF2-40B4-BE49-F238E27FC236}">
                <a16:creationId xmlns:a16="http://schemas.microsoft.com/office/drawing/2014/main" id="{6CAF315E-7009-44A1-B00B-9FDDB7DE8F72}"/>
              </a:ext>
            </a:extLst>
          </p:cNvPr>
          <p:cNvGrpSpPr/>
          <p:nvPr/>
        </p:nvGrpSpPr>
        <p:grpSpPr>
          <a:xfrm>
            <a:off x="4309058" y="2367463"/>
            <a:ext cx="501555" cy="510676"/>
            <a:chOff x="5169754" y="2624233"/>
            <a:chExt cx="576629" cy="587115"/>
          </a:xfrm>
        </p:grpSpPr>
        <p:grpSp>
          <p:nvGrpSpPr>
            <p:cNvPr id="153" name="Group 105">
              <a:extLst>
                <a:ext uri="{FF2B5EF4-FFF2-40B4-BE49-F238E27FC236}">
                  <a16:creationId xmlns:a16="http://schemas.microsoft.com/office/drawing/2014/main" id="{202005E1-3A51-4B25-97D4-B9688071DEC3}"/>
                </a:ext>
              </a:extLst>
            </p:cNvPr>
            <p:cNvGrpSpPr/>
            <p:nvPr/>
          </p:nvGrpSpPr>
          <p:grpSpPr>
            <a:xfrm>
              <a:off x="5169754" y="3084369"/>
              <a:ext cx="576629" cy="126979"/>
              <a:chOff x="5008728" y="2169994"/>
              <a:chExt cx="576629" cy="126979"/>
            </a:xfrm>
          </p:grpSpPr>
          <p:sp>
            <p:nvSpPr>
              <p:cNvPr id="158" name="Oval 157">
                <a:extLst>
                  <a:ext uri="{FF2B5EF4-FFF2-40B4-BE49-F238E27FC236}">
                    <a16:creationId xmlns:a16="http://schemas.microsoft.com/office/drawing/2014/main" id="{BBF10864-F31D-47B1-ACDF-4BD8188AEF96}"/>
                  </a:ext>
                </a:extLst>
              </p:cNvPr>
              <p:cNvSpPr/>
              <p:nvPr/>
            </p:nvSpPr>
            <p:spPr>
              <a:xfrm>
                <a:off x="5008728" y="2169994"/>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sp>
            <p:nvSpPr>
              <p:cNvPr id="159" name="Oval 158">
                <a:extLst>
                  <a:ext uri="{FF2B5EF4-FFF2-40B4-BE49-F238E27FC236}">
                    <a16:creationId xmlns:a16="http://schemas.microsoft.com/office/drawing/2014/main" id="{6386D050-E615-4DC6-B60B-86B3E2CA93C3}"/>
                  </a:ext>
                </a:extLst>
              </p:cNvPr>
              <p:cNvSpPr/>
              <p:nvPr/>
            </p:nvSpPr>
            <p:spPr>
              <a:xfrm>
                <a:off x="5233553" y="2169994"/>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sp>
            <p:nvSpPr>
              <p:cNvPr id="160" name="Oval 159">
                <a:extLst>
                  <a:ext uri="{FF2B5EF4-FFF2-40B4-BE49-F238E27FC236}">
                    <a16:creationId xmlns:a16="http://schemas.microsoft.com/office/drawing/2014/main" id="{663C60CD-44EF-4822-BC33-68D6232A4ED2}"/>
                  </a:ext>
                </a:extLst>
              </p:cNvPr>
              <p:cNvSpPr/>
              <p:nvPr/>
            </p:nvSpPr>
            <p:spPr>
              <a:xfrm>
                <a:off x="5458378" y="2169994"/>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grpSp>
        <p:grpSp>
          <p:nvGrpSpPr>
            <p:cNvPr id="154" name="Group 106">
              <a:extLst>
                <a:ext uri="{FF2B5EF4-FFF2-40B4-BE49-F238E27FC236}">
                  <a16:creationId xmlns:a16="http://schemas.microsoft.com/office/drawing/2014/main" id="{D6823CFC-7BA0-4237-BB8F-C3F34D8B0BC0}"/>
                </a:ext>
              </a:extLst>
            </p:cNvPr>
            <p:cNvGrpSpPr/>
            <p:nvPr/>
          </p:nvGrpSpPr>
          <p:grpSpPr>
            <a:xfrm>
              <a:off x="5169754" y="2857625"/>
              <a:ext cx="351804" cy="126979"/>
              <a:chOff x="5008728" y="2169994"/>
              <a:chExt cx="351804" cy="126979"/>
            </a:xfrm>
          </p:grpSpPr>
          <p:sp>
            <p:nvSpPr>
              <p:cNvPr id="156" name="Oval 155">
                <a:extLst>
                  <a:ext uri="{FF2B5EF4-FFF2-40B4-BE49-F238E27FC236}">
                    <a16:creationId xmlns:a16="http://schemas.microsoft.com/office/drawing/2014/main" id="{7B07D153-F303-4DDD-8CCC-3217551EF68B}"/>
                  </a:ext>
                </a:extLst>
              </p:cNvPr>
              <p:cNvSpPr/>
              <p:nvPr/>
            </p:nvSpPr>
            <p:spPr>
              <a:xfrm>
                <a:off x="5008728" y="2169994"/>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sp>
            <p:nvSpPr>
              <p:cNvPr id="157" name="Oval 156">
                <a:extLst>
                  <a:ext uri="{FF2B5EF4-FFF2-40B4-BE49-F238E27FC236}">
                    <a16:creationId xmlns:a16="http://schemas.microsoft.com/office/drawing/2014/main" id="{615C0005-3DAA-4D5C-9A6E-BED2957618E1}"/>
                  </a:ext>
                </a:extLst>
              </p:cNvPr>
              <p:cNvSpPr/>
              <p:nvPr/>
            </p:nvSpPr>
            <p:spPr>
              <a:xfrm>
                <a:off x="5233553" y="2169994"/>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grpSp>
        <p:sp>
          <p:nvSpPr>
            <p:cNvPr id="155" name="Oval 154">
              <a:extLst>
                <a:ext uri="{FF2B5EF4-FFF2-40B4-BE49-F238E27FC236}">
                  <a16:creationId xmlns:a16="http://schemas.microsoft.com/office/drawing/2014/main" id="{5589666A-2A1F-40BA-9DCA-5DD755241A67}"/>
                </a:ext>
              </a:extLst>
            </p:cNvPr>
            <p:cNvSpPr/>
            <p:nvPr/>
          </p:nvSpPr>
          <p:spPr>
            <a:xfrm>
              <a:off x="5169754" y="2624233"/>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grpSp>
      <p:grpSp>
        <p:nvGrpSpPr>
          <p:cNvPr id="161" name="Group 160">
            <a:extLst>
              <a:ext uri="{FF2B5EF4-FFF2-40B4-BE49-F238E27FC236}">
                <a16:creationId xmlns:a16="http://schemas.microsoft.com/office/drawing/2014/main" id="{F509313E-6BD4-45B2-8E90-40585F4A5EA1}"/>
              </a:ext>
            </a:extLst>
          </p:cNvPr>
          <p:cNvGrpSpPr/>
          <p:nvPr/>
        </p:nvGrpSpPr>
        <p:grpSpPr>
          <a:xfrm>
            <a:off x="3583840" y="2570469"/>
            <a:ext cx="306001" cy="307670"/>
            <a:chOff x="5169754" y="2857625"/>
            <a:chExt cx="351804" cy="353723"/>
          </a:xfrm>
        </p:grpSpPr>
        <p:grpSp>
          <p:nvGrpSpPr>
            <p:cNvPr id="162" name="Group 105">
              <a:extLst>
                <a:ext uri="{FF2B5EF4-FFF2-40B4-BE49-F238E27FC236}">
                  <a16:creationId xmlns:a16="http://schemas.microsoft.com/office/drawing/2014/main" id="{736A48E2-DED1-4E28-8E43-24EDA7691FCB}"/>
                </a:ext>
              </a:extLst>
            </p:cNvPr>
            <p:cNvGrpSpPr/>
            <p:nvPr/>
          </p:nvGrpSpPr>
          <p:grpSpPr>
            <a:xfrm>
              <a:off x="5169754" y="3084369"/>
              <a:ext cx="351804" cy="126979"/>
              <a:chOff x="5008728" y="2169994"/>
              <a:chExt cx="351804" cy="126979"/>
            </a:xfrm>
          </p:grpSpPr>
          <p:sp>
            <p:nvSpPr>
              <p:cNvPr id="164" name="Oval 163">
                <a:extLst>
                  <a:ext uri="{FF2B5EF4-FFF2-40B4-BE49-F238E27FC236}">
                    <a16:creationId xmlns:a16="http://schemas.microsoft.com/office/drawing/2014/main" id="{BB87884A-A2AC-4360-8FB6-53C2DDF0C932}"/>
                  </a:ext>
                </a:extLst>
              </p:cNvPr>
              <p:cNvSpPr/>
              <p:nvPr/>
            </p:nvSpPr>
            <p:spPr>
              <a:xfrm>
                <a:off x="5008728" y="2169994"/>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sp>
            <p:nvSpPr>
              <p:cNvPr id="165" name="Oval 164">
                <a:extLst>
                  <a:ext uri="{FF2B5EF4-FFF2-40B4-BE49-F238E27FC236}">
                    <a16:creationId xmlns:a16="http://schemas.microsoft.com/office/drawing/2014/main" id="{855C058A-D25C-4EA3-9010-52CDB25B249A}"/>
                  </a:ext>
                </a:extLst>
              </p:cNvPr>
              <p:cNvSpPr/>
              <p:nvPr/>
            </p:nvSpPr>
            <p:spPr>
              <a:xfrm>
                <a:off x="5233553" y="2169994"/>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grpSp>
        <p:sp>
          <p:nvSpPr>
            <p:cNvPr id="163" name="Oval 162">
              <a:extLst>
                <a:ext uri="{FF2B5EF4-FFF2-40B4-BE49-F238E27FC236}">
                  <a16:creationId xmlns:a16="http://schemas.microsoft.com/office/drawing/2014/main" id="{109C452D-CCA1-4B20-8D93-4EE6CBD2C649}"/>
                </a:ext>
              </a:extLst>
            </p:cNvPr>
            <p:cNvSpPr/>
            <p:nvPr/>
          </p:nvSpPr>
          <p:spPr>
            <a:xfrm>
              <a:off x="5169754" y="2857625"/>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grpSp>
      <p:sp>
        <p:nvSpPr>
          <p:cNvPr id="166" name="Oval 165">
            <a:extLst>
              <a:ext uri="{FF2B5EF4-FFF2-40B4-BE49-F238E27FC236}">
                <a16:creationId xmlns:a16="http://schemas.microsoft.com/office/drawing/2014/main" id="{C6B80C2A-E252-4E4C-AF4C-3D282CDF91AE}"/>
              </a:ext>
            </a:extLst>
          </p:cNvPr>
          <p:cNvSpPr/>
          <p:nvPr/>
        </p:nvSpPr>
        <p:spPr>
          <a:xfrm>
            <a:off x="2682963" y="2767692"/>
            <a:ext cx="110447" cy="110447"/>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grpSp>
        <p:nvGrpSpPr>
          <p:cNvPr id="167" name="Group 166">
            <a:extLst>
              <a:ext uri="{FF2B5EF4-FFF2-40B4-BE49-F238E27FC236}">
                <a16:creationId xmlns:a16="http://schemas.microsoft.com/office/drawing/2014/main" id="{03D5AA8A-1D6B-40C8-B462-B9B70765F38F}"/>
              </a:ext>
            </a:extLst>
          </p:cNvPr>
          <p:cNvGrpSpPr/>
          <p:nvPr/>
        </p:nvGrpSpPr>
        <p:grpSpPr>
          <a:xfrm>
            <a:off x="3048148" y="3720561"/>
            <a:ext cx="643066" cy="687523"/>
            <a:chOff x="1004599" y="4025003"/>
            <a:chExt cx="643066" cy="687523"/>
          </a:xfrm>
        </p:grpSpPr>
        <p:sp>
          <p:nvSpPr>
            <p:cNvPr id="168" name="Curved Up Arrow 434">
              <a:extLst>
                <a:ext uri="{FF2B5EF4-FFF2-40B4-BE49-F238E27FC236}">
                  <a16:creationId xmlns:a16="http://schemas.microsoft.com/office/drawing/2014/main" id="{9E3FCD3C-BC4F-4332-83DE-A7FBECD0A889}"/>
                </a:ext>
              </a:extLst>
            </p:cNvPr>
            <p:cNvSpPr/>
            <p:nvPr/>
          </p:nvSpPr>
          <p:spPr>
            <a:xfrm>
              <a:off x="1018846" y="4025003"/>
              <a:ext cx="614572" cy="340242"/>
            </a:xfrm>
            <a:prstGeom prst="curvedUpArrow">
              <a:avLst>
                <a:gd name="adj1" fmla="val 22439"/>
                <a:gd name="adj2" fmla="val 53862"/>
                <a:gd name="adj3" fmla="val 28821"/>
              </a:avLst>
            </a:prstGeom>
            <a:solidFill>
              <a:srgbClr val="FFC00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latin typeface="Arial" pitchFamily="34" charset="0"/>
              </a:endParaRPr>
            </a:p>
          </p:txBody>
        </p:sp>
        <p:sp>
          <p:nvSpPr>
            <p:cNvPr id="169" name="TextBox 168">
              <a:extLst>
                <a:ext uri="{FF2B5EF4-FFF2-40B4-BE49-F238E27FC236}">
                  <a16:creationId xmlns:a16="http://schemas.microsoft.com/office/drawing/2014/main" id="{0AA41EAA-B8CF-445C-B973-6136DE045886}"/>
                </a:ext>
              </a:extLst>
            </p:cNvPr>
            <p:cNvSpPr txBox="1"/>
            <p:nvPr/>
          </p:nvSpPr>
          <p:spPr>
            <a:xfrm>
              <a:off x="1004599" y="4343194"/>
              <a:ext cx="643066" cy="369332"/>
            </a:xfrm>
            <a:prstGeom prst="rect">
              <a:avLst/>
            </a:prstGeom>
            <a:noFill/>
          </p:spPr>
          <p:txBody>
            <a:bodyPr wrap="square" rtlCol="0">
              <a:spAutoFit/>
            </a:bodyPr>
            <a:lstStyle/>
            <a:p>
              <a:pPr algn="ctr"/>
              <a:r>
                <a:rPr lang="en-GB" b="1" dirty="0">
                  <a:solidFill>
                    <a:srgbClr val="006600"/>
                  </a:solidFill>
                  <a:latin typeface="Arial" pitchFamily="34" charset="0"/>
                </a:rPr>
                <a:t>+ 2</a:t>
              </a:r>
            </a:p>
          </p:txBody>
        </p:sp>
      </p:grpSp>
      <p:grpSp>
        <p:nvGrpSpPr>
          <p:cNvPr id="170" name="Group 169">
            <a:extLst>
              <a:ext uri="{FF2B5EF4-FFF2-40B4-BE49-F238E27FC236}">
                <a16:creationId xmlns:a16="http://schemas.microsoft.com/office/drawing/2014/main" id="{E96E1E68-CF17-45C0-B1D7-603E5C26ADA3}"/>
              </a:ext>
            </a:extLst>
          </p:cNvPr>
          <p:cNvGrpSpPr/>
          <p:nvPr/>
        </p:nvGrpSpPr>
        <p:grpSpPr>
          <a:xfrm>
            <a:off x="3865308" y="3720561"/>
            <a:ext cx="643066" cy="687523"/>
            <a:chOff x="1004599" y="4025003"/>
            <a:chExt cx="643066" cy="687523"/>
          </a:xfrm>
        </p:grpSpPr>
        <p:sp>
          <p:nvSpPr>
            <p:cNvPr id="171" name="Curved Up Arrow 438">
              <a:extLst>
                <a:ext uri="{FF2B5EF4-FFF2-40B4-BE49-F238E27FC236}">
                  <a16:creationId xmlns:a16="http://schemas.microsoft.com/office/drawing/2014/main" id="{903755D9-00E6-458E-BB34-FC51BDF320D4}"/>
                </a:ext>
              </a:extLst>
            </p:cNvPr>
            <p:cNvSpPr/>
            <p:nvPr/>
          </p:nvSpPr>
          <p:spPr>
            <a:xfrm>
              <a:off x="1018846" y="4025003"/>
              <a:ext cx="614572" cy="340242"/>
            </a:xfrm>
            <a:prstGeom prst="curvedUpArrow">
              <a:avLst>
                <a:gd name="adj1" fmla="val 22439"/>
                <a:gd name="adj2" fmla="val 53862"/>
                <a:gd name="adj3" fmla="val 28821"/>
              </a:avLst>
            </a:prstGeom>
            <a:solidFill>
              <a:srgbClr val="FFC00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latin typeface="Arial" pitchFamily="34" charset="0"/>
              </a:endParaRPr>
            </a:p>
          </p:txBody>
        </p:sp>
        <p:sp>
          <p:nvSpPr>
            <p:cNvPr id="172" name="TextBox 171">
              <a:extLst>
                <a:ext uri="{FF2B5EF4-FFF2-40B4-BE49-F238E27FC236}">
                  <a16:creationId xmlns:a16="http://schemas.microsoft.com/office/drawing/2014/main" id="{8F2A6541-0DAE-4EE6-B12D-CD1557EE2CBA}"/>
                </a:ext>
              </a:extLst>
            </p:cNvPr>
            <p:cNvSpPr txBox="1"/>
            <p:nvPr/>
          </p:nvSpPr>
          <p:spPr>
            <a:xfrm>
              <a:off x="1004599" y="4343194"/>
              <a:ext cx="643066" cy="369332"/>
            </a:xfrm>
            <a:prstGeom prst="rect">
              <a:avLst/>
            </a:prstGeom>
            <a:noFill/>
          </p:spPr>
          <p:txBody>
            <a:bodyPr wrap="square" rtlCol="0">
              <a:spAutoFit/>
            </a:bodyPr>
            <a:lstStyle/>
            <a:p>
              <a:pPr algn="ctr"/>
              <a:r>
                <a:rPr lang="en-GB" b="1" dirty="0">
                  <a:solidFill>
                    <a:srgbClr val="006600"/>
                  </a:solidFill>
                  <a:latin typeface="Arial" pitchFamily="34" charset="0"/>
                </a:rPr>
                <a:t>+ 3</a:t>
              </a:r>
            </a:p>
          </p:txBody>
        </p:sp>
      </p:grpSp>
      <p:grpSp>
        <p:nvGrpSpPr>
          <p:cNvPr id="173" name="Group 172">
            <a:extLst>
              <a:ext uri="{FF2B5EF4-FFF2-40B4-BE49-F238E27FC236}">
                <a16:creationId xmlns:a16="http://schemas.microsoft.com/office/drawing/2014/main" id="{9E96391D-B18C-448F-9266-C82D8B5AFAA5}"/>
              </a:ext>
            </a:extLst>
          </p:cNvPr>
          <p:cNvGrpSpPr/>
          <p:nvPr/>
        </p:nvGrpSpPr>
        <p:grpSpPr>
          <a:xfrm>
            <a:off x="4682468" y="3720561"/>
            <a:ext cx="643066" cy="687523"/>
            <a:chOff x="1004599" y="4025003"/>
            <a:chExt cx="643066" cy="687523"/>
          </a:xfrm>
        </p:grpSpPr>
        <p:sp>
          <p:nvSpPr>
            <p:cNvPr id="174" name="Curved Up Arrow 441">
              <a:extLst>
                <a:ext uri="{FF2B5EF4-FFF2-40B4-BE49-F238E27FC236}">
                  <a16:creationId xmlns:a16="http://schemas.microsoft.com/office/drawing/2014/main" id="{6F42144E-FACF-4601-BC16-7391F6617862}"/>
                </a:ext>
              </a:extLst>
            </p:cNvPr>
            <p:cNvSpPr/>
            <p:nvPr/>
          </p:nvSpPr>
          <p:spPr>
            <a:xfrm>
              <a:off x="1018846" y="4025003"/>
              <a:ext cx="614572" cy="340242"/>
            </a:xfrm>
            <a:prstGeom prst="curvedUpArrow">
              <a:avLst>
                <a:gd name="adj1" fmla="val 22439"/>
                <a:gd name="adj2" fmla="val 53862"/>
                <a:gd name="adj3" fmla="val 28821"/>
              </a:avLst>
            </a:prstGeom>
            <a:solidFill>
              <a:srgbClr val="FFC00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latin typeface="Arial" pitchFamily="34" charset="0"/>
              </a:endParaRPr>
            </a:p>
          </p:txBody>
        </p:sp>
        <p:sp>
          <p:nvSpPr>
            <p:cNvPr id="175" name="TextBox 174">
              <a:extLst>
                <a:ext uri="{FF2B5EF4-FFF2-40B4-BE49-F238E27FC236}">
                  <a16:creationId xmlns:a16="http://schemas.microsoft.com/office/drawing/2014/main" id="{65CBF32B-B8EC-4987-B63E-87ABFB043FC2}"/>
                </a:ext>
              </a:extLst>
            </p:cNvPr>
            <p:cNvSpPr txBox="1"/>
            <p:nvPr/>
          </p:nvSpPr>
          <p:spPr>
            <a:xfrm>
              <a:off x="1004599" y="4343194"/>
              <a:ext cx="643066" cy="369332"/>
            </a:xfrm>
            <a:prstGeom prst="rect">
              <a:avLst/>
            </a:prstGeom>
            <a:noFill/>
          </p:spPr>
          <p:txBody>
            <a:bodyPr wrap="square" rtlCol="0">
              <a:spAutoFit/>
            </a:bodyPr>
            <a:lstStyle/>
            <a:p>
              <a:pPr algn="ctr"/>
              <a:r>
                <a:rPr lang="en-GB" b="1" dirty="0">
                  <a:solidFill>
                    <a:srgbClr val="006600"/>
                  </a:solidFill>
                  <a:latin typeface="Arial" pitchFamily="34" charset="0"/>
                </a:rPr>
                <a:t>+ 4</a:t>
              </a:r>
            </a:p>
          </p:txBody>
        </p:sp>
      </p:grpSp>
      <p:grpSp>
        <p:nvGrpSpPr>
          <p:cNvPr id="176" name="Group 175">
            <a:extLst>
              <a:ext uri="{FF2B5EF4-FFF2-40B4-BE49-F238E27FC236}">
                <a16:creationId xmlns:a16="http://schemas.microsoft.com/office/drawing/2014/main" id="{FBA8EFF7-C11C-4631-8036-ABB71865FE91}"/>
              </a:ext>
            </a:extLst>
          </p:cNvPr>
          <p:cNvGrpSpPr/>
          <p:nvPr/>
        </p:nvGrpSpPr>
        <p:grpSpPr>
          <a:xfrm>
            <a:off x="5499628" y="3720561"/>
            <a:ext cx="643066" cy="687523"/>
            <a:chOff x="1004599" y="4025003"/>
            <a:chExt cx="643066" cy="687523"/>
          </a:xfrm>
        </p:grpSpPr>
        <p:sp>
          <p:nvSpPr>
            <p:cNvPr id="177" name="Curved Up Arrow 444">
              <a:extLst>
                <a:ext uri="{FF2B5EF4-FFF2-40B4-BE49-F238E27FC236}">
                  <a16:creationId xmlns:a16="http://schemas.microsoft.com/office/drawing/2014/main" id="{6217E3CB-7C8C-4D0F-81D9-2BE2FDC0053C}"/>
                </a:ext>
              </a:extLst>
            </p:cNvPr>
            <p:cNvSpPr/>
            <p:nvPr/>
          </p:nvSpPr>
          <p:spPr>
            <a:xfrm>
              <a:off x="1018846" y="4025003"/>
              <a:ext cx="614572" cy="340242"/>
            </a:xfrm>
            <a:prstGeom prst="curvedUpArrow">
              <a:avLst>
                <a:gd name="adj1" fmla="val 22439"/>
                <a:gd name="adj2" fmla="val 53862"/>
                <a:gd name="adj3" fmla="val 28821"/>
              </a:avLst>
            </a:prstGeom>
            <a:solidFill>
              <a:srgbClr val="FFC00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latin typeface="Arial" pitchFamily="34" charset="0"/>
              </a:endParaRPr>
            </a:p>
          </p:txBody>
        </p:sp>
        <p:sp>
          <p:nvSpPr>
            <p:cNvPr id="178" name="TextBox 177">
              <a:extLst>
                <a:ext uri="{FF2B5EF4-FFF2-40B4-BE49-F238E27FC236}">
                  <a16:creationId xmlns:a16="http://schemas.microsoft.com/office/drawing/2014/main" id="{6F73FEC3-3E59-40D0-9396-354ADD15E2B5}"/>
                </a:ext>
              </a:extLst>
            </p:cNvPr>
            <p:cNvSpPr txBox="1"/>
            <p:nvPr/>
          </p:nvSpPr>
          <p:spPr>
            <a:xfrm>
              <a:off x="1004599" y="4343194"/>
              <a:ext cx="643066" cy="369332"/>
            </a:xfrm>
            <a:prstGeom prst="rect">
              <a:avLst/>
            </a:prstGeom>
            <a:noFill/>
          </p:spPr>
          <p:txBody>
            <a:bodyPr wrap="square" rtlCol="0">
              <a:spAutoFit/>
            </a:bodyPr>
            <a:lstStyle/>
            <a:p>
              <a:pPr algn="ctr"/>
              <a:r>
                <a:rPr lang="en-GB" b="1" dirty="0">
                  <a:solidFill>
                    <a:srgbClr val="006600"/>
                  </a:solidFill>
                  <a:latin typeface="Arial" pitchFamily="34" charset="0"/>
                </a:rPr>
                <a:t>+ 5</a:t>
              </a:r>
            </a:p>
          </p:txBody>
        </p:sp>
      </p:grpSp>
      <p:grpSp>
        <p:nvGrpSpPr>
          <p:cNvPr id="179" name="Group 178">
            <a:extLst>
              <a:ext uri="{FF2B5EF4-FFF2-40B4-BE49-F238E27FC236}">
                <a16:creationId xmlns:a16="http://schemas.microsoft.com/office/drawing/2014/main" id="{A29E9721-64D7-4EFB-BA60-DF3D430C7295}"/>
              </a:ext>
            </a:extLst>
          </p:cNvPr>
          <p:cNvGrpSpPr/>
          <p:nvPr/>
        </p:nvGrpSpPr>
        <p:grpSpPr>
          <a:xfrm>
            <a:off x="6316787" y="3720561"/>
            <a:ext cx="933193" cy="687523"/>
            <a:chOff x="1004599" y="4025003"/>
            <a:chExt cx="643066" cy="687523"/>
          </a:xfrm>
        </p:grpSpPr>
        <p:sp>
          <p:nvSpPr>
            <p:cNvPr id="180" name="Curved Up Arrow 447">
              <a:extLst>
                <a:ext uri="{FF2B5EF4-FFF2-40B4-BE49-F238E27FC236}">
                  <a16:creationId xmlns:a16="http://schemas.microsoft.com/office/drawing/2014/main" id="{353B35E5-B401-4847-91EC-45E1DD280EA7}"/>
                </a:ext>
              </a:extLst>
            </p:cNvPr>
            <p:cNvSpPr/>
            <p:nvPr/>
          </p:nvSpPr>
          <p:spPr>
            <a:xfrm>
              <a:off x="1018846" y="4025003"/>
              <a:ext cx="614572" cy="340242"/>
            </a:xfrm>
            <a:prstGeom prst="curvedUpArrow">
              <a:avLst>
                <a:gd name="adj1" fmla="val 22439"/>
                <a:gd name="adj2" fmla="val 53862"/>
                <a:gd name="adj3" fmla="val 28821"/>
              </a:avLst>
            </a:prstGeom>
            <a:solidFill>
              <a:srgbClr val="FFC00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latin typeface="Arial" pitchFamily="34" charset="0"/>
              </a:endParaRPr>
            </a:p>
          </p:txBody>
        </p:sp>
        <p:sp>
          <p:nvSpPr>
            <p:cNvPr id="181" name="TextBox 180">
              <a:extLst>
                <a:ext uri="{FF2B5EF4-FFF2-40B4-BE49-F238E27FC236}">
                  <a16:creationId xmlns:a16="http://schemas.microsoft.com/office/drawing/2014/main" id="{5116B8AC-6B45-4556-B5D2-48B7D40165EA}"/>
                </a:ext>
              </a:extLst>
            </p:cNvPr>
            <p:cNvSpPr txBox="1"/>
            <p:nvPr/>
          </p:nvSpPr>
          <p:spPr>
            <a:xfrm>
              <a:off x="1004599" y="4343194"/>
              <a:ext cx="643066" cy="369332"/>
            </a:xfrm>
            <a:prstGeom prst="rect">
              <a:avLst/>
            </a:prstGeom>
            <a:noFill/>
          </p:spPr>
          <p:txBody>
            <a:bodyPr wrap="square" rtlCol="0">
              <a:spAutoFit/>
            </a:bodyPr>
            <a:lstStyle/>
            <a:p>
              <a:pPr algn="ctr"/>
              <a:r>
                <a:rPr lang="en-GB" b="1" dirty="0">
                  <a:solidFill>
                    <a:srgbClr val="006600"/>
                  </a:solidFill>
                  <a:latin typeface="Arial" pitchFamily="34" charset="0"/>
                </a:rPr>
                <a:t>+ 6</a:t>
              </a:r>
            </a:p>
          </p:txBody>
        </p:sp>
      </p:grpSp>
      <p:grpSp>
        <p:nvGrpSpPr>
          <p:cNvPr id="182" name="Group 181">
            <a:extLst>
              <a:ext uri="{FF2B5EF4-FFF2-40B4-BE49-F238E27FC236}">
                <a16:creationId xmlns:a16="http://schemas.microsoft.com/office/drawing/2014/main" id="{B63759F8-98FE-4BA6-8393-14346E3FD6A7}"/>
              </a:ext>
            </a:extLst>
          </p:cNvPr>
          <p:cNvGrpSpPr/>
          <p:nvPr/>
        </p:nvGrpSpPr>
        <p:grpSpPr>
          <a:xfrm>
            <a:off x="7133948" y="3720561"/>
            <a:ext cx="1604756" cy="687523"/>
            <a:chOff x="1004599" y="4025003"/>
            <a:chExt cx="643066" cy="687523"/>
          </a:xfrm>
        </p:grpSpPr>
        <p:sp>
          <p:nvSpPr>
            <p:cNvPr id="183" name="Curved Up Arrow 450">
              <a:extLst>
                <a:ext uri="{FF2B5EF4-FFF2-40B4-BE49-F238E27FC236}">
                  <a16:creationId xmlns:a16="http://schemas.microsoft.com/office/drawing/2014/main" id="{DE10928B-88B9-4CBC-883A-21C5550A7E14}"/>
                </a:ext>
              </a:extLst>
            </p:cNvPr>
            <p:cNvSpPr/>
            <p:nvPr/>
          </p:nvSpPr>
          <p:spPr>
            <a:xfrm>
              <a:off x="1018846" y="4025003"/>
              <a:ext cx="614572" cy="340242"/>
            </a:xfrm>
            <a:prstGeom prst="curvedUpArrow">
              <a:avLst>
                <a:gd name="adj1" fmla="val 22439"/>
                <a:gd name="adj2" fmla="val 53862"/>
                <a:gd name="adj3" fmla="val 28821"/>
              </a:avLst>
            </a:prstGeom>
            <a:solidFill>
              <a:srgbClr val="FFC00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latin typeface="Arial" pitchFamily="34" charset="0"/>
              </a:endParaRPr>
            </a:p>
          </p:txBody>
        </p:sp>
        <p:sp>
          <p:nvSpPr>
            <p:cNvPr id="184" name="TextBox 183">
              <a:extLst>
                <a:ext uri="{FF2B5EF4-FFF2-40B4-BE49-F238E27FC236}">
                  <a16:creationId xmlns:a16="http://schemas.microsoft.com/office/drawing/2014/main" id="{C4E29D42-B26D-4861-A61D-A08E6C958F22}"/>
                </a:ext>
              </a:extLst>
            </p:cNvPr>
            <p:cNvSpPr txBox="1"/>
            <p:nvPr/>
          </p:nvSpPr>
          <p:spPr>
            <a:xfrm>
              <a:off x="1004599" y="4343194"/>
              <a:ext cx="643066" cy="369332"/>
            </a:xfrm>
            <a:prstGeom prst="rect">
              <a:avLst/>
            </a:prstGeom>
            <a:noFill/>
          </p:spPr>
          <p:txBody>
            <a:bodyPr wrap="square" rtlCol="0">
              <a:spAutoFit/>
            </a:bodyPr>
            <a:lstStyle/>
            <a:p>
              <a:pPr algn="ctr"/>
              <a:r>
                <a:rPr lang="en-GB" b="1" dirty="0">
                  <a:solidFill>
                    <a:srgbClr val="006600"/>
                  </a:solidFill>
                  <a:latin typeface="Arial" pitchFamily="34" charset="0"/>
                </a:rPr>
                <a:t>+ 7</a:t>
              </a:r>
            </a:p>
          </p:txBody>
        </p:sp>
      </p:grpSp>
      <p:grpSp>
        <p:nvGrpSpPr>
          <p:cNvPr id="185" name="Group 184">
            <a:extLst>
              <a:ext uri="{FF2B5EF4-FFF2-40B4-BE49-F238E27FC236}">
                <a16:creationId xmlns:a16="http://schemas.microsoft.com/office/drawing/2014/main" id="{C445EC67-61AE-44EB-A4A1-39991B6BD95F}"/>
              </a:ext>
            </a:extLst>
          </p:cNvPr>
          <p:cNvGrpSpPr/>
          <p:nvPr/>
        </p:nvGrpSpPr>
        <p:grpSpPr>
          <a:xfrm>
            <a:off x="8898548" y="3667274"/>
            <a:ext cx="643066" cy="687523"/>
            <a:chOff x="1004599" y="4025003"/>
            <a:chExt cx="643066" cy="687523"/>
          </a:xfrm>
        </p:grpSpPr>
        <p:sp>
          <p:nvSpPr>
            <p:cNvPr id="186" name="Curved Up Arrow 453">
              <a:extLst>
                <a:ext uri="{FF2B5EF4-FFF2-40B4-BE49-F238E27FC236}">
                  <a16:creationId xmlns:a16="http://schemas.microsoft.com/office/drawing/2014/main" id="{9161A4C7-3A83-4AC2-AF5B-FB3F984586E9}"/>
                </a:ext>
              </a:extLst>
            </p:cNvPr>
            <p:cNvSpPr/>
            <p:nvPr/>
          </p:nvSpPr>
          <p:spPr>
            <a:xfrm>
              <a:off x="1018846" y="4025003"/>
              <a:ext cx="614572" cy="340242"/>
            </a:xfrm>
            <a:prstGeom prst="curvedUpArrow">
              <a:avLst>
                <a:gd name="adj1" fmla="val 22439"/>
                <a:gd name="adj2" fmla="val 53862"/>
                <a:gd name="adj3" fmla="val 28821"/>
              </a:avLst>
            </a:prstGeom>
            <a:solidFill>
              <a:srgbClr val="FFC00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latin typeface="Arial" pitchFamily="34" charset="0"/>
              </a:endParaRPr>
            </a:p>
          </p:txBody>
        </p:sp>
        <p:sp>
          <p:nvSpPr>
            <p:cNvPr id="187" name="TextBox 186">
              <a:extLst>
                <a:ext uri="{FF2B5EF4-FFF2-40B4-BE49-F238E27FC236}">
                  <a16:creationId xmlns:a16="http://schemas.microsoft.com/office/drawing/2014/main" id="{FD354051-0F9C-4960-ABE0-ECF17D4737DB}"/>
                </a:ext>
              </a:extLst>
            </p:cNvPr>
            <p:cNvSpPr txBox="1"/>
            <p:nvPr/>
          </p:nvSpPr>
          <p:spPr>
            <a:xfrm>
              <a:off x="1004599" y="4343194"/>
              <a:ext cx="643066" cy="369332"/>
            </a:xfrm>
            <a:prstGeom prst="rect">
              <a:avLst/>
            </a:prstGeom>
            <a:noFill/>
          </p:spPr>
          <p:txBody>
            <a:bodyPr wrap="square" rtlCol="0">
              <a:spAutoFit/>
            </a:bodyPr>
            <a:lstStyle/>
            <a:p>
              <a:pPr algn="ctr"/>
              <a:r>
                <a:rPr lang="en-GB" b="1" dirty="0">
                  <a:solidFill>
                    <a:srgbClr val="006600"/>
                  </a:solidFill>
                  <a:latin typeface="Arial" pitchFamily="34" charset="0"/>
                </a:rPr>
                <a:t>+ 8</a:t>
              </a:r>
            </a:p>
          </p:txBody>
        </p:sp>
      </p:grpSp>
      <p:grpSp>
        <p:nvGrpSpPr>
          <p:cNvPr id="188" name="Group 187">
            <a:extLst>
              <a:ext uri="{FF2B5EF4-FFF2-40B4-BE49-F238E27FC236}">
                <a16:creationId xmlns:a16="http://schemas.microsoft.com/office/drawing/2014/main" id="{4C5F6CFE-05BB-43D8-8FD0-2CBF99642514}"/>
              </a:ext>
            </a:extLst>
          </p:cNvPr>
          <p:cNvGrpSpPr/>
          <p:nvPr/>
        </p:nvGrpSpPr>
        <p:grpSpPr>
          <a:xfrm>
            <a:off x="9715708" y="3667274"/>
            <a:ext cx="643066" cy="687523"/>
            <a:chOff x="1004599" y="4025003"/>
            <a:chExt cx="643066" cy="687523"/>
          </a:xfrm>
        </p:grpSpPr>
        <p:sp>
          <p:nvSpPr>
            <p:cNvPr id="189" name="Curved Up Arrow 456">
              <a:extLst>
                <a:ext uri="{FF2B5EF4-FFF2-40B4-BE49-F238E27FC236}">
                  <a16:creationId xmlns:a16="http://schemas.microsoft.com/office/drawing/2014/main" id="{F5301457-60EE-432B-87B9-B3A4DDE43DEB}"/>
                </a:ext>
              </a:extLst>
            </p:cNvPr>
            <p:cNvSpPr/>
            <p:nvPr/>
          </p:nvSpPr>
          <p:spPr>
            <a:xfrm>
              <a:off x="1018846" y="4025003"/>
              <a:ext cx="614572" cy="340242"/>
            </a:xfrm>
            <a:prstGeom prst="curvedUpArrow">
              <a:avLst>
                <a:gd name="adj1" fmla="val 22439"/>
                <a:gd name="adj2" fmla="val 53862"/>
                <a:gd name="adj3" fmla="val 28821"/>
              </a:avLst>
            </a:prstGeom>
            <a:solidFill>
              <a:srgbClr val="FFC00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latin typeface="Arial" pitchFamily="34" charset="0"/>
              </a:endParaRPr>
            </a:p>
          </p:txBody>
        </p:sp>
        <p:sp>
          <p:nvSpPr>
            <p:cNvPr id="190" name="TextBox 189">
              <a:extLst>
                <a:ext uri="{FF2B5EF4-FFF2-40B4-BE49-F238E27FC236}">
                  <a16:creationId xmlns:a16="http://schemas.microsoft.com/office/drawing/2014/main" id="{EBDCF4C3-E0BB-47F9-8531-C28281B28EEB}"/>
                </a:ext>
              </a:extLst>
            </p:cNvPr>
            <p:cNvSpPr txBox="1"/>
            <p:nvPr/>
          </p:nvSpPr>
          <p:spPr>
            <a:xfrm>
              <a:off x="1004599" y="4343194"/>
              <a:ext cx="643066" cy="369332"/>
            </a:xfrm>
            <a:prstGeom prst="rect">
              <a:avLst/>
            </a:prstGeom>
            <a:noFill/>
          </p:spPr>
          <p:txBody>
            <a:bodyPr wrap="square" rtlCol="0">
              <a:spAutoFit/>
            </a:bodyPr>
            <a:lstStyle/>
            <a:p>
              <a:pPr algn="ctr"/>
              <a:r>
                <a:rPr lang="en-GB" b="1" dirty="0">
                  <a:solidFill>
                    <a:srgbClr val="006600"/>
                  </a:solidFill>
                  <a:latin typeface="Arial" pitchFamily="34" charset="0"/>
                </a:rPr>
                <a:t>+ 9</a:t>
              </a:r>
            </a:p>
          </p:txBody>
        </p:sp>
      </p:grpSp>
      <p:grpSp>
        <p:nvGrpSpPr>
          <p:cNvPr id="191" name="Group 190">
            <a:extLst>
              <a:ext uri="{FF2B5EF4-FFF2-40B4-BE49-F238E27FC236}">
                <a16:creationId xmlns:a16="http://schemas.microsoft.com/office/drawing/2014/main" id="{396EB29B-0AE7-49F1-AC9A-66795A056E7B}"/>
              </a:ext>
            </a:extLst>
          </p:cNvPr>
          <p:cNvGrpSpPr/>
          <p:nvPr/>
        </p:nvGrpSpPr>
        <p:grpSpPr>
          <a:xfrm>
            <a:off x="10532865" y="3667274"/>
            <a:ext cx="643066" cy="687523"/>
            <a:chOff x="1004599" y="4025003"/>
            <a:chExt cx="643066" cy="687523"/>
          </a:xfrm>
        </p:grpSpPr>
        <p:sp>
          <p:nvSpPr>
            <p:cNvPr id="192" name="Curved Up Arrow 459">
              <a:extLst>
                <a:ext uri="{FF2B5EF4-FFF2-40B4-BE49-F238E27FC236}">
                  <a16:creationId xmlns:a16="http://schemas.microsoft.com/office/drawing/2014/main" id="{30909639-EB64-407F-808B-4E51FCE86EEF}"/>
                </a:ext>
              </a:extLst>
            </p:cNvPr>
            <p:cNvSpPr/>
            <p:nvPr/>
          </p:nvSpPr>
          <p:spPr>
            <a:xfrm>
              <a:off x="1018846" y="4025003"/>
              <a:ext cx="614572" cy="340242"/>
            </a:xfrm>
            <a:prstGeom prst="curvedUpArrow">
              <a:avLst>
                <a:gd name="adj1" fmla="val 22439"/>
                <a:gd name="adj2" fmla="val 53862"/>
                <a:gd name="adj3" fmla="val 28821"/>
              </a:avLst>
            </a:prstGeom>
            <a:solidFill>
              <a:srgbClr val="FFC00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latin typeface="Arial" pitchFamily="34" charset="0"/>
              </a:endParaRPr>
            </a:p>
          </p:txBody>
        </p:sp>
        <p:sp>
          <p:nvSpPr>
            <p:cNvPr id="193" name="TextBox 192">
              <a:extLst>
                <a:ext uri="{FF2B5EF4-FFF2-40B4-BE49-F238E27FC236}">
                  <a16:creationId xmlns:a16="http://schemas.microsoft.com/office/drawing/2014/main" id="{6D0401CB-75B5-4509-AC86-DF4705D1AF99}"/>
                </a:ext>
              </a:extLst>
            </p:cNvPr>
            <p:cNvSpPr txBox="1"/>
            <p:nvPr/>
          </p:nvSpPr>
          <p:spPr>
            <a:xfrm>
              <a:off x="1004599" y="4343194"/>
              <a:ext cx="643066" cy="369332"/>
            </a:xfrm>
            <a:prstGeom prst="rect">
              <a:avLst/>
            </a:prstGeom>
            <a:noFill/>
          </p:spPr>
          <p:txBody>
            <a:bodyPr wrap="square" rtlCol="0">
              <a:spAutoFit/>
            </a:bodyPr>
            <a:lstStyle/>
            <a:p>
              <a:pPr algn="ctr"/>
              <a:r>
                <a:rPr lang="en-GB" b="1" dirty="0">
                  <a:solidFill>
                    <a:srgbClr val="006600"/>
                  </a:solidFill>
                  <a:latin typeface="Arial" pitchFamily="34" charset="0"/>
                </a:rPr>
                <a:t>+ 10</a:t>
              </a:r>
            </a:p>
          </p:txBody>
        </p:sp>
      </p:grpSp>
      <p:sp>
        <p:nvSpPr>
          <p:cNvPr id="194" name="TextBox 193">
            <a:extLst>
              <a:ext uri="{FF2B5EF4-FFF2-40B4-BE49-F238E27FC236}">
                <a16:creationId xmlns:a16="http://schemas.microsoft.com/office/drawing/2014/main" id="{9C6CFB9F-879C-47C6-9237-0CE60B653389}"/>
              </a:ext>
            </a:extLst>
          </p:cNvPr>
          <p:cNvSpPr txBox="1"/>
          <p:nvPr/>
        </p:nvSpPr>
        <p:spPr>
          <a:xfrm>
            <a:off x="3508813" y="4688130"/>
            <a:ext cx="6249985" cy="338554"/>
          </a:xfrm>
          <a:prstGeom prst="rect">
            <a:avLst/>
          </a:prstGeom>
          <a:noFill/>
        </p:spPr>
        <p:txBody>
          <a:bodyPr wrap="square" rtlCol="0">
            <a:spAutoFit/>
          </a:bodyPr>
          <a:lstStyle/>
          <a:p>
            <a:pPr algn="ctr"/>
            <a:r>
              <a:rPr lang="en-GB" sz="1600" b="1" dirty="0">
                <a:solidFill>
                  <a:srgbClr val="003300"/>
                </a:solidFill>
                <a:latin typeface="Arial" pitchFamily="34" charset="0"/>
              </a:rPr>
              <a:t>We can continue the pattern.</a:t>
            </a:r>
          </a:p>
        </p:txBody>
      </p:sp>
      <p:grpSp>
        <p:nvGrpSpPr>
          <p:cNvPr id="195" name="Group 194">
            <a:extLst>
              <a:ext uri="{FF2B5EF4-FFF2-40B4-BE49-F238E27FC236}">
                <a16:creationId xmlns:a16="http://schemas.microsoft.com/office/drawing/2014/main" id="{8DCA0BDC-1E2E-4901-8BDA-919CE4FEC74A}"/>
              </a:ext>
            </a:extLst>
          </p:cNvPr>
          <p:cNvGrpSpPr/>
          <p:nvPr/>
        </p:nvGrpSpPr>
        <p:grpSpPr>
          <a:xfrm>
            <a:off x="8922066" y="5321527"/>
            <a:ext cx="1717366" cy="917319"/>
            <a:chOff x="6724634" y="1380677"/>
            <a:chExt cx="2047518" cy="1093667"/>
          </a:xfrm>
        </p:grpSpPr>
        <p:sp>
          <p:nvSpPr>
            <p:cNvPr id="196" name="Oval 195">
              <a:extLst>
                <a:ext uri="{FF2B5EF4-FFF2-40B4-BE49-F238E27FC236}">
                  <a16:creationId xmlns:a16="http://schemas.microsoft.com/office/drawing/2014/main" id="{C917D662-682C-4CFA-81CC-AC48FEF4B6E8}"/>
                </a:ext>
              </a:extLst>
            </p:cNvPr>
            <p:cNvSpPr/>
            <p:nvPr/>
          </p:nvSpPr>
          <p:spPr>
            <a:xfrm rot="8100000">
              <a:off x="7678485" y="1380677"/>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sp>
          <p:nvSpPr>
            <p:cNvPr id="197" name="Oval 196">
              <a:extLst>
                <a:ext uri="{FF2B5EF4-FFF2-40B4-BE49-F238E27FC236}">
                  <a16:creationId xmlns:a16="http://schemas.microsoft.com/office/drawing/2014/main" id="{189DC42C-664A-4974-902A-0D88A5E9D03C}"/>
                </a:ext>
              </a:extLst>
            </p:cNvPr>
            <p:cNvSpPr/>
            <p:nvPr/>
          </p:nvSpPr>
          <p:spPr>
            <a:xfrm rot="8100000">
              <a:off x="7519510" y="1539652"/>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sp>
          <p:nvSpPr>
            <p:cNvPr id="198" name="Oval 197">
              <a:extLst>
                <a:ext uri="{FF2B5EF4-FFF2-40B4-BE49-F238E27FC236}">
                  <a16:creationId xmlns:a16="http://schemas.microsoft.com/office/drawing/2014/main" id="{6D94507D-55CC-4FEA-A7C5-197E018B8D1B}"/>
                </a:ext>
              </a:extLst>
            </p:cNvPr>
            <p:cNvSpPr/>
            <p:nvPr/>
          </p:nvSpPr>
          <p:spPr>
            <a:xfrm rot="8100000">
              <a:off x="7360534" y="1698627"/>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sp>
          <p:nvSpPr>
            <p:cNvPr id="199" name="Oval 198">
              <a:extLst>
                <a:ext uri="{FF2B5EF4-FFF2-40B4-BE49-F238E27FC236}">
                  <a16:creationId xmlns:a16="http://schemas.microsoft.com/office/drawing/2014/main" id="{B811DE12-B99F-41A3-9415-177F86B35A14}"/>
                </a:ext>
              </a:extLst>
            </p:cNvPr>
            <p:cNvSpPr/>
            <p:nvPr/>
          </p:nvSpPr>
          <p:spPr>
            <a:xfrm rot="8100000">
              <a:off x="7201559" y="1857602"/>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sp>
          <p:nvSpPr>
            <p:cNvPr id="200" name="Oval 199">
              <a:extLst>
                <a:ext uri="{FF2B5EF4-FFF2-40B4-BE49-F238E27FC236}">
                  <a16:creationId xmlns:a16="http://schemas.microsoft.com/office/drawing/2014/main" id="{E8DBA190-5AE0-4C14-9B95-9E28EF92EE7A}"/>
                </a:ext>
              </a:extLst>
            </p:cNvPr>
            <p:cNvSpPr/>
            <p:nvPr/>
          </p:nvSpPr>
          <p:spPr>
            <a:xfrm rot="8100000">
              <a:off x="7042584" y="2016578"/>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sp>
          <p:nvSpPr>
            <p:cNvPr id="201" name="Oval 200">
              <a:extLst>
                <a:ext uri="{FF2B5EF4-FFF2-40B4-BE49-F238E27FC236}">
                  <a16:creationId xmlns:a16="http://schemas.microsoft.com/office/drawing/2014/main" id="{81F7E7DF-BDC8-488C-AB6D-873ED04D90AC}"/>
                </a:ext>
              </a:extLst>
            </p:cNvPr>
            <p:cNvSpPr/>
            <p:nvPr/>
          </p:nvSpPr>
          <p:spPr>
            <a:xfrm rot="8100000">
              <a:off x="6883609" y="2175553"/>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sp>
          <p:nvSpPr>
            <p:cNvPr id="202" name="Oval 201">
              <a:extLst>
                <a:ext uri="{FF2B5EF4-FFF2-40B4-BE49-F238E27FC236}">
                  <a16:creationId xmlns:a16="http://schemas.microsoft.com/office/drawing/2014/main" id="{0A4D6D38-1412-4804-91EE-8A9A489CAAF0}"/>
                </a:ext>
              </a:extLst>
            </p:cNvPr>
            <p:cNvSpPr/>
            <p:nvPr/>
          </p:nvSpPr>
          <p:spPr>
            <a:xfrm rot="8100000">
              <a:off x="6724634" y="2334527"/>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sp>
          <p:nvSpPr>
            <p:cNvPr id="203" name="Oval 202">
              <a:extLst>
                <a:ext uri="{FF2B5EF4-FFF2-40B4-BE49-F238E27FC236}">
                  <a16:creationId xmlns:a16="http://schemas.microsoft.com/office/drawing/2014/main" id="{4B82D321-790E-459C-A512-BDA04AB49B0C}"/>
                </a:ext>
              </a:extLst>
            </p:cNvPr>
            <p:cNvSpPr/>
            <p:nvPr/>
          </p:nvSpPr>
          <p:spPr>
            <a:xfrm rot="8100000">
              <a:off x="7838817" y="1541009"/>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sp>
          <p:nvSpPr>
            <p:cNvPr id="204" name="Oval 203">
              <a:extLst>
                <a:ext uri="{FF2B5EF4-FFF2-40B4-BE49-F238E27FC236}">
                  <a16:creationId xmlns:a16="http://schemas.microsoft.com/office/drawing/2014/main" id="{BF2AC1E1-D355-43CE-88EE-C4E7D0DF03A4}"/>
                </a:ext>
              </a:extLst>
            </p:cNvPr>
            <p:cNvSpPr/>
            <p:nvPr/>
          </p:nvSpPr>
          <p:spPr>
            <a:xfrm rot="8100000">
              <a:off x="7679841" y="1699984"/>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sp>
          <p:nvSpPr>
            <p:cNvPr id="205" name="Oval 204">
              <a:extLst>
                <a:ext uri="{FF2B5EF4-FFF2-40B4-BE49-F238E27FC236}">
                  <a16:creationId xmlns:a16="http://schemas.microsoft.com/office/drawing/2014/main" id="{C9130A5E-8D9D-4099-84CE-4C5C1FDAAB7D}"/>
                </a:ext>
              </a:extLst>
            </p:cNvPr>
            <p:cNvSpPr/>
            <p:nvPr/>
          </p:nvSpPr>
          <p:spPr>
            <a:xfrm rot="8100000">
              <a:off x="7520866" y="1858959"/>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sp>
          <p:nvSpPr>
            <p:cNvPr id="206" name="Oval 205">
              <a:extLst>
                <a:ext uri="{FF2B5EF4-FFF2-40B4-BE49-F238E27FC236}">
                  <a16:creationId xmlns:a16="http://schemas.microsoft.com/office/drawing/2014/main" id="{63F7E080-3E80-4A46-89D7-02314678D46C}"/>
                </a:ext>
              </a:extLst>
            </p:cNvPr>
            <p:cNvSpPr/>
            <p:nvPr/>
          </p:nvSpPr>
          <p:spPr>
            <a:xfrm rot="8100000">
              <a:off x="7361891" y="2017935"/>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sp>
          <p:nvSpPr>
            <p:cNvPr id="207" name="Oval 206">
              <a:extLst>
                <a:ext uri="{FF2B5EF4-FFF2-40B4-BE49-F238E27FC236}">
                  <a16:creationId xmlns:a16="http://schemas.microsoft.com/office/drawing/2014/main" id="{4B1039F6-7E86-439D-BD48-839ECC25455B}"/>
                </a:ext>
              </a:extLst>
            </p:cNvPr>
            <p:cNvSpPr/>
            <p:nvPr/>
          </p:nvSpPr>
          <p:spPr>
            <a:xfrm rot="8100000">
              <a:off x="7202916" y="2176910"/>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sp>
          <p:nvSpPr>
            <p:cNvPr id="208" name="Oval 207">
              <a:extLst>
                <a:ext uri="{FF2B5EF4-FFF2-40B4-BE49-F238E27FC236}">
                  <a16:creationId xmlns:a16="http://schemas.microsoft.com/office/drawing/2014/main" id="{3E78D083-67CC-4D37-B8C6-326531879CAB}"/>
                </a:ext>
              </a:extLst>
            </p:cNvPr>
            <p:cNvSpPr/>
            <p:nvPr/>
          </p:nvSpPr>
          <p:spPr>
            <a:xfrm rot="8100000">
              <a:off x="7043940" y="2335885"/>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sp>
          <p:nvSpPr>
            <p:cNvPr id="209" name="Oval 208">
              <a:extLst>
                <a:ext uri="{FF2B5EF4-FFF2-40B4-BE49-F238E27FC236}">
                  <a16:creationId xmlns:a16="http://schemas.microsoft.com/office/drawing/2014/main" id="{C0AE0708-6B29-4101-891F-6243647D4696}"/>
                </a:ext>
              </a:extLst>
            </p:cNvPr>
            <p:cNvSpPr/>
            <p:nvPr/>
          </p:nvSpPr>
          <p:spPr>
            <a:xfrm rot="8100000">
              <a:off x="8003850" y="1706041"/>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sp>
          <p:nvSpPr>
            <p:cNvPr id="210" name="Oval 209">
              <a:extLst>
                <a:ext uri="{FF2B5EF4-FFF2-40B4-BE49-F238E27FC236}">
                  <a16:creationId xmlns:a16="http://schemas.microsoft.com/office/drawing/2014/main" id="{F951D367-947B-4215-B980-C7615C163FEA}"/>
                </a:ext>
              </a:extLst>
            </p:cNvPr>
            <p:cNvSpPr/>
            <p:nvPr/>
          </p:nvSpPr>
          <p:spPr>
            <a:xfrm rot="8100000">
              <a:off x="7844874" y="1865017"/>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sp>
          <p:nvSpPr>
            <p:cNvPr id="211" name="Oval 210">
              <a:extLst>
                <a:ext uri="{FF2B5EF4-FFF2-40B4-BE49-F238E27FC236}">
                  <a16:creationId xmlns:a16="http://schemas.microsoft.com/office/drawing/2014/main" id="{409C8F4C-63C3-4960-8E52-7870A53EC53E}"/>
                </a:ext>
              </a:extLst>
            </p:cNvPr>
            <p:cNvSpPr/>
            <p:nvPr/>
          </p:nvSpPr>
          <p:spPr>
            <a:xfrm rot="8100000">
              <a:off x="7685899" y="2023992"/>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sp>
          <p:nvSpPr>
            <p:cNvPr id="212" name="Oval 211">
              <a:extLst>
                <a:ext uri="{FF2B5EF4-FFF2-40B4-BE49-F238E27FC236}">
                  <a16:creationId xmlns:a16="http://schemas.microsoft.com/office/drawing/2014/main" id="{72B5AF4F-A317-4C19-8987-9EB4D15B92B5}"/>
                </a:ext>
              </a:extLst>
            </p:cNvPr>
            <p:cNvSpPr/>
            <p:nvPr/>
          </p:nvSpPr>
          <p:spPr>
            <a:xfrm rot="8100000">
              <a:off x="7526924" y="2182967"/>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sp>
          <p:nvSpPr>
            <p:cNvPr id="213" name="Oval 212">
              <a:extLst>
                <a:ext uri="{FF2B5EF4-FFF2-40B4-BE49-F238E27FC236}">
                  <a16:creationId xmlns:a16="http://schemas.microsoft.com/office/drawing/2014/main" id="{732EA990-569F-4F8A-9414-601FC298C437}"/>
                </a:ext>
              </a:extLst>
            </p:cNvPr>
            <p:cNvSpPr/>
            <p:nvPr/>
          </p:nvSpPr>
          <p:spPr>
            <a:xfrm rot="8100000">
              <a:off x="7367948" y="2341943"/>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sp>
          <p:nvSpPr>
            <p:cNvPr id="214" name="Oval 213">
              <a:extLst>
                <a:ext uri="{FF2B5EF4-FFF2-40B4-BE49-F238E27FC236}">
                  <a16:creationId xmlns:a16="http://schemas.microsoft.com/office/drawing/2014/main" id="{AA7DCBC6-116A-4198-B0E5-7D67C8D8A17F}"/>
                </a:ext>
              </a:extLst>
            </p:cNvPr>
            <p:cNvSpPr/>
            <p:nvPr/>
          </p:nvSpPr>
          <p:spPr>
            <a:xfrm rot="8100000">
              <a:off x="8164180" y="1866372"/>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sp>
          <p:nvSpPr>
            <p:cNvPr id="215" name="Oval 214">
              <a:extLst>
                <a:ext uri="{FF2B5EF4-FFF2-40B4-BE49-F238E27FC236}">
                  <a16:creationId xmlns:a16="http://schemas.microsoft.com/office/drawing/2014/main" id="{FE17EEE8-6358-4689-8EA5-B661D3F92826}"/>
                </a:ext>
              </a:extLst>
            </p:cNvPr>
            <p:cNvSpPr/>
            <p:nvPr/>
          </p:nvSpPr>
          <p:spPr>
            <a:xfrm rot="8100000">
              <a:off x="8005205" y="2025347"/>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sp>
          <p:nvSpPr>
            <p:cNvPr id="216" name="Oval 215">
              <a:extLst>
                <a:ext uri="{FF2B5EF4-FFF2-40B4-BE49-F238E27FC236}">
                  <a16:creationId xmlns:a16="http://schemas.microsoft.com/office/drawing/2014/main" id="{CE0E6C96-7F9C-460E-8CF8-AC26B9A94AE7}"/>
                </a:ext>
              </a:extLst>
            </p:cNvPr>
            <p:cNvSpPr/>
            <p:nvPr/>
          </p:nvSpPr>
          <p:spPr>
            <a:xfrm rot="8100000">
              <a:off x="7846230" y="2184323"/>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sp>
          <p:nvSpPr>
            <p:cNvPr id="217" name="Oval 216">
              <a:extLst>
                <a:ext uri="{FF2B5EF4-FFF2-40B4-BE49-F238E27FC236}">
                  <a16:creationId xmlns:a16="http://schemas.microsoft.com/office/drawing/2014/main" id="{A73EC530-6773-4F40-9565-4BD03DD98F91}"/>
                </a:ext>
              </a:extLst>
            </p:cNvPr>
            <p:cNvSpPr/>
            <p:nvPr/>
          </p:nvSpPr>
          <p:spPr>
            <a:xfrm rot="8100000">
              <a:off x="7687255" y="2343298"/>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sp>
          <p:nvSpPr>
            <p:cNvPr id="218" name="Oval 217">
              <a:extLst>
                <a:ext uri="{FF2B5EF4-FFF2-40B4-BE49-F238E27FC236}">
                  <a16:creationId xmlns:a16="http://schemas.microsoft.com/office/drawing/2014/main" id="{458ADBE9-DFCE-4FB7-9E6D-6425E2B81AE5}"/>
                </a:ext>
              </a:extLst>
            </p:cNvPr>
            <p:cNvSpPr/>
            <p:nvPr/>
          </p:nvSpPr>
          <p:spPr>
            <a:xfrm rot="8100000">
              <a:off x="8324511" y="2026703"/>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sp>
          <p:nvSpPr>
            <p:cNvPr id="219" name="Oval 218">
              <a:extLst>
                <a:ext uri="{FF2B5EF4-FFF2-40B4-BE49-F238E27FC236}">
                  <a16:creationId xmlns:a16="http://schemas.microsoft.com/office/drawing/2014/main" id="{9D207722-7290-4F92-A860-4BD8BB9E2F52}"/>
                </a:ext>
              </a:extLst>
            </p:cNvPr>
            <p:cNvSpPr/>
            <p:nvPr/>
          </p:nvSpPr>
          <p:spPr>
            <a:xfrm rot="8100000">
              <a:off x="8165536" y="2185678"/>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sp>
          <p:nvSpPr>
            <p:cNvPr id="220" name="Oval 219">
              <a:extLst>
                <a:ext uri="{FF2B5EF4-FFF2-40B4-BE49-F238E27FC236}">
                  <a16:creationId xmlns:a16="http://schemas.microsoft.com/office/drawing/2014/main" id="{3F1CCE29-506C-4DDA-9E61-02FB5859A139}"/>
                </a:ext>
              </a:extLst>
            </p:cNvPr>
            <p:cNvSpPr/>
            <p:nvPr/>
          </p:nvSpPr>
          <p:spPr>
            <a:xfrm rot="8100000">
              <a:off x="8006561" y="2344653"/>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sp>
          <p:nvSpPr>
            <p:cNvPr id="221" name="Oval 220">
              <a:extLst>
                <a:ext uri="{FF2B5EF4-FFF2-40B4-BE49-F238E27FC236}">
                  <a16:creationId xmlns:a16="http://schemas.microsoft.com/office/drawing/2014/main" id="{42EDA1A7-7C42-4830-B43A-620D718E1F78}"/>
                </a:ext>
              </a:extLst>
            </p:cNvPr>
            <p:cNvSpPr/>
            <p:nvPr/>
          </p:nvSpPr>
          <p:spPr>
            <a:xfrm rot="8100000">
              <a:off x="8484842" y="2187034"/>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sp>
          <p:nvSpPr>
            <p:cNvPr id="222" name="Oval 221">
              <a:extLst>
                <a:ext uri="{FF2B5EF4-FFF2-40B4-BE49-F238E27FC236}">
                  <a16:creationId xmlns:a16="http://schemas.microsoft.com/office/drawing/2014/main" id="{C4884159-93AD-4D5F-A9B2-40024CF131D9}"/>
                </a:ext>
              </a:extLst>
            </p:cNvPr>
            <p:cNvSpPr/>
            <p:nvPr/>
          </p:nvSpPr>
          <p:spPr>
            <a:xfrm rot="8100000">
              <a:off x="8325867" y="2346010"/>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sp>
          <p:nvSpPr>
            <p:cNvPr id="223" name="Oval 222">
              <a:extLst>
                <a:ext uri="{FF2B5EF4-FFF2-40B4-BE49-F238E27FC236}">
                  <a16:creationId xmlns:a16="http://schemas.microsoft.com/office/drawing/2014/main" id="{DFF203F4-C524-423C-BE83-59D06EEF680F}"/>
                </a:ext>
              </a:extLst>
            </p:cNvPr>
            <p:cNvSpPr/>
            <p:nvPr/>
          </p:nvSpPr>
          <p:spPr>
            <a:xfrm rot="8100000">
              <a:off x="8645173" y="2347365"/>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grpSp>
      <p:grpSp>
        <p:nvGrpSpPr>
          <p:cNvPr id="224" name="Group 193">
            <a:extLst>
              <a:ext uri="{FF2B5EF4-FFF2-40B4-BE49-F238E27FC236}">
                <a16:creationId xmlns:a16="http://schemas.microsoft.com/office/drawing/2014/main" id="{6FE0D309-62A3-4D21-9BDE-5F035AC54532}"/>
              </a:ext>
            </a:extLst>
          </p:cNvPr>
          <p:cNvGrpSpPr/>
          <p:nvPr/>
        </p:nvGrpSpPr>
        <p:grpSpPr>
          <a:xfrm>
            <a:off x="7202221" y="5456005"/>
            <a:ext cx="1449549" cy="782841"/>
            <a:chOff x="5302354" y="2710604"/>
            <a:chExt cx="1728214" cy="933337"/>
          </a:xfrm>
        </p:grpSpPr>
        <p:sp>
          <p:nvSpPr>
            <p:cNvPr id="225" name="Oval 224">
              <a:extLst>
                <a:ext uri="{FF2B5EF4-FFF2-40B4-BE49-F238E27FC236}">
                  <a16:creationId xmlns:a16="http://schemas.microsoft.com/office/drawing/2014/main" id="{F8277CEB-CFC6-45AA-B140-3481418B5A4E}"/>
                </a:ext>
              </a:extLst>
            </p:cNvPr>
            <p:cNvSpPr/>
            <p:nvPr/>
          </p:nvSpPr>
          <p:spPr>
            <a:xfrm rot="8100000">
              <a:off x="6097231" y="2710604"/>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sp>
          <p:nvSpPr>
            <p:cNvPr id="226" name="Oval 225">
              <a:extLst>
                <a:ext uri="{FF2B5EF4-FFF2-40B4-BE49-F238E27FC236}">
                  <a16:creationId xmlns:a16="http://schemas.microsoft.com/office/drawing/2014/main" id="{16859730-D362-439C-84AC-9911D309B2BF}"/>
                </a:ext>
              </a:extLst>
            </p:cNvPr>
            <p:cNvSpPr/>
            <p:nvPr/>
          </p:nvSpPr>
          <p:spPr>
            <a:xfrm rot="8100000">
              <a:off x="5938255" y="2869579"/>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sp>
          <p:nvSpPr>
            <p:cNvPr id="227" name="Oval 226">
              <a:extLst>
                <a:ext uri="{FF2B5EF4-FFF2-40B4-BE49-F238E27FC236}">
                  <a16:creationId xmlns:a16="http://schemas.microsoft.com/office/drawing/2014/main" id="{A66DEAAD-A95D-421E-BD39-73916275DA56}"/>
                </a:ext>
              </a:extLst>
            </p:cNvPr>
            <p:cNvSpPr/>
            <p:nvPr/>
          </p:nvSpPr>
          <p:spPr>
            <a:xfrm rot="8100000">
              <a:off x="5779280" y="3028554"/>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sp>
          <p:nvSpPr>
            <p:cNvPr id="228" name="Oval 227">
              <a:extLst>
                <a:ext uri="{FF2B5EF4-FFF2-40B4-BE49-F238E27FC236}">
                  <a16:creationId xmlns:a16="http://schemas.microsoft.com/office/drawing/2014/main" id="{B2EA824A-7E10-4294-91A2-6352B5791CB5}"/>
                </a:ext>
              </a:extLst>
            </p:cNvPr>
            <p:cNvSpPr/>
            <p:nvPr/>
          </p:nvSpPr>
          <p:spPr>
            <a:xfrm rot="8100000">
              <a:off x="5620305" y="3187530"/>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sp>
          <p:nvSpPr>
            <p:cNvPr id="229" name="Oval 228">
              <a:extLst>
                <a:ext uri="{FF2B5EF4-FFF2-40B4-BE49-F238E27FC236}">
                  <a16:creationId xmlns:a16="http://schemas.microsoft.com/office/drawing/2014/main" id="{874BF6A6-7426-481C-ADB9-E7AD38F10A92}"/>
                </a:ext>
              </a:extLst>
            </p:cNvPr>
            <p:cNvSpPr/>
            <p:nvPr/>
          </p:nvSpPr>
          <p:spPr>
            <a:xfrm rot="8100000">
              <a:off x="5461330" y="3346505"/>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sp>
          <p:nvSpPr>
            <p:cNvPr id="230" name="Oval 229">
              <a:extLst>
                <a:ext uri="{FF2B5EF4-FFF2-40B4-BE49-F238E27FC236}">
                  <a16:creationId xmlns:a16="http://schemas.microsoft.com/office/drawing/2014/main" id="{F0EB79BB-BE67-4CE5-A274-BB7E293934BD}"/>
                </a:ext>
              </a:extLst>
            </p:cNvPr>
            <p:cNvSpPr/>
            <p:nvPr/>
          </p:nvSpPr>
          <p:spPr>
            <a:xfrm rot="8100000">
              <a:off x="5302354" y="3505480"/>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sp>
          <p:nvSpPr>
            <p:cNvPr id="231" name="Oval 230">
              <a:extLst>
                <a:ext uri="{FF2B5EF4-FFF2-40B4-BE49-F238E27FC236}">
                  <a16:creationId xmlns:a16="http://schemas.microsoft.com/office/drawing/2014/main" id="{8D29DA49-A1AE-45AF-986F-5A01A1A340FE}"/>
                </a:ext>
              </a:extLst>
            </p:cNvPr>
            <p:cNvSpPr/>
            <p:nvPr/>
          </p:nvSpPr>
          <p:spPr>
            <a:xfrm rot="8100000">
              <a:off x="6257564" y="2870936"/>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sp>
          <p:nvSpPr>
            <p:cNvPr id="232" name="Oval 231">
              <a:extLst>
                <a:ext uri="{FF2B5EF4-FFF2-40B4-BE49-F238E27FC236}">
                  <a16:creationId xmlns:a16="http://schemas.microsoft.com/office/drawing/2014/main" id="{D480384B-ED76-4B1C-8FF9-05A61C906A07}"/>
                </a:ext>
              </a:extLst>
            </p:cNvPr>
            <p:cNvSpPr/>
            <p:nvPr/>
          </p:nvSpPr>
          <p:spPr>
            <a:xfrm rot="8100000">
              <a:off x="6098588" y="3029912"/>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sp>
          <p:nvSpPr>
            <p:cNvPr id="233" name="Oval 232">
              <a:extLst>
                <a:ext uri="{FF2B5EF4-FFF2-40B4-BE49-F238E27FC236}">
                  <a16:creationId xmlns:a16="http://schemas.microsoft.com/office/drawing/2014/main" id="{59A151B3-C048-4465-BBF0-FB9878B4C5DF}"/>
                </a:ext>
              </a:extLst>
            </p:cNvPr>
            <p:cNvSpPr/>
            <p:nvPr/>
          </p:nvSpPr>
          <p:spPr>
            <a:xfrm rot="8100000">
              <a:off x="5939613" y="3188887"/>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sp>
          <p:nvSpPr>
            <p:cNvPr id="234" name="Oval 233">
              <a:extLst>
                <a:ext uri="{FF2B5EF4-FFF2-40B4-BE49-F238E27FC236}">
                  <a16:creationId xmlns:a16="http://schemas.microsoft.com/office/drawing/2014/main" id="{24DD8554-7DB4-48D8-8E99-08D59A3E4655}"/>
                </a:ext>
              </a:extLst>
            </p:cNvPr>
            <p:cNvSpPr/>
            <p:nvPr/>
          </p:nvSpPr>
          <p:spPr>
            <a:xfrm rot="8100000">
              <a:off x="5780638" y="3347862"/>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sp>
          <p:nvSpPr>
            <p:cNvPr id="235" name="Oval 234">
              <a:extLst>
                <a:ext uri="{FF2B5EF4-FFF2-40B4-BE49-F238E27FC236}">
                  <a16:creationId xmlns:a16="http://schemas.microsoft.com/office/drawing/2014/main" id="{82404B12-9E52-4E49-A93C-D24F8791CFC2}"/>
                </a:ext>
              </a:extLst>
            </p:cNvPr>
            <p:cNvSpPr/>
            <p:nvPr/>
          </p:nvSpPr>
          <p:spPr>
            <a:xfrm rot="8100000">
              <a:off x="5621662" y="3506838"/>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sp>
          <p:nvSpPr>
            <p:cNvPr id="236" name="Oval 235">
              <a:extLst>
                <a:ext uri="{FF2B5EF4-FFF2-40B4-BE49-F238E27FC236}">
                  <a16:creationId xmlns:a16="http://schemas.microsoft.com/office/drawing/2014/main" id="{D377A8FF-0477-4B01-96DA-195729C88719}"/>
                </a:ext>
              </a:extLst>
            </p:cNvPr>
            <p:cNvSpPr/>
            <p:nvPr/>
          </p:nvSpPr>
          <p:spPr>
            <a:xfrm rot="8100000">
              <a:off x="6422596" y="3035969"/>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sp>
          <p:nvSpPr>
            <p:cNvPr id="237" name="Oval 236">
              <a:extLst>
                <a:ext uri="{FF2B5EF4-FFF2-40B4-BE49-F238E27FC236}">
                  <a16:creationId xmlns:a16="http://schemas.microsoft.com/office/drawing/2014/main" id="{49B0C858-CC7C-4DD2-B30B-76F912EA5FDD}"/>
                </a:ext>
              </a:extLst>
            </p:cNvPr>
            <p:cNvSpPr/>
            <p:nvPr/>
          </p:nvSpPr>
          <p:spPr>
            <a:xfrm rot="8100000">
              <a:off x="6263621" y="3194944"/>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sp>
          <p:nvSpPr>
            <p:cNvPr id="238" name="Oval 237">
              <a:extLst>
                <a:ext uri="{FF2B5EF4-FFF2-40B4-BE49-F238E27FC236}">
                  <a16:creationId xmlns:a16="http://schemas.microsoft.com/office/drawing/2014/main" id="{DA3F7C75-825D-41EB-A77A-EDA78D3AC4C6}"/>
                </a:ext>
              </a:extLst>
            </p:cNvPr>
            <p:cNvSpPr/>
            <p:nvPr/>
          </p:nvSpPr>
          <p:spPr>
            <a:xfrm rot="8100000">
              <a:off x="6104646" y="3353920"/>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sp>
          <p:nvSpPr>
            <p:cNvPr id="239" name="Oval 238">
              <a:extLst>
                <a:ext uri="{FF2B5EF4-FFF2-40B4-BE49-F238E27FC236}">
                  <a16:creationId xmlns:a16="http://schemas.microsoft.com/office/drawing/2014/main" id="{57ABBA98-03FA-4777-94E0-B28A09CE0744}"/>
                </a:ext>
              </a:extLst>
            </p:cNvPr>
            <p:cNvSpPr/>
            <p:nvPr/>
          </p:nvSpPr>
          <p:spPr>
            <a:xfrm rot="8100000">
              <a:off x="5945671" y="3512895"/>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sp>
          <p:nvSpPr>
            <p:cNvPr id="240" name="Oval 239">
              <a:extLst>
                <a:ext uri="{FF2B5EF4-FFF2-40B4-BE49-F238E27FC236}">
                  <a16:creationId xmlns:a16="http://schemas.microsoft.com/office/drawing/2014/main" id="{92E7F456-A1E5-472F-9BB3-4A83D6EB7E51}"/>
                </a:ext>
              </a:extLst>
            </p:cNvPr>
            <p:cNvSpPr/>
            <p:nvPr/>
          </p:nvSpPr>
          <p:spPr>
            <a:xfrm rot="8100000">
              <a:off x="6582927" y="3196300"/>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sp>
          <p:nvSpPr>
            <p:cNvPr id="241" name="Oval 240">
              <a:extLst>
                <a:ext uri="{FF2B5EF4-FFF2-40B4-BE49-F238E27FC236}">
                  <a16:creationId xmlns:a16="http://schemas.microsoft.com/office/drawing/2014/main" id="{11DE7EE8-A579-431B-B596-C3538DED3424}"/>
                </a:ext>
              </a:extLst>
            </p:cNvPr>
            <p:cNvSpPr/>
            <p:nvPr/>
          </p:nvSpPr>
          <p:spPr>
            <a:xfrm rot="8100000">
              <a:off x="6423952" y="3355275"/>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sp>
          <p:nvSpPr>
            <p:cNvPr id="242" name="Oval 241">
              <a:extLst>
                <a:ext uri="{FF2B5EF4-FFF2-40B4-BE49-F238E27FC236}">
                  <a16:creationId xmlns:a16="http://schemas.microsoft.com/office/drawing/2014/main" id="{656D979C-DF4B-43AA-A0EE-9AA9FC23F7AC}"/>
                </a:ext>
              </a:extLst>
            </p:cNvPr>
            <p:cNvSpPr/>
            <p:nvPr/>
          </p:nvSpPr>
          <p:spPr>
            <a:xfrm rot="8100000">
              <a:off x="6264977" y="3514250"/>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sp>
          <p:nvSpPr>
            <p:cNvPr id="243" name="Oval 242">
              <a:extLst>
                <a:ext uri="{FF2B5EF4-FFF2-40B4-BE49-F238E27FC236}">
                  <a16:creationId xmlns:a16="http://schemas.microsoft.com/office/drawing/2014/main" id="{117EF207-3096-4FE6-9639-CC6C7E51945B}"/>
                </a:ext>
              </a:extLst>
            </p:cNvPr>
            <p:cNvSpPr/>
            <p:nvPr/>
          </p:nvSpPr>
          <p:spPr>
            <a:xfrm rot="8100000">
              <a:off x="6743258" y="3356630"/>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sp>
          <p:nvSpPr>
            <p:cNvPr id="244" name="Oval 243">
              <a:extLst>
                <a:ext uri="{FF2B5EF4-FFF2-40B4-BE49-F238E27FC236}">
                  <a16:creationId xmlns:a16="http://schemas.microsoft.com/office/drawing/2014/main" id="{EA9BF227-DB16-46E6-9675-603420878C6E}"/>
                </a:ext>
              </a:extLst>
            </p:cNvPr>
            <p:cNvSpPr/>
            <p:nvPr/>
          </p:nvSpPr>
          <p:spPr>
            <a:xfrm rot="8100000">
              <a:off x="6584283" y="3515606"/>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sp>
          <p:nvSpPr>
            <p:cNvPr id="245" name="Oval 244">
              <a:extLst>
                <a:ext uri="{FF2B5EF4-FFF2-40B4-BE49-F238E27FC236}">
                  <a16:creationId xmlns:a16="http://schemas.microsoft.com/office/drawing/2014/main" id="{CB6A686D-0157-4888-8965-528510A0B7ED}"/>
                </a:ext>
              </a:extLst>
            </p:cNvPr>
            <p:cNvSpPr/>
            <p:nvPr/>
          </p:nvSpPr>
          <p:spPr>
            <a:xfrm rot="8100000">
              <a:off x="6903589" y="3516962"/>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grpSp>
      <p:grpSp>
        <p:nvGrpSpPr>
          <p:cNvPr id="246" name="Group 192">
            <a:extLst>
              <a:ext uri="{FF2B5EF4-FFF2-40B4-BE49-F238E27FC236}">
                <a16:creationId xmlns:a16="http://schemas.microsoft.com/office/drawing/2014/main" id="{1AD3AA79-77B0-42B5-832A-8FEDB22C416D}"/>
              </a:ext>
            </a:extLst>
          </p:cNvPr>
          <p:cNvGrpSpPr/>
          <p:nvPr/>
        </p:nvGrpSpPr>
        <p:grpSpPr>
          <a:xfrm>
            <a:off x="5750195" y="5590483"/>
            <a:ext cx="1181728" cy="648363"/>
            <a:chOff x="3796142" y="1926724"/>
            <a:chExt cx="1408907" cy="773006"/>
          </a:xfrm>
        </p:grpSpPr>
        <p:sp>
          <p:nvSpPr>
            <p:cNvPr id="247" name="Oval 246">
              <a:extLst>
                <a:ext uri="{FF2B5EF4-FFF2-40B4-BE49-F238E27FC236}">
                  <a16:creationId xmlns:a16="http://schemas.microsoft.com/office/drawing/2014/main" id="{6E241BEB-E5F0-43E0-AC82-5486CC4BFFF0}"/>
                </a:ext>
              </a:extLst>
            </p:cNvPr>
            <p:cNvSpPr/>
            <p:nvPr/>
          </p:nvSpPr>
          <p:spPr>
            <a:xfrm rot="8100000">
              <a:off x="4432044" y="1926724"/>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sp>
          <p:nvSpPr>
            <p:cNvPr id="248" name="Oval 247">
              <a:extLst>
                <a:ext uri="{FF2B5EF4-FFF2-40B4-BE49-F238E27FC236}">
                  <a16:creationId xmlns:a16="http://schemas.microsoft.com/office/drawing/2014/main" id="{F411A3F9-43EA-4B9C-AABF-DF52FB025E00}"/>
                </a:ext>
              </a:extLst>
            </p:cNvPr>
            <p:cNvSpPr/>
            <p:nvPr/>
          </p:nvSpPr>
          <p:spPr>
            <a:xfrm rot="8100000">
              <a:off x="4273068" y="2085700"/>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sp>
          <p:nvSpPr>
            <p:cNvPr id="249" name="Oval 248">
              <a:extLst>
                <a:ext uri="{FF2B5EF4-FFF2-40B4-BE49-F238E27FC236}">
                  <a16:creationId xmlns:a16="http://schemas.microsoft.com/office/drawing/2014/main" id="{293469A8-296C-47A7-8014-EA40803CEA5F}"/>
                </a:ext>
              </a:extLst>
            </p:cNvPr>
            <p:cNvSpPr/>
            <p:nvPr/>
          </p:nvSpPr>
          <p:spPr>
            <a:xfrm rot="8100000">
              <a:off x="4114093" y="2244675"/>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sp>
          <p:nvSpPr>
            <p:cNvPr id="250" name="Oval 249">
              <a:extLst>
                <a:ext uri="{FF2B5EF4-FFF2-40B4-BE49-F238E27FC236}">
                  <a16:creationId xmlns:a16="http://schemas.microsoft.com/office/drawing/2014/main" id="{9904CF4E-FB95-4FA8-AD63-13ECB215D983}"/>
                </a:ext>
              </a:extLst>
            </p:cNvPr>
            <p:cNvSpPr/>
            <p:nvPr/>
          </p:nvSpPr>
          <p:spPr>
            <a:xfrm rot="8100000">
              <a:off x="3955118" y="2403650"/>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sp>
          <p:nvSpPr>
            <p:cNvPr id="251" name="Oval 250">
              <a:extLst>
                <a:ext uri="{FF2B5EF4-FFF2-40B4-BE49-F238E27FC236}">
                  <a16:creationId xmlns:a16="http://schemas.microsoft.com/office/drawing/2014/main" id="{D3AC1826-3970-4CBF-8D2C-D219ED11E4E8}"/>
                </a:ext>
              </a:extLst>
            </p:cNvPr>
            <p:cNvSpPr/>
            <p:nvPr/>
          </p:nvSpPr>
          <p:spPr>
            <a:xfrm rot="8100000">
              <a:off x="3796142" y="2562626"/>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sp>
          <p:nvSpPr>
            <p:cNvPr id="252" name="Oval 251">
              <a:extLst>
                <a:ext uri="{FF2B5EF4-FFF2-40B4-BE49-F238E27FC236}">
                  <a16:creationId xmlns:a16="http://schemas.microsoft.com/office/drawing/2014/main" id="{8C4079BA-C882-4B81-A37B-F6BBC29DC19A}"/>
                </a:ext>
              </a:extLst>
            </p:cNvPr>
            <p:cNvSpPr/>
            <p:nvPr/>
          </p:nvSpPr>
          <p:spPr>
            <a:xfrm rot="8100000">
              <a:off x="4592375" y="2087056"/>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sp>
          <p:nvSpPr>
            <p:cNvPr id="253" name="Oval 252">
              <a:extLst>
                <a:ext uri="{FF2B5EF4-FFF2-40B4-BE49-F238E27FC236}">
                  <a16:creationId xmlns:a16="http://schemas.microsoft.com/office/drawing/2014/main" id="{48AE00E3-5309-4BA6-B3DE-E16EB48F2841}"/>
                </a:ext>
              </a:extLst>
            </p:cNvPr>
            <p:cNvSpPr/>
            <p:nvPr/>
          </p:nvSpPr>
          <p:spPr>
            <a:xfrm rot="8100000">
              <a:off x="4433400" y="2246031"/>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sp>
          <p:nvSpPr>
            <p:cNvPr id="254" name="Oval 253">
              <a:extLst>
                <a:ext uri="{FF2B5EF4-FFF2-40B4-BE49-F238E27FC236}">
                  <a16:creationId xmlns:a16="http://schemas.microsoft.com/office/drawing/2014/main" id="{83991E10-8486-454E-A33E-4F8191D9C25F}"/>
                </a:ext>
              </a:extLst>
            </p:cNvPr>
            <p:cNvSpPr/>
            <p:nvPr/>
          </p:nvSpPr>
          <p:spPr>
            <a:xfrm rot="8100000">
              <a:off x="4274425" y="2405007"/>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sp>
          <p:nvSpPr>
            <p:cNvPr id="255" name="Oval 254">
              <a:extLst>
                <a:ext uri="{FF2B5EF4-FFF2-40B4-BE49-F238E27FC236}">
                  <a16:creationId xmlns:a16="http://schemas.microsoft.com/office/drawing/2014/main" id="{ACD04851-55B6-4963-AFED-CA63CE19771E}"/>
                </a:ext>
              </a:extLst>
            </p:cNvPr>
            <p:cNvSpPr/>
            <p:nvPr/>
          </p:nvSpPr>
          <p:spPr>
            <a:xfrm rot="8100000">
              <a:off x="4115450" y="2563982"/>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sp>
          <p:nvSpPr>
            <p:cNvPr id="256" name="Oval 255">
              <a:extLst>
                <a:ext uri="{FF2B5EF4-FFF2-40B4-BE49-F238E27FC236}">
                  <a16:creationId xmlns:a16="http://schemas.microsoft.com/office/drawing/2014/main" id="{73E856B0-407C-40F6-9145-7A160B577AEC}"/>
                </a:ext>
              </a:extLst>
            </p:cNvPr>
            <p:cNvSpPr/>
            <p:nvPr/>
          </p:nvSpPr>
          <p:spPr>
            <a:xfrm rot="8100000">
              <a:off x="4757408" y="2252090"/>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sp>
          <p:nvSpPr>
            <p:cNvPr id="257" name="Oval 256">
              <a:extLst>
                <a:ext uri="{FF2B5EF4-FFF2-40B4-BE49-F238E27FC236}">
                  <a16:creationId xmlns:a16="http://schemas.microsoft.com/office/drawing/2014/main" id="{17950FBA-EBFC-4D2D-8C77-5F9930E1E36E}"/>
                </a:ext>
              </a:extLst>
            </p:cNvPr>
            <p:cNvSpPr/>
            <p:nvPr/>
          </p:nvSpPr>
          <p:spPr>
            <a:xfrm rot="8100000">
              <a:off x="4598433" y="2411065"/>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sp>
          <p:nvSpPr>
            <p:cNvPr id="258" name="Oval 257">
              <a:extLst>
                <a:ext uri="{FF2B5EF4-FFF2-40B4-BE49-F238E27FC236}">
                  <a16:creationId xmlns:a16="http://schemas.microsoft.com/office/drawing/2014/main" id="{FCBDC8C0-2CED-4A54-BC7B-91E00E522DD1}"/>
                </a:ext>
              </a:extLst>
            </p:cNvPr>
            <p:cNvSpPr/>
            <p:nvPr/>
          </p:nvSpPr>
          <p:spPr>
            <a:xfrm rot="8100000">
              <a:off x="4439458" y="2570040"/>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sp>
          <p:nvSpPr>
            <p:cNvPr id="259" name="Oval 258">
              <a:extLst>
                <a:ext uri="{FF2B5EF4-FFF2-40B4-BE49-F238E27FC236}">
                  <a16:creationId xmlns:a16="http://schemas.microsoft.com/office/drawing/2014/main" id="{E70C2CEC-8381-45CF-9CB0-E8BFE368C440}"/>
                </a:ext>
              </a:extLst>
            </p:cNvPr>
            <p:cNvSpPr/>
            <p:nvPr/>
          </p:nvSpPr>
          <p:spPr>
            <a:xfrm rot="8100000">
              <a:off x="4917739" y="2412420"/>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sp>
          <p:nvSpPr>
            <p:cNvPr id="260" name="Oval 259">
              <a:extLst>
                <a:ext uri="{FF2B5EF4-FFF2-40B4-BE49-F238E27FC236}">
                  <a16:creationId xmlns:a16="http://schemas.microsoft.com/office/drawing/2014/main" id="{D03C0235-D19E-48BC-B310-A7432E95DC82}"/>
                </a:ext>
              </a:extLst>
            </p:cNvPr>
            <p:cNvSpPr/>
            <p:nvPr/>
          </p:nvSpPr>
          <p:spPr>
            <a:xfrm rot="8100000">
              <a:off x="4758764" y="2571396"/>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sp>
          <p:nvSpPr>
            <p:cNvPr id="261" name="Oval 260">
              <a:extLst>
                <a:ext uri="{FF2B5EF4-FFF2-40B4-BE49-F238E27FC236}">
                  <a16:creationId xmlns:a16="http://schemas.microsoft.com/office/drawing/2014/main" id="{70EB9BB1-0E64-43E8-8640-E12E2CADDA87}"/>
                </a:ext>
              </a:extLst>
            </p:cNvPr>
            <p:cNvSpPr/>
            <p:nvPr/>
          </p:nvSpPr>
          <p:spPr>
            <a:xfrm rot="8100000">
              <a:off x="5078070" y="2572751"/>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grpSp>
      <p:grpSp>
        <p:nvGrpSpPr>
          <p:cNvPr id="262" name="Group 191">
            <a:extLst>
              <a:ext uri="{FF2B5EF4-FFF2-40B4-BE49-F238E27FC236}">
                <a16:creationId xmlns:a16="http://schemas.microsoft.com/office/drawing/2014/main" id="{BFE8CCA8-0C84-4522-BC38-C131F6EE14DB}"/>
              </a:ext>
            </a:extLst>
          </p:cNvPr>
          <p:cNvGrpSpPr/>
          <p:nvPr/>
        </p:nvGrpSpPr>
        <p:grpSpPr>
          <a:xfrm>
            <a:off x="4565989" y="5724962"/>
            <a:ext cx="913908" cy="513884"/>
            <a:chOff x="2669135" y="2199748"/>
            <a:chExt cx="1089600" cy="612675"/>
          </a:xfrm>
        </p:grpSpPr>
        <p:sp>
          <p:nvSpPr>
            <p:cNvPr id="263" name="Oval 262">
              <a:extLst>
                <a:ext uri="{FF2B5EF4-FFF2-40B4-BE49-F238E27FC236}">
                  <a16:creationId xmlns:a16="http://schemas.microsoft.com/office/drawing/2014/main" id="{AA7D767A-1181-42A8-B4CF-B9E4B892D3BA}"/>
                </a:ext>
              </a:extLst>
            </p:cNvPr>
            <p:cNvSpPr/>
            <p:nvPr/>
          </p:nvSpPr>
          <p:spPr>
            <a:xfrm rot="8100000">
              <a:off x="3146060" y="2199748"/>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sp>
          <p:nvSpPr>
            <p:cNvPr id="264" name="Oval 263">
              <a:extLst>
                <a:ext uri="{FF2B5EF4-FFF2-40B4-BE49-F238E27FC236}">
                  <a16:creationId xmlns:a16="http://schemas.microsoft.com/office/drawing/2014/main" id="{7EE748F6-C4D2-4BA1-8972-414A3673772A}"/>
                </a:ext>
              </a:extLst>
            </p:cNvPr>
            <p:cNvSpPr/>
            <p:nvPr/>
          </p:nvSpPr>
          <p:spPr>
            <a:xfrm rot="8100000">
              <a:off x="2987085" y="2358723"/>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sp>
          <p:nvSpPr>
            <p:cNvPr id="265" name="Oval 264">
              <a:extLst>
                <a:ext uri="{FF2B5EF4-FFF2-40B4-BE49-F238E27FC236}">
                  <a16:creationId xmlns:a16="http://schemas.microsoft.com/office/drawing/2014/main" id="{B8BA360E-D73F-42E3-B1F4-81F2EDD62F70}"/>
                </a:ext>
              </a:extLst>
            </p:cNvPr>
            <p:cNvSpPr/>
            <p:nvPr/>
          </p:nvSpPr>
          <p:spPr>
            <a:xfrm rot="8100000">
              <a:off x="2828110" y="2517699"/>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sp>
          <p:nvSpPr>
            <p:cNvPr id="266" name="Oval 265">
              <a:extLst>
                <a:ext uri="{FF2B5EF4-FFF2-40B4-BE49-F238E27FC236}">
                  <a16:creationId xmlns:a16="http://schemas.microsoft.com/office/drawing/2014/main" id="{C6454E7C-25DE-4702-BA86-F4175584D6DF}"/>
                </a:ext>
              </a:extLst>
            </p:cNvPr>
            <p:cNvSpPr/>
            <p:nvPr/>
          </p:nvSpPr>
          <p:spPr>
            <a:xfrm rot="8100000">
              <a:off x="2669135" y="2676674"/>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sp>
          <p:nvSpPr>
            <p:cNvPr id="267" name="Oval 266">
              <a:extLst>
                <a:ext uri="{FF2B5EF4-FFF2-40B4-BE49-F238E27FC236}">
                  <a16:creationId xmlns:a16="http://schemas.microsoft.com/office/drawing/2014/main" id="{BAA5AC5D-25BE-4CEA-A30E-0753763E9FCC}"/>
                </a:ext>
              </a:extLst>
            </p:cNvPr>
            <p:cNvSpPr/>
            <p:nvPr/>
          </p:nvSpPr>
          <p:spPr>
            <a:xfrm rot="8100000">
              <a:off x="3306392" y="2360081"/>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sp>
          <p:nvSpPr>
            <p:cNvPr id="268" name="Oval 267">
              <a:extLst>
                <a:ext uri="{FF2B5EF4-FFF2-40B4-BE49-F238E27FC236}">
                  <a16:creationId xmlns:a16="http://schemas.microsoft.com/office/drawing/2014/main" id="{92EAB7C2-CF2F-4D98-8319-0ECD65E0F039}"/>
                </a:ext>
              </a:extLst>
            </p:cNvPr>
            <p:cNvSpPr/>
            <p:nvPr/>
          </p:nvSpPr>
          <p:spPr>
            <a:xfrm rot="8100000">
              <a:off x="3147417" y="2519056"/>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sp>
          <p:nvSpPr>
            <p:cNvPr id="269" name="Oval 268">
              <a:extLst>
                <a:ext uri="{FF2B5EF4-FFF2-40B4-BE49-F238E27FC236}">
                  <a16:creationId xmlns:a16="http://schemas.microsoft.com/office/drawing/2014/main" id="{2CBE3491-33BA-4549-A8F9-69D95FB14AC3}"/>
                </a:ext>
              </a:extLst>
            </p:cNvPr>
            <p:cNvSpPr/>
            <p:nvPr/>
          </p:nvSpPr>
          <p:spPr>
            <a:xfrm rot="8100000">
              <a:off x="2988442" y="2678031"/>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sp>
          <p:nvSpPr>
            <p:cNvPr id="270" name="Oval 269">
              <a:extLst>
                <a:ext uri="{FF2B5EF4-FFF2-40B4-BE49-F238E27FC236}">
                  <a16:creationId xmlns:a16="http://schemas.microsoft.com/office/drawing/2014/main" id="{60614CFE-39E3-4504-B279-950419151374}"/>
                </a:ext>
              </a:extLst>
            </p:cNvPr>
            <p:cNvSpPr/>
            <p:nvPr/>
          </p:nvSpPr>
          <p:spPr>
            <a:xfrm rot="8100000">
              <a:off x="3471426" y="2525113"/>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sp>
          <p:nvSpPr>
            <p:cNvPr id="271" name="Oval 270">
              <a:extLst>
                <a:ext uri="{FF2B5EF4-FFF2-40B4-BE49-F238E27FC236}">
                  <a16:creationId xmlns:a16="http://schemas.microsoft.com/office/drawing/2014/main" id="{F8F9F205-6AA3-4132-B9CF-00A5537C7ED4}"/>
                </a:ext>
              </a:extLst>
            </p:cNvPr>
            <p:cNvSpPr/>
            <p:nvPr/>
          </p:nvSpPr>
          <p:spPr>
            <a:xfrm rot="8100000">
              <a:off x="3312451" y="2684089"/>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sp>
          <p:nvSpPr>
            <p:cNvPr id="272" name="Oval 271">
              <a:extLst>
                <a:ext uri="{FF2B5EF4-FFF2-40B4-BE49-F238E27FC236}">
                  <a16:creationId xmlns:a16="http://schemas.microsoft.com/office/drawing/2014/main" id="{DDDA674F-41B3-4FD8-B730-8B1FB337E8CA}"/>
                </a:ext>
              </a:extLst>
            </p:cNvPr>
            <p:cNvSpPr/>
            <p:nvPr/>
          </p:nvSpPr>
          <p:spPr>
            <a:xfrm rot="8100000">
              <a:off x="3631756" y="2685444"/>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grpSp>
      <p:grpSp>
        <p:nvGrpSpPr>
          <p:cNvPr id="273" name="Group 190">
            <a:extLst>
              <a:ext uri="{FF2B5EF4-FFF2-40B4-BE49-F238E27FC236}">
                <a16:creationId xmlns:a16="http://schemas.microsoft.com/office/drawing/2014/main" id="{D1D30948-1CBD-4566-923F-200E4E891412}"/>
              </a:ext>
            </a:extLst>
          </p:cNvPr>
          <p:cNvGrpSpPr/>
          <p:nvPr/>
        </p:nvGrpSpPr>
        <p:grpSpPr>
          <a:xfrm>
            <a:off x="3649602" y="5859440"/>
            <a:ext cx="646089" cy="379406"/>
            <a:chOff x="1766952" y="2472772"/>
            <a:chExt cx="770295" cy="452344"/>
          </a:xfrm>
        </p:grpSpPr>
        <p:sp>
          <p:nvSpPr>
            <p:cNvPr id="274" name="Oval 273">
              <a:extLst>
                <a:ext uri="{FF2B5EF4-FFF2-40B4-BE49-F238E27FC236}">
                  <a16:creationId xmlns:a16="http://schemas.microsoft.com/office/drawing/2014/main" id="{B65361C2-A575-4A28-B892-49088F2F103D}"/>
                </a:ext>
              </a:extLst>
            </p:cNvPr>
            <p:cNvSpPr/>
            <p:nvPr/>
          </p:nvSpPr>
          <p:spPr>
            <a:xfrm rot="8100000">
              <a:off x="2084902" y="2472772"/>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sp>
          <p:nvSpPr>
            <p:cNvPr id="275" name="Oval 274">
              <a:extLst>
                <a:ext uri="{FF2B5EF4-FFF2-40B4-BE49-F238E27FC236}">
                  <a16:creationId xmlns:a16="http://schemas.microsoft.com/office/drawing/2014/main" id="{A79B08F9-C748-4B64-8B1D-20581EE00A79}"/>
                </a:ext>
              </a:extLst>
            </p:cNvPr>
            <p:cNvSpPr/>
            <p:nvPr/>
          </p:nvSpPr>
          <p:spPr>
            <a:xfrm rot="8100000">
              <a:off x="1925927" y="2631747"/>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sp>
          <p:nvSpPr>
            <p:cNvPr id="276" name="Oval 275">
              <a:extLst>
                <a:ext uri="{FF2B5EF4-FFF2-40B4-BE49-F238E27FC236}">
                  <a16:creationId xmlns:a16="http://schemas.microsoft.com/office/drawing/2014/main" id="{FB96C4A3-F8C5-4807-8DD2-6B421FD9F2B6}"/>
                </a:ext>
              </a:extLst>
            </p:cNvPr>
            <p:cNvSpPr/>
            <p:nvPr/>
          </p:nvSpPr>
          <p:spPr>
            <a:xfrm rot="8100000">
              <a:off x="1766952" y="2790722"/>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sp>
          <p:nvSpPr>
            <p:cNvPr id="277" name="Oval 276">
              <a:extLst>
                <a:ext uri="{FF2B5EF4-FFF2-40B4-BE49-F238E27FC236}">
                  <a16:creationId xmlns:a16="http://schemas.microsoft.com/office/drawing/2014/main" id="{2855C4A7-215B-47FC-966E-C7A4762A5EB0}"/>
                </a:ext>
              </a:extLst>
            </p:cNvPr>
            <p:cNvSpPr/>
            <p:nvPr/>
          </p:nvSpPr>
          <p:spPr>
            <a:xfrm rot="8100000">
              <a:off x="2245235" y="2633104"/>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sp>
          <p:nvSpPr>
            <p:cNvPr id="278" name="Oval 277">
              <a:extLst>
                <a:ext uri="{FF2B5EF4-FFF2-40B4-BE49-F238E27FC236}">
                  <a16:creationId xmlns:a16="http://schemas.microsoft.com/office/drawing/2014/main" id="{309510AA-340D-4D79-A719-67709A6F1800}"/>
                </a:ext>
              </a:extLst>
            </p:cNvPr>
            <p:cNvSpPr/>
            <p:nvPr/>
          </p:nvSpPr>
          <p:spPr>
            <a:xfrm rot="8100000">
              <a:off x="2086260" y="2792080"/>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sp>
          <p:nvSpPr>
            <p:cNvPr id="279" name="Oval 278">
              <a:extLst>
                <a:ext uri="{FF2B5EF4-FFF2-40B4-BE49-F238E27FC236}">
                  <a16:creationId xmlns:a16="http://schemas.microsoft.com/office/drawing/2014/main" id="{2BE48635-E133-4458-BCEE-453D3223EC64}"/>
                </a:ext>
              </a:extLst>
            </p:cNvPr>
            <p:cNvSpPr/>
            <p:nvPr/>
          </p:nvSpPr>
          <p:spPr>
            <a:xfrm rot="8100000">
              <a:off x="2410268" y="2798137"/>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grpSp>
      <p:grpSp>
        <p:nvGrpSpPr>
          <p:cNvPr id="280" name="Group 189">
            <a:extLst>
              <a:ext uri="{FF2B5EF4-FFF2-40B4-BE49-F238E27FC236}">
                <a16:creationId xmlns:a16="http://schemas.microsoft.com/office/drawing/2014/main" id="{D7BFE915-0559-4428-A0C2-1366CA238E29}"/>
              </a:ext>
            </a:extLst>
          </p:cNvPr>
          <p:cNvGrpSpPr/>
          <p:nvPr/>
        </p:nvGrpSpPr>
        <p:grpSpPr>
          <a:xfrm>
            <a:off x="3004980" y="5997862"/>
            <a:ext cx="374324" cy="240984"/>
            <a:chOff x="1091946" y="2751472"/>
            <a:chExt cx="446286" cy="287311"/>
          </a:xfrm>
        </p:grpSpPr>
        <p:sp>
          <p:nvSpPr>
            <p:cNvPr id="281" name="Oval 280">
              <a:extLst>
                <a:ext uri="{FF2B5EF4-FFF2-40B4-BE49-F238E27FC236}">
                  <a16:creationId xmlns:a16="http://schemas.microsoft.com/office/drawing/2014/main" id="{3E262A19-8910-4A1C-894D-D91DEC592CFA}"/>
                </a:ext>
              </a:extLst>
            </p:cNvPr>
            <p:cNvSpPr/>
            <p:nvPr/>
          </p:nvSpPr>
          <p:spPr>
            <a:xfrm rot="8100000">
              <a:off x="1250921" y="2751472"/>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sp>
          <p:nvSpPr>
            <p:cNvPr id="282" name="Oval 281">
              <a:extLst>
                <a:ext uri="{FF2B5EF4-FFF2-40B4-BE49-F238E27FC236}">
                  <a16:creationId xmlns:a16="http://schemas.microsoft.com/office/drawing/2014/main" id="{B8874D55-90E5-463F-ADFA-B5F76F9A9B25}"/>
                </a:ext>
              </a:extLst>
            </p:cNvPr>
            <p:cNvSpPr/>
            <p:nvPr/>
          </p:nvSpPr>
          <p:spPr>
            <a:xfrm rot="8100000">
              <a:off x="1091946" y="2910448"/>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sp>
          <p:nvSpPr>
            <p:cNvPr id="283" name="Oval 282">
              <a:extLst>
                <a:ext uri="{FF2B5EF4-FFF2-40B4-BE49-F238E27FC236}">
                  <a16:creationId xmlns:a16="http://schemas.microsoft.com/office/drawing/2014/main" id="{B269F79C-0C32-4BF3-831D-D71BABF5E36F}"/>
                </a:ext>
              </a:extLst>
            </p:cNvPr>
            <p:cNvSpPr/>
            <p:nvPr/>
          </p:nvSpPr>
          <p:spPr>
            <a:xfrm rot="8100000">
              <a:off x="1411253" y="2911804"/>
              <a:ext cx="126979" cy="126979"/>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grpSp>
      <p:sp>
        <p:nvSpPr>
          <p:cNvPr id="284" name="Oval 283">
            <a:extLst>
              <a:ext uri="{FF2B5EF4-FFF2-40B4-BE49-F238E27FC236}">
                <a16:creationId xmlns:a16="http://schemas.microsoft.com/office/drawing/2014/main" id="{66E857C1-E8CC-4B7E-BC7E-6E2E19818EF0}"/>
              </a:ext>
            </a:extLst>
          </p:cNvPr>
          <p:cNvSpPr/>
          <p:nvPr/>
        </p:nvSpPr>
        <p:spPr>
          <a:xfrm>
            <a:off x="2628178" y="6132342"/>
            <a:ext cx="106504" cy="106504"/>
          </a:xfrm>
          <a:prstGeom prst="ellipse">
            <a:avLst/>
          </a:prstGeom>
          <a:solidFill>
            <a:srgbClr val="92D050"/>
          </a:solidFill>
          <a:ln w="1270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itchFamily="34" charset="0"/>
            </a:endParaRPr>
          </a:p>
        </p:txBody>
      </p:sp>
      <p:sp>
        <p:nvSpPr>
          <p:cNvPr id="285" name="TextBox 284">
            <a:extLst>
              <a:ext uri="{FF2B5EF4-FFF2-40B4-BE49-F238E27FC236}">
                <a16:creationId xmlns:a16="http://schemas.microsoft.com/office/drawing/2014/main" id="{385A1397-F931-4944-832D-E04B0EFF89B6}"/>
              </a:ext>
            </a:extLst>
          </p:cNvPr>
          <p:cNvSpPr txBox="1"/>
          <p:nvPr/>
        </p:nvSpPr>
        <p:spPr>
          <a:xfrm>
            <a:off x="3508813" y="4989960"/>
            <a:ext cx="6249985" cy="338554"/>
          </a:xfrm>
          <a:prstGeom prst="rect">
            <a:avLst/>
          </a:prstGeom>
          <a:noFill/>
        </p:spPr>
        <p:txBody>
          <a:bodyPr wrap="square" rtlCol="0">
            <a:spAutoFit/>
          </a:bodyPr>
          <a:lstStyle/>
          <a:p>
            <a:pPr algn="ctr"/>
            <a:r>
              <a:rPr lang="en-GB" sz="1600" b="1" dirty="0">
                <a:latin typeface="Arial" pitchFamily="34" charset="0"/>
              </a:rPr>
              <a:t>Another way of showing the pattern of dots is:</a:t>
            </a:r>
          </a:p>
        </p:txBody>
      </p:sp>
    </p:spTree>
    <p:extLst>
      <p:ext uri="{BB962C8B-B14F-4D97-AF65-F5344CB8AC3E}">
        <p14:creationId xmlns:p14="http://schemas.microsoft.com/office/powerpoint/2010/main" val="33948924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wipe(up)">
                                      <p:cBhvr>
                                        <p:cTn id="7" dur="500"/>
                                        <p:tgtEl>
                                          <p:spTgt spid="19"/>
                                        </p:tgtEl>
                                      </p:cBhvr>
                                    </p:animEffect>
                                  </p:childTnLst>
                                </p:cTn>
                              </p:par>
                            </p:childTnLst>
                          </p:cTn>
                        </p:par>
                        <p:par>
                          <p:cTn id="8" fill="hold">
                            <p:stCondLst>
                              <p:cond delay="500"/>
                            </p:stCondLst>
                            <p:childTnLst>
                              <p:par>
                                <p:cTn id="9" presetID="53" presetClass="entr" presetSubtype="0" fill="hold" grpId="0" nodeType="afterEffect">
                                  <p:stCondLst>
                                    <p:cond delay="0"/>
                                  </p:stCondLst>
                                  <p:childTnLst>
                                    <p:set>
                                      <p:cBhvr>
                                        <p:cTn id="10" dur="1" fill="hold">
                                          <p:stCondLst>
                                            <p:cond delay="0"/>
                                          </p:stCondLst>
                                        </p:cTn>
                                        <p:tgtEl>
                                          <p:spTgt spid="55"/>
                                        </p:tgtEl>
                                        <p:attrNameLst>
                                          <p:attrName>style.visibility</p:attrName>
                                        </p:attrNameLst>
                                      </p:cBhvr>
                                      <p:to>
                                        <p:strVal val="visible"/>
                                      </p:to>
                                    </p:set>
                                    <p:anim calcmode="lin" valueType="num">
                                      <p:cBhvr>
                                        <p:cTn id="11" dur="500" fill="hold"/>
                                        <p:tgtEl>
                                          <p:spTgt spid="55"/>
                                        </p:tgtEl>
                                        <p:attrNameLst>
                                          <p:attrName>ppt_w</p:attrName>
                                        </p:attrNameLst>
                                      </p:cBhvr>
                                      <p:tavLst>
                                        <p:tav tm="0">
                                          <p:val>
                                            <p:fltVal val="0"/>
                                          </p:val>
                                        </p:tav>
                                        <p:tav tm="100000">
                                          <p:val>
                                            <p:strVal val="#ppt_w"/>
                                          </p:val>
                                        </p:tav>
                                      </p:tavLst>
                                    </p:anim>
                                    <p:anim calcmode="lin" valueType="num">
                                      <p:cBhvr>
                                        <p:cTn id="12" dur="500" fill="hold"/>
                                        <p:tgtEl>
                                          <p:spTgt spid="55"/>
                                        </p:tgtEl>
                                        <p:attrNameLst>
                                          <p:attrName>ppt_h</p:attrName>
                                        </p:attrNameLst>
                                      </p:cBhvr>
                                      <p:tavLst>
                                        <p:tav tm="0">
                                          <p:val>
                                            <p:fltVal val="0"/>
                                          </p:val>
                                        </p:tav>
                                        <p:tav tm="100000">
                                          <p:val>
                                            <p:strVal val="#ppt_h"/>
                                          </p:val>
                                        </p:tav>
                                      </p:tavLst>
                                    </p:anim>
                                    <p:animEffect transition="in" filter="fade">
                                      <p:cBhvr>
                                        <p:cTn id="13" dur="500"/>
                                        <p:tgtEl>
                                          <p:spTgt spid="55"/>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66"/>
                                        </p:tgtEl>
                                        <p:attrNameLst>
                                          <p:attrName>style.visibility</p:attrName>
                                        </p:attrNameLst>
                                      </p:cBhvr>
                                      <p:to>
                                        <p:strVal val="visible"/>
                                      </p:to>
                                    </p:set>
                                    <p:animEffect transition="in" filter="wipe(left)">
                                      <p:cBhvr>
                                        <p:cTn id="18" dur="500"/>
                                        <p:tgtEl>
                                          <p:spTgt spid="166"/>
                                        </p:tgtEl>
                                      </p:cBhvr>
                                    </p:animEffect>
                                  </p:childTnLst>
                                </p:cTn>
                              </p:par>
                            </p:childTnLst>
                          </p:cTn>
                        </p:par>
                        <p:par>
                          <p:cTn id="19" fill="hold">
                            <p:stCondLst>
                              <p:cond delay="500"/>
                            </p:stCondLst>
                            <p:childTnLst>
                              <p:par>
                                <p:cTn id="20" presetID="53" presetClass="entr" presetSubtype="0" fill="hold" nodeType="afterEffect">
                                  <p:stCondLst>
                                    <p:cond delay="0"/>
                                  </p:stCondLst>
                                  <p:childTnLst>
                                    <p:set>
                                      <p:cBhvr>
                                        <p:cTn id="21" dur="1" fill="hold">
                                          <p:stCondLst>
                                            <p:cond delay="0"/>
                                          </p:stCondLst>
                                        </p:cTn>
                                        <p:tgtEl>
                                          <p:spTgt spid="25"/>
                                        </p:tgtEl>
                                        <p:attrNameLst>
                                          <p:attrName>style.visibility</p:attrName>
                                        </p:attrNameLst>
                                      </p:cBhvr>
                                      <p:to>
                                        <p:strVal val="visible"/>
                                      </p:to>
                                    </p:set>
                                    <p:anim calcmode="lin" valueType="num">
                                      <p:cBhvr>
                                        <p:cTn id="22" dur="500" fill="hold"/>
                                        <p:tgtEl>
                                          <p:spTgt spid="25"/>
                                        </p:tgtEl>
                                        <p:attrNameLst>
                                          <p:attrName>ppt_w</p:attrName>
                                        </p:attrNameLst>
                                      </p:cBhvr>
                                      <p:tavLst>
                                        <p:tav tm="0">
                                          <p:val>
                                            <p:fltVal val="0"/>
                                          </p:val>
                                        </p:tav>
                                        <p:tav tm="100000">
                                          <p:val>
                                            <p:strVal val="#ppt_w"/>
                                          </p:val>
                                        </p:tav>
                                      </p:tavLst>
                                    </p:anim>
                                    <p:anim calcmode="lin" valueType="num">
                                      <p:cBhvr>
                                        <p:cTn id="23" dur="500" fill="hold"/>
                                        <p:tgtEl>
                                          <p:spTgt spid="25"/>
                                        </p:tgtEl>
                                        <p:attrNameLst>
                                          <p:attrName>ppt_h</p:attrName>
                                        </p:attrNameLst>
                                      </p:cBhvr>
                                      <p:tavLst>
                                        <p:tav tm="0">
                                          <p:val>
                                            <p:fltVal val="0"/>
                                          </p:val>
                                        </p:tav>
                                        <p:tav tm="100000">
                                          <p:val>
                                            <p:strVal val="#ppt_h"/>
                                          </p:val>
                                        </p:tav>
                                      </p:tavLst>
                                    </p:anim>
                                    <p:animEffect transition="in" filter="fade">
                                      <p:cBhvr>
                                        <p:cTn id="24" dur="500"/>
                                        <p:tgtEl>
                                          <p:spTgt spid="25"/>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161"/>
                                        </p:tgtEl>
                                        <p:attrNameLst>
                                          <p:attrName>style.visibility</p:attrName>
                                        </p:attrNameLst>
                                      </p:cBhvr>
                                      <p:to>
                                        <p:strVal val="visible"/>
                                      </p:to>
                                    </p:set>
                                    <p:animEffect transition="in" filter="wipe(left)">
                                      <p:cBhvr>
                                        <p:cTn id="29" dur="500"/>
                                        <p:tgtEl>
                                          <p:spTgt spid="161"/>
                                        </p:tgtEl>
                                      </p:cBhvr>
                                    </p:animEffect>
                                  </p:childTnLst>
                                </p:cTn>
                              </p:par>
                            </p:childTnLst>
                          </p:cTn>
                        </p:par>
                        <p:par>
                          <p:cTn id="30" fill="hold">
                            <p:stCondLst>
                              <p:cond delay="500"/>
                            </p:stCondLst>
                            <p:childTnLst>
                              <p:par>
                                <p:cTn id="31" presetID="53" presetClass="entr" presetSubtype="0" fill="hold" nodeType="afterEffect">
                                  <p:stCondLst>
                                    <p:cond delay="0"/>
                                  </p:stCondLst>
                                  <p:childTnLst>
                                    <p:set>
                                      <p:cBhvr>
                                        <p:cTn id="32" dur="1" fill="hold">
                                          <p:stCondLst>
                                            <p:cond delay="0"/>
                                          </p:stCondLst>
                                        </p:cTn>
                                        <p:tgtEl>
                                          <p:spTgt spid="28"/>
                                        </p:tgtEl>
                                        <p:attrNameLst>
                                          <p:attrName>style.visibility</p:attrName>
                                        </p:attrNameLst>
                                      </p:cBhvr>
                                      <p:to>
                                        <p:strVal val="visible"/>
                                      </p:to>
                                    </p:set>
                                    <p:anim calcmode="lin" valueType="num">
                                      <p:cBhvr>
                                        <p:cTn id="33" dur="500" fill="hold"/>
                                        <p:tgtEl>
                                          <p:spTgt spid="28"/>
                                        </p:tgtEl>
                                        <p:attrNameLst>
                                          <p:attrName>ppt_w</p:attrName>
                                        </p:attrNameLst>
                                      </p:cBhvr>
                                      <p:tavLst>
                                        <p:tav tm="0">
                                          <p:val>
                                            <p:fltVal val="0"/>
                                          </p:val>
                                        </p:tav>
                                        <p:tav tm="100000">
                                          <p:val>
                                            <p:strVal val="#ppt_w"/>
                                          </p:val>
                                        </p:tav>
                                      </p:tavLst>
                                    </p:anim>
                                    <p:anim calcmode="lin" valueType="num">
                                      <p:cBhvr>
                                        <p:cTn id="34" dur="500" fill="hold"/>
                                        <p:tgtEl>
                                          <p:spTgt spid="28"/>
                                        </p:tgtEl>
                                        <p:attrNameLst>
                                          <p:attrName>ppt_h</p:attrName>
                                        </p:attrNameLst>
                                      </p:cBhvr>
                                      <p:tavLst>
                                        <p:tav tm="0">
                                          <p:val>
                                            <p:fltVal val="0"/>
                                          </p:val>
                                        </p:tav>
                                        <p:tav tm="100000">
                                          <p:val>
                                            <p:strVal val="#ppt_h"/>
                                          </p:val>
                                        </p:tav>
                                      </p:tavLst>
                                    </p:anim>
                                    <p:animEffect transition="in" filter="fade">
                                      <p:cBhvr>
                                        <p:cTn id="35" dur="500"/>
                                        <p:tgtEl>
                                          <p:spTgt spid="28"/>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152"/>
                                        </p:tgtEl>
                                        <p:attrNameLst>
                                          <p:attrName>style.visibility</p:attrName>
                                        </p:attrNameLst>
                                      </p:cBhvr>
                                      <p:to>
                                        <p:strVal val="visible"/>
                                      </p:to>
                                    </p:set>
                                    <p:animEffect transition="in" filter="wipe(left)">
                                      <p:cBhvr>
                                        <p:cTn id="40" dur="500"/>
                                        <p:tgtEl>
                                          <p:spTgt spid="152"/>
                                        </p:tgtEl>
                                      </p:cBhvr>
                                    </p:animEffect>
                                  </p:childTnLst>
                                </p:cTn>
                              </p:par>
                            </p:childTnLst>
                          </p:cTn>
                        </p:par>
                        <p:par>
                          <p:cTn id="41" fill="hold">
                            <p:stCondLst>
                              <p:cond delay="500"/>
                            </p:stCondLst>
                            <p:childTnLst>
                              <p:par>
                                <p:cTn id="42" presetID="53" presetClass="entr" presetSubtype="0" fill="hold" nodeType="afterEffect">
                                  <p:stCondLst>
                                    <p:cond delay="0"/>
                                  </p:stCondLst>
                                  <p:childTnLst>
                                    <p:set>
                                      <p:cBhvr>
                                        <p:cTn id="43" dur="1" fill="hold">
                                          <p:stCondLst>
                                            <p:cond delay="0"/>
                                          </p:stCondLst>
                                        </p:cTn>
                                        <p:tgtEl>
                                          <p:spTgt spid="31"/>
                                        </p:tgtEl>
                                        <p:attrNameLst>
                                          <p:attrName>style.visibility</p:attrName>
                                        </p:attrNameLst>
                                      </p:cBhvr>
                                      <p:to>
                                        <p:strVal val="visible"/>
                                      </p:to>
                                    </p:set>
                                    <p:anim calcmode="lin" valueType="num">
                                      <p:cBhvr>
                                        <p:cTn id="44" dur="500" fill="hold"/>
                                        <p:tgtEl>
                                          <p:spTgt spid="31"/>
                                        </p:tgtEl>
                                        <p:attrNameLst>
                                          <p:attrName>ppt_w</p:attrName>
                                        </p:attrNameLst>
                                      </p:cBhvr>
                                      <p:tavLst>
                                        <p:tav tm="0">
                                          <p:val>
                                            <p:fltVal val="0"/>
                                          </p:val>
                                        </p:tav>
                                        <p:tav tm="100000">
                                          <p:val>
                                            <p:strVal val="#ppt_w"/>
                                          </p:val>
                                        </p:tav>
                                      </p:tavLst>
                                    </p:anim>
                                    <p:anim calcmode="lin" valueType="num">
                                      <p:cBhvr>
                                        <p:cTn id="45" dur="500" fill="hold"/>
                                        <p:tgtEl>
                                          <p:spTgt spid="31"/>
                                        </p:tgtEl>
                                        <p:attrNameLst>
                                          <p:attrName>ppt_h</p:attrName>
                                        </p:attrNameLst>
                                      </p:cBhvr>
                                      <p:tavLst>
                                        <p:tav tm="0">
                                          <p:val>
                                            <p:fltVal val="0"/>
                                          </p:val>
                                        </p:tav>
                                        <p:tav tm="100000">
                                          <p:val>
                                            <p:strVal val="#ppt_h"/>
                                          </p:val>
                                        </p:tav>
                                      </p:tavLst>
                                    </p:anim>
                                    <p:animEffect transition="in" filter="fade">
                                      <p:cBhvr>
                                        <p:cTn id="46" dur="500"/>
                                        <p:tgtEl>
                                          <p:spTgt spid="31"/>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nodeType="clickEffect">
                                  <p:stCondLst>
                                    <p:cond delay="0"/>
                                  </p:stCondLst>
                                  <p:childTnLst>
                                    <p:set>
                                      <p:cBhvr>
                                        <p:cTn id="50" dur="1" fill="hold">
                                          <p:stCondLst>
                                            <p:cond delay="0"/>
                                          </p:stCondLst>
                                        </p:cTn>
                                        <p:tgtEl>
                                          <p:spTgt spid="138"/>
                                        </p:tgtEl>
                                        <p:attrNameLst>
                                          <p:attrName>style.visibility</p:attrName>
                                        </p:attrNameLst>
                                      </p:cBhvr>
                                      <p:to>
                                        <p:strVal val="visible"/>
                                      </p:to>
                                    </p:set>
                                    <p:animEffect transition="in" filter="wipe(left)">
                                      <p:cBhvr>
                                        <p:cTn id="51" dur="500"/>
                                        <p:tgtEl>
                                          <p:spTgt spid="138"/>
                                        </p:tgtEl>
                                      </p:cBhvr>
                                    </p:animEffect>
                                  </p:childTnLst>
                                </p:cTn>
                              </p:par>
                            </p:childTnLst>
                          </p:cTn>
                        </p:par>
                        <p:par>
                          <p:cTn id="52" fill="hold">
                            <p:stCondLst>
                              <p:cond delay="500"/>
                            </p:stCondLst>
                            <p:childTnLst>
                              <p:par>
                                <p:cTn id="53" presetID="53" presetClass="entr" presetSubtype="0" fill="hold" nodeType="afterEffect">
                                  <p:stCondLst>
                                    <p:cond delay="0"/>
                                  </p:stCondLst>
                                  <p:childTnLst>
                                    <p:set>
                                      <p:cBhvr>
                                        <p:cTn id="54" dur="1" fill="hold">
                                          <p:stCondLst>
                                            <p:cond delay="0"/>
                                          </p:stCondLst>
                                        </p:cTn>
                                        <p:tgtEl>
                                          <p:spTgt spid="34"/>
                                        </p:tgtEl>
                                        <p:attrNameLst>
                                          <p:attrName>style.visibility</p:attrName>
                                        </p:attrNameLst>
                                      </p:cBhvr>
                                      <p:to>
                                        <p:strVal val="visible"/>
                                      </p:to>
                                    </p:set>
                                    <p:anim calcmode="lin" valueType="num">
                                      <p:cBhvr>
                                        <p:cTn id="55" dur="500" fill="hold"/>
                                        <p:tgtEl>
                                          <p:spTgt spid="34"/>
                                        </p:tgtEl>
                                        <p:attrNameLst>
                                          <p:attrName>ppt_w</p:attrName>
                                        </p:attrNameLst>
                                      </p:cBhvr>
                                      <p:tavLst>
                                        <p:tav tm="0">
                                          <p:val>
                                            <p:fltVal val="0"/>
                                          </p:val>
                                        </p:tav>
                                        <p:tav tm="100000">
                                          <p:val>
                                            <p:strVal val="#ppt_w"/>
                                          </p:val>
                                        </p:tav>
                                      </p:tavLst>
                                    </p:anim>
                                    <p:anim calcmode="lin" valueType="num">
                                      <p:cBhvr>
                                        <p:cTn id="56" dur="500" fill="hold"/>
                                        <p:tgtEl>
                                          <p:spTgt spid="34"/>
                                        </p:tgtEl>
                                        <p:attrNameLst>
                                          <p:attrName>ppt_h</p:attrName>
                                        </p:attrNameLst>
                                      </p:cBhvr>
                                      <p:tavLst>
                                        <p:tav tm="0">
                                          <p:val>
                                            <p:fltVal val="0"/>
                                          </p:val>
                                        </p:tav>
                                        <p:tav tm="100000">
                                          <p:val>
                                            <p:strVal val="#ppt_h"/>
                                          </p:val>
                                        </p:tav>
                                      </p:tavLst>
                                    </p:anim>
                                    <p:animEffect transition="in" filter="fade">
                                      <p:cBhvr>
                                        <p:cTn id="57" dur="500"/>
                                        <p:tgtEl>
                                          <p:spTgt spid="34"/>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118"/>
                                        </p:tgtEl>
                                        <p:attrNameLst>
                                          <p:attrName>style.visibility</p:attrName>
                                        </p:attrNameLst>
                                      </p:cBhvr>
                                      <p:to>
                                        <p:strVal val="visible"/>
                                      </p:to>
                                    </p:set>
                                    <p:animEffect transition="in" filter="wipe(left)">
                                      <p:cBhvr>
                                        <p:cTn id="62" dur="500"/>
                                        <p:tgtEl>
                                          <p:spTgt spid="118"/>
                                        </p:tgtEl>
                                      </p:cBhvr>
                                    </p:animEffect>
                                  </p:childTnLst>
                                </p:cTn>
                              </p:par>
                            </p:childTnLst>
                          </p:cTn>
                        </p:par>
                        <p:par>
                          <p:cTn id="63" fill="hold">
                            <p:stCondLst>
                              <p:cond delay="500"/>
                            </p:stCondLst>
                            <p:childTnLst>
                              <p:par>
                                <p:cTn id="64" presetID="53" presetClass="entr" presetSubtype="0" fill="hold" nodeType="afterEffect">
                                  <p:stCondLst>
                                    <p:cond delay="0"/>
                                  </p:stCondLst>
                                  <p:childTnLst>
                                    <p:set>
                                      <p:cBhvr>
                                        <p:cTn id="65" dur="1" fill="hold">
                                          <p:stCondLst>
                                            <p:cond delay="0"/>
                                          </p:stCondLst>
                                        </p:cTn>
                                        <p:tgtEl>
                                          <p:spTgt spid="37"/>
                                        </p:tgtEl>
                                        <p:attrNameLst>
                                          <p:attrName>style.visibility</p:attrName>
                                        </p:attrNameLst>
                                      </p:cBhvr>
                                      <p:to>
                                        <p:strVal val="visible"/>
                                      </p:to>
                                    </p:set>
                                    <p:anim calcmode="lin" valueType="num">
                                      <p:cBhvr>
                                        <p:cTn id="66" dur="500" fill="hold"/>
                                        <p:tgtEl>
                                          <p:spTgt spid="37"/>
                                        </p:tgtEl>
                                        <p:attrNameLst>
                                          <p:attrName>ppt_w</p:attrName>
                                        </p:attrNameLst>
                                      </p:cBhvr>
                                      <p:tavLst>
                                        <p:tav tm="0">
                                          <p:val>
                                            <p:fltVal val="0"/>
                                          </p:val>
                                        </p:tav>
                                        <p:tav tm="100000">
                                          <p:val>
                                            <p:strVal val="#ppt_w"/>
                                          </p:val>
                                        </p:tav>
                                      </p:tavLst>
                                    </p:anim>
                                    <p:anim calcmode="lin" valueType="num">
                                      <p:cBhvr>
                                        <p:cTn id="67" dur="500" fill="hold"/>
                                        <p:tgtEl>
                                          <p:spTgt spid="37"/>
                                        </p:tgtEl>
                                        <p:attrNameLst>
                                          <p:attrName>ppt_h</p:attrName>
                                        </p:attrNameLst>
                                      </p:cBhvr>
                                      <p:tavLst>
                                        <p:tav tm="0">
                                          <p:val>
                                            <p:fltVal val="0"/>
                                          </p:val>
                                        </p:tav>
                                        <p:tav tm="100000">
                                          <p:val>
                                            <p:strVal val="#ppt_h"/>
                                          </p:val>
                                        </p:tav>
                                      </p:tavLst>
                                    </p:anim>
                                    <p:animEffect transition="in" filter="fade">
                                      <p:cBhvr>
                                        <p:cTn id="68" dur="500"/>
                                        <p:tgtEl>
                                          <p:spTgt spid="37"/>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8" fill="hold" nodeType="clickEffect">
                                  <p:stCondLst>
                                    <p:cond delay="0"/>
                                  </p:stCondLst>
                                  <p:childTnLst>
                                    <p:set>
                                      <p:cBhvr>
                                        <p:cTn id="72" dur="1" fill="hold">
                                          <p:stCondLst>
                                            <p:cond delay="0"/>
                                          </p:stCondLst>
                                        </p:cTn>
                                        <p:tgtEl>
                                          <p:spTgt spid="91"/>
                                        </p:tgtEl>
                                        <p:attrNameLst>
                                          <p:attrName>style.visibility</p:attrName>
                                        </p:attrNameLst>
                                      </p:cBhvr>
                                      <p:to>
                                        <p:strVal val="visible"/>
                                      </p:to>
                                    </p:set>
                                    <p:animEffect transition="in" filter="wipe(left)">
                                      <p:cBhvr>
                                        <p:cTn id="73" dur="500"/>
                                        <p:tgtEl>
                                          <p:spTgt spid="91"/>
                                        </p:tgtEl>
                                      </p:cBhvr>
                                    </p:animEffect>
                                  </p:childTnLst>
                                </p:cTn>
                              </p:par>
                            </p:childTnLst>
                          </p:cTn>
                        </p:par>
                        <p:par>
                          <p:cTn id="74" fill="hold">
                            <p:stCondLst>
                              <p:cond delay="500"/>
                            </p:stCondLst>
                            <p:childTnLst>
                              <p:par>
                                <p:cTn id="75" presetID="53" presetClass="entr" presetSubtype="0" fill="hold" nodeType="afterEffect">
                                  <p:stCondLst>
                                    <p:cond delay="0"/>
                                  </p:stCondLst>
                                  <p:childTnLst>
                                    <p:set>
                                      <p:cBhvr>
                                        <p:cTn id="76" dur="1" fill="hold">
                                          <p:stCondLst>
                                            <p:cond delay="0"/>
                                          </p:stCondLst>
                                        </p:cTn>
                                        <p:tgtEl>
                                          <p:spTgt spid="40"/>
                                        </p:tgtEl>
                                        <p:attrNameLst>
                                          <p:attrName>style.visibility</p:attrName>
                                        </p:attrNameLst>
                                      </p:cBhvr>
                                      <p:to>
                                        <p:strVal val="visible"/>
                                      </p:to>
                                    </p:set>
                                    <p:anim calcmode="lin" valueType="num">
                                      <p:cBhvr>
                                        <p:cTn id="77" dur="500" fill="hold"/>
                                        <p:tgtEl>
                                          <p:spTgt spid="40"/>
                                        </p:tgtEl>
                                        <p:attrNameLst>
                                          <p:attrName>ppt_w</p:attrName>
                                        </p:attrNameLst>
                                      </p:cBhvr>
                                      <p:tavLst>
                                        <p:tav tm="0">
                                          <p:val>
                                            <p:fltVal val="0"/>
                                          </p:val>
                                        </p:tav>
                                        <p:tav tm="100000">
                                          <p:val>
                                            <p:strVal val="#ppt_w"/>
                                          </p:val>
                                        </p:tav>
                                      </p:tavLst>
                                    </p:anim>
                                    <p:anim calcmode="lin" valueType="num">
                                      <p:cBhvr>
                                        <p:cTn id="78" dur="500" fill="hold"/>
                                        <p:tgtEl>
                                          <p:spTgt spid="40"/>
                                        </p:tgtEl>
                                        <p:attrNameLst>
                                          <p:attrName>ppt_h</p:attrName>
                                        </p:attrNameLst>
                                      </p:cBhvr>
                                      <p:tavLst>
                                        <p:tav tm="0">
                                          <p:val>
                                            <p:fltVal val="0"/>
                                          </p:val>
                                        </p:tav>
                                        <p:tav tm="100000">
                                          <p:val>
                                            <p:strVal val="#ppt_h"/>
                                          </p:val>
                                        </p:tav>
                                      </p:tavLst>
                                    </p:anim>
                                    <p:animEffect transition="in" filter="fade">
                                      <p:cBhvr>
                                        <p:cTn id="79" dur="500"/>
                                        <p:tgtEl>
                                          <p:spTgt spid="40"/>
                                        </p:tgtEl>
                                      </p:cBhvr>
                                    </p:animEffect>
                                  </p:childTnLst>
                                </p:cTn>
                              </p:par>
                            </p:childTnLst>
                          </p:cTn>
                        </p:par>
                      </p:childTnLst>
                    </p:cTn>
                  </p:par>
                  <p:par>
                    <p:cTn id="80" fill="hold">
                      <p:stCondLst>
                        <p:cond delay="indefinite"/>
                      </p:stCondLst>
                      <p:childTnLst>
                        <p:par>
                          <p:cTn id="81" fill="hold">
                            <p:stCondLst>
                              <p:cond delay="0"/>
                            </p:stCondLst>
                            <p:childTnLst>
                              <p:par>
                                <p:cTn id="82" presetID="22" presetClass="entr" presetSubtype="8" fill="hold" nodeType="clickEffect">
                                  <p:stCondLst>
                                    <p:cond delay="0"/>
                                  </p:stCondLst>
                                  <p:childTnLst>
                                    <p:set>
                                      <p:cBhvr>
                                        <p:cTn id="83" dur="1" fill="hold">
                                          <p:stCondLst>
                                            <p:cond delay="0"/>
                                          </p:stCondLst>
                                        </p:cTn>
                                        <p:tgtEl>
                                          <p:spTgt spid="56"/>
                                        </p:tgtEl>
                                        <p:attrNameLst>
                                          <p:attrName>style.visibility</p:attrName>
                                        </p:attrNameLst>
                                      </p:cBhvr>
                                      <p:to>
                                        <p:strVal val="visible"/>
                                      </p:to>
                                    </p:set>
                                    <p:animEffect transition="in" filter="wipe(left)">
                                      <p:cBhvr>
                                        <p:cTn id="84" dur="500"/>
                                        <p:tgtEl>
                                          <p:spTgt spid="56"/>
                                        </p:tgtEl>
                                      </p:cBhvr>
                                    </p:animEffect>
                                  </p:childTnLst>
                                </p:cTn>
                              </p:par>
                            </p:childTnLst>
                          </p:cTn>
                        </p:par>
                        <p:par>
                          <p:cTn id="85" fill="hold">
                            <p:stCondLst>
                              <p:cond delay="500"/>
                            </p:stCondLst>
                            <p:childTnLst>
                              <p:par>
                                <p:cTn id="86" presetID="53" presetClass="entr" presetSubtype="0" fill="hold" nodeType="afterEffect">
                                  <p:stCondLst>
                                    <p:cond delay="0"/>
                                  </p:stCondLst>
                                  <p:childTnLst>
                                    <p:set>
                                      <p:cBhvr>
                                        <p:cTn id="87" dur="1" fill="hold">
                                          <p:stCondLst>
                                            <p:cond delay="0"/>
                                          </p:stCondLst>
                                        </p:cTn>
                                        <p:tgtEl>
                                          <p:spTgt spid="43"/>
                                        </p:tgtEl>
                                        <p:attrNameLst>
                                          <p:attrName>style.visibility</p:attrName>
                                        </p:attrNameLst>
                                      </p:cBhvr>
                                      <p:to>
                                        <p:strVal val="visible"/>
                                      </p:to>
                                    </p:set>
                                    <p:anim calcmode="lin" valueType="num">
                                      <p:cBhvr>
                                        <p:cTn id="88" dur="500" fill="hold"/>
                                        <p:tgtEl>
                                          <p:spTgt spid="43"/>
                                        </p:tgtEl>
                                        <p:attrNameLst>
                                          <p:attrName>ppt_w</p:attrName>
                                        </p:attrNameLst>
                                      </p:cBhvr>
                                      <p:tavLst>
                                        <p:tav tm="0">
                                          <p:val>
                                            <p:fltVal val="0"/>
                                          </p:val>
                                        </p:tav>
                                        <p:tav tm="100000">
                                          <p:val>
                                            <p:strVal val="#ppt_w"/>
                                          </p:val>
                                        </p:tav>
                                      </p:tavLst>
                                    </p:anim>
                                    <p:anim calcmode="lin" valueType="num">
                                      <p:cBhvr>
                                        <p:cTn id="89" dur="500" fill="hold"/>
                                        <p:tgtEl>
                                          <p:spTgt spid="43"/>
                                        </p:tgtEl>
                                        <p:attrNameLst>
                                          <p:attrName>ppt_h</p:attrName>
                                        </p:attrNameLst>
                                      </p:cBhvr>
                                      <p:tavLst>
                                        <p:tav tm="0">
                                          <p:val>
                                            <p:fltVal val="0"/>
                                          </p:val>
                                        </p:tav>
                                        <p:tav tm="100000">
                                          <p:val>
                                            <p:strVal val="#ppt_h"/>
                                          </p:val>
                                        </p:tav>
                                      </p:tavLst>
                                    </p:anim>
                                    <p:animEffect transition="in" filter="fade">
                                      <p:cBhvr>
                                        <p:cTn id="90" dur="500"/>
                                        <p:tgtEl>
                                          <p:spTgt spid="43"/>
                                        </p:tgtEl>
                                      </p:cBhvr>
                                    </p:animEffect>
                                  </p:childTnLst>
                                </p:cTn>
                              </p:par>
                            </p:childTnLst>
                          </p:cTn>
                        </p:par>
                      </p:childTnLst>
                    </p:cTn>
                  </p:par>
                  <p:par>
                    <p:cTn id="91" fill="hold">
                      <p:stCondLst>
                        <p:cond delay="indefinite"/>
                      </p:stCondLst>
                      <p:childTnLst>
                        <p:par>
                          <p:cTn id="92" fill="hold">
                            <p:stCondLst>
                              <p:cond delay="0"/>
                            </p:stCondLst>
                            <p:childTnLst>
                              <p:par>
                                <p:cTn id="93" presetID="53" presetClass="entr" presetSubtype="0" fill="hold" grpId="0" nodeType="clickEffect">
                                  <p:stCondLst>
                                    <p:cond delay="0"/>
                                  </p:stCondLst>
                                  <p:childTnLst>
                                    <p:set>
                                      <p:cBhvr>
                                        <p:cTn id="94" dur="1" fill="hold">
                                          <p:stCondLst>
                                            <p:cond delay="0"/>
                                          </p:stCondLst>
                                        </p:cTn>
                                        <p:tgtEl>
                                          <p:spTgt spid="24"/>
                                        </p:tgtEl>
                                        <p:attrNameLst>
                                          <p:attrName>style.visibility</p:attrName>
                                        </p:attrNameLst>
                                      </p:cBhvr>
                                      <p:to>
                                        <p:strVal val="visible"/>
                                      </p:to>
                                    </p:set>
                                    <p:anim calcmode="lin" valueType="num">
                                      <p:cBhvr>
                                        <p:cTn id="95" dur="500" fill="hold"/>
                                        <p:tgtEl>
                                          <p:spTgt spid="24"/>
                                        </p:tgtEl>
                                        <p:attrNameLst>
                                          <p:attrName>ppt_w</p:attrName>
                                        </p:attrNameLst>
                                      </p:cBhvr>
                                      <p:tavLst>
                                        <p:tav tm="0">
                                          <p:val>
                                            <p:fltVal val="0"/>
                                          </p:val>
                                        </p:tav>
                                        <p:tav tm="100000">
                                          <p:val>
                                            <p:strVal val="#ppt_w"/>
                                          </p:val>
                                        </p:tav>
                                      </p:tavLst>
                                    </p:anim>
                                    <p:anim calcmode="lin" valueType="num">
                                      <p:cBhvr>
                                        <p:cTn id="96" dur="500" fill="hold"/>
                                        <p:tgtEl>
                                          <p:spTgt spid="24"/>
                                        </p:tgtEl>
                                        <p:attrNameLst>
                                          <p:attrName>ppt_h</p:attrName>
                                        </p:attrNameLst>
                                      </p:cBhvr>
                                      <p:tavLst>
                                        <p:tav tm="0">
                                          <p:val>
                                            <p:fltVal val="0"/>
                                          </p:val>
                                        </p:tav>
                                        <p:tav tm="100000">
                                          <p:val>
                                            <p:strVal val="#ppt_h"/>
                                          </p:val>
                                        </p:tav>
                                      </p:tavLst>
                                    </p:anim>
                                    <p:animEffect transition="in" filter="fade">
                                      <p:cBhvr>
                                        <p:cTn id="97" dur="500"/>
                                        <p:tgtEl>
                                          <p:spTgt spid="24"/>
                                        </p:tgtEl>
                                      </p:cBhvr>
                                    </p:animEffect>
                                  </p:childTnLst>
                                </p:cTn>
                              </p:par>
                            </p:childTnLst>
                          </p:cTn>
                        </p:par>
                        <p:par>
                          <p:cTn id="98" fill="hold">
                            <p:stCondLst>
                              <p:cond delay="500"/>
                            </p:stCondLst>
                            <p:childTnLst>
                              <p:par>
                                <p:cTn id="99" presetID="22" presetClass="entr" presetSubtype="8" fill="hold" nodeType="afterEffect">
                                  <p:stCondLst>
                                    <p:cond delay="0"/>
                                  </p:stCondLst>
                                  <p:childTnLst>
                                    <p:set>
                                      <p:cBhvr>
                                        <p:cTn id="100" dur="1" fill="hold">
                                          <p:stCondLst>
                                            <p:cond delay="0"/>
                                          </p:stCondLst>
                                        </p:cTn>
                                        <p:tgtEl>
                                          <p:spTgt spid="167"/>
                                        </p:tgtEl>
                                        <p:attrNameLst>
                                          <p:attrName>style.visibility</p:attrName>
                                        </p:attrNameLst>
                                      </p:cBhvr>
                                      <p:to>
                                        <p:strVal val="visible"/>
                                      </p:to>
                                    </p:set>
                                    <p:animEffect transition="in" filter="wipe(left)">
                                      <p:cBhvr>
                                        <p:cTn id="101" dur="1000"/>
                                        <p:tgtEl>
                                          <p:spTgt spid="167"/>
                                        </p:tgtEl>
                                      </p:cBhvr>
                                    </p:animEffect>
                                  </p:childTnLst>
                                </p:cTn>
                              </p:par>
                            </p:childTnLst>
                          </p:cTn>
                        </p:par>
                        <p:par>
                          <p:cTn id="102" fill="hold">
                            <p:stCondLst>
                              <p:cond delay="1500"/>
                            </p:stCondLst>
                            <p:childTnLst>
                              <p:par>
                                <p:cTn id="103" presetID="22" presetClass="entr" presetSubtype="8" fill="hold" nodeType="afterEffect">
                                  <p:stCondLst>
                                    <p:cond delay="0"/>
                                  </p:stCondLst>
                                  <p:childTnLst>
                                    <p:set>
                                      <p:cBhvr>
                                        <p:cTn id="104" dur="1" fill="hold">
                                          <p:stCondLst>
                                            <p:cond delay="0"/>
                                          </p:stCondLst>
                                        </p:cTn>
                                        <p:tgtEl>
                                          <p:spTgt spid="170"/>
                                        </p:tgtEl>
                                        <p:attrNameLst>
                                          <p:attrName>style.visibility</p:attrName>
                                        </p:attrNameLst>
                                      </p:cBhvr>
                                      <p:to>
                                        <p:strVal val="visible"/>
                                      </p:to>
                                    </p:set>
                                    <p:animEffect transition="in" filter="wipe(left)">
                                      <p:cBhvr>
                                        <p:cTn id="105" dur="1000"/>
                                        <p:tgtEl>
                                          <p:spTgt spid="170"/>
                                        </p:tgtEl>
                                      </p:cBhvr>
                                    </p:animEffect>
                                  </p:childTnLst>
                                </p:cTn>
                              </p:par>
                            </p:childTnLst>
                          </p:cTn>
                        </p:par>
                        <p:par>
                          <p:cTn id="106" fill="hold">
                            <p:stCondLst>
                              <p:cond delay="2500"/>
                            </p:stCondLst>
                            <p:childTnLst>
                              <p:par>
                                <p:cTn id="107" presetID="22" presetClass="entr" presetSubtype="8" fill="hold" nodeType="afterEffect">
                                  <p:stCondLst>
                                    <p:cond delay="0"/>
                                  </p:stCondLst>
                                  <p:childTnLst>
                                    <p:set>
                                      <p:cBhvr>
                                        <p:cTn id="108" dur="1" fill="hold">
                                          <p:stCondLst>
                                            <p:cond delay="0"/>
                                          </p:stCondLst>
                                        </p:cTn>
                                        <p:tgtEl>
                                          <p:spTgt spid="173"/>
                                        </p:tgtEl>
                                        <p:attrNameLst>
                                          <p:attrName>style.visibility</p:attrName>
                                        </p:attrNameLst>
                                      </p:cBhvr>
                                      <p:to>
                                        <p:strVal val="visible"/>
                                      </p:to>
                                    </p:set>
                                    <p:animEffect transition="in" filter="wipe(left)">
                                      <p:cBhvr>
                                        <p:cTn id="109" dur="1000"/>
                                        <p:tgtEl>
                                          <p:spTgt spid="173"/>
                                        </p:tgtEl>
                                      </p:cBhvr>
                                    </p:animEffect>
                                  </p:childTnLst>
                                </p:cTn>
                              </p:par>
                            </p:childTnLst>
                          </p:cTn>
                        </p:par>
                        <p:par>
                          <p:cTn id="110" fill="hold">
                            <p:stCondLst>
                              <p:cond delay="3500"/>
                            </p:stCondLst>
                            <p:childTnLst>
                              <p:par>
                                <p:cTn id="111" presetID="22" presetClass="entr" presetSubtype="8" fill="hold" nodeType="afterEffect">
                                  <p:stCondLst>
                                    <p:cond delay="0"/>
                                  </p:stCondLst>
                                  <p:childTnLst>
                                    <p:set>
                                      <p:cBhvr>
                                        <p:cTn id="112" dur="1" fill="hold">
                                          <p:stCondLst>
                                            <p:cond delay="0"/>
                                          </p:stCondLst>
                                        </p:cTn>
                                        <p:tgtEl>
                                          <p:spTgt spid="176"/>
                                        </p:tgtEl>
                                        <p:attrNameLst>
                                          <p:attrName>style.visibility</p:attrName>
                                        </p:attrNameLst>
                                      </p:cBhvr>
                                      <p:to>
                                        <p:strVal val="visible"/>
                                      </p:to>
                                    </p:set>
                                    <p:animEffect transition="in" filter="wipe(left)">
                                      <p:cBhvr>
                                        <p:cTn id="113" dur="1000"/>
                                        <p:tgtEl>
                                          <p:spTgt spid="176"/>
                                        </p:tgtEl>
                                      </p:cBhvr>
                                    </p:animEffect>
                                  </p:childTnLst>
                                </p:cTn>
                              </p:par>
                            </p:childTnLst>
                          </p:cTn>
                        </p:par>
                        <p:par>
                          <p:cTn id="114" fill="hold">
                            <p:stCondLst>
                              <p:cond delay="4500"/>
                            </p:stCondLst>
                            <p:childTnLst>
                              <p:par>
                                <p:cTn id="115" presetID="22" presetClass="entr" presetSubtype="8" fill="hold" nodeType="afterEffect">
                                  <p:stCondLst>
                                    <p:cond delay="0"/>
                                  </p:stCondLst>
                                  <p:childTnLst>
                                    <p:set>
                                      <p:cBhvr>
                                        <p:cTn id="116" dur="1" fill="hold">
                                          <p:stCondLst>
                                            <p:cond delay="0"/>
                                          </p:stCondLst>
                                        </p:cTn>
                                        <p:tgtEl>
                                          <p:spTgt spid="179"/>
                                        </p:tgtEl>
                                        <p:attrNameLst>
                                          <p:attrName>style.visibility</p:attrName>
                                        </p:attrNameLst>
                                      </p:cBhvr>
                                      <p:to>
                                        <p:strVal val="visible"/>
                                      </p:to>
                                    </p:set>
                                    <p:animEffect transition="in" filter="wipe(left)">
                                      <p:cBhvr>
                                        <p:cTn id="117" dur="1000"/>
                                        <p:tgtEl>
                                          <p:spTgt spid="179"/>
                                        </p:tgtEl>
                                      </p:cBhvr>
                                    </p:animEffect>
                                  </p:childTnLst>
                                </p:cTn>
                              </p:par>
                            </p:childTnLst>
                          </p:cTn>
                        </p:par>
                        <p:par>
                          <p:cTn id="118" fill="hold">
                            <p:stCondLst>
                              <p:cond delay="5500"/>
                            </p:stCondLst>
                            <p:childTnLst>
                              <p:par>
                                <p:cTn id="119" presetID="22" presetClass="entr" presetSubtype="8" fill="hold" nodeType="afterEffect">
                                  <p:stCondLst>
                                    <p:cond delay="0"/>
                                  </p:stCondLst>
                                  <p:childTnLst>
                                    <p:set>
                                      <p:cBhvr>
                                        <p:cTn id="120" dur="1" fill="hold">
                                          <p:stCondLst>
                                            <p:cond delay="0"/>
                                          </p:stCondLst>
                                        </p:cTn>
                                        <p:tgtEl>
                                          <p:spTgt spid="182"/>
                                        </p:tgtEl>
                                        <p:attrNameLst>
                                          <p:attrName>style.visibility</p:attrName>
                                        </p:attrNameLst>
                                      </p:cBhvr>
                                      <p:to>
                                        <p:strVal val="visible"/>
                                      </p:to>
                                    </p:set>
                                    <p:animEffect transition="in" filter="wipe(left)">
                                      <p:cBhvr>
                                        <p:cTn id="121" dur="1000"/>
                                        <p:tgtEl>
                                          <p:spTgt spid="182"/>
                                        </p:tgtEl>
                                      </p:cBhvr>
                                    </p:animEffect>
                                  </p:childTnLst>
                                </p:cTn>
                              </p:par>
                            </p:childTnLst>
                          </p:cTn>
                        </p:par>
                      </p:childTnLst>
                    </p:cTn>
                  </p:par>
                  <p:par>
                    <p:cTn id="122" fill="hold">
                      <p:stCondLst>
                        <p:cond delay="indefinite"/>
                      </p:stCondLst>
                      <p:childTnLst>
                        <p:par>
                          <p:cTn id="123" fill="hold">
                            <p:stCondLst>
                              <p:cond delay="0"/>
                            </p:stCondLst>
                            <p:childTnLst>
                              <p:par>
                                <p:cTn id="124" presetID="53" presetClass="entr" presetSubtype="0" fill="hold" grpId="0" nodeType="clickEffect">
                                  <p:stCondLst>
                                    <p:cond delay="0"/>
                                  </p:stCondLst>
                                  <p:childTnLst>
                                    <p:set>
                                      <p:cBhvr>
                                        <p:cTn id="125" dur="1" fill="hold">
                                          <p:stCondLst>
                                            <p:cond delay="0"/>
                                          </p:stCondLst>
                                        </p:cTn>
                                        <p:tgtEl>
                                          <p:spTgt spid="194"/>
                                        </p:tgtEl>
                                        <p:attrNameLst>
                                          <p:attrName>style.visibility</p:attrName>
                                        </p:attrNameLst>
                                      </p:cBhvr>
                                      <p:to>
                                        <p:strVal val="visible"/>
                                      </p:to>
                                    </p:set>
                                    <p:anim calcmode="lin" valueType="num">
                                      <p:cBhvr>
                                        <p:cTn id="126" dur="500" fill="hold"/>
                                        <p:tgtEl>
                                          <p:spTgt spid="194"/>
                                        </p:tgtEl>
                                        <p:attrNameLst>
                                          <p:attrName>ppt_w</p:attrName>
                                        </p:attrNameLst>
                                      </p:cBhvr>
                                      <p:tavLst>
                                        <p:tav tm="0">
                                          <p:val>
                                            <p:fltVal val="0"/>
                                          </p:val>
                                        </p:tav>
                                        <p:tav tm="100000">
                                          <p:val>
                                            <p:strVal val="#ppt_w"/>
                                          </p:val>
                                        </p:tav>
                                      </p:tavLst>
                                    </p:anim>
                                    <p:anim calcmode="lin" valueType="num">
                                      <p:cBhvr>
                                        <p:cTn id="127" dur="500" fill="hold"/>
                                        <p:tgtEl>
                                          <p:spTgt spid="194"/>
                                        </p:tgtEl>
                                        <p:attrNameLst>
                                          <p:attrName>ppt_h</p:attrName>
                                        </p:attrNameLst>
                                      </p:cBhvr>
                                      <p:tavLst>
                                        <p:tav tm="0">
                                          <p:val>
                                            <p:fltVal val="0"/>
                                          </p:val>
                                        </p:tav>
                                        <p:tav tm="100000">
                                          <p:val>
                                            <p:strVal val="#ppt_h"/>
                                          </p:val>
                                        </p:tav>
                                      </p:tavLst>
                                    </p:anim>
                                    <p:animEffect transition="in" filter="fade">
                                      <p:cBhvr>
                                        <p:cTn id="128" dur="500"/>
                                        <p:tgtEl>
                                          <p:spTgt spid="194"/>
                                        </p:tgtEl>
                                      </p:cBhvr>
                                    </p:animEffect>
                                  </p:childTnLst>
                                </p:cTn>
                              </p:par>
                            </p:childTnLst>
                          </p:cTn>
                        </p:par>
                        <p:par>
                          <p:cTn id="129" fill="hold">
                            <p:stCondLst>
                              <p:cond delay="500"/>
                            </p:stCondLst>
                            <p:childTnLst>
                              <p:par>
                                <p:cTn id="130" presetID="22" presetClass="entr" presetSubtype="8" fill="hold" nodeType="afterEffect">
                                  <p:stCondLst>
                                    <p:cond delay="0"/>
                                  </p:stCondLst>
                                  <p:childTnLst>
                                    <p:set>
                                      <p:cBhvr>
                                        <p:cTn id="131" dur="1" fill="hold">
                                          <p:stCondLst>
                                            <p:cond delay="0"/>
                                          </p:stCondLst>
                                        </p:cTn>
                                        <p:tgtEl>
                                          <p:spTgt spid="185"/>
                                        </p:tgtEl>
                                        <p:attrNameLst>
                                          <p:attrName>style.visibility</p:attrName>
                                        </p:attrNameLst>
                                      </p:cBhvr>
                                      <p:to>
                                        <p:strVal val="visible"/>
                                      </p:to>
                                    </p:set>
                                    <p:animEffect transition="in" filter="wipe(left)">
                                      <p:cBhvr>
                                        <p:cTn id="132" dur="1000"/>
                                        <p:tgtEl>
                                          <p:spTgt spid="185"/>
                                        </p:tgtEl>
                                      </p:cBhvr>
                                    </p:animEffect>
                                  </p:childTnLst>
                                </p:cTn>
                              </p:par>
                            </p:childTnLst>
                          </p:cTn>
                        </p:par>
                        <p:par>
                          <p:cTn id="133" fill="hold">
                            <p:stCondLst>
                              <p:cond delay="1500"/>
                            </p:stCondLst>
                            <p:childTnLst>
                              <p:par>
                                <p:cTn id="134" presetID="53" presetClass="entr" presetSubtype="0" fill="hold" nodeType="afterEffect">
                                  <p:stCondLst>
                                    <p:cond delay="0"/>
                                  </p:stCondLst>
                                  <p:childTnLst>
                                    <p:set>
                                      <p:cBhvr>
                                        <p:cTn id="135" dur="1" fill="hold">
                                          <p:stCondLst>
                                            <p:cond delay="0"/>
                                          </p:stCondLst>
                                        </p:cTn>
                                        <p:tgtEl>
                                          <p:spTgt spid="46"/>
                                        </p:tgtEl>
                                        <p:attrNameLst>
                                          <p:attrName>style.visibility</p:attrName>
                                        </p:attrNameLst>
                                      </p:cBhvr>
                                      <p:to>
                                        <p:strVal val="visible"/>
                                      </p:to>
                                    </p:set>
                                    <p:anim calcmode="lin" valueType="num">
                                      <p:cBhvr>
                                        <p:cTn id="136" dur="500" fill="hold"/>
                                        <p:tgtEl>
                                          <p:spTgt spid="46"/>
                                        </p:tgtEl>
                                        <p:attrNameLst>
                                          <p:attrName>ppt_w</p:attrName>
                                        </p:attrNameLst>
                                      </p:cBhvr>
                                      <p:tavLst>
                                        <p:tav tm="0">
                                          <p:val>
                                            <p:fltVal val="0"/>
                                          </p:val>
                                        </p:tav>
                                        <p:tav tm="100000">
                                          <p:val>
                                            <p:strVal val="#ppt_w"/>
                                          </p:val>
                                        </p:tav>
                                      </p:tavLst>
                                    </p:anim>
                                    <p:anim calcmode="lin" valueType="num">
                                      <p:cBhvr>
                                        <p:cTn id="137" dur="500" fill="hold"/>
                                        <p:tgtEl>
                                          <p:spTgt spid="46"/>
                                        </p:tgtEl>
                                        <p:attrNameLst>
                                          <p:attrName>ppt_h</p:attrName>
                                        </p:attrNameLst>
                                      </p:cBhvr>
                                      <p:tavLst>
                                        <p:tav tm="0">
                                          <p:val>
                                            <p:fltVal val="0"/>
                                          </p:val>
                                        </p:tav>
                                        <p:tav tm="100000">
                                          <p:val>
                                            <p:strVal val="#ppt_h"/>
                                          </p:val>
                                        </p:tav>
                                      </p:tavLst>
                                    </p:anim>
                                    <p:animEffect transition="in" filter="fade">
                                      <p:cBhvr>
                                        <p:cTn id="138" dur="500"/>
                                        <p:tgtEl>
                                          <p:spTgt spid="46"/>
                                        </p:tgtEl>
                                      </p:cBhvr>
                                    </p:animEffect>
                                  </p:childTnLst>
                                </p:cTn>
                              </p:par>
                            </p:childTnLst>
                          </p:cTn>
                        </p:par>
                        <p:par>
                          <p:cTn id="139" fill="hold">
                            <p:stCondLst>
                              <p:cond delay="2000"/>
                            </p:stCondLst>
                            <p:childTnLst>
                              <p:par>
                                <p:cTn id="140" presetID="22" presetClass="entr" presetSubtype="8" fill="hold" nodeType="afterEffect">
                                  <p:stCondLst>
                                    <p:cond delay="0"/>
                                  </p:stCondLst>
                                  <p:childTnLst>
                                    <p:set>
                                      <p:cBhvr>
                                        <p:cTn id="141" dur="1" fill="hold">
                                          <p:stCondLst>
                                            <p:cond delay="0"/>
                                          </p:stCondLst>
                                        </p:cTn>
                                        <p:tgtEl>
                                          <p:spTgt spid="188"/>
                                        </p:tgtEl>
                                        <p:attrNameLst>
                                          <p:attrName>style.visibility</p:attrName>
                                        </p:attrNameLst>
                                      </p:cBhvr>
                                      <p:to>
                                        <p:strVal val="visible"/>
                                      </p:to>
                                    </p:set>
                                    <p:animEffect transition="in" filter="wipe(left)">
                                      <p:cBhvr>
                                        <p:cTn id="142" dur="1000"/>
                                        <p:tgtEl>
                                          <p:spTgt spid="188"/>
                                        </p:tgtEl>
                                      </p:cBhvr>
                                    </p:animEffect>
                                  </p:childTnLst>
                                </p:cTn>
                              </p:par>
                            </p:childTnLst>
                          </p:cTn>
                        </p:par>
                        <p:par>
                          <p:cTn id="143" fill="hold">
                            <p:stCondLst>
                              <p:cond delay="3000"/>
                            </p:stCondLst>
                            <p:childTnLst>
                              <p:par>
                                <p:cTn id="144" presetID="53" presetClass="entr" presetSubtype="0" fill="hold" nodeType="afterEffect">
                                  <p:stCondLst>
                                    <p:cond delay="0"/>
                                  </p:stCondLst>
                                  <p:childTnLst>
                                    <p:set>
                                      <p:cBhvr>
                                        <p:cTn id="145" dur="1" fill="hold">
                                          <p:stCondLst>
                                            <p:cond delay="0"/>
                                          </p:stCondLst>
                                        </p:cTn>
                                        <p:tgtEl>
                                          <p:spTgt spid="49"/>
                                        </p:tgtEl>
                                        <p:attrNameLst>
                                          <p:attrName>style.visibility</p:attrName>
                                        </p:attrNameLst>
                                      </p:cBhvr>
                                      <p:to>
                                        <p:strVal val="visible"/>
                                      </p:to>
                                    </p:set>
                                    <p:anim calcmode="lin" valueType="num">
                                      <p:cBhvr>
                                        <p:cTn id="146" dur="500" fill="hold"/>
                                        <p:tgtEl>
                                          <p:spTgt spid="49"/>
                                        </p:tgtEl>
                                        <p:attrNameLst>
                                          <p:attrName>ppt_w</p:attrName>
                                        </p:attrNameLst>
                                      </p:cBhvr>
                                      <p:tavLst>
                                        <p:tav tm="0">
                                          <p:val>
                                            <p:fltVal val="0"/>
                                          </p:val>
                                        </p:tav>
                                        <p:tav tm="100000">
                                          <p:val>
                                            <p:strVal val="#ppt_w"/>
                                          </p:val>
                                        </p:tav>
                                      </p:tavLst>
                                    </p:anim>
                                    <p:anim calcmode="lin" valueType="num">
                                      <p:cBhvr>
                                        <p:cTn id="147" dur="500" fill="hold"/>
                                        <p:tgtEl>
                                          <p:spTgt spid="49"/>
                                        </p:tgtEl>
                                        <p:attrNameLst>
                                          <p:attrName>ppt_h</p:attrName>
                                        </p:attrNameLst>
                                      </p:cBhvr>
                                      <p:tavLst>
                                        <p:tav tm="0">
                                          <p:val>
                                            <p:fltVal val="0"/>
                                          </p:val>
                                        </p:tav>
                                        <p:tav tm="100000">
                                          <p:val>
                                            <p:strVal val="#ppt_h"/>
                                          </p:val>
                                        </p:tav>
                                      </p:tavLst>
                                    </p:anim>
                                    <p:animEffect transition="in" filter="fade">
                                      <p:cBhvr>
                                        <p:cTn id="148" dur="500"/>
                                        <p:tgtEl>
                                          <p:spTgt spid="49"/>
                                        </p:tgtEl>
                                      </p:cBhvr>
                                    </p:animEffect>
                                  </p:childTnLst>
                                </p:cTn>
                              </p:par>
                            </p:childTnLst>
                          </p:cTn>
                        </p:par>
                        <p:par>
                          <p:cTn id="149" fill="hold">
                            <p:stCondLst>
                              <p:cond delay="3500"/>
                            </p:stCondLst>
                            <p:childTnLst>
                              <p:par>
                                <p:cTn id="150" presetID="22" presetClass="entr" presetSubtype="8" fill="hold" nodeType="afterEffect">
                                  <p:stCondLst>
                                    <p:cond delay="0"/>
                                  </p:stCondLst>
                                  <p:childTnLst>
                                    <p:set>
                                      <p:cBhvr>
                                        <p:cTn id="151" dur="1" fill="hold">
                                          <p:stCondLst>
                                            <p:cond delay="0"/>
                                          </p:stCondLst>
                                        </p:cTn>
                                        <p:tgtEl>
                                          <p:spTgt spid="191"/>
                                        </p:tgtEl>
                                        <p:attrNameLst>
                                          <p:attrName>style.visibility</p:attrName>
                                        </p:attrNameLst>
                                      </p:cBhvr>
                                      <p:to>
                                        <p:strVal val="visible"/>
                                      </p:to>
                                    </p:set>
                                    <p:animEffect transition="in" filter="wipe(left)">
                                      <p:cBhvr>
                                        <p:cTn id="152" dur="1000"/>
                                        <p:tgtEl>
                                          <p:spTgt spid="191"/>
                                        </p:tgtEl>
                                      </p:cBhvr>
                                    </p:animEffect>
                                  </p:childTnLst>
                                </p:cTn>
                              </p:par>
                            </p:childTnLst>
                          </p:cTn>
                        </p:par>
                        <p:par>
                          <p:cTn id="153" fill="hold">
                            <p:stCondLst>
                              <p:cond delay="4500"/>
                            </p:stCondLst>
                            <p:childTnLst>
                              <p:par>
                                <p:cTn id="154" presetID="53" presetClass="entr" presetSubtype="0" fill="hold" nodeType="afterEffect">
                                  <p:stCondLst>
                                    <p:cond delay="0"/>
                                  </p:stCondLst>
                                  <p:childTnLst>
                                    <p:set>
                                      <p:cBhvr>
                                        <p:cTn id="155" dur="1" fill="hold">
                                          <p:stCondLst>
                                            <p:cond delay="0"/>
                                          </p:stCondLst>
                                        </p:cTn>
                                        <p:tgtEl>
                                          <p:spTgt spid="52"/>
                                        </p:tgtEl>
                                        <p:attrNameLst>
                                          <p:attrName>style.visibility</p:attrName>
                                        </p:attrNameLst>
                                      </p:cBhvr>
                                      <p:to>
                                        <p:strVal val="visible"/>
                                      </p:to>
                                    </p:set>
                                    <p:anim calcmode="lin" valueType="num">
                                      <p:cBhvr>
                                        <p:cTn id="156" dur="500" fill="hold"/>
                                        <p:tgtEl>
                                          <p:spTgt spid="52"/>
                                        </p:tgtEl>
                                        <p:attrNameLst>
                                          <p:attrName>ppt_w</p:attrName>
                                        </p:attrNameLst>
                                      </p:cBhvr>
                                      <p:tavLst>
                                        <p:tav tm="0">
                                          <p:val>
                                            <p:fltVal val="0"/>
                                          </p:val>
                                        </p:tav>
                                        <p:tav tm="100000">
                                          <p:val>
                                            <p:strVal val="#ppt_w"/>
                                          </p:val>
                                        </p:tav>
                                      </p:tavLst>
                                    </p:anim>
                                    <p:anim calcmode="lin" valueType="num">
                                      <p:cBhvr>
                                        <p:cTn id="157" dur="500" fill="hold"/>
                                        <p:tgtEl>
                                          <p:spTgt spid="52"/>
                                        </p:tgtEl>
                                        <p:attrNameLst>
                                          <p:attrName>ppt_h</p:attrName>
                                        </p:attrNameLst>
                                      </p:cBhvr>
                                      <p:tavLst>
                                        <p:tav tm="0">
                                          <p:val>
                                            <p:fltVal val="0"/>
                                          </p:val>
                                        </p:tav>
                                        <p:tav tm="100000">
                                          <p:val>
                                            <p:strVal val="#ppt_h"/>
                                          </p:val>
                                        </p:tav>
                                      </p:tavLst>
                                    </p:anim>
                                    <p:animEffect transition="in" filter="fade">
                                      <p:cBhvr>
                                        <p:cTn id="158" dur="500"/>
                                        <p:tgtEl>
                                          <p:spTgt spid="52"/>
                                        </p:tgtEl>
                                      </p:cBhvr>
                                    </p:animEffect>
                                  </p:childTnLst>
                                </p:cTn>
                              </p:par>
                            </p:childTnLst>
                          </p:cTn>
                        </p:par>
                      </p:childTnLst>
                    </p:cTn>
                  </p:par>
                  <p:par>
                    <p:cTn id="159" fill="hold">
                      <p:stCondLst>
                        <p:cond delay="indefinite"/>
                      </p:stCondLst>
                      <p:childTnLst>
                        <p:par>
                          <p:cTn id="160" fill="hold">
                            <p:stCondLst>
                              <p:cond delay="0"/>
                            </p:stCondLst>
                            <p:childTnLst>
                              <p:par>
                                <p:cTn id="161" presetID="53" presetClass="entr" presetSubtype="0" fill="hold" grpId="0" nodeType="clickEffect">
                                  <p:stCondLst>
                                    <p:cond delay="0"/>
                                  </p:stCondLst>
                                  <p:childTnLst>
                                    <p:set>
                                      <p:cBhvr>
                                        <p:cTn id="162" dur="1" fill="hold">
                                          <p:stCondLst>
                                            <p:cond delay="0"/>
                                          </p:stCondLst>
                                        </p:cTn>
                                        <p:tgtEl>
                                          <p:spTgt spid="285"/>
                                        </p:tgtEl>
                                        <p:attrNameLst>
                                          <p:attrName>style.visibility</p:attrName>
                                        </p:attrNameLst>
                                      </p:cBhvr>
                                      <p:to>
                                        <p:strVal val="visible"/>
                                      </p:to>
                                    </p:set>
                                    <p:anim calcmode="lin" valueType="num">
                                      <p:cBhvr>
                                        <p:cTn id="163" dur="500" fill="hold"/>
                                        <p:tgtEl>
                                          <p:spTgt spid="285"/>
                                        </p:tgtEl>
                                        <p:attrNameLst>
                                          <p:attrName>ppt_w</p:attrName>
                                        </p:attrNameLst>
                                      </p:cBhvr>
                                      <p:tavLst>
                                        <p:tav tm="0">
                                          <p:val>
                                            <p:fltVal val="0"/>
                                          </p:val>
                                        </p:tav>
                                        <p:tav tm="100000">
                                          <p:val>
                                            <p:strVal val="#ppt_w"/>
                                          </p:val>
                                        </p:tav>
                                      </p:tavLst>
                                    </p:anim>
                                    <p:anim calcmode="lin" valueType="num">
                                      <p:cBhvr>
                                        <p:cTn id="164" dur="500" fill="hold"/>
                                        <p:tgtEl>
                                          <p:spTgt spid="285"/>
                                        </p:tgtEl>
                                        <p:attrNameLst>
                                          <p:attrName>ppt_h</p:attrName>
                                        </p:attrNameLst>
                                      </p:cBhvr>
                                      <p:tavLst>
                                        <p:tav tm="0">
                                          <p:val>
                                            <p:fltVal val="0"/>
                                          </p:val>
                                        </p:tav>
                                        <p:tav tm="100000">
                                          <p:val>
                                            <p:strVal val="#ppt_h"/>
                                          </p:val>
                                        </p:tav>
                                      </p:tavLst>
                                    </p:anim>
                                    <p:animEffect transition="in" filter="fade">
                                      <p:cBhvr>
                                        <p:cTn id="165" dur="500"/>
                                        <p:tgtEl>
                                          <p:spTgt spid="285"/>
                                        </p:tgtEl>
                                      </p:cBhvr>
                                    </p:animEffect>
                                  </p:childTnLst>
                                </p:cTn>
                              </p:par>
                            </p:childTnLst>
                          </p:cTn>
                        </p:par>
                        <p:par>
                          <p:cTn id="166" fill="hold">
                            <p:stCondLst>
                              <p:cond delay="500"/>
                            </p:stCondLst>
                            <p:childTnLst>
                              <p:par>
                                <p:cTn id="167" presetID="22" presetClass="entr" presetSubtype="8" fill="hold" grpId="0" nodeType="afterEffect">
                                  <p:stCondLst>
                                    <p:cond delay="0"/>
                                  </p:stCondLst>
                                  <p:childTnLst>
                                    <p:set>
                                      <p:cBhvr>
                                        <p:cTn id="168" dur="1" fill="hold">
                                          <p:stCondLst>
                                            <p:cond delay="0"/>
                                          </p:stCondLst>
                                        </p:cTn>
                                        <p:tgtEl>
                                          <p:spTgt spid="284"/>
                                        </p:tgtEl>
                                        <p:attrNameLst>
                                          <p:attrName>style.visibility</p:attrName>
                                        </p:attrNameLst>
                                      </p:cBhvr>
                                      <p:to>
                                        <p:strVal val="visible"/>
                                      </p:to>
                                    </p:set>
                                    <p:animEffect transition="in" filter="wipe(left)">
                                      <p:cBhvr>
                                        <p:cTn id="169" dur="1000"/>
                                        <p:tgtEl>
                                          <p:spTgt spid="284"/>
                                        </p:tgtEl>
                                      </p:cBhvr>
                                    </p:animEffect>
                                  </p:childTnLst>
                                </p:cTn>
                              </p:par>
                            </p:childTnLst>
                          </p:cTn>
                        </p:par>
                        <p:par>
                          <p:cTn id="170" fill="hold">
                            <p:stCondLst>
                              <p:cond delay="1500"/>
                            </p:stCondLst>
                            <p:childTnLst>
                              <p:par>
                                <p:cTn id="171" presetID="22" presetClass="entr" presetSubtype="8" fill="hold" nodeType="afterEffect">
                                  <p:stCondLst>
                                    <p:cond delay="0"/>
                                  </p:stCondLst>
                                  <p:childTnLst>
                                    <p:set>
                                      <p:cBhvr>
                                        <p:cTn id="172" dur="1" fill="hold">
                                          <p:stCondLst>
                                            <p:cond delay="0"/>
                                          </p:stCondLst>
                                        </p:cTn>
                                        <p:tgtEl>
                                          <p:spTgt spid="280"/>
                                        </p:tgtEl>
                                        <p:attrNameLst>
                                          <p:attrName>style.visibility</p:attrName>
                                        </p:attrNameLst>
                                      </p:cBhvr>
                                      <p:to>
                                        <p:strVal val="visible"/>
                                      </p:to>
                                    </p:set>
                                    <p:animEffect transition="in" filter="wipe(left)">
                                      <p:cBhvr>
                                        <p:cTn id="173" dur="1000"/>
                                        <p:tgtEl>
                                          <p:spTgt spid="280"/>
                                        </p:tgtEl>
                                      </p:cBhvr>
                                    </p:animEffect>
                                  </p:childTnLst>
                                </p:cTn>
                              </p:par>
                            </p:childTnLst>
                          </p:cTn>
                        </p:par>
                        <p:par>
                          <p:cTn id="174" fill="hold">
                            <p:stCondLst>
                              <p:cond delay="2500"/>
                            </p:stCondLst>
                            <p:childTnLst>
                              <p:par>
                                <p:cTn id="175" presetID="22" presetClass="entr" presetSubtype="8" fill="hold" nodeType="afterEffect">
                                  <p:stCondLst>
                                    <p:cond delay="0"/>
                                  </p:stCondLst>
                                  <p:childTnLst>
                                    <p:set>
                                      <p:cBhvr>
                                        <p:cTn id="176" dur="1" fill="hold">
                                          <p:stCondLst>
                                            <p:cond delay="0"/>
                                          </p:stCondLst>
                                        </p:cTn>
                                        <p:tgtEl>
                                          <p:spTgt spid="273"/>
                                        </p:tgtEl>
                                        <p:attrNameLst>
                                          <p:attrName>style.visibility</p:attrName>
                                        </p:attrNameLst>
                                      </p:cBhvr>
                                      <p:to>
                                        <p:strVal val="visible"/>
                                      </p:to>
                                    </p:set>
                                    <p:animEffect transition="in" filter="wipe(left)">
                                      <p:cBhvr>
                                        <p:cTn id="177" dur="1000"/>
                                        <p:tgtEl>
                                          <p:spTgt spid="273"/>
                                        </p:tgtEl>
                                      </p:cBhvr>
                                    </p:animEffect>
                                  </p:childTnLst>
                                </p:cTn>
                              </p:par>
                            </p:childTnLst>
                          </p:cTn>
                        </p:par>
                        <p:par>
                          <p:cTn id="178" fill="hold">
                            <p:stCondLst>
                              <p:cond delay="3500"/>
                            </p:stCondLst>
                            <p:childTnLst>
                              <p:par>
                                <p:cTn id="179" presetID="22" presetClass="entr" presetSubtype="8" fill="hold" nodeType="afterEffect">
                                  <p:stCondLst>
                                    <p:cond delay="0"/>
                                  </p:stCondLst>
                                  <p:childTnLst>
                                    <p:set>
                                      <p:cBhvr>
                                        <p:cTn id="180" dur="1" fill="hold">
                                          <p:stCondLst>
                                            <p:cond delay="0"/>
                                          </p:stCondLst>
                                        </p:cTn>
                                        <p:tgtEl>
                                          <p:spTgt spid="262"/>
                                        </p:tgtEl>
                                        <p:attrNameLst>
                                          <p:attrName>style.visibility</p:attrName>
                                        </p:attrNameLst>
                                      </p:cBhvr>
                                      <p:to>
                                        <p:strVal val="visible"/>
                                      </p:to>
                                    </p:set>
                                    <p:animEffect transition="in" filter="wipe(left)">
                                      <p:cBhvr>
                                        <p:cTn id="181" dur="1000"/>
                                        <p:tgtEl>
                                          <p:spTgt spid="262"/>
                                        </p:tgtEl>
                                      </p:cBhvr>
                                    </p:animEffect>
                                  </p:childTnLst>
                                </p:cTn>
                              </p:par>
                            </p:childTnLst>
                          </p:cTn>
                        </p:par>
                        <p:par>
                          <p:cTn id="182" fill="hold">
                            <p:stCondLst>
                              <p:cond delay="4500"/>
                            </p:stCondLst>
                            <p:childTnLst>
                              <p:par>
                                <p:cTn id="183" presetID="22" presetClass="entr" presetSubtype="8" fill="hold" nodeType="afterEffect">
                                  <p:stCondLst>
                                    <p:cond delay="0"/>
                                  </p:stCondLst>
                                  <p:childTnLst>
                                    <p:set>
                                      <p:cBhvr>
                                        <p:cTn id="184" dur="1" fill="hold">
                                          <p:stCondLst>
                                            <p:cond delay="0"/>
                                          </p:stCondLst>
                                        </p:cTn>
                                        <p:tgtEl>
                                          <p:spTgt spid="246"/>
                                        </p:tgtEl>
                                        <p:attrNameLst>
                                          <p:attrName>style.visibility</p:attrName>
                                        </p:attrNameLst>
                                      </p:cBhvr>
                                      <p:to>
                                        <p:strVal val="visible"/>
                                      </p:to>
                                    </p:set>
                                    <p:animEffect transition="in" filter="wipe(left)">
                                      <p:cBhvr>
                                        <p:cTn id="185" dur="1000"/>
                                        <p:tgtEl>
                                          <p:spTgt spid="246"/>
                                        </p:tgtEl>
                                      </p:cBhvr>
                                    </p:animEffect>
                                  </p:childTnLst>
                                </p:cTn>
                              </p:par>
                            </p:childTnLst>
                          </p:cTn>
                        </p:par>
                        <p:par>
                          <p:cTn id="186" fill="hold">
                            <p:stCondLst>
                              <p:cond delay="5500"/>
                            </p:stCondLst>
                            <p:childTnLst>
                              <p:par>
                                <p:cTn id="187" presetID="22" presetClass="entr" presetSubtype="8" fill="hold" nodeType="afterEffect">
                                  <p:stCondLst>
                                    <p:cond delay="0"/>
                                  </p:stCondLst>
                                  <p:childTnLst>
                                    <p:set>
                                      <p:cBhvr>
                                        <p:cTn id="188" dur="1" fill="hold">
                                          <p:stCondLst>
                                            <p:cond delay="0"/>
                                          </p:stCondLst>
                                        </p:cTn>
                                        <p:tgtEl>
                                          <p:spTgt spid="224"/>
                                        </p:tgtEl>
                                        <p:attrNameLst>
                                          <p:attrName>style.visibility</p:attrName>
                                        </p:attrNameLst>
                                      </p:cBhvr>
                                      <p:to>
                                        <p:strVal val="visible"/>
                                      </p:to>
                                    </p:set>
                                    <p:animEffect transition="in" filter="wipe(left)">
                                      <p:cBhvr>
                                        <p:cTn id="189" dur="1000"/>
                                        <p:tgtEl>
                                          <p:spTgt spid="224"/>
                                        </p:tgtEl>
                                      </p:cBhvr>
                                    </p:animEffect>
                                  </p:childTnLst>
                                </p:cTn>
                              </p:par>
                            </p:childTnLst>
                          </p:cTn>
                        </p:par>
                        <p:par>
                          <p:cTn id="190" fill="hold">
                            <p:stCondLst>
                              <p:cond delay="6500"/>
                            </p:stCondLst>
                            <p:childTnLst>
                              <p:par>
                                <p:cTn id="191" presetID="22" presetClass="entr" presetSubtype="8" fill="hold" nodeType="afterEffect">
                                  <p:stCondLst>
                                    <p:cond delay="0"/>
                                  </p:stCondLst>
                                  <p:childTnLst>
                                    <p:set>
                                      <p:cBhvr>
                                        <p:cTn id="192" dur="1" fill="hold">
                                          <p:stCondLst>
                                            <p:cond delay="0"/>
                                          </p:stCondLst>
                                        </p:cTn>
                                        <p:tgtEl>
                                          <p:spTgt spid="195"/>
                                        </p:tgtEl>
                                        <p:attrNameLst>
                                          <p:attrName>style.visibility</p:attrName>
                                        </p:attrNameLst>
                                      </p:cBhvr>
                                      <p:to>
                                        <p:strVal val="visible"/>
                                      </p:to>
                                    </p:set>
                                    <p:animEffect transition="in" filter="wipe(left)">
                                      <p:cBhvr>
                                        <p:cTn id="193" dur="1000"/>
                                        <p:tgtEl>
                                          <p:spTgt spid="1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4" grpId="0"/>
      <p:bldP spid="55" grpId="0"/>
      <p:bldP spid="166" grpId="0" animBg="1"/>
      <p:bldP spid="194" grpId="0"/>
      <p:bldP spid="284" grpId="0" animBg="1"/>
      <p:bldP spid="28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2" name="Straight Connector 11">
            <a:extLst>
              <a:ext uri="{FF2B5EF4-FFF2-40B4-BE49-F238E27FC236}">
                <a16:creationId xmlns:a16="http://schemas.microsoft.com/office/drawing/2014/main" id="{182E708C-71E9-4394-B264-F716CFD18F17}"/>
              </a:ext>
            </a:extLst>
          </p:cNvPr>
          <p:cNvCxnSpPr>
            <a:cxnSpLocks/>
          </p:cNvCxnSpPr>
          <p:nvPr/>
        </p:nvCxnSpPr>
        <p:spPr>
          <a:xfrm>
            <a:off x="74645" y="777796"/>
            <a:ext cx="12117355"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3" name="Straight Connector 12">
            <a:extLst>
              <a:ext uri="{FF2B5EF4-FFF2-40B4-BE49-F238E27FC236}">
                <a16:creationId xmlns:a16="http://schemas.microsoft.com/office/drawing/2014/main" id="{EC740D6E-7B99-4DDB-9DE0-A5B61E8C3072}"/>
              </a:ext>
            </a:extLst>
          </p:cNvPr>
          <p:cNvCxnSpPr>
            <a:cxnSpLocks/>
          </p:cNvCxnSpPr>
          <p:nvPr/>
        </p:nvCxnSpPr>
        <p:spPr>
          <a:xfrm flipV="1">
            <a:off x="0" y="1222394"/>
            <a:ext cx="12192000" cy="2229"/>
          </a:xfrm>
          <a:prstGeom prst="line">
            <a:avLst/>
          </a:prstGeom>
        </p:spPr>
        <p:style>
          <a:lnRef idx="1">
            <a:schemeClr val="accent2"/>
          </a:lnRef>
          <a:fillRef idx="0">
            <a:schemeClr val="accent2"/>
          </a:fillRef>
          <a:effectRef idx="0">
            <a:schemeClr val="accent2"/>
          </a:effectRef>
          <a:fontRef idx="minor">
            <a:schemeClr val="tx1"/>
          </a:fontRef>
        </p:style>
      </p:cxnSp>
      <p:sp>
        <p:nvSpPr>
          <p:cNvPr id="14" name="TextBox 13">
            <a:extLst>
              <a:ext uri="{FF2B5EF4-FFF2-40B4-BE49-F238E27FC236}">
                <a16:creationId xmlns:a16="http://schemas.microsoft.com/office/drawing/2014/main" id="{B9F519F3-0A4A-4CE2-A029-D8462460B133}"/>
              </a:ext>
            </a:extLst>
          </p:cNvPr>
          <p:cNvSpPr txBox="1"/>
          <p:nvPr/>
        </p:nvSpPr>
        <p:spPr>
          <a:xfrm>
            <a:off x="178608" y="0"/>
            <a:ext cx="576064" cy="830997"/>
          </a:xfrm>
          <a:prstGeom prst="rect">
            <a:avLst/>
          </a:prstGeom>
          <a:noFill/>
        </p:spPr>
        <p:txBody>
          <a:bodyPr wrap="square" rtlCol="0">
            <a:spAutoFit/>
          </a:bodyPr>
          <a:lstStyle/>
          <a:p>
            <a:r>
              <a:rPr lang="en-AU" sz="1600" dirty="0"/>
              <a:t>24</a:t>
            </a:r>
          </a:p>
          <a:p>
            <a:r>
              <a:rPr lang="en-AU" sz="1600" dirty="0"/>
              <a:t>7</a:t>
            </a:r>
          </a:p>
          <a:p>
            <a:r>
              <a:rPr lang="en-AU" sz="1600" dirty="0"/>
              <a:t>30</a:t>
            </a:r>
          </a:p>
        </p:txBody>
      </p:sp>
      <p:cxnSp>
        <p:nvCxnSpPr>
          <p:cNvPr id="15" name="Straight Connector 14">
            <a:extLst>
              <a:ext uri="{FF2B5EF4-FFF2-40B4-BE49-F238E27FC236}">
                <a16:creationId xmlns:a16="http://schemas.microsoft.com/office/drawing/2014/main" id="{1BA2B774-B760-43E5-9BF4-42AEF5DA72EC}"/>
              </a:ext>
            </a:extLst>
          </p:cNvPr>
          <p:cNvCxnSpPr>
            <a:cxnSpLocks/>
          </p:cNvCxnSpPr>
          <p:nvPr/>
        </p:nvCxnSpPr>
        <p:spPr>
          <a:xfrm>
            <a:off x="2382459" y="1224621"/>
            <a:ext cx="0" cy="5633379"/>
          </a:xfrm>
          <a:prstGeom prst="line">
            <a:avLst/>
          </a:prstGeom>
        </p:spPr>
        <p:style>
          <a:lnRef idx="1">
            <a:schemeClr val="accent2"/>
          </a:lnRef>
          <a:fillRef idx="0">
            <a:schemeClr val="accent2"/>
          </a:fillRef>
          <a:effectRef idx="0">
            <a:schemeClr val="accent2"/>
          </a:effectRef>
          <a:fontRef idx="minor">
            <a:schemeClr val="tx1"/>
          </a:fontRef>
        </p:style>
      </p:cxnSp>
      <p:sp>
        <p:nvSpPr>
          <p:cNvPr id="16" name="TextBox 15">
            <a:extLst>
              <a:ext uri="{FF2B5EF4-FFF2-40B4-BE49-F238E27FC236}">
                <a16:creationId xmlns:a16="http://schemas.microsoft.com/office/drawing/2014/main" id="{11F6732A-3FF2-4581-B023-0CCB419F4C17}"/>
              </a:ext>
            </a:extLst>
          </p:cNvPr>
          <p:cNvSpPr txBox="1"/>
          <p:nvPr/>
        </p:nvSpPr>
        <p:spPr>
          <a:xfrm>
            <a:off x="10384272" y="258042"/>
            <a:ext cx="1584176" cy="461665"/>
          </a:xfrm>
          <a:prstGeom prst="rect">
            <a:avLst/>
          </a:prstGeom>
          <a:noFill/>
        </p:spPr>
        <p:txBody>
          <a:bodyPr wrap="square" rtlCol="0">
            <a:spAutoFit/>
          </a:bodyPr>
          <a:lstStyle/>
          <a:p>
            <a:r>
              <a:rPr lang="en-AU" sz="2400" dirty="0"/>
              <a:t>Date</a:t>
            </a:r>
          </a:p>
        </p:txBody>
      </p:sp>
      <p:sp>
        <p:nvSpPr>
          <p:cNvPr id="17" name="TextBox 16">
            <a:extLst>
              <a:ext uri="{FF2B5EF4-FFF2-40B4-BE49-F238E27FC236}">
                <a16:creationId xmlns:a16="http://schemas.microsoft.com/office/drawing/2014/main" id="{EC05745E-D2A7-4A30-B812-5738EFA91614}"/>
              </a:ext>
            </a:extLst>
          </p:cNvPr>
          <p:cNvSpPr txBox="1"/>
          <p:nvPr/>
        </p:nvSpPr>
        <p:spPr>
          <a:xfrm>
            <a:off x="754672" y="196208"/>
            <a:ext cx="5486245" cy="523220"/>
          </a:xfrm>
          <a:prstGeom prst="rect">
            <a:avLst/>
          </a:prstGeom>
          <a:noFill/>
        </p:spPr>
        <p:txBody>
          <a:bodyPr wrap="none" rtlCol="0">
            <a:spAutoFit/>
          </a:bodyPr>
          <a:lstStyle/>
          <a:p>
            <a:r>
              <a:rPr lang="en-AU" sz="2800" dirty="0"/>
              <a:t>Special numbers review -  Extension </a:t>
            </a:r>
          </a:p>
        </p:txBody>
      </p:sp>
      <p:sp>
        <p:nvSpPr>
          <p:cNvPr id="18" name="TextBox 17">
            <a:extLst>
              <a:ext uri="{FF2B5EF4-FFF2-40B4-BE49-F238E27FC236}">
                <a16:creationId xmlns:a16="http://schemas.microsoft.com/office/drawing/2014/main" id="{9C85288A-4CE0-4CC8-A16B-D6C8F38EAA17}"/>
              </a:ext>
            </a:extLst>
          </p:cNvPr>
          <p:cNvSpPr txBox="1"/>
          <p:nvPr/>
        </p:nvSpPr>
        <p:spPr>
          <a:xfrm>
            <a:off x="645626" y="735407"/>
            <a:ext cx="10420959" cy="461665"/>
          </a:xfrm>
          <a:prstGeom prst="rect">
            <a:avLst/>
          </a:prstGeom>
          <a:noFill/>
        </p:spPr>
        <p:txBody>
          <a:bodyPr wrap="square" rtlCol="0">
            <a:spAutoFit/>
          </a:bodyPr>
          <a:lstStyle/>
          <a:p>
            <a:r>
              <a:rPr lang="en-AU" sz="2400" dirty="0"/>
              <a:t>EQ – What are primes, composites, perfect squares and triangular numbers</a:t>
            </a:r>
          </a:p>
        </p:txBody>
      </p:sp>
      <p:sp>
        <p:nvSpPr>
          <p:cNvPr id="2" name="TextBox 1">
            <a:extLst>
              <a:ext uri="{FF2B5EF4-FFF2-40B4-BE49-F238E27FC236}">
                <a16:creationId xmlns:a16="http://schemas.microsoft.com/office/drawing/2014/main" id="{950B280D-E524-45CA-82DC-DB9361DE3539}"/>
              </a:ext>
            </a:extLst>
          </p:cNvPr>
          <p:cNvSpPr txBox="1"/>
          <p:nvPr/>
        </p:nvSpPr>
        <p:spPr>
          <a:xfrm>
            <a:off x="2907324" y="1393944"/>
            <a:ext cx="8299938" cy="2031325"/>
          </a:xfrm>
          <a:prstGeom prst="rect">
            <a:avLst/>
          </a:prstGeom>
          <a:noFill/>
        </p:spPr>
        <p:txBody>
          <a:bodyPr wrap="square" rtlCol="0">
            <a:spAutoFit/>
          </a:bodyPr>
          <a:lstStyle/>
          <a:p>
            <a:r>
              <a:rPr lang="en-AU" dirty="0"/>
              <a:t>Get into groups of 3 or 4</a:t>
            </a:r>
          </a:p>
          <a:p>
            <a:endParaRPr lang="en-AU" dirty="0"/>
          </a:p>
          <a:p>
            <a:r>
              <a:rPr lang="en-AU" dirty="0"/>
              <a:t>One of you will play the role of a new student at school. On the first day you meet 1 new person and shake their hand.</a:t>
            </a:r>
          </a:p>
          <a:p>
            <a:endParaRPr lang="en-AU" dirty="0"/>
          </a:p>
          <a:p>
            <a:r>
              <a:rPr lang="en-AU" dirty="0"/>
              <a:t>On the second day you meet 2 more new people and shake their hand. How many people have you met so far? </a:t>
            </a:r>
          </a:p>
        </p:txBody>
      </p:sp>
      <p:sp>
        <p:nvSpPr>
          <p:cNvPr id="286" name="TextBox 285">
            <a:extLst>
              <a:ext uri="{FF2B5EF4-FFF2-40B4-BE49-F238E27FC236}">
                <a16:creationId xmlns:a16="http://schemas.microsoft.com/office/drawing/2014/main" id="{340E7BD1-A016-47B7-B636-957DDA847ABC}"/>
              </a:ext>
            </a:extLst>
          </p:cNvPr>
          <p:cNvSpPr txBox="1"/>
          <p:nvPr/>
        </p:nvSpPr>
        <p:spPr>
          <a:xfrm>
            <a:off x="2907324" y="3594590"/>
            <a:ext cx="8299938" cy="923330"/>
          </a:xfrm>
          <a:prstGeom prst="rect">
            <a:avLst/>
          </a:prstGeom>
          <a:noFill/>
        </p:spPr>
        <p:txBody>
          <a:bodyPr wrap="square" rtlCol="0">
            <a:spAutoFit/>
          </a:bodyPr>
          <a:lstStyle/>
          <a:p>
            <a:r>
              <a:rPr lang="en-AU" dirty="0"/>
              <a:t>One the third day you meet 3 more new people. Now how many people have you met?</a:t>
            </a:r>
          </a:p>
          <a:p>
            <a:endParaRPr lang="en-AU" dirty="0"/>
          </a:p>
          <a:p>
            <a:r>
              <a:rPr lang="en-AU" dirty="0"/>
              <a:t>On the fourth day you meet 4 more new people…..</a:t>
            </a:r>
          </a:p>
        </p:txBody>
      </p:sp>
      <p:sp>
        <p:nvSpPr>
          <p:cNvPr id="287" name="TextBox 286">
            <a:extLst>
              <a:ext uri="{FF2B5EF4-FFF2-40B4-BE49-F238E27FC236}">
                <a16:creationId xmlns:a16="http://schemas.microsoft.com/office/drawing/2014/main" id="{FC5F4BE8-5BEF-48A8-8143-4B69B53F6AB6}"/>
              </a:ext>
            </a:extLst>
          </p:cNvPr>
          <p:cNvSpPr txBox="1"/>
          <p:nvPr/>
        </p:nvSpPr>
        <p:spPr>
          <a:xfrm>
            <a:off x="2907324" y="4712276"/>
            <a:ext cx="8299938" cy="369332"/>
          </a:xfrm>
          <a:prstGeom prst="rect">
            <a:avLst/>
          </a:prstGeom>
          <a:noFill/>
        </p:spPr>
        <p:txBody>
          <a:bodyPr wrap="square" rtlCol="0">
            <a:spAutoFit/>
          </a:bodyPr>
          <a:lstStyle/>
          <a:p>
            <a:r>
              <a:rPr lang="en-AU" dirty="0"/>
              <a:t>Extension question: On what day will you meet 100 or more new people?</a:t>
            </a:r>
          </a:p>
        </p:txBody>
      </p:sp>
    </p:spTree>
    <p:extLst>
      <p:ext uri="{BB962C8B-B14F-4D97-AF65-F5344CB8AC3E}">
        <p14:creationId xmlns:p14="http://schemas.microsoft.com/office/powerpoint/2010/main" val="19591985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86"/>
                                        </p:tgtEl>
                                        <p:attrNameLst>
                                          <p:attrName>style.visibility</p:attrName>
                                        </p:attrNameLst>
                                      </p:cBhvr>
                                      <p:to>
                                        <p:strVal val="visible"/>
                                      </p:to>
                                    </p:set>
                                    <p:anim calcmode="lin" valueType="num">
                                      <p:cBhvr additive="base">
                                        <p:cTn id="7" dur="500" fill="hold"/>
                                        <p:tgtEl>
                                          <p:spTgt spid="286"/>
                                        </p:tgtEl>
                                        <p:attrNameLst>
                                          <p:attrName>ppt_x</p:attrName>
                                        </p:attrNameLst>
                                      </p:cBhvr>
                                      <p:tavLst>
                                        <p:tav tm="0">
                                          <p:val>
                                            <p:strVal val="#ppt_x"/>
                                          </p:val>
                                        </p:tav>
                                        <p:tav tm="100000">
                                          <p:val>
                                            <p:strVal val="#ppt_x"/>
                                          </p:val>
                                        </p:tav>
                                      </p:tavLst>
                                    </p:anim>
                                    <p:anim calcmode="lin" valueType="num">
                                      <p:cBhvr additive="base">
                                        <p:cTn id="8" dur="500" fill="hold"/>
                                        <p:tgtEl>
                                          <p:spTgt spid="28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21" fill="hold" grpId="0" nodeType="clickEffect">
                                  <p:stCondLst>
                                    <p:cond delay="0"/>
                                  </p:stCondLst>
                                  <p:childTnLst>
                                    <p:set>
                                      <p:cBhvr>
                                        <p:cTn id="12" dur="1" fill="hold">
                                          <p:stCondLst>
                                            <p:cond delay="0"/>
                                          </p:stCondLst>
                                        </p:cTn>
                                        <p:tgtEl>
                                          <p:spTgt spid="287"/>
                                        </p:tgtEl>
                                        <p:attrNameLst>
                                          <p:attrName>style.visibility</p:attrName>
                                        </p:attrNameLst>
                                      </p:cBhvr>
                                      <p:to>
                                        <p:strVal val="visible"/>
                                      </p:to>
                                    </p:set>
                                    <p:animEffect transition="in" filter="barn(inVertical)">
                                      <p:cBhvr>
                                        <p:cTn id="13" dur="500"/>
                                        <p:tgtEl>
                                          <p:spTgt spid="2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 grpId="0"/>
      <p:bldP spid="287"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2087</TotalTime>
  <Words>1478</Words>
  <Application>Microsoft Office PowerPoint</Application>
  <PresentationFormat>Widescreen</PresentationFormat>
  <Paragraphs>539</Paragraphs>
  <Slides>12</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Calibri Light</vt:lpstr>
      <vt:lpstr>Times New Roman</vt:lpstr>
      <vt:lpstr>Office Theme</vt:lpstr>
      <vt:lpstr>This number is illegal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This number is illegal</dc:title>
  <dc:creator>Hamilton Stott</dc:creator>
  <cp:lastModifiedBy>Hamilton Stott</cp:lastModifiedBy>
  <cp:revision>9</cp:revision>
  <dcterms:created xsi:type="dcterms:W3CDTF">2018-02-10T03:48:19Z</dcterms:created>
  <dcterms:modified xsi:type="dcterms:W3CDTF">2018-02-11T14:36:04Z</dcterms:modified>
</cp:coreProperties>
</file>