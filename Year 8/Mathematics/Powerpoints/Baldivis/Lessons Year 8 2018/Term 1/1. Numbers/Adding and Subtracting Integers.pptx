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1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6D1BD-C5B1-4337-A6CD-DEDADFE9922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31573-92E8-43F9-9E4D-72B00DCA88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78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70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75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91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490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825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692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7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58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20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69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7DE6118-2437-4B30-8E3C-4D2BE6020583}" type="datetimeFigureOut">
              <a:rPr lang="en-US" smtClean="0"/>
              <a:pPr/>
              <a:t>2/4/2018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6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8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5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6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76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http://www.mathgoodies.com/lessons/vol5/images/no_line10.gif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http://www.mathgoodies.com/lessons/vol5/images/no_line10.gi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http://www.mathgoodies.com/lessons/vol5/images/no_line10.gif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http://www.mathgoodies.com/lessons/vol5/images/no_line10.gi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6A22-073F-4E2B-B2D1-2E0482F0C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AU" cap="none" dirty="0"/>
              <a:t>Adding and Subtracting </a:t>
            </a:r>
            <a:r>
              <a:rPr lang="en-AU" dirty="0"/>
              <a:t>I</a:t>
            </a:r>
            <a:r>
              <a:rPr lang="en-AU" cap="none" dirty="0"/>
              <a:t>ntegers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AAB36-3758-42D4-A132-F5FD6DD5F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744" y="5715000"/>
            <a:ext cx="10058400" cy="1143000"/>
          </a:xfrm>
        </p:spPr>
        <p:txBody>
          <a:bodyPr>
            <a:normAutofit/>
          </a:bodyPr>
          <a:lstStyle/>
          <a:p>
            <a:r>
              <a:rPr lang="en-AU" sz="2800" dirty="0"/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296232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91A26-E114-4D29-96D0-666B3A609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</a:t>
            </a:r>
          </a:p>
        </p:txBody>
      </p:sp>
      <p:pic>
        <p:nvPicPr>
          <p:cNvPr id="4" name="Picture 4" descr="[IMAGE]">
            <a:extLst>
              <a:ext uri="{FF2B5EF4-FFF2-40B4-BE49-F238E27FC236}">
                <a16:creationId xmlns:a16="http://schemas.microsoft.com/office/drawing/2014/main" id="{DBEB4237-A68E-4572-B897-6AE2A30E2D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782" y="2406279"/>
            <a:ext cx="10200966" cy="1216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587FB02-F7F9-4FA9-8511-BE11E6591130}"/>
              </a:ext>
            </a:extLst>
          </p:cNvPr>
          <p:cNvGrpSpPr/>
          <p:nvPr/>
        </p:nvGrpSpPr>
        <p:grpSpPr>
          <a:xfrm>
            <a:off x="2627434" y="3548528"/>
            <a:ext cx="7467600" cy="838200"/>
            <a:chOff x="4099618" y="3804560"/>
            <a:chExt cx="7467600" cy="838200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5CD95F65-7948-45BE-9035-354719C8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7218" y="3804560"/>
              <a:ext cx="3810000" cy="838200"/>
            </a:xfrm>
            <a:prstGeom prst="rightArrow">
              <a:avLst>
                <a:gd name="adj1" fmla="val 50000"/>
                <a:gd name="adj2" fmla="val 113636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B3DCF13-F1B9-4FED-9287-9D073F52A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9219" y="4033160"/>
              <a:ext cx="9103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Positive</a:t>
              </a:r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FAD68E2A-B69E-4B70-B96B-D561B11C6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618" y="3804560"/>
              <a:ext cx="3657600" cy="838200"/>
            </a:xfrm>
            <a:prstGeom prst="leftArrow">
              <a:avLst>
                <a:gd name="adj1" fmla="val 50000"/>
                <a:gd name="adj2" fmla="val 109091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A82BA4-EED6-4426-BA85-81C99BE7A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018" y="4033160"/>
              <a:ext cx="10095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Negative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9047B76-E6D7-4EF7-9CD0-020AE06081B0}"/>
              </a:ext>
            </a:extLst>
          </p:cNvPr>
          <p:cNvSpPr txBox="1"/>
          <p:nvPr/>
        </p:nvSpPr>
        <p:spPr>
          <a:xfrm>
            <a:off x="4083729" y="521120"/>
            <a:ext cx="4829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are integers?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E9D982-4C52-4DD7-B3CF-696A68DA1A26}"/>
              </a:ext>
            </a:extLst>
          </p:cNvPr>
          <p:cNvSpPr txBox="1"/>
          <p:nvPr/>
        </p:nvSpPr>
        <p:spPr>
          <a:xfrm>
            <a:off x="4303834" y="1899204"/>
            <a:ext cx="427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Positive and Negative whole numbers</a:t>
            </a:r>
          </a:p>
        </p:txBody>
      </p:sp>
    </p:spTree>
    <p:extLst>
      <p:ext uri="{BB962C8B-B14F-4D97-AF65-F5344CB8AC3E}">
        <p14:creationId xmlns:p14="http://schemas.microsoft.com/office/powerpoint/2010/main" val="276314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3DDE-836B-4280-941A-0B23EF63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Which number is greater?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2BCD5-4525-45B1-94AF-4EA35CC43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6600" dirty="0"/>
              <a:t> - 1 		and 		0</a:t>
            </a:r>
          </a:p>
          <a:p>
            <a:pPr algn="ctr"/>
            <a:r>
              <a:rPr lang="en-AU" sz="6600" dirty="0"/>
              <a:t>2 			and 		-4</a:t>
            </a:r>
          </a:p>
          <a:p>
            <a:pPr algn="ctr"/>
            <a:r>
              <a:rPr lang="en-AU" sz="6600" dirty="0"/>
              <a:t>- 20	 	  and 		-25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C6337ED-6787-424F-870C-51250CD71291}"/>
              </a:ext>
            </a:extLst>
          </p:cNvPr>
          <p:cNvSpPr/>
          <p:nvPr/>
        </p:nvSpPr>
        <p:spPr>
          <a:xfrm>
            <a:off x="8248261" y="1845734"/>
            <a:ext cx="1436915" cy="1009433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2ABFEC-7F8A-43AC-B310-1BA6BC82DC5A}"/>
              </a:ext>
            </a:extLst>
          </p:cNvPr>
          <p:cNvSpPr/>
          <p:nvPr/>
        </p:nvSpPr>
        <p:spPr>
          <a:xfrm>
            <a:off x="2668554" y="2847981"/>
            <a:ext cx="1436915" cy="1009433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55AF72-569F-40D1-B6AF-9300BD89E4BF}"/>
              </a:ext>
            </a:extLst>
          </p:cNvPr>
          <p:cNvSpPr/>
          <p:nvPr/>
        </p:nvSpPr>
        <p:spPr>
          <a:xfrm>
            <a:off x="2450841" y="3942011"/>
            <a:ext cx="1654628" cy="1143173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106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48939" y="2800268"/>
            <a:ext cx="2106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Which direction do we go?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03E1F7-8286-4A96-A897-6F1E608E11DF}"/>
              </a:ext>
            </a:extLst>
          </p:cNvPr>
          <p:cNvSpPr txBox="1"/>
          <p:nvPr/>
        </p:nvSpPr>
        <p:spPr>
          <a:xfrm>
            <a:off x="3753684" y="3328416"/>
            <a:ext cx="3214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Subtraction we go left!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83A902-E211-492E-A6F3-961C3AA60955}"/>
              </a:ext>
            </a:extLst>
          </p:cNvPr>
          <p:cNvSpPr txBox="1"/>
          <p:nvPr/>
        </p:nvSpPr>
        <p:spPr>
          <a:xfrm>
            <a:off x="8020884" y="3308099"/>
            <a:ext cx="3214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Addition we go right!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FB2AC7-0C68-4BAB-9386-82800B464A43}"/>
              </a:ext>
            </a:extLst>
          </p:cNvPr>
          <p:cNvSpPr txBox="1"/>
          <p:nvPr/>
        </p:nvSpPr>
        <p:spPr>
          <a:xfrm>
            <a:off x="269839" y="4672584"/>
            <a:ext cx="238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Positive integers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DB7353-2452-432D-BE9B-BD65B6502754}"/>
              </a:ext>
            </a:extLst>
          </p:cNvPr>
          <p:cNvSpPr txBox="1"/>
          <p:nvPr/>
        </p:nvSpPr>
        <p:spPr>
          <a:xfrm>
            <a:off x="3909563" y="4549373"/>
            <a:ext cx="233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+ 2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1C2125-8363-4321-AA3C-B9D1E07539DF}"/>
              </a:ext>
            </a:extLst>
          </p:cNvPr>
          <p:cNvSpPr txBox="1"/>
          <p:nvPr/>
        </p:nvSpPr>
        <p:spPr>
          <a:xfrm>
            <a:off x="8509630" y="4549373"/>
            <a:ext cx="233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5 - 2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86D866-A1B7-497F-80A3-E3F8A1A55371}"/>
              </a:ext>
            </a:extLst>
          </p:cNvPr>
          <p:cNvSpPr txBox="1"/>
          <p:nvPr/>
        </p:nvSpPr>
        <p:spPr>
          <a:xfrm>
            <a:off x="3753684" y="5040777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right 2 </a:t>
            </a:r>
          </a:p>
          <a:p>
            <a:endParaRPr lang="en-AU" dirty="0"/>
          </a:p>
          <a:p>
            <a:r>
              <a:rPr lang="en-AU" dirty="0"/>
              <a:t>Get to 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ACBF6AC-3D53-48BA-8AF4-90AE4CFF67F7}"/>
              </a:ext>
            </a:extLst>
          </p:cNvPr>
          <p:cNvSpPr/>
          <p:nvPr/>
        </p:nvSpPr>
        <p:spPr>
          <a:xfrm>
            <a:off x="9362257" y="2942179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66C8375-9B39-4D8C-9595-97C5F369B2F0}"/>
              </a:ext>
            </a:extLst>
          </p:cNvPr>
          <p:cNvSpPr/>
          <p:nvPr/>
        </p:nvSpPr>
        <p:spPr>
          <a:xfrm>
            <a:off x="10149298" y="2949365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5B148-D9AC-4636-8FD1-CF30CFA061E7}"/>
              </a:ext>
            </a:extLst>
          </p:cNvPr>
          <p:cNvSpPr txBox="1"/>
          <p:nvPr/>
        </p:nvSpPr>
        <p:spPr>
          <a:xfrm>
            <a:off x="8357160" y="5041916"/>
            <a:ext cx="2162484" cy="12003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left 2 </a:t>
            </a:r>
          </a:p>
          <a:p>
            <a:endParaRPr lang="en-AU" dirty="0"/>
          </a:p>
          <a:p>
            <a:r>
              <a:rPr lang="en-AU" dirty="0"/>
              <a:t>Get to 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EB0549-1988-45D6-9E38-C3E418678230}"/>
              </a:ext>
            </a:extLst>
          </p:cNvPr>
          <p:cNvSpPr/>
          <p:nvPr/>
        </p:nvSpPr>
        <p:spPr>
          <a:xfrm>
            <a:off x="9362257" y="3156224"/>
            <a:ext cx="174935" cy="1518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889AD68-3B84-443A-B67C-8BF7E4945D5D}"/>
              </a:ext>
            </a:extLst>
          </p:cNvPr>
          <p:cNvSpPr/>
          <p:nvPr/>
        </p:nvSpPr>
        <p:spPr>
          <a:xfrm>
            <a:off x="8748212" y="3170556"/>
            <a:ext cx="174935" cy="1518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EF546-3282-408C-86D1-B474B27E9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151" y="3554825"/>
            <a:ext cx="2185508" cy="250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14" grpId="0"/>
      <p:bldP spid="15" grpId="0"/>
      <p:bldP spid="35" grpId="0"/>
      <p:bldP spid="16" grpId="0"/>
      <p:bldP spid="17" grpId="0"/>
      <p:bldP spid="36" grpId="0"/>
      <p:bldP spid="18" grpId="0" animBg="1"/>
      <p:bldP spid="19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50463" y="3690805"/>
            <a:ext cx="2106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adding negative numbers?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B5F35-59DC-4F52-97C3-8D55EC4910B8}"/>
              </a:ext>
            </a:extLst>
          </p:cNvPr>
          <p:cNvSpPr txBox="1"/>
          <p:nvPr/>
        </p:nvSpPr>
        <p:spPr>
          <a:xfrm>
            <a:off x="3587262" y="3385038"/>
            <a:ext cx="752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Think of negative numbers as the same as subtracting the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F5B8E-11FC-4722-8A39-DCC5FD9636D4}"/>
              </a:ext>
            </a:extLst>
          </p:cNvPr>
          <p:cNvSpPr txBox="1"/>
          <p:nvPr/>
        </p:nvSpPr>
        <p:spPr>
          <a:xfrm>
            <a:off x="3859823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DDE0A-3670-45F1-9492-77BD36106644}"/>
              </a:ext>
            </a:extLst>
          </p:cNvPr>
          <p:cNvSpPr txBox="1"/>
          <p:nvPr/>
        </p:nvSpPr>
        <p:spPr>
          <a:xfrm>
            <a:off x="3753684" y="5040777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</a:t>
            </a:r>
            <a:r>
              <a:rPr lang="en-AU" b="1" dirty="0"/>
              <a:t>left</a:t>
            </a:r>
            <a:r>
              <a:rPr lang="en-AU" dirty="0"/>
              <a:t> 2 </a:t>
            </a:r>
          </a:p>
          <a:p>
            <a:endParaRPr lang="en-AU" dirty="0"/>
          </a:p>
          <a:p>
            <a:r>
              <a:rPr lang="en-AU" dirty="0"/>
              <a:t>Get to 3!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176B8B9-8A6C-4F0E-82B4-2350F58EB9FE}"/>
              </a:ext>
            </a:extLst>
          </p:cNvPr>
          <p:cNvSpPr/>
          <p:nvPr/>
        </p:nvSpPr>
        <p:spPr>
          <a:xfrm>
            <a:off x="9362257" y="2942179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37CF890-2C95-4E5F-B5AB-EBC8558F5050}"/>
              </a:ext>
            </a:extLst>
          </p:cNvPr>
          <p:cNvSpPr/>
          <p:nvPr/>
        </p:nvSpPr>
        <p:spPr>
          <a:xfrm>
            <a:off x="8714557" y="2981917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70C039-396D-49B6-B788-968373EB8E12}"/>
              </a:ext>
            </a:extLst>
          </p:cNvPr>
          <p:cNvSpPr txBox="1"/>
          <p:nvPr/>
        </p:nvSpPr>
        <p:spPr>
          <a:xfrm>
            <a:off x="8982071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-2 + 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731936-158C-4BEE-9A88-94E367074959}"/>
              </a:ext>
            </a:extLst>
          </p:cNvPr>
          <p:cNvSpPr txBox="1"/>
          <p:nvPr/>
        </p:nvSpPr>
        <p:spPr>
          <a:xfrm>
            <a:off x="8622010" y="5039099"/>
            <a:ext cx="2162484" cy="120032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-2 and go to the </a:t>
            </a:r>
            <a:r>
              <a:rPr lang="en-AU" b="1" dirty="0"/>
              <a:t>left</a:t>
            </a:r>
            <a:r>
              <a:rPr lang="en-AU" dirty="0"/>
              <a:t> 2 </a:t>
            </a:r>
          </a:p>
          <a:p>
            <a:endParaRPr lang="en-AU" dirty="0"/>
          </a:p>
          <a:p>
            <a:r>
              <a:rPr lang="en-AU" dirty="0"/>
              <a:t>Get to -4!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3A30B4E-311C-46BF-87A1-066F4C996135}"/>
              </a:ext>
            </a:extLst>
          </p:cNvPr>
          <p:cNvSpPr/>
          <p:nvPr/>
        </p:nvSpPr>
        <p:spPr>
          <a:xfrm>
            <a:off x="6891530" y="2957566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931E907-0E6B-4D73-B53A-E09E5B0F42A2}"/>
              </a:ext>
            </a:extLst>
          </p:cNvPr>
          <p:cNvSpPr/>
          <p:nvPr/>
        </p:nvSpPr>
        <p:spPr>
          <a:xfrm>
            <a:off x="6199145" y="2964062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298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" grpId="0"/>
      <p:bldP spid="8" grpId="0"/>
      <p:bldP spid="18" grpId="0" animBg="1"/>
      <p:bldP spid="19" grpId="0" animBg="1"/>
      <p:bldP spid="20" grpId="0" animBg="1"/>
      <p:bldP spid="21" grpId="0"/>
      <p:bldP spid="22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CA0BF2-433A-474B-9714-52834114C68D}"/>
              </a:ext>
            </a:extLst>
          </p:cNvPr>
          <p:cNvSpPr txBox="1"/>
          <p:nvPr/>
        </p:nvSpPr>
        <p:spPr>
          <a:xfrm>
            <a:off x="228599" y="316523"/>
            <a:ext cx="7271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Task Side Practice (use your number line!)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E7EEC-E186-47EA-9EA1-10C7B203CD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66" t="30947" r="27704" b="24973"/>
          <a:stretch/>
        </p:blipFill>
        <p:spPr>
          <a:xfrm>
            <a:off x="473288" y="1090808"/>
            <a:ext cx="8028426" cy="360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129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50463" y="3690805"/>
            <a:ext cx="2106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subtracting with negative numbers?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B5F35-59DC-4F52-97C3-8D55EC4910B8}"/>
              </a:ext>
            </a:extLst>
          </p:cNvPr>
          <p:cNvSpPr txBox="1"/>
          <p:nvPr/>
        </p:nvSpPr>
        <p:spPr>
          <a:xfrm>
            <a:off x="3587262" y="3385038"/>
            <a:ext cx="752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Think of negative numbers as the same as subtracting the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F5B8E-11FC-4722-8A39-DCC5FD9636D4}"/>
              </a:ext>
            </a:extLst>
          </p:cNvPr>
          <p:cNvSpPr txBox="1"/>
          <p:nvPr/>
        </p:nvSpPr>
        <p:spPr>
          <a:xfrm>
            <a:off x="3859823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-3 - 2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DDE0A-3670-45F1-9492-77BD36106644}"/>
              </a:ext>
            </a:extLst>
          </p:cNvPr>
          <p:cNvSpPr txBox="1"/>
          <p:nvPr/>
        </p:nvSpPr>
        <p:spPr>
          <a:xfrm>
            <a:off x="3753684" y="5040777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-3 and go to the </a:t>
            </a:r>
            <a:r>
              <a:rPr lang="en-AU" b="1" dirty="0"/>
              <a:t>left</a:t>
            </a:r>
            <a:r>
              <a:rPr lang="en-AU" dirty="0"/>
              <a:t> 2 </a:t>
            </a:r>
          </a:p>
          <a:p>
            <a:endParaRPr lang="en-AU" dirty="0"/>
          </a:p>
          <a:p>
            <a:r>
              <a:rPr lang="en-AU" dirty="0"/>
              <a:t>Get to -5!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176B8B9-8A6C-4F0E-82B4-2350F58EB9FE}"/>
              </a:ext>
            </a:extLst>
          </p:cNvPr>
          <p:cNvSpPr/>
          <p:nvPr/>
        </p:nvSpPr>
        <p:spPr>
          <a:xfrm>
            <a:off x="5815918" y="2905781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37CF890-2C95-4E5F-B5AB-EBC8558F5050}"/>
              </a:ext>
            </a:extLst>
          </p:cNvPr>
          <p:cNvSpPr/>
          <p:nvPr/>
        </p:nvSpPr>
        <p:spPr>
          <a:xfrm>
            <a:off x="6545811" y="2911000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70C039-396D-49B6-B788-968373EB8E12}"/>
              </a:ext>
            </a:extLst>
          </p:cNvPr>
          <p:cNvSpPr txBox="1"/>
          <p:nvPr/>
        </p:nvSpPr>
        <p:spPr>
          <a:xfrm>
            <a:off x="8982071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-4 - 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731936-158C-4BEE-9A88-94E367074959}"/>
              </a:ext>
            </a:extLst>
          </p:cNvPr>
          <p:cNvSpPr txBox="1"/>
          <p:nvPr/>
        </p:nvSpPr>
        <p:spPr>
          <a:xfrm>
            <a:off x="8622010" y="5039099"/>
            <a:ext cx="2162484" cy="120032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-4 and go to the </a:t>
            </a:r>
            <a:r>
              <a:rPr lang="en-AU" b="1" dirty="0"/>
              <a:t>right </a:t>
            </a:r>
            <a:r>
              <a:rPr lang="en-AU" dirty="0"/>
              <a:t>2 </a:t>
            </a:r>
          </a:p>
          <a:p>
            <a:endParaRPr lang="en-AU" dirty="0"/>
          </a:p>
          <a:p>
            <a:r>
              <a:rPr lang="en-AU" dirty="0"/>
              <a:t>Get to -2!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3A30B4E-311C-46BF-87A1-066F4C996135}"/>
              </a:ext>
            </a:extLst>
          </p:cNvPr>
          <p:cNvSpPr/>
          <p:nvPr/>
        </p:nvSpPr>
        <p:spPr>
          <a:xfrm>
            <a:off x="6199145" y="3219846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931E907-0E6B-4D73-B53A-E09E5B0F42A2}"/>
              </a:ext>
            </a:extLst>
          </p:cNvPr>
          <p:cNvSpPr/>
          <p:nvPr/>
        </p:nvSpPr>
        <p:spPr>
          <a:xfrm>
            <a:off x="6971700" y="3233163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9A230FC-9375-4D00-95FD-F084E82126C2}"/>
              </a:ext>
            </a:extLst>
          </p:cNvPr>
          <p:cNvGrpSpPr/>
          <p:nvPr/>
        </p:nvGrpSpPr>
        <p:grpSpPr>
          <a:xfrm>
            <a:off x="9249508" y="2912750"/>
            <a:ext cx="2789461" cy="1518573"/>
            <a:chOff x="9249508" y="2912750"/>
            <a:chExt cx="2789461" cy="151857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104453-2801-4978-8D13-AB9353778996}"/>
                </a:ext>
              </a:extLst>
            </p:cNvPr>
            <p:cNvSpPr/>
            <p:nvPr/>
          </p:nvSpPr>
          <p:spPr>
            <a:xfrm>
              <a:off x="9249508" y="4264772"/>
              <a:ext cx="298938" cy="166551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1BFF258-5500-455D-8CCF-53BDEF6F4DE0}"/>
                </a:ext>
              </a:extLst>
            </p:cNvPr>
            <p:cNvCxnSpPr>
              <a:stCxn id="13" idx="0"/>
            </p:cNvCxnSpPr>
            <p:nvPr/>
          </p:nvCxnSpPr>
          <p:spPr>
            <a:xfrm flipV="1">
              <a:off x="9398977" y="3690805"/>
              <a:ext cx="993531" cy="573967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E6070B1-085D-4D4A-878F-21660446A682}"/>
                </a:ext>
              </a:extLst>
            </p:cNvPr>
            <p:cNvSpPr txBox="1"/>
            <p:nvPr/>
          </p:nvSpPr>
          <p:spPr>
            <a:xfrm>
              <a:off x="10415689" y="2912750"/>
              <a:ext cx="1623280" cy="923330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dirty="0"/>
                <a:t>Two negatives become a positive!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047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" grpId="0"/>
      <p:bldP spid="8" grpId="0"/>
      <p:bldP spid="18" grpId="0" animBg="1"/>
      <p:bldP spid="19" grpId="0" animBg="1"/>
      <p:bldP spid="20" grpId="0" animBg="1"/>
      <p:bldP spid="21" grpId="0"/>
      <p:bldP spid="22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CA0BF2-433A-474B-9714-52834114C68D}"/>
              </a:ext>
            </a:extLst>
          </p:cNvPr>
          <p:cNvSpPr txBox="1"/>
          <p:nvPr/>
        </p:nvSpPr>
        <p:spPr>
          <a:xfrm>
            <a:off x="228599" y="316523"/>
            <a:ext cx="7271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Task Side Practice (use your number line!)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B7C796-89E6-47C8-8F24-3FE444C2A5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01" t="58860" r="25638" b="19875"/>
          <a:stretch/>
        </p:blipFill>
        <p:spPr>
          <a:xfrm>
            <a:off x="228599" y="1346244"/>
            <a:ext cx="11074802" cy="23054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74B546-7867-4F2D-8157-EB1B2822F5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53" t="29220" r="26197" b="51348"/>
          <a:stretch/>
        </p:blipFill>
        <p:spPr>
          <a:xfrm>
            <a:off x="228599" y="4163438"/>
            <a:ext cx="10962791" cy="21303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805149-B95E-4BBF-9456-59914B2F3BAF}"/>
              </a:ext>
            </a:extLst>
          </p:cNvPr>
          <p:cNvSpPr txBox="1"/>
          <p:nvPr/>
        </p:nvSpPr>
        <p:spPr>
          <a:xfrm>
            <a:off x="7499838" y="145915"/>
            <a:ext cx="4237893" cy="923330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/>
              <a:t>Beginner</a:t>
            </a:r>
            <a:r>
              <a:rPr lang="en-AU" dirty="0"/>
              <a:t> – pick 4 from each section </a:t>
            </a:r>
          </a:p>
          <a:p>
            <a:r>
              <a:rPr lang="en-AU" b="1" dirty="0"/>
              <a:t>Intermediate</a:t>
            </a:r>
            <a:r>
              <a:rPr lang="en-AU" dirty="0"/>
              <a:t> – pick 8 from each</a:t>
            </a:r>
          </a:p>
          <a:p>
            <a:r>
              <a:rPr lang="en-AU" b="1" dirty="0"/>
              <a:t>Advanced</a:t>
            </a:r>
            <a:r>
              <a:rPr lang="en-AU" dirty="0"/>
              <a:t> – do all of them!</a:t>
            </a:r>
          </a:p>
        </p:txBody>
      </p:sp>
    </p:spTree>
    <p:extLst>
      <p:ext uri="{BB962C8B-B14F-4D97-AF65-F5344CB8AC3E}">
        <p14:creationId xmlns:p14="http://schemas.microsoft.com/office/powerpoint/2010/main" val="41908517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200</TotalTime>
  <Words>338</Words>
  <Application>Microsoft Office PowerPoint</Application>
  <PresentationFormat>Widescreen</PresentationFormat>
  <Paragraphs>85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Retrospect</vt:lpstr>
      <vt:lpstr>Adding and Subtracting Integers</vt:lpstr>
      <vt:lpstr>Review</vt:lpstr>
      <vt:lpstr>Which number is greater?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and Subtracting Integers</dc:title>
  <dc:creator>E4092707</dc:creator>
  <cp:lastModifiedBy>E4092707</cp:lastModifiedBy>
  <cp:revision>10</cp:revision>
  <dcterms:created xsi:type="dcterms:W3CDTF">2017-07-19T07:13:19Z</dcterms:created>
  <dcterms:modified xsi:type="dcterms:W3CDTF">2018-02-04T11:50:55Z</dcterms:modified>
</cp:coreProperties>
</file>