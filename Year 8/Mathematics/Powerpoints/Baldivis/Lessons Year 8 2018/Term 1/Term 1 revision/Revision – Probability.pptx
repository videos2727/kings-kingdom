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1" r:id="rId3"/>
    <p:sldId id="264" r:id="rId4"/>
    <p:sldId id="266" r:id="rId5"/>
    <p:sldId id="265" r:id="rId6"/>
    <p:sldId id="267" r:id="rId7"/>
    <p:sldId id="268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C762C-E794-4E19-A4E7-C5718B9D4EF6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36CCC-7CD7-4AFB-9208-0735D03B7F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187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12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6772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8865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142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001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728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651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34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764B-84C7-4407-8CE0-B8D74D78F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B901D-70E8-4373-A84E-0D040CB4D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4D4D2-BF31-436E-8125-2049A001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D0BA3-D476-456F-B2F0-95A33734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8627C-E23C-482F-BA31-8B4FFBA2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041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C83B-C3D6-48A5-B124-7EE0C680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043A6-2777-4E58-97CA-E287AF875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E3BB1-8F20-4F05-A541-82676802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C80F4-5BC4-49E8-A030-9BC131F2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B5590-B62B-4CCD-B817-28D45357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7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3200-F541-47C3-B5F2-323597BD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A09F4-BC3E-487D-B8DA-F5706EE54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32253-9099-4CFC-AD0E-3193DC09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85EF0-B54A-4401-8900-2F462B62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441B5-2CB0-4630-93B6-7AD4B5A9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22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D212-9CB6-44CC-89A3-3002C0C2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EC0AB-0099-4551-B36C-206261B66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6DBC-EC2B-4D6C-B93D-2ED9E7C8F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6F3F9-FF2C-410C-9959-AB83C3B0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097D7-83DE-46FE-8148-AD6AF6C5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0CDC3-D3FB-45EB-B67B-01B67165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60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AEDB-BF19-4204-867E-53777D68B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8190A-A3F1-421C-AB5E-F9C424F43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08785-2222-4AC3-882F-C100C3EBB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3A2E7-90BB-4178-9DB1-DD8F66B63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0D2371-E3AB-481D-9CD1-6AECB8E39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4F385-82CE-448B-8F00-6A3011F5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38D42-E76C-4BDA-B933-C457A4E8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1CAA23-E08D-4AE1-8CC2-F54526E9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24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EF6F-6584-4F27-AA6B-FDC66AD2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1B8BC-11E9-4766-A9BE-1D4981C2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633C0-F7F3-4DD7-8375-D201B8C7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0259A-437B-42F2-9856-22871194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37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FCBB9-6D1D-4033-8D40-923EAC331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EC25E-0B4B-4EA5-B8CB-419AAC128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A1DAC-7994-4E7D-A92A-5EADF274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24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0F98-32B9-418B-BD6B-F7B1347B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715DA-2BA8-418E-B11B-4F45B9016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5A9BE-4BD0-4FCD-8B70-DD8D824F9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8DC87-ECA9-4F09-BFBB-A98D1EFB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62FAC-933B-47E9-9707-88A525205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EC8A9-3763-4D4A-8EAE-34E3BD4F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65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E4A4-FB40-4269-A6BC-79E7561D3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63DF97-876B-4D76-9A4F-1375E2AB0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57AFA-894F-4FEA-84D1-3AE16BDA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7A2BE-8325-4EC7-8FA3-87A12454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25FCA-6FB9-4572-BBDC-72A93A55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C7FD8-45A0-4232-95CF-F350970A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41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E9FF-5482-447A-B534-D9CA91A0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69EEC-04C1-4444-A89A-E6475EB7F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7E847-CEAE-4E6B-8156-C3FD9F4D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2DFBD-D0B7-4931-9F63-A0D822A1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A6B1E-12E6-4507-90DB-69275233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EA5012-0B8A-496F-BB84-C0F078819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40292-6F07-47E1-BF69-96621BCB4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E791-41FB-4285-B75A-3A78EAB1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CFD6-FA69-4E93-81EC-756DD643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E4EBC-A298-42DE-ACF1-460B0A1F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61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0350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43894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28843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6041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73C86-BC22-4A35-96B6-7C2BA796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9B1DE-272E-4519-8E2F-8BC58E374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9582D-E197-4FA0-904D-3E815D90B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87DC1-51F6-4BA5-8000-F5603764F090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67EED-630F-4DA2-9553-96D0A2C19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E104A-ADFA-4739-8EEF-D5EA39F37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25298-1ADF-4EC6-B674-6309C98E6A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320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Revision – Probability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66EA7E7-9E8B-4D4D-BED3-532AD5893824}"/>
              </a:ext>
            </a:extLst>
          </p:cNvPr>
          <p:cNvSpPr txBox="1"/>
          <p:nvPr/>
        </p:nvSpPr>
        <p:spPr>
          <a:xfrm>
            <a:off x="808211" y="929945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6AE59-11B2-4AF1-9055-CEE7E52345BF}"/>
              </a:ext>
            </a:extLst>
          </p:cNvPr>
          <p:cNvSpPr txBox="1"/>
          <p:nvPr/>
        </p:nvSpPr>
        <p:spPr>
          <a:xfrm>
            <a:off x="3247725" y="488961"/>
            <a:ext cx="8391702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Is defined as the chance of an event occurring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Probability may be written as percentages, decimals and fractions 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 scale is used to allocate the probability of an event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62BA84-46B2-4CA9-88A6-9AC95E47A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00" y="3420348"/>
            <a:ext cx="12061400" cy="336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919" y="200577"/>
            <a:ext cx="8608358" cy="1031065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Theoretical Probability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7D980-0908-4324-9966-C39C643F141D}"/>
              </a:ext>
            </a:extLst>
          </p:cNvPr>
          <p:cNvSpPr txBox="1"/>
          <p:nvPr/>
        </p:nvSpPr>
        <p:spPr>
          <a:xfrm>
            <a:off x="467182" y="1415018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Theoretical Probability?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921747-8C09-4BAE-8559-C667435BB8E5}"/>
              </a:ext>
            </a:extLst>
          </p:cNvPr>
          <p:cNvSpPr/>
          <p:nvPr/>
        </p:nvSpPr>
        <p:spPr>
          <a:xfrm>
            <a:off x="2399353" y="1343730"/>
            <a:ext cx="9544924" cy="830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based as a faction of the number of favourable outcomes to the number of possible outcomes.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41186-4CDF-4257-8C24-17586B787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276" y="2614962"/>
            <a:ext cx="8098160" cy="113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A4484E-A262-4F0D-B5D7-F603EB6D5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48" y="1020816"/>
            <a:ext cx="6955820" cy="548617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919" y="200577"/>
            <a:ext cx="8608358" cy="1031065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Theoretical Probability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41186-4CDF-4257-8C24-17586B787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621" y="1176945"/>
            <a:ext cx="6268656" cy="87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6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021" y="401156"/>
            <a:ext cx="8608358" cy="1060562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Experimental Probability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C39CF-8355-40AD-9CE3-204BEB536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882" y="1663618"/>
            <a:ext cx="10180416" cy="12921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413744-4647-4A6B-A38C-8737233B5EE7}"/>
              </a:ext>
            </a:extLst>
          </p:cNvPr>
          <p:cNvSpPr/>
          <p:nvPr/>
        </p:nvSpPr>
        <p:spPr>
          <a:xfrm>
            <a:off x="378671" y="3331294"/>
            <a:ext cx="8032573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Theoretical probability </a:t>
            </a:r>
            <a:r>
              <a:rPr lang="en-US" sz="2800" dirty="0"/>
              <a:t>is what we</a:t>
            </a:r>
            <a:r>
              <a:rPr lang="en-US" sz="2800" u="sng" dirty="0"/>
              <a:t> expect </a:t>
            </a:r>
            <a:r>
              <a:rPr lang="en-US" sz="2800" dirty="0"/>
              <a:t>to happen</a:t>
            </a:r>
          </a:p>
          <a:p>
            <a:endParaRPr lang="en-US" sz="2800" dirty="0"/>
          </a:p>
          <a:p>
            <a:endParaRPr lang="en-US" sz="2800" b="1" dirty="0"/>
          </a:p>
          <a:p>
            <a:r>
              <a:rPr lang="en-US" sz="2800" b="1" dirty="0"/>
              <a:t>Experimental probability </a:t>
            </a:r>
            <a:r>
              <a:rPr lang="en-US" sz="2800" dirty="0"/>
              <a:t>is what </a:t>
            </a:r>
            <a:r>
              <a:rPr lang="en-US" sz="2800" u="sng" dirty="0"/>
              <a:t>actually</a:t>
            </a:r>
            <a:r>
              <a:rPr lang="en-US" sz="2800" dirty="0"/>
              <a:t> happens when we try it out.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FC9753-6DA4-45D5-914E-7EF150470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831345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5014" y="525042"/>
            <a:ext cx="8608358" cy="1060562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Experimental Probability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C39CF-8355-40AD-9CE3-204BEB536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189" y="1715391"/>
            <a:ext cx="6942807" cy="88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9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498" y="171081"/>
            <a:ext cx="8608358" cy="1060562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Complementary Probability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7E900-5B04-4673-AAD3-97B165325CBC}"/>
              </a:ext>
            </a:extLst>
          </p:cNvPr>
          <p:cNvSpPr txBox="1"/>
          <p:nvPr/>
        </p:nvSpPr>
        <p:spPr>
          <a:xfrm flipH="1">
            <a:off x="507229" y="1204197"/>
            <a:ext cx="10335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Complement means an event not happening</a:t>
            </a:r>
          </a:p>
          <a:p>
            <a:endParaRPr lang="en-AU" sz="2400" dirty="0"/>
          </a:p>
          <a:p>
            <a:r>
              <a:rPr lang="en-AU" sz="2400" dirty="0"/>
              <a:t>The complement of having long hair is the not having long hair.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70438-1C73-4655-973A-9789B2F84411}"/>
              </a:ext>
            </a:extLst>
          </p:cNvPr>
          <p:cNvSpPr txBox="1"/>
          <p:nvPr/>
        </p:nvSpPr>
        <p:spPr>
          <a:xfrm>
            <a:off x="559042" y="4086422"/>
            <a:ext cx="882741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The sum of the probability of an event and its complete is 1</a:t>
            </a:r>
          </a:p>
          <a:p>
            <a:endParaRPr lang="en-AU" sz="2800" dirty="0"/>
          </a:p>
          <a:p>
            <a:r>
              <a:rPr lang="en-AU" sz="2800" b="1" dirty="0">
                <a:solidFill>
                  <a:srgbClr val="0070C0"/>
                </a:solidFill>
              </a:rPr>
              <a:t>P(A) + P(A’) = 1</a:t>
            </a:r>
          </a:p>
          <a:p>
            <a:endParaRPr lang="en-AU" sz="2800" b="1" dirty="0">
              <a:solidFill>
                <a:srgbClr val="0070C0"/>
              </a:solidFill>
            </a:endParaRPr>
          </a:p>
          <a:p>
            <a:r>
              <a:rPr lang="en-AU" sz="2800" b="1" dirty="0">
                <a:solidFill>
                  <a:srgbClr val="0070C0"/>
                </a:solidFill>
              </a:rPr>
              <a:t>Therefor P(A’) = 1 -  P(A)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0913D-2BDA-4EF3-BACB-92C11A687060}"/>
              </a:ext>
            </a:extLst>
          </p:cNvPr>
          <p:cNvSpPr txBox="1"/>
          <p:nvPr/>
        </p:nvSpPr>
        <p:spPr>
          <a:xfrm>
            <a:off x="507229" y="2844570"/>
            <a:ext cx="11079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</a:rPr>
              <a:t>The complement of event A is not event A which can be written as A’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4311D-68C1-4361-BA0D-2451BDD8AC96}"/>
              </a:ext>
            </a:extLst>
          </p:cNvPr>
          <p:cNvSpPr txBox="1"/>
          <p:nvPr/>
        </p:nvSpPr>
        <p:spPr>
          <a:xfrm>
            <a:off x="5224726" y="3367790"/>
            <a:ext cx="1644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highlight>
                  <a:srgbClr val="FFFF00"/>
                </a:highlight>
              </a:rPr>
              <a:t>Not A = A’</a:t>
            </a:r>
          </a:p>
        </p:txBody>
      </p:sp>
    </p:spTree>
    <p:extLst>
      <p:ext uri="{BB962C8B-B14F-4D97-AF65-F5344CB8AC3E}">
        <p14:creationId xmlns:p14="http://schemas.microsoft.com/office/powerpoint/2010/main" val="92408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592396-F6A3-4D07-B7E9-2721A3190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99" y="0"/>
            <a:ext cx="8791942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498" y="171081"/>
            <a:ext cx="8608358" cy="1060562"/>
          </a:xfrm>
        </p:spPr>
        <p:txBody>
          <a:bodyPr>
            <a:normAutofit/>
          </a:bodyPr>
          <a:lstStyle/>
          <a:p>
            <a:pPr algn="r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Complementary Probability</a:t>
            </a:r>
            <a:endParaRPr lang="en-US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170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22BE1F-4897-474E-857B-BFD277FA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290" y="176979"/>
            <a:ext cx="8089681" cy="642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69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A68CA-567A-4138-9569-72FE79E60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415"/>
            <a:ext cx="12192000" cy="163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36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9E9022-0A91-4064-92DF-5B274FADE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50" y="926517"/>
            <a:ext cx="11136015" cy="43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7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171</Words>
  <Application>Microsoft Office PowerPoint</Application>
  <PresentationFormat>Widescreen</PresentationFormat>
  <Paragraphs>31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Fragment Core</vt:lpstr>
      <vt:lpstr>Kiwi School Handwriting</vt:lpstr>
      <vt:lpstr>Office Theme</vt:lpstr>
      <vt:lpstr>Revision – Probability </vt:lpstr>
      <vt:lpstr>PowerPoint Presentation</vt:lpstr>
      <vt:lpstr>Theoretical Probability</vt:lpstr>
      <vt:lpstr>Theoretical Probability</vt:lpstr>
      <vt:lpstr>Experimental Probability</vt:lpstr>
      <vt:lpstr>Experimental Probability</vt:lpstr>
      <vt:lpstr>Complementary Probability</vt:lpstr>
      <vt:lpstr>Complementary Probability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– Probability </dc:title>
  <dc:creator>LABUSCHAGNE Nine [Baldivis Secondary College]</dc:creator>
  <cp:lastModifiedBy>LABUSCHAGNE Nine [Baldivis Secondary College]</cp:lastModifiedBy>
  <cp:revision>9</cp:revision>
  <dcterms:created xsi:type="dcterms:W3CDTF">2018-04-09T01:19:14Z</dcterms:created>
  <dcterms:modified xsi:type="dcterms:W3CDTF">2018-04-09T01:32:58Z</dcterms:modified>
</cp:coreProperties>
</file>