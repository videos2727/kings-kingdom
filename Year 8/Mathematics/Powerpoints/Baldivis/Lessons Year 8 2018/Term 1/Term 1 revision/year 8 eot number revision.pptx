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7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0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6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7056"/>
            <a:ext cx="9144000" cy="5722056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2003779"/>
            <a:ext cx="5825202" cy="1371918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375694"/>
            <a:ext cx="5825202" cy="914083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580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574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250723"/>
            <a:ext cx="6447501" cy="1522151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772873"/>
            <a:ext cx="6447501" cy="7170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335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800491"/>
            <a:ext cx="3138026" cy="323397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800491"/>
            <a:ext cx="3138026" cy="32339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4/6/18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776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800819"/>
            <a:ext cx="3139217" cy="480218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281038"/>
            <a:ext cx="3139217" cy="275343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800819"/>
            <a:ext cx="3139214" cy="480218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281038"/>
            <a:ext cx="3139213" cy="275343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824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08000"/>
            <a:ext cx="6447501" cy="11006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24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279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248837"/>
            <a:ext cx="2890896" cy="1065388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429104"/>
            <a:ext cx="3385156" cy="460536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314224"/>
            <a:ext cx="2890896" cy="2153708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4/6/18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453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000500"/>
            <a:ext cx="6447500" cy="472282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508000"/>
            <a:ext cx="6447501" cy="3204765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472782"/>
            <a:ext cx="6447500" cy="561687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6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08000"/>
            <a:ext cx="6447501" cy="2836333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725333"/>
            <a:ext cx="6447501" cy="1309135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702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508000"/>
            <a:ext cx="6070601" cy="2518833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3026833"/>
            <a:ext cx="5418393" cy="3175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725333"/>
            <a:ext cx="6447501" cy="1309135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658649"/>
            <a:ext cx="457200" cy="48731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405464"/>
            <a:ext cx="457200" cy="48731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394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609990"/>
            <a:ext cx="6447501" cy="2162883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772873"/>
            <a:ext cx="6447501" cy="1261595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5341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508000"/>
            <a:ext cx="6070601" cy="2518833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344333"/>
            <a:ext cx="6447502" cy="4285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772873"/>
            <a:ext cx="6447501" cy="1261595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658649"/>
            <a:ext cx="457200" cy="48731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405464"/>
            <a:ext cx="457200" cy="48731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5901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508000"/>
            <a:ext cx="6441152" cy="2518833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344333"/>
            <a:ext cx="6447502" cy="4285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772873"/>
            <a:ext cx="6447501" cy="1261595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423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2610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508000"/>
            <a:ext cx="978557" cy="4376209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508000"/>
            <a:ext cx="5295113" cy="437620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609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7056"/>
            <a:ext cx="9144000" cy="5722056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508000"/>
            <a:ext cx="6447501" cy="11006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800491"/>
            <a:ext cx="6447501" cy="32339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5034469"/>
            <a:ext cx="683954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5034469"/>
            <a:ext cx="4723209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5034469"/>
            <a:ext cx="512504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940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EA12D-CCA0-4E03-B816-CC9040AC7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28404"/>
            <a:ext cx="6916615" cy="786313"/>
          </a:xfrm>
        </p:spPr>
        <p:txBody>
          <a:bodyPr/>
          <a:lstStyle/>
          <a:p>
            <a:r>
              <a:rPr lang="en-AU" dirty="0"/>
              <a:t>Topic: Year 8 Number revision</a:t>
            </a:r>
            <a:br>
              <a:rPr lang="en-AU" dirty="0"/>
            </a:br>
            <a:br>
              <a:rPr lang="en-AU" dirty="0"/>
            </a:br>
            <a:r>
              <a:rPr lang="en-AU" dirty="0"/>
              <a:t>EQ: What have we learnt about integers and index notation? </a:t>
            </a:r>
          </a:p>
        </p:txBody>
      </p:sp>
    </p:spTree>
    <p:extLst>
      <p:ext uri="{BB962C8B-B14F-4D97-AF65-F5344CB8AC3E}">
        <p14:creationId xmlns:p14="http://schemas.microsoft.com/office/powerpoint/2010/main" val="3026721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4764D6-D94E-024B-8402-22221D6BC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597" y="0"/>
            <a:ext cx="645480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479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446DA1-976F-E740-AF17-B10DF6992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57" y="221792"/>
            <a:ext cx="6086786" cy="445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339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AA1C8A-4C5C-D34E-9956-3F78B9B4D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68" y="88157"/>
            <a:ext cx="4715841" cy="14858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94148F-1E81-FD42-A400-97B395AAF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16" y="1791228"/>
            <a:ext cx="5787335" cy="357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499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A2EB72-D1CA-DD43-9FD3-A382C5A44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47" y="196385"/>
            <a:ext cx="4662833" cy="20297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A27156-4F33-4F42-82FA-3520493D8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712" y="1641940"/>
            <a:ext cx="5724387" cy="397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729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481091C-7EC1-DB49-B256-20B42B547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86" y="89190"/>
            <a:ext cx="5572415" cy="25446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3A7F61-8753-BD4E-A2DA-68A254F51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86" y="2712347"/>
            <a:ext cx="6897581" cy="233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502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2F259E-1D8A-134A-8033-7C0FF6D92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87" y="155549"/>
            <a:ext cx="4891008" cy="38201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350129-C112-D247-BE54-BB0CAC562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86" y="3975650"/>
            <a:ext cx="5514837" cy="136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242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3333AF-D240-A74C-BC68-FB99D0CE6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04" y="135974"/>
            <a:ext cx="4951067" cy="9807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AD8167-F8B3-5442-AFF3-4087B5E38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904" y="1296991"/>
            <a:ext cx="4659796" cy="21413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949A54-E17F-5644-AE6E-42A741611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073" y="3608666"/>
            <a:ext cx="4788728" cy="175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69302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Custom 2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226292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679</TotalTime>
  <Words>6</Words>
  <Application>Microsoft Macintosh PowerPoint</Application>
  <PresentationFormat>On-screen Show (16:10)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Topic: Year 8 Number revision  EQ: What have we learnt about integers and index notation?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Year 8 Measurement revision  EQ: What have we learnt about shapes?</dc:title>
  <dc:creator>WILSON James [Baldivis Secondary College]</dc:creator>
  <cp:lastModifiedBy>EVANS Clem [Baldivis Secondary College]</cp:lastModifiedBy>
  <cp:revision>12</cp:revision>
  <dcterms:created xsi:type="dcterms:W3CDTF">2018-04-05T13:58:55Z</dcterms:created>
  <dcterms:modified xsi:type="dcterms:W3CDTF">2018-04-06T01:35:54Z</dcterms:modified>
</cp:coreProperties>
</file>