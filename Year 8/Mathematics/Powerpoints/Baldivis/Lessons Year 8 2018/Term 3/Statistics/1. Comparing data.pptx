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58" r:id="rId3"/>
    <p:sldId id="273" r:id="rId4"/>
    <p:sldId id="275" r:id="rId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7" d="100"/>
          <a:sy n="87" d="100"/>
        </p:scale>
        <p:origin x="528" y="58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7/29/2018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7/29/2018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13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7/29/2018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7/29/2018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34" y="3429000"/>
            <a:ext cx="9144000" cy="1231776"/>
          </a:xfrm>
        </p:spPr>
        <p:txBody>
          <a:bodyPr/>
          <a:lstStyle/>
          <a:p>
            <a:r>
              <a:rPr lang="en-US" sz="6000" dirty="0"/>
              <a:t>Topic: Collecting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What do we need to consider when collecting data? </a:t>
            </a:r>
          </a:p>
          <a:p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A1DDDC-A31B-4B52-A5DF-1FCFC3A136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551" t="32145" r="51181" b="35296"/>
          <a:stretch/>
        </p:blipFill>
        <p:spPr>
          <a:xfrm>
            <a:off x="7390556" y="476672"/>
            <a:ext cx="3686345" cy="317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C480A1-D25A-406D-A700-4E88E0BAB0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99" t="33196" r="40548" b="24794"/>
          <a:stretch/>
        </p:blipFill>
        <p:spPr>
          <a:xfrm>
            <a:off x="2133972" y="990600"/>
            <a:ext cx="7056782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11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Collecting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do we need to consider when collecting data?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>
            <a:off x="2205980" y="1124715"/>
            <a:ext cx="0" cy="546425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53BE2FC-00DA-4A77-A6F3-C39404162DD7}"/>
              </a:ext>
            </a:extLst>
          </p:cNvPr>
          <p:cNvSpPr txBox="1">
            <a:spLocks/>
          </p:cNvSpPr>
          <p:nvPr/>
        </p:nvSpPr>
        <p:spPr>
          <a:xfrm>
            <a:off x="226906" y="2284203"/>
            <a:ext cx="2016209" cy="792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dirty="0"/>
              <a:t>What is a census?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6C6A2C-10DC-4B98-AC4C-ECBCCBACE96B}"/>
              </a:ext>
            </a:extLst>
          </p:cNvPr>
          <p:cNvSpPr txBox="1"/>
          <p:nvPr/>
        </p:nvSpPr>
        <p:spPr>
          <a:xfrm>
            <a:off x="2349996" y="1168676"/>
            <a:ext cx="8586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rgbClr val="FF0000"/>
                </a:solidFill>
              </a:rPr>
              <a:t>Think – Pair – Share </a:t>
            </a:r>
          </a:p>
          <a:p>
            <a:r>
              <a:rPr lang="en-AU" sz="1600" dirty="0">
                <a:solidFill>
                  <a:srgbClr val="FF0000"/>
                </a:solidFill>
              </a:rPr>
              <a:t>What would you do if you wanted to know if left handed or right handed people were taller? How could you collect that data?</a:t>
            </a:r>
            <a:endParaRPr lang="en-AU" sz="1600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7942A050-CAC3-487F-BA1A-0D1545261D40}"/>
              </a:ext>
            </a:extLst>
          </p:cNvPr>
          <p:cNvSpPr txBox="1">
            <a:spLocks/>
          </p:cNvSpPr>
          <p:nvPr/>
        </p:nvSpPr>
        <p:spPr>
          <a:xfrm>
            <a:off x="2774783" y="2367217"/>
            <a:ext cx="6192677" cy="792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dirty="0"/>
              <a:t>A collection of data from the </a:t>
            </a:r>
            <a:r>
              <a:rPr lang="en-US" sz="1800" b="1" dirty="0"/>
              <a:t>whole</a:t>
            </a:r>
            <a:r>
              <a:rPr lang="en-US" sz="1800" dirty="0"/>
              <a:t> population 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08F5606F-9F9E-49C5-8096-A15704D5371A}"/>
              </a:ext>
            </a:extLst>
          </p:cNvPr>
          <p:cNvSpPr txBox="1">
            <a:spLocks/>
          </p:cNvSpPr>
          <p:nvPr/>
        </p:nvSpPr>
        <p:spPr>
          <a:xfrm>
            <a:off x="226905" y="3644439"/>
            <a:ext cx="2016209" cy="792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dirty="0"/>
              <a:t>What is a sample?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6C65593-BD8C-4729-ADCC-DE779DCF3B6E}"/>
              </a:ext>
            </a:extLst>
          </p:cNvPr>
          <p:cNvSpPr txBox="1">
            <a:spLocks/>
          </p:cNvSpPr>
          <p:nvPr/>
        </p:nvSpPr>
        <p:spPr>
          <a:xfrm>
            <a:off x="2590174" y="3576681"/>
            <a:ext cx="6192677" cy="792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dirty="0"/>
              <a:t>A collection of data from the </a:t>
            </a:r>
            <a:r>
              <a:rPr lang="en-US" sz="1800" b="1" dirty="0"/>
              <a:t>part of the</a:t>
            </a:r>
            <a:r>
              <a:rPr lang="en-US" sz="1800" dirty="0"/>
              <a:t> population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9BE49F-6639-4141-BD7B-C0AC741BE899}"/>
              </a:ext>
            </a:extLst>
          </p:cNvPr>
          <p:cNvSpPr txBox="1"/>
          <p:nvPr/>
        </p:nvSpPr>
        <p:spPr>
          <a:xfrm>
            <a:off x="9626035" y="2939752"/>
            <a:ext cx="2636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rgbClr val="FF0000"/>
                </a:solidFill>
              </a:rPr>
              <a:t>Can you think of any advantages/ disadvantages for each of these? </a:t>
            </a:r>
            <a:endParaRPr lang="en-AU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61910A-42EC-450E-94A1-78CE894E7F56}"/>
              </a:ext>
            </a:extLst>
          </p:cNvPr>
          <p:cNvSpPr txBox="1"/>
          <p:nvPr/>
        </p:nvSpPr>
        <p:spPr>
          <a:xfrm>
            <a:off x="3430117" y="2708920"/>
            <a:ext cx="3096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+ accurate</a:t>
            </a:r>
          </a:p>
          <a:p>
            <a:r>
              <a:rPr lang="en-AU" dirty="0"/>
              <a:t>+ reflects everyone's opinion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AC5B6A-129E-4A4C-BC13-3595D822E167}"/>
              </a:ext>
            </a:extLst>
          </p:cNvPr>
          <p:cNvSpPr txBox="1"/>
          <p:nvPr/>
        </p:nvSpPr>
        <p:spPr>
          <a:xfrm>
            <a:off x="6814492" y="2684765"/>
            <a:ext cx="3096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 Takes a lot of time</a:t>
            </a:r>
          </a:p>
          <a:p>
            <a:r>
              <a:rPr lang="en-AU" dirty="0"/>
              <a:t>- Could be expensive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5F9568-8687-426C-95E6-1488C7CD6F8E}"/>
              </a:ext>
            </a:extLst>
          </p:cNvPr>
          <p:cNvSpPr txBox="1"/>
          <p:nvPr/>
        </p:nvSpPr>
        <p:spPr>
          <a:xfrm>
            <a:off x="3286099" y="3966787"/>
            <a:ext cx="3600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+ can be done quickly</a:t>
            </a:r>
          </a:p>
          <a:p>
            <a:r>
              <a:rPr lang="en-AU" dirty="0"/>
              <a:t>+ not using as much resources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5658E8-48E6-414D-A9D4-9B6A632E00F2}"/>
              </a:ext>
            </a:extLst>
          </p:cNvPr>
          <p:cNvSpPr txBox="1"/>
          <p:nvPr/>
        </p:nvSpPr>
        <p:spPr>
          <a:xfrm>
            <a:off x="7040649" y="3943926"/>
            <a:ext cx="3096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 Tricky to get good sample</a:t>
            </a:r>
          </a:p>
          <a:p>
            <a:r>
              <a:rPr lang="en-AU" dirty="0"/>
              <a:t>- The smaller the sample the larger the error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C13641-B614-4FE0-B2A5-8582D2A4DFDC}"/>
              </a:ext>
            </a:extLst>
          </p:cNvPr>
          <p:cNvSpPr txBox="1"/>
          <p:nvPr/>
        </p:nvSpPr>
        <p:spPr>
          <a:xfrm>
            <a:off x="2349996" y="5042993"/>
            <a:ext cx="3456380" cy="64633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Fun Fact! The 2011 Australian census cost $440 million dollars</a:t>
            </a:r>
          </a:p>
        </p:txBody>
      </p:sp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  <p:bldP spid="22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9675D-09C3-4777-BBEB-073065586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828" y="404664"/>
            <a:ext cx="9828582" cy="762000"/>
          </a:xfrm>
        </p:spPr>
        <p:txBody>
          <a:bodyPr>
            <a:normAutofit/>
          </a:bodyPr>
          <a:lstStyle/>
          <a:p>
            <a:r>
              <a:rPr lang="en-AU" dirty="0"/>
              <a:t>What is wrong with each of the following questions? How could you improve these??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DE811-CFB6-4440-8008-2962BA15CA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7C56F8-C40E-4B1A-B228-15A884BE18B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76D048-04FC-4910-A464-696E5DDD35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2" t="63653" r="57089" b="10090"/>
          <a:stretch/>
        </p:blipFill>
        <p:spPr>
          <a:xfrm>
            <a:off x="837828" y="1556792"/>
            <a:ext cx="10415231" cy="406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5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1530</TotalTime>
  <Words>185</Words>
  <Application>Microsoft Office PowerPoint</Application>
  <PresentationFormat>Custom</PresentationFormat>
  <Paragraphs>26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Palatino Linotype</vt:lpstr>
      <vt:lpstr>Watercolor_16x9</vt:lpstr>
      <vt:lpstr>Topic: Collecting Data</vt:lpstr>
      <vt:lpstr>Add a Slide Title - 1</vt:lpstr>
      <vt:lpstr>Topic: Collecting Data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LATHAM Alexandria [Baldivis Secondary College]</cp:lastModifiedBy>
  <cp:revision>18</cp:revision>
  <dcterms:created xsi:type="dcterms:W3CDTF">2018-07-29T09:37:46Z</dcterms:created>
  <dcterms:modified xsi:type="dcterms:W3CDTF">2018-07-30T11:53:38Z</dcterms:modified>
</cp:coreProperties>
</file>