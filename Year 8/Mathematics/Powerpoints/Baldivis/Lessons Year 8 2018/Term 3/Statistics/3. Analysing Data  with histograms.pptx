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9" r:id="rId3"/>
    <p:sldId id="270" r:id="rId4"/>
    <p:sldId id="274" r:id="rId5"/>
    <p:sldId id="265" r:id="rId6"/>
    <p:sldId id="264" r:id="rId7"/>
    <p:sldId id="272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AEE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2" autoAdjust="0"/>
    <p:restoredTop sz="94660"/>
  </p:normalViewPr>
  <p:slideViewPr>
    <p:cSldViewPr snapToGrid="0">
      <p:cViewPr>
        <p:scale>
          <a:sx n="66" d="100"/>
          <a:sy n="66" d="100"/>
        </p:scale>
        <p:origin x="528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4F7FFA-A5DF-41B0-A40A-9F76B9ACF05C}" type="datetimeFigureOut">
              <a:rPr lang="en-AU" smtClean="0"/>
              <a:t>14/08/2018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998AB-7CBF-4657-BBB5-55646DC369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3161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012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64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161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6386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7628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3319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3552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5514C-91F0-4EB5-A543-F9C5BBF5D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E84FD-B876-40AE-8568-3BA8C1872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331ED-8703-4302-9D03-C063E0AE7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14/08/2018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33B36-0505-4B72-BDCB-5C7D34B9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60DE3-173F-497F-AC26-BAF82F6B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923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FD080-D5C0-4473-9AAE-6697BE682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2DD61-734A-4659-A6F3-60FF446B3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97D4-BD96-4E79-A26F-5A36C56F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14/08/2018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F509E-CB05-42C2-A018-53BEBBE0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0DEB7-6045-4A3C-9D04-FA00D19E5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5446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9535-A255-4F08-AAF8-1895B2D43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2A1EE-3898-4CAA-B355-D878F3418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48FA4-5E73-411E-B11D-78BFC7FBF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14/08/2018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0F2C8-027C-4488-9227-8FD06E820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C05FF-0F8C-44EF-8B1E-9FF53431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1284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26FD2-7FA8-456E-B0D1-02EEF9DEF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53D2D-B898-487F-A121-E56D928C2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4A72B-2340-433E-BBAC-C62E6C53D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09604-4884-4D07-9EB7-2194546CD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14/08/2018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AEEF0-E0F0-4C73-9726-F7D3620BA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D5ACA-8034-40A1-871D-B6C4DB71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028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A971-C112-4615-A58D-5C406D483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CEBFB-5631-46F6-8FB4-EDF3FA3BC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975FC-9541-4A11-94CC-B81DCA88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A72B51-413D-4F3F-85E0-0C89A282C7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DEF1C-2D47-4D4D-ADEA-14E252CE52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D367B1-CE4C-4393-AD58-54C697B9F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14/08/2018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740072-5543-44FB-8C86-84868C42C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076B83-1EC3-45AC-BFF6-148B133A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2818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C9FA7-6F0A-48AE-BE27-798FEE6DC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25B3DA-B58E-44FA-AB4C-687BC9CC3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14/08/2018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AE3B3E-7FA9-4A28-80F8-B9365965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43BA-6221-4A3C-8469-746738B00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4686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DBE03D-28C1-4C39-8BF9-5E46F2180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14/08/2018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833EF2-277C-42CE-809A-F6C170C8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5FBD2-5D34-4422-9DDF-4EF0BAA75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275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FCF14-F642-419C-81F5-E7BD8E57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6BFA3-54C4-4A84-99B5-A80D42BF1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284BC-C355-4C08-A181-BF32D7B20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F978D-3DE7-4189-939C-18090E9CD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14/08/2018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A52D2-CE31-4406-976A-18F4469FC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475FB-D0E3-4D58-8D86-26C3C81B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559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7374E-2497-4B74-9B60-A8D96D3E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153DBF-42F6-4E35-BF38-69F0896D76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AA914-0EF8-411D-8567-0CCF26B52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D1934-4ACA-4B5A-9815-E8CD1E41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14/08/2018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65064-E639-4D2F-9675-DE6BCB42D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26E3F-C5F2-4321-80AD-C454349BF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5248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27F3A-FFCD-4326-8468-849A51FBB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A59BE-0398-446A-AC7F-07716498F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4E6F7-CF4E-4AE8-8F68-509E00DC1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14/08/2018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1E076-42E6-4436-8FB1-43D5892E0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23CC8-5B03-4946-B66B-7A0F28A82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570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93752A-D07F-4722-AA33-EEF9D9F868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B6047-C7EB-415C-AA92-B87F75D3A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D6E41-F76A-404E-A4A3-B80E1CDB9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14/08/2018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47AAB-1010-4CDB-AC64-EFED1DBC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78F8B-CE0A-4A2E-87BF-E6C8394E1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4151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48371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42342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87082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9248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4EB7F8-43F5-4E59-B7B6-B94561848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3D756-A369-490E-9AF8-4B8F078D1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06E4E-3D76-4095-BAD9-9EE800967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F81E1-7D96-4760-A257-350ED6BADC76}" type="datetimeFigureOut">
              <a:rPr lang="en-AU" smtClean="0"/>
              <a:t>14/08/2018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C8652-1ABD-46AA-B5B0-F22A009B6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838D9-93FE-4259-8499-C19421B72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523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8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Analysing Data from histograms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DB6BC6-092C-49FB-95A3-E8C2D1D96504}"/>
              </a:ext>
            </a:extLst>
          </p:cNvPr>
          <p:cNvSpPr txBox="1"/>
          <p:nvPr/>
        </p:nvSpPr>
        <p:spPr>
          <a:xfrm>
            <a:off x="2796894" y="3865083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analyse data from histograms? 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8902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Analysing Data with histograms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we </a:t>
            </a:r>
            <a:r>
              <a:rPr lang="en-US" sz="2399" b="1" dirty="0" err="1">
                <a:solidFill>
                  <a:prstClr val="black"/>
                </a:solidFill>
                <a:latin typeface="Fragment Core" panose="02000504040000020003" pitchFamily="50" charset="0"/>
              </a:rPr>
              <a:t>analyse</a:t>
            </a:r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 a graph?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analyse data from histograms?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5BB7640-0BB5-4606-957A-3739AB76B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516" y="1538980"/>
            <a:ext cx="10097729" cy="378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5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1CAEFB-FEF9-4AAA-BAFD-8E3D1FEA8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21" y="955694"/>
            <a:ext cx="9619316" cy="5367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021" y="150992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308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2C9D8-9F92-43E0-8CFC-85956B37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538" y="475663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5400">
                <a:solidFill>
                  <a:srgbClr val="FFFFFF"/>
                </a:solidFill>
              </a:rPr>
              <a:t>Histograms with outliers</a:t>
            </a:r>
          </a:p>
        </p:txBody>
      </p:sp>
      <p:sp>
        <p:nvSpPr>
          <p:cNvPr id="5" name="AutoShape 6" descr="Image result for histogram examples with outliers">
            <a:extLst>
              <a:ext uri="{FF2B5EF4-FFF2-40B4-BE49-F238E27FC236}">
                <a16:creationId xmlns:a16="http://schemas.microsoft.com/office/drawing/2014/main" id="{00095030-D566-4858-A688-CD4FD1CA3F6E}"/>
              </a:ext>
            </a:extLst>
          </p:cNvPr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1673659" y="5873928"/>
            <a:ext cx="9144000" cy="420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1800" dirty="0">
                <a:solidFill>
                  <a:srgbClr val="D29B4F"/>
                </a:solidFill>
              </a:rPr>
              <a:t>One bar will be very far away</a:t>
            </a:r>
          </a:p>
        </p:txBody>
      </p:sp>
      <p:pic>
        <p:nvPicPr>
          <p:cNvPr id="1026" name="Picture 2" descr="Image result for histogram examples with outliers">
            <a:extLst>
              <a:ext uri="{FF2B5EF4-FFF2-40B4-BE49-F238E27FC236}">
                <a16:creationId xmlns:a16="http://schemas.microsoft.com/office/drawing/2014/main" id="{3CFA84A7-5434-4AAA-A576-593B15D00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439671"/>
            <a:ext cx="5455917" cy="3733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DDC165-2A73-4F44-96CB-DB83033C0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43" y="478818"/>
            <a:ext cx="5455917" cy="3655463"/>
          </a:xfrm>
          <a:prstGeom prst="rect">
            <a:avLst/>
          </a:prstGeom>
        </p:spPr>
      </p:pic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087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429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307BBB-840C-4B26-B14D-36D4A2340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1493"/>
            <a:ext cx="12192000" cy="453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429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7E49CA-94DC-4E1B-A4BE-B266AA59E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8824"/>
            <a:ext cx="12192000" cy="49605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1224B7-30D3-4963-94B3-5B5D3E2EC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026" y="89657"/>
            <a:ext cx="2594380" cy="99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40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429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1D075A-D245-4277-BA9D-978E92A12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2364"/>
            <a:ext cx="12192000" cy="49970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9856BB-875B-4D8D-966C-938CA094F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085" y="38495"/>
            <a:ext cx="2843213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98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Widescreen</PresentationFormat>
  <Paragraphs>18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Fragment Core</vt:lpstr>
      <vt:lpstr>Office Theme</vt:lpstr>
      <vt:lpstr>Analysing Data from histograms</vt:lpstr>
      <vt:lpstr>PowerPoint Presentation</vt:lpstr>
      <vt:lpstr>Practice</vt:lpstr>
      <vt:lpstr>Histograms with outliers</vt:lpstr>
      <vt:lpstr>PowerPoint Presentation</vt:lpstr>
      <vt:lpstr>Task</vt:lpstr>
      <vt:lpstr>Task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Analysing Data from histograms</dc:title>
  <dc:creator>LATHAM Alexandria [Baldivis Secondary College]</dc:creator>
  <cp:lastModifiedBy>LATHAM Alexandria [Baldivis Secondary College]</cp:lastModifiedBy>
  <cp:revision>1</cp:revision>
  <dcterms:created xsi:type="dcterms:W3CDTF">2018-08-14T01:32:17Z</dcterms:created>
  <dcterms:modified xsi:type="dcterms:W3CDTF">2018-08-14T01:33:00Z</dcterms:modified>
</cp:coreProperties>
</file>