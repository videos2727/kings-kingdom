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8" r:id="rId3"/>
    <p:sldId id="269" r:id="rId4"/>
    <p:sldId id="263" r:id="rId5"/>
    <p:sldId id="270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2" autoAdjust="0"/>
    <p:restoredTop sz="69900" autoAdjust="0"/>
  </p:normalViewPr>
  <p:slideViewPr>
    <p:cSldViewPr snapToGrid="0">
      <p:cViewPr varScale="1">
        <p:scale>
          <a:sx n="57" d="100"/>
          <a:sy n="57" d="100"/>
        </p:scale>
        <p:origin x="77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FA1F3-C7B2-46B5-8A74-75B4FCC577D4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2A0AC4-5D92-49C6-848F-D25B192B9BF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84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313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322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0396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873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2015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9383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dirty="0"/>
              <a:t>Stem and Leaf Plot </a:t>
            </a:r>
            <a:r>
              <a:rPr lang="en-AU" sz="1200" b="1" dirty="0"/>
              <a:t>display </a:t>
            </a:r>
            <a:r>
              <a:rPr lang="en-AU" sz="1200" b="1" dirty="0">
                <a:solidFill>
                  <a:prstClr val="black"/>
                </a:solidFill>
                <a:latin typeface="+mn-lt"/>
              </a:rPr>
              <a:t>a single data set or two related data sets.</a:t>
            </a:r>
            <a:endParaRPr lang="en-AU" sz="1200" b="1" dirty="0"/>
          </a:p>
          <a:p>
            <a:pPr>
              <a:lnSpc>
                <a:spcPct val="150000"/>
              </a:lnSpc>
            </a:pPr>
            <a:r>
              <a:rPr lang="en-AU" sz="1200" dirty="0"/>
              <a:t>To create Stem and Leaf Plots </a:t>
            </a:r>
            <a:r>
              <a:rPr lang="en-AU" sz="1200" b="1" dirty="0"/>
              <a:t>the tens part of the number </a:t>
            </a:r>
            <a:r>
              <a:rPr lang="en-AU" sz="1200" dirty="0"/>
              <a:t>go on the Stem side and the </a:t>
            </a:r>
            <a:r>
              <a:rPr lang="en-AU" sz="1200" b="1" dirty="0"/>
              <a:t>units part of the number</a:t>
            </a:r>
            <a:r>
              <a:rPr lang="en-AU" sz="1200" dirty="0"/>
              <a:t> go on the Leaf side.</a:t>
            </a:r>
          </a:p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863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93303-BE6D-4F71-80A9-26DCD479F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C9A947-EC41-42CE-A1C8-28DE80DB8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F7FF-29A8-4D56-9265-81A36A06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9BA2A-5FA5-49E7-9845-FAFE789AE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DC237-1686-4C20-ACF2-318C86F9B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60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547B-F7FE-4ED7-8D37-40BD08DBD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005F8-69F3-4BBA-A263-744ADBFEC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86FD-5351-4E71-AB7E-BC2FD4875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806F-39DE-4DD4-B08F-20FD0401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B23ED-3527-45C4-84F3-2D541F37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54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4984-7FD2-436D-9CCB-80567C1B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19D9F-AA29-477E-9E14-10B7C1C17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BD4C8-FA5B-44C2-8F94-12CE472D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7A0F3-D7F1-4C0A-8E7D-21D67B25C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B2D4F-57E3-4CD4-B52A-E69E45661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143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4BE5-E831-4B18-96BA-5EABC096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496A7-2365-4F53-84D8-4A72895D3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B1DC6-08CD-4046-8B8D-6F83A930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38C41-26E3-4F5A-9546-47690649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B20DC-1C0F-448B-9DB5-6B57D49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7B490-CD52-4EB0-8B25-0C378CD28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6594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40E7-78B3-4AFB-96D1-A4DC3A38D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552A4-A746-4E88-AD00-28A4CF53B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929C5-8A47-4081-85A6-C4A0F488B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3802D-3E74-4DA9-9223-EC820924F6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D1BF3-01A5-41AD-8FAD-F000F000F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A7267-BF8B-4D99-AB44-014D19045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87286C-6A6E-4826-8D95-DDD32DF6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12F01-1B48-4C1C-96C7-C619B21A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81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DFFB-597D-43BA-BD88-F8CAED628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21F2E9-C98F-4BD1-B55E-6C2C6EB81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CCD64-5A7B-48B7-9E2F-2A48D7BF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098C68-32F7-4804-8CD5-2015D6B7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09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0AEB55-B828-434D-A972-025840FD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44888-04A2-407A-9BD3-F529C093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6FE1A-6674-474E-A29C-8612F768D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25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6CF88-D80C-4B37-9EF6-CC0CB79B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D76E9-D372-45EC-AF5C-B1FD3DAF1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DEF1C-2804-4B1B-81DA-D214402336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F0AAF-100A-4804-B6B3-73A57BFBD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F31DC-AEBE-4E6E-881F-6F36937D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0320-A9C4-4316-87D1-12F9F9CF0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85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4800-BBB6-43DA-BDE1-A3BEB86E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7A894-7BB7-4D7A-9DBD-C4609569A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10D13-FAC6-47F6-AFC5-D60343A48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5CE7E-B5A1-46F3-AF44-8F4CF1D7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6428-735A-49D0-8E44-25F8C19E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6319E-4883-4DFF-95A2-580DB92B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887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927E-CB23-4D7E-A522-0EA29853E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5A0FD7-8417-40BF-B488-A8D4F6B41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073B9-3776-4456-87A4-4A54E901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5A6D4-8981-4551-A30C-E7C33833A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8A4DE-8DC0-4235-B3FA-4206C2E0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45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B2933-DBA7-4DA2-8825-16C5E0CE5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FBE7A-ED72-410D-B1F7-500D7845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FC9F3-6DE0-4C21-BB13-4F3286C0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0BA35-E5C2-4677-8FAF-10BF67C0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6A6B2-88F9-42AC-BAB8-DADA6C18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45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57304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73042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69880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85977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6C01F-1CC7-4636-8AF9-96343457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F6734-2CC7-42ED-9C4E-706FA514C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A6D12-9256-4DC7-AC2F-A1EC25837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4A4E0-DE82-4E5B-BEF7-C95428A639BA}" type="datetimeFigureOut">
              <a:rPr lang="en-AU" smtClean="0"/>
              <a:t>13/08/2018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484CE-40B6-44C6-8A2A-7CDEC10A9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76F1-4142-4B42-AC09-67D6095D3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C4CBE-321E-4E08-9FEC-CC4E7DB86C6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2465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Drawing Stem and Leaf Plots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02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Stem and Leaf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draw and analyse Stem and Leaf Plots?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85640"/>
            <a:ext cx="9544926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Stem and Leaf plots are used to display a single data set or two related data sets.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They help to show distribution like histograms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Median and mode can easily be read as the data is in order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025993A-0E5D-47F8-969C-4B34D4FD8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2126" y="3923070"/>
            <a:ext cx="4795328" cy="2848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D5933D-CDC0-4D11-B280-38515C364C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464" y="4486059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5028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do we draw Stem and Leaf Plot?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draw and analyse Stem and Leaf Plots?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7608" y="1423916"/>
            <a:ext cx="9544926" cy="458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 Data is shows in two parts: the Stem and the Leaf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rgbClr val="00B050"/>
                </a:solidFill>
                <a:latin typeface="Calibri" panose="020F0502020204030204"/>
              </a:rPr>
              <a:t>The Stem is the tens part of the number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2399" dirty="0">
                <a:solidFill>
                  <a:srgbClr val="0070C0"/>
                </a:solidFill>
                <a:latin typeface="Calibri" panose="020F0502020204030204"/>
              </a:rPr>
              <a:t>The Leaf is the units part of the number</a:t>
            </a:r>
          </a:p>
          <a:p>
            <a:pPr marL="1257300" lvl="2" indent="-342900" defTabSz="914126">
              <a:buFont typeface="Arial" panose="020B0604020202020204" pitchFamily="34" charset="0"/>
              <a:buChar char="•"/>
            </a:pPr>
            <a:r>
              <a:rPr lang="en-AU" sz="3600" b="1" dirty="0" err="1">
                <a:solidFill>
                  <a:prstClr val="black"/>
                </a:solidFill>
                <a:latin typeface="Calibri" panose="020F0502020204030204"/>
              </a:rPr>
              <a:t>Eg</a:t>
            </a:r>
            <a:r>
              <a:rPr lang="en-AU" sz="3600" b="1" dirty="0">
                <a:solidFill>
                  <a:prstClr val="black"/>
                </a:solidFill>
                <a:latin typeface="Calibri" panose="020F0502020204030204"/>
              </a:rPr>
              <a:t>: </a:t>
            </a:r>
            <a:r>
              <a:rPr lang="en-AU" sz="3600" b="1" dirty="0">
                <a:solidFill>
                  <a:schemeClr val="accent6"/>
                </a:solidFill>
                <a:latin typeface="Calibri" panose="020F0502020204030204"/>
              </a:rPr>
              <a:t>2</a:t>
            </a:r>
            <a:r>
              <a:rPr lang="en-AU" sz="3600" b="1" dirty="0">
                <a:solidFill>
                  <a:srgbClr val="0070C0"/>
                </a:solidFill>
                <a:latin typeface="Calibri" panose="020F0502020204030204"/>
              </a:rPr>
              <a:t>6</a:t>
            </a:r>
          </a:p>
          <a:p>
            <a:pPr marL="457200" indent="-457200" defTabSz="914126">
              <a:buFont typeface="+mj-lt"/>
              <a:buAutoNum type="arabicPeriod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Look at your data set and see how many numbers you will need in the stem section</a:t>
            </a:r>
          </a:p>
          <a:p>
            <a:pPr lvl="1" defTabSz="914126"/>
            <a:r>
              <a:rPr lang="en-AU" sz="2399" dirty="0" err="1">
                <a:solidFill>
                  <a:prstClr val="black"/>
                </a:solidFill>
                <a:latin typeface="Calibri" panose="020F0502020204030204"/>
              </a:rPr>
              <a:t>Eg</a:t>
            </a: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: 10, 12, 14, 26, 28, 39, 40, 50, 57, 68</a:t>
            </a:r>
          </a:p>
          <a:p>
            <a:pPr lvl="1"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Fill in the leaf section of the plot</a:t>
            </a:r>
          </a:p>
          <a:p>
            <a:pPr marL="742950" indent="-742950" defTabSz="914126">
              <a:buFont typeface="+mj-lt"/>
              <a:buAutoNum type="arabicPeriod"/>
            </a:pPr>
            <a:endParaRPr lang="en-US" sz="4000" b="1" dirty="0">
              <a:solidFill>
                <a:srgbClr val="0070C0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180984-3FEB-4630-950B-789EE419265C}"/>
              </a:ext>
            </a:extLst>
          </p:cNvPr>
          <p:cNvCxnSpPr/>
          <p:nvPr/>
        </p:nvCxnSpPr>
        <p:spPr>
          <a:xfrm>
            <a:off x="10115155" y="1929699"/>
            <a:ext cx="0" cy="11981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57B2EBE-FA0D-4A22-AA6F-BD8C3A4C7648}"/>
              </a:ext>
            </a:extLst>
          </p:cNvPr>
          <p:cNvCxnSpPr/>
          <p:nvPr/>
        </p:nvCxnSpPr>
        <p:spPr>
          <a:xfrm>
            <a:off x="9680028" y="1929699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BD8E8DE-DE2C-417B-A810-F7371BA038D4}"/>
              </a:ext>
            </a:extLst>
          </p:cNvPr>
          <p:cNvSpPr txBox="1"/>
          <p:nvPr/>
        </p:nvSpPr>
        <p:spPr>
          <a:xfrm flipH="1">
            <a:off x="9696959" y="1929698"/>
            <a:ext cx="1102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2  6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2C4914-6A71-46AC-8E93-D36EBFEAF06D}"/>
              </a:ext>
            </a:extLst>
          </p:cNvPr>
          <p:cNvCxnSpPr>
            <a:cxnSpLocks/>
          </p:cNvCxnSpPr>
          <p:nvPr/>
        </p:nvCxnSpPr>
        <p:spPr>
          <a:xfrm flipH="1">
            <a:off x="1011515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C04E29-DC43-4E1A-8DDB-961F5A845E5A}"/>
              </a:ext>
            </a:extLst>
          </p:cNvPr>
          <p:cNvCxnSpPr>
            <a:cxnSpLocks/>
          </p:cNvCxnSpPr>
          <p:nvPr/>
        </p:nvCxnSpPr>
        <p:spPr>
          <a:xfrm>
            <a:off x="969695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4900A4-65CD-4D98-A086-99633586765D}"/>
              </a:ext>
            </a:extLst>
          </p:cNvPr>
          <p:cNvSpPr txBox="1"/>
          <p:nvPr/>
        </p:nvSpPr>
        <p:spPr>
          <a:xfrm flipH="1">
            <a:off x="968002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    </a:t>
            </a:r>
          </a:p>
          <a:p>
            <a:r>
              <a:rPr lang="en-AU" sz="2800" dirty="0"/>
              <a:t>2    </a:t>
            </a:r>
          </a:p>
          <a:p>
            <a:r>
              <a:rPr lang="en-AU" sz="2800" dirty="0"/>
              <a:t>3  </a:t>
            </a:r>
          </a:p>
          <a:p>
            <a:r>
              <a:rPr lang="en-AU" sz="2800" dirty="0"/>
              <a:t>4   </a:t>
            </a:r>
          </a:p>
          <a:p>
            <a:r>
              <a:rPr lang="en-AU" sz="2800" dirty="0"/>
              <a:t>5    </a:t>
            </a:r>
          </a:p>
          <a:p>
            <a:r>
              <a:rPr lang="en-AU" sz="2800" dirty="0"/>
              <a:t>6   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D019FD-5B5D-4C95-9748-3FC1E4A4211C}"/>
              </a:ext>
            </a:extLst>
          </p:cNvPr>
          <p:cNvCxnSpPr>
            <a:cxnSpLocks/>
          </p:cNvCxnSpPr>
          <p:nvPr/>
        </p:nvCxnSpPr>
        <p:spPr>
          <a:xfrm flipH="1">
            <a:off x="8138045" y="3889887"/>
            <a:ext cx="28009" cy="29681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FFECFE4-72DB-4B5F-B7C5-670AFE6C3057}"/>
              </a:ext>
            </a:extLst>
          </p:cNvPr>
          <p:cNvCxnSpPr>
            <a:cxnSpLocks/>
          </p:cNvCxnSpPr>
          <p:nvPr/>
        </p:nvCxnSpPr>
        <p:spPr>
          <a:xfrm>
            <a:off x="7719849" y="3889888"/>
            <a:ext cx="174681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D30988-B21E-429E-867C-51E4FA50F543}"/>
              </a:ext>
            </a:extLst>
          </p:cNvPr>
          <p:cNvSpPr txBox="1"/>
          <p:nvPr/>
        </p:nvSpPr>
        <p:spPr>
          <a:xfrm flipH="1">
            <a:off x="7702917" y="3889886"/>
            <a:ext cx="2099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1    0, 2, 4</a:t>
            </a:r>
          </a:p>
          <a:p>
            <a:r>
              <a:rPr lang="en-AU" sz="2800" dirty="0"/>
              <a:t>2    6, 8</a:t>
            </a:r>
          </a:p>
          <a:p>
            <a:r>
              <a:rPr lang="en-AU" sz="2800" dirty="0"/>
              <a:t>3    9</a:t>
            </a:r>
          </a:p>
          <a:p>
            <a:r>
              <a:rPr lang="en-AU" sz="2800" dirty="0"/>
              <a:t>4    0</a:t>
            </a:r>
          </a:p>
          <a:p>
            <a:r>
              <a:rPr lang="en-AU" sz="2800" dirty="0"/>
              <a:t>5    0, 7</a:t>
            </a:r>
          </a:p>
          <a:p>
            <a:r>
              <a:rPr lang="en-AU" sz="2800" dirty="0"/>
              <a:t>6    8  </a:t>
            </a:r>
          </a:p>
        </p:txBody>
      </p:sp>
    </p:spTree>
    <p:extLst>
      <p:ext uri="{BB962C8B-B14F-4D97-AF65-F5344CB8AC3E}">
        <p14:creationId xmlns:p14="http://schemas.microsoft.com/office/powerpoint/2010/main" val="339619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330A7-DAAC-4566-B088-B22DDC9B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1" y="484348"/>
            <a:ext cx="9727324" cy="1150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823" y="253315"/>
            <a:ext cx="8608358" cy="806128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5B13B7-961B-44A1-9324-EA19BDA4E0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322"/>
          <a:stretch/>
        </p:blipFill>
        <p:spPr>
          <a:xfrm>
            <a:off x="0" y="1708982"/>
            <a:ext cx="12192000" cy="5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BE330A7-DAAC-4566-B088-B22DDC9B8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81" y="484348"/>
            <a:ext cx="9727324" cy="11501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823" y="253315"/>
            <a:ext cx="8608358" cy="806128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653AC4-BE22-4059-B95B-38B41C319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45264"/>
            <a:ext cx="12192000" cy="108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40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1E0B1-7081-4496-8701-223335DD22FE}"/>
              </a:ext>
            </a:extLst>
          </p:cNvPr>
          <p:cNvSpPr txBox="1"/>
          <p:nvPr/>
        </p:nvSpPr>
        <p:spPr>
          <a:xfrm>
            <a:off x="1002687" y="1340799"/>
            <a:ext cx="818965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defTabSz="914126">
              <a:buFont typeface="+mj-lt"/>
              <a:buAutoNum type="arabicPeriod"/>
            </a:pPr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Stem and Leaf Plot Worksheet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marL="457200" indent="-457200" defTabSz="914126">
              <a:buFont typeface="+mj-lt"/>
              <a:buAutoNum type="arabicPeriod"/>
            </a:pPr>
            <a:r>
              <a:rPr lang="en-US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Summary</a:t>
            </a:r>
          </a:p>
          <a:p>
            <a:pPr marL="457200" indent="-457200" defTabSz="914126">
              <a:buFont typeface="+mj-lt"/>
              <a:buAutoNum type="arabicPeriod"/>
            </a:pPr>
            <a:endParaRPr lang="en-US" sz="32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F7A2A-AD37-4A65-8406-7177E8BE0004}"/>
              </a:ext>
            </a:extLst>
          </p:cNvPr>
          <p:cNvSpPr txBox="1"/>
          <p:nvPr/>
        </p:nvSpPr>
        <p:spPr>
          <a:xfrm>
            <a:off x="670612" y="2832099"/>
            <a:ext cx="10737315" cy="2620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Stem and Leaf Plot display______________________________.</a:t>
            </a:r>
          </a:p>
          <a:p>
            <a:pPr>
              <a:lnSpc>
                <a:spcPct val="150000"/>
              </a:lnSpc>
            </a:pPr>
            <a:endParaRPr lang="en-AU" sz="2400" dirty="0"/>
          </a:p>
          <a:p>
            <a:pPr>
              <a:lnSpc>
                <a:spcPct val="150000"/>
              </a:lnSpc>
            </a:pPr>
            <a:r>
              <a:rPr lang="en-AU" sz="2400" dirty="0"/>
              <a:t>To create Stem and Leaf Plots the __________ go on the Stem side and the _______ go on the Leaf side.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298</Words>
  <Application>Microsoft Office PowerPoint</Application>
  <PresentationFormat>Widescreen</PresentationFormat>
  <Paragraphs>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Office Theme</vt:lpstr>
      <vt:lpstr>Drawing Stem and Leaf Plots</vt:lpstr>
      <vt:lpstr>PowerPoint Presentation</vt:lpstr>
      <vt:lpstr>PowerPoint Presentation</vt:lpstr>
      <vt:lpstr>Practice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and Leaf Plots</dc:title>
  <dc:creator>LABUSCHAGNE Nine [Baldivis Secondary College]</dc:creator>
  <cp:lastModifiedBy>Nine LABUSCHAGNE</cp:lastModifiedBy>
  <cp:revision>8</cp:revision>
  <dcterms:created xsi:type="dcterms:W3CDTF">2018-08-13T00:23:02Z</dcterms:created>
  <dcterms:modified xsi:type="dcterms:W3CDTF">2018-08-13T04:03:40Z</dcterms:modified>
</cp:coreProperties>
</file>