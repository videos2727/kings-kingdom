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329" r:id="rId3"/>
    <p:sldId id="331" r:id="rId4"/>
    <p:sldId id="330" r:id="rId5"/>
    <p:sldId id="333" r:id="rId6"/>
    <p:sldId id="32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87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813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0224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8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48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15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74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013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694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71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81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9271447-2A8B-41BA-9030-7C474EEFB094}" type="datetimeFigureOut">
              <a:rPr lang="en-AU" smtClean="0"/>
              <a:t>5/08/2018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ACA4B5D-4E79-4265-B55B-911C18A99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60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8929" y="2026370"/>
            <a:ext cx="9068586" cy="2590800"/>
          </a:xfrm>
        </p:spPr>
        <p:txBody>
          <a:bodyPr/>
          <a:lstStyle/>
          <a:p>
            <a:r>
              <a:rPr lang="en-US" dirty="0"/>
              <a:t>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5399" y="4401705"/>
            <a:ext cx="9375647" cy="913614"/>
          </a:xfrm>
        </p:spPr>
        <p:txBody>
          <a:bodyPr>
            <a:noAutofit/>
          </a:bodyPr>
          <a:lstStyle/>
          <a:p>
            <a:r>
              <a:rPr lang="en-US" sz="2000" b="1" dirty="0"/>
              <a:t>Topic: </a:t>
            </a:r>
            <a:r>
              <a:rPr lang="en-US" sz="2000" dirty="0"/>
              <a:t>Measures of Center and Spread</a:t>
            </a:r>
          </a:p>
          <a:p>
            <a:endParaRPr lang="en-US" sz="2000" dirty="0"/>
          </a:p>
          <a:p>
            <a:r>
              <a:rPr lang="en-US" sz="2000" b="1" dirty="0"/>
              <a:t>EQ: </a:t>
            </a:r>
            <a:r>
              <a:rPr lang="en-US" sz="2000" dirty="0"/>
              <a:t>How do we work out the mode and range of a data set?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271370" y="272203"/>
            <a:ext cx="11650255" cy="1324357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Measures of Center and Spread</a:t>
            </a:r>
            <a:br>
              <a:rPr lang="en-US" dirty="0"/>
            </a:br>
            <a:r>
              <a:rPr lang="en-US" dirty="0"/>
              <a:t>EQ: </a:t>
            </a:r>
            <a:r>
              <a:rPr lang="en-US" sz="3100" dirty="0"/>
              <a:t>How do we work out the mode and range of a data set?</a:t>
            </a:r>
            <a:endParaRPr lang="en-US" sz="2900" dirty="0"/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2153159" y="1634660"/>
            <a:ext cx="0" cy="522334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BA003-7697-4566-B595-E3B7E353508F}"/>
              </a:ext>
            </a:extLst>
          </p:cNvPr>
          <p:cNvCxnSpPr>
            <a:cxnSpLocks/>
          </p:cNvCxnSpPr>
          <p:nvPr/>
        </p:nvCxnSpPr>
        <p:spPr>
          <a:xfrm>
            <a:off x="225052" y="1634660"/>
            <a:ext cx="11741896" cy="1003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82E4D6-6744-493D-AE2E-2E13D25069BC}"/>
              </a:ext>
            </a:extLst>
          </p:cNvPr>
          <p:cNvSpPr txBox="1"/>
          <p:nvPr/>
        </p:nvSpPr>
        <p:spPr>
          <a:xfrm>
            <a:off x="241769" y="1853153"/>
            <a:ext cx="1911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does range tell us?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98A4A1-7E24-4049-8E81-4D1BC00E18B2}"/>
              </a:ext>
            </a:extLst>
          </p:cNvPr>
          <p:cNvSpPr txBox="1"/>
          <p:nvPr/>
        </p:nvSpPr>
        <p:spPr>
          <a:xfrm>
            <a:off x="2347772" y="1759467"/>
            <a:ext cx="9144161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Range describes how spread out the data 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It is the maximum number minus the minimum number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4EC02C-585E-4755-ACDF-C082BE49A39B}"/>
              </a:ext>
            </a:extLst>
          </p:cNvPr>
          <p:cNvSpPr txBox="1"/>
          <p:nvPr/>
        </p:nvSpPr>
        <p:spPr>
          <a:xfrm>
            <a:off x="2227505" y="2951946"/>
            <a:ext cx="97394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do together: Find the range of the following data set</a:t>
            </a:r>
          </a:p>
          <a:p>
            <a:pPr algn="ctr"/>
            <a:r>
              <a:rPr lang="en-AU" sz="3200" b="1" dirty="0"/>
              <a:t>2, 3, 6, 8, 10, 13</a:t>
            </a:r>
          </a:p>
        </p:txBody>
      </p:sp>
    </p:spTree>
    <p:extLst>
      <p:ext uri="{BB962C8B-B14F-4D97-AF65-F5344CB8AC3E}">
        <p14:creationId xmlns:p14="http://schemas.microsoft.com/office/powerpoint/2010/main" val="85435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49ED0-15C2-4AED-B19D-76DFB042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23"/>
            <a:ext cx="12192000" cy="38796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44A83D-C26E-4FDA-A142-07ADEDF46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45050"/>
            <a:ext cx="12192000" cy="289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0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B6D04D-42FE-42C3-B08B-5AFE33A0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60" y="1761334"/>
            <a:ext cx="9944345" cy="1267290"/>
          </a:xfrm>
          <a:prstGeom prst="rect">
            <a:avLst/>
          </a:prstGeom>
        </p:spPr>
      </p:pic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271370" y="272203"/>
            <a:ext cx="11650255" cy="1324357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Measures of Center and Spread</a:t>
            </a:r>
            <a:br>
              <a:rPr lang="en-US" dirty="0"/>
            </a:br>
            <a:r>
              <a:rPr lang="en-US" dirty="0"/>
              <a:t>EQ: </a:t>
            </a:r>
            <a:r>
              <a:rPr lang="en-US" sz="3100" dirty="0"/>
              <a:t>How do we work out the mean and median of a data set?</a:t>
            </a:r>
            <a:endParaRPr lang="en-US" sz="2900" dirty="0"/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2123195" y="1634660"/>
            <a:ext cx="0" cy="522334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BA003-7697-4566-B595-E3B7E353508F}"/>
              </a:ext>
            </a:extLst>
          </p:cNvPr>
          <p:cNvCxnSpPr>
            <a:cxnSpLocks/>
          </p:cNvCxnSpPr>
          <p:nvPr/>
        </p:nvCxnSpPr>
        <p:spPr>
          <a:xfrm>
            <a:off x="225052" y="1634660"/>
            <a:ext cx="11741896" cy="1003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E234587-BB02-471B-BCDB-A5E64A00DB09}"/>
              </a:ext>
            </a:extLst>
          </p:cNvPr>
          <p:cNvSpPr txBox="1"/>
          <p:nvPr/>
        </p:nvSpPr>
        <p:spPr>
          <a:xfrm>
            <a:off x="271370" y="1842837"/>
            <a:ext cx="2570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mode?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A7D74-B3A4-4D5C-B299-E462E8551A76}"/>
              </a:ext>
            </a:extLst>
          </p:cNvPr>
          <p:cNvSpPr/>
          <p:nvPr/>
        </p:nvSpPr>
        <p:spPr>
          <a:xfrm>
            <a:off x="2269140" y="2177732"/>
            <a:ext cx="7554540" cy="727402"/>
          </a:xfrm>
          <a:prstGeom prst="rect">
            <a:avLst/>
          </a:prstGeom>
          <a:solidFill>
            <a:srgbClr val="E5F4F4"/>
          </a:solidFill>
          <a:ln>
            <a:solidFill>
              <a:srgbClr val="E5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1E2249-58A6-44E3-A809-E34DCB6F9C1D}"/>
              </a:ext>
            </a:extLst>
          </p:cNvPr>
          <p:cNvSpPr txBox="1"/>
          <p:nvPr/>
        </p:nvSpPr>
        <p:spPr>
          <a:xfrm>
            <a:off x="2227505" y="3145264"/>
            <a:ext cx="97394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do together: Find the mode of the following data set</a:t>
            </a:r>
          </a:p>
          <a:p>
            <a:pPr algn="ctr"/>
            <a:r>
              <a:rPr lang="en-AU" sz="3200" b="1" dirty="0"/>
              <a:t>2, 3, 6, 8, 10, 13, 13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5F635-0BFA-476E-8093-CD173DE20F7A}"/>
              </a:ext>
            </a:extLst>
          </p:cNvPr>
          <p:cNvSpPr txBox="1"/>
          <p:nvPr/>
        </p:nvSpPr>
        <p:spPr>
          <a:xfrm>
            <a:off x="2291110" y="4737106"/>
            <a:ext cx="97394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happens if we have two modes?</a:t>
            </a:r>
          </a:p>
          <a:p>
            <a:pPr algn="ctr"/>
            <a:r>
              <a:rPr lang="en-AU" sz="3200" b="1" dirty="0"/>
              <a:t>2, 3, 6, 6, 8, 10, 13, 13</a:t>
            </a:r>
          </a:p>
          <a:p>
            <a:pPr algn="ctr"/>
            <a:endParaRPr lang="en-AU" sz="2800" b="1" dirty="0"/>
          </a:p>
          <a:p>
            <a:pPr algn="ctr"/>
            <a:r>
              <a:rPr lang="en-AU" sz="2400" dirty="0"/>
              <a:t>Bimodal: 6 and 13</a:t>
            </a:r>
          </a:p>
        </p:txBody>
      </p:sp>
    </p:spTree>
    <p:extLst>
      <p:ext uri="{BB962C8B-B14F-4D97-AF65-F5344CB8AC3E}">
        <p14:creationId xmlns:p14="http://schemas.microsoft.com/office/powerpoint/2010/main" val="417182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49ED0-15C2-4AED-B19D-76DFB042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79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233C04-205D-49DD-A53D-68C4E7CFE7CE}"/>
              </a:ext>
            </a:extLst>
          </p:cNvPr>
          <p:cNvSpPr/>
          <p:nvPr/>
        </p:nvSpPr>
        <p:spPr>
          <a:xfrm>
            <a:off x="0" y="2951855"/>
            <a:ext cx="5572317" cy="521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96FF3-060C-400E-AAFF-CD07F6E62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9845"/>
            <a:ext cx="11580434" cy="1689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30A3B-5027-4457-9CB9-455E18B01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17147"/>
            <a:ext cx="12192000" cy="18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1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4CDF-1FAF-4CA7-A0CC-566B6D43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28" y="645128"/>
            <a:ext cx="5486400" cy="914400"/>
          </a:xfrm>
        </p:spPr>
        <p:txBody>
          <a:bodyPr>
            <a:normAutofit fontScale="90000"/>
          </a:bodyPr>
          <a:lstStyle/>
          <a:p>
            <a:r>
              <a:rPr lang="en-AU" dirty="0"/>
              <a:t>Independent practice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CE8261-AF27-425E-839E-2D0A62619F54}"/>
              </a:ext>
            </a:extLst>
          </p:cNvPr>
          <p:cNvSpPr txBox="1"/>
          <p:nvPr/>
        </p:nvSpPr>
        <p:spPr>
          <a:xfrm>
            <a:off x="1840599" y="2453931"/>
            <a:ext cx="6931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Complete Sum More Fun worksheet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04746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8</TotalTime>
  <Words>147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Garamond</vt:lpstr>
      <vt:lpstr>Savon</vt:lpstr>
      <vt:lpstr>Statistical Analysis</vt:lpstr>
      <vt:lpstr>Measures of Center and Spread EQ: How do we work out the mode and range of a data set?</vt:lpstr>
      <vt:lpstr>PowerPoint Presentation</vt:lpstr>
      <vt:lpstr>Measures of Center and Spread EQ: How do we work out the mean and median of a data set?</vt:lpstr>
      <vt:lpstr>PowerPoint Presentation</vt:lpstr>
      <vt:lpstr>Independent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Analysis</dc:title>
  <dc:creator>LABUSCHAGNE Nine [Baldivis Secondary College]</dc:creator>
  <cp:lastModifiedBy>LABUSCHAGNE Nine [Baldivis Secondary College]</cp:lastModifiedBy>
  <cp:revision>5</cp:revision>
  <dcterms:created xsi:type="dcterms:W3CDTF">2018-08-05T07:19:28Z</dcterms:created>
  <dcterms:modified xsi:type="dcterms:W3CDTF">2018-08-05T07:27:28Z</dcterms:modified>
</cp:coreProperties>
</file>