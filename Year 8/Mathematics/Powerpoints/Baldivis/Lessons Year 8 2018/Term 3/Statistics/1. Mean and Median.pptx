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8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2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2" autoAdjust="0"/>
    <p:restoredTop sz="95044" autoAdjust="0"/>
  </p:normalViewPr>
  <p:slideViewPr>
    <p:cSldViewPr snapToGrid="0">
      <p:cViewPr varScale="1">
        <p:scale>
          <a:sx n="81" d="100"/>
          <a:sy n="81" d="100"/>
        </p:scale>
        <p:origin x="6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EDF78-8CEC-4E72-BEF6-56A016C2C7F5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214D4-3CA1-4EEC-9BA3-5248CBC3E9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145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C0D81CDB-2BC6-4EA6-9B7C-EE1E94240282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FACF7D-390A-4EE5-90E4-84E163E2F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9553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81CDB-2BC6-4EA6-9B7C-EE1E94240282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CF7D-390A-4EE5-90E4-84E163E2F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1301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0D81CDB-2BC6-4EA6-9B7C-EE1E94240282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EDFACF7D-390A-4EE5-90E4-84E163E2F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13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81CDB-2BC6-4EA6-9B7C-EE1E94240282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CF7D-390A-4EE5-90E4-84E163E2F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769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81CDB-2BC6-4EA6-9B7C-EE1E94240282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CF7D-390A-4EE5-90E4-84E163E2F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839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81CDB-2BC6-4EA6-9B7C-EE1E94240282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CF7D-390A-4EE5-90E4-84E163E2F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375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81CDB-2BC6-4EA6-9B7C-EE1E94240282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CF7D-390A-4EE5-90E4-84E163E2F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3048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81CDB-2BC6-4EA6-9B7C-EE1E94240282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DFACF7D-390A-4EE5-90E4-84E163E2F6A3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2732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C0D81CDB-2BC6-4EA6-9B7C-EE1E94240282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DFACF7D-390A-4EE5-90E4-84E163E2F6A3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2320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81CDB-2BC6-4EA6-9B7C-EE1E94240282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CF7D-390A-4EE5-90E4-84E163E2F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4534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81CDB-2BC6-4EA6-9B7C-EE1E94240282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CF7D-390A-4EE5-90E4-84E163E2F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965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0D81CDB-2BC6-4EA6-9B7C-EE1E94240282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FACF7D-390A-4EE5-90E4-84E163E2F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0226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8929" y="2026370"/>
            <a:ext cx="9068586" cy="2590800"/>
          </a:xfrm>
        </p:spPr>
        <p:txBody>
          <a:bodyPr/>
          <a:lstStyle/>
          <a:p>
            <a:r>
              <a:rPr lang="en-US" dirty="0"/>
              <a:t>Statistical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5399" y="4401705"/>
            <a:ext cx="9375647" cy="913614"/>
          </a:xfrm>
        </p:spPr>
        <p:txBody>
          <a:bodyPr>
            <a:noAutofit/>
          </a:bodyPr>
          <a:lstStyle/>
          <a:p>
            <a:r>
              <a:rPr lang="en-US" sz="2000" b="1" dirty="0"/>
              <a:t>Topic: </a:t>
            </a:r>
            <a:r>
              <a:rPr lang="en-US" sz="2000" dirty="0"/>
              <a:t>Measures of Center and Spread</a:t>
            </a:r>
          </a:p>
          <a:p>
            <a:endParaRPr lang="en-US" sz="2000" dirty="0"/>
          </a:p>
          <a:p>
            <a:r>
              <a:rPr lang="en-US" sz="2000" b="1" dirty="0"/>
              <a:t>EQ: </a:t>
            </a:r>
            <a:r>
              <a:rPr lang="en-US" sz="2000" dirty="0"/>
              <a:t>How do we work out the mean and median of a data set?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F957B-EC16-4288-8598-21A7358A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 err="1"/>
              <a:t>Quickwrite</a:t>
            </a:r>
            <a:endParaRPr lang="en-A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5400E-C3B0-426D-B169-D4EFCEE8C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2800" dirty="0"/>
              <a:t>On your left hand side of your page (task side) do a </a:t>
            </a:r>
            <a:r>
              <a:rPr lang="en-AU" sz="2800" dirty="0" err="1"/>
              <a:t>quickwrite</a:t>
            </a:r>
            <a:r>
              <a:rPr lang="en-AU" sz="2800" dirty="0"/>
              <a:t> for 2 minutes about data. </a:t>
            </a:r>
          </a:p>
          <a:p>
            <a:endParaRPr lang="en-AU" sz="2800" dirty="0"/>
          </a:p>
          <a:p>
            <a:r>
              <a:rPr lang="en-AU" sz="2800" dirty="0"/>
              <a:t>A few prompts to start your </a:t>
            </a:r>
            <a:r>
              <a:rPr lang="en-AU" sz="2800" dirty="0" err="1"/>
              <a:t>quickwrite</a:t>
            </a:r>
            <a:r>
              <a:rPr lang="en-AU" sz="2800" dirty="0"/>
              <a:t>:</a:t>
            </a:r>
          </a:p>
          <a:p>
            <a:endParaRPr lang="en-AU" sz="2800" dirty="0"/>
          </a:p>
          <a:p>
            <a:pPr lvl="7">
              <a:buFont typeface="Arial" panose="020B0604020202020204" pitchFamily="34" charset="0"/>
              <a:buChar char="•"/>
            </a:pPr>
            <a:r>
              <a:rPr lang="en-AU" sz="2800" i="1" dirty="0"/>
              <a:t>Why do we collect data?</a:t>
            </a:r>
          </a:p>
          <a:p>
            <a:pPr lvl="7">
              <a:buFont typeface="Arial" panose="020B0604020202020204" pitchFamily="34" charset="0"/>
              <a:buChar char="•"/>
            </a:pPr>
            <a:r>
              <a:rPr lang="en-AU" sz="2800" i="1" dirty="0"/>
              <a:t>When is data useful?</a:t>
            </a:r>
          </a:p>
          <a:p>
            <a:pPr lvl="7">
              <a:buFont typeface="Arial" panose="020B0604020202020204" pitchFamily="34" charset="0"/>
              <a:buChar char="•"/>
            </a:pPr>
            <a:r>
              <a:rPr lang="en-AU" sz="2800" i="1" dirty="0"/>
              <a:t>When have you collected data?</a:t>
            </a:r>
          </a:p>
        </p:txBody>
      </p:sp>
    </p:spTree>
    <p:extLst>
      <p:ext uri="{BB962C8B-B14F-4D97-AF65-F5344CB8AC3E}">
        <p14:creationId xmlns:p14="http://schemas.microsoft.com/office/powerpoint/2010/main" val="83874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2AF7A-4831-400A-9002-A17E4E5A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Up - Talk - 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A9522-973D-4FDE-9643-8E9354391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2800" dirty="0"/>
          </a:p>
          <a:p>
            <a:r>
              <a:rPr lang="en-AU" sz="2800" dirty="0"/>
              <a:t>Everyone stand up and in groups of 3-4 read out your </a:t>
            </a:r>
            <a:r>
              <a:rPr lang="en-AU" sz="2800" dirty="0" err="1"/>
              <a:t>quickwrite</a:t>
            </a:r>
            <a:r>
              <a:rPr lang="en-AU" sz="2800" dirty="0"/>
              <a:t> and then sit down and listen to the rest of the group share. </a:t>
            </a:r>
          </a:p>
          <a:p>
            <a:endParaRPr lang="en-AU" sz="2800" dirty="0"/>
          </a:p>
          <a:p>
            <a:r>
              <a:rPr lang="en-AU" sz="2800" dirty="0"/>
              <a:t>After everyone in your group is sitting down again, add at least one more point to your </a:t>
            </a:r>
            <a:r>
              <a:rPr lang="en-AU" sz="2800" dirty="0" err="1"/>
              <a:t>quickwrite</a:t>
            </a:r>
            <a:r>
              <a:rPr lang="en-A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855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271370" y="272203"/>
            <a:ext cx="11650255" cy="1324357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Measures of Center and Spread</a:t>
            </a:r>
            <a:br>
              <a:rPr lang="en-US" dirty="0"/>
            </a:br>
            <a:r>
              <a:rPr lang="en-US" dirty="0"/>
              <a:t>EQ: </a:t>
            </a:r>
            <a:r>
              <a:rPr lang="en-US" sz="3100" dirty="0"/>
              <a:t>How do we work out the mean and median of a data set?</a:t>
            </a:r>
            <a:endParaRPr lang="en-US" sz="2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262907" y="1776305"/>
            <a:ext cx="2106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are data measures?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ADDE0A-3670-45F1-9492-77BD36106644}"/>
              </a:ext>
            </a:extLst>
          </p:cNvPr>
          <p:cNvSpPr txBox="1"/>
          <p:nvPr/>
        </p:nvSpPr>
        <p:spPr>
          <a:xfrm>
            <a:off x="3116227" y="1849389"/>
            <a:ext cx="8654372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There are four data measures (mean, median, mode and range) they help us to summarise and make sense of the data.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CACCDE-157F-4A6B-9C19-7F1BCA0C7867}"/>
              </a:ext>
            </a:extLst>
          </p:cNvPr>
          <p:cNvSpPr txBox="1"/>
          <p:nvPr/>
        </p:nvSpPr>
        <p:spPr>
          <a:xfrm>
            <a:off x="225052" y="3265804"/>
            <a:ext cx="2628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</a:t>
            </a:r>
            <a:r>
              <a:rPr lang="en-AU" sz="2400" dirty="0">
                <a:solidFill>
                  <a:schemeClr val="accent1">
                    <a:lumMod val="75000"/>
                  </a:schemeClr>
                </a:solidFill>
              </a:rPr>
              <a:t>maximum number</a:t>
            </a:r>
            <a:r>
              <a:rPr lang="en-AU" sz="2400" dirty="0"/>
              <a:t>?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B9A894-375F-4FDC-A5A7-7EB2EECF95AC}"/>
              </a:ext>
            </a:extLst>
          </p:cNvPr>
          <p:cNvSpPr txBox="1"/>
          <p:nvPr/>
        </p:nvSpPr>
        <p:spPr>
          <a:xfrm>
            <a:off x="3026882" y="3681302"/>
            <a:ext cx="6095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The largest number in the dataset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242733-5ED8-450F-9C2A-5B7401093666}"/>
              </a:ext>
            </a:extLst>
          </p:cNvPr>
          <p:cNvSpPr txBox="1"/>
          <p:nvPr/>
        </p:nvSpPr>
        <p:spPr>
          <a:xfrm>
            <a:off x="225052" y="4575443"/>
            <a:ext cx="2570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</a:t>
            </a:r>
            <a:r>
              <a:rPr lang="en-AU" sz="2400" dirty="0">
                <a:solidFill>
                  <a:schemeClr val="accent5">
                    <a:lumMod val="75000"/>
                  </a:schemeClr>
                </a:solidFill>
              </a:rPr>
              <a:t>minimum number</a:t>
            </a:r>
            <a:r>
              <a:rPr lang="en-AU" sz="2400" dirty="0"/>
              <a:t>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F1809C-951E-4D69-9695-249A973BE3BD}"/>
              </a:ext>
            </a:extLst>
          </p:cNvPr>
          <p:cNvSpPr txBox="1"/>
          <p:nvPr/>
        </p:nvSpPr>
        <p:spPr>
          <a:xfrm>
            <a:off x="3026882" y="4868763"/>
            <a:ext cx="61382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smallest number in the dataset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Example: </a:t>
            </a:r>
            <a:r>
              <a:rPr lang="en-AU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AU" sz="2400" dirty="0"/>
              <a:t>, 4, 4, 5, 6, 8, 9, 10, 12, </a:t>
            </a:r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14</a:t>
            </a:r>
            <a:r>
              <a:rPr lang="en-AU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cxnSp>
        <p:nvCxnSpPr>
          <p:cNvPr id="49" name="Straight Connector 48"/>
          <p:cNvCxnSpPr>
            <a:cxnSpLocks/>
          </p:cNvCxnSpPr>
          <p:nvPr/>
        </p:nvCxnSpPr>
        <p:spPr>
          <a:xfrm>
            <a:off x="2853488" y="1634660"/>
            <a:ext cx="0" cy="522334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1BA003-7697-4566-B595-E3B7E353508F}"/>
              </a:ext>
            </a:extLst>
          </p:cNvPr>
          <p:cNvCxnSpPr>
            <a:cxnSpLocks/>
          </p:cNvCxnSpPr>
          <p:nvPr/>
        </p:nvCxnSpPr>
        <p:spPr>
          <a:xfrm>
            <a:off x="225052" y="1634660"/>
            <a:ext cx="11741896" cy="1003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35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animBg="1"/>
      <p:bldP spid="45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271370" y="272203"/>
            <a:ext cx="11650255" cy="1324357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Measures of Center and Spread</a:t>
            </a:r>
            <a:br>
              <a:rPr lang="en-US" dirty="0"/>
            </a:br>
            <a:r>
              <a:rPr lang="en-US" dirty="0"/>
              <a:t>EQ: </a:t>
            </a:r>
            <a:r>
              <a:rPr lang="en-US" sz="3100" dirty="0"/>
              <a:t>How do we work out the mean and median of a data set?</a:t>
            </a:r>
            <a:endParaRPr lang="en-US" sz="2900" dirty="0"/>
          </a:p>
        </p:txBody>
      </p:sp>
      <p:cxnSp>
        <p:nvCxnSpPr>
          <p:cNvPr id="49" name="Straight Connector 48"/>
          <p:cNvCxnSpPr>
            <a:cxnSpLocks/>
          </p:cNvCxnSpPr>
          <p:nvPr/>
        </p:nvCxnSpPr>
        <p:spPr>
          <a:xfrm>
            <a:off x="2123195" y="1634660"/>
            <a:ext cx="0" cy="522334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1BA003-7697-4566-B595-E3B7E353508F}"/>
              </a:ext>
            </a:extLst>
          </p:cNvPr>
          <p:cNvCxnSpPr>
            <a:cxnSpLocks/>
          </p:cNvCxnSpPr>
          <p:nvPr/>
        </p:nvCxnSpPr>
        <p:spPr>
          <a:xfrm>
            <a:off x="225052" y="1634660"/>
            <a:ext cx="11741896" cy="1003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1A8EBC3-1864-4ED9-8C1E-B1AB5E16D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146" y="1842837"/>
            <a:ext cx="9965502" cy="16513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234587-BB02-471B-BCDB-A5E64A00DB09}"/>
              </a:ext>
            </a:extLst>
          </p:cNvPr>
          <p:cNvSpPr txBox="1"/>
          <p:nvPr/>
        </p:nvSpPr>
        <p:spPr>
          <a:xfrm>
            <a:off x="271370" y="1842837"/>
            <a:ext cx="2570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mean?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E9A63B-CB39-4394-8BE3-822FA0EB1F70}"/>
              </a:ext>
            </a:extLst>
          </p:cNvPr>
          <p:cNvSpPr/>
          <p:nvPr/>
        </p:nvSpPr>
        <p:spPr>
          <a:xfrm>
            <a:off x="4492220" y="2304502"/>
            <a:ext cx="7554540" cy="378725"/>
          </a:xfrm>
          <a:prstGeom prst="rect">
            <a:avLst/>
          </a:prstGeom>
          <a:solidFill>
            <a:srgbClr val="E5F4F4"/>
          </a:solidFill>
          <a:ln>
            <a:solidFill>
              <a:srgbClr val="E5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7A7D74-B3A4-4D5C-B299-E462E8551A76}"/>
              </a:ext>
            </a:extLst>
          </p:cNvPr>
          <p:cNvSpPr/>
          <p:nvPr/>
        </p:nvSpPr>
        <p:spPr>
          <a:xfrm>
            <a:off x="2210146" y="2701598"/>
            <a:ext cx="7554540" cy="727402"/>
          </a:xfrm>
          <a:prstGeom prst="rect">
            <a:avLst/>
          </a:prstGeom>
          <a:solidFill>
            <a:srgbClr val="E5F4F4"/>
          </a:solidFill>
          <a:ln>
            <a:solidFill>
              <a:srgbClr val="E5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1E2249-58A6-44E3-A809-E34DCB6F9C1D}"/>
              </a:ext>
            </a:extLst>
          </p:cNvPr>
          <p:cNvSpPr txBox="1"/>
          <p:nvPr/>
        </p:nvSpPr>
        <p:spPr>
          <a:xfrm>
            <a:off x="2135453" y="3692286"/>
            <a:ext cx="97394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do together: Find the mean of the following data set</a:t>
            </a:r>
          </a:p>
          <a:p>
            <a:pPr algn="ctr"/>
            <a:r>
              <a:rPr lang="en-AU" sz="3200" b="1" dirty="0"/>
              <a:t>2, 3, 6, 8, 10, 13</a:t>
            </a:r>
          </a:p>
        </p:txBody>
      </p:sp>
    </p:spTree>
    <p:extLst>
      <p:ext uri="{BB962C8B-B14F-4D97-AF65-F5344CB8AC3E}">
        <p14:creationId xmlns:p14="http://schemas.microsoft.com/office/powerpoint/2010/main" val="417182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049ED0-15C2-4AED-B19D-76DFB042F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23"/>
            <a:ext cx="12192000" cy="38796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DC1168-62CB-4834-8DDF-9FFE12434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57772"/>
            <a:ext cx="12192000" cy="3100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E344DA-A6A1-449A-ADBB-09F65DCA3355}"/>
              </a:ext>
            </a:extLst>
          </p:cNvPr>
          <p:cNvSpPr txBox="1"/>
          <p:nvPr/>
        </p:nvSpPr>
        <p:spPr>
          <a:xfrm>
            <a:off x="2370192" y="5545984"/>
            <a:ext cx="8093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rgbClr val="FF0000"/>
                </a:solidFill>
              </a:rPr>
              <a:t>Tallest man in world: 251cm</a:t>
            </a:r>
          </a:p>
        </p:txBody>
      </p:sp>
    </p:spTree>
    <p:extLst>
      <p:ext uri="{BB962C8B-B14F-4D97-AF65-F5344CB8AC3E}">
        <p14:creationId xmlns:p14="http://schemas.microsoft.com/office/powerpoint/2010/main" val="143340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B806F-A4EE-4EE6-B42B-AA4EB4F56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50" y="1682795"/>
            <a:ext cx="9946422" cy="3729908"/>
          </a:xfrm>
          <a:prstGeom prst="rect">
            <a:avLst/>
          </a:prstGeom>
        </p:spPr>
      </p:pic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271370" y="272203"/>
            <a:ext cx="11650255" cy="1324357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Measures of Center and Spread</a:t>
            </a:r>
            <a:br>
              <a:rPr lang="en-US" dirty="0"/>
            </a:br>
            <a:r>
              <a:rPr lang="en-US" dirty="0"/>
              <a:t>EQ: </a:t>
            </a:r>
            <a:r>
              <a:rPr lang="en-US" sz="3100" dirty="0"/>
              <a:t>How do we work out the mean and median of a data set?</a:t>
            </a:r>
            <a:endParaRPr lang="en-US" sz="2900" dirty="0"/>
          </a:p>
        </p:txBody>
      </p:sp>
      <p:cxnSp>
        <p:nvCxnSpPr>
          <p:cNvPr id="49" name="Straight Connector 48"/>
          <p:cNvCxnSpPr>
            <a:cxnSpLocks/>
          </p:cNvCxnSpPr>
          <p:nvPr/>
        </p:nvCxnSpPr>
        <p:spPr>
          <a:xfrm>
            <a:off x="2123195" y="1634660"/>
            <a:ext cx="0" cy="522334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1BA003-7697-4566-B595-E3B7E353508F}"/>
              </a:ext>
            </a:extLst>
          </p:cNvPr>
          <p:cNvCxnSpPr>
            <a:cxnSpLocks/>
          </p:cNvCxnSpPr>
          <p:nvPr/>
        </p:nvCxnSpPr>
        <p:spPr>
          <a:xfrm>
            <a:off x="225052" y="1634660"/>
            <a:ext cx="11741896" cy="1003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E234587-BB02-471B-BCDB-A5E64A00DB09}"/>
              </a:ext>
            </a:extLst>
          </p:cNvPr>
          <p:cNvSpPr txBox="1"/>
          <p:nvPr/>
        </p:nvSpPr>
        <p:spPr>
          <a:xfrm>
            <a:off x="271370" y="1842837"/>
            <a:ext cx="25707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median?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E9A63B-CB39-4394-8BE3-822FA0EB1F70}"/>
              </a:ext>
            </a:extLst>
          </p:cNvPr>
          <p:cNvSpPr/>
          <p:nvPr/>
        </p:nvSpPr>
        <p:spPr>
          <a:xfrm>
            <a:off x="2215425" y="3000560"/>
            <a:ext cx="7554540" cy="830997"/>
          </a:xfrm>
          <a:prstGeom prst="rect">
            <a:avLst/>
          </a:prstGeom>
          <a:solidFill>
            <a:srgbClr val="E5F4F4"/>
          </a:solidFill>
          <a:ln>
            <a:solidFill>
              <a:srgbClr val="E5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7A7D74-B3A4-4D5C-B299-E462E8551A76}"/>
              </a:ext>
            </a:extLst>
          </p:cNvPr>
          <p:cNvSpPr/>
          <p:nvPr/>
        </p:nvSpPr>
        <p:spPr>
          <a:xfrm>
            <a:off x="2215425" y="4024234"/>
            <a:ext cx="7554540" cy="1314880"/>
          </a:xfrm>
          <a:prstGeom prst="rect">
            <a:avLst/>
          </a:prstGeom>
          <a:solidFill>
            <a:srgbClr val="E5F4F4"/>
          </a:solidFill>
          <a:ln>
            <a:solidFill>
              <a:srgbClr val="E5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1E2249-58A6-44E3-A809-E34DCB6F9C1D}"/>
              </a:ext>
            </a:extLst>
          </p:cNvPr>
          <p:cNvSpPr txBox="1"/>
          <p:nvPr/>
        </p:nvSpPr>
        <p:spPr>
          <a:xfrm>
            <a:off x="2182182" y="5450804"/>
            <a:ext cx="97394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do together: Find the median of the following data set</a:t>
            </a:r>
          </a:p>
          <a:p>
            <a:pPr algn="ctr"/>
            <a:r>
              <a:rPr lang="en-AU" sz="3200" b="1" dirty="0"/>
              <a:t>2, 3, 6, 8, 10, 13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75993B-C9A3-4D8D-8817-DBDF90FA5E41}"/>
              </a:ext>
            </a:extLst>
          </p:cNvPr>
          <p:cNvSpPr/>
          <p:nvPr/>
        </p:nvSpPr>
        <p:spPr>
          <a:xfrm>
            <a:off x="8456667" y="1682794"/>
            <a:ext cx="1612138" cy="44057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37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049ED0-15C2-4AED-B19D-76DFB042F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7962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DF9AD6-210F-49BA-8E3B-CFF4FA308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78771"/>
            <a:ext cx="12192000" cy="347922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233C04-205D-49DD-A53D-68C4E7CFE7CE}"/>
              </a:ext>
            </a:extLst>
          </p:cNvPr>
          <p:cNvSpPr/>
          <p:nvPr/>
        </p:nvSpPr>
        <p:spPr>
          <a:xfrm>
            <a:off x="0" y="2951855"/>
            <a:ext cx="5572317" cy="521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4210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4CDF-1FAF-4CA7-A0CC-566B6D43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28" y="645128"/>
            <a:ext cx="5486400" cy="914400"/>
          </a:xfrm>
        </p:spPr>
        <p:txBody>
          <a:bodyPr>
            <a:normAutofit fontScale="90000"/>
          </a:bodyPr>
          <a:lstStyle/>
          <a:p>
            <a:r>
              <a:rPr lang="en-AU" dirty="0"/>
              <a:t>Independent practice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0BC182-1EA5-4D84-800D-7A8433631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28" y="1801946"/>
            <a:ext cx="9677400" cy="47053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CE8261-AF27-425E-839E-2D0A62619F54}"/>
              </a:ext>
            </a:extLst>
          </p:cNvPr>
          <p:cNvSpPr txBox="1"/>
          <p:nvPr/>
        </p:nvSpPr>
        <p:spPr>
          <a:xfrm>
            <a:off x="7893337" y="2288749"/>
            <a:ext cx="2147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and mean.</a:t>
            </a:r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204746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18</TotalTime>
  <Words>281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Garamond</vt:lpstr>
      <vt:lpstr>Savon</vt:lpstr>
      <vt:lpstr>Statistical Analysis</vt:lpstr>
      <vt:lpstr>Quickwrite</vt:lpstr>
      <vt:lpstr>Up - Talk - Down</vt:lpstr>
      <vt:lpstr>Measures of Center and Spread EQ: How do we work out the mean and median of a data set?</vt:lpstr>
      <vt:lpstr>Measures of Center and Spread EQ: How do we work out the mean and median of a data set?</vt:lpstr>
      <vt:lpstr>PowerPoint Presentation</vt:lpstr>
      <vt:lpstr>Measures of Center and Spread EQ: How do we work out the mean and median of a data set?</vt:lpstr>
      <vt:lpstr>PowerPoint Presentation</vt:lpstr>
      <vt:lpstr>Independent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Analysis</dc:title>
  <dc:creator>Nine LABUSCHAGNE</dc:creator>
  <cp:lastModifiedBy>LABUSCHAGNE Nine [Baldivis Secondary College]</cp:lastModifiedBy>
  <cp:revision>12</cp:revision>
  <dcterms:created xsi:type="dcterms:W3CDTF">2018-08-05T06:59:17Z</dcterms:created>
  <dcterms:modified xsi:type="dcterms:W3CDTF">2018-08-05T07:18:11Z</dcterms:modified>
</cp:coreProperties>
</file>