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2" r:id="rId5"/>
    <p:sldId id="263" r:id="rId6"/>
    <p:sldId id="269" r:id="rId7"/>
    <p:sldId id="264" r:id="rId8"/>
    <p:sldId id="265" r:id="rId9"/>
    <p:sldId id="270" r:id="rId10"/>
    <p:sldId id="272" r:id="rId11"/>
    <p:sldId id="271" r:id="rId12"/>
    <p:sldId id="273" r:id="rId13"/>
    <p:sldId id="266" r:id="rId14"/>
    <p:sldId id="267" r:id="rId15"/>
    <p:sldId id="268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7/16/2018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925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</a:t>
            </a:r>
            <a:r>
              <a:rPr lang="en-AU" sz="2000" dirty="0" smtClean="0"/>
              <a:t>How do I simplify algebraic expressions with multiplication</a:t>
            </a:r>
            <a:r>
              <a:rPr lang="en-AU" sz="2000" dirty="0" smtClean="0"/>
              <a:t>? </a:t>
            </a:r>
            <a:endParaRPr lang="en-AU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3896-E33A-42A7-8501-56C520C6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C4A28E-347E-4AC0-A7CE-EC56642A1A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7369" t="45770" r="52985" b="8114"/>
          <a:stretch/>
        </p:blipFill>
        <p:spPr>
          <a:xfrm>
            <a:off x="4977354" y="450131"/>
            <a:ext cx="3930976" cy="5190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/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𝟏𝟔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blipFill>
                <a:blip r:embed="rId3"/>
                <a:stretch>
                  <a:fillRect l="-3171" t="-10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Think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sz="1800" dirty="0" smtClean="0">
                <a:latin typeface="Arial Black" panose="020B0A04020102020204" pitchFamily="34" charset="0"/>
              </a:rPr>
              <a:t>If each person is holding 2 baskets of bananas and there are 3 people.</a:t>
            </a:r>
          </a:p>
          <a:p>
            <a:r>
              <a:rPr lang="en-AU" sz="1800" dirty="0" smtClean="0">
                <a:latin typeface="Arial Black" panose="020B0A04020102020204" pitchFamily="34" charset="0"/>
              </a:rPr>
              <a:t>Write this as an algebraic expression for the total number of bananas.</a:t>
            </a:r>
          </a:p>
          <a:p>
            <a:r>
              <a:rPr lang="en-AU" sz="1800" dirty="0" smtClean="0">
                <a:latin typeface="Arial Black" panose="020B0A04020102020204" pitchFamily="34" charset="0"/>
              </a:rPr>
              <a:t>How many different ways can you write this algebraic expression?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435207" y="2821577"/>
            <a:ext cx="489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Let B represent the number of bananas in a basket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1109" y="3416540"/>
            <a:ext cx="3337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Amount of bananas = 2B + 2B + 2B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4057" y="4412194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      3 x 2B,         6B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14949" y="5018922"/>
            <a:ext cx="5702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If we have 3 lots of people holding 2 crates of bananas (2B)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 we have (3x2)B which gives us 6 baskets of bananas (6B)</a:t>
            </a:r>
            <a:br>
              <a:rPr lang="en-AU" dirty="0" smtClean="0">
                <a:solidFill>
                  <a:srgbClr val="0070C0"/>
                </a:solidFill>
              </a:rPr>
            </a:br>
            <a:r>
              <a:rPr lang="en-AU" dirty="0" smtClean="0">
                <a:solidFill>
                  <a:srgbClr val="0070C0"/>
                </a:solidFill>
              </a:rPr>
              <a:t>so,</a:t>
            </a:r>
            <a:br>
              <a:rPr lang="en-AU" dirty="0" smtClean="0">
                <a:solidFill>
                  <a:srgbClr val="0070C0"/>
                </a:solidFill>
              </a:rPr>
            </a:br>
            <a:r>
              <a:rPr lang="en-AU" dirty="0" smtClean="0">
                <a:solidFill>
                  <a:srgbClr val="0070C0"/>
                </a:solidFill>
              </a:rPr>
              <a:t>3 x 2B = 6B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925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</a:t>
            </a:r>
            <a:r>
              <a:rPr lang="en-AU" sz="2000" dirty="0"/>
              <a:t>How do I simplify algebraic expressions with multiplication? </a:t>
            </a:r>
          </a:p>
          <a:p>
            <a:endParaRPr lang="en-AU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×4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𝑚𝑛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×−2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²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blipFill>
                <a:blip r:embed="rId2"/>
                <a:stretch>
                  <a:fillRect l="-938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7985CE-686C-4E07-B1EE-96E9E47F9A27}"/>
              </a:ext>
            </a:extLst>
          </p:cNvPr>
          <p:cNvSpPr txBox="1"/>
          <p:nvPr/>
        </p:nvSpPr>
        <p:spPr>
          <a:xfrm>
            <a:off x="8347586" y="2749462"/>
            <a:ext cx="2851355" cy="193899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forget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 first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ALPHABET (in order) second</a:t>
            </a:r>
          </a:p>
        </p:txBody>
      </p:sp>
    </p:spTree>
    <p:extLst>
      <p:ext uri="{BB962C8B-B14F-4D97-AF65-F5344CB8AC3E}">
        <p14:creationId xmlns:p14="http://schemas.microsoft.com/office/powerpoint/2010/main" val="13182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E76DA0-7355-4D7B-919E-A6F45F04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36" t="21168" r="30335" b="74571"/>
          <a:stretch/>
        </p:blipFill>
        <p:spPr>
          <a:xfrm>
            <a:off x="1051561" y="2110215"/>
            <a:ext cx="9026090" cy="45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E3D37-05CC-4D18-8A87-63105C6B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77" t="46817" r="31494" b="48922"/>
          <a:stretch/>
        </p:blipFill>
        <p:spPr>
          <a:xfrm>
            <a:off x="1051561" y="3248409"/>
            <a:ext cx="9026090" cy="454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74269-99CB-4AE8-9C90-312EC8D9FD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36" t="54322" r="28194" b="41934"/>
          <a:stretch/>
        </p:blipFill>
        <p:spPr>
          <a:xfrm>
            <a:off x="1051561" y="4386603"/>
            <a:ext cx="9026090" cy="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Dwyer page 37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167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 (sentence frames)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To simplify algebraic equations with multiplication we have to__________________</a:t>
                </a:r>
              </a:p>
              <a:p>
                <a:pPr marL="0" indent="0">
                  <a:buNone/>
                </a:pPr>
                <a:r>
                  <a:rPr lang="en-AU" dirty="0" smtClean="0"/>
                  <a:t>If there are two letters the same we have to use________________</a:t>
                </a:r>
              </a:p>
              <a:p>
                <a:pPr marL="0" indent="0">
                  <a:buNone/>
                </a:pPr>
                <a:r>
                  <a:rPr lang="en-AU" dirty="0" smtClean="0"/>
                  <a:t>Example:    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=_________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avid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41" y="206020"/>
            <a:ext cx="1857375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01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2 Dividing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err="1" smtClean="0"/>
              <a:t>Eq</a:t>
            </a:r>
            <a:r>
              <a:rPr lang="en-AU" dirty="0" smtClean="0"/>
              <a:t>: How </a:t>
            </a:r>
            <a:r>
              <a:rPr lang="en-AU" dirty="0"/>
              <a:t>do I simplify algebraic expressions with </a:t>
            </a:r>
            <a:r>
              <a:rPr lang="en-AU" dirty="0" smtClean="0"/>
              <a:t>division? </a:t>
            </a: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95059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Revision </a:t>
            </a:r>
            <a:r>
              <a:rPr lang="en-AU" dirty="0" err="1" smtClean="0"/>
              <a:t>Quickwrite</a:t>
            </a:r>
            <a:r>
              <a:rPr lang="en-AU" dirty="0" smtClean="0"/>
              <a:t> </a:t>
            </a:r>
            <a:br>
              <a:rPr lang="en-AU" dirty="0" smtClean="0"/>
            </a:br>
            <a:r>
              <a:rPr lang="en-AU" dirty="0" smtClean="0"/>
              <a:t>1 </a:t>
            </a:r>
            <a:r>
              <a:rPr lang="en-AU" dirty="0" err="1" smtClean="0"/>
              <a:t>mInute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What did we learn in class last lesson?</a:t>
            </a:r>
          </a:p>
          <a:p>
            <a:endParaRPr lang="en-AU" dirty="0"/>
          </a:p>
          <a:p>
            <a:r>
              <a:rPr lang="en-AU" dirty="0" smtClean="0"/>
              <a:t>Hints: algebra, multiplying</a:t>
            </a:r>
          </a:p>
          <a:p>
            <a:endParaRPr lang="en-AU" dirty="0"/>
          </a:p>
          <a:p>
            <a:pPr marL="0" indent="0" algn="ctr">
              <a:buNone/>
            </a:pPr>
            <a:r>
              <a:rPr lang="en-AU" dirty="0" smtClean="0">
                <a:solidFill>
                  <a:srgbClr val="FF0000"/>
                </a:solidFill>
              </a:rPr>
              <a:t>BE prepared to share you answers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2050" name="Picture 2" descr="Image result for avid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569" y="206020"/>
            <a:ext cx="1857375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59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2928" y="1691306"/>
            <a:ext cx="6279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</a:t>
            </a:r>
            <a:r>
              <a:rPr lang="en-AU" sz="2000" dirty="0"/>
              <a:t>How do I simplify algebraic expressions with </a:t>
            </a:r>
            <a:r>
              <a:rPr lang="en-AU" sz="2000" dirty="0" smtClean="0"/>
              <a:t>Division? </a:t>
            </a:r>
            <a:endParaRPr lang="en-AU" sz="2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divide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÷2=  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𝑎𝑦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blipFill>
                <a:blip r:embed="rId2"/>
                <a:stretch>
                  <a:fillRect l="-938" t="-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250593-6ED0-4573-BD12-F111A3A2C9E9}"/>
              </a:ext>
            </a:extLst>
          </p:cNvPr>
          <p:cNvCxnSpPr>
            <a:cxnSpLocks/>
          </p:cNvCxnSpPr>
          <p:nvPr/>
        </p:nvCxnSpPr>
        <p:spPr>
          <a:xfrm flipH="1">
            <a:off x="5033913" y="4138367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3283A0-F655-4971-A698-609DF0430FA8}"/>
              </a:ext>
            </a:extLst>
          </p:cNvPr>
          <p:cNvCxnSpPr>
            <a:cxnSpLocks/>
          </p:cNvCxnSpPr>
          <p:nvPr/>
        </p:nvCxnSpPr>
        <p:spPr>
          <a:xfrm flipH="1">
            <a:off x="5033913" y="4467518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DD8D1A-2A9E-4742-982A-6CE260265751}"/>
              </a:ext>
            </a:extLst>
          </p:cNvPr>
          <p:cNvCxnSpPr>
            <a:cxnSpLocks/>
          </p:cNvCxnSpPr>
          <p:nvPr/>
        </p:nvCxnSpPr>
        <p:spPr>
          <a:xfrm flipH="1">
            <a:off x="5484843" y="5035484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95C9A-9212-4B33-8F4D-3791231D4252}"/>
              </a:ext>
            </a:extLst>
          </p:cNvPr>
          <p:cNvCxnSpPr>
            <a:cxnSpLocks/>
          </p:cNvCxnSpPr>
          <p:nvPr/>
        </p:nvCxnSpPr>
        <p:spPr>
          <a:xfrm flipH="1">
            <a:off x="5494270" y="5362853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47017" y="2763624"/>
            <a:ext cx="30732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Like with multiplying </a:t>
            </a:r>
          </a:p>
          <a:p>
            <a:r>
              <a:rPr lang="en-AU" dirty="0" smtClean="0"/>
              <a:t>We divide the numbers</a:t>
            </a:r>
          </a:p>
          <a:p>
            <a:endParaRPr lang="en-AU" dirty="0" smtClean="0"/>
          </a:p>
          <a:p>
            <a:r>
              <a:rPr lang="en-AU" dirty="0" smtClean="0"/>
              <a:t>If there is a letter on the </a:t>
            </a:r>
          </a:p>
          <a:p>
            <a:r>
              <a:rPr lang="en-AU" dirty="0" smtClean="0"/>
              <a:t>Top and bottom we can cancel </a:t>
            </a:r>
          </a:p>
          <a:p>
            <a:r>
              <a:rPr lang="en-AU" dirty="0" smtClean="0"/>
              <a:t>Them out</a:t>
            </a:r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598753" y="3173871"/>
                <a:ext cx="3132976" cy="215309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Fun Fact: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The division sign is another way of writing fractions</a:t>
                </a:r>
              </a:p>
              <a:p>
                <a:endParaRPr lang="en-AU" dirty="0">
                  <a:solidFill>
                    <a:srgbClr val="0070C0"/>
                  </a:solidFill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The dots on the top and bottom is where the numbers go</a:t>
                </a:r>
              </a:p>
              <a:p>
                <a:r>
                  <a:rPr lang="en-AU" b="1" dirty="0" smtClean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53" y="3173871"/>
                <a:ext cx="3132976" cy="2153090"/>
              </a:xfrm>
              <a:prstGeom prst="rect">
                <a:avLst/>
              </a:prstGeom>
              <a:blipFill>
                <a:blip r:embed="rId3"/>
                <a:stretch>
                  <a:fillRect l="-1357" t="-1408" r="-1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1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A2A57-B596-4BAD-9829-2F1B4D6C5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t="44741" r="29374" b="51037"/>
          <a:stretch/>
        </p:blipFill>
        <p:spPr>
          <a:xfrm>
            <a:off x="608796" y="2286246"/>
            <a:ext cx="10181123" cy="50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A7F657-4C7C-4F33-BBDA-732012F42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6" t="68832" r="29603" b="27454"/>
          <a:stretch/>
        </p:blipFill>
        <p:spPr>
          <a:xfrm>
            <a:off x="608797" y="3378467"/>
            <a:ext cx="10104119" cy="439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2E8F-AEDF-4586-A940-B5D498C76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89" t="64690" r="28789" b="31649"/>
          <a:stretch/>
        </p:blipFill>
        <p:spPr>
          <a:xfrm>
            <a:off x="608796" y="4572000"/>
            <a:ext cx="10104119" cy="4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8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B6806C-E46D-F640-A932-14896513AC2D}"/>
              </a:ext>
            </a:extLst>
          </p:cNvPr>
          <p:cNvSpPr txBox="1"/>
          <p:nvPr/>
        </p:nvSpPr>
        <p:spPr>
          <a:xfrm>
            <a:off x="926275" y="724395"/>
            <a:ext cx="999902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FFC000"/>
                </a:solidFill>
              </a:rPr>
              <a:t>Class practice</a:t>
            </a:r>
            <a:endParaRPr lang="en-US" sz="7200" dirty="0">
              <a:solidFill>
                <a:srgbClr val="FFC000"/>
              </a:solidFill>
            </a:endParaRPr>
          </a:p>
          <a:p>
            <a:endParaRPr lang="en-US" dirty="0"/>
          </a:p>
          <a:p>
            <a:r>
              <a:rPr lang="en-US" sz="3200" dirty="0" smtClean="0"/>
              <a:t>Page 38 </a:t>
            </a:r>
            <a:r>
              <a:rPr lang="en-US" sz="3200" dirty="0" err="1" smtClean="0"/>
              <a:t>dwyer</a:t>
            </a:r>
            <a:r>
              <a:rPr lang="en-US" sz="3200" dirty="0" smtClean="0"/>
              <a:t> text books.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0874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 (sentence frames)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To simplify algebraic equations with division we have to__________________</a:t>
                </a:r>
              </a:p>
              <a:p>
                <a:pPr marL="0" indent="0">
                  <a:buNone/>
                </a:pPr>
                <a:r>
                  <a:rPr lang="en-AU" dirty="0" smtClean="0"/>
                  <a:t>If there are two letters the same on the top and bottom we________________</a:t>
                </a:r>
              </a:p>
              <a:p>
                <a:pPr marL="0" indent="0">
                  <a:buNone/>
                </a:pPr>
                <a:r>
                  <a:rPr lang="en-AU" dirty="0" smtClean="0"/>
                  <a:t>Example: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𝑠𝑡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÷15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=_________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avid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41" y="206020"/>
            <a:ext cx="1857375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5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171</TotalTime>
  <Words>463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Revision - lhs</vt:lpstr>
      <vt:lpstr>Think</vt:lpstr>
      <vt:lpstr>Simplifying Expressions  </vt:lpstr>
      <vt:lpstr>practice: - lhs</vt:lpstr>
      <vt:lpstr>Class practice</vt:lpstr>
      <vt:lpstr>Summary (sentence frames)</vt:lpstr>
      <vt:lpstr>Lesson 2 Dividing</vt:lpstr>
      <vt:lpstr>Revision Quickwrite  1 mInute</vt:lpstr>
      <vt:lpstr>Simplifying Expressions  </vt:lpstr>
      <vt:lpstr>practice: - lhs</vt:lpstr>
      <vt:lpstr>PowerPoint Presentation</vt:lpstr>
      <vt:lpstr>Summary (sentence frames)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MORGAN Adam [Baldivis Secondary College]</cp:lastModifiedBy>
  <cp:revision>54</cp:revision>
  <dcterms:created xsi:type="dcterms:W3CDTF">2018-03-11T07:42:05Z</dcterms:created>
  <dcterms:modified xsi:type="dcterms:W3CDTF">2018-07-16T09:05:29Z</dcterms:modified>
</cp:coreProperties>
</file>