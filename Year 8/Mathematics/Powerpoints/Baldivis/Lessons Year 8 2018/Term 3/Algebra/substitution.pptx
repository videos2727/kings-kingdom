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62" r:id="rId4"/>
    <p:sldId id="264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60" d="100"/>
          <a:sy n="60" d="100"/>
        </p:scale>
        <p:origin x="1550" y="634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7/30/2018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7/30/2018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5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8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7/30/2018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7/30/2018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7/30/2018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9144000" cy="1231776"/>
          </a:xfrm>
        </p:spPr>
        <p:txBody>
          <a:bodyPr/>
          <a:lstStyle/>
          <a:p>
            <a:r>
              <a:rPr lang="en-US" sz="6000" dirty="0"/>
              <a:t>Topic: Substitution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substitute into expressions?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Substitution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we substitute into expressions?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771" y="1496965"/>
            <a:ext cx="1872195" cy="7079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are the variables?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86001" y="1304765"/>
            <a:ext cx="6408711" cy="792088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variables (</a:t>
            </a:r>
            <a:r>
              <a:rPr lang="en-US" dirty="0" err="1"/>
              <a:t>a,b,x,y</a:t>
            </a:r>
            <a:r>
              <a:rPr lang="en-US" dirty="0"/>
              <a:t>…</a:t>
            </a:r>
            <a:r>
              <a:rPr lang="en-US" dirty="0" err="1"/>
              <a:t>etc</a:t>
            </a:r>
            <a:r>
              <a:rPr lang="en-US" dirty="0"/>
              <a:t>…) are ‘place holders’ for a number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2204EA1-83DD-426F-98A6-33D72125D9DD}"/>
              </a:ext>
            </a:extLst>
          </p:cNvPr>
          <p:cNvSpPr txBox="1">
            <a:spLocks/>
          </p:cNvSpPr>
          <p:nvPr/>
        </p:nvSpPr>
        <p:spPr>
          <a:xfrm>
            <a:off x="314290" y="2924944"/>
            <a:ext cx="1872195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Steps to solve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51A25A0-96ED-47AB-8F5F-41822A6D9237}"/>
              </a:ext>
            </a:extLst>
          </p:cNvPr>
          <p:cNvSpPr txBox="1">
            <a:spLocks/>
          </p:cNvSpPr>
          <p:nvPr/>
        </p:nvSpPr>
        <p:spPr>
          <a:xfrm>
            <a:off x="2461060" y="2479567"/>
            <a:ext cx="6192688" cy="2898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Rewrite the expression replacing the variable with the number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Use Order of Operations (BIMDAS) to solve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Rewrite the expression after each step </a:t>
            </a:r>
            <a:r>
              <a:rPr lang="en-US" sz="1800" dirty="0">
                <a:solidFill>
                  <a:srgbClr val="FF0000"/>
                </a:solidFill>
              </a:rPr>
              <a:t>(this part is how you show your work for full marks during the test)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Show your final answer clearly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2576D-4B80-47C1-B2EE-5EA0A2B97C47}"/>
              </a:ext>
            </a:extLst>
          </p:cNvPr>
          <p:cNvSpPr txBox="1"/>
          <p:nvPr/>
        </p:nvSpPr>
        <p:spPr>
          <a:xfrm>
            <a:off x="9333342" y="2189080"/>
            <a:ext cx="2520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2x – 1 if x=3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90D2F8-64CD-4833-8712-43F2942D2DB0}"/>
              </a:ext>
            </a:extLst>
          </p:cNvPr>
          <p:cNvSpPr txBox="1"/>
          <p:nvPr/>
        </p:nvSpPr>
        <p:spPr>
          <a:xfrm>
            <a:off x="9313845" y="2563802"/>
            <a:ext cx="2520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2x – 1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74F4D5-F131-4BC3-84F7-D6C7D594983F}"/>
              </a:ext>
            </a:extLst>
          </p:cNvPr>
          <p:cNvSpPr txBox="1"/>
          <p:nvPr/>
        </p:nvSpPr>
        <p:spPr>
          <a:xfrm>
            <a:off x="9313846" y="2569971"/>
            <a:ext cx="2520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  <a:r>
              <a:rPr lang="en-AU" sz="2400" dirty="0">
                <a:solidFill>
                  <a:srgbClr val="7030A0"/>
                </a:solidFill>
              </a:rPr>
              <a:t>×3 </a:t>
            </a:r>
            <a:r>
              <a:rPr lang="en-AU" sz="2400" dirty="0"/>
              <a:t>–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6CFBD-1D9E-428C-B85B-B11FC811B032}"/>
              </a:ext>
            </a:extLst>
          </p:cNvPr>
          <p:cNvSpPr txBox="1"/>
          <p:nvPr/>
        </p:nvSpPr>
        <p:spPr>
          <a:xfrm>
            <a:off x="8495323" y="3328022"/>
            <a:ext cx="352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Multiplication first   2×3 = 6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2A3A3-2F42-46C9-99B2-81D58ECBD94E}"/>
              </a:ext>
            </a:extLst>
          </p:cNvPr>
          <p:cNvSpPr txBox="1"/>
          <p:nvPr/>
        </p:nvSpPr>
        <p:spPr>
          <a:xfrm>
            <a:off x="9215401" y="387392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 – 1 = 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D2D8AB-32B5-4ADD-8013-6F193F3B0778}"/>
              </a:ext>
            </a:extLst>
          </p:cNvPr>
          <p:cNvSpPr txBox="1"/>
          <p:nvPr/>
        </p:nvSpPr>
        <p:spPr>
          <a:xfrm>
            <a:off x="9443930" y="4559191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x=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8DDF6E-C3DE-4EA2-8989-991C0BB6AFD7}"/>
              </a:ext>
            </a:extLst>
          </p:cNvPr>
          <p:cNvSpPr txBox="1"/>
          <p:nvPr/>
        </p:nvSpPr>
        <p:spPr>
          <a:xfrm>
            <a:off x="2430128" y="5445224"/>
            <a:ext cx="590465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Try these for x=4 and y = 2</a:t>
            </a:r>
          </a:p>
          <a:p>
            <a:endParaRPr lang="en-AU" dirty="0"/>
          </a:p>
          <a:p>
            <a:r>
              <a:rPr lang="en-AU" dirty="0"/>
              <a:t>5x-2y 		3x²-5		3x÷2 + y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14" grpId="0"/>
      <p:bldP spid="14" grpId="1"/>
      <p:bldP spid="15" grpId="0"/>
      <p:bldP spid="7" grpId="0"/>
      <p:bldP spid="17" grpId="0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844" y="1628800"/>
            <a:ext cx="4896544" cy="396044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Race track substitution</a:t>
            </a:r>
            <a:br>
              <a:rPr lang="en-US" dirty="0"/>
            </a:br>
            <a:r>
              <a:rPr lang="en-US" dirty="0"/>
              <a:t>- in pairs</a:t>
            </a:r>
            <a:br>
              <a:rPr lang="en-US" dirty="0"/>
            </a:br>
            <a:r>
              <a:rPr lang="en-US" dirty="0"/>
              <a:t>- roll dice and substitute the value into the equation </a:t>
            </a:r>
            <a:br>
              <a:rPr lang="en-US" dirty="0"/>
            </a:br>
            <a:r>
              <a:rPr lang="en-US" dirty="0"/>
              <a:t>- move forward that number of squares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65EA1-4DA5-4D3F-A579-2117FB040A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924" t="10090" r="33458" b="5889"/>
          <a:stretch/>
        </p:blipFill>
        <p:spPr>
          <a:xfrm>
            <a:off x="5878388" y="240073"/>
            <a:ext cx="4536504" cy="63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1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a 3 by 3 grid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1804" y="332656"/>
            <a:ext cx="3276599" cy="1371600"/>
          </a:xfrm>
        </p:spPr>
        <p:txBody>
          <a:bodyPr>
            <a:normAutofit/>
          </a:bodyPr>
          <a:lstStyle/>
          <a:p>
            <a:r>
              <a:rPr lang="en-US" sz="3600" dirty="0"/>
              <a:t>Conclusion</a:t>
            </a:r>
          </a:p>
        </p:txBody>
      </p:sp>
      <p:sp>
        <p:nvSpPr>
          <p:cNvPr id="6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/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E5598-00A5-4B8C-B10B-BDEA95C774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185" t="37775" r="21643" b="15341"/>
          <a:stretch/>
        </p:blipFill>
        <p:spPr>
          <a:xfrm>
            <a:off x="5970240" y="1704256"/>
            <a:ext cx="4896544" cy="321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28</TotalTime>
  <Words>151</Words>
  <Application>Microsoft Office PowerPoint</Application>
  <PresentationFormat>Custom</PresentationFormat>
  <Paragraphs>28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Palatino Linotype</vt:lpstr>
      <vt:lpstr>Watercolor_16x9</vt:lpstr>
      <vt:lpstr>Topic: Substitution </vt:lpstr>
      <vt:lpstr>Topic: Substitution</vt:lpstr>
      <vt:lpstr>Race track substitution - in pairs - roll dice and substitute the value into the equation  - move forward that number of squares  </vt:lpstr>
      <vt:lpstr>Make a 3 by 3 grid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4</cp:revision>
  <dcterms:created xsi:type="dcterms:W3CDTF">2018-07-29T09:37:46Z</dcterms:created>
  <dcterms:modified xsi:type="dcterms:W3CDTF">2018-07-30T00:12:16Z</dcterms:modified>
</cp:coreProperties>
</file>