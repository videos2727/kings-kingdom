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57" r:id="rId3"/>
    <p:sldId id="264" r:id="rId4"/>
    <p:sldId id="260" r:id="rId5"/>
    <p:sldId id="266" r:id="rId6"/>
    <p:sldId id="262" r:id="rId7"/>
    <p:sldId id="265" r:id="rId8"/>
    <p:sldId id="267" r:id="rId9"/>
    <p:sldId id="269" r:id="rId10"/>
    <p:sldId id="270" r:id="rId11"/>
    <p:sldId id="271" r:id="rId12"/>
    <p:sldId id="272" r:id="rId13"/>
    <p:sldId id="27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41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9198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9041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4444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638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356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0622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20/07/2018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Who wants VIVOS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5536" y="1628800"/>
                <a:ext cx="8229600" cy="452596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AU" dirty="0" smtClean="0"/>
                  <a:t>Use the first 5 digits of the date and any mathematical operation to make the year (18)</a:t>
                </a:r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smtClean="0">
                    <a:solidFill>
                      <a:schemeClr val="accent1"/>
                    </a:solidFill>
                  </a:rPr>
                  <a:t>Eg. For the 19/7/2018     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20−9+</m:t>
                    </m:r>
                    <m:sSup>
                      <m:sSupPr>
                        <m:ctrlPr>
                          <a:rPr lang="en-AU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endParaRPr lang="en-AU" dirty="0" smtClean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AU" dirty="0" smtClean="0"/>
                  <a:t>Today’s date is         /     / 20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18</a:t>
                </a:r>
              </a:p>
              <a:p>
                <a:pPr marL="0" indent="0">
                  <a:buNone/>
                </a:pPr>
                <a:endParaRPr lang="en-AU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AU" dirty="0" smtClean="0"/>
                  <a:t>           use these numbers to make 18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628800"/>
                <a:ext cx="8229600" cy="4525963"/>
              </a:xfrm>
              <a:blipFill>
                <a:blip r:embed="rId3"/>
                <a:stretch>
                  <a:fillRect l="-1926" t="-28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/>
          <p:cNvSpPr/>
          <p:nvPr/>
        </p:nvSpPr>
        <p:spPr>
          <a:xfrm rot="5400000">
            <a:off x="3571091" y="3997861"/>
            <a:ext cx="864096" cy="203063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 marL="0" indent="0">
              <a:buNone/>
            </a:pPr>
            <a:r>
              <a:rPr lang="en-AU" dirty="0" smtClean="0"/>
              <a:t>- </a:t>
            </a:r>
            <a:r>
              <a:rPr lang="en-AU" dirty="0" smtClean="0"/>
              <a:t>Expand brackets using a model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57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Distributive law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expand brackets?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428396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115616" y="2348880"/>
                <a:ext cx="177946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:endParaRPr lang="en-AU" b="0" dirty="0" smtClean="0"/>
              </a:p>
              <a:p>
                <a:endParaRPr lang="en-AU" dirty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348880"/>
                <a:ext cx="1779461" cy="1200329"/>
              </a:xfrm>
              <a:prstGeom prst="rect">
                <a:avLst/>
              </a:prstGeom>
              <a:blipFill>
                <a:blip r:embed="rId3"/>
                <a:stretch>
                  <a:fillRect l="-274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1267771" y="3381509"/>
            <a:ext cx="7920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3x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051492" y="3381509"/>
            <a:ext cx="7920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6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813930" y="35141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1455372" y="3029135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X              2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867863" y="4306188"/>
                <a:ext cx="137999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Therefore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63" y="4306188"/>
                <a:ext cx="1379993" cy="923330"/>
              </a:xfrm>
              <a:prstGeom prst="rect">
                <a:avLst/>
              </a:prstGeom>
              <a:blipFill>
                <a:blip r:embed="rId4"/>
                <a:stretch>
                  <a:fillRect l="-3524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49116" y="2091872"/>
            <a:ext cx="117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Method 1: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4429725" y="2066317"/>
            <a:ext cx="4393510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Steps</a:t>
            </a:r>
          </a:p>
          <a:p>
            <a:endParaRPr lang="en-AU" dirty="0"/>
          </a:p>
          <a:p>
            <a:pPr>
              <a:lnSpc>
                <a:spcPct val="150000"/>
              </a:lnSpc>
            </a:pPr>
            <a:endParaRPr lang="en-AU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Draw the boxes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Write the terms from the brackets on top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Write the term outside next to the boxes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Multiply the ___ with the 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Multiply the ____ with the 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Write your answer nicely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807951" y="449889"/>
            <a:ext cx="2457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Distributive law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128042" y="115241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AU" sz="2400" dirty="0" smtClean="0"/>
              <a:t>       </a:t>
            </a:r>
            <a:r>
              <a:rPr lang="en-AU" sz="2400" dirty="0" smtClean="0"/>
              <a:t> How can we expand brackets?</a:t>
            </a:r>
            <a:endParaRPr lang="en-AU" sz="2400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28396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1115616" y="2348880"/>
                <a:ext cx="177946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:endParaRPr lang="en-AU" b="0" dirty="0" smtClean="0"/>
              </a:p>
              <a:p>
                <a:endParaRPr lang="en-AU" dirty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348880"/>
                <a:ext cx="1779461" cy="1200329"/>
              </a:xfrm>
              <a:prstGeom prst="rect">
                <a:avLst/>
              </a:prstGeom>
              <a:blipFill>
                <a:blip r:embed="rId3"/>
                <a:stretch>
                  <a:fillRect l="-274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49116" y="2091872"/>
            <a:ext cx="117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Method 2:</a:t>
            </a:r>
            <a:endParaRPr lang="en-AU" dirty="0"/>
          </a:p>
        </p:txBody>
      </p:sp>
      <p:sp>
        <p:nvSpPr>
          <p:cNvPr id="28" name="TextBox 27"/>
          <p:cNvSpPr txBox="1"/>
          <p:nvPr/>
        </p:nvSpPr>
        <p:spPr>
          <a:xfrm>
            <a:off x="4644008" y="2091872"/>
            <a:ext cx="30844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Steps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Multiply the 5 with the x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Multiply the 5 with the 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Bring the sign down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Write your answer nicely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1403648" y="3611924"/>
                <a:ext cx="1837619" cy="1754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AutoNum type="arabicPlain" startAt="5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AU" dirty="0" smtClean="0"/>
              </a:p>
              <a:p>
                <a:pPr marL="342900" indent="-342900">
                  <a:buAutoNum type="arabicPlain" startAt="5"/>
                </a:pPr>
                <a:endParaRPr lang="en-AU" dirty="0"/>
              </a:p>
              <a:p>
                <a:pPr marL="342900" indent="-342900">
                  <a:buAutoNum type="arabicPlain" startAt="5"/>
                </a:pPr>
                <a:endParaRPr lang="en-AU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−      10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3611924"/>
                <a:ext cx="1837619" cy="1754326"/>
              </a:xfrm>
              <a:prstGeom prst="rect">
                <a:avLst/>
              </a:prstGeom>
              <a:blipFill>
                <a:blip r:embed="rId4"/>
                <a:stretch>
                  <a:fillRect l="-2318" t="-17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/>
          <p:cNvSpPr/>
          <p:nvPr/>
        </p:nvSpPr>
        <p:spPr>
          <a:xfrm rot="20652606">
            <a:off x="1258051" y="3625904"/>
            <a:ext cx="788147" cy="341368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Arc 29"/>
          <p:cNvSpPr/>
          <p:nvPr/>
        </p:nvSpPr>
        <p:spPr>
          <a:xfrm rot="21062286">
            <a:off x="705565" y="3634029"/>
            <a:ext cx="1800200" cy="50405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2188633" y="3981256"/>
            <a:ext cx="79111" cy="491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Try these (LHS)</a:t>
            </a:r>
            <a:endParaRPr lang="en-A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1475656" y="1412776"/>
            <a:ext cx="40324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AU" sz="2800" dirty="0" smtClean="0"/>
              <a:t>Expand the following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800" dirty="0" smtClean="0"/>
              <a:t>4(d+2)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800" dirty="0" smtClean="0"/>
              <a:t>10(4 - s)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800" dirty="0" smtClean="0"/>
              <a:t>3(2x+7)</a:t>
            </a:r>
            <a:endParaRPr lang="en-AU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2348880"/>
            <a:ext cx="2984037" cy="339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Pg</a:t>
            </a:r>
            <a:r>
              <a:rPr lang="en-AU" dirty="0" smtClean="0"/>
              <a:t> 39 Dwyer book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Complete exercise 3.7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3573016"/>
            <a:ext cx="3739784" cy="29108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12230" y="3112403"/>
            <a:ext cx="16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you get stuck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Sentence frame summary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Complete the sentences </a:t>
            </a:r>
            <a:r>
              <a:rPr lang="en-AU" dirty="0" smtClean="0"/>
              <a:t>to make your summary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To expand brackets using the distributive law we___________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Lesson 2</a:t>
            </a:r>
            <a:br>
              <a:rPr lang="en-AU" dirty="0" smtClean="0"/>
            </a:br>
            <a:r>
              <a:rPr lang="en-AU" dirty="0" smtClean="0"/>
              <a:t>New day </a:t>
            </a:r>
            <a:r>
              <a:rPr lang="en-AU" dirty="0"/>
              <a:t>N</a:t>
            </a:r>
            <a:r>
              <a:rPr lang="en-AU" dirty="0" smtClean="0"/>
              <a:t>ew date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5536" y="1628800"/>
                <a:ext cx="8229600" cy="452596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AU" dirty="0" smtClean="0"/>
                  <a:t>Use the first 5 digits of the date and any mathematical operation to make the year (18)</a:t>
                </a:r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smtClean="0">
                    <a:solidFill>
                      <a:schemeClr val="accent1"/>
                    </a:solidFill>
                  </a:rPr>
                  <a:t>Eg. For the 19/7/2018     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20−9+</m:t>
                    </m:r>
                    <m:sSup>
                      <m:sSupPr>
                        <m:ctrlPr>
                          <a:rPr lang="en-AU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endParaRPr lang="en-AU" dirty="0" smtClean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AU" dirty="0" smtClean="0"/>
                  <a:t>Today’s date is         /     / 20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18</a:t>
                </a:r>
              </a:p>
              <a:p>
                <a:pPr marL="0" indent="0">
                  <a:buNone/>
                </a:pPr>
                <a:endParaRPr lang="en-AU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AU" dirty="0" smtClean="0"/>
                  <a:t>           use these numbers to make 18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628800"/>
                <a:ext cx="8229600" cy="4525963"/>
              </a:xfrm>
              <a:blipFill>
                <a:blip r:embed="rId3"/>
                <a:stretch>
                  <a:fillRect l="-1926" t="-28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/>
          <p:cNvSpPr/>
          <p:nvPr/>
        </p:nvSpPr>
        <p:spPr>
          <a:xfrm rot="5400000">
            <a:off x="3571091" y="3997861"/>
            <a:ext cx="864096" cy="203063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056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57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Distributive law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expand brackets when negatives are involved?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428396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115616" y="2348880"/>
                <a:ext cx="195258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:endParaRPr lang="en-AU" b="0" dirty="0" smtClean="0"/>
              </a:p>
              <a:p>
                <a:endParaRPr lang="en-AU" dirty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348880"/>
                <a:ext cx="1952586" cy="1200329"/>
              </a:xfrm>
              <a:prstGeom prst="rect">
                <a:avLst/>
              </a:prstGeom>
              <a:blipFill>
                <a:blip r:embed="rId3"/>
                <a:stretch>
                  <a:fillRect l="-250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1267771" y="3381509"/>
            <a:ext cx="7920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-3x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051492" y="3381509"/>
            <a:ext cx="7920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-6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813930" y="3514151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-3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1455372" y="3029135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X              2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867863" y="4306188"/>
                <a:ext cx="1267398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Therefore </a:t>
                </a:r>
              </a:p>
              <a:p>
                <a:r>
                  <a:rPr lang="en-AU" dirty="0" smtClean="0"/>
                  <a:t>-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AU" i="1" dirty="0" smtClean="0">
                    <a:latin typeface="Cambria Math" panose="02040503050406030204" pitchFamily="18" charset="0"/>
                  </a:rPr>
                  <a:t/>
                </a:r>
                <a:br>
                  <a:rPr lang="en-AU" i="1" dirty="0" smtClean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63" y="4306188"/>
                <a:ext cx="1267398" cy="923330"/>
              </a:xfrm>
              <a:prstGeom prst="rect">
                <a:avLst/>
              </a:prstGeom>
              <a:blipFill>
                <a:blip r:embed="rId4"/>
                <a:stretch>
                  <a:fillRect l="-3846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49116" y="2091872"/>
            <a:ext cx="117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Method 1: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4644008" y="2091872"/>
            <a:ext cx="743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Steps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663815" y="5660033"/>
            <a:ext cx="240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Notice the sign changes</a:t>
            </a:r>
            <a:endParaRPr lang="en-AU" dirty="0"/>
          </a:p>
        </p:txBody>
      </p:sp>
      <p:cxnSp>
        <p:nvCxnSpPr>
          <p:cNvPr id="14" name="Straight Arrow Connector 13"/>
          <p:cNvCxnSpPr>
            <a:stCxn id="8" idx="0"/>
          </p:cNvCxnSpPr>
          <p:nvPr/>
        </p:nvCxnSpPr>
        <p:spPr>
          <a:xfrm flipH="1" flipV="1">
            <a:off x="1763688" y="5157192"/>
            <a:ext cx="1104784" cy="502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56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8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807951" y="449889"/>
            <a:ext cx="2457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Distributive law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128042" y="115241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AU" sz="2400" dirty="0" smtClean="0"/>
              <a:t>    </a:t>
            </a:r>
            <a:r>
              <a:rPr lang="en-AU" sz="2400" dirty="0" smtClean="0"/>
              <a:t> – How can we expand brackets when negatives are involved?</a:t>
            </a:r>
            <a:endParaRPr lang="en-AU" sz="2400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28396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1115616" y="2348880"/>
                <a:ext cx="184999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-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:endParaRPr lang="en-AU" b="0" dirty="0" smtClean="0"/>
              </a:p>
              <a:p>
                <a:endParaRPr lang="en-AU" dirty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348880"/>
                <a:ext cx="1849994" cy="1200329"/>
              </a:xfrm>
              <a:prstGeom prst="rect">
                <a:avLst/>
              </a:prstGeom>
              <a:blipFill>
                <a:blip r:embed="rId3"/>
                <a:stretch>
                  <a:fillRect l="-264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49116" y="2091872"/>
            <a:ext cx="117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Method 2: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4781941" y="2123898"/>
            <a:ext cx="690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Steps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/>
              <p:cNvSpPr/>
              <p:nvPr/>
            </p:nvSpPr>
            <p:spPr>
              <a:xfrm>
                <a:off x="1339405" y="3681282"/>
                <a:ext cx="1974708" cy="1754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-5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AU" dirty="0" smtClean="0"/>
              </a:p>
              <a:p>
                <a:pPr marL="342900" indent="-342900">
                  <a:buAutoNum type="arabicPlain" startAt="5"/>
                </a:pPr>
                <a:endParaRPr lang="en-AU" dirty="0"/>
              </a:p>
              <a:p>
                <a:pPr marL="342900" indent="-342900">
                  <a:buAutoNum type="arabicPlain" startAt="5"/>
                </a:pPr>
                <a:endParaRPr lang="en-AU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−      −10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405" y="3681282"/>
                <a:ext cx="1974708" cy="1754326"/>
              </a:xfrm>
              <a:prstGeom prst="rect">
                <a:avLst/>
              </a:prstGeom>
              <a:blipFill>
                <a:blip r:embed="rId4"/>
                <a:stretch>
                  <a:fillRect l="-2778" t="-20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c 22"/>
          <p:cNvSpPr/>
          <p:nvPr/>
        </p:nvSpPr>
        <p:spPr>
          <a:xfrm rot="20652606">
            <a:off x="1258051" y="3625904"/>
            <a:ext cx="788147" cy="341368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Arc 23"/>
          <p:cNvSpPr/>
          <p:nvPr/>
        </p:nvSpPr>
        <p:spPr>
          <a:xfrm rot="21062286">
            <a:off x="705565" y="3634029"/>
            <a:ext cx="1800200" cy="50405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2188633" y="3981256"/>
            <a:ext cx="79111" cy="491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98271" y="5855007"/>
            <a:ext cx="2806281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dirty="0" smtClean="0"/>
              <a:t>Be careful the sign changes!</a:t>
            </a:r>
            <a:endParaRPr lang="en-AU" dirty="0"/>
          </a:p>
        </p:txBody>
      </p:sp>
      <p:cxnSp>
        <p:nvCxnSpPr>
          <p:cNvPr id="28" name="Straight Arrow Connector 27"/>
          <p:cNvCxnSpPr>
            <a:stCxn id="26" idx="0"/>
          </p:cNvCxnSpPr>
          <p:nvPr/>
        </p:nvCxnSpPr>
        <p:spPr>
          <a:xfrm flipH="1" flipV="1">
            <a:off x="2398151" y="5352167"/>
            <a:ext cx="1303261" cy="502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06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Try these</a:t>
            </a:r>
            <a:endParaRPr lang="en-AU" sz="4000" dirty="0"/>
          </a:p>
        </p:txBody>
      </p:sp>
      <p:sp>
        <p:nvSpPr>
          <p:cNvPr id="3" name="Rectangle 2"/>
          <p:cNvSpPr/>
          <p:nvPr/>
        </p:nvSpPr>
        <p:spPr>
          <a:xfrm>
            <a:off x="1403648" y="1412776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AU" sz="2400" dirty="0"/>
              <a:t>Expand the following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400" dirty="0" smtClean="0"/>
              <a:t>-4(d+2</a:t>
            </a:r>
            <a:r>
              <a:rPr lang="en-AU" sz="2400" dirty="0"/>
              <a:t>)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400" dirty="0" smtClean="0"/>
              <a:t>-10(4 </a:t>
            </a:r>
            <a:r>
              <a:rPr lang="en-AU" sz="2400" dirty="0"/>
              <a:t>- s)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400" dirty="0" smtClean="0"/>
              <a:t>-3(2x+7</a:t>
            </a:r>
            <a:r>
              <a:rPr lang="en-AU" sz="2400" dirty="0"/>
              <a:t>)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3501008"/>
            <a:ext cx="3739784" cy="291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1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Pg</a:t>
            </a:r>
            <a:r>
              <a:rPr lang="en-AU" dirty="0" smtClean="0"/>
              <a:t> 40 Dwyer book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Complete exercise 3.9</a:t>
            </a:r>
            <a:r>
              <a:rPr lang="en-AU" dirty="0"/>
              <a:t> </a:t>
            </a:r>
            <a:r>
              <a:rPr lang="en-AU" dirty="0" smtClean="0"/>
              <a:t>and 3.10</a:t>
            </a:r>
          </a:p>
          <a:p>
            <a:pPr marL="0" indent="0">
              <a:buNone/>
            </a:pPr>
            <a:endParaRPr lang="en-AU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996952"/>
            <a:ext cx="2984037" cy="339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99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Sentence frame summary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Complete the sentences </a:t>
            </a:r>
            <a:r>
              <a:rPr lang="en-AU" dirty="0" smtClean="0"/>
              <a:t>to make your summary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When expanding brackets that have negatives we have to be careful of___________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418</Words>
  <Application>Microsoft Office PowerPoint</Application>
  <PresentationFormat>On-screen Show (4:3)</PresentationFormat>
  <Paragraphs>163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Who wants VIVOS</vt:lpstr>
      <vt:lpstr>Lesson objective</vt:lpstr>
      <vt:lpstr>PowerPoint Presentation</vt:lpstr>
      <vt:lpstr>PowerPoint Presentation</vt:lpstr>
      <vt:lpstr>PowerPoint Presentation</vt:lpstr>
      <vt:lpstr>Pg 39 Dwyer book</vt:lpstr>
      <vt:lpstr>Sentence frame summary</vt:lpstr>
      <vt:lpstr>Lesson 2 New day New date</vt:lpstr>
      <vt:lpstr>PowerPoint Presentation</vt:lpstr>
      <vt:lpstr>PowerPoint Presentation</vt:lpstr>
      <vt:lpstr>PowerPoint Presentation</vt:lpstr>
      <vt:lpstr>Pg 40 Dwyer book</vt:lpstr>
      <vt:lpstr>Sentence frame summary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 [Baldivis Secondary College]</cp:lastModifiedBy>
  <cp:revision>12</cp:revision>
  <dcterms:created xsi:type="dcterms:W3CDTF">2016-10-20T03:14:06Z</dcterms:created>
  <dcterms:modified xsi:type="dcterms:W3CDTF">2018-07-20T04:34:37Z</dcterms:modified>
</cp:coreProperties>
</file>