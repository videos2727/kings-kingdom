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1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2" autoAdjust="0"/>
    <p:restoredTop sz="94660"/>
  </p:normalViewPr>
  <p:slideViewPr>
    <p:cSldViewPr snapToGrid="0">
      <p:cViewPr varScale="1">
        <p:scale>
          <a:sx n="81" d="100"/>
          <a:sy n="81" d="100"/>
        </p:scale>
        <p:origin x="63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8F607-D026-4E06-86B3-161358C4A20B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92B40C-EF17-467C-A424-4FFE50D7064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307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9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76528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6DB7-4BF4-4CDC-97DE-C18DBED378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75EDF5-E18C-47EE-9FCF-D6F6C32009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240CE-2151-4AE3-B053-D54041E1D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257C91-5B13-46D8-8EBE-B449D0E9E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84E55-B0E8-46D5-8062-3BB095D66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7335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C5597-D8ED-4537-A2AB-FAAA4F686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0377-7D33-44F6-B35B-4BFAAD434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575D-A48C-4747-BCAD-7FF4FED26D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A85407-74E0-4E55-B6B9-880EBB667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5530CE-D13C-4080-B46D-A3C12B0CA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5787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2424C-9A11-4C9D-A125-AE98A0BDB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9C409-5DDF-4641-BF47-39EE0391B0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B46EF-BF32-4AF9-B3E9-412F414E5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936CF-08CA-4996-9A5C-C2746547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ABA479-FDE7-442D-9C42-348B2C482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20265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8BE7-5500-4CFE-9ACD-221DDEF0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F7B8-4601-48F6-88CB-32E51006A6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C02E3-837A-4F02-ACA5-8AD026279A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F6A8B0-1894-49A7-9D02-B122B69E3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24115-23CE-45DA-B2BD-79F2B4B32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400F9-619F-42D4-ACD5-DA84C4E4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72508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F7908-B5C9-4ECD-A932-CDFE071E0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0D4145-7A19-4E03-9E73-1BE3C6CA0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EEE1FF-B97A-4318-A5E0-5E20754DC4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903B1E-C0C4-4D55-BAB8-3E715EE564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82B2D0-5841-478E-AD1C-75C9525F9E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FC66E7-01EE-4320-9DEE-C37F00449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3BA679-A226-4ECA-9655-A3062F3AC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FEA1EB-0E49-4F50-88D4-4A342FC5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0898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E9EB3-DD1A-4B11-9714-7EFE81590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EC993F-0225-4D37-899B-EF2F0F5E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8F0633-CBBB-4B58-A47B-30E79E99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829E79-78F7-4986-B249-C700E1B61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8707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1736D-BC56-48CD-9BA4-CD22BBE6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E73A50-55A7-4891-A1A9-B9ACDBCF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0DD5DA-0AFE-4246-96E8-7E6F4DCAF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35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9BE0-3649-427C-98AD-964C88009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8B8F4-82C7-4E05-A24E-028D00E4F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244B7F-A806-4DFF-9EEB-D7B7E952D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497C5-132A-4C4D-991F-67AB9E7AE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71CC3E-2127-43E8-91FA-9EC32CB61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5F9CE-AAAF-4334-AB6F-BB9F4B1A4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58842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4005-80B0-46D3-894D-7B6E72EB0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A8CDB2-3BDC-4DD9-B5FD-2D1A82A672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07850D-B62B-44B3-9D27-AD9B88223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E69788-C3B1-43EA-B1BD-5386E073E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69C1D-8C97-4547-9955-B7C02B618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275D35-9F9A-4719-B480-A6D1792C7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278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BE7F4-BD6D-4A7E-AF18-CD7197C8D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EACAA3-6F5B-43CF-A6C2-B71D9BAA6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935EA-1DE1-4CC2-9919-962E87DD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F9DB4C-9345-4D0A-91FB-8912906C2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5E0CFF-E236-4190-9C9F-5D8647FF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15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0F875-2518-4243-AFAF-BD72CA152A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1D34A-7150-4E00-8AB0-777DCC55B5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FBA93-62D5-4DDE-9FF3-41AC22514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BD8FF1-F026-41C6-AA4D-B65019663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169AA-7DAE-4CA5-8518-AE14CA3DD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80737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0192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4959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49DFC6-D6EF-4FE1-9DBF-D18B8B30A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D4227-282C-4F59-B867-6E6548AC6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32A5C-95BD-49A5-B41F-C3FD3A9F8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581F12-2D2D-4E51-9A63-29BE169A6547}" type="datetimeFigureOut">
              <a:rPr lang="en-AU" smtClean="0"/>
              <a:t>1/08/2018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7C840C-3396-4275-8B5E-48F8348E0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C56C6-F4DF-47AA-A30C-C370D6EFB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9C9DE-B8C9-4134-9C47-9A36D8CB4C5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272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09479C3C-AF8C-4A50-A6F0-55839E4E8631}"/>
              </a:ext>
            </a:extLst>
          </p:cNvPr>
          <p:cNvSpPr txBox="1">
            <a:spLocks/>
          </p:cNvSpPr>
          <p:nvPr/>
        </p:nvSpPr>
        <p:spPr>
          <a:xfrm>
            <a:off x="1372829" y="4999471"/>
            <a:ext cx="9446339" cy="1384675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Miss L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Year 8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288494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Algebra Revision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3768" y="278490"/>
            <a:ext cx="9687233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What will be on the Mini-Test</a:t>
            </a:r>
          </a:p>
        </p:txBody>
      </p:sp>
      <p:sp>
        <p:nvSpPr>
          <p:cNvPr id="13" name="Content Placeholder 13">
            <a:extLst>
              <a:ext uri="{FF2B5EF4-FFF2-40B4-BE49-F238E27FC236}">
                <a16:creationId xmlns:a16="http://schemas.microsoft.com/office/drawing/2014/main" id="{03C6AC60-0EEB-4482-9041-0A4971612EE3}"/>
              </a:ext>
            </a:extLst>
          </p:cNvPr>
          <p:cNvSpPr txBox="1">
            <a:spLocks/>
          </p:cNvSpPr>
          <p:nvPr/>
        </p:nvSpPr>
        <p:spPr>
          <a:xfrm>
            <a:off x="685800" y="1616423"/>
            <a:ext cx="10820400" cy="4790276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rmAutofit lnSpcReduction="10000"/>
          </a:bodyPr>
          <a:lstStyle>
            <a:lvl1pPr marL="609585" lvl="0" indent="-474121" algn="l" defTabSz="914400" rtl="0" eaLnBrk="1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219170" lvl="1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54" lvl="2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438339" lvl="3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047924" lvl="4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657509" lvl="5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67093" lvl="6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678" lvl="7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86263" lvl="8" indent="-474121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‐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latin typeface="Kiwi School Handwriting" panose="00000500000000000000" pitchFamily="2" charset="0"/>
              </a:rPr>
              <a:t>Algebra definitions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AU" sz="3600" dirty="0">
              <a:latin typeface="Kiwi School Handwriting" panose="00000500000000000000" pitchFamily="2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latin typeface="Kiwi School Handwriting" panose="00000500000000000000" pitchFamily="2" charset="0"/>
              </a:rPr>
              <a:t>Like terms</a:t>
            </a:r>
          </a:p>
          <a:p>
            <a:pPr marL="1181085" lvl="1" indent="-571500">
              <a:buFont typeface="Wingdings" panose="05000000000000000000" pitchFamily="2" charset="2"/>
              <a:buChar char="v"/>
            </a:pPr>
            <a:r>
              <a:rPr lang="en-AU" sz="3600" dirty="0">
                <a:latin typeface="Kiwi School Handwriting" panose="00000500000000000000" pitchFamily="2" charset="0"/>
              </a:rPr>
              <a:t>Adding and subtracting</a:t>
            </a:r>
          </a:p>
          <a:p>
            <a:pPr marL="1181085" lvl="1" indent="-571500">
              <a:buFont typeface="Wingdings" panose="05000000000000000000" pitchFamily="2" charset="2"/>
              <a:buChar char="v"/>
            </a:pPr>
            <a:r>
              <a:rPr lang="en-AU" sz="3600" dirty="0">
                <a:latin typeface="Kiwi School Handwriting" panose="00000500000000000000" pitchFamily="2" charset="0"/>
              </a:rPr>
              <a:t>Multiply and divide</a:t>
            </a:r>
          </a:p>
          <a:p>
            <a:pPr marL="1181085" lvl="1" indent="-571500">
              <a:buFont typeface="Wingdings" panose="05000000000000000000" pitchFamily="2" charset="2"/>
              <a:buChar char="v"/>
            </a:pPr>
            <a:endParaRPr lang="en-AU" sz="3600" dirty="0">
              <a:latin typeface="Kiwi School Handwriting" panose="00000500000000000000" pitchFamily="2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latin typeface="Kiwi School Handwriting" panose="00000500000000000000" pitchFamily="2" charset="0"/>
              </a:rPr>
              <a:t>Expand and Factorise expressions</a:t>
            </a: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AU" sz="3600" dirty="0">
              <a:latin typeface="Kiwi School Handwriting" panose="00000500000000000000" pitchFamily="2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r>
              <a:rPr lang="en-AU" sz="3600" dirty="0">
                <a:latin typeface="Kiwi School Handwriting" panose="00000500000000000000" pitchFamily="2" charset="0"/>
              </a:rPr>
              <a:t>Substitution</a:t>
            </a:r>
          </a:p>
          <a:p>
            <a:pPr marL="609585" lvl="1" indent="0">
              <a:buNone/>
            </a:pPr>
            <a:endParaRPr lang="en-AU" sz="3600" dirty="0">
              <a:latin typeface="Kiwi School Handwriting" panose="00000500000000000000" pitchFamily="2" charset="0"/>
            </a:endParaRPr>
          </a:p>
          <a:p>
            <a:pPr marL="571500" indent="-571500">
              <a:buFont typeface="Wingdings" panose="05000000000000000000" pitchFamily="2" charset="2"/>
              <a:buChar char="v"/>
            </a:pPr>
            <a:endParaRPr lang="en-AU" sz="3600" dirty="0">
              <a:latin typeface="Kiwi School Handwriting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530" y="411062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Algebra Definitions – Words we have covered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15F0517-B459-45EE-8A4C-954524395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9530" y="1605649"/>
            <a:ext cx="4481513" cy="4213225"/>
          </a:xfrm>
        </p:spPr>
        <p:txBody>
          <a:bodyPr/>
          <a:lstStyle/>
          <a:p>
            <a:r>
              <a:rPr lang="en-AU" dirty="0"/>
              <a:t>Variable</a:t>
            </a:r>
          </a:p>
          <a:p>
            <a:r>
              <a:rPr lang="en-AU" dirty="0"/>
              <a:t>Expression</a:t>
            </a:r>
          </a:p>
          <a:p>
            <a:r>
              <a:rPr lang="en-AU" dirty="0"/>
              <a:t>Coefficient</a:t>
            </a:r>
          </a:p>
          <a:p>
            <a:r>
              <a:rPr lang="en-AU" dirty="0"/>
              <a:t>Constant</a:t>
            </a:r>
          </a:p>
          <a:p>
            <a:r>
              <a:rPr lang="en-AU" dirty="0"/>
              <a:t>Term</a:t>
            </a:r>
          </a:p>
          <a:p>
            <a:r>
              <a:rPr lang="en-AU" dirty="0"/>
              <a:t>Substitution</a:t>
            </a:r>
          </a:p>
          <a:p>
            <a:r>
              <a:rPr lang="en-AU" dirty="0"/>
              <a:t>Expand</a:t>
            </a:r>
          </a:p>
          <a:p>
            <a:r>
              <a:rPr lang="en-AU" dirty="0"/>
              <a:t>Factorise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61414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Working with Like Terms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C3F965-EB71-4AD4-B3DE-CF74CD73077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9265"/>
          <a:stretch/>
        </p:blipFill>
        <p:spPr>
          <a:xfrm>
            <a:off x="0" y="1772559"/>
            <a:ext cx="12192000" cy="10060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969C4A5-0200-486C-913A-9B011601FD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723"/>
          <a:stretch/>
        </p:blipFill>
        <p:spPr>
          <a:xfrm>
            <a:off x="0" y="4343129"/>
            <a:ext cx="12192000" cy="6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101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Working with Like Terms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09816C-EBD1-4196-AD01-A2EF0ADD736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74853"/>
          <a:stretch/>
        </p:blipFill>
        <p:spPr>
          <a:xfrm>
            <a:off x="0" y="1559858"/>
            <a:ext cx="12192000" cy="117744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B5F805-DB00-4D3B-9167-7C9F86B67E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658"/>
          <a:stretch/>
        </p:blipFill>
        <p:spPr>
          <a:xfrm>
            <a:off x="0" y="4436315"/>
            <a:ext cx="12192000" cy="71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2919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Working with Like Terms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EAC2E-C97C-40D2-80F0-0C4E249F0D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r="47355" b="61338"/>
          <a:stretch/>
        </p:blipFill>
        <p:spPr>
          <a:xfrm>
            <a:off x="0" y="1550592"/>
            <a:ext cx="6418498" cy="105102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4A0BF1-2544-4001-BAAC-5F7C877911C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6799" r="28048" b="-379"/>
          <a:stretch/>
        </p:blipFill>
        <p:spPr>
          <a:xfrm>
            <a:off x="47195" y="4992866"/>
            <a:ext cx="8772340" cy="6410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05A9CB-0B93-4A00-809D-9A3D826B1C6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9421" r="33516" b="39366"/>
          <a:stretch/>
        </p:blipFill>
        <p:spPr>
          <a:xfrm>
            <a:off x="0" y="3358206"/>
            <a:ext cx="8105714" cy="5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654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Working with Like Terms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50A23B-CD22-4ADC-9C22-AFF51DBD2E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087"/>
          <a:stretch/>
        </p:blipFill>
        <p:spPr>
          <a:xfrm>
            <a:off x="660573" y="1445957"/>
            <a:ext cx="10658475" cy="16571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5BFCD0-0115-461E-9189-688CD24F6B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525"/>
          <a:stretch/>
        </p:blipFill>
        <p:spPr>
          <a:xfrm>
            <a:off x="660573" y="4403560"/>
            <a:ext cx="10658475" cy="94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831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Expanding Brackets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A3CE5F-2700-4826-BD4F-E71447948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022"/>
            <a:ext cx="12192000" cy="3679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552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Expanding Brackets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39CCE70-BD72-4F2C-908A-CE11F9FED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9761"/>
            <a:ext cx="12192000" cy="108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92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Factorising Expressions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DF6862-430E-4CB2-AEF1-18CDA079E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9287"/>
            <a:ext cx="12192000" cy="469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57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Factorising Expressions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8E3BE5-A297-4F3E-AA75-4F57C8549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272" y="1686171"/>
            <a:ext cx="11706225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50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Factorising Expressions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A061E2-1BDF-48EB-8BAE-45D7B77B3D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7577"/>
          <a:stretch/>
        </p:blipFill>
        <p:spPr>
          <a:xfrm>
            <a:off x="655597" y="1404160"/>
            <a:ext cx="7296734" cy="12839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5D42E5-387C-4B7E-A24E-6F1BB6823A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862"/>
          <a:stretch/>
        </p:blipFill>
        <p:spPr>
          <a:xfrm>
            <a:off x="655597" y="4169905"/>
            <a:ext cx="7846358" cy="799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86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Substitution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BD9830-CDCA-4EE6-A9BE-A213DD467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8595"/>
            <a:ext cx="12192000" cy="314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96875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73D83-D066-496E-9F07-9A4130C0C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916" y="433916"/>
            <a:ext cx="10612939" cy="940634"/>
          </a:xfrm>
          <a:ln>
            <a:solidFill>
              <a:srgbClr val="7030A0"/>
            </a:solidFill>
          </a:ln>
        </p:spPr>
        <p:txBody>
          <a:bodyPr>
            <a:normAutofit/>
          </a:bodyPr>
          <a:lstStyle/>
          <a:p>
            <a:pPr algn="ctr"/>
            <a:r>
              <a:rPr lang="en-AU" dirty="0"/>
              <a:t>Substitution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721ABC-23F0-4753-8500-2DD6F5D2A05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901"/>
          <a:stretch/>
        </p:blipFill>
        <p:spPr>
          <a:xfrm>
            <a:off x="0" y="1529650"/>
            <a:ext cx="12192000" cy="1331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098289-7019-4F9C-BB22-0B8B828DAA7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4903"/>
          <a:stretch/>
        </p:blipFill>
        <p:spPr>
          <a:xfrm>
            <a:off x="0" y="4202058"/>
            <a:ext cx="12192000" cy="79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314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70</Words>
  <Application>Microsoft Office PowerPoint</Application>
  <PresentationFormat>Widescreen</PresentationFormat>
  <Paragraphs>33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Fragment Core</vt:lpstr>
      <vt:lpstr>Kiwi School Handwriting</vt:lpstr>
      <vt:lpstr>Wingdings</vt:lpstr>
      <vt:lpstr>Office Theme</vt:lpstr>
      <vt:lpstr>Algebra Revision</vt:lpstr>
      <vt:lpstr>What will be on the Mini-Test</vt:lpstr>
      <vt:lpstr>Algebra Definitions – Words we have covered</vt:lpstr>
      <vt:lpstr>Working with Like Terms</vt:lpstr>
      <vt:lpstr>Working with Like Terms</vt:lpstr>
      <vt:lpstr>Working with Like Terms</vt:lpstr>
      <vt:lpstr>Working with Like Terms</vt:lpstr>
      <vt:lpstr>Expanding Brackets</vt:lpstr>
      <vt:lpstr>Expanding Brackets</vt:lpstr>
      <vt:lpstr>Factorising Expressions</vt:lpstr>
      <vt:lpstr>Factorising Expressions</vt:lpstr>
      <vt:lpstr>Factorising Expressions</vt:lpstr>
      <vt:lpstr>Substitution </vt:lpstr>
      <vt:lpstr>Substitution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Revision</dc:title>
  <dc:creator>LABUSCHAGNE Nine [Baldivis Secondary College]</dc:creator>
  <cp:lastModifiedBy>LABUSCHAGNE Nine [Baldivis Secondary College]</cp:lastModifiedBy>
  <cp:revision>7</cp:revision>
  <dcterms:created xsi:type="dcterms:W3CDTF">2018-08-01T04:02:23Z</dcterms:created>
  <dcterms:modified xsi:type="dcterms:W3CDTF">2018-08-01T07:20:09Z</dcterms:modified>
</cp:coreProperties>
</file>