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8" r:id="rId2"/>
    <p:sldId id="260" r:id="rId3"/>
    <p:sldId id="270" r:id="rId4"/>
    <p:sldId id="27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1734" autoAdjust="0"/>
  </p:normalViewPr>
  <p:slideViewPr>
    <p:cSldViewPr snapToGrid="0">
      <p:cViewPr varScale="1">
        <p:scale>
          <a:sx n="55" d="100"/>
          <a:sy n="55" d="100"/>
        </p:scale>
        <p:origin x="12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8/29/2017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8/29/2017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Assign</a:t>
            </a:r>
            <a:r>
              <a:rPr lang="en-AU" baseline="0" dirty="0"/>
              <a:t> students sitting next to each other as 1 and 2. Students with 1 will do set 1 and students with 2 will do set 2. Once finished (10 mins) pass your working to a person in another group, check each others working and provide feedback.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69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8/29/2017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8/29/2017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8/29/2017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8/29/2017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8/29/2017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8/29/2017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8/29/2017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8/29/2017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8/29/2017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8/29/2017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8/29/2017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8/29/2017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Solving Equations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Variables on both sides and Word Problems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466343"/>
            <a:ext cx="10834256" cy="1362113"/>
          </a:xfrm>
        </p:spPr>
        <p:txBody>
          <a:bodyPr/>
          <a:lstStyle/>
          <a:p>
            <a:r>
              <a:rPr lang="en-US" dirty="0"/>
              <a:t>	Set 1						    Set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2095491"/>
                <a:ext cx="4862945" cy="3986213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5+4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=7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AU" sz="2400" b="0" dirty="0"/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=3(2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+9)</m:t>
                    </m:r>
                  </m:oMath>
                </a14:m>
                <a:endParaRPr lang="en-US" sz="2400" dirty="0"/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+7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3+5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+6=4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+5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+6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2095491"/>
                <a:ext cx="4862945" cy="3986213"/>
              </a:xfrm>
              <a:blipFill>
                <a:blip r:embed="rId3"/>
                <a:stretch>
                  <a:fillRect l="-18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/>
          <p:cNvSpPr txBox="1">
            <a:spLocks/>
          </p:cNvSpPr>
          <p:nvPr/>
        </p:nvSpPr>
        <p:spPr>
          <a:xfrm>
            <a:off x="7286106" y="2303309"/>
            <a:ext cx="3361113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6434052" y="2095490"/>
                <a:ext cx="5162204" cy="39862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500"/>
                  </a:spcBef>
                  <a:buFont typeface="Wingdings" panose="05000000000000000000" pitchFamily="2" charset="2"/>
                  <a:buChar char="§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4−5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sz="240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400" dirty="0"/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7</m:t>
                    </m:r>
                    <m:d>
                      <m:d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+4</m:t>
                        </m:r>
                      </m:e>
                    </m:d>
                    <m:r>
                      <a:rPr lang="en-AU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d>
                  </m:oMath>
                </a14:m>
                <a:endParaRPr lang="en-AU" sz="2400" dirty="0"/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+5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+2=14+3(5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052" y="2095490"/>
                <a:ext cx="5162204" cy="3986213"/>
              </a:xfrm>
              <a:prstGeom prst="rect">
                <a:avLst/>
              </a:prstGeom>
              <a:blipFill>
                <a:blip r:embed="rId4"/>
                <a:stretch>
                  <a:fillRect l="-1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Worded Problem – Round Tables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400" dirty="0"/>
              <a:t>Select a group of 3 to work in. 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Person 1 – Establish Variable (writing the “let” statement) and write an equation based on the information given.</a:t>
            </a:r>
          </a:p>
          <a:p>
            <a:pPr marL="439738" indent="0">
              <a:buNone/>
            </a:pPr>
            <a:r>
              <a:rPr lang="en-AU" sz="2400" dirty="0"/>
              <a:t>Person 2 – Solves equation</a:t>
            </a:r>
          </a:p>
          <a:p>
            <a:pPr marL="439738" indent="0">
              <a:buNone/>
            </a:pPr>
            <a:r>
              <a:rPr lang="en-AU" sz="2400" dirty="0"/>
              <a:t>Person 3 – Checks the solution,  substitute the solution back into the “let       statements and present a final solution</a:t>
            </a:r>
          </a:p>
          <a:p>
            <a:pPr marL="457200" indent="-457200">
              <a:buAutoNum type="arabicPeriod" startAt="3"/>
            </a:pPr>
            <a:r>
              <a:rPr lang="en-AU" sz="2400" dirty="0"/>
              <a:t>Pass the problem to next group. </a:t>
            </a:r>
          </a:p>
          <a:p>
            <a:pPr marL="457200" indent="-457200">
              <a:buAutoNum type="arabicPeriod" startAt="3"/>
            </a:pPr>
            <a:r>
              <a:rPr lang="en-AU" sz="2400" dirty="0"/>
              <a:t>First Group to answer all 6 questions will get VIVO Points.</a:t>
            </a:r>
          </a:p>
        </p:txBody>
      </p:sp>
    </p:spTree>
    <p:extLst>
      <p:ext uri="{BB962C8B-B14F-4D97-AF65-F5344CB8AC3E}">
        <p14:creationId xmlns:p14="http://schemas.microsoft.com/office/powerpoint/2010/main" val="387378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Reflection - Closure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/>
              <a:t>What did you learn about working collaboratively?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What are your strengths?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What are your weaknesses?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Complete 24/7/30 and summaries.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90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al subjects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27.potx" id="{6B18C398-4F76-4BDC-B8A4-D02A96E0AA82}" vid="{FBF1AC64-E511-41D2-AA23-0E693E79CD77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Educational subjects presentation, chalkboard illustrations design (widescreen)</Template>
  <TotalTime>188</TotalTime>
  <Words>263</Words>
  <Application>Microsoft Office PowerPoint</Application>
  <PresentationFormat>Widescreen</PresentationFormat>
  <Paragraphs>25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Cambria Math</vt:lpstr>
      <vt:lpstr>Wingdings</vt:lpstr>
      <vt:lpstr>Educational subjects 16x9</vt:lpstr>
      <vt:lpstr>Solving Equations</vt:lpstr>
      <vt:lpstr> Set 1          Set 2</vt:lpstr>
      <vt:lpstr>Worded Problem – Round Tables</vt:lpstr>
      <vt:lpstr>Reflection - Closure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Equations</dc:title>
  <dc:creator>Saad Parekh</dc:creator>
  <cp:lastModifiedBy>Saad Parekh</cp:lastModifiedBy>
  <cp:revision>4</cp:revision>
  <dcterms:created xsi:type="dcterms:W3CDTF">2017-08-29T07:49:55Z</dcterms:created>
  <dcterms:modified xsi:type="dcterms:W3CDTF">2017-08-29T10:58:40Z</dcterms:modified>
</cp:coreProperties>
</file>