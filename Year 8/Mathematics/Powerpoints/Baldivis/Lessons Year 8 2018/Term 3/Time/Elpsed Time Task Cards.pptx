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9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1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9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1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3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2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4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7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0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4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5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9E48A-831F-427D-AAF9-19890FA4CD92}" type="datetimeFigureOut">
              <a:rPr lang="en-US" smtClean="0"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5F8A3-5E07-412E-9331-F79FA885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8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3345" y="374073"/>
            <a:ext cx="3671455" cy="236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3345" y="346364"/>
            <a:ext cx="3671455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1</a:t>
            </a:r>
          </a:p>
          <a:p>
            <a:pPr algn="ctr"/>
            <a:endParaRPr lang="en-AU" sz="2400" dirty="0"/>
          </a:p>
          <a:p>
            <a:pPr>
              <a:lnSpc>
                <a:spcPct val="150000"/>
              </a:lnSpc>
            </a:pPr>
            <a:r>
              <a:rPr lang="en-AU" dirty="0"/>
              <a:t>What is a time difference between:</a:t>
            </a:r>
          </a:p>
          <a:p>
            <a:pPr algn="ctr">
              <a:lnSpc>
                <a:spcPct val="150000"/>
              </a:lnSpc>
            </a:pPr>
            <a:r>
              <a:rPr lang="en-AU" sz="2000" dirty="0"/>
              <a:t>10:30 am and 1:20pm</a:t>
            </a:r>
            <a:endParaRPr lang="en-AU" dirty="0"/>
          </a:p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15345" y="374073"/>
            <a:ext cx="3671455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2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2:37 pm and 5:21pm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15345" y="3823855"/>
            <a:ext cx="3671455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4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1451 and 2310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43345" y="3823855"/>
            <a:ext cx="367145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3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10:42 pm and 7:32 am (next day)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024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3345" y="374073"/>
            <a:ext cx="3671455" cy="236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1666" y="374073"/>
            <a:ext cx="3806399" cy="270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5</a:t>
            </a:r>
          </a:p>
          <a:p>
            <a:pPr algn="ctr"/>
            <a:endParaRPr lang="en-AU" sz="1600" dirty="0"/>
          </a:p>
          <a:p>
            <a:pPr algn="just">
              <a:lnSpc>
                <a:spcPct val="114000"/>
              </a:lnSpc>
            </a:pPr>
            <a:r>
              <a:rPr lang="en-AU" sz="1900" dirty="0"/>
              <a:t>Three essays are marked by a teacher. The 1</a:t>
            </a:r>
            <a:r>
              <a:rPr lang="en-AU" sz="1900" baseline="30000" dirty="0"/>
              <a:t>st</a:t>
            </a:r>
            <a:r>
              <a:rPr lang="en-AU" sz="1900" dirty="0"/>
              <a:t>  takes 4 min and 32 sec to mark, the 2</a:t>
            </a:r>
            <a:r>
              <a:rPr lang="en-AU" sz="1900" baseline="30000" dirty="0"/>
              <a:t>nd</a:t>
            </a:r>
            <a:r>
              <a:rPr lang="en-AU" sz="1900" dirty="0"/>
              <a:t>  takes 7 min and 19 sec, and the 3</a:t>
            </a:r>
            <a:r>
              <a:rPr lang="en-AU" sz="1900" baseline="30000" dirty="0"/>
              <a:t>rd</a:t>
            </a:r>
            <a:r>
              <a:rPr lang="en-AU" sz="1900" dirty="0"/>
              <a:t>  takes 5 min and 37 sec. What is the total time taken to complete marking the essays?</a:t>
            </a:r>
            <a:endParaRPr lang="en-US" sz="1900" dirty="0"/>
          </a:p>
        </p:txBody>
      </p:sp>
      <p:sp>
        <p:nvSpPr>
          <p:cNvPr id="6" name="TextBox 5"/>
          <p:cNvSpPr txBox="1"/>
          <p:nvPr/>
        </p:nvSpPr>
        <p:spPr>
          <a:xfrm>
            <a:off x="5015345" y="374073"/>
            <a:ext cx="36714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6</a:t>
            </a:r>
          </a:p>
          <a:p>
            <a:pPr algn="ctr"/>
            <a:endParaRPr lang="en-AU" sz="1600" dirty="0"/>
          </a:p>
          <a:p>
            <a:pPr algn="ctr"/>
            <a:r>
              <a:rPr lang="en-AU" sz="2000" dirty="0"/>
              <a:t>Adrian arrives at school at 8:09 am and leaves at 3:37 pm. How many hours and minutes is Adrian at school?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015345" y="3807229"/>
            <a:ext cx="36714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8</a:t>
            </a:r>
          </a:p>
          <a:p>
            <a:pPr algn="ctr"/>
            <a:endParaRPr lang="en-AU" sz="800" dirty="0"/>
          </a:p>
          <a:p>
            <a:pPr lvl="0"/>
            <a:r>
              <a:rPr lang="en-AU" dirty="0">
                <a:solidFill>
                  <a:prstClr val="black"/>
                </a:solidFill>
              </a:rPr>
              <a:t>A phone plan charges 11 cents per 30 seconds. The 11 cents are added to the bill at the beginning  of every 30-second block of time.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a) What is the cost of a 70-second call?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b) What is the cost of a call that lasts 6 minutes and 20 seconds?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43345" y="3807230"/>
            <a:ext cx="36714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7</a:t>
            </a:r>
          </a:p>
          <a:p>
            <a:pPr algn="ctr"/>
            <a:endParaRPr lang="en-AU" sz="800" dirty="0"/>
          </a:p>
          <a:p>
            <a:pPr lvl="0" algn="ctr"/>
            <a:r>
              <a:rPr lang="en-AU" dirty="0">
                <a:solidFill>
                  <a:prstClr val="black"/>
                </a:solidFill>
              </a:rPr>
              <a:t>On a flight to Europe, Janelle spends 8 hours and 36 minutes on a flight from Melbourne to Kuala Lumpur, Malaysia, 2 hours and 20 minutes at the airport at Kuala Lumpur, and then 12 hours and 19 minutes on a flight to Geneva, Switzerland. What is Janelle’s total travel time?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953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251</Words>
  <Application>Microsoft Office PowerPoint</Application>
  <PresentationFormat>On-screen Show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Parekh</dc:creator>
  <cp:lastModifiedBy>Saad Parekh</cp:lastModifiedBy>
  <cp:revision>4</cp:revision>
  <dcterms:created xsi:type="dcterms:W3CDTF">2017-09-14T02:08:59Z</dcterms:created>
  <dcterms:modified xsi:type="dcterms:W3CDTF">2017-09-14T03:02:09Z</dcterms:modified>
</cp:coreProperties>
</file>