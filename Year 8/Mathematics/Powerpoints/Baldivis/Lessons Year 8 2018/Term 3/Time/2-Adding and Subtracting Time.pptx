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85" r:id="rId3"/>
    <p:sldId id="286" r:id="rId4"/>
    <p:sldId id="283" r:id="rId5"/>
    <p:sldId id="297" r:id="rId6"/>
    <p:sldId id="298" r:id="rId7"/>
    <p:sldId id="293" r:id="rId8"/>
    <p:sldId id="299" r:id="rId9"/>
    <p:sldId id="300" r:id="rId10"/>
    <p:sldId id="294" r:id="rId11"/>
    <p:sldId id="296" r:id="rId12"/>
    <p:sldId id="29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13/09/2017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13/09/2017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/>
              <a:t>	Name </a:t>
            </a:r>
          </a:p>
          <a:p>
            <a:pPr marL="0" indent="0" algn="l">
              <a:buNone/>
            </a:pPr>
            <a:r>
              <a:rPr lang="en-AU" dirty="0"/>
              <a:t>	Class </a:t>
            </a:r>
          </a:p>
          <a:p>
            <a:pPr marL="0" indent="0" algn="l">
              <a:buNone/>
            </a:pPr>
            <a:r>
              <a:rPr lang="en-AU" dirty="0"/>
              <a:t>	Teacher</a:t>
            </a:r>
          </a:p>
          <a:p>
            <a:pPr marL="0" indent="0" algn="l">
              <a:buNone/>
            </a:pPr>
            <a:r>
              <a:rPr lang="en-AU" dirty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latin typeface="Comic Sans MS" pitchFamily="66" charset="0"/>
              </a:rPr>
              <a:t>Can you convert between 12 and 24hr time?</a:t>
            </a: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2pm=           hrs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=  1730hrs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8am =             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     = 0001hrs</a:t>
            </a:r>
          </a:p>
          <a:p>
            <a:pPr marL="0" indent="0">
              <a:buNone/>
            </a:pPr>
            <a:r>
              <a:rPr lang="en-GB" dirty="0">
                <a:latin typeface="Comic Sans MS" pitchFamily="66" charset="0"/>
              </a:rPr>
              <a:t>Can you convert between the following time units?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3hrs =                   mins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96hrs =                 days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52 fortnights =    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19100" y="6744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calculate elapsed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6242" y="5504309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add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Adding time is used to find a new time after the given time interval.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. 3:30 after 7:45 am is 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1815" y="2607122"/>
            <a:ext cx="6712867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add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Add the hours</a:t>
            </a:r>
          </a:p>
          <a:p>
            <a:r>
              <a:rPr lang="en-US" sz="2000" dirty="0"/>
              <a:t>	</a:t>
            </a:r>
            <a:r>
              <a:rPr lang="en-US" sz="2000" i="1" dirty="0"/>
              <a:t>3+7 = 10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Add the minutes</a:t>
            </a:r>
          </a:p>
          <a:p>
            <a:r>
              <a:rPr lang="en-US" sz="2000" dirty="0"/>
              <a:t>	30 + 45 = 75 mins	     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Step 3) 	If </a:t>
            </a:r>
            <a:r>
              <a:rPr lang="en-AU" sz="2000" dirty="0"/>
              <a:t>the minutes are 60 or more, subtract 60 from the minutes and add 1 to hours</a:t>
            </a:r>
            <a:r>
              <a:rPr lang="en-US" sz="2000" dirty="0"/>
              <a:t>	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75 – 60 = 15 mins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Therefore 7:45 am + 3:30  = 11:15 am  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21551" y="6164317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9367" y="2590768"/>
            <a:ext cx="2395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to add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222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Adding Time – Roll the 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 with your shoulder partners. </a:t>
            </a:r>
            <a:r>
              <a:rPr lang="en-US" dirty="0"/>
              <a:t>Each member will,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twelve-sided die one (This gives you hours),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six-sided die twice  – (This gives you minutes, e.g. 3 and 4 -&gt; 34 minutes),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Add the times together.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Do 10 different sums. </a:t>
            </a:r>
          </a:p>
        </p:txBody>
      </p:sp>
    </p:spTree>
    <p:extLst>
      <p:ext uri="{BB962C8B-B14F-4D97-AF65-F5344CB8AC3E}">
        <p14:creationId xmlns:p14="http://schemas.microsoft.com/office/powerpoint/2010/main" val="11681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calculate elapsed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elapsed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Elapsed time is the _____________ between two times.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 For 3:50am and 9:30am, elapsed time is ____ </a:t>
            </a:r>
            <a:r>
              <a:rPr lang="en-US" sz="2000" dirty="0" err="1">
                <a:latin typeface="+mj-lt"/>
              </a:rPr>
              <a:t>hrs</a:t>
            </a:r>
            <a:r>
              <a:rPr lang="en-US" sz="2000" dirty="0">
                <a:latin typeface="+mj-lt"/>
              </a:rPr>
              <a:t>, ____ mins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1182" y="2351707"/>
            <a:ext cx="67128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working out elapsed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Calculate number of hours </a:t>
            </a:r>
            <a:r>
              <a:rPr lang="en-US" sz="2000" b="1" dirty="0"/>
              <a:t>without</a:t>
            </a:r>
            <a:r>
              <a:rPr lang="en-US" sz="2000" dirty="0"/>
              <a:t> going over.</a:t>
            </a:r>
          </a:p>
          <a:p>
            <a:r>
              <a:rPr lang="en-US" sz="2000" dirty="0"/>
              <a:t>	</a:t>
            </a:r>
            <a:r>
              <a:rPr lang="en-US" sz="2000" i="1" dirty="0" err="1"/>
              <a:t>Eg</a:t>
            </a:r>
            <a:r>
              <a:rPr lang="en-US" sz="2000" i="1" dirty="0"/>
              <a:t> There are </a:t>
            </a:r>
            <a:r>
              <a:rPr lang="en-US" sz="2000" b="1" i="1" dirty="0"/>
              <a:t>5 hours</a:t>
            </a:r>
            <a:r>
              <a:rPr lang="en-US" sz="2000" i="1" dirty="0"/>
              <a:t> from 3:50am until 8:50 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Calculate number of minutes until the next hour.</a:t>
            </a:r>
          </a:p>
          <a:p>
            <a:r>
              <a:rPr lang="en-US" sz="2000" dirty="0"/>
              <a:t>	     </a:t>
            </a:r>
            <a:r>
              <a:rPr lang="en-US" sz="2000" i="1" dirty="0"/>
              <a:t>There are </a:t>
            </a:r>
            <a:r>
              <a:rPr lang="en-US" sz="2000" b="1" i="1" dirty="0"/>
              <a:t>10 minutes </a:t>
            </a:r>
            <a:r>
              <a:rPr lang="en-US" sz="2000" i="1" dirty="0"/>
              <a:t>from 8:50am until 9:00am</a:t>
            </a:r>
          </a:p>
          <a:p>
            <a:r>
              <a:rPr lang="en-US" sz="2000" i="1" dirty="0"/>
              <a:t>  	</a:t>
            </a:r>
            <a:r>
              <a:rPr lang="en-US" sz="2000" b="1" i="1" dirty="0"/>
              <a:t> +</a:t>
            </a:r>
            <a:r>
              <a:rPr lang="en-US" sz="2000" i="1" dirty="0"/>
              <a:t>  There are </a:t>
            </a:r>
            <a:r>
              <a:rPr lang="en-US" sz="2000" b="1" i="1" dirty="0"/>
              <a:t>30 minutes </a:t>
            </a:r>
            <a:r>
              <a:rPr lang="en-US" sz="2000" i="1" dirty="0"/>
              <a:t>from 9:00am until 9:30am</a:t>
            </a:r>
          </a:p>
          <a:p>
            <a:r>
              <a:rPr lang="en-US" sz="2000" i="1" dirty="0"/>
              <a:t>	</a:t>
            </a:r>
            <a:r>
              <a:rPr lang="en-US" sz="2000" b="1" i="1" dirty="0"/>
              <a:t>=</a:t>
            </a:r>
            <a:r>
              <a:rPr lang="en-US" sz="2000" i="1" dirty="0"/>
              <a:t>  There are </a:t>
            </a:r>
            <a:r>
              <a:rPr lang="en-US" sz="2000" b="1" i="1" dirty="0"/>
              <a:t>40 minutes </a:t>
            </a:r>
            <a:r>
              <a:rPr lang="en-US" sz="2000" i="1" dirty="0"/>
              <a:t>from 8:50am until 9:30am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3) 	Put them together</a:t>
            </a:r>
          </a:p>
          <a:p>
            <a:r>
              <a:rPr lang="en-US" sz="2000" dirty="0"/>
              <a:t>	</a:t>
            </a:r>
            <a:r>
              <a:rPr lang="en-US" sz="2000" i="1" dirty="0"/>
              <a:t>There are </a:t>
            </a:r>
            <a:r>
              <a:rPr lang="en-US" sz="2000" b="1" i="1" dirty="0"/>
              <a:t>5hrs and 40 mins</a:t>
            </a:r>
            <a:r>
              <a:rPr lang="en-US" sz="2000" i="1" dirty="0"/>
              <a:t> from 3:50am until 9:30am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64868" y="6041158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2335353"/>
            <a:ext cx="239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can we use to calculate elapsed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Subtracting Time – Roll the 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 with your shoulder partners. </a:t>
            </a:r>
            <a:r>
              <a:rPr lang="en-US" dirty="0"/>
              <a:t>Each member will,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12-sided die once (This gives you hours),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6-sided die twice – (This gives you minutes, e.g. 3 and 4 -&gt; 34 minutes),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Subtract the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Do 10 different sums. </a:t>
            </a:r>
          </a:p>
        </p:txBody>
      </p:sp>
    </p:spTree>
    <p:extLst>
      <p:ext uri="{BB962C8B-B14F-4D97-AF65-F5344CB8AC3E}">
        <p14:creationId xmlns:p14="http://schemas.microsoft.com/office/powerpoint/2010/main" val="213873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5" t="18558" r="36852" b="33482"/>
          <a:stretch/>
        </p:blipFill>
        <p:spPr>
          <a:xfrm>
            <a:off x="6351512" y="1600201"/>
            <a:ext cx="2829000" cy="3989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Adding and Subtracting Time using your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/>
          <a:lstStyle/>
          <a:p>
            <a:r>
              <a:rPr lang="en-AU" dirty="0"/>
              <a:t>Convert times to 24 hours first</a:t>
            </a:r>
          </a:p>
          <a:p>
            <a:r>
              <a:rPr lang="en-AU" dirty="0"/>
              <a:t>Example 1 : What time will it be a 6 hours 20 minutes after 10:15 a.m.?</a:t>
            </a:r>
          </a:p>
          <a:p>
            <a:pPr marL="0" indent="0">
              <a:buNone/>
            </a:pPr>
            <a:r>
              <a:rPr lang="en-AU" dirty="0"/>
              <a:t>	10:15 am = 1015 </a:t>
            </a:r>
          </a:p>
          <a:p>
            <a:pPr marL="0" indent="0">
              <a:buNone/>
            </a:pPr>
            <a:r>
              <a:rPr lang="en-AU" dirty="0"/>
              <a:t>	1015 + 0620 =  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2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4218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6239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87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093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59085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+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3141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5846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07825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1881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4119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=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30370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6990855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cxnSp>
        <p:nvCxnSpPr>
          <p:cNvPr id="20" name="Straight Arrow Connector 19"/>
          <p:cNvCxnSpPr>
            <a:stCxn id="11" idx="0"/>
          </p:cNvCxnSpPr>
          <p:nvPr/>
        </p:nvCxnSpPr>
        <p:spPr>
          <a:xfrm flipV="1">
            <a:off x="5554512" y="4581128"/>
            <a:ext cx="1681784" cy="110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224136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>
                <a:latin typeface="Brandish" pitchFamily="2" charset="0"/>
              </a:rPr>
              <a:t>Let’s try these together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2" y="1844824"/>
            <a:ext cx="8571722" cy="720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2" y="4555434"/>
            <a:ext cx="8571722" cy="43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3283" y="2607295"/>
            <a:ext cx="3478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10:30am          12:30pm = 2hrs</a:t>
            </a:r>
          </a:p>
          <a:p>
            <a:endParaRPr lang="en-US" dirty="0"/>
          </a:p>
          <a:p>
            <a:r>
              <a:rPr lang="en-US" dirty="0"/>
              <a:t>12:30pm           1:00pm = 30 mins</a:t>
            </a:r>
          </a:p>
          <a:p>
            <a:endParaRPr lang="en-US" dirty="0"/>
          </a:p>
          <a:p>
            <a:r>
              <a:rPr lang="en-US" dirty="0"/>
              <a:t>1:00pm             1:20pm = 20 mins</a:t>
            </a:r>
          </a:p>
          <a:p>
            <a:endParaRPr lang="en-US" dirty="0"/>
          </a:p>
          <a:p>
            <a:r>
              <a:rPr lang="en-US" dirty="0"/>
              <a:t>              Total  = 2 </a:t>
            </a:r>
            <a:r>
              <a:rPr lang="en-US" dirty="0" err="1"/>
              <a:t>hrs</a:t>
            </a:r>
            <a:r>
              <a:rPr lang="en-US" dirty="0"/>
              <a:t> and 50 mins </a:t>
            </a:r>
            <a:endParaRPr lang="en-AU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356474" y="278092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356474" y="3356992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56474" y="386104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page 192 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860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11560" y="2749421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450</Words>
  <Application>Microsoft Office PowerPoint</Application>
  <PresentationFormat>On-screen Show (4:3)</PresentationFormat>
  <Paragraphs>132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Brandish</vt:lpstr>
      <vt:lpstr>Calibri</vt:lpstr>
      <vt:lpstr>Comic Sans MS</vt:lpstr>
      <vt:lpstr>Impact</vt:lpstr>
      <vt:lpstr>Martina</vt:lpstr>
      <vt:lpstr>Times New Roman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Adding Time – Roll the dice</vt:lpstr>
      <vt:lpstr>PowerPoint Presentation</vt:lpstr>
      <vt:lpstr>Subtracting Time – Roll the dice</vt:lpstr>
      <vt:lpstr>Adding and Subtracting Time using your calculator</vt:lpstr>
      <vt:lpstr>Let’s try these together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Saad Parekh</cp:lastModifiedBy>
  <cp:revision>58</cp:revision>
  <dcterms:created xsi:type="dcterms:W3CDTF">2013-03-25T14:33:20Z</dcterms:created>
  <dcterms:modified xsi:type="dcterms:W3CDTF">2017-09-13T04:10:15Z</dcterms:modified>
</cp:coreProperties>
</file>