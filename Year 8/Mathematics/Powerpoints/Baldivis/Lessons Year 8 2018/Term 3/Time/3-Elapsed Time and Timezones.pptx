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84" r:id="rId2"/>
    <p:sldId id="286" r:id="rId3"/>
    <p:sldId id="301" r:id="rId4"/>
    <p:sldId id="300" r:id="rId5"/>
    <p:sldId id="302" r:id="rId6"/>
    <p:sldId id="303" r:id="rId7"/>
    <p:sldId id="304" r:id="rId8"/>
    <p:sldId id="305" r:id="rId9"/>
    <p:sldId id="306" r:id="rId10"/>
    <p:sldId id="307" r:id="rId11"/>
    <p:sldId id="308" r:id="rId12"/>
    <p:sldId id="312" r:id="rId13"/>
    <p:sldId id="309" r:id="rId14"/>
    <p:sldId id="310" r:id="rId15"/>
    <p:sldId id="31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5"/>
  </p:normalViewPr>
  <p:slideViewPr>
    <p:cSldViewPr>
      <p:cViewPr varScale="1">
        <p:scale>
          <a:sx n="65" d="100"/>
          <a:sy n="65" d="100"/>
        </p:scale>
        <p:origin x="145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C3922-5EB1-4A7A-9541-7BF1BE1740EC}" type="datetimeFigureOut">
              <a:rPr lang="en-GB" smtClean="0"/>
              <a:t>14/09/2017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69C9D-0B2A-4FA1-8511-1F1FCA5D7A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355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369C9D-0B2A-4FA1-8511-1F1FCA5D7A8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9376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14/09/2017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14/09/2017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14/09/2017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14/09/2017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14/09/2017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14/09/2017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14/09/2017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14/09/2017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14/09/2017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14/09/2017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14/09/2017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DA05D-E6B5-46FE-9D2D-1DC465FF46A5}" type="datetimeFigureOut">
              <a:rPr lang="en-GB" smtClean="0"/>
              <a:pPr/>
              <a:t>14/09/2017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33375"/>
            <a:ext cx="7772400" cy="1470025"/>
          </a:xfrm>
        </p:spPr>
        <p:txBody>
          <a:bodyPr/>
          <a:lstStyle/>
          <a:p>
            <a:r>
              <a:rPr lang="en-AU" dirty="0"/>
              <a:t>Time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0" y="3141663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r>
              <a:rPr lang="en-AU" dirty="0"/>
              <a:t>	Name </a:t>
            </a:r>
          </a:p>
          <a:p>
            <a:pPr marL="0" indent="0" algn="l">
              <a:buNone/>
            </a:pPr>
            <a:r>
              <a:rPr lang="en-AU" dirty="0"/>
              <a:t>	Class </a:t>
            </a:r>
          </a:p>
          <a:p>
            <a:pPr marL="0" indent="0" algn="l">
              <a:buNone/>
            </a:pPr>
            <a:r>
              <a:rPr lang="en-AU" dirty="0"/>
              <a:t>	Teacher</a:t>
            </a:r>
          </a:p>
          <a:p>
            <a:pPr marL="0" indent="0" algn="l">
              <a:buNone/>
            </a:pPr>
            <a:r>
              <a:rPr lang="en-AU" dirty="0"/>
              <a:t>	Term 3 Semester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3183629"/>
            <a:ext cx="4038600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243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2" cy="68439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6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3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91" y="5373216"/>
            <a:ext cx="472615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3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90" y="601550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3" y="1196753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1" y="1196754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8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9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1370572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Elapsed Time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The school starts at 8:35 am and finished at 2:40 pm. What is the time spent you spend at school?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919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85" t="18558" r="36852" b="33482"/>
          <a:stretch/>
        </p:blipFill>
        <p:spPr>
          <a:xfrm>
            <a:off x="6351512" y="1600201"/>
            <a:ext cx="2829000" cy="398903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Adding and Subtracting Time using your calculator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203032" cy="4525963"/>
          </a:xfrm>
        </p:spPr>
        <p:txBody>
          <a:bodyPr/>
          <a:lstStyle/>
          <a:p>
            <a:r>
              <a:rPr lang="en-AU" dirty="0"/>
              <a:t>Convert times to 24 hours first</a:t>
            </a:r>
          </a:p>
          <a:p>
            <a:r>
              <a:rPr lang="en-AU" dirty="0"/>
              <a:t>Example 1 : What time will it be a 6 hours 20 minutes after 10:15 a.m.?</a:t>
            </a:r>
          </a:p>
          <a:p>
            <a:pPr marL="0" indent="0">
              <a:buNone/>
            </a:pPr>
            <a:r>
              <a:rPr lang="en-AU" dirty="0"/>
              <a:t>	10:15 am = 1015 </a:t>
            </a:r>
          </a:p>
          <a:p>
            <a:pPr marL="0" indent="0">
              <a:buNone/>
            </a:pPr>
            <a:r>
              <a:rPr lang="en-AU" dirty="0"/>
              <a:t>	1015 + 0620 =  </a:t>
            </a:r>
          </a:p>
          <a:p>
            <a:pPr marL="0" indent="0">
              <a:buNone/>
            </a:pPr>
            <a:r>
              <a:rPr lang="en-AU" dirty="0"/>
              <a:t>	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38127" y="5686608"/>
            <a:ext cx="432048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1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942183" y="5686608"/>
            <a:ext cx="432048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0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446239" y="5686608"/>
            <a:ext cx="792088" cy="432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144000" rtlCol="0" anchor="ctr"/>
          <a:lstStyle/>
          <a:p>
            <a:pPr algn="ctr"/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º ’ ” </a:t>
            </a: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2286877" y="5686608"/>
            <a:ext cx="432048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1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790933" y="5686608"/>
            <a:ext cx="432048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5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159085" y="5686608"/>
            <a:ext cx="432048" cy="432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+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4663141" y="5686608"/>
            <a:ext cx="432048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6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5158468" y="5686608"/>
            <a:ext cx="792088" cy="432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144000" rtlCol="0" anchor="ctr"/>
          <a:lstStyle/>
          <a:p>
            <a:pPr algn="ctr"/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º ’ ” </a:t>
            </a:r>
            <a:endParaRPr lang="en-US" sz="2400" dirty="0"/>
          </a:p>
        </p:txBody>
      </p:sp>
      <p:sp>
        <p:nvSpPr>
          <p:cNvPr id="12" name="Rectangle 11"/>
          <p:cNvSpPr/>
          <p:nvPr/>
        </p:nvSpPr>
        <p:spPr>
          <a:xfrm>
            <a:off x="6007825" y="5691982"/>
            <a:ext cx="432048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2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6511881" y="5691982"/>
            <a:ext cx="432048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0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7824119" y="5686608"/>
            <a:ext cx="432048" cy="432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=</a:t>
            </a:r>
            <a:endParaRPr lang="en-US" sz="2400" dirty="0"/>
          </a:p>
        </p:txBody>
      </p:sp>
      <p:sp>
        <p:nvSpPr>
          <p:cNvPr id="15" name="Rectangle 14"/>
          <p:cNvSpPr/>
          <p:nvPr/>
        </p:nvSpPr>
        <p:spPr>
          <a:xfrm>
            <a:off x="3303708" y="5686608"/>
            <a:ext cx="792088" cy="432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144000" rtlCol="0" anchor="ctr"/>
          <a:lstStyle/>
          <a:p>
            <a:pPr algn="ctr"/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º ’ ” </a:t>
            </a:r>
            <a:endParaRPr lang="en-US" sz="2400" dirty="0"/>
          </a:p>
        </p:txBody>
      </p:sp>
      <p:sp>
        <p:nvSpPr>
          <p:cNvPr id="16" name="Rectangle 15"/>
          <p:cNvSpPr/>
          <p:nvPr/>
        </p:nvSpPr>
        <p:spPr>
          <a:xfrm>
            <a:off x="6990855" y="5686608"/>
            <a:ext cx="792088" cy="432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144000" rtlCol="0" anchor="ctr"/>
          <a:lstStyle/>
          <a:p>
            <a:pPr algn="ctr"/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º ’ ” </a:t>
            </a:r>
            <a:endParaRPr lang="en-US" sz="2400" dirty="0"/>
          </a:p>
        </p:txBody>
      </p:sp>
      <p:cxnSp>
        <p:nvCxnSpPr>
          <p:cNvPr id="20" name="Straight Arrow Connector 19"/>
          <p:cNvCxnSpPr>
            <a:stCxn id="11" idx="0"/>
          </p:cNvCxnSpPr>
          <p:nvPr/>
        </p:nvCxnSpPr>
        <p:spPr>
          <a:xfrm flipV="1">
            <a:off x="5554512" y="4581128"/>
            <a:ext cx="1681784" cy="1105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575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428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0213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6395" y="-1348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475656" y="1406851"/>
            <a:ext cx="0" cy="468644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44" y="935753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EQ – What are time zones and how do </a:t>
            </a:r>
            <a:r>
              <a:rPr kumimoji="0" lang="en-AU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they affect our lives?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3054" y="297120"/>
            <a:ext cx="1848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Time Zones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0" y="609329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050" y="6119336"/>
            <a:ext cx="1139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Summary:</a:t>
            </a:r>
          </a:p>
        </p:txBody>
      </p:sp>
    </p:spTree>
    <p:extLst>
      <p:ext uri="{BB962C8B-B14F-4D97-AF65-F5344CB8AC3E}">
        <p14:creationId xmlns:p14="http://schemas.microsoft.com/office/powerpoint/2010/main" val="1641300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2286000" y="3105835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http://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splash.abc.net.au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/home#!/media/1950553/time-zones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9832" y="1412776"/>
            <a:ext cx="27717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Time Zones Video</a:t>
            </a:r>
          </a:p>
        </p:txBody>
      </p:sp>
    </p:spTree>
    <p:extLst>
      <p:ext uri="{BB962C8B-B14F-4D97-AF65-F5344CB8AC3E}">
        <p14:creationId xmlns:p14="http://schemas.microsoft.com/office/powerpoint/2010/main" val="933127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428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6395" y="-1348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475656" y="1406851"/>
            <a:ext cx="39306" cy="545114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44" y="832519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EQ – What are time zones and how do </a:t>
            </a:r>
            <a:r>
              <a:rPr kumimoji="0" lang="en-AU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they affect our lives?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3054" y="297120"/>
            <a:ext cx="1848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Time Zones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1895760" y="1629447"/>
            <a:ext cx="6618312" cy="770495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 fontScale="5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time zone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a region of the earth that has the same time.  There are 24 time zones.</a:t>
            </a:r>
          </a:p>
        </p:txBody>
      </p:sp>
      <p:pic>
        <p:nvPicPr>
          <p:cNvPr id="14" name="Content Placeholder 5" descr="TIMEZON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774" y="2697335"/>
            <a:ext cx="7090284" cy="3791333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25776" y="140685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25776" y="1582723"/>
            <a:ext cx="13433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Vocabulary</a:t>
            </a:r>
          </a:p>
        </p:txBody>
      </p:sp>
    </p:spTree>
    <p:extLst>
      <p:ext uri="{BB962C8B-B14F-4D97-AF65-F5344CB8AC3E}">
        <p14:creationId xmlns:p14="http://schemas.microsoft.com/office/powerpoint/2010/main" val="1864894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dirty="0">
                <a:solidFill>
                  <a:srgbClr val="0000FF"/>
                </a:solidFill>
              </a:rPr>
              <a:t>Greenwich, England is the starting point for time zones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525963"/>
          </a:xfrm>
        </p:spPr>
        <p:txBody>
          <a:bodyPr/>
          <a:lstStyle/>
          <a:p>
            <a:r>
              <a:rPr lang="en-US"/>
              <a:t>The world rotates west to east (counterclockwise), time zones to the east are ahead of the those time zones to the west</a:t>
            </a:r>
          </a:p>
        </p:txBody>
      </p:sp>
      <p:pic>
        <p:nvPicPr>
          <p:cNvPr id="17411" name="Picture 5" descr="longitud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0800" y="3048000"/>
            <a:ext cx="3641725" cy="3570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09929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/>
          <a:lstStyle/>
          <a:p>
            <a:r>
              <a:rPr lang="en-US" b="1">
                <a:solidFill>
                  <a:srgbClr val="0000FF"/>
                </a:solidFill>
              </a:rPr>
              <a:t>LONGITUDE AND TIME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world rotates (spins) _____</a:t>
            </a:r>
            <a:r>
              <a:rPr lang="en-US" dirty="0">
                <a:cs typeface="Arial" charset="0"/>
              </a:rPr>
              <a:t>° in ___ hours.</a:t>
            </a:r>
          </a:p>
          <a:p>
            <a:pPr>
              <a:buFontTx/>
              <a:buNone/>
            </a:pPr>
            <a:r>
              <a:rPr lang="en-US" dirty="0">
                <a:cs typeface="Arial" charset="0"/>
              </a:rPr>
              <a:t>            How many degrees per hour does the 	   earth spin? </a:t>
            </a:r>
          </a:p>
          <a:p>
            <a:pPr>
              <a:buFontTx/>
              <a:buNone/>
            </a:pPr>
            <a:r>
              <a:rPr lang="en-US" dirty="0"/>
              <a:t>			360</a:t>
            </a:r>
            <a:r>
              <a:rPr lang="en-US" dirty="0">
                <a:cs typeface="Arial" charset="0"/>
              </a:rPr>
              <a:t>° / 24 hours = 15° per hour</a:t>
            </a:r>
          </a:p>
          <a:p>
            <a:r>
              <a:rPr lang="en-US" dirty="0">
                <a:cs typeface="Arial" charset="0"/>
              </a:rPr>
              <a:t>The world has 24 time zones, each 15° apart.  </a:t>
            </a:r>
          </a:p>
          <a:p>
            <a:pPr>
              <a:buFontTx/>
              <a:buNone/>
            </a:pPr>
            <a:r>
              <a:rPr lang="en-US" dirty="0">
                <a:cs typeface="Arial" charset="0"/>
              </a:rPr>
              <a:t>   </a:t>
            </a:r>
            <a:r>
              <a:rPr lang="en-US" sz="3600" b="1" dirty="0">
                <a:solidFill>
                  <a:srgbClr val="FF0000"/>
                </a:solidFill>
                <a:cs typeface="Arial" charset="0"/>
              </a:rPr>
              <a:t>THERE IS A 1 HOUR TIME  DIFFERENCE FOR EVERY 15° OF LONGITUDE (vertical lines on a map, similar to time zones)</a:t>
            </a:r>
          </a:p>
        </p:txBody>
      </p:sp>
    </p:spTree>
    <p:extLst>
      <p:ext uri="{BB962C8B-B14F-4D97-AF65-F5344CB8AC3E}">
        <p14:creationId xmlns:p14="http://schemas.microsoft.com/office/powerpoint/2010/main" val="830974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428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0213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6395" y="-1348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960037" y="1379574"/>
            <a:ext cx="8307" cy="547842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44" y="935753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EQ – What are time zones and how do </a:t>
            </a:r>
            <a:r>
              <a:rPr kumimoji="0" lang="en-AU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they affect our lives?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3054" y="297120"/>
            <a:ext cx="1848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Time Zones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1328277" y="1490271"/>
            <a:ext cx="7571184" cy="1120518"/>
          </a:xfrm>
          <a:prstGeom prst="rect">
            <a:avLst/>
          </a:prstGeom>
          <a:solidFill>
            <a:srgbClr val="FFFF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Think of it as a giant number line.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1328277" y="2729973"/>
            <a:ext cx="7571184" cy="44369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Greenwich, England is at 0 on the number line. As you move to the left you add, as you move to the right you subtract. </a:t>
            </a:r>
          </a:p>
        </p:txBody>
      </p:sp>
      <p:sp>
        <p:nvSpPr>
          <p:cNvPr id="14" name="Line 5"/>
          <p:cNvSpPr>
            <a:spLocks noChangeShapeType="1"/>
          </p:cNvSpPr>
          <p:nvPr/>
        </p:nvSpPr>
        <p:spPr bwMode="auto">
          <a:xfrm>
            <a:off x="1456291" y="5003151"/>
            <a:ext cx="729077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Line 6"/>
          <p:cNvSpPr>
            <a:spLocks noChangeShapeType="1"/>
          </p:cNvSpPr>
          <p:nvPr/>
        </p:nvSpPr>
        <p:spPr bwMode="auto">
          <a:xfrm>
            <a:off x="4708461" y="4785043"/>
            <a:ext cx="0" cy="52290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Line 7"/>
          <p:cNvSpPr>
            <a:spLocks noChangeShapeType="1"/>
          </p:cNvSpPr>
          <p:nvPr/>
        </p:nvSpPr>
        <p:spPr bwMode="auto">
          <a:xfrm>
            <a:off x="1736661" y="4785043"/>
            <a:ext cx="0" cy="52290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Line 8"/>
          <p:cNvSpPr>
            <a:spLocks noChangeShapeType="1"/>
          </p:cNvSpPr>
          <p:nvPr/>
        </p:nvSpPr>
        <p:spPr bwMode="auto">
          <a:xfrm>
            <a:off x="3108261" y="4785043"/>
            <a:ext cx="0" cy="52290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Line 9"/>
          <p:cNvSpPr>
            <a:spLocks noChangeShapeType="1"/>
          </p:cNvSpPr>
          <p:nvPr/>
        </p:nvSpPr>
        <p:spPr bwMode="auto">
          <a:xfrm>
            <a:off x="6080061" y="4785043"/>
            <a:ext cx="0" cy="52290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Line 10"/>
          <p:cNvSpPr>
            <a:spLocks noChangeShapeType="1"/>
          </p:cNvSpPr>
          <p:nvPr/>
        </p:nvSpPr>
        <p:spPr bwMode="auto">
          <a:xfrm>
            <a:off x="7451661" y="4785043"/>
            <a:ext cx="0" cy="52290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 Box 13"/>
          <p:cNvSpPr txBox="1">
            <a:spLocks noChangeArrowheads="1"/>
          </p:cNvSpPr>
          <p:nvPr/>
        </p:nvSpPr>
        <p:spPr bwMode="auto">
          <a:xfrm>
            <a:off x="3812361" y="5409943"/>
            <a:ext cx="19629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Greenwich</a:t>
            </a:r>
          </a:p>
        </p:txBody>
      </p:sp>
      <p:sp>
        <p:nvSpPr>
          <p:cNvPr id="22" name="Text Box 14"/>
          <p:cNvSpPr txBox="1">
            <a:spLocks noChangeArrowheads="1"/>
          </p:cNvSpPr>
          <p:nvPr/>
        </p:nvSpPr>
        <p:spPr bwMode="auto">
          <a:xfrm>
            <a:off x="2212161" y="5406321"/>
            <a:ext cx="1962900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Dakar</a:t>
            </a:r>
          </a:p>
        </p:txBody>
      </p:sp>
      <p:sp>
        <p:nvSpPr>
          <p:cNvPr id="23" name="Text Box 15"/>
          <p:cNvSpPr txBox="1">
            <a:spLocks noChangeArrowheads="1"/>
          </p:cNvSpPr>
          <p:nvPr/>
        </p:nvSpPr>
        <p:spPr bwMode="auto">
          <a:xfrm>
            <a:off x="5183961" y="5406321"/>
            <a:ext cx="1962900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+1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Paris</a:t>
            </a:r>
          </a:p>
        </p:txBody>
      </p:sp>
      <p:sp>
        <p:nvSpPr>
          <p:cNvPr id="24" name="Text Box 16"/>
          <p:cNvSpPr txBox="1">
            <a:spLocks noChangeArrowheads="1"/>
          </p:cNvSpPr>
          <p:nvPr/>
        </p:nvSpPr>
        <p:spPr bwMode="auto">
          <a:xfrm>
            <a:off x="764361" y="5337301"/>
            <a:ext cx="1962900" cy="1508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Sandwich Islands</a:t>
            </a:r>
          </a:p>
        </p:txBody>
      </p:sp>
      <p:sp>
        <p:nvSpPr>
          <p:cNvPr id="25" name="Text Box 17"/>
          <p:cNvSpPr txBox="1">
            <a:spLocks noChangeArrowheads="1"/>
          </p:cNvSpPr>
          <p:nvPr/>
        </p:nvSpPr>
        <p:spPr bwMode="auto">
          <a:xfrm>
            <a:off x="6555561" y="5330121"/>
            <a:ext cx="1962900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Cape Town</a:t>
            </a:r>
          </a:p>
        </p:txBody>
      </p:sp>
    </p:spTree>
    <p:extLst>
      <p:ext uri="{BB962C8B-B14F-4D97-AF65-F5344CB8AC3E}">
        <p14:creationId xmlns:p14="http://schemas.microsoft.com/office/powerpoint/2010/main" val="762991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35507" y="53752"/>
            <a:ext cx="8229600" cy="1143000"/>
          </a:xfrm>
        </p:spPr>
        <p:txBody>
          <a:bodyPr/>
          <a:lstStyle/>
          <a:p>
            <a:r>
              <a:rPr lang="en-AU" dirty="0"/>
              <a:t>Time zones (World)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-180528" y="1052736"/>
            <a:ext cx="9577064" cy="4683844"/>
            <a:chOff x="-180528" y="116632"/>
            <a:chExt cx="12297948" cy="6014543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2"/>
            <a:srcRect l="851" t="680" r="1"/>
            <a:stretch/>
          </p:blipFill>
          <p:spPr>
            <a:xfrm>
              <a:off x="5922213" y="161766"/>
              <a:ext cx="6195207" cy="5969409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3"/>
            <a:srcRect r="1139"/>
            <a:stretch/>
          </p:blipFill>
          <p:spPr>
            <a:xfrm>
              <a:off x="-180528" y="116632"/>
              <a:ext cx="6120680" cy="6010275"/>
            </a:xfrm>
            <a:prstGeom prst="rect">
              <a:avLst/>
            </a:prstGeom>
          </p:spPr>
        </p:pic>
      </p:grpSp>
      <p:sp>
        <p:nvSpPr>
          <p:cNvPr id="10" name="Rectangle 9"/>
          <p:cNvSpPr/>
          <p:nvPr/>
        </p:nvSpPr>
        <p:spPr>
          <a:xfrm>
            <a:off x="437963" y="5791100"/>
            <a:ext cx="7200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When it is 2:00 pm in Greenwich London, find the time in these places:</a:t>
            </a:r>
          </a:p>
          <a:p>
            <a:r>
              <a:rPr lang="en-AU" dirty="0"/>
              <a:t>1) South Africa, 2) China, 3) New York, 4) Queensland and 5) Alaska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165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35507" y="53752"/>
            <a:ext cx="8229600" cy="1143000"/>
          </a:xfrm>
        </p:spPr>
        <p:txBody>
          <a:bodyPr/>
          <a:lstStyle/>
          <a:p>
            <a:r>
              <a:rPr lang="en-AU" dirty="0"/>
              <a:t>Time zones (World)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-180528" y="1052736"/>
            <a:ext cx="9577064" cy="4683844"/>
            <a:chOff x="-180528" y="116632"/>
            <a:chExt cx="12297948" cy="6014543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2"/>
            <a:srcRect l="851" t="680" r="1"/>
            <a:stretch/>
          </p:blipFill>
          <p:spPr>
            <a:xfrm>
              <a:off x="5922213" y="161766"/>
              <a:ext cx="6195207" cy="5969409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3"/>
            <a:srcRect r="1139"/>
            <a:stretch/>
          </p:blipFill>
          <p:spPr>
            <a:xfrm>
              <a:off x="-180528" y="116632"/>
              <a:ext cx="6120680" cy="6010275"/>
            </a:xfrm>
            <a:prstGeom prst="rect">
              <a:avLst/>
            </a:prstGeom>
          </p:spPr>
        </p:pic>
      </p:grpSp>
      <p:sp>
        <p:nvSpPr>
          <p:cNvPr id="10" name="Rectangle 9"/>
          <p:cNvSpPr/>
          <p:nvPr/>
        </p:nvSpPr>
        <p:spPr>
          <a:xfrm>
            <a:off x="435507" y="5768404"/>
            <a:ext cx="7200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What is the time difference between:</a:t>
            </a:r>
          </a:p>
          <a:p>
            <a:r>
              <a:rPr lang="en-AU" dirty="0"/>
              <a:t>1) India and China, 2) WA and New York, 3) Argentina and Alaska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768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428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0213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6395" y="-1348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57249" y="1397418"/>
            <a:ext cx="0" cy="471419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54" y="297120"/>
            <a:ext cx="1848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Time Zones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111613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465" y="6203764"/>
            <a:ext cx="1139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Summary: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94" y="1495188"/>
            <a:ext cx="16774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How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many time zones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does Australia have?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44" y="935753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EQ – What </a:t>
            </a:r>
            <a:r>
              <a:rPr kumimoji="0" lang="en-AU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are the time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zones in Australia?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2"/>
          <a:srcRect b="1458"/>
          <a:stretch/>
        </p:blipFill>
        <p:spPr>
          <a:xfrm>
            <a:off x="3131840" y="2045323"/>
            <a:ext cx="6552731" cy="406157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37043" y="1495188"/>
            <a:ext cx="3383029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There are three time zones in Australia 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AU" noProof="0" dirty="0">
                <a:solidFill>
                  <a:prstClr val="black"/>
                </a:solidFill>
                <a:latin typeface="Calibri"/>
              </a:rPr>
              <a:t>1. AEST (GMT+10) – Sydney, Melbourne, Brisbane, Gold Coast, Cairns, Hobart.</a:t>
            </a:r>
          </a:p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2. AWST (GMT+8 ) – Perth</a:t>
            </a:r>
          </a:p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AU" dirty="0">
                <a:solidFill>
                  <a:prstClr val="black"/>
                </a:solidFill>
                <a:latin typeface="Calibri"/>
              </a:rPr>
              <a:t>3. ACST (GMT +9.5) – Darwin, Alice Spring and Adelaide</a:t>
            </a:r>
            <a:r>
              <a:rPr kumimoji="0" lang="en-AU" sz="18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5906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9889"/>
            <a:ext cx="8229600" cy="1143000"/>
          </a:xfrm>
        </p:spPr>
        <p:txBody>
          <a:bodyPr/>
          <a:lstStyle/>
          <a:p>
            <a:r>
              <a:rPr lang="en-AU" dirty="0"/>
              <a:t>Time zones (Australia)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7904" y="2996952"/>
            <a:ext cx="5796136" cy="364575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3568" y="1402889"/>
            <a:ext cx="820891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>
                <a:solidFill>
                  <a:srgbClr val="000000"/>
                </a:solidFill>
                <a:latin typeface="+mj-lt"/>
              </a:rPr>
              <a:t>When it is 9:35 am in New South Wales, Australia, find the time in these places.</a:t>
            </a:r>
          </a:p>
          <a:p>
            <a:r>
              <a:rPr lang="en-US" sz="2400" b="1" dirty="0" err="1">
                <a:solidFill>
                  <a:srgbClr val="9A00FF"/>
                </a:solidFill>
                <a:latin typeface="+mj-lt"/>
              </a:rPr>
              <a:t>i</a:t>
            </a:r>
            <a:r>
              <a:rPr lang="en-US" sz="2400" b="1" dirty="0">
                <a:solidFill>
                  <a:srgbClr val="9A00FF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Alice Springs </a:t>
            </a:r>
          </a:p>
          <a:p>
            <a:r>
              <a:rPr lang="en-US" sz="2400" b="1" dirty="0">
                <a:solidFill>
                  <a:srgbClr val="9A00FF"/>
                </a:solidFill>
                <a:latin typeface="+mj-lt"/>
              </a:rPr>
              <a:t>ii 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Perth </a:t>
            </a:r>
          </a:p>
          <a:p>
            <a:r>
              <a:rPr lang="en-US" sz="2400" b="1" dirty="0">
                <a:solidFill>
                  <a:srgbClr val="9A00FF"/>
                </a:solidFill>
                <a:latin typeface="+mj-lt"/>
              </a:rPr>
              <a:t>iii 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London </a:t>
            </a:r>
          </a:p>
        </p:txBody>
      </p:sp>
    </p:spTree>
    <p:extLst>
      <p:ext uri="{BB962C8B-B14F-4D97-AF65-F5344CB8AC3E}">
        <p14:creationId xmlns:p14="http://schemas.microsoft.com/office/powerpoint/2010/main" val="3347052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 Do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Essential Mathematics 8, Exercise 4 J, Q 9-11, </a:t>
            </a:r>
            <a:r>
              <a:rPr lang="en-AU" dirty="0" err="1"/>
              <a:t>pg</a:t>
            </a:r>
            <a:r>
              <a:rPr lang="en-AU" dirty="0"/>
              <a:t> 235-236,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855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1524</TotalTime>
  <Words>512</Words>
  <Application>Microsoft Office PowerPoint</Application>
  <PresentationFormat>On-screen Show (4:3)</PresentationFormat>
  <Paragraphs>110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Time Interactive Notebook</vt:lpstr>
      <vt:lpstr>PowerPoint Presentation</vt:lpstr>
      <vt:lpstr>Elapsed Time</vt:lpstr>
      <vt:lpstr>Adding and Subtracting Time using your calculator</vt:lpstr>
      <vt:lpstr>PowerPoint Presentation</vt:lpstr>
      <vt:lpstr>PowerPoint Presentation</vt:lpstr>
      <vt:lpstr>PowerPoint Presentation</vt:lpstr>
      <vt:lpstr>Greenwich, England is the starting point for time zones</vt:lpstr>
      <vt:lpstr>LONGITUDE AND TIME</vt:lpstr>
      <vt:lpstr>PowerPoint Presentation</vt:lpstr>
      <vt:lpstr>Time zones (World)</vt:lpstr>
      <vt:lpstr>Time zones (World)</vt:lpstr>
      <vt:lpstr>PowerPoint Presentation</vt:lpstr>
      <vt:lpstr>Time zones (Australia)</vt:lpstr>
      <vt:lpstr>You 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Trigonometry 1</dc:title>
  <dc:creator>Ben</dc:creator>
  <cp:lastModifiedBy>Saad Parekh</cp:lastModifiedBy>
  <cp:revision>69</cp:revision>
  <dcterms:created xsi:type="dcterms:W3CDTF">2013-03-25T14:33:20Z</dcterms:created>
  <dcterms:modified xsi:type="dcterms:W3CDTF">2017-09-14T06:52:39Z</dcterms:modified>
</cp:coreProperties>
</file>