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2" r:id="rId2"/>
    <p:sldId id="311" r:id="rId3"/>
    <p:sldId id="306" r:id="rId4"/>
    <p:sldId id="307" r:id="rId5"/>
    <p:sldId id="292" r:id="rId6"/>
    <p:sldId id="29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0" autoAdjust="0"/>
    <p:restoredTop sz="92197" autoAdjust="0"/>
  </p:normalViewPr>
  <p:slideViewPr>
    <p:cSldViewPr>
      <p:cViewPr>
        <p:scale>
          <a:sx n="90" d="100"/>
          <a:sy n="90" d="100"/>
        </p:scale>
        <p:origin x="1411" y="-16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20/05/2018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C63683-FD37-48B5-97AF-EF1318E02E18}"/>
              </a:ext>
            </a:extLst>
          </p:cNvPr>
          <p:cNvSpPr txBox="1"/>
          <p:nvPr/>
        </p:nvSpPr>
        <p:spPr>
          <a:xfrm>
            <a:off x="683568" y="1930949"/>
            <a:ext cx="38884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Review from last lesson 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Find the following amounts: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4% of 90</a:t>
            </a:r>
          </a:p>
          <a:p>
            <a:endParaRPr lang="en-AU" dirty="0"/>
          </a:p>
          <a:p>
            <a:r>
              <a:rPr lang="en-AU" dirty="0"/>
              <a:t>17% of 345</a:t>
            </a:r>
          </a:p>
          <a:p>
            <a:endParaRPr lang="en-AU" dirty="0"/>
          </a:p>
          <a:p>
            <a:r>
              <a:rPr lang="en-AU" dirty="0"/>
              <a:t>66% of 200</a:t>
            </a:r>
          </a:p>
          <a:p>
            <a:endParaRPr lang="en-AU" dirty="0"/>
          </a:p>
          <a:p>
            <a:r>
              <a:rPr lang="en-AU" dirty="0"/>
              <a:t>25% of 60</a:t>
            </a:r>
          </a:p>
          <a:p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DF45F-A095-4257-A7F1-B06987F85FFC}"/>
              </a:ext>
            </a:extLst>
          </p:cNvPr>
          <p:cNvSpPr txBox="1"/>
          <p:nvPr/>
        </p:nvSpPr>
        <p:spPr>
          <a:xfrm>
            <a:off x="827584" y="37811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      Percentage Increase and Decrease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B133C-661B-4AB4-B89B-D1DFB91546DA}"/>
              </a:ext>
            </a:extLst>
          </p:cNvPr>
          <p:cNvSpPr txBox="1"/>
          <p:nvPr/>
        </p:nvSpPr>
        <p:spPr>
          <a:xfrm>
            <a:off x="703205" y="90133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         How to change an amount by a %?</a:t>
            </a:r>
          </a:p>
        </p:txBody>
      </p:sp>
    </p:spTree>
    <p:extLst>
      <p:ext uri="{BB962C8B-B14F-4D97-AF65-F5344CB8AC3E}">
        <p14:creationId xmlns:p14="http://schemas.microsoft.com/office/powerpoint/2010/main" val="210944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5679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07704" y="155679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7584" y="37811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      Percentage Increase and Decrease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87" y="98072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         How to change an amount by a %?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565FB2-3E64-4E47-94A3-CC8EBB005787}"/>
              </a:ext>
            </a:extLst>
          </p:cNvPr>
          <p:cNvSpPr/>
          <p:nvPr/>
        </p:nvSpPr>
        <p:spPr>
          <a:xfrm>
            <a:off x="199504" y="4509120"/>
            <a:ext cx="15981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How to increase an amount by a %?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DAE372-67E0-4023-88A2-1B59E88259C1}"/>
              </a:ext>
            </a:extLst>
          </p:cNvPr>
          <p:cNvSpPr txBox="1"/>
          <p:nvPr/>
        </p:nvSpPr>
        <p:spPr>
          <a:xfrm>
            <a:off x="2411759" y="1844824"/>
            <a:ext cx="61926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change amounts by percentages for sales or GST most commonly.  </a:t>
            </a:r>
          </a:p>
          <a:p>
            <a:endParaRPr lang="en-AU" dirty="0"/>
          </a:p>
          <a:p>
            <a:r>
              <a:rPr lang="en-AU" dirty="0"/>
              <a:t>There are two methods to changing by a percentage</a:t>
            </a:r>
          </a:p>
          <a:p>
            <a:pPr marL="342900" indent="-342900">
              <a:buAutoNum type="arabicParenR"/>
            </a:pPr>
            <a:r>
              <a:rPr lang="en-AU" dirty="0"/>
              <a:t>Finding the percentage amount and either adding or subtracting it based on the question</a:t>
            </a:r>
          </a:p>
          <a:p>
            <a:pPr marL="342900" indent="-342900">
              <a:buAutoNum type="arabicParenR"/>
            </a:pPr>
            <a:endParaRPr lang="en-AU" dirty="0"/>
          </a:p>
          <a:p>
            <a:pPr marL="342900" indent="-342900">
              <a:buAutoNum type="arabicParenR"/>
            </a:pPr>
            <a:r>
              <a:rPr lang="en-AU" dirty="0"/>
              <a:t>Multiplying by the decimal amount representing the future amount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C1DD2-0C33-484C-B98F-1F371DB0FAF2}"/>
              </a:ext>
            </a:extLst>
          </p:cNvPr>
          <p:cNvSpPr txBox="1"/>
          <p:nvPr/>
        </p:nvSpPr>
        <p:spPr>
          <a:xfrm>
            <a:off x="199504" y="1907582"/>
            <a:ext cx="1456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Why and how?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37A742-5D1A-4E11-A4D1-04EFE5C41464}"/>
              </a:ext>
            </a:extLst>
          </p:cNvPr>
          <p:cNvSpPr txBox="1"/>
          <p:nvPr/>
        </p:nvSpPr>
        <p:spPr>
          <a:xfrm>
            <a:off x="2411759" y="4581128"/>
            <a:ext cx="4032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Increasing a $5.60 sandwich by 10%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08B77F-F6D9-45A4-97DA-6A197B04213D}"/>
              </a:ext>
            </a:extLst>
          </p:cNvPr>
          <p:cNvSpPr txBox="1"/>
          <p:nvPr/>
        </p:nvSpPr>
        <p:spPr>
          <a:xfrm>
            <a:off x="5418374" y="5101441"/>
            <a:ext cx="3580404" cy="120032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Method 2. </a:t>
            </a:r>
          </a:p>
          <a:p>
            <a:r>
              <a:rPr lang="en-AU" dirty="0"/>
              <a:t>Future amount will be equal to 110% = 1.1</a:t>
            </a:r>
          </a:p>
          <a:p>
            <a:r>
              <a:rPr lang="en-AU" dirty="0"/>
              <a:t>$5.60 × 1.1 = $6.16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EC4693-4F0C-43BD-A00A-2E0A47BF5758}"/>
              </a:ext>
            </a:extLst>
          </p:cNvPr>
          <p:cNvSpPr txBox="1"/>
          <p:nvPr/>
        </p:nvSpPr>
        <p:spPr>
          <a:xfrm>
            <a:off x="2029786" y="5109284"/>
            <a:ext cx="3231967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Method 1. </a:t>
            </a:r>
          </a:p>
          <a:p>
            <a:r>
              <a:rPr lang="en-AU" dirty="0"/>
              <a:t>Find 10% of $5.60 = $0.56</a:t>
            </a:r>
          </a:p>
          <a:p>
            <a:r>
              <a:rPr lang="en-AU" dirty="0"/>
              <a:t>Add 10% to $5.60 = $6.16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4901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5679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07704" y="155679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7584" y="37811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      Percentage Increase and Decrease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87" y="98072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          How to change an amount by a %?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565FB2-3E64-4E47-94A3-CC8EBB005787}"/>
              </a:ext>
            </a:extLst>
          </p:cNvPr>
          <p:cNvSpPr/>
          <p:nvPr/>
        </p:nvSpPr>
        <p:spPr>
          <a:xfrm>
            <a:off x="199504" y="4509120"/>
            <a:ext cx="15981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How to decrease an amount by a %?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DAE372-67E0-4023-88A2-1B59E88259C1}"/>
              </a:ext>
            </a:extLst>
          </p:cNvPr>
          <p:cNvSpPr txBox="1"/>
          <p:nvPr/>
        </p:nvSpPr>
        <p:spPr>
          <a:xfrm>
            <a:off x="2142791" y="1660933"/>
            <a:ext cx="61926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change amounts by percentages for sales or GST most commonly.  </a:t>
            </a:r>
          </a:p>
          <a:p>
            <a:endParaRPr lang="en-AU" dirty="0"/>
          </a:p>
          <a:p>
            <a:r>
              <a:rPr lang="en-AU" dirty="0"/>
              <a:t>There are two methods to changing by a percentage</a:t>
            </a:r>
          </a:p>
          <a:p>
            <a:pPr marL="342900" indent="-342900">
              <a:buAutoNum type="arabicParenR"/>
            </a:pPr>
            <a:r>
              <a:rPr lang="en-AU" dirty="0"/>
              <a:t>Finding the percentage amount and either adding or subtracting it based on the question</a:t>
            </a:r>
          </a:p>
          <a:p>
            <a:pPr marL="342900" indent="-342900">
              <a:buAutoNum type="arabicParenR"/>
            </a:pPr>
            <a:endParaRPr lang="en-AU" dirty="0"/>
          </a:p>
          <a:p>
            <a:pPr marL="342900" indent="-342900">
              <a:buAutoNum type="arabicParenR"/>
            </a:pPr>
            <a:r>
              <a:rPr lang="en-AU" dirty="0"/>
              <a:t>Multiplying by the decimal amount representing the future amount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C1DD2-0C33-484C-B98F-1F371DB0FAF2}"/>
              </a:ext>
            </a:extLst>
          </p:cNvPr>
          <p:cNvSpPr txBox="1"/>
          <p:nvPr/>
        </p:nvSpPr>
        <p:spPr>
          <a:xfrm>
            <a:off x="199504" y="1907582"/>
            <a:ext cx="1456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Why and how?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37A742-5D1A-4E11-A4D1-04EFE5C41464}"/>
              </a:ext>
            </a:extLst>
          </p:cNvPr>
          <p:cNvSpPr txBox="1"/>
          <p:nvPr/>
        </p:nvSpPr>
        <p:spPr>
          <a:xfrm>
            <a:off x="2267748" y="4407202"/>
            <a:ext cx="4032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Reducing a $5.60 sandwich by 10%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08B77F-F6D9-45A4-97DA-6A197B04213D}"/>
              </a:ext>
            </a:extLst>
          </p:cNvPr>
          <p:cNvSpPr txBox="1"/>
          <p:nvPr/>
        </p:nvSpPr>
        <p:spPr>
          <a:xfrm>
            <a:off x="5418374" y="5101441"/>
            <a:ext cx="3580404" cy="120032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Method 2. </a:t>
            </a:r>
          </a:p>
          <a:p>
            <a:r>
              <a:rPr lang="en-AU" dirty="0"/>
              <a:t>Future amount will be equal to 90% = 0.9</a:t>
            </a:r>
          </a:p>
          <a:p>
            <a:r>
              <a:rPr lang="en-AU" dirty="0"/>
              <a:t>$5.60 × 0.9 = $5.04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EC4693-4F0C-43BD-A00A-2E0A47BF5758}"/>
              </a:ext>
            </a:extLst>
          </p:cNvPr>
          <p:cNvSpPr txBox="1"/>
          <p:nvPr/>
        </p:nvSpPr>
        <p:spPr>
          <a:xfrm>
            <a:off x="2029786" y="5109284"/>
            <a:ext cx="3231967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Method 1. </a:t>
            </a:r>
          </a:p>
          <a:p>
            <a:r>
              <a:rPr lang="en-AU" dirty="0"/>
              <a:t>Find 10% of $5.60 = $0.56</a:t>
            </a:r>
          </a:p>
          <a:p>
            <a:r>
              <a:rPr lang="en-AU" dirty="0"/>
              <a:t>Subtract 10% to $5.60 = $5.04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161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Try 11.5, p.149</a:t>
            </a:r>
          </a:p>
          <a:p>
            <a:r>
              <a:rPr lang="en-US" dirty="0"/>
              <a:t>Choose 5 </a:t>
            </a:r>
            <a:r>
              <a:rPr lang="en-US" dirty="0" err="1"/>
              <a:t>qns</a:t>
            </a:r>
            <a:r>
              <a:rPr lang="en-US" dirty="0"/>
              <a:t> to solve with a partner</a:t>
            </a:r>
          </a:p>
        </p:txBody>
      </p:sp>
    </p:spTree>
    <p:extLst>
      <p:ext uri="{BB962C8B-B14F-4D97-AF65-F5344CB8AC3E}">
        <p14:creationId xmlns:p14="http://schemas.microsoft.com/office/powerpoint/2010/main" val="2034104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</a:t>
            </a:r>
            <a:r>
              <a:rPr lang="en-AU"/>
              <a:t>page filled </a:t>
            </a:r>
            <a:r>
              <a:rPr lang="en-AU" dirty="0"/>
              <a:t>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VID page set up template" id="{3B1F23FA-0288-2D4D-9273-105711912F6E}" vid="{2888695A-BCDC-A143-81C3-9D147C3ED11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page 4 &amp; 5  template</Template>
  <TotalTime>194</TotalTime>
  <Words>352</Words>
  <Application>Microsoft Office PowerPoint</Application>
  <PresentationFormat>On-screen Show (4:3)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LHS</vt:lpstr>
      <vt:lpstr>Notes Review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    Percentages      % Interactive Notebook</dc:title>
  <dc:creator>PATERSON Anne</dc:creator>
  <cp:lastModifiedBy>E4092707</cp:lastModifiedBy>
  <cp:revision>13</cp:revision>
  <dcterms:created xsi:type="dcterms:W3CDTF">2017-06-03T02:49:04Z</dcterms:created>
  <dcterms:modified xsi:type="dcterms:W3CDTF">2018-05-20T04:13:20Z</dcterms:modified>
</cp:coreProperties>
</file>