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0" r:id="rId2"/>
  </p:sldMasterIdLst>
  <p:notesMasterIdLst>
    <p:notesMasterId r:id="rId10"/>
  </p:notesMasterIdLst>
  <p:sldIdLst>
    <p:sldId id="265" r:id="rId3"/>
    <p:sldId id="259" r:id="rId4"/>
    <p:sldId id="262" r:id="rId5"/>
    <p:sldId id="260" r:id="rId6"/>
    <p:sldId id="261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ye Stacey" initials="KS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4"/>
  </p:normalViewPr>
  <p:slideViewPr>
    <p:cSldViewPr>
      <p:cViewPr varScale="1">
        <p:scale>
          <a:sx n="104" d="100"/>
          <a:sy n="104" d="100"/>
        </p:scale>
        <p:origin x="232" y="62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5D96F-FFA3-C040-BA07-B2F9A6B1F6F3}" type="datetimeFigureOut">
              <a:rPr lang="en-US" smtClean="0"/>
              <a:t>2/23/17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E2382-72B3-C644-A9FD-AE00876A1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98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0" y="1440000"/>
            <a:ext cx="10560000" cy="1200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000" y="2880000"/>
            <a:ext cx="10560000" cy="336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0000" y="2880000"/>
            <a:ext cx="5160000" cy="3360000"/>
          </a:xfrm>
        </p:spPr>
        <p:txBody>
          <a:bodyPr/>
          <a:lstStyle>
            <a:lvl1pPr marL="180000">
              <a:defRPr sz="2000">
                <a:solidFill>
                  <a:schemeClr val="tx1"/>
                </a:solidFill>
              </a:defRPr>
            </a:lvl1pPr>
            <a:lvl2pPr marL="360000">
              <a:defRPr sz="2000">
                <a:solidFill>
                  <a:schemeClr val="tx1"/>
                </a:solidFill>
              </a:defRPr>
            </a:lvl2pPr>
            <a:lvl3pPr marL="540000">
              <a:defRPr sz="2000">
                <a:solidFill>
                  <a:schemeClr val="tx1"/>
                </a:solidFill>
              </a:defRPr>
            </a:lvl3pPr>
            <a:lvl4pPr marL="720000">
              <a:defRPr sz="2000">
                <a:solidFill>
                  <a:schemeClr val="tx1"/>
                </a:solidFill>
              </a:defRPr>
            </a:lvl4pPr>
            <a:lvl5pPr marL="900000">
              <a:defRPr sz="2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0000" y="2880000"/>
            <a:ext cx="5160000" cy="3360000"/>
          </a:xfrm>
        </p:spPr>
        <p:txBody>
          <a:bodyPr>
            <a:normAutofit/>
          </a:bodyPr>
          <a:lstStyle>
            <a:lvl1pPr marL="180000">
              <a:defRPr sz="2000">
                <a:solidFill>
                  <a:schemeClr val="tx1"/>
                </a:solidFill>
              </a:defRPr>
            </a:lvl1pPr>
            <a:lvl2pPr marL="360000">
              <a:defRPr sz="2000">
                <a:solidFill>
                  <a:schemeClr val="tx1"/>
                </a:solidFill>
              </a:defRPr>
            </a:lvl2pPr>
            <a:lvl3pPr marL="540000">
              <a:defRPr sz="2000">
                <a:solidFill>
                  <a:schemeClr val="tx1"/>
                </a:solidFill>
              </a:defRPr>
            </a:lvl3pPr>
            <a:lvl4pPr marL="720000">
              <a:defRPr sz="2000">
                <a:solidFill>
                  <a:schemeClr val="tx1"/>
                </a:solidFill>
              </a:defRPr>
            </a:lvl4pPr>
            <a:lvl5pPr marL="900000">
              <a:defRPr sz="2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2.xml"/><Relationship Id="rId3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0000" y="1440000"/>
            <a:ext cx="10560000" cy="120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000" y="2880000"/>
            <a:ext cx="10560000" cy="336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0000" y="6336000"/>
            <a:ext cx="1920000" cy="38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D1BBEFB1-45C7-4049-B073-B343CB1F5C4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3045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spcBef>
          <a:spcPts val="0"/>
        </a:spcBef>
        <a:spcAft>
          <a:spcPts val="60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4" Type="http://schemas.openxmlformats.org/officeDocument/2006/relationships/hyperlink" Target="https://en.wikipedia.org/wiki/Australian_rules_football" TargetMode="External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hyperlink" Target="file:///192.168.12.20/Shared%20Data/Mathematics%20by%20Inquiry/Writers/Michael/8_Circle%20Formula/Drafts_Ideas_etc/TennisBall_Cut_Half.MOV" TargetMode="External"/><Relationship Id="rId8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Ova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88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 smtClean="0"/>
              <a:t>A stack of 3 tennis </a:t>
            </a:r>
            <a:r>
              <a:rPr lang="en-AU" sz="4000" dirty="0" smtClean="0"/>
              <a:t>balls:</a:t>
            </a:r>
            <a:endParaRPr lang="en-AU" sz="4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91744" y="2348880"/>
            <a:ext cx="3272043" cy="3776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125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424" y="1196752"/>
            <a:ext cx="9237712" cy="1872208"/>
          </a:xfrm>
        </p:spPr>
        <p:txBody>
          <a:bodyPr>
            <a:noAutofit/>
          </a:bodyPr>
          <a:lstStyle/>
          <a:p>
            <a:r>
              <a:rPr lang="en-AU" sz="4000" dirty="0" smtClean="0"/>
              <a:t>Find the circumference by wrapping, then compare the circumference with the height of the stack of </a:t>
            </a:r>
            <a:r>
              <a:rPr lang="en-AU" sz="4000" dirty="0" smtClean="0"/>
              <a:t>three.</a:t>
            </a:r>
            <a:endParaRPr lang="en-AU" sz="4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7528" y="3356992"/>
            <a:ext cx="7542838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359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 smtClean="0"/>
              <a:t>Half of a tennis </a:t>
            </a:r>
            <a:r>
              <a:rPr lang="en-AU" sz="4000" dirty="0" smtClean="0"/>
              <a:t>ball:</a:t>
            </a:r>
            <a:endParaRPr lang="en-AU" sz="40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8" y="2276872"/>
            <a:ext cx="4640515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152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000" dirty="0" smtClean="0"/>
              <a:t>Measuring diameter of a </a:t>
            </a:r>
            <a:r>
              <a:rPr lang="en-AU" sz="4000" dirty="0" smtClean="0"/>
              <a:t>sphere:</a:t>
            </a:r>
            <a:endParaRPr lang="en-AU" sz="40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2359431"/>
            <a:ext cx="4896544" cy="3938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11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975096"/>
              </p:ext>
            </p:extLst>
          </p:nvPr>
        </p:nvGraphicFramePr>
        <p:xfrm>
          <a:off x="2063552" y="2457712"/>
          <a:ext cx="6979262" cy="37109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4482"/>
                <a:gridCol w="1745149"/>
                <a:gridCol w="1744482"/>
                <a:gridCol w="1745149"/>
              </a:tblGrid>
              <a:tr h="18554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  <a:tr h="18554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A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000" dirty="0" smtClean="0"/>
              <a:t>Would the relationship change if the ball was not a sphere?</a:t>
            </a:r>
            <a:endParaRPr lang="en-AU" sz="4000" dirty="0"/>
          </a:p>
        </p:txBody>
      </p:sp>
      <p:pic>
        <p:nvPicPr>
          <p:cNvPr id="1032" name="Picture 614" descr="https://upload.wikimedia.org/wikipedia/commons/thumb/5/5e/Chicken_egg_2009-06-04.jpg/200px-Chicken_egg_2009-06-04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17500" r="12001" b="15714"/>
          <a:stretch>
            <a:fillRect/>
          </a:stretch>
        </p:blipFill>
        <p:spPr bwMode="auto">
          <a:xfrm>
            <a:off x="3113890" y="4460893"/>
            <a:ext cx="739775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4" descr="https://upload.wikimedia.org/wikipedia/commons/d/d2/Sherrin_footy.jp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" t="7248" r="3136" b="13681"/>
          <a:stretch>
            <a:fillRect/>
          </a:stretch>
        </p:blipFill>
        <p:spPr bwMode="auto">
          <a:xfrm rot="5400000">
            <a:off x="4745435" y="4419528"/>
            <a:ext cx="108267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5" descr="https://upload.wikimedia.org/wikipedia/commons/thumb/b/b0/Steedenfootball.jpg/200px-Steedenfootball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20362" y="4411592"/>
            <a:ext cx="1082675" cy="7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7">
            <a:hlinkClick r:id="rId7" action="ppaction://hlinkfile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96" r="8530" b="18172"/>
          <a:stretch>
            <a:fillRect/>
          </a:stretch>
        </p:blipFill>
        <p:spPr bwMode="auto">
          <a:xfrm rot="10800000" flipH="1" flipV="1">
            <a:off x="7896201" y="2702911"/>
            <a:ext cx="898525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625" descr="https://upload.wikimedia.org/wikipedia/commons/thumb/5/5e/Chicken_egg_2009-06-04.jpg/200px-Chicken_egg_2009-06-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17500" r="12001" b="15714"/>
          <a:stretch>
            <a:fillRect/>
          </a:stretch>
        </p:blipFill>
        <p:spPr bwMode="auto">
          <a:xfrm rot="5400000">
            <a:off x="3056803" y="2768961"/>
            <a:ext cx="739775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9" descr="https://upload.wikimedia.org/wikipedia/commons/d/d2/Sherrin_footy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" t="7248" r="3136" b="13681"/>
          <a:stretch>
            <a:fillRect/>
          </a:stretch>
        </p:blipFill>
        <p:spPr bwMode="auto">
          <a:xfrm>
            <a:off x="4655841" y="2841119"/>
            <a:ext cx="1082675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6" descr="https://upload.wikimedia.org/wikipedia/commons/thumb/b/b0/Steedenfootball.jpg/200px-Steedenfootball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363" y="2814348"/>
            <a:ext cx="1082675" cy="70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8">
            <a:hlinkClick r:id="rId7" action="ppaction://hlinkfile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96" r="8530" b="18172"/>
          <a:stretch>
            <a:fillRect/>
          </a:stretch>
        </p:blipFill>
        <p:spPr bwMode="auto">
          <a:xfrm rot="-5400000" flipH="1" flipV="1">
            <a:off x="7896201" y="4313166"/>
            <a:ext cx="898525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0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84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A0D193CC-76EE-4878-838D-47BE12D94ADE}" vid="{8912C857-D4AD-4E07-B424-61AD33B1F67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A0D193CC-76EE-4878-838D-47BE12D94ADE}" vid="{C5BFC58A-78A4-435B-BBDE-6D83B7170BD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2912</TotalTime>
  <Words>50</Words>
  <Application>Microsoft Macintosh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Times New Roman</vt:lpstr>
      <vt:lpstr>Arial</vt:lpstr>
      <vt:lpstr>2_Office Theme</vt:lpstr>
      <vt:lpstr>1_Office Theme</vt:lpstr>
      <vt:lpstr>PowerPoint Presentation</vt:lpstr>
      <vt:lpstr>A stack of 3 tennis balls:</vt:lpstr>
      <vt:lpstr>Find the circumference by wrapping, then compare the circumference with the height of the stack of three.</vt:lpstr>
      <vt:lpstr>Half of a tennis ball:</vt:lpstr>
      <vt:lpstr>Measuring diameter of a sphere:</vt:lpstr>
      <vt:lpstr>Would the relationship change if the ball was not a sphere?</vt:lpstr>
      <vt:lpstr>PowerPoint Presentation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 for Circles 1</dc:title>
  <dc:creator>Beth</dc:creator>
  <cp:lastModifiedBy>Microsoft Office User</cp:lastModifiedBy>
  <cp:revision>19</cp:revision>
  <dcterms:created xsi:type="dcterms:W3CDTF">2016-05-26T23:48:10Z</dcterms:created>
  <dcterms:modified xsi:type="dcterms:W3CDTF">2017-02-23T04:45:50Z</dcterms:modified>
</cp:coreProperties>
</file>