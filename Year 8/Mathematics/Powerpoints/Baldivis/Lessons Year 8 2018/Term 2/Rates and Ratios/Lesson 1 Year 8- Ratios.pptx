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307" r:id="rId2"/>
    <p:sldId id="308" r:id="rId3"/>
    <p:sldId id="317" r:id="rId4"/>
    <p:sldId id="318" r:id="rId5"/>
    <p:sldId id="315" r:id="rId6"/>
    <p:sldId id="316" r:id="rId7"/>
    <p:sldId id="319" r:id="rId8"/>
    <p:sldId id="292" r:id="rId9"/>
    <p:sldId id="291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2895" autoAdjust="0"/>
  </p:normalViewPr>
  <p:slideViewPr>
    <p:cSldViewPr>
      <p:cViewPr varScale="1">
        <p:scale>
          <a:sx n="67" d="100"/>
          <a:sy n="67" d="100"/>
        </p:scale>
        <p:origin x="147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30/04/2018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77534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30/04/2018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30/04/2018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30/04/2018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30/04/2018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30/04/2018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30/04/2018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30/04/2018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30/04/2018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30/04/2018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30/04/2018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30/04/2018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30/04/2018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992" y="3284984"/>
            <a:ext cx="4455275" cy="250609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43608" y="692696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My Proportion Interactive Notebook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7584" y="3068960"/>
            <a:ext cx="345638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Name:</a:t>
            </a:r>
          </a:p>
          <a:p>
            <a:endParaRPr lang="en-US" dirty="0"/>
          </a:p>
          <a:p>
            <a:r>
              <a:rPr lang="en-US" dirty="0"/>
              <a:t>Class:</a:t>
            </a:r>
          </a:p>
          <a:p>
            <a:endParaRPr lang="en-US" dirty="0"/>
          </a:p>
          <a:p>
            <a:r>
              <a:rPr lang="en-US" dirty="0"/>
              <a:t>Teacher:</a:t>
            </a:r>
          </a:p>
          <a:p>
            <a:endParaRPr lang="en-US" dirty="0"/>
          </a:p>
          <a:p>
            <a:r>
              <a:rPr lang="en-US" dirty="0"/>
              <a:t>Term 2 Semester 1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412776"/>
            <a:ext cx="20955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31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9395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Ratio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is a ratio and how is it used?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1315" y="1961950"/>
            <a:ext cx="1652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What is a ratio?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24799" y="1970277"/>
            <a:ext cx="570220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Ratios are used to compare quantities with the same units.</a:t>
            </a:r>
          </a:p>
          <a:p>
            <a:r>
              <a:rPr lang="en-AU" dirty="0"/>
              <a:t>The ratio of 2 to 5 is written as </a:t>
            </a:r>
            <a:r>
              <a:rPr lang="en-AU" dirty="0">
                <a:solidFill>
                  <a:srgbClr val="0070C0"/>
                </a:solidFill>
              </a:rPr>
              <a:t>2 : 5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8" name="Rectangle 7"/>
          <p:cNvSpPr/>
          <p:nvPr/>
        </p:nvSpPr>
        <p:spPr>
          <a:xfrm>
            <a:off x="2915816" y="2867630"/>
            <a:ext cx="622818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If you are making cordial and you mix one part cordial to four parts water, then the ratio of cordial to water will be 1:4 (1 to 4).</a:t>
            </a:r>
          </a:p>
          <a:p>
            <a:endParaRPr lang="en-US" dirty="0"/>
          </a:p>
          <a:p>
            <a:r>
              <a:rPr lang="en-US" dirty="0"/>
              <a:t>If you use 1L of cordial, you will use 4L of water (1:4).</a:t>
            </a:r>
          </a:p>
          <a:p>
            <a:endParaRPr lang="en-US" dirty="0"/>
          </a:p>
          <a:p>
            <a:r>
              <a:rPr lang="en-US" dirty="0"/>
              <a:t>If you use 2L of cordial, you will use 8L of water (2:8).</a:t>
            </a:r>
          </a:p>
          <a:p>
            <a:endParaRPr lang="en-US" dirty="0"/>
          </a:p>
          <a:p>
            <a:r>
              <a:rPr lang="en-US" dirty="0"/>
              <a:t>If you use 10L of cordial, you will use 40L of water (10:40).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315" y="2919045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is a ratio used?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15816" y="5462979"/>
            <a:ext cx="547260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These ratios are all equivalent	1:4 = 2:8 = 10:40</a:t>
            </a:r>
          </a:p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3124799" y="6338522"/>
            <a:ext cx="54726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495654-B464-482C-AA97-F3E111FA590C}"/>
              </a:ext>
            </a:extLst>
          </p:cNvPr>
          <p:cNvSpPr txBox="1"/>
          <p:nvPr/>
        </p:nvSpPr>
        <p:spPr>
          <a:xfrm>
            <a:off x="181315" y="5517232"/>
            <a:ext cx="25255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are equivalent ratios?</a:t>
            </a:r>
          </a:p>
        </p:txBody>
      </p:sp>
    </p:spTree>
    <p:extLst>
      <p:ext uri="{BB962C8B-B14F-4D97-AF65-F5344CB8AC3E}">
        <p14:creationId xmlns:p14="http://schemas.microsoft.com/office/powerpoint/2010/main" val="3768113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example…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199" y="1417638"/>
            <a:ext cx="8193557" cy="172333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810" y="3573016"/>
            <a:ext cx="8078755" cy="1769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931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you understand? Fists of Five</a:t>
            </a:r>
            <a:endParaRPr lang="en-AU" dirty="0"/>
          </a:p>
        </p:txBody>
      </p:sp>
      <p:pic>
        <p:nvPicPr>
          <p:cNvPr id="1028" name="Picture 4" descr="Image result for cartoon hand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1916832"/>
            <a:ext cx="3669362" cy="3768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880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have a try together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5576" y="1430940"/>
            <a:ext cx="7364564" cy="32560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5576" y="2204864"/>
            <a:ext cx="7272808" cy="43204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611560" y="3048560"/>
            <a:ext cx="7416824" cy="43204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611560" y="3822484"/>
            <a:ext cx="7508580" cy="43204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728" y="2668285"/>
            <a:ext cx="3713991" cy="39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429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you have a go</a:t>
            </a:r>
            <a:endParaRPr lang="en-A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1406877"/>
            <a:ext cx="7810500" cy="9525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069" y="2655280"/>
            <a:ext cx="6800850" cy="6191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675" y="3603013"/>
            <a:ext cx="7486650" cy="1295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504" y="5133304"/>
            <a:ext cx="8203704" cy="115215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3969" y="1376408"/>
            <a:ext cx="412331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1.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2.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3.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4</a:t>
            </a:r>
            <a:r>
              <a:rPr lang="en-US" dirty="0"/>
              <a:t>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85517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95536" y="134076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Have YOU been doing your summaries?</a:t>
            </a:r>
            <a:endParaRPr lang="en-AU" dirty="0"/>
          </a:p>
        </p:txBody>
      </p:sp>
      <p:pic>
        <p:nvPicPr>
          <p:cNvPr id="5" name="Picture 4" descr="Image result for finger you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1586" y="2708920"/>
            <a:ext cx="2857500" cy="2857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08415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page filed 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Review your notes and write a summary answering the essential question. </a:t>
            </a:r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2475</TotalTime>
  <Words>236</Words>
  <Application>Microsoft Office PowerPoint</Application>
  <PresentationFormat>On-screen Show (4:3)</PresentationFormat>
  <Paragraphs>64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For example…</vt:lpstr>
      <vt:lpstr>Do you understand? Fists of Five</vt:lpstr>
      <vt:lpstr>Let’s have a try together</vt:lpstr>
      <vt:lpstr>Now you have a go</vt:lpstr>
      <vt:lpstr>Have YOU been doing your summaries?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CRAIG Mason [Baldivis Secondary College]</cp:lastModifiedBy>
  <cp:revision>99</cp:revision>
  <dcterms:created xsi:type="dcterms:W3CDTF">2014-05-14T02:58:57Z</dcterms:created>
  <dcterms:modified xsi:type="dcterms:W3CDTF">2018-04-30T23:43:59Z</dcterms:modified>
</cp:coreProperties>
</file>