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3" r:id="rId3"/>
    <p:sldId id="266" r:id="rId4"/>
    <p:sldId id="267" r:id="rId5"/>
    <p:sldId id="264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8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99049-FECF-412F-A7FC-0F1FC466A4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93E40D-14F2-40FC-AC81-B3E78BAACA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D5D85F-BE8F-4821-977A-87B933C77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683E4-8A3E-4E7D-93D2-162498E99461}" type="datetimeFigureOut">
              <a:rPr lang="en-AU" smtClean="0"/>
              <a:t>6/05/2018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1A8694-22B6-4A8C-A288-B339780AC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C1D557-4737-405F-B4D1-A8B12AAA8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8630B-4475-451E-BDB8-82DA675D5C4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1876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FB9EE-D3AA-4601-98BB-04B7069BD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473796-4C41-49A6-B382-EA7E004E55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28B6B0-6A9B-4E39-935A-02E130110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683E4-8A3E-4E7D-93D2-162498E99461}" type="datetimeFigureOut">
              <a:rPr lang="en-AU" smtClean="0"/>
              <a:t>6/05/2018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AE3FA-4D55-46C0-A9F7-7D1EE658D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53927-9604-4639-BB77-F6D25FD7F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8630B-4475-451E-BDB8-82DA675D5C4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969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ABBEA-142B-4433-9882-1F9794A73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2C029D-B424-4367-A986-CD89B2E82D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7BE9B3-4F01-49EC-825B-5BE2E22D4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683E4-8A3E-4E7D-93D2-162498E99461}" type="datetimeFigureOut">
              <a:rPr lang="en-AU" smtClean="0"/>
              <a:t>6/05/2018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26BF6B-0401-4D43-B683-1B6599D31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F4BA54-2568-4274-AD39-442EC8663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8630B-4475-451E-BDB8-82DA675D5C4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7357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35C97-A6F5-49E9-A160-808BB2E08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E6E751-7182-4D3B-B54D-D941393FCB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E90704-92E6-4302-B746-5AC2ACA1E2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0199C7-D5EE-4496-997F-ED2528255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683E4-8A3E-4E7D-93D2-162498E99461}" type="datetimeFigureOut">
              <a:rPr lang="en-AU" smtClean="0"/>
              <a:t>6/05/2018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FC3814-769D-4371-B240-974D77F78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B728C2-4EC4-4F75-9A01-08575CA47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8630B-4475-451E-BDB8-82DA675D5C4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32378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A1E60-748B-41CE-A680-11802810B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1B7CC3-0D89-4AF9-9B68-C077A76518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666958-3197-4D26-A0AE-CE33BA14BC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C638DB-D3F1-4243-9467-4708807127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268C1F-8F4A-4DF0-8489-9CB98C6735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CA1B52-CE18-4162-A4E8-1B7F8D14F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683E4-8A3E-4E7D-93D2-162498E99461}" type="datetimeFigureOut">
              <a:rPr lang="en-AU" smtClean="0"/>
              <a:t>6/05/2018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DB2402-EF2A-4E26-BDAB-075197E3E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71DB3E-F627-4636-85B4-00CB9BD71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8630B-4475-451E-BDB8-82DA675D5C4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65358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8B557-FFA9-4C8B-B9BB-8D45CB615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046B45-E467-4719-9CF0-FD1012938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683E4-8A3E-4E7D-93D2-162498E99461}" type="datetimeFigureOut">
              <a:rPr lang="en-AU" smtClean="0"/>
              <a:t>6/05/2018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C79435-A55F-4AFE-828D-00A19D7A6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C70055-51D8-4323-ABAE-006A9BAEB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8630B-4475-451E-BDB8-82DA675D5C4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9150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5A65C6-70EE-4731-9D0B-E43FBC352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683E4-8A3E-4E7D-93D2-162498E99461}" type="datetimeFigureOut">
              <a:rPr lang="en-AU" smtClean="0"/>
              <a:t>6/05/2018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0111D-07C0-4272-9967-E93CCBAEB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53DA45-2061-4B4A-B5B9-82AAD044F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8630B-4475-451E-BDB8-82DA675D5C4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43547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59608-5778-4138-B689-A32905C81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58864E-77D0-4D50-94E0-55B0239760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DACE73-2F04-47D3-A1BA-052B5123D9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5F22F2-031F-499C-9775-49A7420F1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683E4-8A3E-4E7D-93D2-162498E99461}" type="datetimeFigureOut">
              <a:rPr lang="en-AU" smtClean="0"/>
              <a:t>6/05/2018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91CA22-1FA3-4A46-8163-3DF95A6DF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9E272D-E803-4AEF-8B12-B281275E4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8630B-4475-451E-BDB8-82DA675D5C4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686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753F2-3184-4DA5-9677-FC7225135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268739-98AC-45C8-A168-816E90AF9D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54817C-5CAC-4596-ABAA-609919BE65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FF8205-6171-4909-A9DD-824EC0312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683E4-8A3E-4E7D-93D2-162498E99461}" type="datetimeFigureOut">
              <a:rPr lang="en-AU" smtClean="0"/>
              <a:t>6/05/2018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DFC205-271C-4C49-BB40-8D6173BFA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872367-AF61-403E-BC4A-E4D3C27B9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8630B-4475-451E-BDB8-82DA675D5C4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03125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6ED5E-946A-49BD-8FF7-163D3F265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668CAF-14B7-4715-8AB2-2BE8EDD194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71510-F0BA-448F-8364-8236EB69E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683E4-8A3E-4E7D-93D2-162498E99461}" type="datetimeFigureOut">
              <a:rPr lang="en-AU" smtClean="0"/>
              <a:t>6/05/2018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DA049F-D5F4-40B6-AC5D-D5AAA6FC3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5B8048-84D4-419A-86CF-FB9E5EA0D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8630B-4475-451E-BDB8-82DA675D5C4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95539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AD2933-1E7C-456B-A4FF-70EEBA2BF2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EFEEC8-A79E-425C-8216-38E3E1D32D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45F53-8105-41E5-9771-7A58A7226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683E4-8A3E-4E7D-93D2-162498E99461}" type="datetimeFigureOut">
              <a:rPr lang="en-AU" smtClean="0"/>
              <a:t>6/05/2018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6608C4-004E-4C1F-B0AE-96CCEC613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8B61EF-4943-4A7E-AF99-CDEF0A385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8630B-4475-451E-BDB8-82DA675D5C4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42841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CAAA9A-747F-452D-AD80-3A2905A5D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E36F12-6EA0-48DD-B00B-A4CC9D65DD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BA26C7-F63C-49AA-942E-8B8E927DC4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2683E4-8A3E-4E7D-93D2-162498E99461}" type="datetimeFigureOut">
              <a:rPr lang="en-AU" smtClean="0"/>
              <a:t>6/05/2018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78F2DF-0203-4E25-BE24-9905A7A3B1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9FF0B0-AEC2-4C17-B0BD-55B2D2CBE6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8630B-4475-451E-BDB8-82DA675D5C4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03002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471015" y="320933"/>
            <a:ext cx="9837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Rates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7471" y="1078503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are the different methods for answering rates 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05316" y="1961950"/>
            <a:ext cx="2564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How do we find the rate?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0687" y="1983399"/>
            <a:ext cx="597666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To find the rate we need to work out what </a:t>
            </a:r>
            <a:r>
              <a:rPr lang="en-US" b="1" u="sng" dirty="0"/>
              <a:t>one of that unit </a:t>
            </a:r>
            <a:r>
              <a:rPr lang="en-US" dirty="0"/>
              <a:t>will be. </a:t>
            </a:r>
          </a:p>
          <a:p>
            <a:endParaRPr lang="en-US" dirty="0"/>
          </a:p>
          <a:p>
            <a:r>
              <a:rPr lang="en-US" dirty="0"/>
              <a:t>To do this we need to </a:t>
            </a:r>
            <a:r>
              <a:rPr lang="en-US" b="1" u="sng" dirty="0"/>
              <a:t>divide both numbers by the same number</a:t>
            </a:r>
          </a:p>
          <a:p>
            <a:endParaRPr lang="en-US" b="1" u="sng" dirty="0"/>
          </a:p>
          <a:p>
            <a:endParaRPr lang="en-US" b="1" u="sng" dirty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r="38535" b="67958"/>
          <a:stretch/>
        </p:blipFill>
        <p:spPr>
          <a:xfrm>
            <a:off x="4610282" y="3772804"/>
            <a:ext cx="3564645" cy="32364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93F3212-3B2E-4D0F-8AB7-B568BF11F27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94" t="-476" b="67958"/>
          <a:stretch/>
        </p:blipFill>
        <p:spPr>
          <a:xfrm>
            <a:off x="8548492" y="3785320"/>
            <a:ext cx="2273748" cy="32845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845BF28-8294-404F-8AD0-AE5F1FC569B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000" t="26831" r="558" b="-4010"/>
          <a:stretch/>
        </p:blipFill>
        <p:spPr>
          <a:xfrm>
            <a:off x="8118365" y="4121037"/>
            <a:ext cx="2867368" cy="779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55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EE1C2-FCC3-4D83-9E0B-D1F269D78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Practice questions (together)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55B223-BF3E-4704-9CB7-2C5EFE22590F}"/>
              </a:ext>
            </a:extLst>
          </p:cNvPr>
          <p:cNvSpPr txBox="1"/>
          <p:nvPr/>
        </p:nvSpPr>
        <p:spPr>
          <a:xfrm>
            <a:off x="1027522" y="1690688"/>
            <a:ext cx="738118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Julie spent $100 in 4 hours.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Steven drove 330km in 6 hours.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Jamie earnt $2555 in a fortnight.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376230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471015" y="320933"/>
            <a:ext cx="9837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Rates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7471" y="1078503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are the different methods for answering rates 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05316" y="1961950"/>
            <a:ext cx="2564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How do we find the rate?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0687" y="1983399"/>
            <a:ext cx="597666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To find the rate we need to work out what </a:t>
            </a:r>
            <a:r>
              <a:rPr lang="en-US" b="1" u="sng" dirty="0"/>
              <a:t>one of that unit </a:t>
            </a:r>
            <a:r>
              <a:rPr lang="en-US" dirty="0"/>
              <a:t>will be. </a:t>
            </a:r>
          </a:p>
          <a:p>
            <a:endParaRPr lang="en-US" dirty="0"/>
          </a:p>
          <a:p>
            <a:r>
              <a:rPr lang="en-US" dirty="0"/>
              <a:t>To do this we need to </a:t>
            </a:r>
            <a:r>
              <a:rPr lang="en-US" b="1" u="sng" dirty="0"/>
              <a:t>divide both numbers by the same number</a:t>
            </a:r>
          </a:p>
          <a:p>
            <a:endParaRPr lang="en-US" b="1" u="sng" dirty="0"/>
          </a:p>
          <a:p>
            <a:endParaRPr lang="en-US" b="1" u="sng" dirty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r="38535" b="67958"/>
          <a:stretch/>
        </p:blipFill>
        <p:spPr>
          <a:xfrm>
            <a:off x="4610282" y="3772804"/>
            <a:ext cx="3564645" cy="32364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93F3212-3B2E-4D0F-8AB7-B568BF11F27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94" t="-476" b="67958"/>
          <a:stretch/>
        </p:blipFill>
        <p:spPr>
          <a:xfrm>
            <a:off x="8548492" y="3785320"/>
            <a:ext cx="2273748" cy="32845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845BF28-8294-404F-8AD0-AE5F1FC569B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000" t="26831" r="558" b="-4010"/>
          <a:stretch/>
        </p:blipFill>
        <p:spPr>
          <a:xfrm>
            <a:off x="8118365" y="4121037"/>
            <a:ext cx="2867368" cy="77957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2BFEA8E-8B4B-46AD-9365-0F45FFE8B36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951" t="27749" r="41320" b="68696"/>
          <a:stretch/>
        </p:blipFill>
        <p:spPr>
          <a:xfrm>
            <a:off x="8490644" y="5544379"/>
            <a:ext cx="2122809" cy="54926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0E2A099-182A-4C80-B8D8-0E3EB52F4C9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412" t="25956" r="41859" b="72085"/>
          <a:stretch/>
        </p:blipFill>
        <p:spPr>
          <a:xfrm>
            <a:off x="6248400" y="5544379"/>
            <a:ext cx="2122809" cy="30266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5589E53-A908-4FA9-854E-59CBF3EA208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194" t="30828" r="42077" b="66655"/>
          <a:stretch/>
        </p:blipFill>
        <p:spPr>
          <a:xfrm>
            <a:off x="8548492" y="6234887"/>
            <a:ext cx="2122809" cy="388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222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EE1C2-FCC3-4D83-9E0B-D1F269D78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Practice questions (together)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55B223-BF3E-4704-9CB7-2C5EFE22590F}"/>
              </a:ext>
            </a:extLst>
          </p:cNvPr>
          <p:cNvSpPr txBox="1"/>
          <p:nvPr/>
        </p:nvSpPr>
        <p:spPr>
          <a:xfrm>
            <a:off x="1027522" y="1690688"/>
            <a:ext cx="738118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$18.75 for 750g  (how much /100g)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Run 750m in 80 secs   (how far /sec)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Used 55L in 550 km  (/100km)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60570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048063-973A-413B-8E81-1DF5755F416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727" t="35259" r="36250" b="50517"/>
          <a:stretch/>
        </p:blipFill>
        <p:spPr>
          <a:xfrm>
            <a:off x="1411589" y="721897"/>
            <a:ext cx="9311671" cy="27572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2B31536-324D-4FD0-845D-216FEF45BC3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4861" t="21054" r="35574" b="74434"/>
          <a:stretch/>
        </p:blipFill>
        <p:spPr>
          <a:xfrm>
            <a:off x="769266" y="3971925"/>
            <a:ext cx="10317834" cy="88582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D98550B-A1F2-4423-B340-1BF9A6225C75}"/>
              </a:ext>
            </a:extLst>
          </p:cNvPr>
          <p:cNvSpPr/>
          <p:nvPr/>
        </p:nvSpPr>
        <p:spPr>
          <a:xfrm>
            <a:off x="6067425" y="4591051"/>
            <a:ext cx="5019675" cy="266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20464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Image result for do you understand?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1625" y="1196752"/>
            <a:ext cx="6831693" cy="4536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5461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172</Words>
  <Application>Microsoft Office PowerPoint</Application>
  <PresentationFormat>Widescreen</PresentationFormat>
  <Paragraphs>53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Practice questions (together)</vt:lpstr>
      <vt:lpstr>PowerPoint Presentation</vt:lpstr>
      <vt:lpstr>Practice questions (together)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D'SOUZA Jillian [Baldivis Secondary College]</dc:creator>
  <cp:lastModifiedBy>D'SOUZA Jillian [Baldivis Secondary College]</cp:lastModifiedBy>
  <cp:revision>7</cp:revision>
  <dcterms:created xsi:type="dcterms:W3CDTF">2018-05-06T02:24:01Z</dcterms:created>
  <dcterms:modified xsi:type="dcterms:W3CDTF">2018-05-06T03:01:11Z</dcterms:modified>
</cp:coreProperties>
</file>