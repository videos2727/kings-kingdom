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8" r:id="rId4"/>
    <p:sldId id="257" r:id="rId5"/>
    <p:sldId id="259" r:id="rId6"/>
    <p:sldId id="260" r:id="rId7"/>
    <p:sldId id="263" r:id="rId8"/>
    <p:sldId id="261" r:id="rId9"/>
    <p:sldId id="262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16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904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84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11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95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46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45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2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75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350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62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3449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334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944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0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5C22-D45C-4198-B28C-28347809426D}" type="datetimeFigureOut">
              <a:rPr lang="en-AU" smtClean="0"/>
              <a:t>3/05/2018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F923C7-DF19-4B2C-B3B7-D6A45C51EC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14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208D-BD30-42CF-93E8-348F777B4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Ratio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ACAED-F0CD-47B5-8F01-6B2CA1343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divide a quantity in a given ratio?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C6405-0235-4153-A194-75DE5FB45412}"/>
              </a:ext>
            </a:extLst>
          </p:cNvPr>
          <p:cNvSpPr txBox="1"/>
          <p:nvPr/>
        </p:nvSpPr>
        <p:spPr>
          <a:xfrm>
            <a:off x="543339" y="3286539"/>
            <a:ext cx="2093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Name those characters?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8D4A87-54A0-496A-933E-FD0E00F4A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8" y="463827"/>
            <a:ext cx="4035675" cy="263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7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CC31-C6A3-4C3E-97D3-CF699326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Trivia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F1C7-FA5C-43D2-ABDE-8F34C4C79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 sharks have tongues?</a:t>
            </a:r>
          </a:p>
          <a:p>
            <a:r>
              <a:rPr lang="en-AU" dirty="0"/>
              <a:t>Answer on next slide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2CCB2-39FD-4468-9334-7B161ECD6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1390"/>
            <a:ext cx="5761590" cy="422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8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80EC-71EF-475D-84E9-4B8C0715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on equivalent ratio’s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41DF-A202-448C-8337-80B5CAD58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5461"/>
            <a:ext cx="8596668" cy="5300869"/>
          </a:xfrm>
        </p:spPr>
        <p:txBody>
          <a:bodyPr>
            <a:normAutofit/>
          </a:bodyPr>
          <a:lstStyle/>
          <a:p>
            <a:r>
              <a:rPr lang="en-AU" dirty="0"/>
              <a:t>Find three equivalent ratio’s for each of the following: The first is done for you. </a:t>
            </a:r>
          </a:p>
          <a:p>
            <a:pPr marL="0" indent="0">
              <a:buNone/>
            </a:pPr>
            <a:r>
              <a:rPr lang="en-AU" dirty="0"/>
              <a:t>    3 : 5 –  9 : 15,  21 : 35,  30 : 50.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1 : 2 -  </a:t>
            </a:r>
          </a:p>
          <a:p>
            <a:endParaRPr lang="en-AU" dirty="0"/>
          </a:p>
          <a:p>
            <a:r>
              <a:rPr lang="en-AU" dirty="0"/>
              <a:t>8 : 7 -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4 : 12 - </a:t>
            </a:r>
          </a:p>
          <a:p>
            <a:endParaRPr lang="en-AU" dirty="0"/>
          </a:p>
          <a:p>
            <a:r>
              <a:rPr lang="en-AU" dirty="0"/>
              <a:t>14 : 49 -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A3905-64A5-4F5B-949F-3D11B45B2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077" y="2960164"/>
            <a:ext cx="4967080" cy="3311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4C6A35-5019-4428-A906-4CAF43E44A40}"/>
              </a:ext>
            </a:extLst>
          </p:cNvPr>
          <p:cNvSpPr txBox="1"/>
          <p:nvPr/>
        </p:nvSpPr>
        <p:spPr>
          <a:xfrm>
            <a:off x="9978887" y="834887"/>
            <a:ext cx="221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Sharks have tongues..</a:t>
            </a:r>
          </a:p>
        </p:txBody>
      </p:sp>
    </p:spTree>
    <p:extLst>
      <p:ext uri="{BB962C8B-B14F-4D97-AF65-F5344CB8AC3E}">
        <p14:creationId xmlns:p14="http://schemas.microsoft.com/office/powerpoint/2010/main" val="253874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274A-4A00-4B12-A376-54390D6D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Simplify the following ratio’s.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4824-6B9E-4349-87D6-AA873129F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5949"/>
            <a:ext cx="8596668" cy="4835414"/>
          </a:xfrm>
        </p:spPr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250kg : 5 tonnes =  turn tonnes to </a:t>
            </a:r>
            <a:r>
              <a:rPr lang="en-AU" dirty="0" err="1"/>
              <a:t>kgs</a:t>
            </a:r>
            <a:r>
              <a:rPr lang="en-AU" dirty="0"/>
              <a:t> 250 : 5000 = </a:t>
            </a:r>
            <a:r>
              <a:rPr lang="en-AU" b="1" dirty="0"/>
              <a:t>1 : 20</a:t>
            </a:r>
          </a:p>
          <a:p>
            <a:endParaRPr lang="en-AU" dirty="0"/>
          </a:p>
          <a:p>
            <a:r>
              <a:rPr lang="en-AU" dirty="0"/>
              <a:t>16 : 8</a:t>
            </a:r>
          </a:p>
          <a:p>
            <a:endParaRPr lang="en-AU" dirty="0"/>
          </a:p>
          <a:p>
            <a:r>
              <a:rPr lang="en-AU" dirty="0"/>
              <a:t>40 : 8</a:t>
            </a:r>
          </a:p>
          <a:p>
            <a:endParaRPr lang="en-AU" dirty="0"/>
          </a:p>
          <a:p>
            <a:r>
              <a:rPr lang="en-AU" dirty="0"/>
              <a:t>2000ml : 15L</a:t>
            </a:r>
          </a:p>
          <a:p>
            <a:endParaRPr lang="en-AU" dirty="0"/>
          </a:p>
          <a:p>
            <a:r>
              <a:rPr lang="en-AU" dirty="0"/>
              <a:t>96 : 156</a:t>
            </a:r>
          </a:p>
          <a:p>
            <a:endParaRPr lang="en-AU" dirty="0"/>
          </a:p>
          <a:p>
            <a:r>
              <a:rPr lang="en-AU" dirty="0"/>
              <a:t>240 seconds : 2 mins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02E99-55E7-4BEC-B037-E1A98D629F59}"/>
              </a:ext>
            </a:extLst>
          </p:cNvPr>
          <p:cNvSpPr txBox="1"/>
          <p:nvPr/>
        </p:nvSpPr>
        <p:spPr>
          <a:xfrm>
            <a:off x="8097078" y="3975652"/>
            <a:ext cx="2968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Who is this? And what does he say?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81D65-0A0C-47C9-8DBF-B1E45ECA8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558" y="384313"/>
            <a:ext cx="4422870" cy="337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062E-A8E0-4764-AF97-C6D0D7BF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Ratio Applications</a:t>
            </a:r>
            <a:br>
              <a:rPr lang="en-AU" dirty="0"/>
            </a:br>
            <a:r>
              <a:rPr lang="en-AU" dirty="0"/>
              <a:t>EQ: How do I divide a quantity in a given ratio?</a:t>
            </a:r>
            <a:br>
              <a:rPr lang="en-AU" dirty="0"/>
            </a:b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030D4-404F-441F-8EBD-0042F7C941AC}"/>
              </a:ext>
            </a:extLst>
          </p:cNvPr>
          <p:cNvSpPr txBox="1"/>
          <p:nvPr/>
        </p:nvSpPr>
        <p:spPr>
          <a:xfrm>
            <a:off x="677334" y="2187957"/>
            <a:ext cx="76995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Ratios are used in many different places. Some examples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Mixing 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Medicine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Think of a ratio in terms of parts. A ratio of 2 : 3 has a total of 5 parts.</a:t>
            </a:r>
          </a:p>
          <a:p>
            <a:r>
              <a:rPr lang="en-AU" dirty="0"/>
              <a:t>Use the following procedure: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Find the total number of parts in the ratio.</a:t>
            </a:r>
          </a:p>
          <a:p>
            <a:pPr marL="342900" indent="-342900">
              <a:buAutoNum type="arabicPeriod"/>
            </a:pPr>
            <a:r>
              <a:rPr lang="en-AU" dirty="0"/>
              <a:t>Find the value of one part.</a:t>
            </a:r>
          </a:p>
          <a:p>
            <a:pPr marL="342900" indent="-342900">
              <a:buAutoNum type="arabicPeriod"/>
            </a:pPr>
            <a:r>
              <a:rPr lang="en-AU" dirty="0"/>
              <a:t>Find the valve of the number of parts.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This is know as the unitary method.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B46DD6-B747-40C4-8574-9302601B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291" y="6692832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242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77B3-73DF-48D4-B86A-E169E826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ice-cream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dirty="0"/>
                  <a:t>Mr Evans, Mr Morgan, Ms L and Ms D’Souza all invest money to start an ice-cream business. They invest the following $120 : $200 : $80 : $300 </a:t>
                </a:r>
                <a:r>
                  <a:rPr lang="en-AU" b="1" dirty="0"/>
                  <a:t>(Just remember the ratio is in the same order as the people)</a:t>
                </a:r>
                <a:r>
                  <a:rPr lang="en-AU" dirty="0"/>
                  <a:t> The ice-cream business produced a profit of $16800. How much should each person get based on their starting investment?</a:t>
                </a:r>
              </a:p>
              <a:p>
                <a:r>
                  <a:rPr lang="en-AU" dirty="0"/>
                  <a:t>Step 1: I add all the parts together  120 + 200 + 80 + 300 = 700</a:t>
                </a:r>
              </a:p>
              <a:p>
                <a:r>
                  <a:rPr lang="en-AU" dirty="0"/>
                  <a:t>Step 2: I divide the profit by the amount of parts  16800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700 = 24 therefore one part is worth $24</a:t>
                </a:r>
              </a:p>
              <a:p>
                <a:r>
                  <a:rPr lang="en-AU" dirty="0"/>
                  <a:t>Step 3: Multiply the parts by 24 =</a:t>
                </a:r>
              </a:p>
              <a:p>
                <a:r>
                  <a:rPr lang="en-AU" dirty="0"/>
                  <a:t>120 x 24 =2880,      200 x 24 = 4800,     80 x 24 = 1920,         300 x 24 = 7200</a:t>
                </a:r>
              </a:p>
              <a:p>
                <a:pPr algn="ctr"/>
                <a:r>
                  <a:rPr lang="en-AU" dirty="0"/>
                  <a:t>                  2880 : 4800 : 1920 : 7200 (this should all add together to equal the profit made.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1570" r="-3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8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1EC2-873D-4356-A482-0F5039BF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Sharing problem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90F479-EA5B-4B7F-B58E-3281B2417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233" t="16376" r="22836" b="43677"/>
          <a:stretch/>
        </p:blipFill>
        <p:spPr>
          <a:xfrm>
            <a:off x="677333" y="1930400"/>
            <a:ext cx="1133014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7002-C770-491A-A8E4-703FE19A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lottery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18C0-8998-4332-A731-7D5933F90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Mr Wilson, Mrs Keen and Mr Craig buy a lottery ticket. They put in different amounts of money to purchase the ticket as seen in the ratio $5 : $8 : $2. They won $7500000. How much do they get each?</a:t>
            </a:r>
          </a:p>
        </p:txBody>
      </p:sp>
    </p:spTree>
    <p:extLst>
      <p:ext uri="{BB962C8B-B14F-4D97-AF65-F5344CB8AC3E}">
        <p14:creationId xmlns:p14="http://schemas.microsoft.com/office/powerpoint/2010/main" val="2581348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4D27-714F-4361-8C44-3C3DDAF1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Feed me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4776-B707-411E-98A2-98977E3A1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Julie has three different size dogs called Zeus, Thor and Marty. Each dog requires a different amount of biscuits per week (each part represents a cup of food). Each week her dogs require the following cups  14 : 21 : 35. Julie spends 55 dollars on food per week. How much money does it take to feed each dog? </a:t>
            </a:r>
          </a:p>
        </p:txBody>
      </p:sp>
    </p:spTree>
    <p:extLst>
      <p:ext uri="{BB962C8B-B14F-4D97-AF65-F5344CB8AC3E}">
        <p14:creationId xmlns:p14="http://schemas.microsoft.com/office/powerpoint/2010/main" val="304246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C2DA-4E1F-44DA-9AA3-4F9DED5D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Discussion Questions: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241911-58B7-4539-9F36-D610256D9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657" t="59053" r="17269" b="6918"/>
          <a:stretch/>
        </p:blipFill>
        <p:spPr>
          <a:xfrm>
            <a:off x="278295" y="1269999"/>
            <a:ext cx="11913705" cy="350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F217-1285-4BBE-A7A5-1E1E3749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short quick write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8AFE-5B38-431A-AAFA-1C186811E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Please take 2 minutes and write down what you have learnt about ratio’s. </a:t>
            </a:r>
          </a:p>
        </p:txBody>
      </p:sp>
    </p:spTree>
    <p:extLst>
      <p:ext uri="{BB962C8B-B14F-4D97-AF65-F5344CB8AC3E}">
        <p14:creationId xmlns:p14="http://schemas.microsoft.com/office/powerpoint/2010/main" val="402369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3E2-1CD0-4B72-A8E8-9FB1AFF6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Have yourself a wonderful day and don’t forget….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26FD2-CAC8-4726-B1EE-4022112BC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027" y="1462231"/>
            <a:ext cx="5128590" cy="5229152"/>
          </a:xfrm>
        </p:spPr>
      </p:pic>
    </p:spTree>
    <p:extLst>
      <p:ext uri="{BB962C8B-B14F-4D97-AF65-F5344CB8AC3E}">
        <p14:creationId xmlns:p14="http://schemas.microsoft.com/office/powerpoint/2010/main" val="35059548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789</TotalTime>
  <Words>540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Trebuchet MS</vt:lpstr>
      <vt:lpstr>Wingdings 3</vt:lpstr>
      <vt:lpstr>Facet</vt:lpstr>
      <vt:lpstr>Ratio Applications</vt:lpstr>
      <vt:lpstr>Trivia Question</vt:lpstr>
      <vt:lpstr>Revision on equivalent ratio’s</vt:lpstr>
      <vt:lpstr>Simplify the following ratio’s.</vt:lpstr>
      <vt:lpstr>Ratio Applications EQ: How do I divide a quantity in a given ratio? </vt:lpstr>
      <vt:lpstr>The ice-cream problem</vt:lpstr>
      <vt:lpstr>The Sharing problem</vt:lpstr>
      <vt:lpstr>The lottery problem </vt:lpstr>
      <vt:lpstr>The Feed me problem:</vt:lpstr>
      <vt:lpstr>Discussion Questions:</vt:lpstr>
      <vt:lpstr>A short quick write </vt:lpstr>
      <vt:lpstr>Have yourself a wonderful day and don’t forget….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Applications</dc:title>
  <dc:creator>CRAIG Mason [Baldivis Secondary College]</dc:creator>
  <cp:lastModifiedBy>CRAIG Mason [Baldivis Secondary College]</cp:lastModifiedBy>
  <cp:revision>18</cp:revision>
  <dcterms:created xsi:type="dcterms:W3CDTF">2018-05-03T00:34:39Z</dcterms:created>
  <dcterms:modified xsi:type="dcterms:W3CDTF">2018-05-03T13:44:36Z</dcterms:modified>
</cp:coreProperties>
</file>