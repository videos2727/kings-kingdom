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AB5B-BA0E-44A6-9551-CDDE40BBB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28CFB-0AAC-465D-AA03-7F2B645F22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1FE43-7E4A-49AC-8CFA-8F298320E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D4B11-3977-479A-955B-963D5D43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42F83-1CA4-4877-BBFF-60B7A248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003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A8085-6F48-41F3-8A71-59E8E97A0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A176A-127B-4835-BBB1-27490C91F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ADB2-217B-47EF-AC87-D5762581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EA6BD-DEF0-4336-A96C-9075D297D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45077-A98F-4AA9-825C-01B03A60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02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6E91-1F3F-4694-BC23-402A864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9609C-C5CF-4B32-91F3-5134A4CA4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EE61D-B249-4697-8A13-F84BA4DEB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F2410-47BA-40DE-9B7A-26AA403F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71A06-CF55-4B8E-900E-C6D502A8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819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43D5-D036-4F98-A497-7EBC11265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79B7-D6B4-4C18-8CDC-0D8B6A043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ACEBF3-CDB2-4BCB-890C-A8ABBF262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479BA-77D0-46AB-A532-F9FA7D4F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7DBBB-30D0-4E7D-BAEE-EBD35600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F5644E-3E3F-4761-AA2D-90F264E67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72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50D9-CFC9-4A56-90EC-D73765F8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EF158-E3A5-4DAB-B252-FFE85B2E8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0E9A-AD4B-4B29-A7FC-3DC83FFBE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733D8-3037-4D9F-9D1F-C11DE97F3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C1BAE-ADE6-4DE3-B3EA-14651DE18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E8684-3728-4486-87FA-6AC60E95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3FB0B-0C84-4524-8D94-9EF15AD4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5391FF-E437-430B-A174-7DAD1B984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23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71E5-44AD-4919-852E-5E5C3C53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2569F-0646-426B-A1F7-DAC79CFA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FD30D-5685-4C02-A1A0-6DDB7F457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BCD67-94A5-4D39-9389-EC8D9F9D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770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39D4F-59C9-44D1-AA5D-11B54385C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8A766-746F-4602-BBE7-158D8FECD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EDDC3-CEF2-4704-8036-CAE54779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7687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A7C25-CD2C-486F-874B-FA639C6E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A210C-8EB2-45CE-A0AF-5290259BA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33423-A37C-453B-92B5-61014FE84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68B46-FBC5-4A2D-9596-2F7D4564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95938-9268-4F50-9FC4-258E6A08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34389-35B8-41DC-A625-2F99D4E2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079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D9D3-53EF-4E41-90D3-9CFE8B0E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8C033-48DA-47C7-92F4-9EFDEDABAE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72D5C-C873-41A6-ACE4-98DAC4327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B2106-9B97-4F4A-AEA0-677F29EC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D46D4-4577-49D1-8F72-DAAF2C33E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370A2-9B29-4169-800E-E56870D6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54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DB18-489C-476D-BF5A-B5C0385A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2B930-64CC-4C84-A548-648759787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4C97D-1528-47A7-B35B-2E3B3109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BA3D5-7866-4F8B-932A-9B251CEF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AEF0-BF0C-4879-9F23-9601FA1C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64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E28B04-85A6-4191-A51B-973258281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49AA3-D2DC-4486-9F02-167C54BB8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7FFEC-1B82-41C0-97E1-BD64BFD6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FD452-3E80-401E-963A-9BE7BDBC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BB5EA-AB5D-404F-A5A5-083E3F03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8630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AE5E7-1778-4B2C-A2F0-B0B52A8C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FFAA0-C2C4-4DB8-9823-C1CDD5BDF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ABCF3-9C4D-4F5D-B205-F65DD68F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65930-7DBD-4227-AF7F-A55B6FBD1918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5F508-FF6C-4CF7-8B4B-7514CFA003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F0AB3-E2F2-45FD-AEE8-CFCE79773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0FA4F-DB81-4CE1-9F7D-35D0B1B49B0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687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EDB681-102E-4BE2-9808-54CF2247F1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66" t="33334" r="50714" b="35833"/>
          <a:stretch/>
        </p:blipFill>
        <p:spPr>
          <a:xfrm>
            <a:off x="3114675" y="1971674"/>
            <a:ext cx="6953250" cy="44631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239BCB6-7B2C-4DCB-84E5-D819DB7E1A3C}"/>
              </a:ext>
            </a:extLst>
          </p:cNvPr>
          <p:cNvSpPr/>
          <p:nvPr/>
        </p:nvSpPr>
        <p:spPr>
          <a:xfrm>
            <a:off x="1021616" y="700385"/>
            <a:ext cx="99963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Activity – </a:t>
            </a:r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the 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equivalent ratios</a:t>
            </a:r>
          </a:p>
        </p:txBody>
      </p:sp>
    </p:spTree>
    <p:extLst>
      <p:ext uri="{BB962C8B-B14F-4D97-AF65-F5344CB8AC3E}">
        <p14:creationId xmlns:p14="http://schemas.microsoft.com/office/powerpoint/2010/main" val="31018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32001"/>
            <a:ext cx="12192000" cy="487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540168"/>
            <a:ext cx="12192000" cy="3147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152" y="7167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20822" y="1571639"/>
            <a:ext cx="0" cy="528636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71015" y="32093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Rates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9905856" y="19061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184" y="1039383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best buy?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8DC6B0-1D35-4631-BA15-E7062C1ACB30}"/>
              </a:ext>
            </a:extLst>
          </p:cNvPr>
          <p:cNvSpPr txBox="1"/>
          <p:nvPr/>
        </p:nvSpPr>
        <p:spPr>
          <a:xfrm>
            <a:off x="131871" y="1807912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unit price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9B822FB-B4E9-4CB5-BAA5-C187FDB5F4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04" t="28591" r="21676" b="61787"/>
          <a:stretch/>
        </p:blipFill>
        <p:spPr>
          <a:xfrm>
            <a:off x="2215359" y="1603110"/>
            <a:ext cx="8606881" cy="9502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3065C9-B56F-4A99-A445-7382DD44ED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87" t="28182" r="70069" b="43684"/>
          <a:stretch/>
        </p:blipFill>
        <p:spPr>
          <a:xfrm>
            <a:off x="3454810" y="2648848"/>
            <a:ext cx="506747" cy="9969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/>
              <p:nvPr/>
            </p:nvSpPr>
            <p:spPr>
              <a:xfrm>
                <a:off x="3834804" y="2797274"/>
                <a:ext cx="2377459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AU" dirty="0"/>
                  <a:t>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3.80 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AU" b="0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AU" b="0" dirty="0"/>
                  <a:t>=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 $1.90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203B78-FEC9-473B-B821-02A0B7416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804" y="2797274"/>
                <a:ext cx="2377459" cy="830997"/>
              </a:xfrm>
              <a:prstGeom prst="rect">
                <a:avLst/>
              </a:prstGeom>
              <a:blipFill>
                <a:blip r:embed="rId3"/>
                <a:stretch>
                  <a:fillRect t="-147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C315DB3-4587-4DD3-8279-05429E9F5B24}"/>
              </a:ext>
            </a:extLst>
          </p:cNvPr>
          <p:cNvSpPr txBox="1"/>
          <p:nvPr/>
        </p:nvSpPr>
        <p:spPr>
          <a:xfrm>
            <a:off x="131871" y="4628097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Comparing Unit Price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893A25-C2FB-477C-881C-794DA36AEC4A}"/>
              </a:ext>
            </a:extLst>
          </p:cNvPr>
          <p:cNvSpPr txBox="1"/>
          <p:nvPr/>
        </p:nvSpPr>
        <p:spPr>
          <a:xfrm>
            <a:off x="2471015" y="4715624"/>
            <a:ext cx="852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Comparing Unit Prices can be a good way of finding which is the "best buy"</a:t>
            </a: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21F6E6C-6216-4E15-8AF9-460AE36A140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355" t="37692" r="55387" b="48728"/>
          <a:stretch/>
        </p:blipFill>
        <p:spPr>
          <a:xfrm>
            <a:off x="2499294" y="5225046"/>
            <a:ext cx="3554323" cy="1340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/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7" y="5684363"/>
                <a:ext cx="2128849" cy="400110"/>
              </a:xfrm>
              <a:prstGeom prst="rect">
                <a:avLst/>
              </a:prstGeom>
              <a:blipFill>
                <a:blip r:embed="rId5"/>
                <a:stretch>
                  <a:fillRect r="-8023" b="-75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/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616" y="6172309"/>
                <a:ext cx="2128849" cy="400110"/>
              </a:xfrm>
              <a:prstGeom prst="rect">
                <a:avLst/>
              </a:prstGeom>
              <a:blipFill>
                <a:blip r:embed="rId6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 26">
            <a:extLst>
              <a:ext uri="{FF2B5EF4-FFF2-40B4-BE49-F238E27FC236}">
                <a16:creationId xmlns:a16="http://schemas.microsoft.com/office/drawing/2014/main" id="{97489433-73D2-4A25-9713-81928C6DFDD5}"/>
              </a:ext>
            </a:extLst>
          </p:cNvPr>
          <p:cNvSpPr/>
          <p:nvPr/>
        </p:nvSpPr>
        <p:spPr>
          <a:xfrm>
            <a:off x="2780907" y="6084473"/>
            <a:ext cx="3431356" cy="5888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/>
              <p:nvPr/>
            </p:nvSpPr>
            <p:spPr>
              <a:xfrm>
                <a:off x="8625526" y="5225045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 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DE9AE6-95A5-4ED3-BB8E-98A5A9660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5526" y="5225045"/>
                <a:ext cx="282965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/>
              <p:nvPr/>
            </p:nvSpPr>
            <p:spPr>
              <a:xfrm>
                <a:off x="8660382" y="5274428"/>
                <a:ext cx="2829650" cy="5232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$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𝟕𝟎</m:t>
                      </m:r>
                      <m:r>
                        <a:rPr lang="en-AU" sz="2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÷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AU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8FE4603-82D5-4F66-9D1B-B9A8F9498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382" y="5274428"/>
                <a:ext cx="282965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solidFill>
                  <a:schemeClr val="tx1"/>
                </a:solidFill>
                <a:prstDash val="dash"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6B34F941-C2BC-4E85-87A1-7F3E36BB565C}"/>
              </a:ext>
            </a:extLst>
          </p:cNvPr>
          <p:cNvSpPr/>
          <p:nvPr/>
        </p:nvSpPr>
        <p:spPr>
          <a:xfrm>
            <a:off x="8493654" y="5074373"/>
            <a:ext cx="26743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Best Buy</a:t>
            </a:r>
          </a:p>
        </p:txBody>
      </p:sp>
    </p:spTree>
    <p:extLst>
      <p:ext uri="{BB962C8B-B14F-4D97-AF65-F5344CB8AC3E}">
        <p14:creationId xmlns:p14="http://schemas.microsoft.com/office/powerpoint/2010/main" val="217323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1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/>
      <p:bldP spid="26" grpId="0"/>
      <p:bldP spid="27" grpId="0" animBg="1"/>
      <p:bldP spid="28" grpId="0" animBg="1"/>
      <p:bldP spid="28" grpId="1" animBg="1"/>
      <p:bldP spid="29" grpId="0" animBg="1"/>
      <p:bldP spid="29" grpId="1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90FD5-9F7B-4EDA-B6AB-2C182B56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- TOGETHER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/>
              <p:nvPr/>
            </p:nvSpPr>
            <p:spPr>
              <a:xfrm>
                <a:off x="971549" y="2981325"/>
                <a:ext cx="3876675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𝑝𝑒𝑛𝑐𝑖𝑙𝑠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$4.00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6 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𝑝𝑒𝑛𝑐𝑖𝑙𝑠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 $2.70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C8F176E-A67B-43D8-8D2B-51FB0BA38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549" y="2981325"/>
                <a:ext cx="3876675" cy="12926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0296C14-9BE6-40EF-9134-7D8AFB18482E}"/>
              </a:ext>
            </a:extLst>
          </p:cNvPr>
          <p:cNvSpPr/>
          <p:nvPr/>
        </p:nvSpPr>
        <p:spPr>
          <a:xfrm>
            <a:off x="7285365" y="979586"/>
            <a:ext cx="447801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Best Buy ?</a:t>
            </a:r>
          </a:p>
        </p:txBody>
      </p:sp>
    </p:spTree>
    <p:extLst>
      <p:ext uri="{BB962C8B-B14F-4D97-AF65-F5344CB8AC3E}">
        <p14:creationId xmlns:p14="http://schemas.microsoft.com/office/powerpoint/2010/main" val="4000956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2B60-24C7-42F9-87E6-13F8CBFE6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Your turn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533B7-C91B-4723-A85B-61E1147AD9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407" t="62286" r="35607" b="25416"/>
          <a:stretch/>
        </p:blipFill>
        <p:spPr>
          <a:xfrm>
            <a:off x="1047749" y="2195513"/>
            <a:ext cx="10353675" cy="25591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4EA90D-C5EA-453D-A294-7F82745B3D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782" t="24105" r="36435" b="73018"/>
          <a:stretch/>
        </p:blipFill>
        <p:spPr>
          <a:xfrm>
            <a:off x="1095375" y="5114925"/>
            <a:ext cx="10306050" cy="6003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E4DA34-CAA2-485F-844E-CCED3B1A1D04}"/>
              </a:ext>
            </a:extLst>
          </p:cNvPr>
          <p:cNvSpPr/>
          <p:nvPr/>
        </p:nvSpPr>
        <p:spPr>
          <a:xfrm>
            <a:off x="1047750" y="5114925"/>
            <a:ext cx="5314950" cy="3001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87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105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PRACTICE - TOGETHER</vt:lpstr>
      <vt:lpstr>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D'SOUZA Jillian [Baldivis Secondary College]</dc:creator>
  <cp:lastModifiedBy>Jillian D'SOUZA</cp:lastModifiedBy>
  <cp:revision>12</cp:revision>
  <dcterms:created xsi:type="dcterms:W3CDTF">2018-05-06T03:02:23Z</dcterms:created>
  <dcterms:modified xsi:type="dcterms:W3CDTF">2018-05-06T07:14:00Z</dcterms:modified>
</cp:coreProperties>
</file>