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7" r:id="rId2"/>
    <p:sldId id="334" r:id="rId3"/>
    <p:sldId id="329" r:id="rId4"/>
    <p:sldId id="308" r:id="rId5"/>
    <p:sldId id="335" r:id="rId6"/>
    <p:sldId id="336" r:id="rId7"/>
    <p:sldId id="327" r:id="rId8"/>
    <p:sldId id="332" r:id="rId9"/>
    <p:sldId id="328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9" autoAdjust="0"/>
    <p:restoredTop sz="92895" autoAdjust="0"/>
  </p:normalViewPr>
  <p:slideViewPr>
    <p:cSldViewPr>
      <p:cViewPr varScale="1">
        <p:scale>
          <a:sx n="63" d="100"/>
          <a:sy n="63" d="100"/>
        </p:scale>
        <p:origin x="1576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My Proportion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3068960"/>
            <a:ext cx="34563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</a:t>
            </a:r>
          </a:p>
          <a:p>
            <a:endParaRPr lang="en-US" dirty="0"/>
          </a:p>
          <a:p>
            <a:r>
              <a:rPr lang="en-US" dirty="0"/>
              <a:t>Class:</a:t>
            </a:r>
          </a:p>
          <a:p>
            <a:endParaRPr lang="en-US" dirty="0"/>
          </a:p>
          <a:p>
            <a:r>
              <a:rPr lang="en-US" dirty="0"/>
              <a:t>Teacher:</a:t>
            </a:r>
          </a:p>
          <a:p>
            <a:endParaRPr lang="en-US" dirty="0"/>
          </a:p>
          <a:p>
            <a:r>
              <a:rPr lang="en-US" dirty="0"/>
              <a:t>Term 2 Semester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2776"/>
            <a:ext cx="2095500" cy="1524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3809647"/>
            <a:ext cx="44196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7014" y="32093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different methods for answering rates questions?</a:t>
            </a:r>
          </a:p>
        </p:txBody>
      </p:sp>
    </p:spTree>
    <p:extLst>
      <p:ext uri="{BB962C8B-B14F-4D97-AF65-F5344CB8AC3E}">
        <p14:creationId xmlns:p14="http://schemas.microsoft.com/office/powerpoint/2010/main" val="2173231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388744B1-1017-42CD-AEA2-35C13F1CEA9C}"/>
              </a:ext>
            </a:extLst>
          </p:cNvPr>
          <p:cNvSpPr/>
          <p:nvPr/>
        </p:nvSpPr>
        <p:spPr>
          <a:xfrm>
            <a:off x="1403648" y="908720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84FEE5-2184-4FDE-8874-FBCC09740784}"/>
              </a:ext>
            </a:extLst>
          </p:cNvPr>
          <p:cNvSpPr/>
          <p:nvPr/>
        </p:nvSpPr>
        <p:spPr>
          <a:xfrm>
            <a:off x="1403648" y="2492896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2BA16DA-CB7D-4FB8-9321-728D40903E65}"/>
              </a:ext>
            </a:extLst>
          </p:cNvPr>
          <p:cNvSpPr/>
          <p:nvPr/>
        </p:nvSpPr>
        <p:spPr>
          <a:xfrm>
            <a:off x="1403648" y="1916520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D99428-41EA-47DC-9797-329BBE8F900F}"/>
              </a:ext>
            </a:extLst>
          </p:cNvPr>
          <p:cNvSpPr/>
          <p:nvPr/>
        </p:nvSpPr>
        <p:spPr>
          <a:xfrm>
            <a:off x="1403648" y="1412620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B689E0-3E3F-4B53-A9D8-D437496FF86E}"/>
              </a:ext>
            </a:extLst>
          </p:cNvPr>
          <p:cNvSpPr/>
          <p:nvPr/>
        </p:nvSpPr>
        <p:spPr>
          <a:xfrm>
            <a:off x="2483768" y="90872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545F0E-5FFB-455F-919F-65562BA8E796}"/>
              </a:ext>
            </a:extLst>
          </p:cNvPr>
          <p:cNvSpPr/>
          <p:nvPr/>
        </p:nvSpPr>
        <p:spPr>
          <a:xfrm>
            <a:off x="2483768" y="141262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0755D02-DB14-43B1-BD0C-F5B8B85FA640}"/>
              </a:ext>
            </a:extLst>
          </p:cNvPr>
          <p:cNvSpPr/>
          <p:nvPr/>
        </p:nvSpPr>
        <p:spPr>
          <a:xfrm>
            <a:off x="3563888" y="908720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48AE17B-7F60-4508-A332-35B7662605D0}"/>
              </a:ext>
            </a:extLst>
          </p:cNvPr>
          <p:cNvSpPr/>
          <p:nvPr/>
        </p:nvSpPr>
        <p:spPr>
          <a:xfrm>
            <a:off x="3563888" y="2082920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1EEA679-9AC2-4C02-BA7F-6286DCA7CF70}"/>
              </a:ext>
            </a:extLst>
          </p:cNvPr>
          <p:cNvSpPr/>
          <p:nvPr/>
        </p:nvSpPr>
        <p:spPr>
          <a:xfrm>
            <a:off x="3563888" y="1504440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9B0E62-B177-4811-BCC6-752D7209993E}"/>
              </a:ext>
            </a:extLst>
          </p:cNvPr>
          <p:cNvSpPr txBox="1"/>
          <p:nvPr/>
        </p:nvSpPr>
        <p:spPr>
          <a:xfrm>
            <a:off x="3275856" y="2924944"/>
            <a:ext cx="51845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Ratios</a:t>
            </a:r>
          </a:p>
          <a:p>
            <a:endParaRPr lang="en-AU" dirty="0"/>
          </a:p>
          <a:p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Red to blue  ___________________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Blue to yellow ____________________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Yellow to ALL the colours _______________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Red to the rest of the colours ________________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 err="1"/>
              <a:t>Bue</a:t>
            </a:r>
            <a:r>
              <a:rPr lang="en-AU" dirty="0"/>
              <a:t> to red to yellow __________________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1D33E1-9FD1-4C1A-BD16-A1B51A3924A8}"/>
              </a:ext>
            </a:extLst>
          </p:cNvPr>
          <p:cNvSpPr txBox="1"/>
          <p:nvPr/>
        </p:nvSpPr>
        <p:spPr>
          <a:xfrm>
            <a:off x="4788024" y="548680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Ratios practice</a:t>
            </a:r>
          </a:p>
        </p:txBody>
      </p:sp>
    </p:spTree>
    <p:extLst>
      <p:ext uri="{BB962C8B-B14F-4D97-AF65-F5344CB8AC3E}">
        <p14:creationId xmlns:p14="http://schemas.microsoft.com/office/powerpoint/2010/main" val="332406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7014" y="32093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different methods for answering rates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314" y="1961950"/>
            <a:ext cx="2581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are rates?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3784" y="2059684"/>
            <a:ext cx="59766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rate compares </a:t>
            </a:r>
            <a:r>
              <a:rPr lang="en-US" b="1" dirty="0"/>
              <a:t>related</a:t>
            </a:r>
            <a:r>
              <a:rPr lang="en-US" dirty="0"/>
              <a:t> quantities with </a:t>
            </a:r>
            <a:r>
              <a:rPr lang="en-US" b="1" dirty="0"/>
              <a:t>different</a:t>
            </a:r>
            <a:r>
              <a:rPr lang="en-US" dirty="0"/>
              <a:t> units. </a:t>
            </a:r>
          </a:p>
          <a:p>
            <a:endParaRPr lang="en-US" dirty="0"/>
          </a:p>
          <a:p>
            <a:r>
              <a:rPr lang="en-US" dirty="0"/>
              <a:t>Rates are usually written with one quantity compared to a </a:t>
            </a:r>
            <a:r>
              <a:rPr lang="en-US" b="1" dirty="0"/>
              <a:t>single</a:t>
            </a:r>
            <a:r>
              <a:rPr lang="en-US" dirty="0"/>
              <a:t> unit of the other.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For example </a:t>
            </a:r>
          </a:p>
          <a:p>
            <a:r>
              <a:rPr lang="en-US" dirty="0"/>
              <a:t>50km </a:t>
            </a:r>
            <a:r>
              <a:rPr lang="en-US" b="1" dirty="0"/>
              <a:t>per</a:t>
            </a:r>
            <a:r>
              <a:rPr lang="en-US" dirty="0"/>
              <a:t> 1 hour </a:t>
            </a:r>
          </a:p>
          <a:p>
            <a:r>
              <a:rPr lang="en-US" dirty="0"/>
              <a:t>(written like 50km/h)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5711" y="4782006"/>
            <a:ext cx="5976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Can you think of any other common rates? Do a quick write for 1 minute on all the rates you can think of. </a:t>
            </a:r>
          </a:p>
        </p:txBody>
      </p:sp>
    </p:spTree>
    <p:extLst>
      <p:ext uri="{BB962C8B-B14F-4D97-AF65-F5344CB8AC3E}">
        <p14:creationId xmlns:p14="http://schemas.microsoft.com/office/powerpoint/2010/main" val="376811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7014" y="32093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different methods for answering rates 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05" y="2106794"/>
            <a:ext cx="2485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How do use rates?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50735" y="2131802"/>
            <a:ext cx="597666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a rate is for 1 unit (50km per 1 hour), if we have more than 1 of those units we can simply multiply  by how many we have.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example,</a:t>
            </a:r>
          </a:p>
          <a:p>
            <a:r>
              <a:rPr lang="en-US" dirty="0"/>
              <a:t> if we drive at 50km </a:t>
            </a:r>
            <a:r>
              <a:rPr lang="en-US" b="1" dirty="0"/>
              <a:t>per</a:t>
            </a:r>
            <a:r>
              <a:rPr lang="en-US" dirty="0"/>
              <a:t> 1 hour (50km/h) for 3 hours</a:t>
            </a:r>
          </a:p>
          <a:p>
            <a:r>
              <a:rPr lang="en-US" dirty="0"/>
              <a:t>50 x 3 = 150km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71551" y="4587233"/>
            <a:ext cx="57836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Make sure the units are match the rate first!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dirty="0"/>
              <a:t> if we drive at 50km/h for 30 minutes</a:t>
            </a:r>
          </a:p>
        </p:txBody>
      </p:sp>
    </p:spTree>
    <p:extLst>
      <p:ext uri="{BB962C8B-B14F-4D97-AF65-F5344CB8AC3E}">
        <p14:creationId xmlns:p14="http://schemas.microsoft.com/office/powerpoint/2010/main" val="429310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some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5914" y="1268760"/>
            <a:ext cx="7671771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345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some together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11" y="1268760"/>
            <a:ext cx="7807578" cy="2232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8211" y="4005064"/>
            <a:ext cx="7532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the examples above</a:t>
            </a:r>
          </a:p>
          <a:p>
            <a:r>
              <a:rPr lang="en-US" dirty="0"/>
              <a:t>	(a) If an employee works for 5 hours, how much will they earn?</a:t>
            </a:r>
          </a:p>
          <a:p>
            <a:endParaRPr lang="en-US" dirty="0"/>
          </a:p>
          <a:p>
            <a:r>
              <a:rPr lang="en-US" dirty="0"/>
              <a:t>	(b) How many times will a heart beat in 15 seconds?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479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got it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19" y="1196752"/>
            <a:ext cx="7908701" cy="416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354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your turn!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/>
          <a:lstStyle/>
          <a:p>
            <a:r>
              <a:rPr lang="en-US" dirty="0"/>
              <a:t>Turn to page 151 and have a go at Exercise 11.7</a:t>
            </a:r>
            <a:endParaRPr lang="en-AU" dirty="0"/>
          </a:p>
        </p:txBody>
      </p:sp>
      <p:pic>
        <p:nvPicPr>
          <p:cNvPr id="1026" name="Picture 2" descr="Image result for stud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990" y="2780928"/>
            <a:ext cx="4585692" cy="304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546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1863</TotalTime>
  <Words>318</Words>
  <Application>Microsoft Office PowerPoint</Application>
  <PresentationFormat>On-screen Show (4:3)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try some together</vt:lpstr>
      <vt:lpstr>Let’s try some together</vt:lpstr>
      <vt:lpstr>PowerPoint Presentation</vt:lpstr>
      <vt:lpstr>Now your turn!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D'SOUZA Jillian [Baldivis Secondary College]</cp:lastModifiedBy>
  <cp:revision>131</cp:revision>
  <dcterms:created xsi:type="dcterms:W3CDTF">2014-05-14T02:58:57Z</dcterms:created>
  <dcterms:modified xsi:type="dcterms:W3CDTF">2018-05-06T02:23:51Z</dcterms:modified>
</cp:coreProperties>
</file>