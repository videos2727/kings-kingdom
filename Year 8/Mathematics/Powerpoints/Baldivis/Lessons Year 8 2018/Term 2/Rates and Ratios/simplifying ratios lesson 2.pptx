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6" r:id="rId3"/>
    <p:sldId id="257" r:id="rId4"/>
    <p:sldId id="264" r:id="rId5"/>
    <p:sldId id="267" r:id="rId6"/>
    <p:sldId id="262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8 x 7=</a:t>
            </a:r>
          </a:p>
          <a:p>
            <a:r>
              <a:rPr lang="en-AU" dirty="0"/>
              <a:t>A triangle with a base of 5cm and a height of 8cm?</a:t>
            </a:r>
          </a:p>
          <a:p>
            <a:pPr marL="0" indent="0">
              <a:buNone/>
            </a:pPr>
            <a:r>
              <a:rPr lang="en-AU" dirty="0"/>
              <a:t>Area=</a:t>
            </a:r>
          </a:p>
          <a:p>
            <a:pPr marL="0" indent="0">
              <a:buNone/>
            </a:pPr>
            <a:r>
              <a:rPr lang="en-AU" dirty="0"/>
              <a:t>Perimeter=</a:t>
            </a:r>
          </a:p>
          <a:p>
            <a:r>
              <a:rPr lang="en-AU" dirty="0"/>
              <a:t>A Rectangle with a Length of 10 cm and a width of 12cm?</a:t>
            </a:r>
          </a:p>
          <a:p>
            <a:pPr marL="0" indent="0">
              <a:buNone/>
            </a:pPr>
            <a:r>
              <a:rPr lang="en-AU" dirty="0"/>
              <a:t>Area=</a:t>
            </a:r>
          </a:p>
          <a:p>
            <a:pPr marL="0" indent="0">
              <a:buNone/>
            </a:pPr>
            <a:r>
              <a:rPr lang="en-AU" dirty="0"/>
              <a:t>Perimeter=</a:t>
            </a:r>
          </a:p>
          <a:p>
            <a:r>
              <a:rPr lang="en-AU" dirty="0"/>
              <a:t>  f + f + f + f + d + d + g – f =</a:t>
            </a:r>
          </a:p>
          <a:p>
            <a:r>
              <a:rPr lang="en-AU" dirty="0"/>
              <a:t>2 + 9 x 4 – 15 =</a:t>
            </a:r>
          </a:p>
          <a:p>
            <a:r>
              <a:rPr lang="en-AU" dirty="0"/>
              <a:t>(2 x 7) – (3 x 3) + 6 =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2134" y="452862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Last lesson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A1A61-43D7-479D-A307-2E7295BBA80B}"/>
              </a:ext>
            </a:extLst>
          </p:cNvPr>
          <p:cNvSpPr txBox="1"/>
          <p:nvPr/>
        </p:nvSpPr>
        <p:spPr>
          <a:xfrm>
            <a:off x="1331640" y="1628800"/>
            <a:ext cx="65527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Create a list ratios that are</a:t>
            </a:r>
            <a:r>
              <a:rPr lang="en-US" dirty="0"/>
              <a:t> equivalent</a:t>
            </a:r>
            <a:r>
              <a:rPr lang="en-AU" dirty="0"/>
              <a:t> to:</a:t>
            </a:r>
          </a:p>
          <a:p>
            <a:endParaRPr lang="en-AU" dirty="0"/>
          </a:p>
          <a:p>
            <a:r>
              <a:rPr lang="en-AU" dirty="0"/>
              <a:t>9 : 12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                  </a:t>
            </a:r>
            <a:r>
              <a:rPr lang="en-AU" sz="4400" dirty="0"/>
              <a:t>18  :   24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8F29CF-072E-4DDA-B1B4-92977FD16CD8}"/>
              </a:ext>
            </a:extLst>
          </p:cNvPr>
          <p:cNvCxnSpPr/>
          <p:nvPr/>
        </p:nvCxnSpPr>
        <p:spPr>
          <a:xfrm>
            <a:off x="4211960" y="4077072"/>
            <a:ext cx="1224136" cy="109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05163D-9DB3-46C5-8EE7-5608BD158BC0}"/>
              </a:ext>
            </a:extLst>
          </p:cNvPr>
          <p:cNvCxnSpPr/>
          <p:nvPr/>
        </p:nvCxnSpPr>
        <p:spPr>
          <a:xfrm flipV="1">
            <a:off x="5292080" y="2336686"/>
            <a:ext cx="1080120" cy="109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CE352E-A17F-4026-B3D0-E4714C4C57D1}"/>
              </a:ext>
            </a:extLst>
          </p:cNvPr>
          <p:cNvCxnSpPr/>
          <p:nvPr/>
        </p:nvCxnSpPr>
        <p:spPr>
          <a:xfrm flipH="1" flipV="1">
            <a:off x="2123728" y="2564904"/>
            <a:ext cx="1656184" cy="86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5CF2E4-71D9-43AA-B17C-F9FA73A6355A}"/>
              </a:ext>
            </a:extLst>
          </p:cNvPr>
          <p:cNvCxnSpPr/>
          <p:nvPr/>
        </p:nvCxnSpPr>
        <p:spPr>
          <a:xfrm flipH="1">
            <a:off x="2123728" y="3944094"/>
            <a:ext cx="1512168" cy="709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0AD262-E53D-4FFB-BDCE-DB749A20689B}"/>
              </a:ext>
            </a:extLst>
          </p:cNvPr>
          <p:cNvCxnSpPr/>
          <p:nvPr/>
        </p:nvCxnSpPr>
        <p:spPr>
          <a:xfrm>
            <a:off x="5796136" y="4077072"/>
            <a:ext cx="1800200" cy="95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FA2E79-0FF3-413C-AB97-19C621352EB0}"/>
              </a:ext>
            </a:extLst>
          </p:cNvPr>
          <p:cNvCxnSpPr/>
          <p:nvPr/>
        </p:nvCxnSpPr>
        <p:spPr>
          <a:xfrm flipH="1" flipV="1">
            <a:off x="4572000" y="2420888"/>
            <a:ext cx="72008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 Simplify ratios and further your understanding of equivalent ratios.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20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– Simplifying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simplify ratios?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94F6A-CE35-4F9D-AB63-8CC1490A02FF}"/>
                  </a:ext>
                </a:extLst>
              </p:cNvPr>
              <p:cNvSpPr txBox="1"/>
              <p:nvPr/>
            </p:nvSpPr>
            <p:spPr>
              <a:xfrm>
                <a:off x="3275856" y="2132856"/>
                <a:ext cx="511256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Firstly simplify means to make something less complex or complicated. In other words to make the numbers smaller.</a:t>
                </a:r>
              </a:p>
              <a:p>
                <a:endParaRPr lang="en-AU" dirty="0"/>
              </a:p>
              <a:p>
                <a:r>
                  <a:rPr lang="en-AU" dirty="0"/>
                  <a:t>The trick with simplifying ratios is to always multiply or divide the numbers by the </a:t>
                </a:r>
                <a:r>
                  <a:rPr lang="en-AU" b="1" dirty="0"/>
                  <a:t>same</a:t>
                </a:r>
                <a:r>
                  <a:rPr lang="en-AU" dirty="0"/>
                  <a:t> </a:t>
                </a:r>
                <a:r>
                  <a:rPr lang="en-AU" b="1" dirty="0"/>
                  <a:t>number</a:t>
                </a:r>
                <a:r>
                  <a:rPr lang="en-AU" dirty="0"/>
                  <a:t>.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sz="2800" dirty="0"/>
                  <a:t>21 : 42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7                             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7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sz="2800" dirty="0"/>
                  <a:t> 3 : 6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pPr algn="ctr"/>
                <a:r>
                  <a:rPr lang="en-AU" sz="2800" dirty="0"/>
                  <a:t>1 : 2 </a:t>
                </a:r>
              </a:p>
              <a:p>
                <a:pPr algn="ctr"/>
                <a:r>
                  <a:rPr lang="en-AU" dirty="0"/>
                  <a:t>We have simplified as much as we can.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94F6A-CE35-4F9D-AB63-8CC1490A0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132856"/>
                <a:ext cx="5112562" cy="5262979"/>
              </a:xfrm>
              <a:prstGeom prst="rect">
                <a:avLst/>
              </a:prstGeom>
              <a:blipFill>
                <a:blip r:embed="rId3"/>
                <a:stretch>
                  <a:fillRect l="-954" t="-695" r="-5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7209933-98D3-4449-98FC-CCFF9A074932}"/>
              </a:ext>
            </a:extLst>
          </p:cNvPr>
          <p:cNvSpPr txBox="1"/>
          <p:nvPr/>
        </p:nvSpPr>
        <p:spPr>
          <a:xfrm>
            <a:off x="251520" y="2276872"/>
            <a:ext cx="252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simplifying ratios look like?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7257DF-770A-4F4F-83C9-653AB2C57975}"/>
                  </a:ext>
                </a:extLst>
              </p:cNvPr>
              <p:cNvSpPr/>
              <p:nvPr/>
            </p:nvSpPr>
            <p:spPr>
              <a:xfrm>
                <a:off x="3671483" y="5425232"/>
                <a:ext cx="3199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3                    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7257DF-770A-4F4F-83C9-653AB2C579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3" y="5425232"/>
                <a:ext cx="31999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9C64A-AD9A-42F4-8CC8-379D17215A52}"/>
              </a:ext>
            </a:extLst>
          </p:cNvPr>
          <p:cNvSpPr txBox="1"/>
          <p:nvPr/>
        </p:nvSpPr>
        <p:spPr>
          <a:xfrm>
            <a:off x="1187624" y="1052736"/>
            <a:ext cx="6624736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Simplify the following ratios? You may need to simplify several times. </a:t>
            </a:r>
          </a:p>
          <a:p>
            <a:endParaRPr lang="en-AU" dirty="0"/>
          </a:p>
          <a:p>
            <a:r>
              <a:rPr lang="en-AU" dirty="0"/>
              <a:t>48 : 12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63 : 27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16m : 40m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600k : 1800k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7.2 : 3.6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668F26-45BB-4597-AED6-FFC5752DB922}"/>
              </a:ext>
            </a:extLst>
          </p:cNvPr>
          <p:cNvCxnSpPr/>
          <p:nvPr/>
        </p:nvCxnSpPr>
        <p:spPr>
          <a:xfrm>
            <a:off x="2123728" y="1822177"/>
            <a:ext cx="1296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501310-23AB-4664-AC1E-E6C3E9051AAA}"/>
              </a:ext>
            </a:extLst>
          </p:cNvPr>
          <p:cNvCxnSpPr/>
          <p:nvPr/>
        </p:nvCxnSpPr>
        <p:spPr>
          <a:xfrm>
            <a:off x="2123728" y="2636912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38797E-8A47-493C-B8AD-2EAA9DCED2A2}"/>
              </a:ext>
            </a:extLst>
          </p:cNvPr>
          <p:cNvCxnSpPr/>
          <p:nvPr/>
        </p:nvCxnSpPr>
        <p:spPr>
          <a:xfrm>
            <a:off x="2483768" y="3429000"/>
            <a:ext cx="1152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5D1561-81A1-48D8-8C1B-2CD3635391A3}"/>
              </a:ext>
            </a:extLst>
          </p:cNvPr>
          <p:cNvCxnSpPr/>
          <p:nvPr/>
        </p:nvCxnSpPr>
        <p:spPr>
          <a:xfrm>
            <a:off x="2627784" y="4293096"/>
            <a:ext cx="1152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66F9A4-89F9-4426-90B6-225A7D1B1AFB}"/>
              </a:ext>
            </a:extLst>
          </p:cNvPr>
          <p:cNvCxnSpPr/>
          <p:nvPr/>
        </p:nvCxnSpPr>
        <p:spPr>
          <a:xfrm>
            <a:off x="2267744" y="5085184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1EA221-3129-4414-87C5-7B06B2566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1376" t="65863" r="33005" b="15045"/>
          <a:stretch/>
        </p:blipFill>
        <p:spPr>
          <a:xfrm>
            <a:off x="12645" y="0"/>
            <a:ext cx="8784976" cy="2067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E19742-CE87-48A7-B43C-9EAF56DDA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26" t="44015" r="21650" b="10251"/>
          <a:stretch/>
        </p:blipFill>
        <p:spPr>
          <a:xfrm>
            <a:off x="-684584" y="2060848"/>
            <a:ext cx="9249238" cy="431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Exit pass – What is the following ratio fully simplified?</a:t>
            </a:r>
          </a:p>
          <a:p>
            <a:pPr marL="0" indent="0">
              <a:buNone/>
            </a:pPr>
            <a:r>
              <a:rPr lang="en-AU" dirty="0"/>
              <a:t>                                  35 : 70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285</Words>
  <Application>Microsoft Office PowerPoint</Application>
  <PresentationFormat>On-screen Show (4:3)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9</cp:revision>
  <dcterms:created xsi:type="dcterms:W3CDTF">2016-10-20T03:14:06Z</dcterms:created>
  <dcterms:modified xsi:type="dcterms:W3CDTF">2018-04-30T23:45:08Z</dcterms:modified>
</cp:coreProperties>
</file>