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0" r:id="rId2"/>
    <p:sldId id="259" r:id="rId3"/>
    <p:sldId id="261" r:id="rId4"/>
    <p:sldId id="262" r:id="rId5"/>
    <p:sldId id="263" r:id="rId6"/>
    <p:sldId id="264" r:id="rId7"/>
    <p:sldId id="265" r:id="rId8"/>
    <p:sldId id="285" r:id="rId9"/>
    <p:sldId id="28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86480" autoAdjust="0"/>
  </p:normalViewPr>
  <p:slideViewPr>
    <p:cSldViewPr snapToGrid="0">
      <p:cViewPr varScale="1">
        <p:scale>
          <a:sx n="92" d="100"/>
          <a:sy n="92" d="100"/>
        </p:scale>
        <p:origin x="5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ilton Stott" userId="e28223afab1f786a" providerId="LiveId" clId="{A201A518-F67E-4E9C-B5A3-07F5C974C3FD}"/>
    <pc:docChg chg="undo custSel addSld delSld modSld sldOrd">
      <pc:chgData name="Hamilton Stott" userId="e28223afab1f786a" providerId="LiveId" clId="{A201A518-F67E-4E9C-B5A3-07F5C974C3FD}" dt="2018-06-17T07:31:19.942" v="311" actId="6549"/>
      <pc:docMkLst>
        <pc:docMk/>
      </pc:docMkLst>
      <pc:sldChg chg="addSp delSp modSp delAnim modAnim">
        <pc:chgData name="Hamilton Stott" userId="e28223afab1f786a" providerId="LiveId" clId="{A201A518-F67E-4E9C-B5A3-07F5C974C3FD}" dt="2018-06-17T07:21:35.850" v="57" actId="1076"/>
        <pc:sldMkLst>
          <pc:docMk/>
          <pc:sldMk cId="4141119570" sldId="259"/>
        </pc:sldMkLst>
        <pc:spChg chg="del">
          <ac:chgData name="Hamilton Stott" userId="e28223afab1f786a" providerId="LiveId" clId="{A201A518-F67E-4E9C-B5A3-07F5C974C3FD}" dt="2018-06-17T07:21:01.295" v="50" actId="478"/>
          <ac:spMkLst>
            <pc:docMk/>
            <pc:sldMk cId="4141119570" sldId="259"/>
            <ac:spMk id="3" creationId="{6ADF4B1A-2A79-46F5-B0AC-5CC764A0EC72}"/>
          </ac:spMkLst>
        </pc:spChg>
        <pc:spChg chg="del">
          <ac:chgData name="Hamilton Stott" userId="e28223afab1f786a" providerId="LiveId" clId="{A201A518-F67E-4E9C-B5A3-07F5C974C3FD}" dt="2018-06-17T07:15:26.245" v="9" actId="478"/>
          <ac:spMkLst>
            <pc:docMk/>
            <pc:sldMk cId="4141119570" sldId="259"/>
            <ac:spMk id="6" creationId="{44E19A18-5307-4189-B7B8-487D054754DF}"/>
          </ac:spMkLst>
        </pc:spChg>
        <pc:spChg chg="mod">
          <ac:chgData name="Hamilton Stott" userId="e28223afab1f786a" providerId="LiveId" clId="{A201A518-F67E-4E9C-B5A3-07F5C974C3FD}" dt="2018-06-17T07:15:19.534" v="7" actId="20577"/>
          <ac:spMkLst>
            <pc:docMk/>
            <pc:sldMk cId="4141119570" sldId="259"/>
            <ac:spMk id="17" creationId="{EC05745E-D2A7-4A30-B812-5738EFA91614}"/>
          </ac:spMkLst>
        </pc:spChg>
        <pc:spChg chg="mod">
          <ac:chgData name="Hamilton Stott" userId="e28223afab1f786a" providerId="LiveId" clId="{A201A518-F67E-4E9C-B5A3-07F5C974C3FD}" dt="2018-06-17T07:15:13.757" v="0"/>
          <ac:spMkLst>
            <pc:docMk/>
            <pc:sldMk cId="4141119570" sldId="259"/>
            <ac:spMk id="18" creationId="{9C85288A-4CE0-4CC8-A16B-D6C8F38EAA17}"/>
          </ac:spMkLst>
        </pc:spChg>
        <pc:spChg chg="add mod">
          <ac:chgData name="Hamilton Stott" userId="e28223afab1f786a" providerId="LiveId" clId="{A201A518-F67E-4E9C-B5A3-07F5C974C3FD}" dt="2018-06-17T07:21:08.819" v="53" actId="1076"/>
          <ac:spMkLst>
            <pc:docMk/>
            <pc:sldMk cId="4141119570" sldId="259"/>
            <ac:spMk id="19" creationId="{B974E74C-503C-4B31-BD03-38B134CA6C2C}"/>
          </ac:spMkLst>
        </pc:spChg>
        <pc:spChg chg="add mod">
          <ac:chgData name="Hamilton Stott" userId="e28223afab1f786a" providerId="LiveId" clId="{A201A518-F67E-4E9C-B5A3-07F5C974C3FD}" dt="2018-06-17T07:21:28.419" v="56" actId="403"/>
          <ac:spMkLst>
            <pc:docMk/>
            <pc:sldMk cId="4141119570" sldId="259"/>
            <ac:spMk id="20" creationId="{E458749C-E284-470F-82FA-5FD10EBF0002}"/>
          </ac:spMkLst>
        </pc:spChg>
        <pc:spChg chg="add mod">
          <ac:chgData name="Hamilton Stott" userId="e28223afab1f786a" providerId="LiveId" clId="{A201A518-F67E-4E9C-B5A3-07F5C974C3FD}" dt="2018-06-17T07:21:28.419" v="56" actId="403"/>
          <ac:spMkLst>
            <pc:docMk/>
            <pc:sldMk cId="4141119570" sldId="259"/>
            <ac:spMk id="21" creationId="{ADB90CE0-C99D-4A40-94DB-6A36FDD9B56F}"/>
          </ac:spMkLst>
        </pc:spChg>
        <pc:spChg chg="add mod">
          <ac:chgData name="Hamilton Stott" userId="e28223afab1f786a" providerId="LiveId" clId="{A201A518-F67E-4E9C-B5A3-07F5C974C3FD}" dt="2018-06-17T07:21:28.419" v="56" actId="403"/>
          <ac:spMkLst>
            <pc:docMk/>
            <pc:sldMk cId="4141119570" sldId="259"/>
            <ac:spMk id="22" creationId="{1AA0D7E3-00BE-4156-97FE-D230F2AD6514}"/>
          </ac:spMkLst>
        </pc:spChg>
        <pc:spChg chg="add mod">
          <ac:chgData name="Hamilton Stott" userId="e28223afab1f786a" providerId="LiveId" clId="{A201A518-F67E-4E9C-B5A3-07F5C974C3FD}" dt="2018-06-17T07:21:35.850" v="57" actId="1076"/>
          <ac:spMkLst>
            <pc:docMk/>
            <pc:sldMk cId="4141119570" sldId="259"/>
            <ac:spMk id="23" creationId="{03B963B9-1C1E-43C4-9C0D-8C3DB7FE7D8B}"/>
          </ac:spMkLst>
        </pc:spChg>
        <pc:spChg chg="add mod">
          <ac:chgData name="Hamilton Stott" userId="e28223afab1f786a" providerId="LiveId" clId="{A201A518-F67E-4E9C-B5A3-07F5C974C3FD}" dt="2018-06-17T07:21:35.850" v="57" actId="1076"/>
          <ac:spMkLst>
            <pc:docMk/>
            <pc:sldMk cId="4141119570" sldId="259"/>
            <ac:spMk id="24" creationId="{6FAB757F-3075-4D06-AC8E-C6786C314E95}"/>
          </ac:spMkLst>
        </pc:spChg>
        <pc:spChg chg="add mod">
          <ac:chgData name="Hamilton Stott" userId="e28223afab1f786a" providerId="LiveId" clId="{A201A518-F67E-4E9C-B5A3-07F5C974C3FD}" dt="2018-06-17T07:21:35.850" v="57" actId="1076"/>
          <ac:spMkLst>
            <pc:docMk/>
            <pc:sldMk cId="4141119570" sldId="259"/>
            <ac:spMk id="25" creationId="{8777ED89-C13B-4C14-A71E-81914D5A22B2}"/>
          </ac:spMkLst>
        </pc:spChg>
        <pc:spChg chg="add mod">
          <ac:chgData name="Hamilton Stott" userId="e28223afab1f786a" providerId="LiveId" clId="{A201A518-F67E-4E9C-B5A3-07F5C974C3FD}" dt="2018-06-17T07:21:35.850" v="57" actId="1076"/>
          <ac:spMkLst>
            <pc:docMk/>
            <pc:sldMk cId="4141119570" sldId="259"/>
            <ac:spMk id="26" creationId="{15C25476-0530-4B40-86CF-0A9CB4E5B06E}"/>
          </ac:spMkLst>
        </pc:spChg>
        <pc:spChg chg="add mod">
          <ac:chgData name="Hamilton Stott" userId="e28223afab1f786a" providerId="LiveId" clId="{A201A518-F67E-4E9C-B5A3-07F5C974C3FD}" dt="2018-06-17T07:21:35.850" v="57" actId="1076"/>
          <ac:spMkLst>
            <pc:docMk/>
            <pc:sldMk cId="4141119570" sldId="259"/>
            <ac:spMk id="27" creationId="{0AE88963-5615-45FE-98DD-180A9F1B9222}"/>
          </ac:spMkLst>
        </pc:spChg>
        <pc:spChg chg="add mod">
          <ac:chgData name="Hamilton Stott" userId="e28223afab1f786a" providerId="LiveId" clId="{A201A518-F67E-4E9C-B5A3-07F5C974C3FD}" dt="2018-06-17T07:21:35.850" v="57" actId="1076"/>
          <ac:spMkLst>
            <pc:docMk/>
            <pc:sldMk cId="4141119570" sldId="259"/>
            <ac:spMk id="28" creationId="{A71AA8F5-4525-4222-976E-5F20C29BB27A}"/>
          </ac:spMkLst>
        </pc:spChg>
        <pc:spChg chg="add mod">
          <ac:chgData name="Hamilton Stott" userId="e28223afab1f786a" providerId="LiveId" clId="{A201A518-F67E-4E9C-B5A3-07F5C974C3FD}" dt="2018-06-17T07:21:35.850" v="57" actId="1076"/>
          <ac:spMkLst>
            <pc:docMk/>
            <pc:sldMk cId="4141119570" sldId="259"/>
            <ac:spMk id="29" creationId="{8086BDEE-050C-4042-94E9-60D7B6BF6D55}"/>
          </ac:spMkLst>
        </pc:spChg>
        <pc:spChg chg="add mod">
          <ac:chgData name="Hamilton Stott" userId="e28223afab1f786a" providerId="LiveId" clId="{A201A518-F67E-4E9C-B5A3-07F5C974C3FD}" dt="2018-06-17T07:21:35.850" v="57" actId="1076"/>
          <ac:spMkLst>
            <pc:docMk/>
            <pc:sldMk cId="4141119570" sldId="259"/>
            <ac:spMk id="30" creationId="{1AF40061-2ED0-4552-8EF8-663858F949C4}"/>
          </ac:spMkLst>
        </pc:spChg>
        <pc:spChg chg="add mod">
          <ac:chgData name="Hamilton Stott" userId="e28223afab1f786a" providerId="LiveId" clId="{A201A518-F67E-4E9C-B5A3-07F5C974C3FD}" dt="2018-06-17T07:21:35.850" v="57" actId="1076"/>
          <ac:spMkLst>
            <pc:docMk/>
            <pc:sldMk cId="4141119570" sldId="259"/>
            <ac:spMk id="31" creationId="{9D03AE23-8818-44AC-BD63-637E5862C01B}"/>
          </ac:spMkLst>
        </pc:spChg>
        <pc:graphicFrameChg chg="del">
          <ac:chgData name="Hamilton Stott" userId="e28223afab1f786a" providerId="LiveId" clId="{A201A518-F67E-4E9C-B5A3-07F5C974C3FD}" dt="2018-06-17T07:15:27.814" v="10" actId="478"/>
          <ac:graphicFrameMkLst>
            <pc:docMk/>
            <pc:sldMk cId="4141119570" sldId="259"/>
            <ac:graphicFrameMk id="5" creationId="{9A976ADB-79F6-4126-95D4-351587B59C0D}"/>
          </ac:graphicFrameMkLst>
        </pc:graphicFrameChg>
        <pc:picChg chg="del">
          <ac:chgData name="Hamilton Stott" userId="e28223afab1f786a" providerId="LiveId" clId="{A201A518-F67E-4E9C-B5A3-07F5C974C3FD}" dt="2018-06-17T07:15:22.870" v="8" actId="478"/>
          <ac:picMkLst>
            <pc:docMk/>
            <pc:sldMk cId="4141119570" sldId="259"/>
            <ac:picMk id="4" creationId="{63E65B96-8CC3-41BE-AB50-0EE70503D34E}"/>
          </ac:picMkLst>
        </pc:picChg>
      </pc:sldChg>
      <pc:sldChg chg="addSp delSp modSp add ord">
        <pc:chgData name="Hamilton Stott" userId="e28223afab1f786a" providerId="LiveId" clId="{A201A518-F67E-4E9C-B5A3-07F5C974C3FD}" dt="2018-06-17T07:20:58.047" v="49"/>
        <pc:sldMkLst>
          <pc:docMk/>
          <pc:sldMk cId="3520175812" sldId="260"/>
        </pc:sldMkLst>
        <pc:spChg chg="del">
          <ac:chgData name="Hamilton Stott" userId="e28223afab1f786a" providerId="LiveId" clId="{A201A518-F67E-4E9C-B5A3-07F5C974C3FD}" dt="2018-06-17T07:17:44.175" v="12" actId="478"/>
          <ac:spMkLst>
            <pc:docMk/>
            <pc:sldMk cId="3520175812" sldId="260"/>
            <ac:spMk id="3" creationId="{6ADF4B1A-2A79-46F5-B0AC-5CC764A0EC72}"/>
          </ac:spMkLst>
        </pc:spChg>
        <pc:spChg chg="add mod">
          <ac:chgData name="Hamilton Stott" userId="e28223afab1f786a" providerId="LiveId" clId="{A201A518-F67E-4E9C-B5A3-07F5C974C3FD}" dt="2018-06-17T07:17:50.911" v="14" actId="1076"/>
          <ac:spMkLst>
            <pc:docMk/>
            <pc:sldMk cId="3520175812" sldId="260"/>
            <ac:spMk id="10" creationId="{F17AC823-30D7-401C-B671-C242EBDB8740}"/>
          </ac:spMkLst>
        </pc:spChg>
        <pc:spChg chg="add mod">
          <ac:chgData name="Hamilton Stott" userId="e28223afab1f786a" providerId="LiveId" clId="{A201A518-F67E-4E9C-B5A3-07F5C974C3FD}" dt="2018-06-17T07:20:52.599" v="48" actId="404"/>
          <ac:spMkLst>
            <pc:docMk/>
            <pc:sldMk cId="3520175812" sldId="260"/>
            <ac:spMk id="11" creationId="{3AD7F58E-E5AB-430B-BDDF-69ADAD11BBB0}"/>
          </ac:spMkLst>
        </pc:spChg>
      </pc:sldChg>
      <pc:sldChg chg="addSp delSp modSp add delAnim">
        <pc:chgData name="Hamilton Stott" userId="e28223afab1f786a" providerId="LiveId" clId="{A201A518-F67E-4E9C-B5A3-07F5C974C3FD}" dt="2018-06-17T07:23:07.910" v="78" actId="14100"/>
        <pc:sldMkLst>
          <pc:docMk/>
          <pc:sldMk cId="760286199" sldId="261"/>
        </pc:sldMkLst>
        <pc:spChg chg="del">
          <ac:chgData name="Hamilton Stott" userId="e28223afab1f786a" providerId="LiveId" clId="{A201A518-F67E-4E9C-B5A3-07F5C974C3FD}" dt="2018-06-17T07:21:58.301" v="60" actId="478"/>
          <ac:spMkLst>
            <pc:docMk/>
            <pc:sldMk cId="760286199" sldId="261"/>
            <ac:spMk id="19" creationId="{B974E74C-503C-4B31-BD03-38B134CA6C2C}"/>
          </ac:spMkLst>
        </pc:spChg>
        <pc:spChg chg="del">
          <ac:chgData name="Hamilton Stott" userId="e28223afab1f786a" providerId="LiveId" clId="{A201A518-F67E-4E9C-B5A3-07F5C974C3FD}" dt="2018-06-17T07:21:56.791" v="59" actId="478"/>
          <ac:spMkLst>
            <pc:docMk/>
            <pc:sldMk cId="760286199" sldId="261"/>
            <ac:spMk id="20" creationId="{E458749C-E284-470F-82FA-5FD10EBF0002}"/>
          </ac:spMkLst>
        </pc:spChg>
        <pc:spChg chg="del">
          <ac:chgData name="Hamilton Stott" userId="e28223afab1f786a" providerId="LiveId" clId="{A201A518-F67E-4E9C-B5A3-07F5C974C3FD}" dt="2018-06-17T07:21:56.791" v="59" actId="478"/>
          <ac:spMkLst>
            <pc:docMk/>
            <pc:sldMk cId="760286199" sldId="261"/>
            <ac:spMk id="21" creationId="{ADB90CE0-C99D-4A40-94DB-6A36FDD9B56F}"/>
          </ac:spMkLst>
        </pc:spChg>
        <pc:spChg chg="del">
          <ac:chgData name="Hamilton Stott" userId="e28223afab1f786a" providerId="LiveId" clId="{A201A518-F67E-4E9C-B5A3-07F5C974C3FD}" dt="2018-06-17T07:21:56.791" v="59" actId="478"/>
          <ac:spMkLst>
            <pc:docMk/>
            <pc:sldMk cId="760286199" sldId="261"/>
            <ac:spMk id="22" creationId="{1AA0D7E3-00BE-4156-97FE-D230F2AD6514}"/>
          </ac:spMkLst>
        </pc:spChg>
        <pc:spChg chg="del">
          <ac:chgData name="Hamilton Stott" userId="e28223afab1f786a" providerId="LiveId" clId="{A201A518-F67E-4E9C-B5A3-07F5C974C3FD}" dt="2018-06-17T07:21:56.791" v="59" actId="478"/>
          <ac:spMkLst>
            <pc:docMk/>
            <pc:sldMk cId="760286199" sldId="261"/>
            <ac:spMk id="23" creationId="{03B963B9-1C1E-43C4-9C0D-8C3DB7FE7D8B}"/>
          </ac:spMkLst>
        </pc:spChg>
        <pc:spChg chg="del">
          <ac:chgData name="Hamilton Stott" userId="e28223afab1f786a" providerId="LiveId" clId="{A201A518-F67E-4E9C-B5A3-07F5C974C3FD}" dt="2018-06-17T07:21:56.791" v="59" actId="478"/>
          <ac:spMkLst>
            <pc:docMk/>
            <pc:sldMk cId="760286199" sldId="261"/>
            <ac:spMk id="24" creationId="{6FAB757F-3075-4D06-AC8E-C6786C314E95}"/>
          </ac:spMkLst>
        </pc:spChg>
        <pc:spChg chg="del">
          <ac:chgData name="Hamilton Stott" userId="e28223afab1f786a" providerId="LiveId" clId="{A201A518-F67E-4E9C-B5A3-07F5C974C3FD}" dt="2018-06-17T07:21:56.791" v="59" actId="478"/>
          <ac:spMkLst>
            <pc:docMk/>
            <pc:sldMk cId="760286199" sldId="261"/>
            <ac:spMk id="25" creationId="{8777ED89-C13B-4C14-A71E-81914D5A22B2}"/>
          </ac:spMkLst>
        </pc:spChg>
        <pc:spChg chg="del">
          <ac:chgData name="Hamilton Stott" userId="e28223afab1f786a" providerId="LiveId" clId="{A201A518-F67E-4E9C-B5A3-07F5C974C3FD}" dt="2018-06-17T07:21:56.791" v="59" actId="478"/>
          <ac:spMkLst>
            <pc:docMk/>
            <pc:sldMk cId="760286199" sldId="261"/>
            <ac:spMk id="26" creationId="{15C25476-0530-4B40-86CF-0A9CB4E5B06E}"/>
          </ac:spMkLst>
        </pc:spChg>
        <pc:spChg chg="del">
          <ac:chgData name="Hamilton Stott" userId="e28223afab1f786a" providerId="LiveId" clId="{A201A518-F67E-4E9C-B5A3-07F5C974C3FD}" dt="2018-06-17T07:21:56.791" v="59" actId="478"/>
          <ac:spMkLst>
            <pc:docMk/>
            <pc:sldMk cId="760286199" sldId="261"/>
            <ac:spMk id="27" creationId="{0AE88963-5615-45FE-98DD-180A9F1B9222}"/>
          </ac:spMkLst>
        </pc:spChg>
        <pc:spChg chg="del">
          <ac:chgData name="Hamilton Stott" userId="e28223afab1f786a" providerId="LiveId" clId="{A201A518-F67E-4E9C-B5A3-07F5C974C3FD}" dt="2018-06-17T07:21:56.791" v="59" actId="478"/>
          <ac:spMkLst>
            <pc:docMk/>
            <pc:sldMk cId="760286199" sldId="261"/>
            <ac:spMk id="28" creationId="{A71AA8F5-4525-4222-976E-5F20C29BB27A}"/>
          </ac:spMkLst>
        </pc:spChg>
        <pc:spChg chg="del">
          <ac:chgData name="Hamilton Stott" userId="e28223afab1f786a" providerId="LiveId" clId="{A201A518-F67E-4E9C-B5A3-07F5C974C3FD}" dt="2018-06-17T07:21:56.791" v="59" actId="478"/>
          <ac:spMkLst>
            <pc:docMk/>
            <pc:sldMk cId="760286199" sldId="261"/>
            <ac:spMk id="29" creationId="{8086BDEE-050C-4042-94E9-60D7B6BF6D55}"/>
          </ac:spMkLst>
        </pc:spChg>
        <pc:spChg chg="del">
          <ac:chgData name="Hamilton Stott" userId="e28223afab1f786a" providerId="LiveId" clId="{A201A518-F67E-4E9C-B5A3-07F5C974C3FD}" dt="2018-06-17T07:21:56.791" v="59" actId="478"/>
          <ac:spMkLst>
            <pc:docMk/>
            <pc:sldMk cId="760286199" sldId="261"/>
            <ac:spMk id="30" creationId="{1AF40061-2ED0-4552-8EF8-663858F949C4}"/>
          </ac:spMkLst>
        </pc:spChg>
        <pc:spChg chg="del">
          <ac:chgData name="Hamilton Stott" userId="e28223afab1f786a" providerId="LiveId" clId="{A201A518-F67E-4E9C-B5A3-07F5C974C3FD}" dt="2018-06-17T07:21:56.791" v="59" actId="478"/>
          <ac:spMkLst>
            <pc:docMk/>
            <pc:sldMk cId="760286199" sldId="261"/>
            <ac:spMk id="31" creationId="{9D03AE23-8818-44AC-BD63-637E5862C01B}"/>
          </ac:spMkLst>
        </pc:spChg>
        <pc:spChg chg="add mod">
          <ac:chgData name="Hamilton Stott" userId="e28223afab1f786a" providerId="LiveId" clId="{A201A518-F67E-4E9C-B5A3-07F5C974C3FD}" dt="2018-06-17T07:22:03.694" v="63" actId="1076"/>
          <ac:spMkLst>
            <pc:docMk/>
            <pc:sldMk cId="760286199" sldId="261"/>
            <ac:spMk id="32" creationId="{095D52DA-42F9-4656-AFA9-8013572018A0}"/>
          </ac:spMkLst>
        </pc:spChg>
        <pc:spChg chg="add mod">
          <ac:chgData name="Hamilton Stott" userId="e28223afab1f786a" providerId="LiveId" clId="{A201A518-F67E-4E9C-B5A3-07F5C974C3FD}" dt="2018-06-17T07:22:03.694" v="63" actId="1076"/>
          <ac:spMkLst>
            <pc:docMk/>
            <pc:sldMk cId="760286199" sldId="261"/>
            <ac:spMk id="33" creationId="{F9F5D820-2AD5-431D-8DD9-F8CE07D5DD5F}"/>
          </ac:spMkLst>
        </pc:spChg>
        <pc:spChg chg="add mod">
          <ac:chgData name="Hamilton Stott" userId="e28223afab1f786a" providerId="LiveId" clId="{A201A518-F67E-4E9C-B5A3-07F5C974C3FD}" dt="2018-06-17T07:22:03.694" v="63" actId="1076"/>
          <ac:spMkLst>
            <pc:docMk/>
            <pc:sldMk cId="760286199" sldId="261"/>
            <ac:spMk id="35" creationId="{BE07EEA5-55F0-4053-8E61-0A1E69D73B03}"/>
          </ac:spMkLst>
        </pc:spChg>
        <pc:picChg chg="add mod">
          <ac:chgData name="Hamilton Stott" userId="e28223afab1f786a" providerId="LiveId" clId="{A201A518-F67E-4E9C-B5A3-07F5C974C3FD}" dt="2018-06-17T07:22:03.694" v="63" actId="1076"/>
          <ac:picMkLst>
            <pc:docMk/>
            <pc:sldMk cId="760286199" sldId="261"/>
            <ac:picMk id="34" creationId="{F87BA868-88FB-47E2-8516-E498DA9265EC}"/>
          </ac:picMkLst>
        </pc:picChg>
        <pc:picChg chg="add mod">
          <ac:chgData name="Hamilton Stott" userId="e28223afab1f786a" providerId="LiveId" clId="{A201A518-F67E-4E9C-B5A3-07F5C974C3FD}" dt="2018-06-17T07:22:03.694" v="63" actId="1076"/>
          <ac:picMkLst>
            <pc:docMk/>
            <pc:sldMk cId="760286199" sldId="261"/>
            <ac:picMk id="36" creationId="{5EED5B8D-D101-4F3C-B983-4080901C9239}"/>
          </ac:picMkLst>
        </pc:picChg>
        <pc:picChg chg="add mod">
          <ac:chgData name="Hamilton Stott" userId="e28223afab1f786a" providerId="LiveId" clId="{A201A518-F67E-4E9C-B5A3-07F5C974C3FD}" dt="2018-06-17T07:23:07.910" v="78" actId="14100"/>
          <ac:picMkLst>
            <pc:docMk/>
            <pc:sldMk cId="760286199" sldId="261"/>
            <ac:picMk id="37" creationId="{FB9310A3-793B-43AF-91B9-C66C521D2BDE}"/>
          </ac:picMkLst>
        </pc:picChg>
      </pc:sldChg>
      <pc:sldChg chg="addSp delSp modSp add">
        <pc:chgData name="Hamilton Stott" userId="e28223afab1f786a" providerId="LiveId" clId="{A201A518-F67E-4E9C-B5A3-07F5C974C3FD}" dt="2018-06-17T07:25:46.252" v="111" actId="1076"/>
        <pc:sldMkLst>
          <pc:docMk/>
          <pc:sldMk cId="2428615381" sldId="262"/>
        </pc:sldMkLst>
        <pc:spChg chg="add del">
          <ac:chgData name="Hamilton Stott" userId="e28223afab1f786a" providerId="LiveId" clId="{A201A518-F67E-4E9C-B5A3-07F5C974C3FD}" dt="2018-06-17T07:24:43.759" v="109" actId="478"/>
          <ac:spMkLst>
            <pc:docMk/>
            <pc:sldMk cId="2428615381" sldId="262"/>
            <ac:spMk id="22" creationId="{725B0F35-68CE-499D-852F-006CC005D658}"/>
          </ac:spMkLst>
        </pc:spChg>
        <pc:spChg chg="add mod">
          <ac:chgData name="Hamilton Stott" userId="e28223afab1f786a" providerId="LiveId" clId="{A201A518-F67E-4E9C-B5A3-07F5C974C3FD}" dt="2018-06-17T07:25:46.252" v="111" actId="1076"/>
          <ac:spMkLst>
            <pc:docMk/>
            <pc:sldMk cId="2428615381" sldId="262"/>
            <ac:spMk id="23" creationId="{C4D3B91E-FA06-48EA-9243-726DE923AE8B}"/>
          </ac:spMkLst>
        </pc:spChg>
        <pc:spChg chg="add mod">
          <ac:chgData name="Hamilton Stott" userId="e28223afab1f786a" providerId="LiveId" clId="{A201A518-F67E-4E9C-B5A3-07F5C974C3FD}" dt="2018-06-17T07:25:46.252" v="111" actId="1076"/>
          <ac:spMkLst>
            <pc:docMk/>
            <pc:sldMk cId="2428615381" sldId="262"/>
            <ac:spMk id="27" creationId="{86FA6E58-7629-44E4-9446-026E1C46FDD1}"/>
          </ac:spMkLst>
        </pc:spChg>
        <pc:spChg chg="del mod">
          <ac:chgData name="Hamilton Stott" userId="e28223afab1f786a" providerId="LiveId" clId="{A201A518-F67E-4E9C-B5A3-07F5C974C3FD}" dt="2018-06-17T07:22:30.133" v="74" actId="478"/>
          <ac:spMkLst>
            <pc:docMk/>
            <pc:sldMk cId="2428615381" sldId="262"/>
            <ac:spMk id="32" creationId="{095D52DA-42F9-4656-AFA9-8013572018A0}"/>
          </ac:spMkLst>
        </pc:spChg>
        <pc:spChg chg="add del mod">
          <ac:chgData name="Hamilton Stott" userId="e28223afab1f786a" providerId="LiveId" clId="{A201A518-F67E-4E9C-B5A3-07F5C974C3FD}" dt="2018-06-17T07:24:00.647" v="107" actId="404"/>
          <ac:spMkLst>
            <pc:docMk/>
            <pc:sldMk cId="2428615381" sldId="262"/>
            <ac:spMk id="33" creationId="{F9F5D820-2AD5-431D-8DD9-F8CE07D5DD5F}"/>
          </ac:spMkLst>
        </pc:spChg>
        <pc:spChg chg="add del mod">
          <ac:chgData name="Hamilton Stott" userId="e28223afab1f786a" providerId="LiveId" clId="{A201A518-F67E-4E9C-B5A3-07F5C974C3FD}" dt="2018-06-17T07:23:36.048" v="87" actId="478"/>
          <ac:spMkLst>
            <pc:docMk/>
            <pc:sldMk cId="2428615381" sldId="262"/>
            <ac:spMk id="35" creationId="{BE07EEA5-55F0-4053-8E61-0A1E69D73B03}"/>
          </ac:spMkLst>
        </pc:spChg>
        <pc:picChg chg="add del">
          <ac:chgData name="Hamilton Stott" userId="e28223afab1f786a" providerId="LiveId" clId="{A201A518-F67E-4E9C-B5A3-07F5C974C3FD}" dt="2018-06-17T07:24:43.759" v="109" actId="478"/>
          <ac:picMkLst>
            <pc:docMk/>
            <pc:sldMk cId="2428615381" sldId="262"/>
            <ac:picMk id="19" creationId="{B3C7993B-857A-4CAE-8492-98C0A1C76DC1}"/>
          </ac:picMkLst>
        </pc:picChg>
        <pc:picChg chg="add del">
          <ac:chgData name="Hamilton Stott" userId="e28223afab1f786a" providerId="LiveId" clId="{A201A518-F67E-4E9C-B5A3-07F5C974C3FD}" dt="2018-06-17T07:24:43.759" v="109" actId="478"/>
          <ac:picMkLst>
            <pc:docMk/>
            <pc:sldMk cId="2428615381" sldId="262"/>
            <ac:picMk id="20" creationId="{1755D103-3927-4446-B99D-7F77727901BD}"/>
          </ac:picMkLst>
        </pc:picChg>
        <pc:picChg chg="add del">
          <ac:chgData name="Hamilton Stott" userId="e28223afab1f786a" providerId="LiveId" clId="{A201A518-F67E-4E9C-B5A3-07F5C974C3FD}" dt="2018-06-17T07:24:43.759" v="109" actId="478"/>
          <ac:picMkLst>
            <pc:docMk/>
            <pc:sldMk cId="2428615381" sldId="262"/>
            <ac:picMk id="21" creationId="{EAA6F3B3-381E-4D6A-A114-7C6FAB788E4B}"/>
          </ac:picMkLst>
        </pc:picChg>
        <pc:picChg chg="add mod">
          <ac:chgData name="Hamilton Stott" userId="e28223afab1f786a" providerId="LiveId" clId="{A201A518-F67E-4E9C-B5A3-07F5C974C3FD}" dt="2018-06-17T07:25:46.252" v="111" actId="1076"/>
          <ac:picMkLst>
            <pc:docMk/>
            <pc:sldMk cId="2428615381" sldId="262"/>
            <ac:picMk id="24" creationId="{EFEEF729-EFDE-4CCE-8C5E-0A8A98073C46}"/>
          </ac:picMkLst>
        </pc:picChg>
        <pc:picChg chg="add mod">
          <ac:chgData name="Hamilton Stott" userId="e28223afab1f786a" providerId="LiveId" clId="{A201A518-F67E-4E9C-B5A3-07F5C974C3FD}" dt="2018-06-17T07:25:46.252" v="111" actId="1076"/>
          <ac:picMkLst>
            <pc:docMk/>
            <pc:sldMk cId="2428615381" sldId="262"/>
            <ac:picMk id="25" creationId="{5C7B57BB-7104-4304-B09A-9A65EF4F60E4}"/>
          </ac:picMkLst>
        </pc:picChg>
        <pc:picChg chg="add mod">
          <ac:chgData name="Hamilton Stott" userId="e28223afab1f786a" providerId="LiveId" clId="{A201A518-F67E-4E9C-B5A3-07F5C974C3FD}" dt="2018-06-17T07:25:46.252" v="111" actId="1076"/>
          <ac:picMkLst>
            <pc:docMk/>
            <pc:sldMk cId="2428615381" sldId="262"/>
            <ac:picMk id="26" creationId="{11154F51-2D47-4DB8-A518-2878C313878E}"/>
          </ac:picMkLst>
        </pc:picChg>
        <pc:picChg chg="del mod">
          <ac:chgData name="Hamilton Stott" userId="e28223afab1f786a" providerId="LiveId" clId="{A201A518-F67E-4E9C-B5A3-07F5C974C3FD}" dt="2018-06-17T07:23:31.156" v="84" actId="478"/>
          <ac:picMkLst>
            <pc:docMk/>
            <pc:sldMk cId="2428615381" sldId="262"/>
            <ac:picMk id="34" creationId="{F87BA868-88FB-47E2-8516-E498DA9265EC}"/>
          </ac:picMkLst>
        </pc:picChg>
        <pc:picChg chg="del mod">
          <ac:chgData name="Hamilton Stott" userId="e28223afab1f786a" providerId="LiveId" clId="{A201A518-F67E-4E9C-B5A3-07F5C974C3FD}" dt="2018-06-17T07:23:37.940" v="88" actId="478"/>
          <ac:picMkLst>
            <pc:docMk/>
            <pc:sldMk cId="2428615381" sldId="262"/>
            <ac:picMk id="36" creationId="{5EED5B8D-D101-4F3C-B983-4080901C9239}"/>
          </ac:picMkLst>
        </pc:picChg>
      </pc:sldChg>
      <pc:sldChg chg="add">
        <pc:chgData name="Hamilton Stott" userId="e28223afab1f786a" providerId="LiveId" clId="{A201A518-F67E-4E9C-B5A3-07F5C974C3FD}" dt="2018-06-17T07:25:49.180" v="112"/>
        <pc:sldMkLst>
          <pc:docMk/>
          <pc:sldMk cId="3480911926" sldId="263"/>
        </pc:sldMkLst>
      </pc:sldChg>
      <pc:sldChg chg="addSp delSp modSp add modAnim">
        <pc:chgData name="Hamilton Stott" userId="e28223afab1f786a" providerId="LiveId" clId="{A201A518-F67E-4E9C-B5A3-07F5C974C3FD}" dt="2018-06-17T07:28:09.529" v="199" actId="20577"/>
        <pc:sldMkLst>
          <pc:docMk/>
          <pc:sldMk cId="2361220290" sldId="264"/>
        </pc:sldMkLst>
        <pc:spChg chg="add mod">
          <ac:chgData name="Hamilton Stott" userId="e28223afab1f786a" providerId="LiveId" clId="{A201A518-F67E-4E9C-B5A3-07F5C974C3FD}" dt="2018-06-17T07:28:09.529" v="199" actId="20577"/>
          <ac:spMkLst>
            <pc:docMk/>
            <pc:sldMk cId="2361220290" sldId="264"/>
            <ac:spMk id="19" creationId="{663F7F4C-A0A9-45C6-843A-72E44EF5B4D5}"/>
          </ac:spMkLst>
        </pc:spChg>
        <pc:spChg chg="mod">
          <ac:chgData name="Hamilton Stott" userId="e28223afab1f786a" providerId="LiveId" clId="{A201A518-F67E-4E9C-B5A3-07F5C974C3FD}" dt="2018-06-17T07:27:12.401" v="152" actId="14100"/>
          <ac:spMkLst>
            <pc:docMk/>
            <pc:sldMk cId="2361220290" sldId="264"/>
            <ac:spMk id="23" creationId="{C4D3B91E-FA06-48EA-9243-726DE923AE8B}"/>
          </ac:spMkLst>
        </pc:spChg>
        <pc:spChg chg="del">
          <ac:chgData name="Hamilton Stott" userId="e28223afab1f786a" providerId="LiveId" clId="{A201A518-F67E-4E9C-B5A3-07F5C974C3FD}" dt="2018-06-17T07:26:27.876" v="120" actId="478"/>
          <ac:spMkLst>
            <pc:docMk/>
            <pc:sldMk cId="2361220290" sldId="264"/>
            <ac:spMk id="27" creationId="{86FA6E58-7629-44E4-9446-026E1C46FDD1}"/>
          </ac:spMkLst>
        </pc:spChg>
        <pc:spChg chg="del">
          <ac:chgData name="Hamilton Stott" userId="e28223afab1f786a" providerId="LiveId" clId="{A201A518-F67E-4E9C-B5A3-07F5C974C3FD}" dt="2018-06-17T07:26:19.612" v="114" actId="478"/>
          <ac:spMkLst>
            <pc:docMk/>
            <pc:sldMk cId="2361220290" sldId="264"/>
            <ac:spMk id="33" creationId="{F9F5D820-2AD5-431D-8DD9-F8CE07D5DD5F}"/>
          </ac:spMkLst>
        </pc:spChg>
        <pc:picChg chg="add mod">
          <ac:chgData name="Hamilton Stott" userId="e28223afab1f786a" providerId="LiveId" clId="{A201A518-F67E-4E9C-B5A3-07F5C974C3FD}" dt="2018-06-17T07:27:42.870" v="154" actId="1076"/>
          <ac:picMkLst>
            <pc:docMk/>
            <pc:sldMk cId="2361220290" sldId="264"/>
            <ac:picMk id="2" creationId="{730CE084-0161-4A55-90F9-926E5323B107}"/>
          </ac:picMkLst>
        </pc:picChg>
        <pc:picChg chg="del">
          <ac:chgData name="Hamilton Stott" userId="e28223afab1f786a" providerId="LiveId" clId="{A201A518-F67E-4E9C-B5A3-07F5C974C3FD}" dt="2018-06-17T07:26:30.123" v="122" actId="478"/>
          <ac:picMkLst>
            <pc:docMk/>
            <pc:sldMk cId="2361220290" sldId="264"/>
            <ac:picMk id="24" creationId="{EFEEF729-EFDE-4CCE-8C5E-0A8A98073C46}"/>
          </ac:picMkLst>
        </pc:picChg>
        <pc:picChg chg="del">
          <ac:chgData name="Hamilton Stott" userId="e28223afab1f786a" providerId="LiveId" clId="{A201A518-F67E-4E9C-B5A3-07F5C974C3FD}" dt="2018-06-17T07:26:29.012" v="121" actId="478"/>
          <ac:picMkLst>
            <pc:docMk/>
            <pc:sldMk cId="2361220290" sldId="264"/>
            <ac:picMk id="25" creationId="{5C7B57BB-7104-4304-B09A-9A65EF4F60E4}"/>
          </ac:picMkLst>
        </pc:picChg>
        <pc:picChg chg="del">
          <ac:chgData name="Hamilton Stott" userId="e28223afab1f786a" providerId="LiveId" clId="{A201A518-F67E-4E9C-B5A3-07F5C974C3FD}" dt="2018-06-17T07:26:26.482" v="119" actId="478"/>
          <ac:picMkLst>
            <pc:docMk/>
            <pc:sldMk cId="2361220290" sldId="264"/>
            <ac:picMk id="26" creationId="{11154F51-2D47-4DB8-A518-2878C313878E}"/>
          </ac:picMkLst>
        </pc:picChg>
      </pc:sldChg>
      <pc:sldChg chg="addSp delSp modSp add delAnim modAnim">
        <pc:chgData name="Hamilton Stott" userId="e28223afab1f786a" providerId="LiveId" clId="{A201A518-F67E-4E9C-B5A3-07F5C974C3FD}" dt="2018-06-17T07:29:34.860" v="228" actId="1076"/>
        <pc:sldMkLst>
          <pc:docMk/>
          <pc:sldMk cId="764223083" sldId="265"/>
        </pc:sldMkLst>
        <pc:spChg chg="del">
          <ac:chgData name="Hamilton Stott" userId="e28223afab1f786a" providerId="LiveId" clId="{A201A518-F67E-4E9C-B5A3-07F5C974C3FD}" dt="2018-06-17T07:28:36.913" v="202" actId="478"/>
          <ac:spMkLst>
            <pc:docMk/>
            <pc:sldMk cId="764223083" sldId="265"/>
            <ac:spMk id="19" creationId="{663F7F4C-A0A9-45C6-843A-72E44EF5B4D5}"/>
          </ac:spMkLst>
        </pc:spChg>
        <pc:spChg chg="add mod">
          <ac:chgData name="Hamilton Stott" userId="e28223afab1f786a" providerId="LiveId" clId="{A201A518-F67E-4E9C-B5A3-07F5C974C3FD}" dt="2018-06-17T07:29:34.860" v="228" actId="1076"/>
          <ac:spMkLst>
            <pc:docMk/>
            <pc:sldMk cId="764223083" sldId="265"/>
            <ac:spMk id="20" creationId="{C276DEB0-3C4D-453A-994B-9A961B2D7CB9}"/>
          </ac:spMkLst>
        </pc:spChg>
        <pc:spChg chg="del">
          <ac:chgData name="Hamilton Stott" userId="e28223afab1f786a" providerId="LiveId" clId="{A201A518-F67E-4E9C-B5A3-07F5C974C3FD}" dt="2018-06-17T07:28:35.080" v="201" actId="478"/>
          <ac:spMkLst>
            <pc:docMk/>
            <pc:sldMk cId="764223083" sldId="265"/>
            <ac:spMk id="23" creationId="{C4D3B91E-FA06-48EA-9243-726DE923AE8B}"/>
          </ac:spMkLst>
        </pc:spChg>
        <pc:picChg chg="mod">
          <ac:chgData name="Hamilton Stott" userId="e28223afab1f786a" providerId="LiveId" clId="{A201A518-F67E-4E9C-B5A3-07F5C974C3FD}" dt="2018-06-17T07:28:46.582" v="204" actId="14100"/>
          <ac:picMkLst>
            <pc:docMk/>
            <pc:sldMk cId="764223083" sldId="265"/>
            <ac:picMk id="2" creationId="{730CE084-0161-4A55-90F9-926E5323B107}"/>
          </ac:picMkLst>
        </pc:picChg>
        <pc:picChg chg="add mod">
          <ac:chgData name="Hamilton Stott" userId="e28223afab1f786a" providerId="LiveId" clId="{A201A518-F67E-4E9C-B5A3-07F5C974C3FD}" dt="2018-06-17T07:29:09.246" v="206" actId="1076"/>
          <ac:picMkLst>
            <pc:docMk/>
            <pc:sldMk cId="764223083" sldId="265"/>
            <ac:picMk id="3" creationId="{7AF3C8EE-5500-4465-8531-49DA9AE3F7A3}"/>
          </ac:picMkLst>
        </pc:picChg>
        <pc:picChg chg="add del mod">
          <ac:chgData name="Hamilton Stott" userId="e28223afab1f786a" providerId="LiveId" clId="{A201A518-F67E-4E9C-B5A3-07F5C974C3FD}" dt="2018-06-17T07:29:22.735" v="210" actId="478"/>
          <ac:picMkLst>
            <pc:docMk/>
            <pc:sldMk cId="764223083" sldId="265"/>
            <ac:picMk id="4" creationId="{BE78F510-56F6-4165-A661-8B23FF732530}"/>
          </ac:picMkLst>
        </pc:picChg>
      </pc:sldChg>
      <pc:sldChg chg="add del">
        <pc:chgData name="Hamilton Stott" userId="e28223afab1f786a" providerId="LiveId" clId="{A201A518-F67E-4E9C-B5A3-07F5C974C3FD}" dt="2018-06-17T07:29:58.342" v="230" actId="2696"/>
        <pc:sldMkLst>
          <pc:docMk/>
          <pc:sldMk cId="618604254" sldId="266"/>
        </pc:sldMkLst>
      </pc:sldChg>
      <pc:sldChg chg="addSp delSp modSp add">
        <pc:chgData name="Hamilton Stott" userId="e28223afab1f786a" providerId="LiveId" clId="{A201A518-F67E-4E9C-B5A3-07F5C974C3FD}" dt="2018-06-17T07:31:19.942" v="311" actId="6549"/>
        <pc:sldMkLst>
          <pc:docMk/>
          <pc:sldMk cId="3347605739" sldId="286"/>
        </pc:sldMkLst>
        <pc:spChg chg="del">
          <ac:chgData name="Hamilton Stott" userId="e28223afab1f786a" providerId="LiveId" clId="{A201A518-F67E-4E9C-B5A3-07F5C974C3FD}" dt="2018-06-17T07:30:25.223" v="233" actId="478"/>
          <ac:spMkLst>
            <pc:docMk/>
            <pc:sldMk cId="3347605739" sldId="286"/>
            <ac:spMk id="2" creationId="{F6DC6479-F74D-4427-8794-03C00F0A5EDA}"/>
          </ac:spMkLst>
        </pc:spChg>
        <pc:spChg chg="del">
          <ac:chgData name="Hamilton Stott" userId="e28223afab1f786a" providerId="LiveId" clId="{A201A518-F67E-4E9C-B5A3-07F5C974C3FD}" dt="2018-06-17T07:30:26.815" v="234" actId="478"/>
          <ac:spMkLst>
            <pc:docMk/>
            <pc:sldMk cId="3347605739" sldId="286"/>
            <ac:spMk id="3" creationId="{BB273BCC-29CC-4DAC-9F67-0A73D4637BA4}"/>
          </ac:spMkLst>
        </pc:spChg>
        <pc:spChg chg="add">
          <ac:chgData name="Hamilton Stott" userId="e28223afab1f786a" providerId="LiveId" clId="{A201A518-F67E-4E9C-B5A3-07F5C974C3FD}" dt="2018-06-17T07:30:22.676" v="232"/>
          <ac:spMkLst>
            <pc:docMk/>
            <pc:sldMk cId="3347605739" sldId="286"/>
            <ac:spMk id="4" creationId="{9A96EC89-AE21-41E8-8658-AFF86F30B308}"/>
          </ac:spMkLst>
        </pc:spChg>
        <pc:spChg chg="add">
          <ac:chgData name="Hamilton Stott" userId="e28223afab1f786a" providerId="LiveId" clId="{A201A518-F67E-4E9C-B5A3-07F5C974C3FD}" dt="2018-06-17T07:30:22.676" v="232"/>
          <ac:spMkLst>
            <pc:docMk/>
            <pc:sldMk cId="3347605739" sldId="286"/>
            <ac:spMk id="5" creationId="{923220D3-8328-4768-B199-AFD733E82F37}"/>
          </ac:spMkLst>
        </pc:spChg>
        <pc:spChg chg="mod">
          <ac:chgData name="Hamilton Stott" userId="e28223afab1f786a" providerId="LiveId" clId="{A201A518-F67E-4E9C-B5A3-07F5C974C3FD}" dt="2018-06-17T07:31:19.942" v="311" actId="6549"/>
          <ac:spMkLst>
            <pc:docMk/>
            <pc:sldMk cId="3347605739" sldId="286"/>
            <ac:spMk id="8" creationId="{CBC65DF0-B863-4D8D-BB99-C64AB6FE5047}"/>
          </ac:spMkLst>
        </pc:spChg>
        <pc:grpChg chg="add">
          <ac:chgData name="Hamilton Stott" userId="e28223afab1f786a" providerId="LiveId" clId="{A201A518-F67E-4E9C-B5A3-07F5C974C3FD}" dt="2018-06-17T07:30:22.676" v="232"/>
          <ac:grpSpMkLst>
            <pc:docMk/>
            <pc:sldMk cId="3347605739" sldId="286"/>
            <ac:grpSpMk id="6" creationId="{DB8E74A1-043E-4350-9CD6-53F5D688F205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29061-360E-4682-B0C6-CB42D484B736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BD033-8677-4794-8EA0-E5BD0D5248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1177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1632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4125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3637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43966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5927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81055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3849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097F1-6603-4711-AA97-CFD2B9AE7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341D2-3107-4E16-8220-41A28F6ADF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EB0DB-5B89-4E2B-A91E-AE876ED13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32DC4-B035-4128-B2DD-3F07D46A9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A338F-DBE1-4A34-809A-24EF4029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471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8664-18F4-4A4A-817A-CAA05491A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014EB-0920-43C6-9D56-E854EA6BC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8CAFC-90D4-441D-9114-404EE4179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BE7EF-B7F3-4D6C-854D-FAC2AE1C8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A646C-9477-470C-904E-A2CDC7DA6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3134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B794B-C083-4861-A2BF-36E45414E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C2B83-E9DE-4E12-8E78-75391E0B7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AADFE-7CF2-4C0A-9E25-708BC6AA1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614F3-8B08-469A-89BF-48C53ABAF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7962C-6B28-4BEA-96FE-B276D7161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4803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DEA91-1CDA-41B4-8D75-804352410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D8C36-1CBC-40C8-8517-09A10608B0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C1415E-8BF2-49BC-9AF9-3B7912096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F6C7C2-9939-47D4-B261-2685035BA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BF0F3-EC88-426E-A079-27B1A41D2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032F6-BCB8-45ED-BDE9-37E1F4424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6136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0E4B2-3362-4396-B9C6-6F700A1ED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BC397-0820-4863-8BAE-C3FA4CB6D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0F8C05-65FF-4F37-99A2-FC5E024B2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72C56E-CD78-45CD-B6CF-EA62631A78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93D0B2-FD21-4D28-A6B4-7823EC1185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C00B80-99BF-413D-8E58-6380F4D8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DFC488-33C9-4C93-98D1-D5E7DCEE1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6AEAFE-BDBF-4B84-84AE-7AA239B72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0994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12250-064F-4B50-B4ED-2B64F5B22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6F749-BFBF-4060-A323-9BD8D251C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E8AB30-DC55-4DC9-B15A-25B1A08F4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42F5B6-A2DB-41C4-BCF1-738EFDDD7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847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36CFB6-2F73-4D92-A38F-DE55B1ABD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D915A7-BB02-4561-8D76-51CA7ED4A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B5266-6EEE-458F-83DC-5166126C3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383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2249-0954-483B-AE9E-88B333B03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8BA1B-4BD1-4D82-8CFE-C8146CA5E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643C29-EACA-4206-9BCF-B804F4BD5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1B3185-CD33-4AC4-8CC7-DA8CCC235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8B4B9-0CAE-44C8-A994-8B4E12543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2E863-728F-4C61-9A03-C9CB1DB7A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6733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70617-9863-47D2-8BCC-87E0D05FD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BBEF69-831D-49AB-9921-1F83288B49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A71A57-E81B-42AD-81FF-44AADED53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AE00F-98D1-4FBB-8A53-366B85803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D9060-1780-4EB6-B1EE-C7641F2E5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CEEC8-5887-4F42-9CFE-8344B37BA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6495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147F-98AE-4A63-AEE5-122241187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7D0DCD-8ED7-4D14-9E46-25C10810C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83E16-8756-4438-9029-056661DE5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6C9C8-56C8-4D11-8F47-E05C738E3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AE23B-65EF-44E4-A98F-A6336DAF9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4412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138317-68EB-41BD-A9B2-E09192F95E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C5E2C0-1DD2-47B4-8566-8DA9AA737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D681B-7896-44C9-9C40-6F791203E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25E65-AA75-4C8E-A006-A3637B953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62F32-E31C-494D-A371-FCBCF2BEF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203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A02EFD-13D7-4E58-9222-7551CDA29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EF677-1D9E-41D6-935D-CDB676A66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EA987-ACE0-4CAA-A0FA-2F028C8AF7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04C13-8807-480B-94FE-DF6C63C201C3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A8287-61DF-4352-918D-F033F1807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45A56-FA1D-4167-991D-4EFB1AAC9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666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296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>
                <a:solidFill>
                  <a:prstClr val="black"/>
                </a:solidFill>
              </a:rPr>
              <a:t>Describe how we use the distributive law to expand brackets </a:t>
            </a:r>
            <a:endParaRPr lang="en-AU" sz="2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7AC823-30D7-401C-B671-C242EBDB8740}"/>
              </a:ext>
            </a:extLst>
          </p:cNvPr>
          <p:cNvSpPr/>
          <p:nvPr/>
        </p:nvSpPr>
        <p:spPr>
          <a:xfrm>
            <a:off x="5084456" y="3977752"/>
            <a:ext cx="30803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youtu.be</a:t>
            </a:r>
            <a:r>
              <a:rPr lang="en-US" dirty="0"/>
              <a:t>/n99K96Ektqo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D7F58E-E5AB-430B-BDDF-69ADAD11BBB0}"/>
              </a:ext>
            </a:extLst>
          </p:cNvPr>
          <p:cNvSpPr txBox="1"/>
          <p:nvPr/>
        </p:nvSpPr>
        <p:spPr>
          <a:xfrm>
            <a:off x="2463527" y="1728839"/>
            <a:ext cx="9269910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PBS MATH CLUB Video</a:t>
            </a:r>
          </a:p>
          <a:p>
            <a:r>
              <a:rPr lang="en-US" sz="3200" dirty="0"/>
              <a:t>Distributive Property </a:t>
            </a:r>
            <a:r>
              <a:rPr lang="mr-IN" sz="3200" dirty="0"/>
              <a:t>–</a:t>
            </a:r>
            <a:r>
              <a:rPr lang="en-US" sz="3200" dirty="0"/>
              <a:t> Friendship Bracelets and Oprah</a:t>
            </a:r>
          </a:p>
          <a:p>
            <a:r>
              <a:rPr lang="en-US" dirty="0"/>
              <a:t>(first 1 min 50s)</a:t>
            </a:r>
          </a:p>
          <a:p>
            <a:r>
              <a:rPr lang="en-US" sz="32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520175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296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>
                <a:solidFill>
                  <a:prstClr val="black"/>
                </a:solidFill>
              </a:rPr>
              <a:t>Describe how we use the distributive law to expand brackets </a:t>
            </a:r>
            <a:endParaRPr lang="en-AU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74E74C-503C-4B31-BD03-38B134CA6C2C}"/>
              </a:ext>
            </a:extLst>
          </p:cNvPr>
          <p:cNvSpPr txBox="1"/>
          <p:nvPr/>
        </p:nvSpPr>
        <p:spPr>
          <a:xfrm>
            <a:off x="74645" y="1318619"/>
            <a:ext cx="22053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is the distributive law?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58749C-E284-470F-82FA-5FD10EBF0002}"/>
              </a:ext>
            </a:extLst>
          </p:cNvPr>
          <p:cNvSpPr txBox="1"/>
          <p:nvPr/>
        </p:nvSpPr>
        <p:spPr>
          <a:xfrm>
            <a:off x="2892614" y="1579185"/>
            <a:ext cx="73863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best place to start is with a mathematical expression: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B90CE0-C99D-4A40-94DB-6A36FDD9B56F}"/>
              </a:ext>
            </a:extLst>
          </p:cNvPr>
          <p:cNvSpPr txBox="1"/>
          <p:nvPr/>
        </p:nvSpPr>
        <p:spPr>
          <a:xfrm>
            <a:off x="5444499" y="2351548"/>
            <a:ext cx="1595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latin typeface="Cambria Math" charset="0"/>
                <a:ea typeface="Cambria Math" charset="0"/>
                <a:cs typeface="Cambria Math" charset="0"/>
              </a:rPr>
              <a:t>a</a:t>
            </a:r>
            <a:r>
              <a:rPr lang="en-US" sz="2800" dirty="0">
                <a:latin typeface="Cambria Math" charset="0"/>
                <a:ea typeface="Cambria Math" charset="0"/>
                <a:cs typeface="Cambria Math" charset="0"/>
              </a:rPr>
              <a:t>(</a:t>
            </a:r>
            <a:r>
              <a:rPr lang="en-US" sz="2800" i="1" dirty="0">
                <a:solidFill>
                  <a:srgbClr val="FF0000"/>
                </a:solidFill>
                <a:latin typeface="Cambria Math" charset="0"/>
                <a:ea typeface="Cambria Math" charset="0"/>
                <a:cs typeface="Cambria Math" charset="0"/>
              </a:rPr>
              <a:t>b</a:t>
            </a:r>
            <a:r>
              <a:rPr lang="en-US" sz="2800" dirty="0">
                <a:solidFill>
                  <a:srgbClr val="FF0000"/>
                </a:solidFill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Cambria Math" charset="0"/>
                <a:ea typeface="Cambria Math" charset="0"/>
                <a:cs typeface="Cambria Math" charset="0"/>
              </a:rPr>
              <a:t> +  </a:t>
            </a:r>
            <a:r>
              <a:rPr lang="en-US" sz="2800" i="1" dirty="0">
                <a:solidFill>
                  <a:srgbClr val="00B050"/>
                </a:solidFill>
                <a:latin typeface="Cambria Math" charset="0"/>
                <a:ea typeface="Cambria Math" charset="0"/>
                <a:cs typeface="Cambria Math" charset="0"/>
              </a:rPr>
              <a:t>c</a:t>
            </a:r>
            <a:r>
              <a:rPr lang="en-US" sz="2800" dirty="0">
                <a:latin typeface="Cambria Math" charset="0"/>
                <a:ea typeface="Cambria Math" charset="0"/>
                <a:cs typeface="Cambria Math" charset="0"/>
              </a:rPr>
              <a:t>)</a:t>
            </a:r>
            <a:endParaRPr lang="en-US" sz="2800" i="1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A0D7E3-00BE-4156-97FE-D230F2AD6514}"/>
              </a:ext>
            </a:extLst>
          </p:cNvPr>
          <p:cNvSpPr txBox="1"/>
          <p:nvPr/>
        </p:nvSpPr>
        <p:spPr>
          <a:xfrm>
            <a:off x="3043204" y="3097809"/>
            <a:ext cx="686291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distributive law is the process of distributing the number or variable on the outside of the brackets </a:t>
            </a:r>
            <a:r>
              <a:rPr lang="en-US" sz="2800" dirty="0">
                <a:ea typeface="Cambria Math" charset="0"/>
                <a:cs typeface="Cambria Math" charset="0"/>
              </a:rPr>
              <a:t>to every term inside the brackets. It looks like this:</a:t>
            </a:r>
            <a:endParaRPr lang="en-US" sz="28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B963B9-1C1E-43C4-9C0D-8C3DB7FE7D8B}"/>
              </a:ext>
            </a:extLst>
          </p:cNvPr>
          <p:cNvSpPr/>
          <p:nvPr/>
        </p:nvSpPr>
        <p:spPr>
          <a:xfrm>
            <a:off x="3724402" y="5332311"/>
            <a:ext cx="14382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>
                <a:latin typeface="Cambria Math" charset="0"/>
                <a:ea typeface="Cambria Math" charset="0"/>
                <a:cs typeface="Cambria Math" charset="0"/>
              </a:rPr>
              <a:t>a(</a:t>
            </a:r>
            <a:r>
              <a:rPr lang="en-US" sz="2800" i="1" dirty="0">
                <a:solidFill>
                  <a:srgbClr val="FF0000"/>
                </a:solidFill>
                <a:latin typeface="Cambria Math" charset="0"/>
                <a:ea typeface="Cambria Math" charset="0"/>
                <a:cs typeface="Cambria Math" charset="0"/>
              </a:rPr>
              <a:t>b </a:t>
            </a:r>
            <a:r>
              <a:rPr lang="en-US" sz="2800" dirty="0">
                <a:latin typeface="Cambria Math" charset="0"/>
                <a:ea typeface="Cambria Math" charset="0"/>
                <a:cs typeface="Cambria Math" charset="0"/>
              </a:rPr>
              <a:t>+</a:t>
            </a:r>
            <a:r>
              <a:rPr lang="en-US" sz="2800" i="1" dirty="0">
                <a:solidFill>
                  <a:srgbClr val="00B050"/>
                </a:solidFill>
                <a:latin typeface="Cambria Math" charset="0"/>
                <a:ea typeface="Cambria Math" charset="0"/>
                <a:cs typeface="Cambria Math" charset="0"/>
              </a:rPr>
              <a:t>c</a:t>
            </a:r>
            <a:r>
              <a:rPr lang="en-US" sz="2800" i="1" dirty="0">
                <a:latin typeface="Cambria Math" charset="0"/>
                <a:ea typeface="Cambria Math" charset="0"/>
                <a:cs typeface="Cambria Math" charset="0"/>
              </a:rPr>
              <a:t>) </a:t>
            </a:r>
            <a:endParaRPr lang="en-US" sz="28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AB757F-3075-4D06-AC8E-C6786C314E95}"/>
              </a:ext>
            </a:extLst>
          </p:cNvPr>
          <p:cNvSpPr/>
          <p:nvPr/>
        </p:nvSpPr>
        <p:spPr>
          <a:xfrm>
            <a:off x="7187247" y="5278816"/>
            <a:ext cx="4523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Cambria Math" charset="0"/>
                <a:ea typeface="Cambria Math" charset="0"/>
                <a:cs typeface="Cambria Math" charset="0"/>
              </a:rPr>
              <a:t>=</a:t>
            </a:r>
            <a:endParaRPr lang="en-US" sz="28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77ED89-C13B-4C14-A71E-81914D5A22B2}"/>
              </a:ext>
            </a:extLst>
          </p:cNvPr>
          <p:cNvSpPr/>
          <p:nvPr/>
        </p:nvSpPr>
        <p:spPr>
          <a:xfrm>
            <a:off x="5367034" y="5316967"/>
            <a:ext cx="9653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>
                <a:latin typeface="Cambria Math" charset="0"/>
                <a:ea typeface="Cambria Math" charset="0"/>
                <a:cs typeface="Cambria Math" charset="0"/>
              </a:rPr>
              <a:t>a </a:t>
            </a:r>
            <a:r>
              <a:rPr lang="en-US" sz="2800" dirty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sz="2800" i="1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sz="2800" i="1" dirty="0">
                <a:solidFill>
                  <a:srgbClr val="FF0000"/>
                </a:solidFill>
                <a:latin typeface="Cambria Math" charset="0"/>
                <a:ea typeface="Cambria Math" charset="0"/>
                <a:cs typeface="Cambria Math" charset="0"/>
              </a:rPr>
              <a:t>b</a:t>
            </a:r>
            <a:r>
              <a:rPr lang="en-US" sz="2800" i="1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endParaRPr lang="en-US" sz="28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25476-0530-4B40-86CF-0A9CB4E5B06E}"/>
              </a:ext>
            </a:extLst>
          </p:cNvPr>
          <p:cNvSpPr/>
          <p:nvPr/>
        </p:nvSpPr>
        <p:spPr>
          <a:xfrm>
            <a:off x="6103797" y="5288760"/>
            <a:ext cx="4523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Cambria Math" charset="0"/>
                <a:ea typeface="Cambria Math" charset="0"/>
                <a:cs typeface="Cambria Math" charset="0"/>
              </a:rPr>
              <a:t>+</a:t>
            </a:r>
            <a:endParaRPr lang="en-US" sz="28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E88963-5615-45FE-98DD-180A9F1B9222}"/>
              </a:ext>
            </a:extLst>
          </p:cNvPr>
          <p:cNvSpPr/>
          <p:nvPr/>
        </p:nvSpPr>
        <p:spPr>
          <a:xfrm>
            <a:off x="6447171" y="5278816"/>
            <a:ext cx="9268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>
                <a:latin typeface="Cambria Math" charset="0"/>
                <a:ea typeface="Cambria Math" charset="0"/>
                <a:cs typeface="Cambria Math" charset="0"/>
              </a:rPr>
              <a:t>a </a:t>
            </a:r>
            <a:r>
              <a:rPr lang="en-US" sz="2800" dirty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sz="2800" i="1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sz="2800" i="1" dirty="0">
                <a:solidFill>
                  <a:srgbClr val="00B050"/>
                </a:solidFill>
                <a:latin typeface="Cambria Math" charset="0"/>
                <a:ea typeface="Cambria Math" charset="0"/>
                <a:cs typeface="Cambria Math" charset="0"/>
              </a:rPr>
              <a:t>c</a:t>
            </a:r>
            <a:r>
              <a:rPr lang="en-US" sz="2800" i="1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endParaRPr lang="en-US" sz="28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1AA8F5-4525-4222-976E-5F20C29BB27A}"/>
              </a:ext>
            </a:extLst>
          </p:cNvPr>
          <p:cNvSpPr/>
          <p:nvPr/>
        </p:nvSpPr>
        <p:spPr>
          <a:xfrm>
            <a:off x="4953137" y="5324639"/>
            <a:ext cx="4523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Cambria Math" charset="0"/>
                <a:ea typeface="Cambria Math" charset="0"/>
                <a:cs typeface="Cambria Math" charset="0"/>
              </a:rPr>
              <a:t>=</a:t>
            </a:r>
            <a:endParaRPr lang="en-US" sz="2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86BDEE-050C-4042-94E9-60D7B6BF6D55}"/>
              </a:ext>
            </a:extLst>
          </p:cNvPr>
          <p:cNvSpPr/>
          <p:nvPr/>
        </p:nvSpPr>
        <p:spPr>
          <a:xfrm>
            <a:off x="7693456" y="5278815"/>
            <a:ext cx="13147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>
                <a:latin typeface="Cambria Math" charset="0"/>
                <a:ea typeface="Cambria Math" charset="0"/>
                <a:cs typeface="Cambria Math" charset="0"/>
              </a:rPr>
              <a:t>a</a:t>
            </a:r>
            <a:r>
              <a:rPr lang="en-US" sz="2800" i="1" dirty="0">
                <a:solidFill>
                  <a:srgbClr val="FF0000"/>
                </a:solidFill>
                <a:latin typeface="Cambria Math" charset="0"/>
                <a:ea typeface="Cambria Math" charset="0"/>
                <a:cs typeface="Cambria Math" charset="0"/>
              </a:rPr>
              <a:t>b</a:t>
            </a:r>
            <a:r>
              <a:rPr lang="en-US" sz="2800" i="1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sz="2800" dirty="0">
                <a:latin typeface="Cambria Math" charset="0"/>
                <a:ea typeface="Cambria Math" charset="0"/>
                <a:cs typeface="Cambria Math" charset="0"/>
              </a:rPr>
              <a:t>+</a:t>
            </a:r>
            <a:r>
              <a:rPr lang="en-US" sz="2800" i="1" dirty="0">
                <a:latin typeface="Cambria Math" charset="0"/>
                <a:ea typeface="Cambria Math" charset="0"/>
                <a:cs typeface="Cambria Math" charset="0"/>
              </a:rPr>
              <a:t> a</a:t>
            </a:r>
            <a:r>
              <a:rPr lang="en-US" sz="2800" i="1" dirty="0">
                <a:solidFill>
                  <a:srgbClr val="00B050"/>
                </a:solidFill>
                <a:latin typeface="Cambria Math" charset="0"/>
                <a:ea typeface="Cambria Math" charset="0"/>
                <a:cs typeface="Cambria Math" charset="0"/>
              </a:rPr>
              <a:t>c</a:t>
            </a:r>
          </a:p>
        </p:txBody>
      </p:sp>
      <p:sp>
        <p:nvSpPr>
          <p:cNvPr id="30" name="Freeform 61">
            <a:extLst>
              <a:ext uri="{FF2B5EF4-FFF2-40B4-BE49-F238E27FC236}">
                <a16:creationId xmlns:a16="http://schemas.microsoft.com/office/drawing/2014/main" id="{1AF40061-2ED0-4552-8EF8-663858F949C4}"/>
              </a:ext>
            </a:extLst>
          </p:cNvPr>
          <p:cNvSpPr/>
          <p:nvPr/>
        </p:nvSpPr>
        <p:spPr>
          <a:xfrm>
            <a:off x="3908060" y="5400684"/>
            <a:ext cx="304800" cy="108962"/>
          </a:xfrm>
          <a:custGeom>
            <a:avLst/>
            <a:gdLst>
              <a:gd name="connsiteX0" fmla="*/ 0 w 304800"/>
              <a:gd name="connsiteY0" fmla="*/ 108962 h 108962"/>
              <a:gd name="connsiteX1" fmla="*/ 130629 w 304800"/>
              <a:gd name="connsiteY1" fmla="*/ 105 h 108962"/>
              <a:gd name="connsiteX2" fmla="*/ 304800 w 304800"/>
              <a:gd name="connsiteY2" fmla="*/ 87191 h 108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108962">
                <a:moveTo>
                  <a:pt x="0" y="108962"/>
                </a:moveTo>
                <a:cubicBezTo>
                  <a:pt x="39914" y="56347"/>
                  <a:pt x="79829" y="3733"/>
                  <a:pt x="130629" y="105"/>
                </a:cubicBezTo>
                <a:cubicBezTo>
                  <a:pt x="181429" y="-3523"/>
                  <a:pt x="304800" y="87191"/>
                  <a:pt x="304800" y="8719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/>
          </a:p>
        </p:txBody>
      </p:sp>
      <p:sp>
        <p:nvSpPr>
          <p:cNvPr id="31" name="Freeform 62">
            <a:extLst>
              <a:ext uri="{FF2B5EF4-FFF2-40B4-BE49-F238E27FC236}">
                <a16:creationId xmlns:a16="http://schemas.microsoft.com/office/drawing/2014/main" id="{9D03AE23-8818-44AC-BD63-637E5862C01B}"/>
              </a:ext>
            </a:extLst>
          </p:cNvPr>
          <p:cNvSpPr/>
          <p:nvPr/>
        </p:nvSpPr>
        <p:spPr>
          <a:xfrm>
            <a:off x="3908061" y="5150346"/>
            <a:ext cx="805543" cy="348585"/>
          </a:xfrm>
          <a:custGeom>
            <a:avLst/>
            <a:gdLst>
              <a:gd name="connsiteX0" fmla="*/ 0 w 805543"/>
              <a:gd name="connsiteY0" fmla="*/ 305043 h 348585"/>
              <a:gd name="connsiteX1" fmla="*/ 326572 w 805543"/>
              <a:gd name="connsiteY1" fmla="*/ 243 h 348585"/>
              <a:gd name="connsiteX2" fmla="*/ 805543 w 805543"/>
              <a:gd name="connsiteY2" fmla="*/ 348585 h 34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5543" h="348585">
                <a:moveTo>
                  <a:pt x="0" y="305043"/>
                </a:moveTo>
                <a:cubicBezTo>
                  <a:pt x="96157" y="149014"/>
                  <a:pt x="192315" y="-7014"/>
                  <a:pt x="326572" y="243"/>
                </a:cubicBezTo>
                <a:cubicBezTo>
                  <a:pt x="460829" y="7500"/>
                  <a:pt x="805543" y="348585"/>
                  <a:pt x="805543" y="34858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141119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4.375E-6 1.11111E-6 L -4.375E-6 -0.07222 " pathEditMode="relative" rAng="0" ptsTypes="AA">
                                      <p:cBhvr>
                                        <p:cTn id="15" dur="10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5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500" fill="hold">
                                          <p:stCondLst>
                                            <p:cond delay="15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8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" accel="1000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3" dur="9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64" dur="910" fill="hold">
                                          <p:stCondLst>
                                            <p:cond delay="91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9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12" decel="50000" autoRev="1" fill="hold">
                                          <p:stCondLst>
                                            <p:cond delay="91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72" fill="hold">
                                          <p:stCondLst>
                                            <p:cond delay="172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6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7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20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1" grpId="1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 animBg="1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296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>
                <a:solidFill>
                  <a:prstClr val="black"/>
                </a:solidFill>
              </a:rPr>
              <a:t>Describe how we use the distributive law to expand brackets </a:t>
            </a:r>
            <a:endParaRPr lang="en-AU" sz="2400" dirty="0"/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095D52DA-42F9-4656-AFA9-8013572018A0}"/>
              </a:ext>
            </a:extLst>
          </p:cNvPr>
          <p:cNvSpPr txBox="1">
            <a:spLocks noChangeArrowheads="1"/>
          </p:cNvSpPr>
          <p:nvPr/>
        </p:nvSpPr>
        <p:spPr>
          <a:xfrm>
            <a:off x="2564255" y="1555593"/>
            <a:ext cx="4385188" cy="683893"/>
          </a:xfrm>
          <a:prstGeom prst="rect">
            <a:avLst/>
          </a:prstGeom>
          <a:noFill/>
          <a:ln w="22225">
            <a:solidFill>
              <a:srgbClr val="008000"/>
            </a:solidFill>
            <a:miter lim="800000"/>
            <a:headEnd/>
            <a:tailEnd/>
          </a:ln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x-none" b="1">
                <a:solidFill>
                  <a:srgbClr val="008000"/>
                </a:solidFill>
              </a:rPr>
              <a:t>Distributive Law</a:t>
            </a:r>
            <a:r>
              <a:rPr lang="en-US" altLang="x-none"/>
              <a:t> </a:t>
            </a:r>
            <a:endParaRPr lang="en-AU" altLang="x-none" dirty="0"/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F9F5D820-2AD5-431D-8DD9-F8CE07D5DD5F}"/>
              </a:ext>
            </a:extLst>
          </p:cNvPr>
          <p:cNvSpPr txBox="1">
            <a:spLocks noChangeArrowheads="1"/>
          </p:cNvSpPr>
          <p:nvPr/>
        </p:nvSpPr>
        <p:spPr>
          <a:xfrm>
            <a:off x="2564255" y="2479742"/>
            <a:ext cx="7853516" cy="3079802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endParaRPr lang="en-US" altLang="x-none" dirty="0"/>
          </a:p>
          <a:p>
            <a:pPr>
              <a:buFontTx/>
              <a:buNone/>
            </a:pPr>
            <a:endParaRPr lang="en-US" altLang="x-none" dirty="0"/>
          </a:p>
          <a:p>
            <a:pPr>
              <a:buFontTx/>
              <a:buNone/>
            </a:pPr>
            <a:r>
              <a:rPr lang="en-US" altLang="x-none" sz="4800" dirty="0">
                <a:solidFill>
                  <a:srgbClr val="FF0000"/>
                </a:solidFill>
              </a:rPr>
              <a:t>2</a:t>
            </a:r>
            <a:r>
              <a:rPr lang="en-US" altLang="x-none" sz="4800" dirty="0"/>
              <a:t> (y + 3) = </a:t>
            </a:r>
            <a:r>
              <a:rPr lang="en-US" altLang="x-none" sz="4800" dirty="0">
                <a:solidFill>
                  <a:srgbClr val="FF0000"/>
                </a:solidFill>
              </a:rPr>
              <a:t>2</a:t>
            </a:r>
            <a:r>
              <a:rPr lang="en-US" altLang="x-none" sz="3600" dirty="0"/>
              <a:t>x</a:t>
            </a:r>
            <a:r>
              <a:rPr lang="en-US" altLang="x-none" sz="4800" dirty="0"/>
              <a:t>y + </a:t>
            </a:r>
            <a:r>
              <a:rPr lang="en-US" altLang="x-none" sz="4800" dirty="0">
                <a:solidFill>
                  <a:srgbClr val="FF0000"/>
                </a:solidFill>
              </a:rPr>
              <a:t>2</a:t>
            </a:r>
            <a:r>
              <a:rPr lang="en-US" altLang="x-none" sz="3600" dirty="0"/>
              <a:t>x</a:t>
            </a:r>
            <a:r>
              <a:rPr lang="en-US" altLang="x-none" sz="4800" dirty="0"/>
              <a:t>3 = 2y+6</a:t>
            </a:r>
            <a:br>
              <a:rPr lang="en-US" altLang="x-none" sz="4800" dirty="0"/>
            </a:br>
            <a:br>
              <a:rPr lang="en-US" altLang="x-none" sz="4800" dirty="0"/>
            </a:br>
            <a:r>
              <a:rPr lang="en-US" altLang="x-none" sz="3600" dirty="0">
                <a:solidFill>
                  <a:srgbClr val="000099"/>
                </a:solidFill>
              </a:rPr>
              <a:t>The “2” outside the brackets multiplies onto all letters and numbers that are inside the brackets.</a:t>
            </a:r>
            <a:r>
              <a:rPr lang="en-US" altLang="x-none" sz="3600" dirty="0"/>
              <a:t> </a:t>
            </a:r>
            <a:endParaRPr lang="en-AU" altLang="x-none" sz="4800" dirty="0"/>
          </a:p>
        </p:txBody>
      </p:sp>
      <p:pic>
        <p:nvPicPr>
          <p:cNvPr id="34" name="Picture 4" descr="redCurve1">
            <a:extLst>
              <a:ext uri="{FF2B5EF4-FFF2-40B4-BE49-F238E27FC236}">
                <a16:creationId xmlns:a16="http://schemas.microsoft.com/office/drawing/2014/main" id="{F87BA868-88FB-47E2-8516-E498DA926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255" y="2694440"/>
            <a:ext cx="1008062" cy="7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Oval 6">
            <a:extLst>
              <a:ext uri="{FF2B5EF4-FFF2-40B4-BE49-F238E27FC236}">
                <a16:creationId xmlns:a16="http://schemas.microsoft.com/office/drawing/2014/main" id="{BE07EEA5-55F0-4053-8E61-0A1E69D73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4555" y="2951775"/>
            <a:ext cx="1657350" cy="1008063"/>
          </a:xfrm>
          <a:prstGeom prst="ellips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36" name="Picture 7" descr="greentick">
            <a:extLst>
              <a:ext uri="{FF2B5EF4-FFF2-40B4-BE49-F238E27FC236}">
                <a16:creationId xmlns:a16="http://schemas.microsoft.com/office/drawing/2014/main" id="{5EED5B8D-D101-4F3C-B983-4080901C9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8270" y="2784229"/>
            <a:ext cx="982662" cy="1150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redCurve1">
            <a:extLst>
              <a:ext uri="{FF2B5EF4-FFF2-40B4-BE49-F238E27FC236}">
                <a16:creationId xmlns:a16="http://schemas.microsoft.com/office/drawing/2014/main" id="{FB9310A3-793B-43AF-91B9-C66C521D2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675" y="2523683"/>
            <a:ext cx="1510384" cy="7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0286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296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>
                <a:solidFill>
                  <a:prstClr val="black"/>
                </a:solidFill>
              </a:rPr>
              <a:t>Describe how we use the distributive law to expand brackets </a:t>
            </a:r>
            <a:endParaRPr lang="en-AU" sz="2400" dirty="0"/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F9F5D820-2AD5-431D-8DD9-F8CE07D5DD5F}"/>
              </a:ext>
            </a:extLst>
          </p:cNvPr>
          <p:cNvSpPr txBox="1">
            <a:spLocks noChangeArrowheads="1"/>
          </p:cNvSpPr>
          <p:nvPr/>
        </p:nvSpPr>
        <p:spPr>
          <a:xfrm>
            <a:off x="2382458" y="828019"/>
            <a:ext cx="7853516" cy="307980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endParaRPr lang="en-US" altLang="x-none" sz="1400" dirty="0"/>
          </a:p>
          <a:p>
            <a:pPr>
              <a:buFontTx/>
              <a:buNone/>
            </a:pPr>
            <a:endParaRPr lang="en-US" altLang="x-none" sz="1400" dirty="0"/>
          </a:p>
          <a:p>
            <a:pPr>
              <a:buFontTx/>
              <a:buNone/>
            </a:pPr>
            <a:r>
              <a:rPr lang="en-US" altLang="x-none" sz="2400" dirty="0">
                <a:solidFill>
                  <a:srgbClr val="FF0000"/>
                </a:solidFill>
              </a:rPr>
              <a:t>2</a:t>
            </a:r>
            <a:r>
              <a:rPr lang="en-US" altLang="x-none" sz="2400" dirty="0"/>
              <a:t> (y + 3) = </a:t>
            </a:r>
            <a:r>
              <a:rPr lang="en-US" altLang="x-none" sz="2400" dirty="0">
                <a:solidFill>
                  <a:srgbClr val="FF0000"/>
                </a:solidFill>
              </a:rPr>
              <a:t>2</a:t>
            </a:r>
            <a:r>
              <a:rPr lang="en-US" altLang="x-none" sz="1800" dirty="0"/>
              <a:t>x</a:t>
            </a:r>
            <a:r>
              <a:rPr lang="en-US" altLang="x-none" sz="2400" dirty="0"/>
              <a:t>y + </a:t>
            </a:r>
            <a:r>
              <a:rPr lang="en-US" altLang="x-none" sz="2400" dirty="0">
                <a:solidFill>
                  <a:srgbClr val="FF0000"/>
                </a:solidFill>
              </a:rPr>
              <a:t>2</a:t>
            </a:r>
            <a:r>
              <a:rPr lang="en-US" altLang="x-none" sz="1800" dirty="0"/>
              <a:t>x</a:t>
            </a:r>
            <a:r>
              <a:rPr lang="en-US" altLang="x-none" sz="2400" dirty="0"/>
              <a:t>3 = 2y+6</a:t>
            </a:r>
          </a:p>
          <a:p>
            <a:pPr>
              <a:buFontTx/>
              <a:buNone/>
            </a:pPr>
            <a:r>
              <a:rPr lang="en-US" altLang="x-none" sz="300" dirty="0"/>
              <a:t> </a:t>
            </a:r>
            <a:br>
              <a:rPr lang="en-US" altLang="x-none" sz="2400" dirty="0"/>
            </a:br>
            <a:r>
              <a:rPr lang="en-US" altLang="x-none" sz="1800" dirty="0">
                <a:solidFill>
                  <a:srgbClr val="000099"/>
                </a:solidFill>
              </a:rPr>
              <a:t>The “2” outside the brackets multiplies onto all letters and numbers that are inside the brackets.</a:t>
            </a:r>
            <a:r>
              <a:rPr lang="en-US" altLang="x-none" sz="1800" dirty="0"/>
              <a:t> </a:t>
            </a:r>
            <a:endParaRPr lang="en-AU" altLang="x-none" sz="2400" dirty="0"/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C4D3B91E-FA06-48EA-9243-726DE923AE8B}"/>
              </a:ext>
            </a:extLst>
          </p:cNvPr>
          <p:cNvSpPr txBox="1">
            <a:spLocks noChangeArrowheads="1"/>
          </p:cNvSpPr>
          <p:nvPr/>
        </p:nvSpPr>
        <p:spPr>
          <a:xfrm>
            <a:off x="2482062" y="2677687"/>
            <a:ext cx="7227876" cy="324306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br>
              <a:rPr lang="en-US" altLang="x-none">
                <a:solidFill>
                  <a:srgbClr val="FF0000"/>
                </a:solidFill>
              </a:rPr>
            </a:br>
            <a:br>
              <a:rPr lang="en-US" altLang="x-none">
                <a:solidFill>
                  <a:srgbClr val="FF0000"/>
                </a:solidFill>
              </a:rPr>
            </a:br>
            <a:r>
              <a:rPr lang="en-US" altLang="x-none">
                <a:solidFill>
                  <a:srgbClr val="FF0000"/>
                </a:solidFill>
              </a:rPr>
              <a:t>4</a:t>
            </a:r>
            <a:r>
              <a:rPr lang="en-US" altLang="x-none"/>
              <a:t>(4e - y) = </a:t>
            </a:r>
            <a:r>
              <a:rPr lang="en-US" altLang="x-none">
                <a:solidFill>
                  <a:srgbClr val="FF0000"/>
                </a:solidFill>
              </a:rPr>
              <a:t>4</a:t>
            </a:r>
            <a:r>
              <a:rPr lang="en-US" altLang="x-none" sz="2400">
                <a:solidFill>
                  <a:srgbClr val="FF0000"/>
                </a:solidFill>
              </a:rPr>
              <a:t>x</a:t>
            </a:r>
            <a:r>
              <a:rPr lang="en-US" altLang="x-none"/>
              <a:t>4e – </a:t>
            </a:r>
            <a:r>
              <a:rPr lang="en-US" altLang="x-none">
                <a:solidFill>
                  <a:srgbClr val="FF0000"/>
                </a:solidFill>
              </a:rPr>
              <a:t>4</a:t>
            </a:r>
            <a:r>
              <a:rPr lang="en-US" altLang="x-none" sz="2400">
                <a:solidFill>
                  <a:srgbClr val="FF0000"/>
                </a:solidFill>
              </a:rPr>
              <a:t>x</a:t>
            </a:r>
            <a:r>
              <a:rPr lang="en-US" altLang="x-none"/>
              <a:t>y </a:t>
            </a:r>
            <a:br>
              <a:rPr lang="en-US" altLang="x-none"/>
            </a:br>
            <a:br>
              <a:rPr lang="en-US" altLang="x-none"/>
            </a:br>
            <a:r>
              <a:rPr lang="en-US" altLang="x-none"/>
              <a:t>                   = 16e </a:t>
            </a:r>
            <a:r>
              <a:rPr lang="mr-IN" altLang="x-none"/>
              <a:t>–</a:t>
            </a:r>
            <a:r>
              <a:rPr lang="en-US" altLang="x-none"/>
              <a:t> 4y</a:t>
            </a:r>
            <a:br>
              <a:rPr lang="en-US" altLang="x-none"/>
            </a:br>
            <a:br>
              <a:rPr lang="en-US" altLang="x-none" sz="4400"/>
            </a:br>
            <a:r>
              <a:rPr lang="en-US" altLang="x-none">
                <a:solidFill>
                  <a:srgbClr val="000099"/>
                </a:solidFill>
              </a:rPr>
              <a:t>The “4” outside the brackets is multiplied onto everything that is inside the brackets.</a:t>
            </a:r>
            <a:r>
              <a:rPr lang="en-US" altLang="x-none"/>
              <a:t> </a:t>
            </a:r>
            <a:endParaRPr lang="en-AU" altLang="x-none" sz="4400" dirty="0"/>
          </a:p>
        </p:txBody>
      </p:sp>
      <p:pic>
        <p:nvPicPr>
          <p:cNvPr id="24" name="Picture 4" descr="redCurve1">
            <a:extLst>
              <a:ext uri="{FF2B5EF4-FFF2-40B4-BE49-F238E27FC236}">
                <a16:creationId xmlns:a16="http://schemas.microsoft.com/office/drawing/2014/main" id="{EFEEF729-EFDE-4CCE-8C5E-0A8A98073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4646" y="2949772"/>
            <a:ext cx="712869" cy="65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5" descr="redCurveLONG1">
            <a:extLst>
              <a:ext uri="{FF2B5EF4-FFF2-40B4-BE49-F238E27FC236}">
                <a16:creationId xmlns:a16="http://schemas.microsoft.com/office/drawing/2014/main" id="{5C7B57BB-7104-4304-B09A-9A65EF4F6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6570" y="2844356"/>
            <a:ext cx="1349097" cy="863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7" descr="greentick">
            <a:extLst>
              <a:ext uri="{FF2B5EF4-FFF2-40B4-BE49-F238E27FC236}">
                <a16:creationId xmlns:a16="http://schemas.microsoft.com/office/drawing/2014/main" id="{11154F51-2D47-4DB8-A518-2878C3138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5755" y="3852082"/>
            <a:ext cx="798512" cy="935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Oval 9">
            <a:extLst>
              <a:ext uri="{FF2B5EF4-FFF2-40B4-BE49-F238E27FC236}">
                <a16:creationId xmlns:a16="http://schemas.microsoft.com/office/drawing/2014/main" id="{86FA6E58-7629-44E4-9446-026E1C46F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9575" y="3889802"/>
            <a:ext cx="1396180" cy="719138"/>
          </a:xfrm>
          <a:prstGeom prst="ellips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615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296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>
                <a:solidFill>
                  <a:prstClr val="black"/>
                </a:solidFill>
              </a:rPr>
              <a:t>Describe how we use the distributive law to expand brackets </a:t>
            </a:r>
            <a:endParaRPr lang="en-AU" sz="2400" dirty="0"/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F9F5D820-2AD5-431D-8DD9-F8CE07D5DD5F}"/>
              </a:ext>
            </a:extLst>
          </p:cNvPr>
          <p:cNvSpPr txBox="1">
            <a:spLocks noChangeArrowheads="1"/>
          </p:cNvSpPr>
          <p:nvPr/>
        </p:nvSpPr>
        <p:spPr>
          <a:xfrm>
            <a:off x="2382458" y="828019"/>
            <a:ext cx="7853516" cy="307980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endParaRPr lang="en-US" altLang="x-none" sz="1400" dirty="0"/>
          </a:p>
          <a:p>
            <a:pPr>
              <a:buFontTx/>
              <a:buNone/>
            </a:pPr>
            <a:endParaRPr lang="en-US" altLang="x-none" sz="1400" dirty="0"/>
          </a:p>
          <a:p>
            <a:pPr>
              <a:buFontTx/>
              <a:buNone/>
            </a:pPr>
            <a:r>
              <a:rPr lang="en-US" altLang="x-none" sz="2400" dirty="0">
                <a:solidFill>
                  <a:srgbClr val="FF0000"/>
                </a:solidFill>
              </a:rPr>
              <a:t>2</a:t>
            </a:r>
            <a:r>
              <a:rPr lang="en-US" altLang="x-none" sz="2400" dirty="0"/>
              <a:t> (y + 3) = </a:t>
            </a:r>
            <a:r>
              <a:rPr lang="en-US" altLang="x-none" sz="2400" dirty="0">
                <a:solidFill>
                  <a:srgbClr val="FF0000"/>
                </a:solidFill>
              </a:rPr>
              <a:t>2</a:t>
            </a:r>
            <a:r>
              <a:rPr lang="en-US" altLang="x-none" sz="1800" dirty="0"/>
              <a:t>x</a:t>
            </a:r>
            <a:r>
              <a:rPr lang="en-US" altLang="x-none" sz="2400" dirty="0"/>
              <a:t>y + </a:t>
            </a:r>
            <a:r>
              <a:rPr lang="en-US" altLang="x-none" sz="2400" dirty="0">
                <a:solidFill>
                  <a:srgbClr val="FF0000"/>
                </a:solidFill>
              </a:rPr>
              <a:t>2</a:t>
            </a:r>
            <a:r>
              <a:rPr lang="en-US" altLang="x-none" sz="1800" dirty="0"/>
              <a:t>x</a:t>
            </a:r>
            <a:r>
              <a:rPr lang="en-US" altLang="x-none" sz="2400" dirty="0"/>
              <a:t>3 = 2y+6</a:t>
            </a:r>
          </a:p>
          <a:p>
            <a:pPr>
              <a:buFontTx/>
              <a:buNone/>
            </a:pPr>
            <a:r>
              <a:rPr lang="en-US" altLang="x-none" sz="300" dirty="0"/>
              <a:t> </a:t>
            </a:r>
            <a:br>
              <a:rPr lang="en-US" altLang="x-none" sz="2400" dirty="0"/>
            </a:br>
            <a:r>
              <a:rPr lang="en-US" altLang="x-none" sz="1800" dirty="0">
                <a:solidFill>
                  <a:srgbClr val="000099"/>
                </a:solidFill>
              </a:rPr>
              <a:t>The “2” outside the brackets multiplies onto all letters and numbers that are inside the brackets.</a:t>
            </a:r>
            <a:r>
              <a:rPr lang="en-US" altLang="x-none" sz="1800" dirty="0"/>
              <a:t> </a:t>
            </a:r>
            <a:endParaRPr lang="en-AU" altLang="x-none" sz="2400" dirty="0"/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C4D3B91E-FA06-48EA-9243-726DE923AE8B}"/>
              </a:ext>
            </a:extLst>
          </p:cNvPr>
          <p:cNvSpPr txBox="1">
            <a:spLocks noChangeArrowheads="1"/>
          </p:cNvSpPr>
          <p:nvPr/>
        </p:nvSpPr>
        <p:spPr>
          <a:xfrm>
            <a:off x="2482062" y="2677687"/>
            <a:ext cx="7227876" cy="324306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br>
              <a:rPr lang="en-US" altLang="x-none">
                <a:solidFill>
                  <a:srgbClr val="FF0000"/>
                </a:solidFill>
              </a:rPr>
            </a:br>
            <a:br>
              <a:rPr lang="en-US" altLang="x-none">
                <a:solidFill>
                  <a:srgbClr val="FF0000"/>
                </a:solidFill>
              </a:rPr>
            </a:br>
            <a:r>
              <a:rPr lang="en-US" altLang="x-none">
                <a:solidFill>
                  <a:srgbClr val="FF0000"/>
                </a:solidFill>
              </a:rPr>
              <a:t>4</a:t>
            </a:r>
            <a:r>
              <a:rPr lang="en-US" altLang="x-none"/>
              <a:t>(4e - y) = </a:t>
            </a:r>
            <a:r>
              <a:rPr lang="en-US" altLang="x-none">
                <a:solidFill>
                  <a:srgbClr val="FF0000"/>
                </a:solidFill>
              </a:rPr>
              <a:t>4</a:t>
            </a:r>
            <a:r>
              <a:rPr lang="en-US" altLang="x-none" sz="2400">
                <a:solidFill>
                  <a:srgbClr val="FF0000"/>
                </a:solidFill>
              </a:rPr>
              <a:t>x</a:t>
            </a:r>
            <a:r>
              <a:rPr lang="en-US" altLang="x-none"/>
              <a:t>4e – </a:t>
            </a:r>
            <a:r>
              <a:rPr lang="en-US" altLang="x-none">
                <a:solidFill>
                  <a:srgbClr val="FF0000"/>
                </a:solidFill>
              </a:rPr>
              <a:t>4</a:t>
            </a:r>
            <a:r>
              <a:rPr lang="en-US" altLang="x-none" sz="2400">
                <a:solidFill>
                  <a:srgbClr val="FF0000"/>
                </a:solidFill>
              </a:rPr>
              <a:t>x</a:t>
            </a:r>
            <a:r>
              <a:rPr lang="en-US" altLang="x-none"/>
              <a:t>y </a:t>
            </a:r>
            <a:br>
              <a:rPr lang="en-US" altLang="x-none"/>
            </a:br>
            <a:br>
              <a:rPr lang="en-US" altLang="x-none"/>
            </a:br>
            <a:r>
              <a:rPr lang="en-US" altLang="x-none"/>
              <a:t>                   = 16e </a:t>
            </a:r>
            <a:r>
              <a:rPr lang="mr-IN" altLang="x-none"/>
              <a:t>–</a:t>
            </a:r>
            <a:r>
              <a:rPr lang="en-US" altLang="x-none"/>
              <a:t> 4y</a:t>
            </a:r>
            <a:br>
              <a:rPr lang="en-US" altLang="x-none"/>
            </a:br>
            <a:br>
              <a:rPr lang="en-US" altLang="x-none" sz="4400"/>
            </a:br>
            <a:r>
              <a:rPr lang="en-US" altLang="x-none">
                <a:solidFill>
                  <a:srgbClr val="000099"/>
                </a:solidFill>
              </a:rPr>
              <a:t>The “4” outside the brackets is multiplied onto everything that is inside the brackets.</a:t>
            </a:r>
            <a:r>
              <a:rPr lang="en-US" altLang="x-none"/>
              <a:t> </a:t>
            </a:r>
            <a:endParaRPr lang="en-AU" altLang="x-none" sz="4400" dirty="0"/>
          </a:p>
        </p:txBody>
      </p:sp>
      <p:pic>
        <p:nvPicPr>
          <p:cNvPr id="24" name="Picture 4" descr="redCurve1">
            <a:extLst>
              <a:ext uri="{FF2B5EF4-FFF2-40B4-BE49-F238E27FC236}">
                <a16:creationId xmlns:a16="http://schemas.microsoft.com/office/drawing/2014/main" id="{EFEEF729-EFDE-4CCE-8C5E-0A8A98073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4646" y="2949772"/>
            <a:ext cx="712869" cy="65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5" descr="redCurveLONG1">
            <a:extLst>
              <a:ext uri="{FF2B5EF4-FFF2-40B4-BE49-F238E27FC236}">
                <a16:creationId xmlns:a16="http://schemas.microsoft.com/office/drawing/2014/main" id="{5C7B57BB-7104-4304-B09A-9A65EF4F6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6570" y="2844356"/>
            <a:ext cx="1349097" cy="863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7" descr="greentick">
            <a:extLst>
              <a:ext uri="{FF2B5EF4-FFF2-40B4-BE49-F238E27FC236}">
                <a16:creationId xmlns:a16="http://schemas.microsoft.com/office/drawing/2014/main" id="{11154F51-2D47-4DB8-A518-2878C3138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5755" y="3852082"/>
            <a:ext cx="798512" cy="935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Oval 9">
            <a:extLst>
              <a:ext uri="{FF2B5EF4-FFF2-40B4-BE49-F238E27FC236}">
                <a16:creationId xmlns:a16="http://schemas.microsoft.com/office/drawing/2014/main" id="{86FA6E58-7629-44E4-9446-026E1C46F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9575" y="3889802"/>
            <a:ext cx="1396180" cy="719138"/>
          </a:xfrm>
          <a:prstGeom prst="ellips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911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296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>
                <a:solidFill>
                  <a:prstClr val="black"/>
                </a:solidFill>
              </a:rPr>
              <a:t>Describe how we use the distributive law to expand brackets </a:t>
            </a:r>
            <a:endParaRPr lang="en-AU" sz="2400" dirty="0"/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C4D3B91E-FA06-48EA-9243-726DE923AE8B}"/>
              </a:ext>
            </a:extLst>
          </p:cNvPr>
          <p:cNvSpPr txBox="1">
            <a:spLocks noChangeArrowheads="1"/>
          </p:cNvSpPr>
          <p:nvPr/>
        </p:nvSpPr>
        <p:spPr>
          <a:xfrm>
            <a:off x="2519384" y="1303330"/>
            <a:ext cx="7227876" cy="11177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x-none" dirty="0">
                <a:solidFill>
                  <a:srgbClr val="FF0000"/>
                </a:solidFill>
              </a:rPr>
              <a:t>4</a:t>
            </a:r>
            <a:r>
              <a:rPr lang="en-US" altLang="x-none" dirty="0"/>
              <a:t>(4e - y) = </a:t>
            </a:r>
            <a:r>
              <a:rPr lang="en-US" altLang="x-none" dirty="0">
                <a:solidFill>
                  <a:srgbClr val="FF0000"/>
                </a:solidFill>
              </a:rPr>
              <a:t>4 </a:t>
            </a:r>
            <a:r>
              <a:rPr lang="en-US" altLang="x-none" sz="2400" dirty="0">
                <a:solidFill>
                  <a:srgbClr val="FF0000"/>
                </a:solidFill>
              </a:rPr>
              <a:t>x </a:t>
            </a:r>
            <a:r>
              <a:rPr lang="en-US" altLang="x-none" dirty="0"/>
              <a:t>4e – </a:t>
            </a:r>
            <a:r>
              <a:rPr lang="en-US" altLang="x-none" dirty="0">
                <a:solidFill>
                  <a:srgbClr val="FF0000"/>
                </a:solidFill>
              </a:rPr>
              <a:t>4 </a:t>
            </a:r>
            <a:r>
              <a:rPr lang="en-US" altLang="x-none" sz="2400" dirty="0">
                <a:solidFill>
                  <a:srgbClr val="FF0000"/>
                </a:solidFill>
              </a:rPr>
              <a:t>x </a:t>
            </a:r>
            <a:r>
              <a:rPr lang="en-US" altLang="x-none" dirty="0"/>
              <a:t>y </a:t>
            </a:r>
            <a:br>
              <a:rPr lang="en-US" altLang="x-none" dirty="0"/>
            </a:br>
            <a:r>
              <a:rPr lang="en-US" altLang="x-none" dirty="0"/>
              <a:t>             = 16e </a:t>
            </a:r>
            <a:r>
              <a:rPr lang="mr-IN" altLang="x-none" dirty="0"/>
              <a:t>–</a:t>
            </a:r>
            <a:r>
              <a:rPr lang="en-US" altLang="x-none" dirty="0"/>
              <a:t> 4y</a:t>
            </a:r>
            <a:endParaRPr lang="en-AU" altLang="x-none" sz="4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0CE084-0161-4A55-90F9-926E5323B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384" y="2149493"/>
            <a:ext cx="8785097" cy="409686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63F7F4C-A0A9-45C6-843A-72E44EF5B4D5}"/>
              </a:ext>
            </a:extLst>
          </p:cNvPr>
          <p:cNvSpPr txBox="1"/>
          <p:nvPr/>
        </p:nvSpPr>
        <p:spPr>
          <a:xfrm>
            <a:off x="178607" y="2840981"/>
            <a:ext cx="22053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happens with negative signs?</a:t>
            </a:r>
          </a:p>
        </p:txBody>
      </p:sp>
    </p:spTree>
    <p:extLst>
      <p:ext uri="{BB962C8B-B14F-4D97-AF65-F5344CB8AC3E}">
        <p14:creationId xmlns:p14="http://schemas.microsoft.com/office/powerpoint/2010/main" val="2361220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296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>
                <a:solidFill>
                  <a:prstClr val="black"/>
                </a:solidFill>
              </a:rPr>
              <a:t>Describe how we use the distributive law to expand brackets </a:t>
            </a:r>
            <a:endParaRPr lang="en-AU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0CE084-0161-4A55-90F9-926E5323B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612" y="964929"/>
            <a:ext cx="4920506" cy="22946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F3C8EE-5500-4465-8531-49DA9AE3F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2732" y="2695515"/>
            <a:ext cx="9455716" cy="377375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276DEB0-3C4D-453A-994B-9A961B2D7CB9}"/>
              </a:ext>
            </a:extLst>
          </p:cNvPr>
          <p:cNvSpPr txBox="1"/>
          <p:nvPr/>
        </p:nvSpPr>
        <p:spPr>
          <a:xfrm>
            <a:off x="202891" y="3429000"/>
            <a:ext cx="2205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happens with indices?</a:t>
            </a:r>
          </a:p>
        </p:txBody>
      </p:sp>
    </p:spTree>
    <p:extLst>
      <p:ext uri="{BB962C8B-B14F-4D97-AF65-F5344CB8AC3E}">
        <p14:creationId xmlns:p14="http://schemas.microsoft.com/office/powerpoint/2010/main" val="764223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70494" y="180309"/>
            <a:ext cx="32282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Now it’s your Turn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027" y="1124698"/>
            <a:ext cx="7109132" cy="72407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96" y="2421096"/>
            <a:ext cx="6148439" cy="11189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29" y="4053155"/>
            <a:ext cx="4992738" cy="3662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622" y="4684661"/>
            <a:ext cx="3683000" cy="9398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29" y="4595761"/>
            <a:ext cx="34163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115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PQuestion">
            <a:extLst>
              <a:ext uri="{FF2B5EF4-FFF2-40B4-BE49-F238E27FC236}">
                <a16:creationId xmlns:a16="http://schemas.microsoft.com/office/drawing/2014/main" id="{9A96EC89-AE21-41E8-8658-AFF86F30B308}"/>
              </a:ext>
            </a:extLst>
          </p:cNvPr>
          <p:cNvSpPr txBox="1">
            <a:spLocks noChangeArrowheads="1"/>
          </p:cNvSpPr>
          <p:nvPr/>
        </p:nvSpPr>
        <p:spPr>
          <a:xfrm>
            <a:off x="1752600" y="381000"/>
            <a:ext cx="86106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x-none" sz="4000" dirty="0"/>
              <a:t>Which statement demonstrates the distributive property </a:t>
            </a:r>
            <a:r>
              <a:rPr lang="en-US" altLang="x-none" sz="4000" b="1" dirty="0"/>
              <a:t>incorrectly</a:t>
            </a:r>
            <a:r>
              <a:rPr lang="en-US" altLang="x-none" sz="4000" dirty="0"/>
              <a:t>? </a:t>
            </a:r>
          </a:p>
        </p:txBody>
      </p:sp>
      <p:sp>
        <p:nvSpPr>
          <p:cNvPr id="5" name="TPAnswers">
            <a:extLst>
              <a:ext uri="{FF2B5EF4-FFF2-40B4-BE49-F238E27FC236}">
                <a16:creationId xmlns:a16="http://schemas.microsoft.com/office/drawing/2014/main" id="{923220D3-8328-4768-B199-AFD733E82F37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1981200" y="2133600"/>
            <a:ext cx="53721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buFontTx/>
              <a:buAutoNum type="arabicPeriod"/>
            </a:pPr>
            <a:r>
              <a:rPr lang="en-US" altLang="x-none"/>
              <a:t>3(x + y + z) = 3x + 3y + 3z</a:t>
            </a:r>
          </a:p>
          <a:p>
            <a:pPr marL="609600" indent="-609600">
              <a:buFontTx/>
              <a:buAutoNum type="arabicPeriod"/>
            </a:pPr>
            <a:r>
              <a:rPr lang="en-US" altLang="x-none"/>
              <a:t>(a + b) c = ac + bc</a:t>
            </a:r>
          </a:p>
          <a:p>
            <a:pPr marL="609600" indent="-609600">
              <a:buFontTx/>
              <a:buAutoNum type="arabicPeriod"/>
            </a:pPr>
            <a:r>
              <a:rPr lang="en-US" altLang="x-none"/>
              <a:t>5(2 + 3x) = 10 + 3x</a:t>
            </a:r>
          </a:p>
          <a:p>
            <a:pPr marL="609600" indent="-609600">
              <a:buFontTx/>
              <a:buAutoNum type="arabicPeriod"/>
            </a:pPr>
            <a:r>
              <a:rPr lang="en-US" altLang="x-none"/>
              <a:t>6(3k - 4) = 18k - 24</a:t>
            </a:r>
          </a:p>
        </p:txBody>
      </p:sp>
      <p:grpSp>
        <p:nvGrpSpPr>
          <p:cNvPr id="6" name="AnswerNow">
            <a:extLst>
              <a:ext uri="{FF2B5EF4-FFF2-40B4-BE49-F238E27FC236}">
                <a16:creationId xmlns:a16="http://schemas.microsoft.com/office/drawing/2014/main" id="{DB8E74A1-043E-4350-9CD6-53F5D688F205}"/>
              </a:ext>
            </a:extLst>
          </p:cNvPr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2743199" y="4800599"/>
            <a:ext cx="3893575" cy="1275735"/>
            <a:chOff x="2000" y="3720"/>
            <a:chExt cx="1760" cy="520"/>
          </a:xfrm>
        </p:grpSpPr>
        <p:sp>
          <p:nvSpPr>
            <p:cNvPr id="7" name="ANShape">
              <a:extLst>
                <a:ext uri="{FF2B5EF4-FFF2-40B4-BE49-F238E27FC236}">
                  <a16:creationId xmlns:a16="http://schemas.microsoft.com/office/drawing/2014/main" id="{DF86BE9A-D07E-4AA2-81ED-F4ED1EB85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0" y="3720"/>
              <a:ext cx="1760" cy="520"/>
            </a:xfrm>
            <a:prstGeom prst="horizontalScroll">
              <a:avLst>
                <a:gd name="adj" fmla="val 12500"/>
              </a:avLst>
            </a:prstGeom>
            <a:solidFill>
              <a:schemeClr val="accent1">
                <a:alpha val="50195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8" name="ANText">
              <a:extLst>
                <a:ext uri="{FF2B5EF4-FFF2-40B4-BE49-F238E27FC236}">
                  <a16:creationId xmlns:a16="http://schemas.microsoft.com/office/drawing/2014/main" id="{CBC65DF0-B863-4D8D-BB99-C64AB6FE50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0" y="3720"/>
              <a:ext cx="1760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pPr algn="ctr"/>
              <a:r>
                <a:rPr lang="en-US" altLang="x-none" sz="3200" dirty="0">
                  <a:latin typeface="Old English Text MT" charset="0"/>
                </a:rPr>
                <a:t>Answer this as an Exit pass from class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76057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LENGTH" val="91"/>
  <p:tag name="FONTSIZE" val="32"/>
  <p:tag name="BULLETTYPE" val="ppBulletArabicPeriod"/>
  <p:tag name="ANSWERTEXT" val="3(x + y + z) = 3x + 3y + 3z&#10;(a + b) c = ac + bc&#10;5(2 + 3x) = 10 + 3x&#10;6(3k - 4) = 18k - 2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2377</TotalTime>
  <Words>351</Words>
  <Application>Microsoft Office PowerPoint</Application>
  <PresentationFormat>Widescreen</PresentationFormat>
  <Paragraphs>89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Mangal</vt:lpstr>
      <vt:lpstr>Old English Text MT</vt:lpstr>
      <vt:lpstr>Times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number is illegal</dc:title>
  <dc:creator>Hamilton Stott</dc:creator>
  <cp:lastModifiedBy>Hamilton Stott</cp:lastModifiedBy>
  <cp:revision>9</cp:revision>
  <dcterms:created xsi:type="dcterms:W3CDTF">2018-02-10T03:48:19Z</dcterms:created>
  <dcterms:modified xsi:type="dcterms:W3CDTF">2018-06-17T07:31:21Z</dcterms:modified>
</cp:coreProperties>
</file>