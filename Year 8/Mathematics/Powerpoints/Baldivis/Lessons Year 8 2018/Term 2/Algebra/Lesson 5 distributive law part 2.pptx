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1" r:id="rId3"/>
    <p:sldId id="259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6480" autoAdjust="0"/>
  </p:normalViewPr>
  <p:slideViewPr>
    <p:cSldViewPr snapToGrid="0">
      <p:cViewPr varScale="1">
        <p:scale>
          <a:sx n="92" d="100"/>
          <a:sy n="92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A201A518-F67E-4E9C-B5A3-07F5C974C3FD}"/>
    <pc:docChg chg="custSel addSld delSld modSld sldOrd">
      <pc:chgData name="Hamilton Stott" userId="e28223afab1f786a" providerId="LiveId" clId="{A201A518-F67E-4E9C-B5A3-07F5C974C3FD}" dt="2018-06-17T09:16:48.966" v="169" actId="1076"/>
      <pc:docMkLst>
        <pc:docMk/>
      </pc:docMkLst>
      <pc:sldChg chg="addSp delSp modSp delAnim">
        <pc:chgData name="Hamilton Stott" userId="e28223afab1f786a" providerId="LiveId" clId="{A201A518-F67E-4E9C-B5A3-07F5C974C3FD}" dt="2018-06-17T09:11:33.285" v="35"/>
        <pc:sldMkLst>
          <pc:docMk/>
          <pc:sldMk cId="4141119570" sldId="259"/>
        </pc:sldMkLst>
        <pc:spChg chg="mod">
          <ac:chgData name="Hamilton Stott" userId="e28223afab1f786a" providerId="LiveId" clId="{A201A518-F67E-4E9C-B5A3-07F5C974C3FD}" dt="2018-06-17T09:11:33.285" v="35"/>
          <ac:spMkLst>
            <pc:docMk/>
            <pc:sldMk cId="4141119570" sldId="259"/>
            <ac:spMk id="19" creationId="{B974E74C-503C-4B31-BD03-38B134CA6C2C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0" creationId="{E458749C-E284-470F-82FA-5FD10EBF0002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1" creationId="{ADB90CE0-C99D-4A40-94DB-6A36FDD9B56F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2" creationId="{1AA0D7E3-00BE-4156-97FE-D230F2AD6514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3" creationId="{03B963B9-1C1E-43C4-9C0D-8C3DB7FE7D8B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4" creationId="{6FAB757F-3075-4D06-AC8E-C6786C314E95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5" creationId="{8777ED89-C13B-4C14-A71E-81914D5A22B2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6" creationId="{15C25476-0530-4B40-86CF-0A9CB4E5B06E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7" creationId="{0AE88963-5615-45FE-98DD-180A9F1B9222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8" creationId="{A71AA8F5-4525-4222-976E-5F20C29BB27A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29" creationId="{8086BDEE-050C-4042-94E9-60D7B6BF6D55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30" creationId="{1AF40061-2ED0-4552-8EF8-663858F949C4}"/>
          </ac:spMkLst>
        </pc:spChg>
        <pc:spChg chg="del">
          <ac:chgData name="Hamilton Stott" userId="e28223afab1f786a" providerId="LiveId" clId="{A201A518-F67E-4E9C-B5A3-07F5C974C3FD}" dt="2018-06-17T09:09:47.157" v="6" actId="478"/>
          <ac:spMkLst>
            <pc:docMk/>
            <pc:sldMk cId="4141119570" sldId="259"/>
            <ac:spMk id="31" creationId="{9D03AE23-8818-44AC-BD63-637E5862C01B}"/>
          </ac:spMkLst>
        </pc:spChg>
        <pc:picChg chg="add mod">
          <ac:chgData name="Hamilton Stott" userId="e28223afab1f786a" providerId="LiveId" clId="{A201A518-F67E-4E9C-B5A3-07F5C974C3FD}" dt="2018-06-17T09:11:18.349" v="34" actId="1076"/>
          <ac:picMkLst>
            <pc:docMk/>
            <pc:sldMk cId="4141119570" sldId="259"/>
            <ac:picMk id="2" creationId="{28B232BE-EF41-43E0-815E-D897D6A5C037}"/>
          </ac:picMkLst>
        </pc:picChg>
      </pc:sldChg>
      <pc:sldChg chg="addSp delSp modSp ord">
        <pc:chgData name="Hamilton Stott" userId="e28223afab1f786a" providerId="LiveId" clId="{A201A518-F67E-4E9C-B5A3-07F5C974C3FD}" dt="2018-06-17T09:10:32.726" v="32"/>
        <pc:sldMkLst>
          <pc:docMk/>
          <pc:sldMk cId="760286199" sldId="261"/>
        </pc:sldMkLst>
        <pc:spChg chg="add del mod">
          <ac:chgData name="Hamilton Stott" userId="e28223afab1f786a" providerId="LiveId" clId="{A201A518-F67E-4E9C-B5A3-07F5C974C3FD}" dt="2018-06-17T09:10:15.753" v="13" actId="478"/>
          <ac:spMkLst>
            <pc:docMk/>
            <pc:sldMk cId="760286199" sldId="261"/>
            <ac:spMk id="2" creationId="{5ABF7D22-310A-4729-BDEA-A69C69C9481E}"/>
          </ac:spMkLst>
        </pc:spChg>
        <pc:spChg chg="mod">
          <ac:chgData name="Hamilton Stott" userId="e28223afab1f786a" providerId="LiveId" clId="{A201A518-F67E-4E9C-B5A3-07F5C974C3FD}" dt="2018-06-17T09:10:28.940" v="30" actId="27636"/>
          <ac:spMkLst>
            <pc:docMk/>
            <pc:sldMk cId="760286199" sldId="261"/>
            <ac:spMk id="32" creationId="{095D52DA-42F9-4656-AFA9-8013572018A0}"/>
          </ac:spMkLst>
        </pc:spChg>
      </pc:sldChg>
      <pc:sldChg chg="del">
        <pc:chgData name="Hamilton Stott" userId="e28223afab1f786a" providerId="LiveId" clId="{A201A518-F67E-4E9C-B5A3-07F5C974C3FD}" dt="2018-06-17T07:34:50.443" v="1" actId="2696"/>
        <pc:sldMkLst>
          <pc:docMk/>
          <pc:sldMk cId="2428615381" sldId="262"/>
        </pc:sldMkLst>
      </pc:sldChg>
      <pc:sldChg chg="addSp delSp modSp add">
        <pc:chgData name="Hamilton Stott" userId="e28223afab1f786a" providerId="LiveId" clId="{A201A518-F67E-4E9C-B5A3-07F5C974C3FD}" dt="2018-06-17T09:13:23.718" v="97" actId="20577"/>
        <pc:sldMkLst>
          <pc:docMk/>
          <pc:sldMk cId="3720577558" sldId="262"/>
        </pc:sldMkLst>
        <pc:spChg chg="mod">
          <ac:chgData name="Hamilton Stott" userId="e28223afab1f786a" providerId="LiveId" clId="{A201A518-F67E-4E9C-B5A3-07F5C974C3FD}" dt="2018-06-17T09:13:23.718" v="97" actId="20577"/>
          <ac:spMkLst>
            <pc:docMk/>
            <pc:sldMk cId="3720577558" sldId="262"/>
            <ac:spMk id="19" creationId="{B974E74C-503C-4B31-BD03-38B134CA6C2C}"/>
          </ac:spMkLst>
        </pc:spChg>
        <pc:spChg chg="add mod">
          <ac:chgData name="Hamilton Stott" userId="e28223afab1f786a" providerId="LiveId" clId="{A201A518-F67E-4E9C-B5A3-07F5C974C3FD}" dt="2018-06-17T09:12:56.515" v="43" actId="1076"/>
          <ac:spMkLst>
            <pc:docMk/>
            <pc:sldMk cId="3720577558" sldId="262"/>
            <ac:spMk id="20" creationId="{3F2078E6-5420-4623-A873-3AC832294777}"/>
          </ac:spMkLst>
        </pc:spChg>
        <pc:spChg chg="add mod">
          <ac:chgData name="Hamilton Stott" userId="e28223afab1f786a" providerId="LiveId" clId="{A201A518-F67E-4E9C-B5A3-07F5C974C3FD}" dt="2018-06-17T09:12:58.811" v="44" actId="20577"/>
          <ac:spMkLst>
            <pc:docMk/>
            <pc:sldMk cId="3720577558" sldId="262"/>
            <ac:spMk id="21" creationId="{D2436C82-5BCA-40A0-B353-B2A3C1CA349F}"/>
          </ac:spMkLst>
        </pc:spChg>
        <pc:picChg chg="del">
          <ac:chgData name="Hamilton Stott" userId="e28223afab1f786a" providerId="LiveId" clId="{A201A518-F67E-4E9C-B5A3-07F5C974C3FD}" dt="2018-06-17T09:12:30.580" v="39" actId="478"/>
          <ac:picMkLst>
            <pc:docMk/>
            <pc:sldMk cId="3720577558" sldId="262"/>
            <ac:picMk id="2" creationId="{28B232BE-EF41-43E0-815E-D897D6A5C037}"/>
          </ac:picMkLst>
        </pc:picChg>
        <pc:picChg chg="add del">
          <ac:chgData name="Hamilton Stott" userId="e28223afab1f786a" providerId="LiveId" clId="{A201A518-F67E-4E9C-B5A3-07F5C974C3FD}" dt="2018-06-17T09:12:49.505" v="41" actId="478"/>
          <ac:picMkLst>
            <pc:docMk/>
            <pc:sldMk cId="3720577558" sldId="262"/>
            <ac:picMk id="3" creationId="{D7DBA0C3-869D-485E-ACA4-E0CEC33B15B1}"/>
          </ac:picMkLst>
        </pc:picChg>
        <pc:picChg chg="add mod">
          <ac:chgData name="Hamilton Stott" userId="e28223afab1f786a" providerId="LiveId" clId="{A201A518-F67E-4E9C-B5A3-07F5C974C3FD}" dt="2018-06-17T09:13:01.833" v="45" actId="1076"/>
          <ac:picMkLst>
            <pc:docMk/>
            <pc:sldMk cId="3720577558" sldId="262"/>
            <ac:picMk id="22" creationId="{527AE0F2-4C90-4C3D-8A3F-DED88FA56A87}"/>
          </ac:picMkLst>
        </pc:picChg>
      </pc:sldChg>
      <pc:sldChg chg="addSp delSp modSp add delAnim modAnim">
        <pc:chgData name="Hamilton Stott" userId="e28223afab1f786a" providerId="LiveId" clId="{A201A518-F67E-4E9C-B5A3-07F5C974C3FD}" dt="2018-06-17T09:14:00.928" v="104"/>
        <pc:sldMkLst>
          <pc:docMk/>
          <pc:sldMk cId="2639197671" sldId="263"/>
        </pc:sldMkLst>
        <pc:spChg chg="del mod">
          <ac:chgData name="Hamilton Stott" userId="e28223afab1f786a" providerId="LiveId" clId="{A201A518-F67E-4E9C-B5A3-07F5C974C3FD}" dt="2018-06-17T09:14:00.928" v="104"/>
          <ac:spMkLst>
            <pc:docMk/>
            <pc:sldMk cId="2639197671" sldId="263"/>
            <ac:spMk id="19" creationId="{B974E74C-503C-4B31-BD03-38B134CA6C2C}"/>
          </ac:spMkLst>
        </pc:spChg>
        <pc:picChg chg="del">
          <ac:chgData name="Hamilton Stott" userId="e28223afab1f786a" providerId="LiveId" clId="{A201A518-F67E-4E9C-B5A3-07F5C974C3FD}" dt="2018-06-17T09:13:51.252" v="98" actId="478"/>
          <ac:picMkLst>
            <pc:docMk/>
            <pc:sldMk cId="2639197671" sldId="263"/>
            <ac:picMk id="2" creationId="{28B232BE-EF41-43E0-815E-D897D6A5C037}"/>
          </ac:picMkLst>
        </pc:picChg>
        <pc:picChg chg="add mod">
          <ac:chgData name="Hamilton Stott" userId="e28223afab1f786a" providerId="LiveId" clId="{A201A518-F67E-4E9C-B5A3-07F5C974C3FD}" dt="2018-06-17T09:14:00.185" v="102" actId="14100"/>
          <ac:picMkLst>
            <pc:docMk/>
            <pc:sldMk cId="2639197671" sldId="263"/>
            <ac:picMk id="3" creationId="{39C83C14-9143-4997-879C-6F5B8F7782B5}"/>
          </ac:picMkLst>
        </pc:picChg>
      </pc:sldChg>
      <pc:sldChg chg="del">
        <pc:chgData name="Hamilton Stott" userId="e28223afab1f786a" providerId="LiveId" clId="{A201A518-F67E-4E9C-B5A3-07F5C974C3FD}" dt="2018-06-17T07:34:50.451" v="2" actId="2696"/>
        <pc:sldMkLst>
          <pc:docMk/>
          <pc:sldMk cId="3480911926" sldId="263"/>
        </pc:sldMkLst>
      </pc:sldChg>
      <pc:sldChg chg="addSp delSp modSp add">
        <pc:chgData name="Hamilton Stott" userId="e28223afab1f786a" providerId="LiveId" clId="{A201A518-F67E-4E9C-B5A3-07F5C974C3FD}" dt="2018-06-17T09:15:59.934" v="110" actId="14100"/>
        <pc:sldMkLst>
          <pc:docMk/>
          <pc:sldMk cId="1815406825" sldId="264"/>
        </pc:sldMkLst>
        <pc:picChg chg="add mod">
          <ac:chgData name="Hamilton Stott" userId="e28223afab1f786a" providerId="LiveId" clId="{A201A518-F67E-4E9C-B5A3-07F5C974C3FD}" dt="2018-06-17T09:15:59.934" v="110" actId="14100"/>
          <ac:picMkLst>
            <pc:docMk/>
            <pc:sldMk cId="1815406825" sldId="264"/>
            <ac:picMk id="2" creationId="{7682B8C7-FA92-4983-9F7E-8446293697AC}"/>
          </ac:picMkLst>
        </pc:picChg>
        <pc:picChg chg="del">
          <ac:chgData name="Hamilton Stott" userId="e28223afab1f786a" providerId="LiveId" clId="{A201A518-F67E-4E9C-B5A3-07F5C974C3FD}" dt="2018-06-17T09:15:42.284" v="107" actId="478"/>
          <ac:picMkLst>
            <pc:docMk/>
            <pc:sldMk cId="1815406825" sldId="264"/>
            <ac:picMk id="3" creationId="{39C83C14-9143-4997-879C-6F5B8F7782B5}"/>
          </ac:picMkLst>
        </pc:picChg>
      </pc:sldChg>
      <pc:sldChg chg="del">
        <pc:chgData name="Hamilton Stott" userId="e28223afab1f786a" providerId="LiveId" clId="{A201A518-F67E-4E9C-B5A3-07F5C974C3FD}" dt="2018-06-17T07:34:50.455" v="3" actId="2696"/>
        <pc:sldMkLst>
          <pc:docMk/>
          <pc:sldMk cId="2361220290" sldId="264"/>
        </pc:sldMkLst>
      </pc:sldChg>
      <pc:sldChg chg="add del">
        <pc:chgData name="Hamilton Stott" userId="e28223afab1f786a" providerId="LiveId" clId="{A201A518-F67E-4E9C-B5A3-07F5C974C3FD}" dt="2018-06-17T09:15:38.181" v="105" actId="2696"/>
        <pc:sldMkLst>
          <pc:docMk/>
          <pc:sldMk cId="2575042804" sldId="264"/>
        </pc:sldMkLst>
      </pc:sldChg>
      <pc:sldChg chg="del">
        <pc:chgData name="Hamilton Stott" userId="e28223afab1f786a" providerId="LiveId" clId="{A201A518-F67E-4E9C-B5A3-07F5C974C3FD}" dt="2018-06-17T07:34:50.457" v="4" actId="2696"/>
        <pc:sldMkLst>
          <pc:docMk/>
          <pc:sldMk cId="764223083" sldId="265"/>
        </pc:sldMkLst>
      </pc:sldChg>
      <pc:sldChg chg="addSp modSp add">
        <pc:chgData name="Hamilton Stott" userId="e28223afab1f786a" providerId="LiveId" clId="{A201A518-F67E-4E9C-B5A3-07F5C974C3FD}" dt="2018-06-17T09:16:48.966" v="169" actId="1076"/>
        <pc:sldMkLst>
          <pc:docMk/>
          <pc:sldMk cId="3995749209" sldId="265"/>
        </pc:sldMkLst>
        <pc:spChg chg="add mod">
          <ac:chgData name="Hamilton Stott" userId="e28223afab1f786a" providerId="LiveId" clId="{A201A518-F67E-4E9C-B5A3-07F5C974C3FD}" dt="2018-06-17T09:16:48.966" v="169" actId="1076"/>
          <ac:spMkLst>
            <pc:docMk/>
            <pc:sldMk cId="3995749209" sldId="265"/>
            <ac:spMk id="3" creationId="{4508E257-EB97-4A03-B25B-E8948B257308}"/>
          </ac:spMkLst>
        </pc:spChg>
        <pc:picChg chg="mod">
          <ac:chgData name="Hamilton Stott" userId="e28223afab1f786a" providerId="LiveId" clId="{A201A518-F67E-4E9C-B5A3-07F5C974C3FD}" dt="2018-06-17T09:16:16.186" v="112" actId="14100"/>
          <ac:picMkLst>
            <pc:docMk/>
            <pc:sldMk cId="3995749209" sldId="265"/>
            <ac:picMk id="2" creationId="{7682B8C7-FA92-4983-9F7E-8446293697AC}"/>
          </ac:picMkLst>
        </pc:picChg>
      </pc:sldChg>
      <pc:sldChg chg="del">
        <pc:chgData name="Hamilton Stott" userId="e28223afab1f786a" providerId="LiveId" clId="{A201A518-F67E-4E9C-B5A3-07F5C974C3FD}" dt="2018-06-17T07:34:50.472" v="5" actId="2696"/>
        <pc:sldMkLst>
          <pc:docMk/>
          <pc:sldMk cId="1164115061" sldId="285"/>
        </pc:sldMkLst>
      </pc:sldChg>
      <pc:sldChg chg="del">
        <pc:chgData name="Hamilton Stott" userId="e28223afab1f786a" providerId="LiveId" clId="{A201A518-F67E-4E9C-B5A3-07F5C974C3FD}" dt="2018-06-17T07:34:50.434" v="0" actId="2696"/>
        <pc:sldMkLst>
          <pc:docMk/>
          <pc:sldMk cId="3347605739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6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63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234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0697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7071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92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7AC823-30D7-401C-B671-C242EBDB8740}"/>
              </a:ext>
            </a:extLst>
          </p:cNvPr>
          <p:cNvSpPr/>
          <p:nvPr/>
        </p:nvSpPr>
        <p:spPr>
          <a:xfrm>
            <a:off x="5084456" y="3977752"/>
            <a:ext cx="308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/n99K96Ektqo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7F58E-E5AB-430B-BDDF-69ADAD11BBB0}"/>
              </a:ext>
            </a:extLst>
          </p:cNvPr>
          <p:cNvSpPr txBox="1"/>
          <p:nvPr/>
        </p:nvSpPr>
        <p:spPr>
          <a:xfrm>
            <a:off x="2463527" y="1728839"/>
            <a:ext cx="926991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PBS MATH CLUB Video</a:t>
            </a:r>
          </a:p>
          <a:p>
            <a:r>
              <a:rPr lang="en-US" sz="3200" dirty="0"/>
              <a:t>Distributive Property </a:t>
            </a:r>
            <a:r>
              <a:rPr lang="mr-IN" sz="3200" dirty="0"/>
              <a:t>–</a:t>
            </a:r>
            <a:r>
              <a:rPr lang="en-US" sz="3200" dirty="0"/>
              <a:t> Friendship Bracelets and Oprah</a:t>
            </a:r>
          </a:p>
          <a:p>
            <a:r>
              <a:rPr lang="en-US" dirty="0"/>
              <a:t>(first 1 min 50s)</a:t>
            </a:r>
          </a:p>
          <a:p>
            <a:r>
              <a:rPr lang="en-US" sz="3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2017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095D52DA-42F9-4656-AFA9-8013572018A0}"/>
              </a:ext>
            </a:extLst>
          </p:cNvPr>
          <p:cNvSpPr txBox="1">
            <a:spLocks noChangeArrowheads="1"/>
          </p:cNvSpPr>
          <p:nvPr/>
        </p:nvSpPr>
        <p:spPr>
          <a:xfrm>
            <a:off x="2564254" y="1555593"/>
            <a:ext cx="5239313" cy="683893"/>
          </a:xfrm>
          <a:prstGeom prst="rect">
            <a:avLst/>
          </a:prstGeo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b="1" dirty="0">
                <a:solidFill>
                  <a:srgbClr val="008000"/>
                </a:solidFill>
              </a:rPr>
              <a:t>Distributive Law - Revision</a:t>
            </a:r>
            <a:r>
              <a:rPr lang="en-US" altLang="x-none" dirty="0"/>
              <a:t> </a:t>
            </a:r>
            <a:endParaRPr lang="en-AU" altLang="x-none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9F5D820-2AD5-431D-8DD9-F8CE07D5DD5F}"/>
              </a:ext>
            </a:extLst>
          </p:cNvPr>
          <p:cNvSpPr txBox="1">
            <a:spLocks noChangeArrowheads="1"/>
          </p:cNvSpPr>
          <p:nvPr/>
        </p:nvSpPr>
        <p:spPr>
          <a:xfrm>
            <a:off x="2564255" y="2479742"/>
            <a:ext cx="7853516" cy="307980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 (y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y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2y+6</a:t>
            </a:r>
            <a:br>
              <a:rPr lang="en-US" altLang="x-none" sz="4800" dirty="0"/>
            </a:b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3600" dirty="0"/>
              <a:t> </a:t>
            </a:r>
            <a:endParaRPr lang="en-AU" altLang="x-none" sz="4800" dirty="0"/>
          </a:p>
        </p:txBody>
      </p:sp>
      <p:pic>
        <p:nvPicPr>
          <p:cNvPr id="34" name="Picture 4" descr="redCurve1">
            <a:extLst>
              <a:ext uri="{FF2B5EF4-FFF2-40B4-BE49-F238E27FC236}">
                <a16:creationId xmlns:a16="http://schemas.microsoft.com/office/drawing/2014/main" id="{F87BA868-88FB-47E2-8516-E498DA92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55" y="2694440"/>
            <a:ext cx="1008062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Oval 6">
            <a:extLst>
              <a:ext uri="{FF2B5EF4-FFF2-40B4-BE49-F238E27FC236}">
                <a16:creationId xmlns:a16="http://schemas.microsoft.com/office/drawing/2014/main" id="{BE07EEA5-55F0-4053-8E61-0A1E69D7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555" y="2951775"/>
            <a:ext cx="1657350" cy="1008063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6" name="Picture 7" descr="greentick">
            <a:extLst>
              <a:ext uri="{FF2B5EF4-FFF2-40B4-BE49-F238E27FC236}">
                <a16:creationId xmlns:a16="http://schemas.microsoft.com/office/drawing/2014/main" id="{5EED5B8D-D101-4F3C-B983-4080901C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270" y="2784229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redCurve1">
            <a:extLst>
              <a:ext uri="{FF2B5EF4-FFF2-40B4-BE49-F238E27FC236}">
                <a16:creationId xmlns:a16="http://schemas.microsoft.com/office/drawing/2014/main" id="{FB9310A3-793B-43AF-91B9-C66C521D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675" y="2523683"/>
            <a:ext cx="1510384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28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74645" y="1318619"/>
            <a:ext cx="22053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an example with 3 terms inside the brackets:</a:t>
            </a:r>
          </a:p>
          <a:p>
            <a:endParaRPr lang="en-US" sz="2400" dirty="0"/>
          </a:p>
          <a:p>
            <a:r>
              <a:rPr lang="en-US" sz="2400" dirty="0"/>
              <a:t>The rules stay the same.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B232BE-EF41-43E0-815E-D897D6A5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960" y="1318619"/>
            <a:ext cx="8285182" cy="45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74645" y="1318619"/>
            <a:ext cx="2205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the distributive law be displayed graphically?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2078E6-5420-4623-A873-3AC832294777}"/>
              </a:ext>
            </a:extLst>
          </p:cNvPr>
          <p:cNvSpPr txBox="1"/>
          <p:nvPr/>
        </p:nvSpPr>
        <p:spPr>
          <a:xfrm>
            <a:off x="2898073" y="1912709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>
              <a:solidFill>
                <a:prstClr val="black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36C82-5BCA-40A0-B353-B2A3C1CA349F}"/>
              </a:ext>
            </a:extLst>
          </p:cNvPr>
          <p:cNvSpPr txBox="1"/>
          <p:nvPr/>
        </p:nvSpPr>
        <p:spPr>
          <a:xfrm>
            <a:off x="2777537" y="1480622"/>
            <a:ext cx="62388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"Distributive Law" is written as:</a:t>
            </a:r>
          </a:p>
          <a:p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	a × (b + c)  =  a × b  +  a × c </a:t>
            </a: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pt-BR" sz="2400" dirty="0"/>
              <a:t>It means</a:t>
            </a: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AU" sz="2400" dirty="0"/>
              <a:t>3 lots of </a:t>
            </a:r>
            <a:r>
              <a:rPr lang="en-AU" sz="2400" b="1" dirty="0"/>
              <a:t>(2+4)</a:t>
            </a:r>
            <a:r>
              <a:rPr lang="en-AU" sz="2400" dirty="0"/>
              <a:t> is the same as </a:t>
            </a:r>
            <a:r>
              <a:rPr lang="en-AU" sz="2400" b="1" dirty="0"/>
              <a:t>3 lots of 2</a:t>
            </a:r>
            <a:r>
              <a:rPr lang="en-AU" sz="2400" dirty="0"/>
              <a:t> plus </a:t>
            </a:r>
            <a:r>
              <a:rPr lang="en-AU" sz="2400" b="1" dirty="0"/>
              <a:t>3 lots of 4</a:t>
            </a:r>
            <a:endParaRPr lang="en-AU" sz="2400" dirty="0"/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27AE0F2-4C90-4C3D-8A3F-DED88FA56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029" y="2996444"/>
            <a:ext cx="3249450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7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83C14-9143-4997-879C-6F5B8F778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43" y="1410712"/>
            <a:ext cx="6284269" cy="51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9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82B8C7-FA92-4983-9F7E-84462936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20" y="1303330"/>
            <a:ext cx="6155381" cy="518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0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82B8C7-FA92-4983-9F7E-84462936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21" y="1303330"/>
            <a:ext cx="5199424" cy="4382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08E257-EB97-4A03-B25B-E8948B257308}"/>
              </a:ext>
            </a:extLst>
          </p:cNvPr>
          <p:cNvSpPr txBox="1"/>
          <p:nvPr/>
        </p:nvSpPr>
        <p:spPr>
          <a:xfrm>
            <a:off x="3002973" y="5757038"/>
            <a:ext cx="5199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Exercise and homework – Ex 3.10, page 40 Dwyer book.</a:t>
            </a:r>
          </a:p>
        </p:txBody>
      </p:sp>
    </p:spTree>
    <p:extLst>
      <p:ext uri="{BB962C8B-B14F-4D97-AF65-F5344CB8AC3E}">
        <p14:creationId xmlns:p14="http://schemas.microsoft.com/office/powerpoint/2010/main" val="399574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215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Mangal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2018-06-17T09:16:51Z</dcterms:modified>
</cp:coreProperties>
</file>