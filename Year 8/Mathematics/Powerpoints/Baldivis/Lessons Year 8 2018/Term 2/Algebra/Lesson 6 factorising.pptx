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2" r:id="rId3"/>
    <p:sldId id="261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6480" autoAdjust="0"/>
  </p:normalViewPr>
  <p:slideViewPr>
    <p:cSldViewPr snapToGrid="0">
      <p:cViewPr varScale="1">
        <p:scale>
          <a:sx n="92" d="100"/>
          <a:sy n="92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94F69084-C5DB-4FEB-95C9-78688C1B3FBC}"/>
    <pc:docChg chg="undo custSel addSld delSld modSld">
      <pc:chgData name="Hamilton Stott" userId="e28223afab1f786a" providerId="LiveId" clId="{94F69084-C5DB-4FEB-95C9-78688C1B3FBC}" dt="2018-06-17T11:10:48.071" v="541" actId="1076"/>
      <pc:docMkLst>
        <pc:docMk/>
      </pc:docMkLst>
      <pc:sldChg chg="del">
        <pc:chgData name="Hamilton Stott" userId="e28223afab1f786a" providerId="LiveId" clId="{94F69084-C5DB-4FEB-95C9-78688C1B3FBC}" dt="2018-06-17T10:00:53.158" v="70" actId="2696"/>
        <pc:sldMkLst>
          <pc:docMk/>
          <pc:sldMk cId="4141119570" sldId="259"/>
        </pc:sldMkLst>
      </pc:sldChg>
      <pc:sldChg chg="addSp delSp modSp">
        <pc:chgData name="Hamilton Stott" userId="e28223afab1f786a" providerId="LiveId" clId="{94F69084-C5DB-4FEB-95C9-78688C1B3FBC}" dt="2018-06-17T10:05:12.192" v="377" actId="1076"/>
        <pc:sldMkLst>
          <pc:docMk/>
          <pc:sldMk cId="3520175812" sldId="260"/>
        </pc:sldMkLst>
        <pc:spChg chg="add mod">
          <ac:chgData name="Hamilton Stott" userId="e28223afab1f786a" providerId="LiveId" clId="{94F69084-C5DB-4FEB-95C9-78688C1B3FBC}" dt="2018-06-17T10:02:31.844" v="138" actId="1076"/>
          <ac:spMkLst>
            <pc:docMk/>
            <pc:sldMk cId="3520175812" sldId="260"/>
            <ac:spMk id="3" creationId="{95CA0DC1-0E07-4E96-B722-6244DAFD8A54}"/>
          </ac:spMkLst>
        </pc:spChg>
        <pc:spChg chg="del">
          <ac:chgData name="Hamilton Stott" userId="e28223afab1f786a" providerId="LiveId" clId="{94F69084-C5DB-4FEB-95C9-78688C1B3FBC}" dt="2018-06-17T10:00:26.077" v="1" actId="478"/>
          <ac:spMkLst>
            <pc:docMk/>
            <pc:sldMk cId="3520175812" sldId="260"/>
            <ac:spMk id="10" creationId="{F17AC823-30D7-401C-B671-C242EBDB8740}"/>
          </ac:spMkLst>
        </pc:spChg>
        <pc:spChg chg="del">
          <ac:chgData name="Hamilton Stott" userId="e28223afab1f786a" providerId="LiveId" clId="{94F69084-C5DB-4FEB-95C9-78688C1B3FBC}" dt="2018-06-17T10:00:24.656" v="0" actId="478"/>
          <ac:spMkLst>
            <pc:docMk/>
            <pc:sldMk cId="3520175812" sldId="260"/>
            <ac:spMk id="11" creationId="{3AD7F58E-E5AB-430B-BDDF-69ADAD11BBB0}"/>
          </ac:spMkLst>
        </pc:spChg>
        <pc:spChg chg="mod">
          <ac:chgData name="Hamilton Stott" userId="e28223afab1f786a" providerId="LiveId" clId="{94F69084-C5DB-4FEB-95C9-78688C1B3FBC}" dt="2018-06-17T10:00:46.150" v="65" actId="20577"/>
          <ac:spMkLst>
            <pc:docMk/>
            <pc:sldMk cId="3520175812" sldId="260"/>
            <ac:spMk id="18" creationId="{9C85288A-4CE0-4CC8-A16B-D6C8F38EAA17}"/>
          </ac:spMkLst>
        </pc:spChg>
        <pc:spChg chg="add mod">
          <ac:chgData name="Hamilton Stott" userId="e28223afab1f786a" providerId="LiveId" clId="{94F69084-C5DB-4FEB-95C9-78688C1B3FBC}" dt="2018-06-17T10:01:40.892" v="132" actId="20577"/>
          <ac:spMkLst>
            <pc:docMk/>
            <pc:sldMk cId="3520175812" sldId="260"/>
            <ac:spMk id="20" creationId="{42251D80-E62A-412B-BD14-A02A5D580277}"/>
          </ac:spMkLst>
        </pc:spChg>
        <pc:spChg chg="add mod">
          <ac:chgData name="Hamilton Stott" userId="e28223afab1f786a" providerId="LiveId" clId="{94F69084-C5DB-4FEB-95C9-78688C1B3FBC}" dt="2018-06-17T10:02:56.440" v="145" actId="14100"/>
          <ac:spMkLst>
            <pc:docMk/>
            <pc:sldMk cId="3520175812" sldId="260"/>
            <ac:spMk id="21" creationId="{E7D41507-B660-4E12-95E1-760DBE2DACEB}"/>
          </ac:spMkLst>
        </pc:spChg>
        <pc:spChg chg="add mod">
          <ac:chgData name="Hamilton Stott" userId="e28223afab1f786a" providerId="LiveId" clId="{94F69084-C5DB-4FEB-95C9-78688C1B3FBC}" dt="2018-06-17T10:05:12.192" v="377" actId="1076"/>
          <ac:spMkLst>
            <pc:docMk/>
            <pc:sldMk cId="3520175812" sldId="260"/>
            <ac:spMk id="22" creationId="{BCAFA12D-FD6F-4668-8A9E-065E54E0A104}"/>
          </ac:spMkLst>
        </pc:spChg>
        <pc:spChg chg="add mod">
          <ac:chgData name="Hamilton Stott" userId="e28223afab1f786a" providerId="LiveId" clId="{94F69084-C5DB-4FEB-95C9-78688C1B3FBC}" dt="2018-06-17T10:05:02.974" v="374" actId="1076"/>
          <ac:spMkLst>
            <pc:docMk/>
            <pc:sldMk cId="3520175812" sldId="260"/>
            <ac:spMk id="23" creationId="{C5A7F304-7F61-4EE8-9189-A271BE905FCB}"/>
          </ac:spMkLst>
        </pc:spChg>
        <pc:spChg chg="add mod">
          <ac:chgData name="Hamilton Stott" userId="e28223afab1f786a" providerId="LiveId" clId="{94F69084-C5DB-4FEB-95C9-78688C1B3FBC}" dt="2018-06-17T10:05:05.608" v="375" actId="1076"/>
          <ac:spMkLst>
            <pc:docMk/>
            <pc:sldMk cId="3520175812" sldId="260"/>
            <ac:spMk id="24" creationId="{957560FC-AC4E-4226-9CF7-B0777B9A00B5}"/>
          </ac:spMkLst>
        </pc:spChg>
        <pc:spChg chg="add mod">
          <ac:chgData name="Hamilton Stott" userId="e28223afab1f786a" providerId="LiveId" clId="{94F69084-C5DB-4FEB-95C9-78688C1B3FBC}" dt="2018-06-17T10:05:08.888" v="376" actId="1076"/>
          <ac:spMkLst>
            <pc:docMk/>
            <pc:sldMk cId="3520175812" sldId="260"/>
            <ac:spMk id="25" creationId="{BC3A355E-8F04-4438-9549-0B916427C1BD}"/>
          </ac:spMkLst>
        </pc:spChg>
        <pc:picChg chg="add del mod">
          <ac:chgData name="Hamilton Stott" userId="e28223afab1f786a" providerId="LiveId" clId="{94F69084-C5DB-4FEB-95C9-78688C1B3FBC}" dt="2018-06-17T10:01:06.196" v="74"/>
          <ac:picMkLst>
            <pc:docMk/>
            <pc:sldMk cId="3520175812" sldId="260"/>
            <ac:picMk id="2" creationId="{B76A00CF-17A5-4DB3-BE9A-45D8CF9B782E}"/>
          </ac:picMkLst>
        </pc:picChg>
        <pc:picChg chg="add del mod">
          <ac:chgData name="Hamilton Stott" userId="e28223afab1f786a" providerId="LiveId" clId="{94F69084-C5DB-4FEB-95C9-78688C1B3FBC}" dt="2018-06-17T10:01:11.600" v="77"/>
          <ac:picMkLst>
            <pc:docMk/>
            <pc:sldMk cId="3520175812" sldId="260"/>
            <ac:picMk id="19" creationId="{FCF17542-06F3-4016-AE67-844E427F9F27}"/>
          </ac:picMkLst>
        </pc:picChg>
      </pc:sldChg>
      <pc:sldChg chg="addSp delSp modSp modAnim">
        <pc:chgData name="Hamilton Stott" userId="e28223afab1f786a" providerId="LiveId" clId="{94F69084-C5DB-4FEB-95C9-78688C1B3FBC}" dt="2018-06-17T11:03:22.001" v="481" actId="1076"/>
        <pc:sldMkLst>
          <pc:docMk/>
          <pc:sldMk cId="760286199" sldId="261"/>
        </pc:sldMkLst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19" creationId="{DC90A7DA-2DC1-4909-8806-4490CD18D99A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20" creationId="{722D0E65-5482-498B-B80B-C261E0523CD7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21" creationId="{355D58E8-12D5-4EC6-92F7-2D0B63CEE9DA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22" creationId="{14C61AAC-28E7-4571-8753-71CFBD8B9879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29" creationId="{96AE187E-CB0E-4B3C-B002-56C1BAAB69AE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30" creationId="{64330E29-1015-4493-951B-5ECF4F4DA30F}"/>
          </ac:spMkLst>
        </pc:spChg>
        <pc:spChg chg="del">
          <ac:chgData name="Hamilton Stott" userId="e28223afab1f786a" providerId="LiveId" clId="{94F69084-C5DB-4FEB-95C9-78688C1B3FBC}" dt="2018-06-17T11:03:16.560" v="479" actId="478"/>
          <ac:spMkLst>
            <pc:docMk/>
            <pc:sldMk cId="760286199" sldId="261"/>
            <ac:spMk id="32" creationId="{095D52DA-42F9-4656-AFA9-8013572018A0}"/>
          </ac:spMkLst>
        </pc:spChg>
        <pc:spChg chg="del">
          <ac:chgData name="Hamilton Stott" userId="e28223afab1f786a" providerId="LiveId" clId="{94F69084-C5DB-4FEB-95C9-78688C1B3FBC}" dt="2018-06-17T11:03:16.560" v="479" actId="478"/>
          <ac:spMkLst>
            <pc:docMk/>
            <pc:sldMk cId="760286199" sldId="261"/>
            <ac:spMk id="33" creationId="{F9F5D820-2AD5-431D-8DD9-F8CE07D5DD5F}"/>
          </ac:spMkLst>
        </pc:spChg>
        <pc:spChg chg="del">
          <ac:chgData name="Hamilton Stott" userId="e28223afab1f786a" providerId="LiveId" clId="{94F69084-C5DB-4FEB-95C9-78688C1B3FBC}" dt="2018-06-17T11:03:16.560" v="479" actId="478"/>
          <ac:spMkLst>
            <pc:docMk/>
            <pc:sldMk cId="760286199" sldId="261"/>
            <ac:spMk id="35" creationId="{BE07EEA5-55F0-4053-8E61-0A1E69D73B03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40" creationId="{79D4A212-75A0-4DB1-A229-9439CE577B08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44" creationId="{6E3EB391-2B33-45CA-8C6B-91803E179C7C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45" creationId="{AE51178C-885D-40C7-AE57-911F32805523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46" creationId="{0D5AFAC6-225F-4C50-A00A-31397DFF23DF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47" creationId="{D68D980A-D8AE-4075-BA78-1B6D076DB0BC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48" creationId="{0C6D210E-ED7F-4E63-BB88-BBF79210508F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49" creationId="{D3A0617C-8AD6-4499-A753-F5B9DE73D13B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0" creationId="{F4400E9B-690A-46BF-A69E-44FE685C7D42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1" creationId="{8EF406C7-7B5A-48BF-8B45-01432BE75058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2" creationId="{621C9E80-9EA6-463A-B897-B294ABB03F46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3" creationId="{D2F83D2F-82CA-48EF-A156-C79D6D5C51EB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4" creationId="{30CAB913-8D86-4EE5-80A6-734172B21941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5" creationId="{1E5646EC-A2EE-41B1-87D6-91D4D3759C10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6" creationId="{767ADEE2-A197-4CC7-9E53-6E3BEDAEF002}"/>
          </ac:spMkLst>
        </pc:spChg>
        <pc:spChg chg="add mod">
          <ac:chgData name="Hamilton Stott" userId="e28223afab1f786a" providerId="LiveId" clId="{94F69084-C5DB-4FEB-95C9-78688C1B3FBC}" dt="2018-06-17T11:03:22.001" v="481" actId="1076"/>
          <ac:spMkLst>
            <pc:docMk/>
            <pc:sldMk cId="760286199" sldId="261"/>
            <ac:spMk id="57" creationId="{B08687AF-4382-4634-B164-2E3DD913CECB}"/>
          </ac:spMkLst>
        </pc:spChg>
        <pc:grpChg chg="add mod">
          <ac:chgData name="Hamilton Stott" userId="e28223afab1f786a" providerId="LiveId" clId="{94F69084-C5DB-4FEB-95C9-78688C1B3FBC}" dt="2018-06-17T11:03:22.001" v="481" actId="1076"/>
          <ac:grpSpMkLst>
            <pc:docMk/>
            <pc:sldMk cId="760286199" sldId="261"/>
            <ac:grpSpMk id="23" creationId="{BFC8500C-8598-4845-8399-0A456967E2F7}"/>
          </ac:grpSpMkLst>
        </pc:grpChg>
        <pc:grpChg chg="add mod">
          <ac:chgData name="Hamilton Stott" userId="e28223afab1f786a" providerId="LiveId" clId="{94F69084-C5DB-4FEB-95C9-78688C1B3FBC}" dt="2018-06-17T11:03:22.001" v="481" actId="1076"/>
          <ac:grpSpMkLst>
            <pc:docMk/>
            <pc:sldMk cId="760286199" sldId="261"/>
            <ac:grpSpMk id="26" creationId="{1381C17F-9140-486E-95B6-701376E18B3D}"/>
          </ac:grpSpMkLst>
        </pc:grpChg>
        <pc:grpChg chg="add mod">
          <ac:chgData name="Hamilton Stott" userId="e28223afab1f786a" providerId="LiveId" clId="{94F69084-C5DB-4FEB-95C9-78688C1B3FBC}" dt="2018-06-17T11:03:22.001" v="481" actId="1076"/>
          <ac:grpSpMkLst>
            <pc:docMk/>
            <pc:sldMk cId="760286199" sldId="261"/>
            <ac:grpSpMk id="31" creationId="{949C2F72-7716-4D94-83D6-2B74E6E173B9}"/>
          </ac:grpSpMkLst>
        </pc:grpChg>
        <pc:grpChg chg="add mod">
          <ac:chgData name="Hamilton Stott" userId="e28223afab1f786a" providerId="LiveId" clId="{94F69084-C5DB-4FEB-95C9-78688C1B3FBC}" dt="2018-06-17T11:03:22.001" v="481" actId="1076"/>
          <ac:grpSpMkLst>
            <pc:docMk/>
            <pc:sldMk cId="760286199" sldId="261"/>
            <ac:grpSpMk id="41" creationId="{0F366046-4260-4C0B-B181-A8B1C426CAAA}"/>
          </ac:grpSpMkLst>
        </pc:grpChg>
        <pc:picChg chg="del">
          <ac:chgData name="Hamilton Stott" userId="e28223afab1f786a" providerId="LiveId" clId="{94F69084-C5DB-4FEB-95C9-78688C1B3FBC}" dt="2018-06-17T11:03:16.560" v="479" actId="478"/>
          <ac:picMkLst>
            <pc:docMk/>
            <pc:sldMk cId="760286199" sldId="261"/>
            <ac:picMk id="34" creationId="{F87BA868-88FB-47E2-8516-E498DA9265EC}"/>
          </ac:picMkLst>
        </pc:picChg>
        <pc:picChg chg="del">
          <ac:chgData name="Hamilton Stott" userId="e28223afab1f786a" providerId="LiveId" clId="{94F69084-C5DB-4FEB-95C9-78688C1B3FBC}" dt="2018-06-17T11:03:16.560" v="479" actId="478"/>
          <ac:picMkLst>
            <pc:docMk/>
            <pc:sldMk cId="760286199" sldId="261"/>
            <ac:picMk id="36" creationId="{5EED5B8D-D101-4F3C-B983-4080901C9239}"/>
          </ac:picMkLst>
        </pc:picChg>
        <pc:picChg chg="del">
          <ac:chgData name="Hamilton Stott" userId="e28223afab1f786a" providerId="LiveId" clId="{94F69084-C5DB-4FEB-95C9-78688C1B3FBC}" dt="2018-06-17T11:03:16.560" v="479" actId="478"/>
          <ac:picMkLst>
            <pc:docMk/>
            <pc:sldMk cId="760286199" sldId="261"/>
            <ac:picMk id="37" creationId="{FB9310A3-793B-43AF-91B9-C66C521D2BDE}"/>
          </ac:picMkLst>
        </pc:picChg>
      </pc:sldChg>
      <pc:sldChg chg="addSp delSp modSp add">
        <pc:chgData name="Hamilton Stott" userId="e28223afab1f786a" providerId="LiveId" clId="{94F69084-C5DB-4FEB-95C9-78688C1B3FBC}" dt="2018-06-17T10:12:29.772" v="478" actId="1076"/>
        <pc:sldMkLst>
          <pc:docMk/>
          <pc:sldMk cId="3498509028" sldId="262"/>
        </pc:sldMkLst>
        <pc:spChg chg="add del mod">
          <ac:chgData name="Hamilton Stott" userId="e28223afab1f786a" providerId="LiveId" clId="{94F69084-C5DB-4FEB-95C9-78688C1B3FBC}" dt="2018-06-17T10:11:14.584" v="450" actId="478"/>
          <ac:spMkLst>
            <pc:docMk/>
            <pc:sldMk cId="3498509028" sldId="262"/>
            <ac:spMk id="2" creationId="{02D2EC94-1798-4748-8382-576C02624F87}"/>
          </ac:spMkLst>
        </pc:spChg>
        <pc:spChg chg="del">
          <ac:chgData name="Hamilton Stott" userId="e28223afab1f786a" providerId="LiveId" clId="{94F69084-C5DB-4FEB-95C9-78688C1B3FBC}" dt="2018-06-17T10:05:25.864" v="380" actId="478"/>
          <ac:spMkLst>
            <pc:docMk/>
            <pc:sldMk cId="3498509028" sldId="262"/>
            <ac:spMk id="3" creationId="{95CA0DC1-0E07-4E96-B722-6244DAFD8A54}"/>
          </ac:spMkLst>
        </pc:spChg>
        <pc:spChg chg="mod">
          <ac:chgData name="Hamilton Stott" userId="e28223afab1f786a" providerId="LiveId" clId="{94F69084-C5DB-4FEB-95C9-78688C1B3FBC}" dt="2018-06-17T10:12:19.054" v="477" actId="1076"/>
          <ac:spMkLst>
            <pc:docMk/>
            <pc:sldMk cId="3498509028" sldId="262"/>
            <ac:spMk id="18" creationId="{9C85288A-4CE0-4CC8-A16B-D6C8F38EAA17}"/>
          </ac:spMkLst>
        </pc:spChg>
        <pc:spChg chg="add mod">
          <ac:chgData name="Hamilton Stott" userId="e28223afab1f786a" providerId="LiveId" clId="{94F69084-C5DB-4FEB-95C9-78688C1B3FBC}" dt="2018-06-17T10:12:11.323" v="476" actId="14100"/>
          <ac:spMkLst>
            <pc:docMk/>
            <pc:sldMk cId="3498509028" sldId="262"/>
            <ac:spMk id="19" creationId="{58657B1F-C1F1-4793-A606-6240C1EDDA8F}"/>
          </ac:spMkLst>
        </pc:spChg>
        <pc:spChg chg="del">
          <ac:chgData name="Hamilton Stott" userId="e28223afab1f786a" providerId="LiveId" clId="{94F69084-C5DB-4FEB-95C9-78688C1B3FBC}" dt="2018-06-17T10:05:23.829" v="379" actId="478"/>
          <ac:spMkLst>
            <pc:docMk/>
            <pc:sldMk cId="3498509028" sldId="262"/>
            <ac:spMk id="20" creationId="{42251D80-E62A-412B-BD14-A02A5D580277}"/>
          </ac:spMkLst>
        </pc:spChg>
        <pc:spChg chg="del">
          <ac:chgData name="Hamilton Stott" userId="e28223afab1f786a" providerId="LiveId" clId="{94F69084-C5DB-4FEB-95C9-78688C1B3FBC}" dt="2018-06-17T10:05:23.829" v="379" actId="478"/>
          <ac:spMkLst>
            <pc:docMk/>
            <pc:sldMk cId="3498509028" sldId="262"/>
            <ac:spMk id="21" creationId="{E7D41507-B660-4E12-95E1-760DBE2DACEB}"/>
          </ac:spMkLst>
        </pc:spChg>
        <pc:spChg chg="mod">
          <ac:chgData name="Hamilton Stott" userId="e28223afab1f786a" providerId="LiveId" clId="{94F69084-C5DB-4FEB-95C9-78688C1B3FBC}" dt="2018-06-17T10:12:29.772" v="478" actId="1076"/>
          <ac:spMkLst>
            <pc:docMk/>
            <pc:sldMk cId="3498509028" sldId="262"/>
            <ac:spMk id="22" creationId="{BCAFA12D-FD6F-4668-8A9E-065E54E0A104}"/>
          </ac:spMkLst>
        </pc:spChg>
        <pc:spChg chg="mod">
          <ac:chgData name="Hamilton Stott" userId="e28223afab1f786a" providerId="LiveId" clId="{94F69084-C5DB-4FEB-95C9-78688C1B3FBC}" dt="2018-06-17T10:12:29.772" v="478" actId="1076"/>
          <ac:spMkLst>
            <pc:docMk/>
            <pc:sldMk cId="3498509028" sldId="262"/>
            <ac:spMk id="23" creationId="{C5A7F304-7F61-4EE8-9189-A271BE905FCB}"/>
          </ac:spMkLst>
        </pc:spChg>
        <pc:spChg chg="mod">
          <ac:chgData name="Hamilton Stott" userId="e28223afab1f786a" providerId="LiveId" clId="{94F69084-C5DB-4FEB-95C9-78688C1B3FBC}" dt="2018-06-17T10:12:29.772" v="478" actId="1076"/>
          <ac:spMkLst>
            <pc:docMk/>
            <pc:sldMk cId="3498509028" sldId="262"/>
            <ac:spMk id="24" creationId="{957560FC-AC4E-4226-9CF7-B0777B9A00B5}"/>
          </ac:spMkLst>
        </pc:spChg>
        <pc:spChg chg="mod">
          <ac:chgData name="Hamilton Stott" userId="e28223afab1f786a" providerId="LiveId" clId="{94F69084-C5DB-4FEB-95C9-78688C1B3FBC}" dt="2018-06-17T10:12:29.772" v="478" actId="1076"/>
          <ac:spMkLst>
            <pc:docMk/>
            <pc:sldMk cId="3498509028" sldId="262"/>
            <ac:spMk id="25" creationId="{BC3A355E-8F04-4438-9549-0B916427C1BD}"/>
          </ac:spMkLst>
        </pc:spChg>
        <pc:spChg chg="add mod">
          <ac:chgData name="Hamilton Stott" userId="e28223afab1f786a" providerId="LiveId" clId="{94F69084-C5DB-4FEB-95C9-78688C1B3FBC}" dt="2018-06-17T10:12:02.047" v="474" actId="403"/>
          <ac:spMkLst>
            <pc:docMk/>
            <pc:sldMk cId="3498509028" sldId="262"/>
            <ac:spMk id="26" creationId="{D0A249E2-BC0E-4B43-9E38-8602EFAEF0ED}"/>
          </ac:spMkLst>
        </pc:spChg>
        <pc:spChg chg="add mod">
          <ac:chgData name="Hamilton Stott" userId="e28223afab1f786a" providerId="LiveId" clId="{94F69084-C5DB-4FEB-95C9-78688C1B3FBC}" dt="2018-06-17T10:12:02.047" v="474" actId="403"/>
          <ac:spMkLst>
            <pc:docMk/>
            <pc:sldMk cId="3498509028" sldId="262"/>
            <ac:spMk id="27" creationId="{9AB4A2CC-8647-43ED-95C8-6CFC67D9AE1F}"/>
          </ac:spMkLst>
        </pc:spChg>
        <pc:spChg chg="add mod">
          <ac:chgData name="Hamilton Stott" userId="e28223afab1f786a" providerId="LiveId" clId="{94F69084-C5DB-4FEB-95C9-78688C1B3FBC}" dt="2018-06-17T10:12:02.047" v="474" actId="403"/>
          <ac:spMkLst>
            <pc:docMk/>
            <pc:sldMk cId="3498509028" sldId="262"/>
            <ac:spMk id="28" creationId="{573AA608-A256-4E56-B2E2-E1EFAE86A452}"/>
          </ac:spMkLst>
        </pc:spChg>
      </pc:sldChg>
      <pc:sldChg chg="del">
        <pc:chgData name="Hamilton Stott" userId="e28223afab1f786a" providerId="LiveId" clId="{94F69084-C5DB-4FEB-95C9-78688C1B3FBC}" dt="2018-06-17T10:00:53.127" v="67" actId="2696"/>
        <pc:sldMkLst>
          <pc:docMk/>
          <pc:sldMk cId="3720577558" sldId="262"/>
        </pc:sldMkLst>
      </pc:sldChg>
      <pc:sldChg chg="del">
        <pc:chgData name="Hamilton Stott" userId="e28223afab1f786a" providerId="LiveId" clId="{94F69084-C5DB-4FEB-95C9-78688C1B3FBC}" dt="2018-06-17T10:00:53.130" v="68" actId="2696"/>
        <pc:sldMkLst>
          <pc:docMk/>
          <pc:sldMk cId="2639197671" sldId="263"/>
        </pc:sldMkLst>
      </pc:sldChg>
      <pc:sldChg chg="addSp delSp modSp add addAnim delAnim modAnim">
        <pc:chgData name="Hamilton Stott" userId="e28223afab1f786a" providerId="LiveId" clId="{94F69084-C5DB-4FEB-95C9-78688C1B3FBC}" dt="2018-06-17T11:06:14.307" v="531" actId="20577"/>
        <pc:sldMkLst>
          <pc:docMk/>
          <pc:sldMk cId="2756385053" sldId="263"/>
        </pc:sldMkLst>
        <pc:spChg chg="del">
          <ac:chgData name="Hamilton Stott" userId="e28223afab1f786a" providerId="LiveId" clId="{94F69084-C5DB-4FEB-95C9-78688C1B3FBC}" dt="2018-06-17T11:04:17.298" v="483" actId="478"/>
          <ac:spMkLst>
            <pc:docMk/>
            <pc:sldMk cId="2756385053" sldId="263"/>
            <ac:spMk id="19" creationId="{DC90A7DA-2DC1-4909-8806-4490CD18D99A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20" creationId="{722D0E65-5482-498B-B80B-C261E0523CD7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21" creationId="{355D58E8-12D5-4EC6-92F7-2D0B63CEE9DA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22" creationId="{14C61AAC-28E7-4571-8753-71CFBD8B9879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29" creationId="{96AE187E-CB0E-4B3C-B002-56C1BAAB69AE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30" creationId="{64330E29-1015-4493-951B-5ECF4F4DA30F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40" creationId="{79D4A212-75A0-4DB1-A229-9439CE577B08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44" creationId="{6E3EB391-2B33-45CA-8C6B-91803E179C7C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45" creationId="{AE51178C-885D-40C7-AE57-911F32805523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46" creationId="{0D5AFAC6-225F-4C50-A00A-31397DFF23DF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47" creationId="{D68D980A-D8AE-4075-BA78-1B6D076DB0BC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48" creationId="{0C6D210E-ED7F-4E63-BB88-BBF79210508F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49" creationId="{D3A0617C-8AD6-4499-A753-F5B9DE73D13B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0" creationId="{F4400E9B-690A-46BF-A69E-44FE685C7D42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1" creationId="{8EF406C7-7B5A-48BF-8B45-01432BE75058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2" creationId="{621C9E80-9EA6-463A-B897-B294ABB03F46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3" creationId="{D2F83D2F-82CA-48EF-A156-C79D6D5C51EB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4" creationId="{30CAB913-8D86-4EE5-80A6-734172B21941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5" creationId="{1E5646EC-A2EE-41B1-87D6-91D4D3759C10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6" creationId="{767ADEE2-A197-4CC7-9E53-6E3BEDAEF002}"/>
          </ac:spMkLst>
        </pc:spChg>
        <pc:spChg chg="add del">
          <ac:chgData name="Hamilton Stott" userId="e28223afab1f786a" providerId="LiveId" clId="{94F69084-C5DB-4FEB-95C9-78688C1B3FBC}" dt="2018-06-17T11:04:25.871" v="486" actId="478"/>
          <ac:spMkLst>
            <pc:docMk/>
            <pc:sldMk cId="2756385053" sldId="263"/>
            <ac:spMk id="57" creationId="{B08687AF-4382-4634-B164-2E3DD913CECB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58" creationId="{04566B50-5929-4C80-8F00-56A41604C167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59" creationId="{A6657DB8-1DA0-489A-BE2C-C99CF3A8A144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60" creationId="{E5F724B8-BEF1-4385-A2FF-88EA7F4CB5AF}"/>
          </ac:spMkLst>
        </pc:spChg>
        <pc:spChg chg="add mod">
          <ac:chgData name="Hamilton Stott" userId="e28223afab1f786a" providerId="LiveId" clId="{94F69084-C5DB-4FEB-95C9-78688C1B3FBC}" dt="2018-06-17T11:04:55.504" v="502" actId="20577"/>
          <ac:spMkLst>
            <pc:docMk/>
            <pc:sldMk cId="2756385053" sldId="263"/>
            <ac:spMk id="61" creationId="{5C3A965A-ED28-4D0A-ACF2-5C9EE9948BFD}"/>
          </ac:spMkLst>
        </pc:spChg>
        <pc:spChg chg="mod">
          <ac:chgData name="Hamilton Stott" userId="e28223afab1f786a" providerId="LiveId" clId="{94F69084-C5DB-4FEB-95C9-78688C1B3FBC}" dt="2018-06-17T11:06:03.819" v="529" actId="20577"/>
          <ac:spMkLst>
            <pc:docMk/>
            <pc:sldMk cId="2756385053" sldId="263"/>
            <ac:spMk id="64" creationId="{22FF48FF-9AD1-4BE6-80BF-32FB0759B7F5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68" creationId="{1CA82C95-2479-44DB-B514-7950E4766290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69" creationId="{12CCA1EF-C78F-42DF-B868-C80377AEB909}"/>
          </ac:spMkLst>
        </pc:spChg>
        <pc:spChg chg="mod">
          <ac:chgData name="Hamilton Stott" userId="e28223afab1f786a" providerId="LiveId" clId="{94F69084-C5DB-4FEB-95C9-78688C1B3FBC}" dt="2018-06-17T11:06:11.288" v="530" actId="20577"/>
          <ac:spMkLst>
            <pc:docMk/>
            <pc:sldMk cId="2756385053" sldId="263"/>
            <ac:spMk id="72" creationId="{2B1D97E1-1344-49C1-995E-00E8793E5F9B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73" creationId="{5AD3305D-76A1-4BD9-AD3E-8FB8889A052D}"/>
          </ac:spMkLst>
        </pc:spChg>
        <pc:spChg chg="mod">
          <ac:chgData name="Hamilton Stott" userId="e28223afab1f786a" providerId="LiveId" clId="{94F69084-C5DB-4FEB-95C9-78688C1B3FBC}" dt="2018-06-17T11:06:14.307" v="531" actId="20577"/>
          <ac:spMkLst>
            <pc:docMk/>
            <pc:sldMk cId="2756385053" sldId="263"/>
            <ac:spMk id="76" creationId="{80BD199A-AC12-4705-82D1-E3B881B13396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77" creationId="{AC7CA37E-3F6B-4401-B1E3-50E5C8A894D4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78" creationId="{5343EA41-E511-4317-A0AB-1E4F757D4AF5}"/>
          </ac:spMkLst>
        </pc:spChg>
        <pc:spChg chg="add mod">
          <ac:chgData name="Hamilton Stott" userId="e28223afab1f786a" providerId="LiveId" clId="{94F69084-C5DB-4FEB-95C9-78688C1B3FBC}" dt="2018-06-17T11:05:12.157" v="508" actId="20577"/>
          <ac:spMkLst>
            <pc:docMk/>
            <pc:sldMk cId="2756385053" sldId="263"/>
            <ac:spMk id="79" creationId="{2F8D940E-39D9-4EDB-A76D-4F9FB4B661AB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80" creationId="{DF621842-B5D9-4AD9-BAEF-97040E75AA92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81" creationId="{270CD380-0761-42BD-B58F-4B9FC9FD5A9E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82" creationId="{E741D4F9-A9AD-4ED7-B3FD-A04CF9A37C66}"/>
          </ac:spMkLst>
        </pc:spChg>
        <pc:spChg chg="add mod">
          <ac:chgData name="Hamilton Stott" userId="e28223afab1f786a" providerId="LiveId" clId="{94F69084-C5DB-4FEB-95C9-78688C1B3FBC}" dt="2018-06-17T11:05:23.064" v="513" actId="20577"/>
          <ac:spMkLst>
            <pc:docMk/>
            <pc:sldMk cId="2756385053" sldId="263"/>
            <ac:spMk id="83" creationId="{F4977623-584B-4394-BA8B-959AF102CB72}"/>
          </ac:spMkLst>
        </pc:spChg>
        <pc:spChg chg="add mod">
          <ac:chgData name="Hamilton Stott" userId="e28223afab1f786a" providerId="LiveId" clId="{94F69084-C5DB-4FEB-95C9-78688C1B3FBC}" dt="2018-06-17T11:05:02.161" v="503" actId="20577"/>
          <ac:spMkLst>
            <pc:docMk/>
            <pc:sldMk cId="2756385053" sldId="263"/>
            <ac:spMk id="84" creationId="{CFA5DD4D-396D-433C-AF17-0CD4555F89CF}"/>
          </ac:spMkLst>
        </pc:spChg>
        <pc:spChg chg="add mod">
          <ac:chgData name="Hamilton Stott" userId="e28223afab1f786a" providerId="LiveId" clId="{94F69084-C5DB-4FEB-95C9-78688C1B3FBC}" dt="2018-06-17T11:05:43.784" v="521" actId="20577"/>
          <ac:spMkLst>
            <pc:docMk/>
            <pc:sldMk cId="2756385053" sldId="263"/>
            <ac:spMk id="85" creationId="{4DA3FA1A-E0AD-461B-BA59-FA21FFDE9F0A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86" creationId="{2DB089D1-E42D-4011-B44B-8D87067995D6}"/>
          </ac:spMkLst>
        </pc:spChg>
        <pc:spChg chg="add mod">
          <ac:chgData name="Hamilton Stott" userId="e28223afab1f786a" providerId="LiveId" clId="{94F69084-C5DB-4FEB-95C9-78688C1B3FBC}" dt="2018-06-17T11:05:16.362" v="511" actId="20577"/>
          <ac:spMkLst>
            <pc:docMk/>
            <pc:sldMk cId="2756385053" sldId="263"/>
            <ac:spMk id="87" creationId="{F66440B0-FB1D-4CCB-8D5E-4183DED4F668}"/>
          </ac:spMkLst>
        </pc:spChg>
        <pc:spChg chg="add mod">
          <ac:chgData name="Hamilton Stott" userId="e28223afab1f786a" providerId="LiveId" clId="{94F69084-C5DB-4FEB-95C9-78688C1B3FBC}" dt="2018-06-17T11:05:27.258" v="514" actId="20577"/>
          <ac:spMkLst>
            <pc:docMk/>
            <pc:sldMk cId="2756385053" sldId="263"/>
            <ac:spMk id="88" creationId="{A2CE14A5-B53A-4BFC-BFAE-CFA7888EF0C5}"/>
          </ac:spMkLst>
        </pc:spChg>
        <pc:spChg chg="add mod">
          <ac:chgData name="Hamilton Stott" userId="e28223afab1f786a" providerId="LiveId" clId="{94F69084-C5DB-4FEB-95C9-78688C1B3FBC}" dt="2018-06-17T11:05:49.599" v="523" actId="20577"/>
          <ac:spMkLst>
            <pc:docMk/>
            <pc:sldMk cId="2756385053" sldId="263"/>
            <ac:spMk id="89" creationId="{FF468A83-1C4F-4244-B2B7-B14806ECCFE7}"/>
          </ac:spMkLst>
        </pc:spChg>
        <pc:spChg chg="add mod">
          <ac:chgData name="Hamilton Stott" userId="e28223afab1f786a" providerId="LiveId" clId="{94F69084-C5DB-4FEB-95C9-78688C1B3FBC}" dt="2018-06-17T11:04:31.574" v="488" actId="1076"/>
          <ac:spMkLst>
            <pc:docMk/>
            <pc:sldMk cId="2756385053" sldId="263"/>
            <ac:spMk id="90" creationId="{B4A88162-1A2B-4AC0-80BC-50BD1D8AFE0F}"/>
          </ac:spMkLst>
        </pc:spChg>
        <pc:grpChg chg="add del">
          <ac:chgData name="Hamilton Stott" userId="e28223afab1f786a" providerId="LiveId" clId="{94F69084-C5DB-4FEB-95C9-78688C1B3FBC}" dt="2018-06-17T11:04:25.871" v="486" actId="478"/>
          <ac:grpSpMkLst>
            <pc:docMk/>
            <pc:sldMk cId="2756385053" sldId="263"/>
            <ac:grpSpMk id="23" creationId="{BFC8500C-8598-4845-8399-0A456967E2F7}"/>
          </ac:grpSpMkLst>
        </pc:grpChg>
        <pc:grpChg chg="add del">
          <ac:chgData name="Hamilton Stott" userId="e28223afab1f786a" providerId="LiveId" clId="{94F69084-C5DB-4FEB-95C9-78688C1B3FBC}" dt="2018-06-17T11:04:25.871" v="486" actId="478"/>
          <ac:grpSpMkLst>
            <pc:docMk/>
            <pc:sldMk cId="2756385053" sldId="263"/>
            <ac:grpSpMk id="26" creationId="{1381C17F-9140-486E-95B6-701376E18B3D}"/>
          </ac:grpSpMkLst>
        </pc:grpChg>
        <pc:grpChg chg="add del">
          <ac:chgData name="Hamilton Stott" userId="e28223afab1f786a" providerId="LiveId" clId="{94F69084-C5DB-4FEB-95C9-78688C1B3FBC}" dt="2018-06-17T11:04:25.871" v="486" actId="478"/>
          <ac:grpSpMkLst>
            <pc:docMk/>
            <pc:sldMk cId="2756385053" sldId="263"/>
            <ac:grpSpMk id="31" creationId="{949C2F72-7716-4D94-83D6-2B74E6E173B9}"/>
          </ac:grpSpMkLst>
        </pc:grpChg>
        <pc:grpChg chg="add del">
          <ac:chgData name="Hamilton Stott" userId="e28223afab1f786a" providerId="LiveId" clId="{94F69084-C5DB-4FEB-95C9-78688C1B3FBC}" dt="2018-06-17T11:04:25.871" v="486" actId="478"/>
          <ac:grpSpMkLst>
            <pc:docMk/>
            <pc:sldMk cId="2756385053" sldId="263"/>
            <ac:grpSpMk id="41" creationId="{0F366046-4260-4C0B-B181-A8B1C426CAAA}"/>
          </ac:grpSpMkLst>
        </pc:grpChg>
        <pc:grpChg chg="add mod">
          <ac:chgData name="Hamilton Stott" userId="e28223afab1f786a" providerId="LiveId" clId="{94F69084-C5DB-4FEB-95C9-78688C1B3FBC}" dt="2018-06-17T11:04:31.574" v="488" actId="1076"/>
          <ac:grpSpMkLst>
            <pc:docMk/>
            <pc:sldMk cId="2756385053" sldId="263"/>
            <ac:grpSpMk id="62" creationId="{70D5FA48-AC96-4B28-983D-1227F6D47BB1}"/>
          </ac:grpSpMkLst>
        </pc:grpChg>
        <pc:grpChg chg="add mod">
          <ac:chgData name="Hamilton Stott" userId="e28223afab1f786a" providerId="LiveId" clId="{94F69084-C5DB-4FEB-95C9-78688C1B3FBC}" dt="2018-06-17T11:04:31.574" v="488" actId="1076"/>
          <ac:grpSpMkLst>
            <pc:docMk/>
            <pc:sldMk cId="2756385053" sldId="263"/>
            <ac:grpSpMk id="65" creationId="{CDDD6CDF-38F2-4DF3-869A-80F274E254D9}"/>
          </ac:grpSpMkLst>
        </pc:grpChg>
        <pc:grpChg chg="add mod">
          <ac:chgData name="Hamilton Stott" userId="e28223afab1f786a" providerId="LiveId" clId="{94F69084-C5DB-4FEB-95C9-78688C1B3FBC}" dt="2018-06-17T11:04:31.574" v="488" actId="1076"/>
          <ac:grpSpMkLst>
            <pc:docMk/>
            <pc:sldMk cId="2756385053" sldId="263"/>
            <ac:grpSpMk id="70" creationId="{E9319FD8-A5AB-46A1-B266-68F008BBB671}"/>
          </ac:grpSpMkLst>
        </pc:grpChg>
        <pc:grpChg chg="add mod">
          <ac:chgData name="Hamilton Stott" userId="e28223afab1f786a" providerId="LiveId" clId="{94F69084-C5DB-4FEB-95C9-78688C1B3FBC}" dt="2018-06-17T11:04:31.574" v="488" actId="1076"/>
          <ac:grpSpMkLst>
            <pc:docMk/>
            <pc:sldMk cId="2756385053" sldId="263"/>
            <ac:grpSpMk id="74" creationId="{DE003F6F-4290-4025-B2F5-14D6B068CF86}"/>
          </ac:grpSpMkLst>
        </pc:grpChg>
        <pc:cxnChg chg="add del">
          <ac:chgData name="Hamilton Stott" userId="e28223afab1f786a" providerId="LiveId" clId="{94F69084-C5DB-4FEB-95C9-78688C1B3FBC}" dt="2018-06-17T11:04:22.257" v="485" actId="478"/>
          <ac:cxnSpMkLst>
            <pc:docMk/>
            <pc:sldMk cId="2756385053" sldId="263"/>
            <ac:cxnSpMk id="15" creationId="{1BA2B774-B760-43E5-9BF4-42AEF5DA72EC}"/>
          </ac:cxnSpMkLst>
        </pc:cxnChg>
      </pc:sldChg>
      <pc:sldChg chg="addSp delSp modSp add delAnim">
        <pc:chgData name="Hamilton Stott" userId="e28223afab1f786a" providerId="LiveId" clId="{94F69084-C5DB-4FEB-95C9-78688C1B3FBC}" dt="2018-06-17T11:10:48.071" v="541" actId="1076"/>
        <pc:sldMkLst>
          <pc:docMk/>
          <pc:sldMk cId="846512127" sldId="264"/>
        </pc:sldMkLst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58" creationId="{04566B50-5929-4C80-8F00-56A41604C167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59" creationId="{A6657DB8-1DA0-489A-BE2C-C99CF3A8A144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60" creationId="{E5F724B8-BEF1-4385-A2FF-88EA7F4CB5AF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61" creationId="{5C3A965A-ED28-4D0A-ACF2-5C9EE9948BFD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68" creationId="{1CA82C95-2479-44DB-B514-7950E4766290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69" creationId="{12CCA1EF-C78F-42DF-B868-C80377AEB909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73" creationId="{5AD3305D-76A1-4BD9-AD3E-8FB8889A052D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77" creationId="{AC7CA37E-3F6B-4401-B1E3-50E5C8A894D4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78" creationId="{5343EA41-E511-4317-A0AB-1E4F757D4AF5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79" creationId="{2F8D940E-39D9-4EDB-A76D-4F9FB4B661AB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0" creationId="{DF621842-B5D9-4AD9-BAEF-97040E75AA92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1" creationId="{270CD380-0761-42BD-B58F-4B9FC9FD5A9E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2" creationId="{E741D4F9-A9AD-4ED7-B3FD-A04CF9A37C66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3" creationId="{F4977623-584B-4394-BA8B-959AF102CB72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4" creationId="{CFA5DD4D-396D-433C-AF17-0CD4555F89CF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5" creationId="{4DA3FA1A-E0AD-461B-BA59-FA21FFDE9F0A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6" creationId="{2DB089D1-E42D-4011-B44B-8D87067995D6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7" creationId="{F66440B0-FB1D-4CCB-8D5E-4183DED4F668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8" creationId="{A2CE14A5-B53A-4BFC-BFAE-CFA7888EF0C5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89" creationId="{FF468A83-1C4F-4244-B2B7-B14806ECCFE7}"/>
          </ac:spMkLst>
        </pc:spChg>
        <pc:spChg chg="del">
          <ac:chgData name="Hamilton Stott" userId="e28223afab1f786a" providerId="LiveId" clId="{94F69084-C5DB-4FEB-95C9-78688C1B3FBC}" dt="2018-06-17T11:09:18.297" v="533" actId="478"/>
          <ac:spMkLst>
            <pc:docMk/>
            <pc:sldMk cId="846512127" sldId="264"/>
            <ac:spMk id="90" creationId="{B4A88162-1A2B-4AC0-80BC-50BD1D8AFE0F}"/>
          </ac:spMkLst>
        </pc:spChg>
        <pc:grpChg chg="del">
          <ac:chgData name="Hamilton Stott" userId="e28223afab1f786a" providerId="LiveId" clId="{94F69084-C5DB-4FEB-95C9-78688C1B3FBC}" dt="2018-06-17T11:09:18.297" v="533" actId="478"/>
          <ac:grpSpMkLst>
            <pc:docMk/>
            <pc:sldMk cId="846512127" sldId="264"/>
            <ac:grpSpMk id="62" creationId="{70D5FA48-AC96-4B28-983D-1227F6D47BB1}"/>
          </ac:grpSpMkLst>
        </pc:grpChg>
        <pc:grpChg chg="del">
          <ac:chgData name="Hamilton Stott" userId="e28223afab1f786a" providerId="LiveId" clId="{94F69084-C5DB-4FEB-95C9-78688C1B3FBC}" dt="2018-06-17T11:09:18.297" v="533" actId="478"/>
          <ac:grpSpMkLst>
            <pc:docMk/>
            <pc:sldMk cId="846512127" sldId="264"/>
            <ac:grpSpMk id="65" creationId="{CDDD6CDF-38F2-4DF3-869A-80F274E254D9}"/>
          </ac:grpSpMkLst>
        </pc:grpChg>
        <pc:grpChg chg="del">
          <ac:chgData name="Hamilton Stott" userId="e28223afab1f786a" providerId="LiveId" clId="{94F69084-C5DB-4FEB-95C9-78688C1B3FBC}" dt="2018-06-17T11:09:18.297" v="533" actId="478"/>
          <ac:grpSpMkLst>
            <pc:docMk/>
            <pc:sldMk cId="846512127" sldId="264"/>
            <ac:grpSpMk id="70" creationId="{E9319FD8-A5AB-46A1-B266-68F008BBB671}"/>
          </ac:grpSpMkLst>
        </pc:grpChg>
        <pc:grpChg chg="del">
          <ac:chgData name="Hamilton Stott" userId="e28223afab1f786a" providerId="LiveId" clId="{94F69084-C5DB-4FEB-95C9-78688C1B3FBC}" dt="2018-06-17T11:09:18.297" v="533" actId="478"/>
          <ac:grpSpMkLst>
            <pc:docMk/>
            <pc:sldMk cId="846512127" sldId="264"/>
            <ac:grpSpMk id="74" creationId="{DE003F6F-4290-4025-B2F5-14D6B068CF86}"/>
          </ac:grpSpMkLst>
        </pc:grpChg>
        <pc:picChg chg="add mod">
          <ac:chgData name="Hamilton Stott" userId="e28223afab1f786a" providerId="LiveId" clId="{94F69084-C5DB-4FEB-95C9-78688C1B3FBC}" dt="2018-06-17T11:09:53.939" v="537" actId="1076"/>
          <ac:picMkLst>
            <pc:docMk/>
            <pc:sldMk cId="846512127" sldId="264"/>
            <ac:picMk id="2" creationId="{8EF70A56-4710-45F0-B4B5-0FC8CEABBF87}"/>
          </ac:picMkLst>
        </pc:picChg>
        <pc:picChg chg="add mod">
          <ac:chgData name="Hamilton Stott" userId="e28223afab1f786a" providerId="LiveId" clId="{94F69084-C5DB-4FEB-95C9-78688C1B3FBC}" dt="2018-06-17T11:10:48.071" v="541" actId="1076"/>
          <ac:picMkLst>
            <pc:docMk/>
            <pc:sldMk cId="846512127" sldId="264"/>
            <ac:picMk id="3" creationId="{E6A3ACF4-400F-43E2-AD6A-4542D84B47EF}"/>
          </ac:picMkLst>
        </pc:picChg>
      </pc:sldChg>
      <pc:sldChg chg="del">
        <pc:chgData name="Hamilton Stott" userId="e28223afab1f786a" providerId="LiveId" clId="{94F69084-C5DB-4FEB-95C9-78688C1B3FBC}" dt="2018-06-17T10:00:53.145" v="69" actId="2696"/>
        <pc:sldMkLst>
          <pc:docMk/>
          <pc:sldMk cId="1815406825" sldId="264"/>
        </pc:sldMkLst>
      </pc:sldChg>
      <pc:sldChg chg="del">
        <pc:chgData name="Hamilton Stott" userId="e28223afab1f786a" providerId="LiveId" clId="{94F69084-C5DB-4FEB-95C9-78688C1B3FBC}" dt="2018-06-17T10:00:53.123" v="66" actId="2696"/>
        <pc:sldMkLst>
          <pc:docMk/>
          <pc:sldMk cId="399574920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63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59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63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73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3641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How is factorising similar to distribution</a:t>
            </a:r>
            <a:endParaRPr lang="en-AU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251D80-E62A-412B-BD14-A02A5D580277}"/>
              </a:ext>
            </a:extLst>
          </p:cNvPr>
          <p:cNvSpPr txBox="1"/>
          <p:nvPr/>
        </p:nvSpPr>
        <p:spPr>
          <a:xfrm>
            <a:off x="2492317" y="1431960"/>
            <a:ext cx="5945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Factorising is the opposite of distribution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CA0DC1-0E07-4E96-B722-6244DAFD8A54}"/>
              </a:ext>
            </a:extLst>
          </p:cNvPr>
          <p:cNvSpPr/>
          <p:nvPr/>
        </p:nvSpPr>
        <p:spPr>
          <a:xfrm>
            <a:off x="2399969" y="213993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i="1" dirty="0">
                <a:solidFill>
                  <a:prstClr val="black"/>
                </a:solidFill>
              </a:rPr>
              <a:t>	</a:t>
            </a:r>
            <a:r>
              <a:rPr lang="en-AU" sz="2800" i="1" dirty="0">
                <a:solidFill>
                  <a:srgbClr val="0070C0"/>
                </a:solidFill>
              </a:rPr>
              <a:t>a(</a:t>
            </a:r>
            <a:r>
              <a:rPr lang="en-AU" sz="2800" i="1" dirty="0" err="1">
                <a:solidFill>
                  <a:srgbClr val="0070C0"/>
                </a:solidFill>
              </a:rPr>
              <a:t>b+c</a:t>
            </a:r>
            <a:r>
              <a:rPr lang="en-AU" sz="2800" i="1" dirty="0">
                <a:solidFill>
                  <a:srgbClr val="0070C0"/>
                </a:solidFill>
              </a:rPr>
              <a:t>)	 	= a x b + a x c </a:t>
            </a:r>
          </a:p>
          <a:p>
            <a:r>
              <a:rPr lang="en-AU" sz="2800" i="1" dirty="0">
                <a:solidFill>
                  <a:srgbClr val="0070C0"/>
                </a:solidFill>
              </a:rPr>
              <a:t>		 	= ab + ac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D41507-B660-4E12-95E1-760DBE2DACEB}"/>
              </a:ext>
            </a:extLst>
          </p:cNvPr>
          <p:cNvSpPr txBox="1"/>
          <p:nvPr/>
        </p:nvSpPr>
        <p:spPr>
          <a:xfrm>
            <a:off x="7411721" y="2155326"/>
            <a:ext cx="1825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Distribution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AFA12D-FD6F-4668-8A9E-065E54E0A104}"/>
              </a:ext>
            </a:extLst>
          </p:cNvPr>
          <p:cNvSpPr txBox="1"/>
          <p:nvPr/>
        </p:nvSpPr>
        <p:spPr>
          <a:xfrm>
            <a:off x="2597395" y="3516310"/>
            <a:ext cx="6095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1: Find the highest common factor (HCF)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A7F304-7F61-4EE8-9189-A271BE905FCB}"/>
              </a:ext>
            </a:extLst>
          </p:cNvPr>
          <p:cNvSpPr txBox="1"/>
          <p:nvPr/>
        </p:nvSpPr>
        <p:spPr>
          <a:xfrm>
            <a:off x="2597395" y="3977975"/>
            <a:ext cx="575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2: Write the HCF outside brackets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7560FC-AC4E-4226-9CF7-B0777B9A00B5}"/>
              </a:ext>
            </a:extLst>
          </p:cNvPr>
          <p:cNvSpPr txBox="1"/>
          <p:nvPr/>
        </p:nvSpPr>
        <p:spPr>
          <a:xfrm>
            <a:off x="2597395" y="4439640"/>
            <a:ext cx="575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3: Divide the terms by the HCF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3A355E-8F04-4438-9549-0B916427C1BD}"/>
              </a:ext>
            </a:extLst>
          </p:cNvPr>
          <p:cNvSpPr txBox="1"/>
          <p:nvPr/>
        </p:nvSpPr>
        <p:spPr>
          <a:xfrm>
            <a:off x="2597395" y="4901305"/>
            <a:ext cx="575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4: Write the result inside the brackets</a:t>
            </a:r>
          </a:p>
        </p:txBody>
      </p:sp>
    </p:spTree>
    <p:extLst>
      <p:ext uri="{BB962C8B-B14F-4D97-AF65-F5344CB8AC3E}">
        <p14:creationId xmlns:p14="http://schemas.microsoft.com/office/powerpoint/2010/main" val="352017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358993" y="778052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How is factorising similar to distribution</a:t>
            </a:r>
            <a:endParaRPr lang="en-AU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AFA12D-FD6F-4668-8A9E-065E54E0A104}"/>
              </a:ext>
            </a:extLst>
          </p:cNvPr>
          <p:cNvSpPr txBox="1"/>
          <p:nvPr/>
        </p:nvSpPr>
        <p:spPr>
          <a:xfrm>
            <a:off x="5164227" y="1497503"/>
            <a:ext cx="6889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Step 1: Find the highest common factor (HCF)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A7F304-7F61-4EE8-9189-A271BE905FCB}"/>
              </a:ext>
            </a:extLst>
          </p:cNvPr>
          <p:cNvSpPr txBox="1"/>
          <p:nvPr/>
        </p:nvSpPr>
        <p:spPr>
          <a:xfrm>
            <a:off x="5164226" y="2551693"/>
            <a:ext cx="5756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Step 2: Write the HCF outside brackets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7560FC-AC4E-4226-9CF7-B0777B9A00B5}"/>
              </a:ext>
            </a:extLst>
          </p:cNvPr>
          <p:cNvSpPr txBox="1"/>
          <p:nvPr/>
        </p:nvSpPr>
        <p:spPr>
          <a:xfrm>
            <a:off x="5164225" y="3579645"/>
            <a:ext cx="5756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Step 3: Divide the terms by the HCF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3A355E-8F04-4438-9549-0B916427C1BD}"/>
              </a:ext>
            </a:extLst>
          </p:cNvPr>
          <p:cNvSpPr txBox="1"/>
          <p:nvPr/>
        </p:nvSpPr>
        <p:spPr>
          <a:xfrm>
            <a:off x="5164224" y="4595451"/>
            <a:ext cx="57568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Step 4: Write the result inside the brackets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657B1F-C1F1-4793-A606-6240C1EDDA8F}"/>
              </a:ext>
            </a:extLst>
          </p:cNvPr>
          <p:cNvSpPr txBox="1"/>
          <p:nvPr/>
        </p:nvSpPr>
        <p:spPr>
          <a:xfrm>
            <a:off x="2618178" y="1519313"/>
            <a:ext cx="2504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3x + 6    HCF = 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249E2-BC0E-4B43-9E38-8602EFAEF0ED}"/>
              </a:ext>
            </a:extLst>
          </p:cNvPr>
          <p:cNvSpPr txBox="1"/>
          <p:nvPr/>
        </p:nvSpPr>
        <p:spPr>
          <a:xfrm>
            <a:off x="2618179" y="2554941"/>
            <a:ext cx="1413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3(          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B4A2CC-8647-43ED-95C8-6CFC67D9AE1F}"/>
              </a:ext>
            </a:extLst>
          </p:cNvPr>
          <p:cNvSpPr txBox="1"/>
          <p:nvPr/>
        </p:nvSpPr>
        <p:spPr>
          <a:xfrm>
            <a:off x="2618178" y="3429000"/>
            <a:ext cx="24317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3x ÷ 3 = x</a:t>
            </a:r>
          </a:p>
          <a:p>
            <a:r>
              <a:rPr lang="en-AU" sz="2800" dirty="0"/>
              <a:t>6 ÷ 3 =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3AA608-A256-4E56-B2E2-E1EFAE86A452}"/>
              </a:ext>
            </a:extLst>
          </p:cNvPr>
          <p:cNvSpPr txBox="1"/>
          <p:nvPr/>
        </p:nvSpPr>
        <p:spPr>
          <a:xfrm>
            <a:off x="2618179" y="4615273"/>
            <a:ext cx="1413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3(x + 2 )</a:t>
            </a:r>
          </a:p>
        </p:txBody>
      </p:sp>
    </p:spTree>
    <p:extLst>
      <p:ext uri="{BB962C8B-B14F-4D97-AF65-F5344CB8AC3E}">
        <p14:creationId xmlns:p14="http://schemas.microsoft.com/office/powerpoint/2010/main" val="349850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Rounded Rectangle 49">
            <a:extLst>
              <a:ext uri="{FF2B5EF4-FFF2-40B4-BE49-F238E27FC236}">
                <a16:creationId xmlns:a16="http://schemas.microsoft.com/office/drawing/2014/main" id="{DC90A7DA-2DC1-4909-8806-4490CD18D99A}"/>
              </a:ext>
            </a:extLst>
          </p:cNvPr>
          <p:cNvSpPr/>
          <p:nvPr/>
        </p:nvSpPr>
        <p:spPr>
          <a:xfrm>
            <a:off x="2542351" y="1303330"/>
            <a:ext cx="8568952" cy="5152446"/>
          </a:xfrm>
          <a:prstGeom prst="roundRect">
            <a:avLst>
              <a:gd name="adj" fmla="val 4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ounded Rectangle 107">
            <a:extLst>
              <a:ext uri="{FF2B5EF4-FFF2-40B4-BE49-F238E27FC236}">
                <a16:creationId xmlns:a16="http://schemas.microsoft.com/office/drawing/2014/main" id="{722D0E65-5482-498B-B80B-C261E0523CD7}"/>
              </a:ext>
            </a:extLst>
          </p:cNvPr>
          <p:cNvSpPr/>
          <p:nvPr/>
        </p:nvSpPr>
        <p:spPr>
          <a:xfrm>
            <a:off x="3002972" y="1396250"/>
            <a:ext cx="7659586" cy="500742"/>
          </a:xfrm>
          <a:prstGeom prst="roundRect">
            <a:avLst>
              <a:gd name="adj" fmla="val 354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ounded Rectangle 105">
            <a:extLst>
              <a:ext uri="{FF2B5EF4-FFF2-40B4-BE49-F238E27FC236}">
                <a16:creationId xmlns:a16="http://schemas.microsoft.com/office/drawing/2014/main" id="{355D58E8-12D5-4EC6-92F7-2D0B63CEE9DA}"/>
              </a:ext>
            </a:extLst>
          </p:cNvPr>
          <p:cNvSpPr/>
          <p:nvPr/>
        </p:nvSpPr>
        <p:spPr>
          <a:xfrm>
            <a:off x="5193970" y="2813627"/>
            <a:ext cx="3265714" cy="1793175"/>
          </a:xfrm>
          <a:prstGeom prst="roundRect">
            <a:avLst>
              <a:gd name="adj" fmla="val 160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C61AAC-28E7-4571-8753-71CFBD8B9879}"/>
              </a:ext>
            </a:extLst>
          </p:cNvPr>
          <p:cNvSpPr txBox="1"/>
          <p:nvPr/>
        </p:nvSpPr>
        <p:spPr>
          <a:xfrm>
            <a:off x="2629963" y="1431178"/>
            <a:ext cx="83937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latin typeface="Arial" pitchFamily="34" charset="0"/>
                <a:cs typeface="Arial" pitchFamily="34" charset="0"/>
              </a:rPr>
              <a:t>Example 1:     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Factorise 12n + 20n</a:t>
            </a:r>
          </a:p>
        </p:txBody>
      </p:sp>
      <p:grpSp>
        <p:nvGrpSpPr>
          <p:cNvPr id="23" name="Group 104">
            <a:extLst>
              <a:ext uri="{FF2B5EF4-FFF2-40B4-BE49-F238E27FC236}">
                <a16:creationId xmlns:a16="http://schemas.microsoft.com/office/drawing/2014/main" id="{BFC8500C-8598-4845-8399-0A456967E2F7}"/>
              </a:ext>
            </a:extLst>
          </p:cNvPr>
          <p:cNvGrpSpPr/>
          <p:nvPr/>
        </p:nvGrpSpPr>
        <p:grpSpPr>
          <a:xfrm>
            <a:off x="3326883" y="5681184"/>
            <a:ext cx="6999889" cy="682831"/>
            <a:chOff x="1072056" y="5366344"/>
            <a:chExt cx="6999889" cy="682831"/>
          </a:xfrm>
        </p:grpSpPr>
        <p:sp>
          <p:nvSpPr>
            <p:cNvPr id="24" name="Rounded Rectangle 50">
              <a:extLst>
                <a:ext uri="{FF2B5EF4-FFF2-40B4-BE49-F238E27FC236}">
                  <a16:creationId xmlns:a16="http://schemas.microsoft.com/office/drawing/2014/main" id="{22AEFEA8-427E-4C3C-BB73-CD9E9816C24B}"/>
                </a:ext>
              </a:extLst>
            </p:cNvPr>
            <p:cNvSpPr/>
            <p:nvPr/>
          </p:nvSpPr>
          <p:spPr>
            <a:xfrm>
              <a:off x="1072056" y="5366344"/>
              <a:ext cx="6999889" cy="682831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C71E8FD-3C34-42B5-9932-95BE2939C792}"/>
                </a:ext>
              </a:extLst>
            </p:cNvPr>
            <p:cNvSpPr txBox="1"/>
            <p:nvPr/>
          </p:nvSpPr>
          <p:spPr>
            <a:xfrm>
              <a:off x="1363718" y="5384594"/>
              <a:ext cx="6416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4n(3  +  5)</a:t>
              </a:r>
            </a:p>
          </p:txBody>
        </p:sp>
      </p:grpSp>
      <p:grpSp>
        <p:nvGrpSpPr>
          <p:cNvPr id="26" name="Group 100">
            <a:extLst>
              <a:ext uri="{FF2B5EF4-FFF2-40B4-BE49-F238E27FC236}">
                <a16:creationId xmlns:a16="http://schemas.microsoft.com/office/drawing/2014/main" id="{1381C17F-9140-486E-95B6-701376E18B3D}"/>
              </a:ext>
            </a:extLst>
          </p:cNvPr>
          <p:cNvGrpSpPr/>
          <p:nvPr/>
        </p:nvGrpSpPr>
        <p:grpSpPr>
          <a:xfrm>
            <a:off x="4628143" y="1991911"/>
            <a:ext cx="4397368" cy="497706"/>
            <a:chOff x="392996" y="1563640"/>
            <a:chExt cx="2486307" cy="649340"/>
          </a:xfrm>
        </p:grpSpPr>
        <p:sp>
          <p:nvSpPr>
            <p:cNvPr id="27" name="Rounded Rectangle 40">
              <a:extLst>
                <a:ext uri="{FF2B5EF4-FFF2-40B4-BE49-F238E27FC236}">
                  <a16:creationId xmlns:a16="http://schemas.microsoft.com/office/drawing/2014/main" id="{0A43AA49-10A9-4A84-A209-DBF92861AB86}"/>
                </a:ext>
              </a:extLst>
            </p:cNvPr>
            <p:cNvSpPr/>
            <p:nvPr/>
          </p:nvSpPr>
          <p:spPr>
            <a:xfrm>
              <a:off x="392996" y="1563640"/>
              <a:ext cx="2486307" cy="649340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C02352-A9B3-4082-B69E-0B2F43E3F337}"/>
                </a:ext>
              </a:extLst>
            </p:cNvPr>
            <p:cNvSpPr txBox="1"/>
            <p:nvPr/>
          </p:nvSpPr>
          <p:spPr>
            <a:xfrm>
              <a:off x="482517" y="1667460"/>
              <a:ext cx="2307265" cy="441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First draw a pair of brackets.</a:t>
              </a:r>
            </a:p>
          </p:txBody>
        </p:sp>
      </p:grpSp>
      <p:sp>
        <p:nvSpPr>
          <p:cNvPr id="29" name="Rounded Rectangle 42">
            <a:extLst>
              <a:ext uri="{FF2B5EF4-FFF2-40B4-BE49-F238E27FC236}">
                <a16:creationId xmlns:a16="http://schemas.microsoft.com/office/drawing/2014/main" id="{96AE187E-CB0E-4B3C-B002-56C1BAAB69AE}"/>
              </a:ext>
            </a:extLst>
          </p:cNvPr>
          <p:cNvSpPr/>
          <p:nvPr/>
        </p:nvSpPr>
        <p:spPr>
          <a:xfrm>
            <a:off x="2647823" y="2606323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ounded Rectangle 47">
            <a:extLst>
              <a:ext uri="{FF2B5EF4-FFF2-40B4-BE49-F238E27FC236}">
                <a16:creationId xmlns:a16="http://schemas.microsoft.com/office/drawing/2014/main" id="{64330E29-1015-4493-951B-5ECF4F4DA30F}"/>
              </a:ext>
            </a:extLst>
          </p:cNvPr>
          <p:cNvSpPr/>
          <p:nvPr/>
        </p:nvSpPr>
        <p:spPr>
          <a:xfrm>
            <a:off x="2647823" y="3637339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1" name="Group 102">
            <a:extLst>
              <a:ext uri="{FF2B5EF4-FFF2-40B4-BE49-F238E27FC236}">
                <a16:creationId xmlns:a16="http://schemas.microsoft.com/office/drawing/2014/main" id="{949C2F72-7716-4D94-83D6-2B74E6E173B9}"/>
              </a:ext>
            </a:extLst>
          </p:cNvPr>
          <p:cNvGrpSpPr/>
          <p:nvPr/>
        </p:nvGrpSpPr>
        <p:grpSpPr>
          <a:xfrm>
            <a:off x="2647823" y="4677691"/>
            <a:ext cx="2486307" cy="873336"/>
            <a:chOff x="392996" y="4424448"/>
            <a:chExt cx="2486307" cy="649340"/>
          </a:xfrm>
        </p:grpSpPr>
        <p:sp>
          <p:nvSpPr>
            <p:cNvPr id="38" name="Rounded Rectangle 52">
              <a:extLst>
                <a:ext uri="{FF2B5EF4-FFF2-40B4-BE49-F238E27FC236}">
                  <a16:creationId xmlns:a16="http://schemas.microsoft.com/office/drawing/2014/main" id="{1DB5362B-B241-46BB-BFF1-D65F343DC2A5}"/>
                </a:ext>
              </a:extLst>
            </p:cNvPr>
            <p:cNvSpPr/>
            <p:nvPr/>
          </p:nvSpPr>
          <p:spPr>
            <a:xfrm>
              <a:off x="392996" y="4424448"/>
              <a:ext cx="2486307" cy="649340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574A86C-917E-4D98-8777-AF7C12E9D9A2}"/>
                </a:ext>
              </a:extLst>
            </p:cNvPr>
            <p:cNvSpPr txBox="1"/>
            <p:nvPr/>
          </p:nvSpPr>
          <p:spPr>
            <a:xfrm>
              <a:off x="482517" y="4474513"/>
              <a:ext cx="2307265" cy="549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Divide each term by </a:t>
              </a:r>
              <a:r>
                <a:rPr lang="en-GB" sz="1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lang="en-GB" sz="1400" b="1" dirty="0">
                  <a:latin typeface="Arial" pitchFamily="34" charset="0"/>
                  <a:cs typeface="Arial" pitchFamily="34" charset="0"/>
                </a:rPr>
                <a:t> and write these inside the brackets.</a:t>
              </a:r>
              <a:endPara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0" name="Rounded Rectangle 88">
            <a:extLst>
              <a:ext uri="{FF2B5EF4-FFF2-40B4-BE49-F238E27FC236}">
                <a16:creationId xmlns:a16="http://schemas.microsoft.com/office/drawing/2014/main" id="{79D4A212-75A0-4DB1-A229-9439CE577B08}"/>
              </a:ext>
            </a:extLst>
          </p:cNvPr>
          <p:cNvSpPr/>
          <p:nvPr/>
        </p:nvSpPr>
        <p:spPr>
          <a:xfrm>
            <a:off x="8519524" y="2606323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1" name="Group 103">
            <a:extLst>
              <a:ext uri="{FF2B5EF4-FFF2-40B4-BE49-F238E27FC236}">
                <a16:creationId xmlns:a16="http://schemas.microsoft.com/office/drawing/2014/main" id="{0F366046-4260-4C0B-B181-A8B1C426CAAA}"/>
              </a:ext>
            </a:extLst>
          </p:cNvPr>
          <p:cNvGrpSpPr/>
          <p:nvPr/>
        </p:nvGrpSpPr>
        <p:grpSpPr>
          <a:xfrm>
            <a:off x="8519524" y="4677688"/>
            <a:ext cx="2486307" cy="873336"/>
            <a:chOff x="6264697" y="4424453"/>
            <a:chExt cx="2486307" cy="649341"/>
          </a:xfrm>
        </p:grpSpPr>
        <p:sp>
          <p:nvSpPr>
            <p:cNvPr id="42" name="Rounded Rectangle 70">
              <a:extLst>
                <a:ext uri="{FF2B5EF4-FFF2-40B4-BE49-F238E27FC236}">
                  <a16:creationId xmlns:a16="http://schemas.microsoft.com/office/drawing/2014/main" id="{2DED99F7-F5A1-4810-B775-061CB23A983D}"/>
                </a:ext>
              </a:extLst>
            </p:cNvPr>
            <p:cNvSpPr/>
            <p:nvPr/>
          </p:nvSpPr>
          <p:spPr>
            <a:xfrm>
              <a:off x="6264697" y="4424453"/>
              <a:ext cx="2486307" cy="649341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10708B3-25DF-4735-A607-184A02CE73C0}"/>
                </a:ext>
              </a:extLst>
            </p:cNvPr>
            <p:cNvSpPr txBox="1"/>
            <p:nvPr/>
          </p:nvSpPr>
          <p:spPr>
            <a:xfrm>
              <a:off x="6354218" y="4474519"/>
              <a:ext cx="2307265" cy="549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Divide each term inside the brackets</a:t>
              </a:r>
            </a:p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by </a:t>
              </a:r>
              <a:r>
                <a:rPr lang="en-GB" sz="1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n</a:t>
              </a:r>
              <a:r>
                <a:rPr lang="en-GB" sz="1400" b="1" dirty="0">
                  <a:latin typeface="Arial" pitchFamily="34" charset="0"/>
                  <a:cs typeface="Arial" pitchFamily="34" charset="0"/>
                </a:rPr>
                <a:t>.</a:t>
              </a:r>
              <a:endPara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E3EB391-2B33-45CA-8C6B-91803E179C7C}"/>
              </a:ext>
            </a:extLst>
          </p:cNvPr>
          <p:cNvSpPr txBox="1"/>
          <p:nvPr/>
        </p:nvSpPr>
        <p:spPr>
          <a:xfrm>
            <a:off x="5791432" y="5223137"/>
            <a:ext cx="210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rgbClr val="663300"/>
                </a:solidFill>
                <a:latin typeface="Arial" pitchFamily="34" charset="0"/>
                <a:cs typeface="Arial" pitchFamily="34" charset="0"/>
              </a:rPr>
              <a:t>So the answer is: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51178C-885D-40C7-AE57-911F32805523}"/>
              </a:ext>
            </a:extLst>
          </p:cNvPr>
          <p:cNvSpPr txBox="1"/>
          <p:nvPr/>
        </p:nvSpPr>
        <p:spPr>
          <a:xfrm>
            <a:off x="2737344" y="2681683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Look to see if any of the </a:t>
            </a:r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numbers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have a common factor.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5AFAC6-225F-4C50-A00A-31397DFF23DF}"/>
              </a:ext>
            </a:extLst>
          </p:cNvPr>
          <p:cNvSpPr txBox="1"/>
          <p:nvPr/>
        </p:nvSpPr>
        <p:spPr>
          <a:xfrm>
            <a:off x="2737344" y="3712699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is a factor of both 12 and 20, so write this outside the brackets.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8D980A-D8AE-4075-BA78-1B6D076DB0BC}"/>
              </a:ext>
            </a:extLst>
          </p:cNvPr>
          <p:cNvSpPr txBox="1"/>
          <p:nvPr/>
        </p:nvSpPr>
        <p:spPr>
          <a:xfrm>
            <a:off x="8609045" y="2681683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Look to see if any of the </a:t>
            </a:r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letters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have a</a:t>
            </a:r>
          </a:p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common factor.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6D210E-ED7F-4E63-BB88-BBF79210508F}"/>
              </a:ext>
            </a:extLst>
          </p:cNvPr>
          <p:cNvSpPr txBox="1"/>
          <p:nvPr/>
        </p:nvSpPr>
        <p:spPr>
          <a:xfrm>
            <a:off x="5781295" y="2831040"/>
            <a:ext cx="255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 (                 )</a:t>
            </a:r>
          </a:p>
        </p:txBody>
      </p:sp>
      <p:sp>
        <p:nvSpPr>
          <p:cNvPr id="49" name="Rounded Rectangle 44">
            <a:extLst>
              <a:ext uri="{FF2B5EF4-FFF2-40B4-BE49-F238E27FC236}">
                <a16:creationId xmlns:a16="http://schemas.microsoft.com/office/drawing/2014/main" id="{D3A0617C-8AD6-4499-A753-F5B9DE73D13B}"/>
              </a:ext>
            </a:extLst>
          </p:cNvPr>
          <p:cNvSpPr/>
          <p:nvPr/>
        </p:nvSpPr>
        <p:spPr>
          <a:xfrm>
            <a:off x="8519524" y="3637339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400E9B-690A-46BF-A69E-44FE685C7D42}"/>
              </a:ext>
            </a:extLst>
          </p:cNvPr>
          <p:cNvSpPr txBox="1"/>
          <p:nvPr/>
        </p:nvSpPr>
        <p:spPr>
          <a:xfrm>
            <a:off x="8609045" y="3712699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is a common factor, so write this outside the brackets.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F406C7-7B5A-48BF-8B45-01432BE75058}"/>
              </a:ext>
            </a:extLst>
          </p:cNvPr>
          <p:cNvSpPr txBox="1"/>
          <p:nvPr/>
        </p:nvSpPr>
        <p:spPr>
          <a:xfrm>
            <a:off x="5380438" y="2831040"/>
            <a:ext cx="457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1C9E80-9EA6-463A-B897-B294ABB03F46}"/>
              </a:ext>
            </a:extLst>
          </p:cNvPr>
          <p:cNvSpPr txBox="1"/>
          <p:nvPr/>
        </p:nvSpPr>
        <p:spPr>
          <a:xfrm>
            <a:off x="6146343" y="2831040"/>
            <a:ext cx="192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3n  +  5n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F83D2F-82CA-48EF-A156-C79D6D5C51EB}"/>
              </a:ext>
            </a:extLst>
          </p:cNvPr>
          <p:cNvSpPr txBox="1"/>
          <p:nvPr/>
        </p:nvSpPr>
        <p:spPr>
          <a:xfrm>
            <a:off x="5784833" y="3844713"/>
            <a:ext cx="255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 (                 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CAB913-8D86-4EE5-80A6-734172B21941}"/>
              </a:ext>
            </a:extLst>
          </p:cNvPr>
          <p:cNvSpPr txBox="1"/>
          <p:nvPr/>
        </p:nvSpPr>
        <p:spPr>
          <a:xfrm>
            <a:off x="5383976" y="3844713"/>
            <a:ext cx="457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5646EC-A2EE-41B1-87D6-91D4D3759C10}"/>
              </a:ext>
            </a:extLst>
          </p:cNvPr>
          <p:cNvSpPr txBox="1"/>
          <p:nvPr/>
        </p:nvSpPr>
        <p:spPr>
          <a:xfrm>
            <a:off x="5674594" y="3844713"/>
            <a:ext cx="62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itchFamily="34" charset="0"/>
                <a:cs typeface="Arial" pitchFamily="34" charset="0"/>
              </a:rPr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7ADEE2-A197-4CC7-9E53-6E3BEDAEF002}"/>
              </a:ext>
            </a:extLst>
          </p:cNvPr>
          <p:cNvSpPr txBox="1"/>
          <p:nvPr/>
        </p:nvSpPr>
        <p:spPr>
          <a:xfrm>
            <a:off x="6149881" y="3844713"/>
            <a:ext cx="192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3  +  5</a:t>
            </a:r>
          </a:p>
        </p:txBody>
      </p:sp>
      <p:sp>
        <p:nvSpPr>
          <p:cNvPr id="57" name="Down Arrow 66">
            <a:extLst>
              <a:ext uri="{FF2B5EF4-FFF2-40B4-BE49-F238E27FC236}">
                <a16:creationId xmlns:a16="http://schemas.microsoft.com/office/drawing/2014/main" id="{B08687AF-4382-4634-B164-2E3DD913CECB}"/>
              </a:ext>
            </a:extLst>
          </p:cNvPr>
          <p:cNvSpPr/>
          <p:nvPr/>
        </p:nvSpPr>
        <p:spPr>
          <a:xfrm>
            <a:off x="6422790" y="3491141"/>
            <a:ext cx="1137684" cy="308344"/>
          </a:xfrm>
          <a:prstGeom prst="downArrow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8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/>
      <p:bldP spid="29" grpId="0" animBg="1"/>
      <p:bldP spid="30" grpId="0" animBg="1"/>
      <p:bldP spid="40" grpId="0" animBg="1"/>
      <p:bldP spid="44" grpId="0"/>
      <p:bldP spid="45" grpId="0"/>
      <p:bldP spid="46" grpId="0"/>
      <p:bldP spid="47" grpId="0"/>
      <p:bldP spid="48" grpId="0"/>
      <p:bldP spid="49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58" name="Rounded Rectangle 49">
            <a:extLst>
              <a:ext uri="{FF2B5EF4-FFF2-40B4-BE49-F238E27FC236}">
                <a16:creationId xmlns:a16="http://schemas.microsoft.com/office/drawing/2014/main" id="{04566B50-5929-4C80-8F00-56A41604C167}"/>
              </a:ext>
            </a:extLst>
          </p:cNvPr>
          <p:cNvSpPr/>
          <p:nvPr/>
        </p:nvSpPr>
        <p:spPr>
          <a:xfrm>
            <a:off x="2667042" y="1303330"/>
            <a:ext cx="8568952" cy="5152446"/>
          </a:xfrm>
          <a:prstGeom prst="roundRect">
            <a:avLst>
              <a:gd name="adj" fmla="val 48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Rounded Rectangle 107">
            <a:extLst>
              <a:ext uri="{FF2B5EF4-FFF2-40B4-BE49-F238E27FC236}">
                <a16:creationId xmlns:a16="http://schemas.microsoft.com/office/drawing/2014/main" id="{A6657DB8-1DA0-489A-BE2C-C99CF3A8A144}"/>
              </a:ext>
            </a:extLst>
          </p:cNvPr>
          <p:cNvSpPr/>
          <p:nvPr/>
        </p:nvSpPr>
        <p:spPr>
          <a:xfrm>
            <a:off x="3127663" y="1396250"/>
            <a:ext cx="7659586" cy="500742"/>
          </a:xfrm>
          <a:prstGeom prst="roundRect">
            <a:avLst>
              <a:gd name="adj" fmla="val 354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Rounded Rectangle 105">
            <a:extLst>
              <a:ext uri="{FF2B5EF4-FFF2-40B4-BE49-F238E27FC236}">
                <a16:creationId xmlns:a16="http://schemas.microsoft.com/office/drawing/2014/main" id="{E5F724B8-BEF1-4385-A2FF-88EA7F4CB5AF}"/>
              </a:ext>
            </a:extLst>
          </p:cNvPr>
          <p:cNvSpPr/>
          <p:nvPr/>
        </p:nvSpPr>
        <p:spPr>
          <a:xfrm>
            <a:off x="5318661" y="2813627"/>
            <a:ext cx="3265714" cy="1793175"/>
          </a:xfrm>
          <a:prstGeom prst="roundRect">
            <a:avLst>
              <a:gd name="adj" fmla="val 160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3A965A-ED28-4D0A-ACF2-5C9EE9948BFD}"/>
              </a:ext>
            </a:extLst>
          </p:cNvPr>
          <p:cNvSpPr txBox="1"/>
          <p:nvPr/>
        </p:nvSpPr>
        <p:spPr>
          <a:xfrm>
            <a:off x="2754654" y="1431178"/>
            <a:ext cx="83937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latin typeface="Arial" pitchFamily="34" charset="0"/>
                <a:cs typeface="Arial" pitchFamily="34" charset="0"/>
              </a:rPr>
              <a:t>Example 2:     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Factorise 6ab + 4b</a:t>
            </a:r>
          </a:p>
        </p:txBody>
      </p:sp>
      <p:grpSp>
        <p:nvGrpSpPr>
          <p:cNvPr id="62" name="Group 104">
            <a:extLst>
              <a:ext uri="{FF2B5EF4-FFF2-40B4-BE49-F238E27FC236}">
                <a16:creationId xmlns:a16="http://schemas.microsoft.com/office/drawing/2014/main" id="{70D5FA48-AC96-4B28-983D-1227F6D47BB1}"/>
              </a:ext>
            </a:extLst>
          </p:cNvPr>
          <p:cNvGrpSpPr/>
          <p:nvPr/>
        </p:nvGrpSpPr>
        <p:grpSpPr>
          <a:xfrm>
            <a:off x="3451574" y="5681184"/>
            <a:ext cx="6999889" cy="682831"/>
            <a:chOff x="1072056" y="5366344"/>
            <a:chExt cx="6999889" cy="682831"/>
          </a:xfrm>
        </p:grpSpPr>
        <p:sp>
          <p:nvSpPr>
            <p:cNvPr id="63" name="Rounded Rectangle 50">
              <a:extLst>
                <a:ext uri="{FF2B5EF4-FFF2-40B4-BE49-F238E27FC236}">
                  <a16:creationId xmlns:a16="http://schemas.microsoft.com/office/drawing/2014/main" id="{E3F1E603-59F2-4A11-B984-969DF8CFEDE3}"/>
                </a:ext>
              </a:extLst>
            </p:cNvPr>
            <p:cNvSpPr/>
            <p:nvPr/>
          </p:nvSpPr>
          <p:spPr>
            <a:xfrm>
              <a:off x="1072056" y="5366344"/>
              <a:ext cx="6999889" cy="682831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2FF48FF-9AD1-4BE6-80BF-32FB0759B7F5}"/>
                </a:ext>
              </a:extLst>
            </p:cNvPr>
            <p:cNvSpPr txBox="1"/>
            <p:nvPr/>
          </p:nvSpPr>
          <p:spPr>
            <a:xfrm>
              <a:off x="1363718" y="5384594"/>
              <a:ext cx="6416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2b(3a  +  2)</a:t>
              </a:r>
            </a:p>
          </p:txBody>
        </p:sp>
      </p:grpSp>
      <p:grpSp>
        <p:nvGrpSpPr>
          <p:cNvPr id="65" name="Group 100">
            <a:extLst>
              <a:ext uri="{FF2B5EF4-FFF2-40B4-BE49-F238E27FC236}">
                <a16:creationId xmlns:a16="http://schemas.microsoft.com/office/drawing/2014/main" id="{CDDD6CDF-38F2-4DF3-869A-80F274E254D9}"/>
              </a:ext>
            </a:extLst>
          </p:cNvPr>
          <p:cNvGrpSpPr/>
          <p:nvPr/>
        </p:nvGrpSpPr>
        <p:grpSpPr>
          <a:xfrm>
            <a:off x="4752834" y="1991911"/>
            <a:ext cx="4397368" cy="497706"/>
            <a:chOff x="392996" y="1563640"/>
            <a:chExt cx="2486307" cy="649340"/>
          </a:xfrm>
        </p:grpSpPr>
        <p:sp>
          <p:nvSpPr>
            <p:cNvPr id="66" name="Rounded Rectangle 40">
              <a:extLst>
                <a:ext uri="{FF2B5EF4-FFF2-40B4-BE49-F238E27FC236}">
                  <a16:creationId xmlns:a16="http://schemas.microsoft.com/office/drawing/2014/main" id="{3FBE0EB6-B7A8-4414-9122-0EC0F096A915}"/>
                </a:ext>
              </a:extLst>
            </p:cNvPr>
            <p:cNvSpPr/>
            <p:nvPr/>
          </p:nvSpPr>
          <p:spPr>
            <a:xfrm>
              <a:off x="392996" y="1563640"/>
              <a:ext cx="2486307" cy="649340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AAF8BDB-F06E-4ACC-B062-4EF438964516}"/>
                </a:ext>
              </a:extLst>
            </p:cNvPr>
            <p:cNvSpPr txBox="1"/>
            <p:nvPr/>
          </p:nvSpPr>
          <p:spPr>
            <a:xfrm>
              <a:off x="482517" y="1667460"/>
              <a:ext cx="2307265" cy="441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First draw a pair of brackets.</a:t>
              </a:r>
            </a:p>
          </p:txBody>
        </p:sp>
      </p:grpSp>
      <p:sp>
        <p:nvSpPr>
          <p:cNvPr id="68" name="Rounded Rectangle 42">
            <a:extLst>
              <a:ext uri="{FF2B5EF4-FFF2-40B4-BE49-F238E27FC236}">
                <a16:creationId xmlns:a16="http://schemas.microsoft.com/office/drawing/2014/main" id="{1CA82C95-2479-44DB-B514-7950E4766290}"/>
              </a:ext>
            </a:extLst>
          </p:cNvPr>
          <p:cNvSpPr/>
          <p:nvPr/>
        </p:nvSpPr>
        <p:spPr>
          <a:xfrm>
            <a:off x="2772514" y="2606323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ounded Rectangle 47">
            <a:extLst>
              <a:ext uri="{FF2B5EF4-FFF2-40B4-BE49-F238E27FC236}">
                <a16:creationId xmlns:a16="http://schemas.microsoft.com/office/drawing/2014/main" id="{12CCA1EF-C78F-42DF-B868-C80377AEB909}"/>
              </a:ext>
            </a:extLst>
          </p:cNvPr>
          <p:cNvSpPr/>
          <p:nvPr/>
        </p:nvSpPr>
        <p:spPr>
          <a:xfrm>
            <a:off x="2772514" y="3637339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0" name="Group 102">
            <a:extLst>
              <a:ext uri="{FF2B5EF4-FFF2-40B4-BE49-F238E27FC236}">
                <a16:creationId xmlns:a16="http://schemas.microsoft.com/office/drawing/2014/main" id="{E9319FD8-A5AB-46A1-B266-68F008BBB671}"/>
              </a:ext>
            </a:extLst>
          </p:cNvPr>
          <p:cNvGrpSpPr/>
          <p:nvPr/>
        </p:nvGrpSpPr>
        <p:grpSpPr>
          <a:xfrm>
            <a:off x="2772514" y="4677691"/>
            <a:ext cx="2486307" cy="873336"/>
            <a:chOff x="392996" y="4424448"/>
            <a:chExt cx="2486307" cy="649340"/>
          </a:xfrm>
        </p:grpSpPr>
        <p:sp>
          <p:nvSpPr>
            <p:cNvPr id="71" name="Rounded Rectangle 52">
              <a:extLst>
                <a:ext uri="{FF2B5EF4-FFF2-40B4-BE49-F238E27FC236}">
                  <a16:creationId xmlns:a16="http://schemas.microsoft.com/office/drawing/2014/main" id="{F84840A0-CBA1-45B7-9DFE-15ACB4BDCFAF}"/>
                </a:ext>
              </a:extLst>
            </p:cNvPr>
            <p:cNvSpPr/>
            <p:nvPr/>
          </p:nvSpPr>
          <p:spPr>
            <a:xfrm>
              <a:off x="392996" y="4424448"/>
              <a:ext cx="2486307" cy="649340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B1D97E1-1344-49C1-995E-00E8793E5F9B}"/>
                </a:ext>
              </a:extLst>
            </p:cNvPr>
            <p:cNvSpPr txBox="1"/>
            <p:nvPr/>
          </p:nvSpPr>
          <p:spPr>
            <a:xfrm>
              <a:off x="482517" y="4474513"/>
              <a:ext cx="2307265" cy="549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Divide each term by </a:t>
              </a:r>
              <a:r>
                <a:rPr lang="en-GB" sz="1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en-GB" sz="1400" b="1" dirty="0">
                  <a:latin typeface="Arial" pitchFamily="34" charset="0"/>
                  <a:cs typeface="Arial" pitchFamily="34" charset="0"/>
                </a:rPr>
                <a:t> and write these inside the brackets.</a:t>
              </a:r>
              <a:endPara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3" name="Rounded Rectangle 88">
            <a:extLst>
              <a:ext uri="{FF2B5EF4-FFF2-40B4-BE49-F238E27FC236}">
                <a16:creationId xmlns:a16="http://schemas.microsoft.com/office/drawing/2014/main" id="{5AD3305D-76A1-4BD9-AD3E-8FB8889A052D}"/>
              </a:ext>
            </a:extLst>
          </p:cNvPr>
          <p:cNvSpPr/>
          <p:nvPr/>
        </p:nvSpPr>
        <p:spPr>
          <a:xfrm>
            <a:off x="8644215" y="2606323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4" name="Group 103">
            <a:extLst>
              <a:ext uri="{FF2B5EF4-FFF2-40B4-BE49-F238E27FC236}">
                <a16:creationId xmlns:a16="http://schemas.microsoft.com/office/drawing/2014/main" id="{DE003F6F-4290-4025-B2F5-14D6B068CF86}"/>
              </a:ext>
            </a:extLst>
          </p:cNvPr>
          <p:cNvGrpSpPr/>
          <p:nvPr/>
        </p:nvGrpSpPr>
        <p:grpSpPr>
          <a:xfrm>
            <a:off x="8644215" y="4677688"/>
            <a:ext cx="2486307" cy="873336"/>
            <a:chOff x="6264697" y="4424453"/>
            <a:chExt cx="2486307" cy="649341"/>
          </a:xfrm>
        </p:grpSpPr>
        <p:sp>
          <p:nvSpPr>
            <p:cNvPr id="75" name="Rounded Rectangle 70">
              <a:extLst>
                <a:ext uri="{FF2B5EF4-FFF2-40B4-BE49-F238E27FC236}">
                  <a16:creationId xmlns:a16="http://schemas.microsoft.com/office/drawing/2014/main" id="{EFD1D032-4D6A-46C0-A559-DB6D1F0858E1}"/>
                </a:ext>
              </a:extLst>
            </p:cNvPr>
            <p:cNvSpPr/>
            <p:nvPr/>
          </p:nvSpPr>
          <p:spPr>
            <a:xfrm>
              <a:off x="6264697" y="4424453"/>
              <a:ext cx="2486307" cy="649341"/>
            </a:xfrm>
            <a:prstGeom prst="roundRect">
              <a:avLst>
                <a:gd name="adj" fmla="val 30840"/>
              </a:avLst>
            </a:prstGeom>
            <a:gradFill flip="none" rotWithShape="1">
              <a:gsLst>
                <a:gs pos="0">
                  <a:srgbClr val="FFFF66">
                    <a:tint val="66000"/>
                    <a:satMod val="160000"/>
                  </a:srgbClr>
                </a:gs>
                <a:gs pos="50000">
                  <a:srgbClr val="FFFF66">
                    <a:tint val="44500"/>
                    <a:satMod val="160000"/>
                  </a:srgbClr>
                </a:gs>
                <a:gs pos="100000">
                  <a:srgbClr val="FF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0BD199A-AC12-4705-82D1-E3B881B13396}"/>
                </a:ext>
              </a:extLst>
            </p:cNvPr>
            <p:cNvSpPr txBox="1"/>
            <p:nvPr/>
          </p:nvSpPr>
          <p:spPr>
            <a:xfrm>
              <a:off x="6354218" y="4474519"/>
              <a:ext cx="2307265" cy="549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Divide each term inside the brackets</a:t>
              </a:r>
            </a:p>
            <a:p>
              <a:pPr algn="ctr"/>
              <a:r>
                <a:rPr lang="en-GB" sz="1400" b="1" dirty="0">
                  <a:latin typeface="Arial" pitchFamily="34" charset="0"/>
                  <a:cs typeface="Arial" pitchFamily="34" charset="0"/>
                </a:rPr>
                <a:t>by </a:t>
              </a:r>
              <a:r>
                <a:rPr lang="en-GB" sz="14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b</a:t>
              </a:r>
              <a:r>
                <a:rPr lang="en-GB" sz="1400" b="1" dirty="0">
                  <a:latin typeface="Arial" pitchFamily="34" charset="0"/>
                  <a:cs typeface="Arial" pitchFamily="34" charset="0"/>
                </a:rPr>
                <a:t>.</a:t>
              </a:r>
              <a:endPara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C7CA37E-3F6B-4401-B1E3-50E5C8A894D4}"/>
              </a:ext>
            </a:extLst>
          </p:cNvPr>
          <p:cNvSpPr txBox="1"/>
          <p:nvPr/>
        </p:nvSpPr>
        <p:spPr>
          <a:xfrm>
            <a:off x="5916123" y="5223137"/>
            <a:ext cx="210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rgbClr val="663300"/>
                </a:solidFill>
                <a:latin typeface="Arial" pitchFamily="34" charset="0"/>
                <a:cs typeface="Arial" pitchFamily="34" charset="0"/>
              </a:rPr>
              <a:t>So the answer is: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43EA41-E511-4317-A0AB-1E4F757D4AF5}"/>
              </a:ext>
            </a:extLst>
          </p:cNvPr>
          <p:cNvSpPr txBox="1"/>
          <p:nvPr/>
        </p:nvSpPr>
        <p:spPr>
          <a:xfrm>
            <a:off x="2862035" y="2681683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Look to see if any of the </a:t>
            </a:r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numbers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have a common factor.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8D940E-39D9-4EDB-A76D-4F9FB4B661AB}"/>
              </a:ext>
            </a:extLst>
          </p:cNvPr>
          <p:cNvSpPr txBox="1"/>
          <p:nvPr/>
        </p:nvSpPr>
        <p:spPr>
          <a:xfrm>
            <a:off x="2862035" y="3712699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is a factor of both 6 and 4, so write this outside the brackets.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621842-B5D9-4AD9-BAEF-97040E75AA92}"/>
              </a:ext>
            </a:extLst>
          </p:cNvPr>
          <p:cNvSpPr txBox="1"/>
          <p:nvPr/>
        </p:nvSpPr>
        <p:spPr>
          <a:xfrm>
            <a:off x="8733736" y="2681683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Look to see if any of the </a:t>
            </a:r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letters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have a</a:t>
            </a:r>
          </a:p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common factor.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70CD380-0761-42BD-B58F-4B9FC9FD5A9E}"/>
              </a:ext>
            </a:extLst>
          </p:cNvPr>
          <p:cNvSpPr txBox="1"/>
          <p:nvPr/>
        </p:nvSpPr>
        <p:spPr>
          <a:xfrm>
            <a:off x="5905986" y="2831040"/>
            <a:ext cx="255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 (                 )</a:t>
            </a:r>
          </a:p>
        </p:txBody>
      </p:sp>
      <p:sp>
        <p:nvSpPr>
          <p:cNvPr id="82" name="Rounded Rectangle 44">
            <a:extLst>
              <a:ext uri="{FF2B5EF4-FFF2-40B4-BE49-F238E27FC236}">
                <a16:creationId xmlns:a16="http://schemas.microsoft.com/office/drawing/2014/main" id="{E741D4F9-A9AD-4ED7-B3FD-A04CF9A37C66}"/>
              </a:ext>
            </a:extLst>
          </p:cNvPr>
          <p:cNvSpPr/>
          <p:nvPr/>
        </p:nvSpPr>
        <p:spPr>
          <a:xfrm>
            <a:off x="8644215" y="3637339"/>
            <a:ext cx="2486307" cy="888520"/>
          </a:xfrm>
          <a:prstGeom prst="roundRect">
            <a:avLst>
              <a:gd name="adj" fmla="val 1832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977623-584B-4394-BA8B-959AF102CB72}"/>
              </a:ext>
            </a:extLst>
          </p:cNvPr>
          <p:cNvSpPr txBox="1"/>
          <p:nvPr/>
        </p:nvSpPr>
        <p:spPr>
          <a:xfrm>
            <a:off x="8733736" y="3712699"/>
            <a:ext cx="2307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1400" b="1" dirty="0">
                <a:latin typeface="Arial" pitchFamily="34" charset="0"/>
                <a:cs typeface="Arial" pitchFamily="34" charset="0"/>
              </a:rPr>
              <a:t> is a common factor, so write this outside the brackets.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A5DD4D-396D-433C-AF17-0CD4555F89CF}"/>
              </a:ext>
            </a:extLst>
          </p:cNvPr>
          <p:cNvSpPr txBox="1"/>
          <p:nvPr/>
        </p:nvSpPr>
        <p:spPr>
          <a:xfrm>
            <a:off x="5505129" y="2831040"/>
            <a:ext cx="457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A3FA1A-E0AD-461B-BA59-FA21FFDE9F0A}"/>
              </a:ext>
            </a:extLst>
          </p:cNvPr>
          <p:cNvSpPr txBox="1"/>
          <p:nvPr/>
        </p:nvSpPr>
        <p:spPr>
          <a:xfrm>
            <a:off x="6271034" y="2831040"/>
            <a:ext cx="192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3ab  +  2b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DB089D1-E42D-4011-B44B-8D87067995D6}"/>
              </a:ext>
            </a:extLst>
          </p:cNvPr>
          <p:cNvSpPr txBox="1"/>
          <p:nvPr/>
        </p:nvSpPr>
        <p:spPr>
          <a:xfrm>
            <a:off x="5909524" y="3844713"/>
            <a:ext cx="255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 (                 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66440B0-FB1D-4CCB-8D5E-4183DED4F668}"/>
              </a:ext>
            </a:extLst>
          </p:cNvPr>
          <p:cNvSpPr txBox="1"/>
          <p:nvPr/>
        </p:nvSpPr>
        <p:spPr>
          <a:xfrm>
            <a:off x="5508667" y="3844713"/>
            <a:ext cx="457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2CE14A5-B53A-4BFC-BFAE-CFA7888EF0C5}"/>
              </a:ext>
            </a:extLst>
          </p:cNvPr>
          <p:cNvSpPr txBox="1"/>
          <p:nvPr/>
        </p:nvSpPr>
        <p:spPr>
          <a:xfrm>
            <a:off x="5799285" y="3844713"/>
            <a:ext cx="62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468A83-1C4F-4244-B2B7-B14806ECCFE7}"/>
              </a:ext>
            </a:extLst>
          </p:cNvPr>
          <p:cNvSpPr txBox="1"/>
          <p:nvPr/>
        </p:nvSpPr>
        <p:spPr>
          <a:xfrm>
            <a:off x="6274572" y="3844713"/>
            <a:ext cx="192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3a  +  2</a:t>
            </a:r>
          </a:p>
        </p:txBody>
      </p:sp>
      <p:sp>
        <p:nvSpPr>
          <p:cNvPr id="90" name="Down Arrow 66">
            <a:extLst>
              <a:ext uri="{FF2B5EF4-FFF2-40B4-BE49-F238E27FC236}">
                <a16:creationId xmlns:a16="http://schemas.microsoft.com/office/drawing/2014/main" id="{B4A88162-1A2B-4AC0-80BC-50BD1D8AFE0F}"/>
              </a:ext>
            </a:extLst>
          </p:cNvPr>
          <p:cNvSpPr/>
          <p:nvPr/>
        </p:nvSpPr>
        <p:spPr>
          <a:xfrm>
            <a:off x="6547481" y="3491141"/>
            <a:ext cx="1137684" cy="308344"/>
          </a:xfrm>
          <a:prstGeom prst="downArrow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38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/>
      <p:bldP spid="68" grpId="0" animBg="1"/>
      <p:bldP spid="69" grpId="0" animBg="1"/>
      <p:bldP spid="73" grpId="0" animBg="1"/>
      <p:bldP spid="77" grpId="0"/>
      <p:bldP spid="78" grpId="0"/>
      <p:bldP spid="79" grpId="0"/>
      <p:bldP spid="80" grpId="0"/>
      <p:bldP spid="81" grpId="0"/>
      <p:bldP spid="82" grpId="0" animBg="1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70A56-4710-45F0-B4B5-0FC8CEABB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6" y="1476721"/>
            <a:ext cx="8858250" cy="3419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3ACF4-400F-43E2-AD6A-4542D84B4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4" y="4719475"/>
            <a:ext cx="10566204" cy="194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1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422</Words>
  <Application>Microsoft Office PowerPoint</Application>
  <PresentationFormat>Widescreen</PresentationFormat>
  <Paragraphs>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Hamilton Stott</cp:lastModifiedBy>
  <cp:revision>9</cp:revision>
  <dcterms:created xsi:type="dcterms:W3CDTF">2018-02-10T03:48:19Z</dcterms:created>
  <dcterms:modified xsi:type="dcterms:W3CDTF">2018-06-17T11:10:51Z</dcterms:modified>
</cp:coreProperties>
</file>