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5" r:id="rId2"/>
    <p:sldId id="327" r:id="rId3"/>
    <p:sldId id="328" r:id="rId4"/>
    <p:sldId id="326" r:id="rId5"/>
    <p:sldId id="309" r:id="rId6"/>
    <p:sldId id="321" r:id="rId7"/>
    <p:sldId id="324" r:id="rId8"/>
    <p:sldId id="323" r:id="rId9"/>
    <p:sldId id="322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73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17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76FC6-C4DE-4454-A509-0A1F7E5C9CB7}"/>
              </a:ext>
            </a:extLst>
          </p:cNvPr>
          <p:cNvSpPr txBox="1"/>
          <p:nvPr/>
        </p:nvSpPr>
        <p:spPr>
          <a:xfrm>
            <a:off x="395536" y="620688"/>
            <a:ext cx="83529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At a party a number of cupcakes were cut in half.  Once the party finished 8 pieces remain.  If you put them all together, how many “whole” cupcakes can you create from the pieces?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6951C-521C-4B40-9062-CAA377CC5438}"/>
              </a:ext>
            </a:extLst>
          </p:cNvPr>
          <p:cNvSpPr txBox="1"/>
          <p:nvPr/>
        </p:nvSpPr>
        <p:spPr>
          <a:xfrm>
            <a:off x="1043608" y="2852936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8 x 1/2 (or 8 lots of 1/2) 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42FF7-D8ED-459C-95C1-C4B3EF374D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825359" y="3396415"/>
            <a:ext cx="1442061" cy="1575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C2A12-3553-431B-90CD-7A4E22E110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83"/>
          <a:stretch/>
        </p:blipFill>
        <p:spPr>
          <a:xfrm flipH="1">
            <a:off x="1605426" y="3396415"/>
            <a:ext cx="789043" cy="15759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A6EB7C-F632-4ADA-9994-B2CB5EF47F46}"/>
              </a:ext>
            </a:extLst>
          </p:cNvPr>
          <p:cNvSpPr txBox="1"/>
          <p:nvPr/>
        </p:nvSpPr>
        <p:spPr>
          <a:xfrm>
            <a:off x="5139813" y="2654883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DE4279-D184-4751-B26D-ADAB5617E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2774390" y="3396598"/>
            <a:ext cx="1442061" cy="15759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BB2C21-5B05-47B0-B58B-C62BCC549B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83"/>
          <a:stretch/>
        </p:blipFill>
        <p:spPr>
          <a:xfrm flipH="1">
            <a:off x="3617770" y="3396415"/>
            <a:ext cx="789043" cy="15759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9CF807-26FA-45C6-A566-2CE74C4C8A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046024" y="3376156"/>
            <a:ext cx="1442061" cy="1575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D69476-84F3-41EE-9976-65A2EC675B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83"/>
          <a:stretch/>
        </p:blipFill>
        <p:spPr>
          <a:xfrm flipH="1">
            <a:off x="5889404" y="3375973"/>
            <a:ext cx="789043" cy="15759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FB6DA-79D0-4139-9FAB-9EAFC048B9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7127295" y="3364147"/>
            <a:ext cx="1442061" cy="15759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A4FA9E-9855-4A50-BDD4-DD51DB4F13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83"/>
          <a:stretch/>
        </p:blipFill>
        <p:spPr>
          <a:xfrm flipH="1">
            <a:off x="7970675" y="3363964"/>
            <a:ext cx="789043" cy="15759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22B09D0-89BB-4150-85A9-8AF266E31B75}"/>
              </a:ext>
            </a:extLst>
          </p:cNvPr>
          <p:cNvSpPr txBox="1"/>
          <p:nvPr/>
        </p:nvSpPr>
        <p:spPr>
          <a:xfrm>
            <a:off x="1426208" y="5959277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So 8 x 1/2  gives the same answer as 8 ÷ 2</a:t>
            </a:r>
          </a:p>
        </p:txBody>
      </p:sp>
    </p:spTree>
    <p:extLst>
      <p:ext uri="{BB962C8B-B14F-4D97-AF65-F5344CB8AC3E}">
        <p14:creationId xmlns:p14="http://schemas.microsoft.com/office/powerpoint/2010/main" val="326258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76FC6-C4DE-4454-A509-0A1F7E5C9CB7}"/>
              </a:ext>
            </a:extLst>
          </p:cNvPr>
          <p:cNvSpPr txBox="1"/>
          <p:nvPr/>
        </p:nvSpPr>
        <p:spPr>
          <a:xfrm>
            <a:off x="395536" y="620688"/>
            <a:ext cx="87484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At another party, cupcakes were cut into quarters.  Once the party finished, again 8 pieces remain.  If you put them all together, how many “whole” cupcakes can you create from the pieces?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6951C-521C-4B40-9062-CAA377CC5438}"/>
              </a:ext>
            </a:extLst>
          </p:cNvPr>
          <p:cNvSpPr txBox="1"/>
          <p:nvPr/>
        </p:nvSpPr>
        <p:spPr>
          <a:xfrm>
            <a:off x="809328" y="2902297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8 x 1/4 (or 8 lots of 1/4) =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A6EB7C-F632-4ADA-9994-B2CB5EF47F46}"/>
              </a:ext>
            </a:extLst>
          </p:cNvPr>
          <p:cNvSpPr txBox="1"/>
          <p:nvPr/>
        </p:nvSpPr>
        <p:spPr>
          <a:xfrm>
            <a:off x="5006596" y="2779187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2</a:t>
            </a:r>
          </a:p>
        </p:txBody>
      </p: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12FEBF34-6EAB-4470-8880-247174EFF4B9}"/>
              </a:ext>
            </a:extLst>
          </p:cNvPr>
          <p:cNvSpPr/>
          <p:nvPr/>
        </p:nvSpPr>
        <p:spPr>
          <a:xfrm>
            <a:off x="395536" y="3645024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6B35A342-B3C6-4427-8FF4-8F594194322A}"/>
              </a:ext>
            </a:extLst>
          </p:cNvPr>
          <p:cNvSpPr/>
          <p:nvPr/>
        </p:nvSpPr>
        <p:spPr>
          <a:xfrm rot="5400000">
            <a:off x="611560" y="3645024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68EFAEE5-76B6-4B73-868E-D677249B896A}"/>
              </a:ext>
            </a:extLst>
          </p:cNvPr>
          <p:cNvSpPr/>
          <p:nvPr/>
        </p:nvSpPr>
        <p:spPr>
          <a:xfrm rot="10800000">
            <a:off x="611560" y="3789040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2F15D530-0359-4772-8700-7B4248123DA4}"/>
              </a:ext>
            </a:extLst>
          </p:cNvPr>
          <p:cNvSpPr/>
          <p:nvPr/>
        </p:nvSpPr>
        <p:spPr>
          <a:xfrm rot="16200000">
            <a:off x="395536" y="3789040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D9E29E9C-006B-4BAD-9FC7-BA448DE9A043}"/>
              </a:ext>
            </a:extLst>
          </p:cNvPr>
          <p:cNvSpPr/>
          <p:nvPr/>
        </p:nvSpPr>
        <p:spPr>
          <a:xfrm>
            <a:off x="3203848" y="3576048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Partial Circle 16">
            <a:extLst>
              <a:ext uri="{FF2B5EF4-FFF2-40B4-BE49-F238E27FC236}">
                <a16:creationId xmlns:a16="http://schemas.microsoft.com/office/drawing/2014/main" id="{A0298FF1-A0F5-4254-888A-7AE205BA246E}"/>
              </a:ext>
            </a:extLst>
          </p:cNvPr>
          <p:cNvSpPr/>
          <p:nvPr/>
        </p:nvSpPr>
        <p:spPr>
          <a:xfrm rot="5400000">
            <a:off x="3419872" y="3576048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1D05526E-0D2B-47F3-8933-35FB259C3E82}"/>
              </a:ext>
            </a:extLst>
          </p:cNvPr>
          <p:cNvSpPr/>
          <p:nvPr/>
        </p:nvSpPr>
        <p:spPr>
          <a:xfrm rot="10800000">
            <a:off x="3419872" y="3720064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Partial Circle 18">
            <a:extLst>
              <a:ext uri="{FF2B5EF4-FFF2-40B4-BE49-F238E27FC236}">
                <a16:creationId xmlns:a16="http://schemas.microsoft.com/office/drawing/2014/main" id="{EF02650D-F65C-4C2C-A050-B1299E562C1E}"/>
              </a:ext>
            </a:extLst>
          </p:cNvPr>
          <p:cNvSpPr/>
          <p:nvPr/>
        </p:nvSpPr>
        <p:spPr>
          <a:xfrm rot="16200000">
            <a:off x="3203848" y="3720064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86D94-C3BE-4639-8535-5607F75B3803}"/>
              </a:ext>
            </a:extLst>
          </p:cNvPr>
          <p:cNvSpPr txBox="1"/>
          <p:nvPr/>
        </p:nvSpPr>
        <p:spPr>
          <a:xfrm>
            <a:off x="1426208" y="5959277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So 8 x 1/4  gives the same answer as 8 ÷ 4</a:t>
            </a:r>
          </a:p>
        </p:txBody>
      </p:sp>
    </p:spTree>
    <p:extLst>
      <p:ext uri="{BB962C8B-B14F-4D97-AF65-F5344CB8AC3E}">
        <p14:creationId xmlns:p14="http://schemas.microsoft.com/office/powerpoint/2010/main" val="76351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6A748-833E-4D58-AB10-275ED019CBB8}"/>
              </a:ext>
            </a:extLst>
          </p:cNvPr>
          <p:cNvSpPr txBox="1"/>
          <p:nvPr/>
        </p:nvSpPr>
        <p:spPr>
          <a:xfrm>
            <a:off x="467544" y="476672"/>
            <a:ext cx="84614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I have 4 cakes packed into containers that each contain 2 cakes? How many containers do I have?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C8BA9-AED5-44FC-AC27-15BF96614FC9}"/>
              </a:ext>
            </a:extLst>
          </p:cNvPr>
          <p:cNvSpPr txBox="1"/>
          <p:nvPr/>
        </p:nvSpPr>
        <p:spPr>
          <a:xfrm>
            <a:off x="1224124" y="2040147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 cakes divided into groups of 2, gives us 2 groups.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6E6C9-F4ED-4798-BA1C-8E5DC62294FF}"/>
              </a:ext>
            </a:extLst>
          </p:cNvPr>
          <p:cNvSpPr txBox="1"/>
          <p:nvPr/>
        </p:nvSpPr>
        <p:spPr>
          <a:xfrm>
            <a:off x="3037802" y="5477463"/>
            <a:ext cx="3884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Therefore 4 ÷ 2 = 2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91CF89-3758-4B9C-8D41-BA79DB449764}"/>
              </a:ext>
            </a:extLst>
          </p:cNvPr>
          <p:cNvSpPr/>
          <p:nvPr/>
        </p:nvSpPr>
        <p:spPr>
          <a:xfrm>
            <a:off x="321039" y="2924944"/>
            <a:ext cx="4032448" cy="239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0883B4-2BD5-474D-B6B4-6AF6B21B5D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2" t="24801" r="5582" b="18500"/>
          <a:stretch/>
        </p:blipFill>
        <p:spPr>
          <a:xfrm>
            <a:off x="506442" y="3300068"/>
            <a:ext cx="1705255" cy="16443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591A95-F66D-4AF0-A73B-5B3C873536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2" t="24801" r="5582" b="18500"/>
          <a:stretch/>
        </p:blipFill>
        <p:spPr>
          <a:xfrm>
            <a:off x="2424878" y="3300068"/>
            <a:ext cx="1705255" cy="164435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7D144FC-B236-445B-B912-CC1F01D7EAE4}"/>
              </a:ext>
            </a:extLst>
          </p:cNvPr>
          <p:cNvSpPr/>
          <p:nvPr/>
        </p:nvSpPr>
        <p:spPr>
          <a:xfrm>
            <a:off x="4698262" y="2915436"/>
            <a:ext cx="4032448" cy="239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524D20-2CC5-455D-9882-AB461DEC9B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2" t="24801" r="5582" b="18500"/>
          <a:stretch/>
        </p:blipFill>
        <p:spPr>
          <a:xfrm>
            <a:off x="5004048" y="3288759"/>
            <a:ext cx="1705255" cy="16443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656CD1-191E-43CC-86EF-FCDB099294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2" t="24801" r="5582" b="18500"/>
          <a:stretch/>
        </p:blipFill>
        <p:spPr>
          <a:xfrm>
            <a:off x="6922484" y="3290562"/>
            <a:ext cx="1705255" cy="16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0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1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6A748-833E-4D58-AB10-275ED019CBB8}"/>
              </a:ext>
            </a:extLst>
          </p:cNvPr>
          <p:cNvSpPr txBox="1"/>
          <p:nvPr/>
        </p:nvSpPr>
        <p:spPr>
          <a:xfrm>
            <a:off x="467544" y="476672"/>
            <a:ext cx="8064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I have 4 cakes packed into containers that each contain ¼ of a cake? How many packets do I have?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C8BA9-AED5-44FC-AC27-15BF96614FC9}"/>
              </a:ext>
            </a:extLst>
          </p:cNvPr>
          <p:cNvSpPr txBox="1"/>
          <p:nvPr/>
        </p:nvSpPr>
        <p:spPr>
          <a:xfrm>
            <a:off x="1224124" y="2040147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 cakes divided into groups each containing a quarter of quarter of a cake, gives us 16 groups.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6E6C9-F4ED-4798-BA1C-8E5DC62294FF}"/>
              </a:ext>
            </a:extLst>
          </p:cNvPr>
          <p:cNvSpPr txBox="1"/>
          <p:nvPr/>
        </p:nvSpPr>
        <p:spPr>
          <a:xfrm>
            <a:off x="2992071" y="5315941"/>
            <a:ext cx="3884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Therefore 4 ÷ ¼ = 16 </a:t>
            </a:r>
          </a:p>
        </p:txBody>
      </p:sp>
      <p:sp>
        <p:nvSpPr>
          <p:cNvPr id="5" name="Partial Circle 4">
            <a:extLst>
              <a:ext uri="{FF2B5EF4-FFF2-40B4-BE49-F238E27FC236}">
                <a16:creationId xmlns:a16="http://schemas.microsoft.com/office/drawing/2014/main" id="{5A0A3772-6C70-442F-BB2B-4F94E3B16E0F}"/>
              </a:ext>
            </a:extLst>
          </p:cNvPr>
          <p:cNvSpPr/>
          <p:nvPr/>
        </p:nvSpPr>
        <p:spPr>
          <a:xfrm>
            <a:off x="213420" y="3039452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Partial Circle 5">
            <a:extLst>
              <a:ext uri="{FF2B5EF4-FFF2-40B4-BE49-F238E27FC236}">
                <a16:creationId xmlns:a16="http://schemas.microsoft.com/office/drawing/2014/main" id="{86D79205-8924-4544-84DE-5DA78C045605}"/>
              </a:ext>
            </a:extLst>
          </p:cNvPr>
          <p:cNvSpPr/>
          <p:nvPr/>
        </p:nvSpPr>
        <p:spPr>
          <a:xfrm rot="5400000">
            <a:off x="429444" y="3039452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Partial Circle 6">
            <a:extLst>
              <a:ext uri="{FF2B5EF4-FFF2-40B4-BE49-F238E27FC236}">
                <a16:creationId xmlns:a16="http://schemas.microsoft.com/office/drawing/2014/main" id="{0613B0F2-3F9D-4FDF-A6D4-35B69B0D05B8}"/>
              </a:ext>
            </a:extLst>
          </p:cNvPr>
          <p:cNvSpPr/>
          <p:nvPr/>
        </p:nvSpPr>
        <p:spPr>
          <a:xfrm rot="10800000">
            <a:off x="429444" y="3183468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80159612-5D3F-40E5-97EB-F5E70477C6DE}"/>
              </a:ext>
            </a:extLst>
          </p:cNvPr>
          <p:cNvSpPr/>
          <p:nvPr/>
        </p:nvSpPr>
        <p:spPr>
          <a:xfrm rot="16200000">
            <a:off x="213420" y="3183468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6343FFE8-3D65-4C97-8F93-438B30DF8EC8}"/>
              </a:ext>
            </a:extLst>
          </p:cNvPr>
          <p:cNvSpPr/>
          <p:nvPr/>
        </p:nvSpPr>
        <p:spPr>
          <a:xfrm>
            <a:off x="2375755" y="3039452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Partial Circle 9">
            <a:extLst>
              <a:ext uri="{FF2B5EF4-FFF2-40B4-BE49-F238E27FC236}">
                <a16:creationId xmlns:a16="http://schemas.microsoft.com/office/drawing/2014/main" id="{6E0DA64A-BF83-484F-B619-94383F3D4128}"/>
              </a:ext>
            </a:extLst>
          </p:cNvPr>
          <p:cNvSpPr/>
          <p:nvPr/>
        </p:nvSpPr>
        <p:spPr>
          <a:xfrm rot="5400000">
            <a:off x="2591779" y="3039452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6EEA0BDF-71F5-4CFC-89BE-E3DB4BA18E57}"/>
              </a:ext>
            </a:extLst>
          </p:cNvPr>
          <p:cNvSpPr/>
          <p:nvPr/>
        </p:nvSpPr>
        <p:spPr>
          <a:xfrm rot="10800000">
            <a:off x="2591779" y="3183468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Partial Circle 11">
            <a:extLst>
              <a:ext uri="{FF2B5EF4-FFF2-40B4-BE49-F238E27FC236}">
                <a16:creationId xmlns:a16="http://schemas.microsoft.com/office/drawing/2014/main" id="{B0B3E1DA-5D8B-4B7B-A69C-472998413C8F}"/>
              </a:ext>
            </a:extLst>
          </p:cNvPr>
          <p:cNvSpPr/>
          <p:nvPr/>
        </p:nvSpPr>
        <p:spPr>
          <a:xfrm rot="16200000">
            <a:off x="2375755" y="3183468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8A040F03-3799-4844-BECE-C56BCAE5FFF4}"/>
              </a:ext>
            </a:extLst>
          </p:cNvPr>
          <p:cNvSpPr/>
          <p:nvPr/>
        </p:nvSpPr>
        <p:spPr>
          <a:xfrm>
            <a:off x="4860529" y="3009727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C46AB220-7443-4C47-8D47-93061A38711E}"/>
              </a:ext>
            </a:extLst>
          </p:cNvPr>
          <p:cNvSpPr/>
          <p:nvPr/>
        </p:nvSpPr>
        <p:spPr>
          <a:xfrm rot="5400000">
            <a:off x="5076553" y="3009727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D37B53B0-B2D1-4588-BAF9-6680DA9D287B}"/>
              </a:ext>
            </a:extLst>
          </p:cNvPr>
          <p:cNvSpPr/>
          <p:nvPr/>
        </p:nvSpPr>
        <p:spPr>
          <a:xfrm rot="10800000">
            <a:off x="5076553" y="3153743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9BAB914D-CD48-4B35-A0A0-31B40967F2C1}"/>
              </a:ext>
            </a:extLst>
          </p:cNvPr>
          <p:cNvSpPr/>
          <p:nvPr/>
        </p:nvSpPr>
        <p:spPr>
          <a:xfrm rot="16200000">
            <a:off x="4860529" y="3153743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Partial Circle 16">
            <a:extLst>
              <a:ext uri="{FF2B5EF4-FFF2-40B4-BE49-F238E27FC236}">
                <a16:creationId xmlns:a16="http://schemas.microsoft.com/office/drawing/2014/main" id="{50A0CA24-50B2-4BCC-9722-73AA0F47657C}"/>
              </a:ext>
            </a:extLst>
          </p:cNvPr>
          <p:cNvSpPr/>
          <p:nvPr/>
        </p:nvSpPr>
        <p:spPr>
          <a:xfrm>
            <a:off x="7022864" y="2980135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805E445B-A353-461E-BB8E-C948B7DA56B7}"/>
              </a:ext>
            </a:extLst>
          </p:cNvPr>
          <p:cNvSpPr/>
          <p:nvPr/>
        </p:nvSpPr>
        <p:spPr>
          <a:xfrm rot="5400000">
            <a:off x="7238888" y="2980135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Partial Circle 18">
            <a:extLst>
              <a:ext uri="{FF2B5EF4-FFF2-40B4-BE49-F238E27FC236}">
                <a16:creationId xmlns:a16="http://schemas.microsoft.com/office/drawing/2014/main" id="{C483DF75-7CC6-4E64-8919-C00DCA2DB537}"/>
              </a:ext>
            </a:extLst>
          </p:cNvPr>
          <p:cNvSpPr/>
          <p:nvPr/>
        </p:nvSpPr>
        <p:spPr>
          <a:xfrm rot="10800000">
            <a:off x="7238888" y="3124151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96C92A30-3004-406D-B108-8223CE6040B1}"/>
              </a:ext>
            </a:extLst>
          </p:cNvPr>
          <p:cNvSpPr/>
          <p:nvPr/>
        </p:nvSpPr>
        <p:spPr>
          <a:xfrm rot="16200000">
            <a:off x="7022864" y="3124151"/>
            <a:ext cx="1800200" cy="1800200"/>
          </a:xfrm>
          <a:prstGeom prst="pie">
            <a:avLst>
              <a:gd name="adj1" fmla="val 10768212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0AD51-9CCA-4216-93AC-5C546952AB1B}"/>
              </a:ext>
            </a:extLst>
          </p:cNvPr>
          <p:cNvSpPr txBox="1"/>
          <p:nvPr/>
        </p:nvSpPr>
        <p:spPr>
          <a:xfrm>
            <a:off x="2229644" y="5839161"/>
            <a:ext cx="629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Which is the same result as 4 x 4 = 16 </a:t>
            </a:r>
          </a:p>
        </p:txBody>
      </p:sp>
    </p:spTree>
    <p:extLst>
      <p:ext uri="{BB962C8B-B14F-4D97-AF65-F5344CB8AC3E}">
        <p14:creationId xmlns:p14="http://schemas.microsoft.com/office/powerpoint/2010/main" val="4745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you do when you multiply or divide fractions?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3728" y="1960983"/>
            <a:ext cx="6035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To multiply fractions</a:t>
            </a:r>
          </a:p>
          <a:p>
            <a:pPr marL="342900" indent="-342900">
              <a:buAutoNum type="arabicPeriod"/>
            </a:pPr>
            <a:r>
              <a:rPr lang="en-AU" sz="2000" dirty="0"/>
              <a:t>Multiply the numerators together </a:t>
            </a:r>
          </a:p>
          <a:p>
            <a:pPr marL="342900" indent="-342900">
              <a:buAutoNum type="arabicPeriod"/>
            </a:pPr>
            <a:r>
              <a:rPr lang="en-AU" sz="2000" dirty="0"/>
              <a:t>Multiply the denominators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15523" y="3018749"/>
                <a:ext cx="4032448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523" y="3018749"/>
                <a:ext cx="4032448" cy="616964"/>
              </a:xfrm>
              <a:prstGeom prst="rect">
                <a:avLst/>
              </a:prstGeom>
              <a:blipFill>
                <a:blip r:embed="rId2"/>
                <a:stretch>
                  <a:fillRect l="-226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2054311" y="3698190"/>
            <a:ext cx="67019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To divide fractions </a:t>
            </a:r>
          </a:p>
          <a:p>
            <a:r>
              <a:rPr lang="en-AU" sz="2000" dirty="0"/>
              <a:t>Use “copy change flip”</a:t>
            </a:r>
          </a:p>
          <a:p>
            <a:pPr marL="457200" indent="-457200">
              <a:buAutoNum type="arabicPeriod"/>
            </a:pPr>
            <a:r>
              <a:rPr lang="en-AU" sz="2000" dirty="0"/>
              <a:t>Copy the first fraction</a:t>
            </a:r>
          </a:p>
          <a:p>
            <a:pPr marL="457200" indent="-457200">
              <a:buAutoNum type="arabicPeriod"/>
            </a:pPr>
            <a:r>
              <a:rPr lang="en-AU" sz="2000" dirty="0"/>
              <a:t>Change divide sign to multiply</a:t>
            </a:r>
          </a:p>
          <a:p>
            <a:pPr marL="457200" indent="-457200">
              <a:buAutoNum type="arabicPeriod"/>
            </a:pPr>
            <a:r>
              <a:rPr lang="en-AU" sz="2000" dirty="0"/>
              <a:t>Flip the second fraction upside down</a:t>
            </a:r>
          </a:p>
          <a:p>
            <a:r>
              <a:rPr lang="en-AU" sz="2000" dirty="0"/>
              <a:t>The reciprocal of a fraction is the fraction flipped over.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2306" y="4163527"/>
            <a:ext cx="2561043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Always see if you can simplify the 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159224" y="5699659"/>
                <a:ext cx="6984776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e.g.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𝑏𝑒𝑐𝑜𝑚𝑒𝑠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224" y="5699659"/>
                <a:ext cx="6984776" cy="622222"/>
              </a:xfrm>
              <a:prstGeom prst="rect">
                <a:avLst/>
              </a:prstGeom>
              <a:blipFill>
                <a:blip r:embed="rId3"/>
                <a:stretch>
                  <a:fillRect l="-1309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E3764F7-57CA-470D-A3C4-B6587B726311}"/>
              </a:ext>
            </a:extLst>
          </p:cNvPr>
          <p:cNvSpPr/>
          <p:nvPr/>
        </p:nvSpPr>
        <p:spPr>
          <a:xfrm>
            <a:off x="3974546" y="5637182"/>
            <a:ext cx="2109621" cy="88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83EDB3-54EA-40BE-87A2-0C190C8FB14D}"/>
              </a:ext>
            </a:extLst>
          </p:cNvPr>
          <p:cNvSpPr/>
          <p:nvPr/>
        </p:nvSpPr>
        <p:spPr>
          <a:xfrm>
            <a:off x="6049634" y="5637182"/>
            <a:ext cx="2109621" cy="88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12AD0F-5295-40A5-A2E0-462A38F60A61}"/>
              </a:ext>
            </a:extLst>
          </p:cNvPr>
          <p:cNvSpPr/>
          <p:nvPr/>
        </p:nvSpPr>
        <p:spPr>
          <a:xfrm>
            <a:off x="4152685" y="2920084"/>
            <a:ext cx="2109621" cy="88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3" grpId="0"/>
      <p:bldP spid="34" grpId="0" animBg="1"/>
      <p:bldP spid="55" grpId="0"/>
      <p:bldP spid="12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/>
              <a:t>Some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800" dirty="0"/>
                  <a:t>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1800" dirty="0">
                    <a:solidFill>
                      <a:schemeClr val="accent6">
                        <a:lumMod val="75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den>
                    </m:f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CCEB8BD-409B-4820-BA42-F8AE43251BDD}"/>
              </a:ext>
            </a:extLst>
          </p:cNvPr>
          <p:cNvSpPr/>
          <p:nvPr/>
        </p:nvSpPr>
        <p:spPr>
          <a:xfrm>
            <a:off x="2555776" y="1600201"/>
            <a:ext cx="1728192" cy="748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C25547-6EAE-4ED6-A9FF-E8F985B5E8F3}"/>
              </a:ext>
            </a:extLst>
          </p:cNvPr>
          <p:cNvSpPr/>
          <p:nvPr/>
        </p:nvSpPr>
        <p:spPr>
          <a:xfrm>
            <a:off x="2555776" y="3114501"/>
            <a:ext cx="1152128" cy="746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5DFC7-85B3-4F75-B8D3-50113DA7E491}"/>
              </a:ext>
            </a:extLst>
          </p:cNvPr>
          <p:cNvSpPr/>
          <p:nvPr/>
        </p:nvSpPr>
        <p:spPr>
          <a:xfrm>
            <a:off x="3510017" y="3082832"/>
            <a:ext cx="1133991" cy="7782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6AEFB-683D-4C89-8B1A-CC30DF6C68CF}"/>
              </a:ext>
            </a:extLst>
          </p:cNvPr>
          <p:cNvSpPr/>
          <p:nvPr/>
        </p:nvSpPr>
        <p:spPr>
          <a:xfrm>
            <a:off x="4672489" y="3067226"/>
            <a:ext cx="1133991" cy="7782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04856" cy="432048"/>
          </a:xfrm>
        </p:spPr>
        <p:txBody>
          <a:bodyPr>
            <a:normAutofit fontScale="90000"/>
          </a:bodyPr>
          <a:lstStyle/>
          <a:p>
            <a:r>
              <a:rPr lang="en-AU" dirty="0"/>
              <a:t>Let’s try these together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7640A-19B1-4C1E-A051-84C708EB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5"/>
            <a:ext cx="2236407" cy="2808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DA4105-BEA5-4450-9283-87355030A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7032"/>
            <a:ext cx="2240431" cy="2664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4B3C2F-5E7A-4C2C-94F6-721F1E5AC9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68" y="3717032"/>
            <a:ext cx="3888432" cy="2688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1E1E70-574A-4DA0-93EF-D7BE70D7671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75098" y="834865"/>
            <a:ext cx="3935018" cy="27381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A66892-286C-4A8F-B0DF-C72E6BAF3F3B}"/>
              </a:ext>
            </a:extLst>
          </p:cNvPr>
          <p:cNvSpPr/>
          <p:nvPr/>
        </p:nvSpPr>
        <p:spPr>
          <a:xfrm>
            <a:off x="2339752" y="764705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663182-52BB-4A01-B0C9-7B8AB447EC38}"/>
              </a:ext>
            </a:extLst>
          </p:cNvPr>
          <p:cNvSpPr/>
          <p:nvPr/>
        </p:nvSpPr>
        <p:spPr>
          <a:xfrm>
            <a:off x="4099281" y="771927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649B84-643E-4830-8B20-A91157D322A3}"/>
              </a:ext>
            </a:extLst>
          </p:cNvPr>
          <p:cNvSpPr/>
          <p:nvPr/>
        </p:nvSpPr>
        <p:spPr>
          <a:xfrm>
            <a:off x="5582024" y="915942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A11CD4-E0D0-4288-85C1-B52C604AE03D}"/>
              </a:ext>
            </a:extLst>
          </p:cNvPr>
          <p:cNvSpPr/>
          <p:nvPr/>
        </p:nvSpPr>
        <p:spPr>
          <a:xfrm>
            <a:off x="2339752" y="1686365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4ACFB4-B57C-41A1-8EB4-AB2E09224169}"/>
              </a:ext>
            </a:extLst>
          </p:cNvPr>
          <p:cNvSpPr/>
          <p:nvPr/>
        </p:nvSpPr>
        <p:spPr>
          <a:xfrm>
            <a:off x="4099281" y="1693587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7CA9F-FD7C-4B93-9758-47E87B896A32}"/>
              </a:ext>
            </a:extLst>
          </p:cNvPr>
          <p:cNvSpPr/>
          <p:nvPr/>
        </p:nvSpPr>
        <p:spPr>
          <a:xfrm>
            <a:off x="2236407" y="2834883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FE29D5-0769-49FC-BF23-B3467F9DA004}"/>
              </a:ext>
            </a:extLst>
          </p:cNvPr>
          <p:cNvSpPr/>
          <p:nvPr/>
        </p:nvSpPr>
        <p:spPr>
          <a:xfrm>
            <a:off x="3995936" y="2842105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26EF94-8813-4C76-9950-BD9271C8CFE2}"/>
              </a:ext>
            </a:extLst>
          </p:cNvPr>
          <p:cNvSpPr/>
          <p:nvPr/>
        </p:nvSpPr>
        <p:spPr>
          <a:xfrm>
            <a:off x="2482384" y="3655857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EA7803-0518-4101-A66D-5043420B1878}"/>
              </a:ext>
            </a:extLst>
          </p:cNvPr>
          <p:cNvSpPr/>
          <p:nvPr/>
        </p:nvSpPr>
        <p:spPr>
          <a:xfrm>
            <a:off x="4241913" y="3663079"/>
            <a:ext cx="237362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05BFFE-90FC-4EA7-AF9B-9395688F8CDA}"/>
              </a:ext>
            </a:extLst>
          </p:cNvPr>
          <p:cNvSpPr/>
          <p:nvPr/>
        </p:nvSpPr>
        <p:spPr>
          <a:xfrm>
            <a:off x="2324233" y="4545228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EFE6FC-3A81-4B14-847F-157C925F4506}"/>
              </a:ext>
            </a:extLst>
          </p:cNvPr>
          <p:cNvSpPr/>
          <p:nvPr/>
        </p:nvSpPr>
        <p:spPr>
          <a:xfrm>
            <a:off x="4083762" y="4552450"/>
            <a:ext cx="1656184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60312B-25FE-4A33-8B3E-D589ADBFFE67}"/>
              </a:ext>
            </a:extLst>
          </p:cNvPr>
          <p:cNvSpPr/>
          <p:nvPr/>
        </p:nvSpPr>
        <p:spPr>
          <a:xfrm>
            <a:off x="2482383" y="5659766"/>
            <a:ext cx="2130287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CC8EC1-A6DA-4636-83C3-4357F320E68E}"/>
              </a:ext>
            </a:extLst>
          </p:cNvPr>
          <p:cNvSpPr/>
          <p:nvPr/>
        </p:nvSpPr>
        <p:spPr>
          <a:xfrm>
            <a:off x="4241912" y="5666988"/>
            <a:ext cx="2130287" cy="792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456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/>
              <a:t>Task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04" y="984009"/>
            <a:ext cx="8892480" cy="20927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16" y="3073576"/>
            <a:ext cx="8917428" cy="17955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644" y="307357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5761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00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Remember!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844824"/>
            <a:ext cx="9155610" cy="26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398</Words>
  <Application>Microsoft Office PowerPoint</Application>
  <PresentationFormat>On-screen Show (4:3)</PresentationFormat>
  <Paragraphs>55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examples</vt:lpstr>
      <vt:lpstr>Let’s try these together </vt:lpstr>
      <vt:lpstr>Task </vt:lpstr>
      <vt:lpstr>Remember!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61</cp:revision>
  <dcterms:created xsi:type="dcterms:W3CDTF">2014-05-14T02:58:57Z</dcterms:created>
  <dcterms:modified xsi:type="dcterms:W3CDTF">2018-05-08T00:27:15Z</dcterms:modified>
</cp:coreProperties>
</file>