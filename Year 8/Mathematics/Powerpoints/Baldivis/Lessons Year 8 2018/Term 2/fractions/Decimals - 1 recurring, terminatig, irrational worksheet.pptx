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48" d="100"/>
          <a:sy n="48" d="100"/>
        </p:scale>
        <p:origin x="22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3CF7-52A0-4EDA-88FD-FBEA30EF2D59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19FD0-2347-4BA7-A825-D86234B454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1985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3CF7-52A0-4EDA-88FD-FBEA30EF2D59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19FD0-2347-4BA7-A825-D86234B454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0009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3CF7-52A0-4EDA-88FD-FBEA30EF2D59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19FD0-2347-4BA7-A825-D86234B454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304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3CF7-52A0-4EDA-88FD-FBEA30EF2D59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19FD0-2347-4BA7-A825-D86234B454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4063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3CF7-52A0-4EDA-88FD-FBEA30EF2D59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19FD0-2347-4BA7-A825-D86234B454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6564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3CF7-52A0-4EDA-88FD-FBEA30EF2D59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19FD0-2347-4BA7-A825-D86234B454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6094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3CF7-52A0-4EDA-88FD-FBEA30EF2D59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19FD0-2347-4BA7-A825-D86234B454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9006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3CF7-52A0-4EDA-88FD-FBEA30EF2D59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19FD0-2347-4BA7-A825-D86234B454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4491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3CF7-52A0-4EDA-88FD-FBEA30EF2D59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19FD0-2347-4BA7-A825-D86234B454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8211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3CF7-52A0-4EDA-88FD-FBEA30EF2D59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19FD0-2347-4BA7-A825-D86234B454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3750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3CF7-52A0-4EDA-88FD-FBEA30EF2D59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19FD0-2347-4BA7-A825-D86234B454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8822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A3CF7-52A0-4EDA-88FD-FBEA30EF2D59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19FD0-2347-4BA7-A825-D86234B454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8549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947229-835D-473B-B267-24E645240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00" y="237202"/>
            <a:ext cx="6036014" cy="35152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74CCBE-FA91-4784-B021-7383C5DA9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33" y="3752476"/>
            <a:ext cx="6031281" cy="29562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4285F2-3493-4AFF-AA15-267B2BB616B5}"/>
              </a:ext>
            </a:extLst>
          </p:cNvPr>
          <p:cNvSpPr txBox="1"/>
          <p:nvPr/>
        </p:nvSpPr>
        <p:spPr>
          <a:xfrm>
            <a:off x="301800" y="6681169"/>
            <a:ext cx="60360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 startAt="6"/>
            </a:pPr>
            <a:r>
              <a:rPr lang="en-AU" sz="1100" dirty="0"/>
              <a:t>Based on your answers  to question 5, can you see a pattern between the length of the repeating section and the denominator?</a:t>
            </a:r>
          </a:p>
          <a:p>
            <a:endParaRPr lang="en-AU" sz="1100" dirty="0"/>
          </a:p>
          <a:p>
            <a:r>
              <a:rPr lang="en-AU" sz="1100" dirty="0"/>
              <a:t>Rational or Irrational?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A647C9-398C-40B1-8B4F-EB674DDC50A5}"/>
              </a:ext>
            </a:extLst>
          </p:cNvPr>
          <p:cNvPicPr/>
          <p:nvPr/>
        </p:nvPicPr>
        <p:blipFill rotWithShape="1">
          <a:blip r:embed="rId4"/>
          <a:srcRect b="14699"/>
          <a:stretch/>
        </p:blipFill>
        <p:spPr>
          <a:xfrm>
            <a:off x="301800" y="7436580"/>
            <a:ext cx="4271645" cy="246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816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28</Words>
  <Application>Microsoft Office PowerPoint</Application>
  <PresentationFormat>A4 Paper (210x297 mm)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1</cp:revision>
  <dcterms:created xsi:type="dcterms:W3CDTF">2018-05-14T14:32:45Z</dcterms:created>
  <dcterms:modified xsi:type="dcterms:W3CDTF">2018-05-14T14:41:36Z</dcterms:modified>
</cp:coreProperties>
</file>