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4" r:id="rId2"/>
    <p:sldId id="286" r:id="rId3"/>
    <p:sldId id="302" r:id="rId4"/>
    <p:sldId id="303" r:id="rId5"/>
    <p:sldId id="304" r:id="rId6"/>
    <p:sldId id="256" r:id="rId7"/>
    <p:sldId id="305" r:id="rId8"/>
    <p:sldId id="306" r:id="rId9"/>
    <p:sldId id="307" r:id="rId10"/>
    <p:sldId id="308" r:id="rId11"/>
    <p:sldId id="312" r:id="rId12"/>
    <p:sldId id="309" r:id="rId13"/>
    <p:sldId id="310" r:id="rId14"/>
    <p:sldId id="311" r:id="rId15"/>
    <p:sldId id="313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08"/>
    <p:restoredTop sz="94712"/>
  </p:normalViewPr>
  <p:slideViewPr>
    <p:cSldViewPr>
      <p:cViewPr varScale="1">
        <p:scale>
          <a:sx n="102" d="100"/>
          <a:sy n="102" d="100"/>
        </p:scale>
        <p:origin x="138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07/10/2018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5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76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07/10/2018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07/10/2018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07/10/2018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07/10/2018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07/10/2018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07/10/2018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07/10/2018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07/10/2018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07/10/2018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07/10/2018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07/10/2018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07/10/2018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33375"/>
            <a:ext cx="7772400" cy="1470025"/>
          </a:xfrm>
        </p:spPr>
        <p:txBody>
          <a:bodyPr/>
          <a:lstStyle/>
          <a:p>
            <a:r>
              <a:rPr lang="en-AU" dirty="0"/>
              <a:t>Time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3141663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AU" dirty="0"/>
              <a:t>	Name </a:t>
            </a:r>
          </a:p>
          <a:p>
            <a:pPr marL="0" indent="0" algn="l">
              <a:buNone/>
            </a:pPr>
            <a:r>
              <a:rPr lang="en-AU" dirty="0"/>
              <a:t>	Class </a:t>
            </a:r>
          </a:p>
          <a:p>
            <a:pPr marL="0" indent="0" algn="l">
              <a:buNone/>
            </a:pPr>
            <a:r>
              <a:rPr lang="en-AU" dirty="0"/>
              <a:t>	Teacher</a:t>
            </a:r>
          </a:p>
          <a:p>
            <a:pPr marL="0" indent="0" algn="l">
              <a:buNone/>
            </a:pPr>
            <a:r>
              <a:rPr lang="en-AU" dirty="0"/>
              <a:t>	Term 4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406851"/>
            <a:ext cx="0" cy="468644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are time zones and how do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affect our lives?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0" y="609329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050" y="6119336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1641300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http://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splash.abc.net.au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/home#!/media/1950553/time-zones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9832" y="1412776"/>
            <a:ext cx="2771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 Video</a:t>
            </a:r>
          </a:p>
        </p:txBody>
      </p:sp>
    </p:spTree>
    <p:extLst>
      <p:ext uri="{BB962C8B-B14F-4D97-AF65-F5344CB8AC3E}">
        <p14:creationId xmlns:p14="http://schemas.microsoft.com/office/powerpoint/2010/main" val="9331278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832519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are time zones and how do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affect our lives?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895760" y="1629447"/>
            <a:ext cx="6618312" cy="77049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region of the earth that has the same time.  There are 24 time zones.</a:t>
            </a:r>
          </a:p>
        </p:txBody>
      </p:sp>
      <p:pic>
        <p:nvPicPr>
          <p:cNvPr id="14" name="Content Placeholder 5" descr="TIMEZON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774" y="2697335"/>
            <a:ext cx="7090284" cy="3791333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25776" y="140685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5776" y="1582723"/>
            <a:ext cx="13433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1864894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6E3E9965-182E-BF4F-BB39-3908120589C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0" y="0"/>
            <a:ext cx="9144000" cy="3124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</a:rPr>
              <a:t>There are 24 standard time zones in the world (measured in hours)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</a:rPr>
              <a:t>There are also some non-standard time zones (measured in ½ hours)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</a:rPr>
              <a:t>Time zones start at the Prime Meridian (0 degrees Longitude)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</a:rPr>
              <a:t>Time Zones end at the International Date Line (Pacific Ocean)</a:t>
            </a:r>
          </a:p>
          <a:p>
            <a:pPr>
              <a:lnSpc>
                <a:spcPct val="90000"/>
              </a:lnSpc>
            </a:pPr>
            <a:r>
              <a:rPr lang="en-US" altLang="en-US" sz="2400">
                <a:latin typeface="Arial" panose="020B0604020202020204" pitchFamily="34" charset="0"/>
              </a:rPr>
              <a:t>The Prime Meridian runs through the city of Greenwich, England (GMT = Greenwich Mean Time)</a:t>
            </a:r>
          </a:p>
          <a:p>
            <a:pPr>
              <a:lnSpc>
                <a:spcPct val="90000"/>
              </a:lnSpc>
            </a:pPr>
            <a:endParaRPr lang="en-US" altLang="en-US" sz="2200"/>
          </a:p>
          <a:p>
            <a:pPr>
              <a:lnSpc>
                <a:spcPct val="90000"/>
              </a:lnSpc>
            </a:pPr>
            <a:endParaRPr lang="en-US" altLang="en-US" sz="2200"/>
          </a:p>
          <a:p>
            <a:pPr>
              <a:lnSpc>
                <a:spcPct val="90000"/>
              </a:lnSpc>
            </a:pPr>
            <a:endParaRPr lang="en-US" altLang="en-US" sz="2200"/>
          </a:p>
        </p:txBody>
      </p:sp>
      <p:pic>
        <p:nvPicPr>
          <p:cNvPr id="23557" name="Picture 5" descr="http://upload.wikimedia.org/wikipedia/commons/thumb/6/6e/Prime-meridian.jpg/399px-Prime-meridian.jpg">
            <a:extLst>
              <a:ext uri="{FF2B5EF4-FFF2-40B4-BE49-F238E27FC236}">
                <a16:creationId xmlns:a16="http://schemas.microsoft.com/office/drawing/2014/main" id="{8A6137B7-0CF4-BA42-AADE-BE4A7FDE75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200400"/>
            <a:ext cx="42672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558" name="Text Box 6">
            <a:extLst>
              <a:ext uri="{FF2B5EF4-FFF2-40B4-BE49-F238E27FC236}">
                <a16:creationId xmlns:a16="http://schemas.microsoft.com/office/drawing/2014/main" id="{363E391A-D217-2242-8F05-DDE140A53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32766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b="0">
                <a:latin typeface="Arial" panose="020B0604020202020204" pitchFamily="34" charset="0"/>
              </a:rPr>
              <a:t>East of GMT you add hours</a:t>
            </a:r>
          </a:p>
        </p:txBody>
      </p:sp>
      <p:sp>
        <p:nvSpPr>
          <p:cNvPr id="23559" name="Text Box 7">
            <a:extLst>
              <a:ext uri="{FF2B5EF4-FFF2-40B4-BE49-F238E27FC236}">
                <a16:creationId xmlns:a16="http://schemas.microsoft.com/office/drawing/2014/main" id="{FB675533-6F00-134E-8031-B68AB518E9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19600" y="4038600"/>
            <a:ext cx="472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b="0">
                <a:latin typeface="Arial" panose="020B0604020202020204" pitchFamily="34" charset="0"/>
              </a:rPr>
              <a:t>West of GMT you subtract hours</a:t>
            </a:r>
          </a:p>
        </p:txBody>
      </p:sp>
      <p:sp>
        <p:nvSpPr>
          <p:cNvPr id="23560" name="Text Box 8">
            <a:extLst>
              <a:ext uri="{FF2B5EF4-FFF2-40B4-BE49-F238E27FC236}">
                <a16:creationId xmlns:a16="http://schemas.microsoft.com/office/drawing/2014/main" id="{5A1B65D9-FB3B-D745-B3CE-30EE1675F3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3400" y="4724400"/>
            <a:ext cx="4495800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Tx/>
              <a:buChar char="•"/>
            </a:pPr>
            <a:r>
              <a:rPr lang="en-US" altLang="en-US" b="0" i="1">
                <a:latin typeface="Arial" panose="020B0604020202020204" pitchFamily="34" charset="0"/>
              </a:rPr>
              <a:t>Example: </a:t>
            </a:r>
            <a:r>
              <a:rPr lang="en-US" altLang="en-US" b="0">
                <a:latin typeface="Arial" panose="020B0604020202020204" pitchFamily="34" charset="0"/>
              </a:rPr>
              <a:t>If it is 12 noon GMT and you are 10 time zones west of the Prime Meridian, then subtract 10 hours from 12noon (2am)</a:t>
            </a:r>
          </a:p>
        </p:txBody>
      </p:sp>
    </p:spTree>
    <p:extLst>
      <p:ext uri="{BB962C8B-B14F-4D97-AF65-F5344CB8AC3E}">
        <p14:creationId xmlns:p14="http://schemas.microsoft.com/office/powerpoint/2010/main" val="3682590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3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235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235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35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3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35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5" grpId="0" build="p" autoUpdateAnimBg="0"/>
      <p:bldP spid="23558" grpId="0" autoUpdateAnimBg="0"/>
      <p:bldP spid="23559" grpId="0" autoUpdateAnimBg="0"/>
      <p:bldP spid="23560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>
                <a:solidFill>
                  <a:srgbClr val="0000FF"/>
                </a:solidFill>
              </a:rPr>
              <a:t>Greenwich, England is the starting point for time zones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/>
              <a:t>The world rotates west to east (counterclockwise), time zones to the east are ahead of the those time zones to the west</a:t>
            </a:r>
          </a:p>
        </p:txBody>
      </p:sp>
      <p:pic>
        <p:nvPicPr>
          <p:cNvPr id="17411" name="Picture 5" descr="longitud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3048000"/>
            <a:ext cx="3641725" cy="357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99290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b="1">
                <a:solidFill>
                  <a:srgbClr val="0000FF"/>
                </a:solidFill>
              </a:rPr>
              <a:t>LONGITUDE AND TIME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world rotates (spins) _____</a:t>
            </a:r>
            <a:r>
              <a:rPr lang="en-US" dirty="0">
                <a:cs typeface="Arial" charset="0"/>
              </a:rPr>
              <a:t>° in ___ hours.</a:t>
            </a:r>
          </a:p>
          <a:p>
            <a:pPr>
              <a:buFontTx/>
              <a:buNone/>
            </a:pPr>
            <a:r>
              <a:rPr lang="en-US" dirty="0">
                <a:cs typeface="Arial" charset="0"/>
              </a:rPr>
              <a:t>            How many degrees per hour does the 	   earth spin? </a:t>
            </a:r>
          </a:p>
          <a:p>
            <a:pPr>
              <a:buFontTx/>
              <a:buNone/>
            </a:pPr>
            <a:r>
              <a:rPr lang="en-US" dirty="0"/>
              <a:t>			360</a:t>
            </a:r>
            <a:r>
              <a:rPr lang="en-US" dirty="0">
                <a:cs typeface="Arial" charset="0"/>
              </a:rPr>
              <a:t>° / 24 hours = 15° per hour</a:t>
            </a:r>
          </a:p>
          <a:p>
            <a:r>
              <a:rPr lang="en-US" dirty="0">
                <a:cs typeface="Arial" charset="0"/>
              </a:rPr>
              <a:t>The world has 24 time zones, each 15° apart.  </a:t>
            </a:r>
          </a:p>
          <a:p>
            <a:pPr>
              <a:buFontTx/>
              <a:buNone/>
            </a:pPr>
            <a:r>
              <a:rPr lang="en-US" dirty="0">
                <a:cs typeface="Arial" charset="0"/>
              </a:rPr>
              <a:t>   </a:t>
            </a:r>
            <a:r>
              <a:rPr lang="en-US" sz="3600" b="1" dirty="0">
                <a:solidFill>
                  <a:srgbClr val="FF0000"/>
                </a:solidFill>
                <a:cs typeface="Arial" charset="0"/>
              </a:rPr>
              <a:t>THERE IS A 1 HOUR TIME  DIFFERENCE FOR EVERY 15° OF LONGITUDE (vertical lines on a map, similar to time zones)</a:t>
            </a:r>
          </a:p>
        </p:txBody>
      </p:sp>
    </p:spTree>
    <p:extLst>
      <p:ext uri="{BB962C8B-B14F-4D97-AF65-F5344CB8AC3E}">
        <p14:creationId xmlns:p14="http://schemas.microsoft.com/office/powerpoint/2010/main" val="83097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60037" y="1379574"/>
            <a:ext cx="8307" cy="5478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are time zones and how do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affect our lives?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328277" y="1490271"/>
            <a:ext cx="7571184" cy="1120518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Think of it as a giant number line.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328277" y="2729973"/>
            <a:ext cx="7571184" cy="4436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Greenwich, England is at 0 on the number line. As you move to the left you </a:t>
            </a:r>
            <a:r>
              <a:rPr lang="en-US" dirty="0">
                <a:solidFill>
                  <a:prstClr val="black"/>
                </a:solidFill>
                <a:latin typeface="Calibri"/>
              </a:rPr>
              <a:t>subtract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as you move to the right you </a:t>
            </a:r>
            <a:r>
              <a:rPr lang="en-US">
                <a:solidFill>
                  <a:prstClr val="black"/>
                </a:solidFill>
                <a:latin typeface="Calibri"/>
              </a:rPr>
              <a:t>add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. </a:t>
            </a:r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1456291" y="5003151"/>
            <a:ext cx="729077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47084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17366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>
            <a:off x="31082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>
            <a:off x="60800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Line 10"/>
          <p:cNvSpPr>
            <a:spLocks noChangeShapeType="1"/>
          </p:cNvSpPr>
          <p:nvPr/>
        </p:nvSpPr>
        <p:spPr bwMode="auto">
          <a:xfrm>
            <a:off x="74516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3812361" y="5409943"/>
            <a:ext cx="19629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Greenwich</a:t>
            </a: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2212161" y="5406321"/>
            <a:ext cx="19629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Dakar</a:t>
            </a:r>
          </a:p>
        </p:txBody>
      </p: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5183961" y="5406321"/>
            <a:ext cx="19629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+1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Paris</a:t>
            </a: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764361" y="5337301"/>
            <a:ext cx="1962900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Sandwich Islands</a:t>
            </a:r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6555561" y="5330121"/>
            <a:ext cx="19629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Cape Town</a:t>
            </a:r>
          </a:p>
        </p:txBody>
      </p:sp>
    </p:spTree>
    <p:extLst>
      <p:ext uri="{BB962C8B-B14F-4D97-AF65-F5344CB8AC3E}">
        <p14:creationId xmlns:p14="http://schemas.microsoft.com/office/powerpoint/2010/main" val="7629916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35507" y="53752"/>
            <a:ext cx="8229600" cy="1143000"/>
          </a:xfrm>
        </p:spPr>
        <p:txBody>
          <a:bodyPr/>
          <a:lstStyle/>
          <a:p>
            <a:r>
              <a:rPr lang="en-AU" dirty="0"/>
              <a:t>Time zones (World)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-180528" y="1052736"/>
            <a:ext cx="9577064" cy="4683844"/>
            <a:chOff x="-180528" y="116632"/>
            <a:chExt cx="12297948" cy="6014543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851" t="680" r="1"/>
            <a:stretch/>
          </p:blipFill>
          <p:spPr>
            <a:xfrm>
              <a:off x="5922213" y="161766"/>
              <a:ext cx="6195207" cy="5969409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/>
            <a:srcRect r="1139"/>
            <a:stretch/>
          </p:blipFill>
          <p:spPr>
            <a:xfrm>
              <a:off x="-180528" y="116632"/>
              <a:ext cx="6120680" cy="6010275"/>
            </a:xfrm>
            <a:prstGeom prst="rect">
              <a:avLst/>
            </a:prstGeom>
          </p:spPr>
        </p:pic>
      </p:grpSp>
      <p:sp>
        <p:nvSpPr>
          <p:cNvPr id="10" name="Rectangle 9"/>
          <p:cNvSpPr/>
          <p:nvPr/>
        </p:nvSpPr>
        <p:spPr>
          <a:xfrm>
            <a:off x="437963" y="5791100"/>
            <a:ext cx="72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When it is 2:00 pm in Greenwich London, find the time in these places:</a:t>
            </a:r>
          </a:p>
          <a:p>
            <a:r>
              <a:rPr lang="en-AU" dirty="0"/>
              <a:t>1) South Africa, 2) China, 3) New York, 4) Queensland and 5) Alaska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1656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35507" y="53752"/>
            <a:ext cx="8229600" cy="1143000"/>
          </a:xfrm>
        </p:spPr>
        <p:txBody>
          <a:bodyPr/>
          <a:lstStyle/>
          <a:p>
            <a:r>
              <a:rPr lang="en-AU" dirty="0"/>
              <a:t>Time zones (World)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-180528" y="1052736"/>
            <a:ext cx="9577064" cy="4683844"/>
            <a:chOff x="-180528" y="116632"/>
            <a:chExt cx="12297948" cy="6014543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851" t="680" r="1"/>
            <a:stretch/>
          </p:blipFill>
          <p:spPr>
            <a:xfrm>
              <a:off x="5922213" y="161766"/>
              <a:ext cx="6195207" cy="5969409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/>
            <a:srcRect r="1139"/>
            <a:stretch/>
          </p:blipFill>
          <p:spPr>
            <a:xfrm>
              <a:off x="-180528" y="116632"/>
              <a:ext cx="6120680" cy="6010275"/>
            </a:xfrm>
            <a:prstGeom prst="rect">
              <a:avLst/>
            </a:prstGeom>
          </p:spPr>
        </p:pic>
      </p:grpSp>
      <p:sp>
        <p:nvSpPr>
          <p:cNvPr id="10" name="Rectangle 9"/>
          <p:cNvSpPr/>
          <p:nvPr/>
        </p:nvSpPr>
        <p:spPr>
          <a:xfrm>
            <a:off x="435507" y="5768404"/>
            <a:ext cx="72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What is the time difference between:</a:t>
            </a:r>
          </a:p>
          <a:p>
            <a:r>
              <a:rPr lang="en-AU" dirty="0"/>
              <a:t>1) India and China, 2) WA and New York, 3) Argentina and Alaska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7689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7249" y="1397418"/>
            <a:ext cx="0" cy="47141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1161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465" y="6203764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Summary: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94" y="1495188"/>
            <a:ext cx="1677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How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 time zones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does Australia have?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 the time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zones in Australia?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b="1458"/>
          <a:stretch/>
        </p:blipFill>
        <p:spPr>
          <a:xfrm>
            <a:off x="3131840" y="2045323"/>
            <a:ext cx="6552731" cy="406157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7043" y="1495188"/>
            <a:ext cx="338302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three time zones in Australia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AU" noProof="0" dirty="0">
                <a:solidFill>
                  <a:prstClr val="black"/>
                </a:solidFill>
                <a:latin typeface="Calibri"/>
              </a:rPr>
              <a:t>1. AEST (GMT+10) – Sydney, Melbourne, Brisbane, Gold Coast, Cairns, Hobart.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AWST (GMT+8 ) – Perth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/>
              </a:rPr>
              <a:t>3. ACST (GMT +9.5) – Darwin, Alice Spring and Adelaide</a:t>
            </a:r>
            <a:r>
              <a:rPr kumimoji="0" lang="en-AU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90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889"/>
            <a:ext cx="8229600" cy="1143000"/>
          </a:xfrm>
        </p:spPr>
        <p:txBody>
          <a:bodyPr/>
          <a:lstStyle/>
          <a:p>
            <a:r>
              <a:rPr lang="en-AU" dirty="0"/>
              <a:t>Time zones (Australia)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7904" y="2996952"/>
            <a:ext cx="5796136" cy="36457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3568" y="1402889"/>
            <a:ext cx="82089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0000"/>
                </a:solidFill>
                <a:latin typeface="+mj-lt"/>
              </a:rPr>
              <a:t>When it is 9:35 am in New South Wales, Australia, find the time in these places.</a:t>
            </a:r>
          </a:p>
          <a:p>
            <a:r>
              <a:rPr lang="en-US" sz="2400" b="1" dirty="0" err="1">
                <a:solidFill>
                  <a:srgbClr val="9A00FF"/>
                </a:solidFill>
                <a:latin typeface="+mj-lt"/>
              </a:rPr>
              <a:t>i</a:t>
            </a:r>
            <a:r>
              <a:rPr lang="en-US" sz="2400" b="1" dirty="0">
                <a:solidFill>
                  <a:srgbClr val="9A00FF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Alice Springs </a:t>
            </a:r>
          </a:p>
          <a:p>
            <a:r>
              <a:rPr lang="en-US" sz="2400" b="1" dirty="0">
                <a:solidFill>
                  <a:srgbClr val="9A00FF"/>
                </a:solidFill>
                <a:latin typeface="+mj-lt"/>
              </a:rPr>
              <a:t>ii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Perth </a:t>
            </a:r>
          </a:p>
          <a:p>
            <a:r>
              <a:rPr lang="en-US" sz="2400" b="1" dirty="0">
                <a:solidFill>
                  <a:srgbClr val="9A00FF"/>
                </a:solidFill>
                <a:latin typeface="+mj-lt"/>
              </a:rPr>
              <a:t>iii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London </a:t>
            </a:r>
          </a:p>
        </p:txBody>
      </p:sp>
    </p:spTree>
    <p:extLst>
      <p:ext uri="{BB962C8B-B14F-4D97-AF65-F5344CB8AC3E}">
        <p14:creationId xmlns:p14="http://schemas.microsoft.com/office/powerpoint/2010/main" val="3347052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Essential Mathematics 8, Exercise 4 J, Q 9-11, </a:t>
            </a:r>
            <a:r>
              <a:rPr lang="en-AU" dirty="0" err="1"/>
              <a:t>pg</a:t>
            </a:r>
            <a:r>
              <a:rPr lang="en-AU" dirty="0"/>
              <a:t> 235-236,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8554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D031A-E7CF-DB4C-A153-F8403DFAA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Plenary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5D6725-5237-A044-AEF4-7653B9BA64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three things you learned today.</a:t>
            </a:r>
          </a:p>
          <a:p>
            <a:r>
              <a:rPr lang="en-US" dirty="0"/>
              <a:t>List three things your partner learned today.</a:t>
            </a:r>
          </a:p>
        </p:txBody>
      </p:sp>
    </p:spTree>
    <p:extLst>
      <p:ext uri="{BB962C8B-B14F-4D97-AF65-F5344CB8AC3E}">
        <p14:creationId xmlns:p14="http://schemas.microsoft.com/office/powerpoint/2010/main" val="2082872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1552</TotalTime>
  <Words>561</Words>
  <Application>Microsoft Macintosh PowerPoint</Application>
  <PresentationFormat>On-screen Show (4:3)</PresentationFormat>
  <Paragraphs>101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Time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Greenwich, England is the starting point for time zones</vt:lpstr>
      <vt:lpstr>LONGITUDE AND TIME</vt:lpstr>
      <vt:lpstr>PowerPoint Presentation</vt:lpstr>
      <vt:lpstr>Time zones (World)</vt:lpstr>
      <vt:lpstr>Time zones (World)</vt:lpstr>
      <vt:lpstr>PowerPoint Presentation</vt:lpstr>
      <vt:lpstr>Time zones (Australia)</vt:lpstr>
      <vt:lpstr>You Do</vt:lpstr>
      <vt:lpstr>Plenary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EVANS Clem [Baldivis Secondary College]</cp:lastModifiedBy>
  <cp:revision>74</cp:revision>
  <dcterms:created xsi:type="dcterms:W3CDTF">2013-03-25T14:33:20Z</dcterms:created>
  <dcterms:modified xsi:type="dcterms:W3CDTF">2018-10-07T02:20:15Z</dcterms:modified>
</cp:coreProperties>
</file>