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0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6733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04965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249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372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630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873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7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275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455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685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7346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CEBA6-7D8E-41AA-A1E3-3B12DBE2E5DB}" type="datetimeFigureOut">
              <a:rPr lang="en-AU" smtClean="0"/>
              <a:t>23/10/2018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9EF5FA-FCC1-422F-A4AA-901E865D04D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6933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AC41E-A345-47C2-9DC8-584A279E60EB}"/>
              </a:ext>
            </a:extLst>
          </p:cNvPr>
          <p:cNvSpPr/>
          <p:nvPr/>
        </p:nvSpPr>
        <p:spPr>
          <a:xfrm>
            <a:off x="218661" y="318053"/>
            <a:ext cx="642067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1. Water is leaking from a tank. The volume of water in the tank after 1 hour is 100 L and after 5 hours the volume is 20 L. Assuming the relationship is linear;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Fill in the table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Graph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State the gradient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Write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Finally state the initial volume of water in the tank (at time =0)</a:t>
            </a:r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CA70-305E-4D32-859A-C26C82F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347125"/>
            <a:ext cx="6420678" cy="816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B6BEA-F9D6-4150-8D23-70E57F9EF74D}"/>
              </a:ext>
            </a:extLst>
          </p:cNvPr>
          <p:cNvSpPr txBox="1"/>
          <p:nvPr/>
        </p:nvSpPr>
        <p:spPr>
          <a:xfrm>
            <a:off x="357809" y="2456953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CD2A0-8A25-4055-8620-D61BC411C324}"/>
              </a:ext>
            </a:extLst>
          </p:cNvPr>
          <p:cNvSpPr txBox="1"/>
          <p:nvPr/>
        </p:nvSpPr>
        <p:spPr>
          <a:xfrm>
            <a:off x="369736" y="2751447"/>
            <a:ext cx="80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Litres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C15E6-278C-47AF-8091-F709AE20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4193609"/>
            <a:ext cx="57816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269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AC41E-A345-47C2-9DC8-584A279E60EB}"/>
              </a:ext>
            </a:extLst>
          </p:cNvPr>
          <p:cNvSpPr/>
          <p:nvPr/>
        </p:nvSpPr>
        <p:spPr>
          <a:xfrm>
            <a:off x="218661" y="318053"/>
            <a:ext cx="642067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2. Steve is a plumber and charges a call out fee of $75 ($75 at time zero) then $50 for every hour he is working on a job.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Fill in the table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Graph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State the gradient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Write the rule</a:t>
            </a:r>
          </a:p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e)      Finally find the cost for 3.5 hours of work.</a:t>
            </a:r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CA70-305E-4D32-859A-C26C82F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347125"/>
            <a:ext cx="6420678" cy="816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B6BEA-F9D6-4150-8D23-70E57F9EF74D}"/>
              </a:ext>
            </a:extLst>
          </p:cNvPr>
          <p:cNvSpPr txBox="1"/>
          <p:nvPr/>
        </p:nvSpPr>
        <p:spPr>
          <a:xfrm>
            <a:off x="357809" y="2456953"/>
            <a:ext cx="6758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CD2A0-8A25-4055-8620-D61BC411C324}"/>
              </a:ext>
            </a:extLst>
          </p:cNvPr>
          <p:cNvSpPr txBox="1"/>
          <p:nvPr/>
        </p:nvSpPr>
        <p:spPr>
          <a:xfrm>
            <a:off x="369736" y="2751447"/>
            <a:ext cx="803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Cost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FC15E6-278C-47AF-8091-F709AE20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4193609"/>
            <a:ext cx="5781675" cy="452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83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AC41E-A345-47C2-9DC8-584A279E60EB}"/>
              </a:ext>
            </a:extLst>
          </p:cNvPr>
          <p:cNvSpPr/>
          <p:nvPr/>
        </p:nvSpPr>
        <p:spPr>
          <a:xfrm>
            <a:off x="218661" y="318053"/>
            <a:ext cx="642067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3. The cost of manufacturing a new star wars figurine is $10,000 (for design and production of the plastic mould).  The company then makes $2000 in profit for every box of figures (1000 in each box).  Consider the cost a negative number (-$10,000) and the profit a positive number. 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Fill in the table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Graph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State the gradient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Write the rule</a:t>
            </a:r>
          </a:p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e)     How many figurines need to be sold for the company to make back the $10,000.</a:t>
            </a:r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CA70-305E-4D32-859A-C26C82F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2347125"/>
            <a:ext cx="6420678" cy="816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B6BEA-F9D6-4150-8D23-70E57F9EF74D}"/>
              </a:ext>
            </a:extLst>
          </p:cNvPr>
          <p:cNvSpPr txBox="1"/>
          <p:nvPr/>
        </p:nvSpPr>
        <p:spPr>
          <a:xfrm>
            <a:off x="357809" y="2474448"/>
            <a:ext cx="815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Boxes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CD2A0-8A25-4055-8620-D61BC411C324}"/>
              </a:ext>
            </a:extLst>
          </p:cNvPr>
          <p:cNvSpPr txBox="1"/>
          <p:nvPr/>
        </p:nvSpPr>
        <p:spPr>
          <a:xfrm>
            <a:off x="357809" y="2719542"/>
            <a:ext cx="1175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Profit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62E80-AA7E-4C9B-B0AC-ADF9045A1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10" y="3376401"/>
            <a:ext cx="5261980" cy="6101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60045D-FF95-4E7A-9C06-E4509B9EFC25}"/>
              </a:ext>
            </a:extLst>
          </p:cNvPr>
          <p:cNvSpPr txBox="1"/>
          <p:nvPr/>
        </p:nvSpPr>
        <p:spPr>
          <a:xfrm>
            <a:off x="1115284" y="3081722"/>
            <a:ext cx="4627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Key – the y axis goes up in 1000’s (</a:t>
            </a:r>
            <a:r>
              <a:rPr lang="en-AU" sz="1400" dirty="0" err="1"/>
              <a:t>eg</a:t>
            </a:r>
            <a:r>
              <a:rPr lang="en-AU" sz="1400" dirty="0"/>
              <a:t> 1 = $1000, 2=$2000 </a:t>
            </a:r>
          </a:p>
        </p:txBody>
      </p:sp>
    </p:spTree>
    <p:extLst>
      <p:ext uri="{BB962C8B-B14F-4D97-AF65-F5344CB8AC3E}">
        <p14:creationId xmlns:p14="http://schemas.microsoft.com/office/powerpoint/2010/main" val="3697857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ACAC41E-A345-47C2-9DC8-584A279E60EB}"/>
              </a:ext>
            </a:extLst>
          </p:cNvPr>
          <p:cNvSpPr/>
          <p:nvPr/>
        </p:nvSpPr>
        <p:spPr>
          <a:xfrm>
            <a:off x="218661" y="318053"/>
            <a:ext cx="6420678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400" dirty="0">
                <a:solidFill>
                  <a:srgbClr val="131413"/>
                </a:solidFill>
                <a:latin typeface="TimesNewRomanPS"/>
              </a:rPr>
              <a:t>4. Michelle has borrowed $7,000 from her mum to buy a new car.  If she is paying this back at a rate of $1000 per month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Fill in the table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Graph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State the gradient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Write the rule</a:t>
            </a:r>
          </a:p>
          <a:p>
            <a:pPr marL="342900" indent="-342900">
              <a:buFont typeface="+mj-lt"/>
              <a:buAutoNum type="alphaLcParenR"/>
            </a:pPr>
            <a:r>
              <a:rPr lang="en-AU" sz="1400" dirty="0">
                <a:solidFill>
                  <a:srgbClr val="131413"/>
                </a:solidFill>
                <a:latin typeface="TimesNewRomanPS"/>
              </a:rPr>
              <a:t>How long will it be until she has paid back half the amount</a:t>
            </a:r>
            <a:endParaRPr lang="en-AU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CA70-305E-4D32-859A-C26C82FE1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661" y="1925706"/>
            <a:ext cx="6420678" cy="816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B6BEA-F9D6-4150-8D23-70E57F9EF74D}"/>
              </a:ext>
            </a:extLst>
          </p:cNvPr>
          <p:cNvSpPr txBox="1"/>
          <p:nvPr/>
        </p:nvSpPr>
        <p:spPr>
          <a:xfrm>
            <a:off x="357809" y="2053029"/>
            <a:ext cx="8150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Months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ACD2A0-8A25-4055-8620-D61BC411C324}"/>
              </a:ext>
            </a:extLst>
          </p:cNvPr>
          <p:cNvSpPr txBox="1"/>
          <p:nvPr/>
        </p:nvSpPr>
        <p:spPr>
          <a:xfrm>
            <a:off x="357809" y="2298123"/>
            <a:ext cx="1175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Amount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762E80-AA7E-4C9B-B0AC-ADF9045A1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010" y="3376401"/>
            <a:ext cx="5261980" cy="61015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60045D-FF95-4E7A-9C06-E4509B9EFC25}"/>
              </a:ext>
            </a:extLst>
          </p:cNvPr>
          <p:cNvSpPr txBox="1"/>
          <p:nvPr/>
        </p:nvSpPr>
        <p:spPr>
          <a:xfrm>
            <a:off x="1115284" y="2914121"/>
            <a:ext cx="46274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Key – the y axis goes up in 1000’s (</a:t>
            </a:r>
            <a:r>
              <a:rPr lang="en-AU" sz="1400" dirty="0" err="1"/>
              <a:t>eg</a:t>
            </a:r>
            <a:r>
              <a:rPr lang="en-AU" sz="1400" dirty="0"/>
              <a:t> 1 = $1000, 2=$2000 </a:t>
            </a:r>
          </a:p>
        </p:txBody>
      </p:sp>
    </p:spTree>
    <p:extLst>
      <p:ext uri="{BB962C8B-B14F-4D97-AF65-F5344CB8AC3E}">
        <p14:creationId xmlns:p14="http://schemas.microsoft.com/office/powerpoint/2010/main" val="1515585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</TotalTime>
  <Words>319</Words>
  <Application>Microsoft Office PowerPoint</Application>
  <PresentationFormat>A4 Paper (210x297 mm)</PresentationFormat>
  <Paragraphs>34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TimesNewRomanPS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8</cp:revision>
  <cp:lastPrinted>2018-10-23T00:56:36Z</cp:lastPrinted>
  <dcterms:created xsi:type="dcterms:W3CDTF">2018-09-16T12:53:14Z</dcterms:created>
  <dcterms:modified xsi:type="dcterms:W3CDTF">2018-10-23T06:38:05Z</dcterms:modified>
</cp:coreProperties>
</file>