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2" r:id="rId2"/>
    <p:sldId id="258" r:id="rId3"/>
    <p:sldId id="271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92" autoAdjust="0"/>
  </p:normalViewPr>
  <p:slideViewPr>
    <p:cSldViewPr snapToGrid="0">
      <p:cViewPr varScale="1">
        <p:scale>
          <a:sx n="61" d="100"/>
          <a:sy n="61" d="100"/>
        </p:scale>
        <p:origin x="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6E1D4-95DA-4252-A889-B47DFF27FB49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0BEAD-CE00-485F-8C11-AFB1CE476A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776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have a go section </a:t>
            </a:r>
            <a:r>
              <a:rPr lang="en-US" dirty="0" err="1"/>
              <a:t>wi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AB0BC-46C4-41F5-90CA-7986DA82332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931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44702-A003-47BC-9D19-7EC9AB882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9222C-7F2D-48A3-883E-A93E37C0D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B6B6F-3044-4154-9403-43090D1B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73A99-85E1-45C7-8C51-D411D4ED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A54A7-1716-4260-85DC-2C505C4A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03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37C6-CD0A-4F27-B377-3F1C3697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2BA8-CC7A-4FBB-A783-9A46745DF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6C77-A977-413B-8D48-545AF2EF3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D6FFC-94BB-4A4F-8CE9-12972D53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AC7C2-F936-48B2-8D69-97E8D75E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608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0CDF2-18B7-40FC-93DD-2756E7BD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8462C-16E4-4C8D-98DF-A9F6A8F50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347A-962B-40F6-8803-28BF729E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9F7CE-A6EA-4027-B843-02981C6A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7DA25-9EB0-4086-846E-DC1443F7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60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E48F-F659-4D97-B885-D46AD362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F228-12C6-4B9C-A49E-104A3F574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C58BE-C93B-440B-8BFA-3199EC9D1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D459B-8838-413A-9DD6-CC8FE3FE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219C8-3BE7-410E-A0DC-417CD27C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8C397-D449-4679-9A64-06136911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20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A578-3039-4C88-8AF7-666FE124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F4BD4-4A4F-48B0-9905-43BAE66FC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94614-5D26-4D0A-BBA5-DBF5FFDF3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F5624-FC16-4BCB-BE32-9882C6BB2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CC84B-D280-492C-A14A-6167D1A8F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C61C20-AEF2-4D18-9EFD-2F26CB81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86E67D-6D36-4FDC-AF58-48E87A6B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E5BD4-F8F2-4459-A1C7-793A9909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954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F83E-560D-4B6B-89C3-ADDB4C57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71BC8-7398-4727-9EB6-96D899AD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BB962-9DA3-409C-BC39-9FA69B53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F4E1D-B769-4A1A-9B4F-7F7436DB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08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E6C87-A6AD-4D83-ACF7-99C9AC54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94712-609C-40A7-80F1-A03517D5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8242-6E60-4317-AFCC-61B599A4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556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DA3C-50CB-4151-902E-9D2736BC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B80E-843A-4FDC-8448-9C95848D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0761F-6A19-4DE2-B5FE-46E1494FF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08D29-1D22-4B7E-9F6C-E2C3A79C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C35D2-5C30-4C9B-B7B8-AA5C5AA9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DBA9A-B74F-4764-9C3D-D39C8BEE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08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2BFD-4793-4B4C-B33E-70EE290D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30A0AC-26CE-4473-918F-9982F1D65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4B7E4-1801-4402-B09C-46737053D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07E64-4BE4-4952-80BA-F2991502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A3E76-F811-4771-8772-65FC9B4A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A1A9C-D564-43AA-B749-8E609BE1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75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212A-6F84-409D-B017-6F0A5832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E2E46-3641-4C1D-929C-C28C1B5D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9062B-950B-41DD-9E18-EB155C1B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4D40D-50E4-45C0-A51D-B7FA2F08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B0376-5F5D-49C6-A6E7-EBCC28EC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937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72637-33F6-4E20-A68E-B95BEB824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01E73-289C-49F2-B538-428B11BBE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54E11-C2A7-45FA-94DA-326DF08E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CC739-FECF-4076-AD2F-19D17250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40D09-C6D5-4E2B-8A43-4CBE7723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79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1A00A-D163-4AEB-B2C8-2D09E29D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A3C72-387C-4393-BB52-770039038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BD295-FE72-4411-86D8-E9F9C124B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4AB0D-54F5-4151-90D1-E5A7C214336A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C7542-D5BA-49DD-8D39-CB242D357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A76D1-FE0F-4FBC-B9AA-B1A24F3BF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4053-1B83-497E-9EDF-62D1C3A201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66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883" y="1027832"/>
            <a:ext cx="9144000" cy="642703"/>
          </a:xfrm>
        </p:spPr>
        <p:txBody>
          <a:bodyPr/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5910" y="4502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</a:t>
            </a:r>
            <a:endParaRPr lang="en-AU" sz="2400" dirty="0">
              <a:latin typeface="Chalkboard"/>
              <a:cs typeface="Chalkboar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Summary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Convert 5.2cm into mm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𝑥𝑧</m:t>
                        </m:r>
                      </m:den>
                    </m:f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Ro</a:t>
                </a:r>
                <a:r>
                  <a:rPr lang="en-US" altLang="en-US" dirty="0" err="1"/>
                  <a:t>ger</a:t>
                </a:r>
                <a:r>
                  <a:rPr lang="en-US" altLang="en-US" dirty="0"/>
                  <a:t> has a 0.95 </a:t>
                </a:r>
                <a:r>
                  <a:rPr lang="en-US" altLang="en-US" dirty="0" err="1"/>
                  <a:t>metre</a:t>
                </a:r>
                <a:r>
                  <a:rPr lang="en-US" altLang="en-US" dirty="0"/>
                  <a:t> length of wood.</a:t>
                </a: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dirty="0"/>
                  <a:t>He cuts a 250 </a:t>
                </a:r>
                <a:r>
                  <a:rPr lang="en-US" altLang="en-US" dirty="0" err="1"/>
                  <a:t>millimetre</a:t>
                </a:r>
                <a:r>
                  <a:rPr lang="en-US" altLang="en-US" dirty="0"/>
                  <a:t> piece off it.</a:t>
                </a: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dirty="0"/>
                  <a:t>How long is the remaining length of wood?</a:t>
                </a: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dirty="0"/>
                  <a:t>__________mm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5910" y="4502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42714" y="1287514"/>
            <a:ext cx="21892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Perimeter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5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Perimeter</a:t>
            </a:r>
          </a:p>
          <a:p>
            <a:endParaRPr lang="en-US" sz="2800" dirty="0"/>
          </a:p>
          <a:p>
            <a:r>
              <a:rPr lang="en-US" sz="2800" dirty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soccer pitch has boundary lines along the perimeter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799" y="4582322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7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5910" y="4502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5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703" y="3163480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5910" y="4502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 we can use the formula </a:t>
            </a:r>
            <a:r>
              <a:rPr lang="en-US" sz="2800" i="1" dirty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l = length</a:t>
            </a:r>
          </a:p>
          <a:p>
            <a:r>
              <a:rPr lang="en-US" sz="2800" dirty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= 20 x 2 + 10 x 2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89" y="3152242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42714" y="1487511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5910" y="4502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7058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5910" y="4502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5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>
                <a:latin typeface="Chalkboard"/>
                <a:cs typeface="Chalkboard"/>
              </a:rPr>
              <a:t>b = 7 cm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31" y="2681900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47111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5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perimeter of a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5910" y="4502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31" y="2681900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8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0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cm</a:t>
            </a:r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16622" y="43580"/>
            <a:ext cx="2786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Task- D/C Level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8" y="640767"/>
            <a:ext cx="8391525" cy="407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030" y="4717467"/>
            <a:ext cx="285750" cy="30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399" y="4574592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469" y="4717467"/>
            <a:ext cx="1905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143" y="4984168"/>
            <a:ext cx="3142185" cy="16190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3942" y="4595023"/>
            <a:ext cx="2466315" cy="20148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55" y="4595023"/>
            <a:ext cx="2851506" cy="208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99412" y="-29980"/>
            <a:ext cx="2756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Task- C/B Level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221" y="488515"/>
            <a:ext cx="8304123" cy="46679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63" y="5059597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377" y="4990197"/>
            <a:ext cx="19050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772" y="5060947"/>
            <a:ext cx="28575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389" y="5125517"/>
            <a:ext cx="1487680" cy="17221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836" y="5134507"/>
            <a:ext cx="1968892" cy="1615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8293" y="4789471"/>
            <a:ext cx="1805003" cy="19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5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19545" y="30984"/>
            <a:ext cx="2634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 B/A Level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108" y="1285273"/>
            <a:ext cx="4641470" cy="51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5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462</Words>
  <Application>Microsoft Office PowerPoint</Application>
  <PresentationFormat>Widescreen</PresentationFormat>
  <Paragraphs>165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Chalkboard</vt:lpstr>
      <vt:lpstr>Times New Roman</vt:lpstr>
      <vt:lpstr>Office Theme</vt:lpstr>
      <vt:lpstr>Topic: 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2</cp:revision>
  <dcterms:created xsi:type="dcterms:W3CDTF">2021-02-15T12:53:50Z</dcterms:created>
  <dcterms:modified xsi:type="dcterms:W3CDTF">2021-02-15T13:09:25Z</dcterms:modified>
</cp:coreProperties>
</file>