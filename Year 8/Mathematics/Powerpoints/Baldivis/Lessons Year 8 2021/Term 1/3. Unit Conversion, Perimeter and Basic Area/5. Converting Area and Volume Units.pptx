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49" r:id="rId2"/>
    <p:sldId id="344" r:id="rId3"/>
    <p:sldId id="260" r:id="rId4"/>
    <p:sldId id="345" r:id="rId5"/>
    <p:sldId id="352" r:id="rId6"/>
    <p:sldId id="347" r:id="rId7"/>
    <p:sldId id="348" r:id="rId8"/>
    <p:sldId id="350" r:id="rId9"/>
    <p:sldId id="351" r:id="rId10"/>
    <p:sldId id="34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6CF1B-67C5-442D-AFAE-D54C5FEFBCCB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2C945-A51F-4053-9F3E-377389959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8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10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0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69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36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09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82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44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C027-7932-4218-A7F1-FF1239AD9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86699-45AE-4E17-8D7A-904933368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B88D-D0FE-401D-89DD-8BE05660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2135D-2706-410E-B463-D4304B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48DA-F364-45ED-9446-AB51AC00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60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5A77-75BD-447C-9C87-91567E03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AEFE-2AEE-4EE3-9CAD-F58D5F8BA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A3177-4C54-4FB9-82CB-0948D9B7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C091-53D5-4A3A-9B3F-484123FC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95838-C2D3-446D-B937-7297FEB3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61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7D21-1280-4917-B58D-5B891080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5D4BF-D15D-4FD3-8FA7-3A48A5E37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BDD55-3F33-4241-89BB-F5BF8E94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C099-1A5F-4916-A622-F69DFA3B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1B77A-AA6C-433D-A348-134EEBAE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03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1ACBD-5699-48E7-B8D7-BCE80724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6D60F-2C35-4C3F-81A7-CE03C2519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23772-A800-4F67-BB92-ED21F5EA4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4EE2-76BD-42C4-B30F-A5D72006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E104A-8E57-42CB-BFCD-27877D3A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3FC7D-579E-4D55-B706-65681D6B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27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48A3-D0A0-4159-8903-3F031853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A5DB5-EFFD-404C-9E02-872D90322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1E80-CE48-4FCE-BFAC-23530412D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39EC4B-CEF4-43DD-A1A6-ED6865597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80F52D-2497-4E30-9B88-85285367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1A595-540C-4354-85BC-FB8D10B6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B092E-0097-4F54-B0FC-8ADADF4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990C2-F306-42A5-9C95-2ECCF99B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33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455F-8EB1-4ECA-AD28-2918098A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7489F-5901-4AC7-A6F3-43238772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0AE65B-FFEE-4EE2-87F5-D91CF66A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130ED-F3C2-419D-B99A-D0DC9128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02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D8AE5-473A-4F84-AF1B-54277BE8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B48AB-0481-47F9-8DB3-FEC1A035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F7DED-28C8-48DF-BDBB-5F775970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63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977A-D446-4BCD-85FF-54CC4899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134E0-D047-4431-B9D5-13FC505DD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3A231-1E4A-4923-8D3C-2C65FC029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7A95A-5A72-499C-B73C-5C42B05B0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6B54A-FFC1-4321-8E2F-0FC8E228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1C9A6-EE55-4C29-8CCF-D2E5BD88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27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0D3D-319A-41B6-BBA6-D3C7C7AB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B3F4CA-47C1-43D1-A3EF-67A1949EE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73ACF-F836-4648-A348-3DA62594C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8F995-9241-48D1-80EC-E1EE432F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6CB5F-D11E-46D1-8604-09A7A97D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DFFC1-3165-47D2-9FE5-C5E71CA6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85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9830-7261-4665-A0A9-039FDBC0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26199-FD79-4B07-AA2A-74745005D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4CB81-2CB7-4663-B31E-A6EBA7A5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57822-EA78-4C2F-9CB1-39DB5C19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B7EDA-DB5F-4F2F-A9B8-C442F7CD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1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B4516-6ECF-4B62-B10A-4EF0281C2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8C3DE-19E2-4016-A1C7-DD8CED645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2163E-A2F8-4537-8EE0-33C5EF2D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F65E-F73A-4257-85E9-9778C26D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097AC-044D-4B82-9A0A-627EED54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68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DE750-736A-4E3C-A20F-06DB354B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FE72C-0B99-4CF6-A520-3776C769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DCC96-39F1-4B23-8E6E-BF08628E7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683C8-2621-4928-B632-06FD8E4DA07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47FE3-9134-4187-B2AD-095209373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EEB1C-4ED1-482D-92C0-1A9AC8DE2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8AFF6-4998-4738-BA38-6104CA3B11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84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207404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Teachers Please note: </a:t>
            </a:r>
          </a:p>
          <a:p>
            <a:pPr marL="0" indent="0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Slide 3: print out for students to write on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Slides 4 onwards should be used as teacher notes </a:t>
            </a:r>
            <a:endParaRPr lang="en-AU" sz="3200" b="1" dirty="0">
              <a:solidFill>
                <a:schemeClr val="bg1">
                  <a:lumMod val="50000"/>
                </a:schemeClr>
              </a:solidFill>
              <a:latin typeface="Kiwi School Handwriting" panose="00000500000000000000" pitchFamily="2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85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30620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Measurement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 :</a:t>
            </a:r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 </a:t>
            </a:r>
            <a:r>
              <a:rPr lang="en-AU" sz="3200" b="1" dirty="0">
                <a:solidFill>
                  <a:schemeClr val="bg1">
                    <a:lumMod val="50000"/>
                  </a:schemeClr>
                </a:solidFill>
                <a:latin typeface="Kiwi School Handwriting" panose="00000500000000000000" pitchFamily="2" charset="0"/>
              </a:rPr>
              <a:t>How do I convert between units of area and units of volume? 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2DA7F-3799-459F-ADC1-5E650318C523}"/>
              </a:ext>
            </a:extLst>
          </p:cNvPr>
          <p:cNvSpPr txBox="1"/>
          <p:nvPr/>
        </p:nvSpPr>
        <p:spPr>
          <a:xfrm>
            <a:off x="1372830" y="1778000"/>
            <a:ext cx="323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VIVOS</a:t>
            </a:r>
          </a:p>
          <a:p>
            <a:r>
              <a:rPr lang="en-US" dirty="0"/>
              <a:t>-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09" y="1624949"/>
            <a:ext cx="8655727" cy="1128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Start thinking. Find someone you would like to work with (not socialize with but WORK!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15mins to write responses to these 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A7FD94-DE94-46E6-969F-ACD68347F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309" y="2763521"/>
            <a:ext cx="7882573" cy="371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797894-0F17-429E-B36E-978B8A130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311" y="2286651"/>
            <a:ext cx="8085660" cy="42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69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C1D8C1-8814-4101-A8C6-EF6167169D3B}"/>
              </a:ext>
            </a:extLst>
          </p:cNvPr>
          <p:cNvSpPr txBox="1"/>
          <p:nvPr/>
        </p:nvSpPr>
        <p:spPr>
          <a:xfrm>
            <a:off x="3789680" y="2733040"/>
            <a:ext cx="5770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students to form 4 column notes or get them to divide a spare piece of paper in 4 to add in the 4 examples. Glue spare piece of paper into INB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2878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 1: Converting to a smaller area unit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8B5CB8-EA48-40CC-982C-4A5EB9933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2416175"/>
            <a:ext cx="81343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2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 2: Converting to a larger area unit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C40E3-6383-45A2-A2E2-50B536A2C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115" y="2513615"/>
            <a:ext cx="82486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12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 3: Converting to a smaller volume unit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C0107-DE8D-4557-8C32-0552AF4C1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792" y="2513615"/>
            <a:ext cx="82581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73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 3: Converting to a larger volume unit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B6C8C-8201-445F-AF78-B59C9AE8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652" y="2406133"/>
            <a:ext cx="77247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convert between units of area and units of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Complete Converting Units worksheet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Complete Converting Units- worded questions worksheet</a:t>
            </a:r>
          </a:p>
        </p:txBody>
      </p:sp>
    </p:spTree>
    <p:extLst>
      <p:ext uri="{BB962C8B-B14F-4D97-AF65-F5344CB8AC3E}">
        <p14:creationId xmlns:p14="http://schemas.microsoft.com/office/powerpoint/2010/main" val="1589751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325</Words>
  <Application>Microsoft Office PowerPoint</Application>
  <PresentationFormat>Widescreen</PresentationFormat>
  <Paragraphs>74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Fragment Core</vt:lpstr>
      <vt:lpstr>Kiwi School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4</cp:revision>
  <dcterms:created xsi:type="dcterms:W3CDTF">2021-02-18T13:39:34Z</dcterms:created>
  <dcterms:modified xsi:type="dcterms:W3CDTF">2021-02-18T14:15:12Z</dcterms:modified>
</cp:coreProperties>
</file>