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44" r:id="rId2"/>
    <p:sldId id="259" r:id="rId3"/>
    <p:sldId id="260" r:id="rId4"/>
    <p:sldId id="329" r:id="rId5"/>
    <p:sldId id="336" r:id="rId6"/>
    <p:sldId id="339" r:id="rId7"/>
    <p:sldId id="340" r:id="rId8"/>
    <p:sldId id="341" r:id="rId9"/>
    <p:sldId id="342" r:id="rId10"/>
    <p:sldId id="334" r:id="rId11"/>
    <p:sldId id="2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9DB01-32A5-4233-AAEC-44CD15250DA0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83FD5-93C3-4F02-B09C-2D846BB86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09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31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63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7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31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7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24DE-8C08-4E31-B202-8647463B5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CD940-63F0-4338-8595-C298C2A12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D481-B374-4984-BB17-7984524F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7C5D3-385D-4166-8913-5E7E99E0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39F4C-6504-44AE-8566-5B77019E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64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ADC2-D7D9-4D71-963B-6D50B773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FBB5-3482-43BA-9F5B-5180723A3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53D6-AEA7-46AC-93F9-896FEAEC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C0254-71D1-4338-A095-AE525247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A6370-64DE-43D6-B44F-7A7201CC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105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CD97-D07C-49B2-8036-CFBD7CEB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DBF64-B765-4574-AC88-6FB9EB738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869D9-B571-4FD7-A711-47906DF4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A47CF-A2FF-4D83-81F5-6DA5FACA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E8653-84C6-47AA-990A-72E029B4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82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63FC-525E-4ECA-8821-34C86DB1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0FD9-2011-43D4-BD86-4A0606731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9A416-5700-4974-A36F-2C4F9A979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8E088-F438-40EB-BFCD-C6BC151A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BB8C9-1FE5-4A5F-A722-FC2016A0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3979A-683B-491A-B9CE-65CED916E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24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D7C3-AC9D-49D4-8D25-0BD038584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78A7C-844D-4E59-8B81-ABC632A7C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C96C4-0018-48E6-96D1-FA2313035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503FD-AE00-4660-9F6B-223485F25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58168-37C5-4B03-A579-692D7EC6E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8C299-FA00-448A-95B2-ABF6DC75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6404E-7440-4881-8CFA-AE37049A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570FD-57D6-4B98-93D5-D93D6302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110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66E7-0963-4562-92C7-0BA6FB1B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D48B2-2EF2-4E72-A637-E352A66E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2EDEF-A759-4478-B736-9FAB2DB9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91536-B359-4E1D-9792-2EC0F4DF8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944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E1F4D-45B8-4562-B435-9AB2CFF3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57D87-6D0A-4071-A195-FB65073E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8225F-6D57-435C-9378-0863FC38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962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D923-2B00-439D-8C2A-A1311EE5F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1745F-2707-4B4E-BBF5-3EB9EFC96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82F65-AA2A-4B87-BCFE-7281EEF0B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EE216-D916-4BD5-8198-BD73A675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22A6D-8B6D-45D1-A5D8-4F11F41BE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0611-9333-430F-B8B5-989F48D5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31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3DFB-8DC2-4E64-B33C-9759A42F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CD2F8-D417-4CB3-9E4E-9DD63698B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C33B1-13D9-47C5-B816-7D4070773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6FEB6-7AFF-47C5-9C03-0B5BDF70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69962-0D5A-49E0-916F-6B3AEDE2F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F506F-A220-41F5-8F06-BE08BE66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6211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8854-44C7-4259-9712-DC7DA5290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979B7-2A22-4C3B-8066-FFCF522E4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D9608-DF66-4EE1-AA56-2EF757EE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2CB8E-6549-4FE9-B1FB-DB747EF9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A829C-1898-46D6-B193-CCB7A845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697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1156CB-659C-4EBF-AFA3-ACBA61F05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EFEC9-0B8F-45C9-AE90-09D06A48E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CE2A1-56B9-4574-BF3E-B4FD9E21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A2A6-A9CD-41E5-8A94-A53E221A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4D444-2F56-4D57-A395-182A362D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987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28480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AE4E72-AEEE-4785-8E34-2C137802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FA607-8BEE-480E-B6C1-883A4936E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C2844-21C3-4051-82A5-000EE7648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98A16-C133-4CFE-9A1E-4513BA8416AF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FE80F-AF2C-4F36-B35D-1B6E6D98D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82873-78B5-4945-BF0C-B1A8A17FA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22A90-8E4D-4E2B-854D-94806A59AD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374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94D3F-258D-4DCB-A72C-E28DEF7645AB}"/>
              </a:ext>
            </a:extLst>
          </p:cNvPr>
          <p:cNvSpPr txBox="1">
            <a:spLocks/>
          </p:cNvSpPr>
          <p:nvPr/>
        </p:nvSpPr>
        <p:spPr>
          <a:xfrm>
            <a:off x="1372830" y="306207"/>
            <a:ext cx="9446339" cy="1119144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Measurement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 :</a:t>
            </a:r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 How do I find the area of different shapes? 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2DA7F-3799-459F-ADC1-5E650318C523}"/>
              </a:ext>
            </a:extLst>
          </p:cNvPr>
          <p:cNvSpPr txBox="1"/>
          <p:nvPr/>
        </p:nvSpPr>
        <p:spPr>
          <a:xfrm>
            <a:off x="375920" y="2011680"/>
            <a:ext cx="323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your VIVOS</a:t>
            </a:r>
          </a:p>
          <a:p>
            <a:r>
              <a:rPr lang="en-US" dirty="0"/>
              <a:t>- Number Ninja???????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Find the area of different shapes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find the area of different shapes?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10" y="1624950"/>
            <a:ext cx="6623050" cy="58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Area measures the surface of something</a:t>
            </a:r>
            <a:endParaRPr lang="en-GB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4">
            <a:extLst>
              <a:ext uri="{FF2B5EF4-FFF2-40B4-BE49-F238E27FC236}">
                <a16:creationId xmlns:a16="http://schemas.microsoft.com/office/drawing/2014/main" id="{73E1EE50-4668-E84F-8D5F-178DB7E48D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16276" y="3500438"/>
            <a:ext cx="1439863" cy="1439862"/>
          </a:xfrm>
          <a:prstGeom prst="rect">
            <a:avLst/>
          </a:prstGeom>
          <a:solidFill>
            <a:srgbClr val="008000">
              <a:alpha val="87842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168FA276-F63D-A24C-803C-7565C60DFCB9}"/>
              </a:ext>
            </a:extLst>
          </p:cNvPr>
          <p:cNvGrpSpPr>
            <a:grpSpLocks/>
          </p:cNvGrpSpPr>
          <p:nvPr/>
        </p:nvGrpSpPr>
        <p:grpSpPr bwMode="auto">
          <a:xfrm>
            <a:off x="3216276" y="2800351"/>
            <a:ext cx="1439863" cy="530225"/>
            <a:chOff x="1066" y="1781"/>
            <a:chExt cx="907" cy="334"/>
          </a:xfrm>
        </p:grpSpPr>
        <p:sp>
          <p:nvSpPr>
            <p:cNvPr id="7194" name="Line 5">
              <a:extLst>
                <a:ext uri="{FF2B5EF4-FFF2-40B4-BE49-F238E27FC236}">
                  <a16:creationId xmlns:a16="http://schemas.microsoft.com/office/drawing/2014/main" id="{67516194-A26C-454B-8A6E-61B05445F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2115"/>
              <a:ext cx="9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Text Box 6">
              <a:extLst>
                <a:ext uri="{FF2B5EF4-FFF2-40B4-BE49-F238E27FC236}">
                  <a16:creationId xmlns:a16="http://schemas.microsoft.com/office/drawing/2014/main" id="{3CE24855-981B-8C40-A7CC-F0C8F2934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781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1</a:t>
              </a: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 </a:t>
              </a:r>
              <a:r>
                <a:rPr lang="en-GB" altLang="en-US">
                  <a:latin typeface="Calibri" panose="020F0502020204030204" pitchFamily="34" charset="0"/>
                </a:rPr>
                <a:t>metre</a:t>
              </a: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6EC8FCBE-1C09-F746-9946-3083953932A8}"/>
              </a:ext>
            </a:extLst>
          </p:cNvPr>
          <p:cNvGrpSpPr>
            <a:grpSpLocks/>
          </p:cNvGrpSpPr>
          <p:nvPr/>
        </p:nvGrpSpPr>
        <p:grpSpPr bwMode="auto">
          <a:xfrm>
            <a:off x="1776413" y="3498851"/>
            <a:ext cx="1439862" cy="1439863"/>
            <a:chOff x="159" y="2204"/>
            <a:chExt cx="907" cy="907"/>
          </a:xfrm>
        </p:grpSpPr>
        <p:sp>
          <p:nvSpPr>
            <p:cNvPr id="7192" name="Line 7">
              <a:extLst>
                <a:ext uri="{FF2B5EF4-FFF2-40B4-BE49-F238E27FC236}">
                  <a16:creationId xmlns:a16="http://schemas.microsoft.com/office/drawing/2014/main" id="{85CA5378-831C-F040-A51E-64825245ED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22" y="2658"/>
              <a:ext cx="9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Text Box 8">
              <a:extLst>
                <a:ext uri="{FF2B5EF4-FFF2-40B4-BE49-F238E27FC236}">
                  <a16:creationId xmlns:a16="http://schemas.microsoft.com/office/drawing/2014/main" id="{D8A2F194-440C-814D-AA0D-6CF0D9F99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" y="2478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 metre</a:t>
              </a:r>
            </a:p>
          </p:txBody>
        </p:sp>
      </p:grpSp>
      <p:sp>
        <p:nvSpPr>
          <p:cNvPr id="40971" name="Rectangle 11">
            <a:extLst>
              <a:ext uri="{FF2B5EF4-FFF2-40B4-BE49-F238E27FC236}">
                <a16:creationId xmlns:a16="http://schemas.microsoft.com/office/drawing/2014/main" id="{76EDC0E4-92E4-F44A-9320-22FE712D2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151" y="5070475"/>
            <a:ext cx="2519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 square metre</a:t>
            </a:r>
          </a:p>
        </p:txBody>
      </p:sp>
      <p:sp>
        <p:nvSpPr>
          <p:cNvPr id="40972" name="Rectangle 12">
            <a:extLst>
              <a:ext uri="{FF2B5EF4-FFF2-40B4-BE49-F238E27FC236}">
                <a16:creationId xmlns:a16="http://schemas.microsoft.com/office/drawing/2014/main" id="{344F480C-4920-724E-979B-87406CD78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3933825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1 m</a:t>
            </a:r>
            <a:r>
              <a:rPr lang="en-GB" altLang="en-US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40973" name="Rectangle 13">
            <a:extLst>
              <a:ext uri="{FF2B5EF4-FFF2-40B4-BE49-F238E27FC236}">
                <a16:creationId xmlns:a16="http://schemas.microsoft.com/office/drawing/2014/main" id="{27E90907-05F2-D141-8D47-D1B1EDD03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3695700"/>
            <a:ext cx="1079500" cy="1079500"/>
          </a:xfrm>
          <a:prstGeom prst="rect">
            <a:avLst/>
          </a:prstGeom>
          <a:solidFill>
            <a:schemeClr val="tx1">
              <a:alpha val="27843"/>
            </a:scheme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6CF756DF-7ADF-284C-8531-47982B508BEC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3122613"/>
            <a:ext cx="2160588" cy="1674812"/>
            <a:chOff x="2290" y="1967"/>
            <a:chExt cx="1361" cy="1055"/>
          </a:xfrm>
        </p:grpSpPr>
        <p:grpSp>
          <p:nvGrpSpPr>
            <p:cNvPr id="7187" name="Group 33">
              <a:extLst>
                <a:ext uri="{FF2B5EF4-FFF2-40B4-BE49-F238E27FC236}">
                  <a16:creationId xmlns:a16="http://schemas.microsoft.com/office/drawing/2014/main" id="{9FBE741A-00DA-F749-B814-29BC8BBAAA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5" y="1967"/>
              <a:ext cx="726" cy="288"/>
              <a:chOff x="2925" y="1967"/>
              <a:chExt cx="726" cy="288"/>
            </a:xfrm>
          </p:grpSpPr>
          <p:sp>
            <p:nvSpPr>
              <p:cNvPr id="7190" name="Text Box 16">
                <a:extLst>
                  <a:ext uri="{FF2B5EF4-FFF2-40B4-BE49-F238E27FC236}">
                    <a16:creationId xmlns:a16="http://schemas.microsoft.com/office/drawing/2014/main" id="{486C2933-41D5-BE45-A5BE-EE72C4D4B3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2" y="1967"/>
                <a:ext cx="6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GB" altLang="en-US">
                    <a:latin typeface="Calibri" panose="020F0502020204030204" pitchFamily="34" charset="0"/>
                  </a:rPr>
                  <a:t>1</a:t>
                </a:r>
                <a:r>
                  <a:rPr lang="en-GB" altLang="en-US">
                    <a:solidFill>
                      <a:srgbClr val="000000"/>
                    </a:solidFill>
                    <a:latin typeface="Calibri" panose="020F0502020204030204" pitchFamily="34" charset="0"/>
                  </a:rPr>
                  <a:t> </a:t>
                </a:r>
                <a:r>
                  <a:rPr lang="en-GB" altLang="en-US">
                    <a:latin typeface="Calibri" panose="020F0502020204030204" pitchFamily="34" charset="0"/>
                  </a:rPr>
                  <a:t>cm</a:t>
                </a:r>
              </a:p>
            </p:txBody>
          </p:sp>
          <p:sp>
            <p:nvSpPr>
              <p:cNvPr id="7191" name="Line 15">
                <a:extLst>
                  <a:ext uri="{FF2B5EF4-FFF2-40B4-BE49-F238E27FC236}">
                    <a16:creationId xmlns:a16="http://schemas.microsoft.com/office/drawing/2014/main" id="{28337A4C-D9E7-D04F-A1FD-09E306EDF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5" y="2255"/>
                <a:ext cx="6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88" name="Line 18">
              <a:extLst>
                <a:ext uri="{FF2B5EF4-FFF2-40B4-BE49-F238E27FC236}">
                  <a16:creationId xmlns:a16="http://schemas.microsoft.com/office/drawing/2014/main" id="{798612C2-0E0B-FC4C-BCE2-20DDBF09BD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518" y="2682"/>
              <a:ext cx="6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Text Box 19">
              <a:extLst>
                <a:ext uri="{FF2B5EF4-FFF2-40B4-BE49-F238E27FC236}">
                  <a16:creationId xmlns:a16="http://schemas.microsoft.com/office/drawing/2014/main" id="{0FEAA0A4-BB94-4F4A-84C5-3F86A15B2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2523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1 cm</a:t>
              </a:r>
            </a:p>
          </p:txBody>
        </p:sp>
      </p:grpSp>
      <p:sp>
        <p:nvSpPr>
          <p:cNvPr id="40981" name="Rectangle 21">
            <a:extLst>
              <a:ext uri="{FF2B5EF4-FFF2-40B4-BE49-F238E27FC236}">
                <a16:creationId xmlns:a16="http://schemas.microsoft.com/office/drawing/2014/main" id="{578119E2-55C7-A746-A018-4963FFFF3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6" y="4005263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 cm</a:t>
            </a:r>
            <a:r>
              <a:rPr lang="en-GB" altLang="en-US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40986" name="Rectangle 26">
            <a:extLst>
              <a:ext uri="{FF2B5EF4-FFF2-40B4-BE49-F238E27FC236}">
                <a16:creationId xmlns:a16="http://schemas.microsoft.com/office/drawing/2014/main" id="{EB3230EF-D31C-7547-B2D0-B47B7CE9F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876" y="3714751"/>
            <a:ext cx="900113" cy="900113"/>
          </a:xfrm>
          <a:prstGeom prst="rect">
            <a:avLst/>
          </a:prstGeom>
          <a:solidFill>
            <a:srgbClr val="FF3300">
              <a:alpha val="59999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76AF36FF-266A-7F4B-951A-7FBC9A1B9E94}"/>
              </a:ext>
            </a:extLst>
          </p:cNvPr>
          <p:cNvGrpSpPr>
            <a:grpSpLocks/>
          </p:cNvGrpSpPr>
          <p:nvPr/>
        </p:nvGrpSpPr>
        <p:grpSpPr bwMode="auto">
          <a:xfrm>
            <a:off x="7608889" y="3141664"/>
            <a:ext cx="2085975" cy="1474787"/>
            <a:chOff x="3833" y="1979"/>
            <a:chExt cx="1314" cy="929"/>
          </a:xfrm>
        </p:grpSpPr>
        <p:sp>
          <p:nvSpPr>
            <p:cNvPr id="7183" name="Text Box 25">
              <a:extLst>
                <a:ext uri="{FF2B5EF4-FFF2-40B4-BE49-F238E27FC236}">
                  <a16:creationId xmlns:a16="http://schemas.microsoft.com/office/drawing/2014/main" id="{FC086986-D125-9E43-960F-34A64BE77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979"/>
              <a:ext cx="6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 mm</a:t>
              </a:r>
            </a:p>
          </p:txBody>
        </p:sp>
        <p:sp>
          <p:nvSpPr>
            <p:cNvPr id="7184" name="Line 27">
              <a:extLst>
                <a:ext uri="{FF2B5EF4-FFF2-40B4-BE49-F238E27FC236}">
                  <a16:creationId xmlns:a16="http://schemas.microsoft.com/office/drawing/2014/main" id="{E40F4C16-B8D2-654D-8B73-18D8E2654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0" y="2296"/>
              <a:ext cx="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Line 28">
              <a:extLst>
                <a:ext uri="{FF2B5EF4-FFF2-40B4-BE49-F238E27FC236}">
                  <a16:creationId xmlns:a16="http://schemas.microsoft.com/office/drawing/2014/main" id="{85BE1557-1A9A-3B42-B28B-EE5E375F6F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138" y="2625"/>
              <a:ext cx="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Text Box 29">
              <a:extLst>
                <a:ext uri="{FF2B5EF4-FFF2-40B4-BE49-F238E27FC236}">
                  <a16:creationId xmlns:a16="http://schemas.microsoft.com/office/drawing/2014/main" id="{D13D76BA-D1F8-2548-A0A3-E8C15CF5E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" y="2432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 mm</a:t>
              </a:r>
            </a:p>
          </p:txBody>
        </p:sp>
      </p:grpSp>
      <p:sp>
        <p:nvSpPr>
          <p:cNvPr id="40990" name="Rectangle 30">
            <a:extLst>
              <a:ext uri="{FF2B5EF4-FFF2-40B4-BE49-F238E27FC236}">
                <a16:creationId xmlns:a16="http://schemas.microsoft.com/office/drawing/2014/main" id="{3C21A2D8-3064-1746-9F05-0FE09E866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951" y="3860800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 mm</a:t>
            </a:r>
            <a:r>
              <a:rPr lang="en-GB" altLang="en-US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311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nimBg="1"/>
      <p:bldP spid="40971" grpId="0" build="p"/>
      <p:bldP spid="40972" grpId="0" build="p"/>
      <p:bldP spid="40973" grpId="0" animBg="1"/>
      <p:bldP spid="40981" grpId="0" build="p"/>
      <p:bldP spid="40986" grpId="0" animBg="1"/>
      <p:bldP spid="40990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find the area of different shapes?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4653C22-7DB7-4083-A85E-EFA3B458F685}"/>
              </a:ext>
            </a:extLst>
          </p:cNvPr>
          <p:cNvSpPr/>
          <p:nvPr/>
        </p:nvSpPr>
        <p:spPr>
          <a:xfrm>
            <a:off x="2713310" y="2355770"/>
            <a:ext cx="8039942" cy="2667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GB" altLang="en-US" sz="2800" dirty="0"/>
              <a:t>Area foldable</a:t>
            </a:r>
          </a:p>
          <a:p>
            <a:pPr marL="457200" indent="-457200" eaLnBrk="1" hangingPunct="1">
              <a:buFontTx/>
              <a:buChar char="-"/>
            </a:pPr>
            <a:r>
              <a:rPr lang="en-GB" altLang="en-US" sz="2800" dirty="0"/>
              <a:t>What is the rule</a:t>
            </a:r>
          </a:p>
          <a:p>
            <a:pPr marL="285750" indent="-285750" eaLnBrk="1" hangingPunct="1">
              <a:buFontTx/>
              <a:buChar char="-"/>
            </a:pPr>
            <a:r>
              <a:rPr lang="en-GB" altLang="en-US" sz="2800" dirty="0"/>
              <a:t>Use the rule to complete the example. SHOWING FULL WORKING OUT</a:t>
            </a:r>
            <a:endParaRPr lang="en-GB" altLang="en-US" dirty="0"/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0" indent="0" eaLnBrk="1" hangingPunct="1">
              <a:buNone/>
            </a:pPr>
            <a:endParaRPr lang="en-GB" altLang="en-US" sz="2800" baseline="30000" dirty="0"/>
          </a:p>
          <a:p>
            <a:pPr marL="0" indent="0" eaLnBrk="1" hangingPunct="1">
              <a:buNone/>
            </a:pPr>
            <a:endParaRPr lang="en-GB" altLang="en-US" sz="2800" baseline="300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10" y="1624950"/>
            <a:ext cx="6623050" cy="58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Area measures the surface of something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00207-CD18-4423-99A3-3A7CA4C68A0B}"/>
              </a:ext>
            </a:extLst>
          </p:cNvPr>
          <p:cNvSpPr txBox="1"/>
          <p:nvPr/>
        </p:nvSpPr>
        <p:spPr>
          <a:xfrm>
            <a:off x="4829175" y="5048384"/>
            <a:ext cx="294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PEOPLE MATTER 100%RULE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10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find the area of different shapes?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0591DF7-A2F6-46D5-B1AD-125B178A5037}"/>
              </a:ext>
            </a:extLst>
          </p:cNvPr>
          <p:cNvSpPr txBox="1"/>
          <p:nvPr/>
        </p:nvSpPr>
        <p:spPr>
          <a:xfrm>
            <a:off x="2499360" y="1402080"/>
            <a:ext cx="5557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rules have we not included. Write them down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C78C6-E32C-4E9B-8F15-B49452E21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439" y="2203251"/>
            <a:ext cx="6842757" cy="3931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5F60DA-7872-4DAD-9DDC-132E0B540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6" y="4175995"/>
            <a:ext cx="1128431" cy="195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9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find the area of different shapes?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4" descr="http://passyworldofmathematics.com/Images/pwmImagesFour/ConvertMetricOne550x407JPG.jpg">
            <a:extLst>
              <a:ext uri="{FF2B5EF4-FFF2-40B4-BE49-F238E27FC236}">
                <a16:creationId xmlns:a16="http://schemas.microsoft.com/office/drawing/2014/main" id="{81B71329-70DF-42EC-A4BE-C35F9C354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3096" y="1450747"/>
            <a:ext cx="4032448" cy="2984013"/>
          </a:xfrm>
          <a:prstGeom prst="rect">
            <a:avLst/>
          </a:prstGeom>
          <a:noFill/>
        </p:spPr>
      </p:pic>
      <p:pic>
        <p:nvPicPr>
          <p:cNvPr id="14" name="Picture 13" descr="http://passyworldofmathematics.com/Images/pwmImagesFour/ConvertMetricTwo550x392JPG.jpg">
            <a:extLst>
              <a:ext uri="{FF2B5EF4-FFF2-40B4-BE49-F238E27FC236}">
                <a16:creationId xmlns:a16="http://schemas.microsoft.com/office/drawing/2014/main" id="{EED287A1-DFA3-40AA-982D-FAA07DE98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78112" y="3429000"/>
            <a:ext cx="3901342" cy="27805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565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find the area of different shapes?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1574E15-13EC-4B32-BFEE-F5C2723C0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365217"/>
            <a:ext cx="8001000" cy="1724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EA82DA-F679-43E5-997A-CE43EE308D39}"/>
              </a:ext>
            </a:extLst>
          </p:cNvPr>
          <p:cNvSpPr txBox="1"/>
          <p:nvPr/>
        </p:nvSpPr>
        <p:spPr>
          <a:xfrm>
            <a:off x="2468880" y="1954442"/>
            <a:ext cx="284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3CC56D-069E-44F0-A1D9-F0EF6006C953}"/>
              </a:ext>
            </a:extLst>
          </p:cNvPr>
          <p:cNvSpPr txBox="1"/>
          <p:nvPr/>
        </p:nvSpPr>
        <p:spPr>
          <a:xfrm>
            <a:off x="2468880" y="1620853"/>
            <a:ext cx="284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do these together: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4B5BC-A380-4BEF-BD84-0C07B5F2F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360" y="3964561"/>
            <a:ext cx="1492361" cy="26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3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3116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Area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I find the area of different shapes?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6EA82DA-F679-43E5-997A-CE43EE308D39}"/>
              </a:ext>
            </a:extLst>
          </p:cNvPr>
          <p:cNvSpPr txBox="1"/>
          <p:nvPr/>
        </p:nvSpPr>
        <p:spPr>
          <a:xfrm>
            <a:off x="2468880" y="1954442"/>
            <a:ext cx="284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2: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3CC56D-069E-44F0-A1D9-F0EF6006C953}"/>
              </a:ext>
            </a:extLst>
          </p:cNvPr>
          <p:cNvSpPr txBox="1"/>
          <p:nvPr/>
        </p:nvSpPr>
        <p:spPr>
          <a:xfrm>
            <a:off x="2468880" y="1620853"/>
            <a:ext cx="284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do these together: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C2817C-7FB6-47E2-BA41-DDD68CEE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643187"/>
            <a:ext cx="5095875" cy="1571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C01271-E434-4568-8F2A-D22F1328D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870" y="3428999"/>
            <a:ext cx="201930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8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B6333D-C2C8-43F2-8ABB-BD6976AA4A07}"/>
              </a:ext>
            </a:extLst>
          </p:cNvPr>
          <p:cNvSpPr txBox="1"/>
          <p:nvPr/>
        </p:nvSpPr>
        <p:spPr>
          <a:xfrm>
            <a:off x="2997200" y="2123440"/>
            <a:ext cx="585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turn…. LHS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8D0EBB-67F9-416C-8D40-9F040F2EEC1B}"/>
              </a:ext>
            </a:extLst>
          </p:cNvPr>
          <p:cNvSpPr/>
          <p:nvPr/>
        </p:nvSpPr>
        <p:spPr>
          <a:xfrm>
            <a:off x="4887945" y="3241224"/>
            <a:ext cx="2416110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 Review Worksheet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191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254</Words>
  <Application>Microsoft Office PowerPoint</Application>
  <PresentationFormat>Widescreen</PresentationFormat>
  <Paragraphs>75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Fragment Core</vt:lpstr>
      <vt:lpstr>Kiwi School Handwriting</vt:lpstr>
      <vt:lpstr>Times New Roman</vt:lpstr>
      <vt:lpstr>Office Theme</vt:lpstr>
      <vt:lpstr>PowerPoint Presentation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2</cp:revision>
  <dcterms:created xsi:type="dcterms:W3CDTF">2021-02-15T13:18:20Z</dcterms:created>
  <dcterms:modified xsi:type="dcterms:W3CDTF">2021-02-15T13:30:12Z</dcterms:modified>
</cp:coreProperties>
</file>