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MES Sarah [Baldivis Secondary College]" initials="JS[SC" lastIdx="2" clrIdx="0">
    <p:extLst>
      <p:ext uri="{19B8F6BF-5375-455C-9EA6-DF929625EA0E}">
        <p15:presenceInfo xmlns:p15="http://schemas.microsoft.com/office/powerpoint/2012/main" userId="JAMES Sarah [Baldivis Secondary College]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7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17CBF9-FA58-48D1-9150-240C4273ECDF}" type="datetimeFigureOut">
              <a:rPr lang="en-AU" smtClean="0"/>
              <a:t>29/01/2021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16479-4840-40C3-BBE6-1720AE88C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6835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070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552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353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924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A7E43-64BE-4794-AA48-D60C48961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09F722-A61A-4DDD-8D54-75001457C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897D8-964E-4A6C-AFA5-6EF40C954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9708-71C7-4ABE-89BB-0F1D4F72A415}" type="datetimeFigureOut">
              <a:rPr lang="en-AU" smtClean="0"/>
              <a:t>29/01/2021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4469C-606B-4284-9C7F-9BBE0E032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0E966-29F8-4BDF-BE94-295366CEF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6FB4B-46EE-4707-AFA3-D6CF49DAB4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1063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98013-D61C-45B5-A73B-8D519A6DB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03A05-D3F8-4F22-B044-7B0E6F33A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7C755-59D1-4BA0-AA1E-3ECF1435F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9708-71C7-4ABE-89BB-0F1D4F72A415}" type="datetimeFigureOut">
              <a:rPr lang="en-AU" smtClean="0"/>
              <a:t>29/01/2021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D97AF-72E3-4ECA-9958-CE564752F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F4852-3ADE-4633-8F86-9097FE19B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6FB4B-46EE-4707-AFA3-D6CF49DAB4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1835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0C317-A72B-40D7-94CD-3D6977642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7B02F-9687-4900-9B24-AA2C1E180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C2A98-051C-47E2-A2DE-BE14F7EFD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9708-71C7-4ABE-89BB-0F1D4F72A415}" type="datetimeFigureOut">
              <a:rPr lang="en-AU" smtClean="0"/>
              <a:t>29/01/2021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06841-A1B5-4008-B3E6-4B6092CC3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B4012-2283-4FDA-AAFD-29BC1D1A5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6FB4B-46EE-4707-AFA3-D6CF49DAB4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7441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74C23-0C8B-49F2-8564-42749F95D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520E3-EE83-4C3F-BA68-0485B01641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37A57F-A4DE-4E5E-B369-C6FA48B5A4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11A82-2E2E-46C8-A51F-621159000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9708-71C7-4ABE-89BB-0F1D4F72A415}" type="datetimeFigureOut">
              <a:rPr lang="en-AU" smtClean="0"/>
              <a:t>29/01/2021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9B00B7-131A-417D-9968-A012369AB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35DEA9-7A0E-4E34-BA8F-A44144DC9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6FB4B-46EE-4707-AFA3-D6CF49DAB4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7392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31093-4650-43A5-8D57-092087931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C9A8E-1E15-4896-B3B1-2E5D24FB6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334C54-458B-4A7A-B6CD-24C56D2A5D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1DB572-B43F-4DC2-8D48-116134C470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4F62F8-C979-4D74-9866-00ED86C919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2A9FEA-6E75-44AF-910A-C3F61AC64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9708-71C7-4ABE-89BB-0F1D4F72A415}" type="datetimeFigureOut">
              <a:rPr lang="en-AU" smtClean="0"/>
              <a:t>29/01/2021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63B7C-C34B-414C-A4AF-6808A21A4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15613E-EB81-4E56-AF9C-E444AD610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6FB4B-46EE-4707-AFA3-D6CF49DAB4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5245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084A-5DCA-435D-B75F-23350824D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6BCAFB-67DC-451C-9536-33C6B6A47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9708-71C7-4ABE-89BB-0F1D4F72A415}" type="datetimeFigureOut">
              <a:rPr lang="en-AU" smtClean="0"/>
              <a:t>29/01/2021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52F6FC-C128-48B7-AB2E-BB425F786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9A3648-2080-418B-9AB3-0C63D2099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6FB4B-46EE-4707-AFA3-D6CF49DAB4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5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50143-CA89-4FE1-8085-87C9439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9708-71C7-4ABE-89BB-0F1D4F72A415}" type="datetimeFigureOut">
              <a:rPr lang="en-AU" smtClean="0"/>
              <a:t>29/01/2021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C6626B-D14F-4518-852C-45A58B62C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FF4130-80BD-434A-B9DF-24473861F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6FB4B-46EE-4707-AFA3-D6CF49DAB4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0233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7D005-AFAC-4CBD-B6A6-53CAEF9AA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3D0C7-3470-4B49-B7A9-A52123898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D9C7E2-8EFF-41C7-B45A-B8E81BB31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DF476-0C56-4C9C-8275-02F013F55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9708-71C7-4ABE-89BB-0F1D4F72A415}" type="datetimeFigureOut">
              <a:rPr lang="en-AU" smtClean="0"/>
              <a:t>29/01/2021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12E8B-99F2-4F20-81CD-EE5D3040D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0B8B7-2DB6-4BD7-AFFD-562AF458B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6FB4B-46EE-4707-AFA3-D6CF49DAB4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255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2D95F-3DD3-4068-96DB-A96E110F8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CEFCD0-0FB1-4D89-8293-16BC44D687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C33203-B3BB-4ED4-93A1-270077A4F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4C7AFA-88D6-475A-B7E4-E08C445CA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9708-71C7-4ABE-89BB-0F1D4F72A415}" type="datetimeFigureOut">
              <a:rPr lang="en-AU" smtClean="0"/>
              <a:t>29/01/2021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B66F4E-813C-446B-9298-7C4B9F5B8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8BBEAB-841D-4A0F-8572-C5DCF31D4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6FB4B-46EE-4707-AFA3-D6CF49DAB4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5767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7FE37-2DC8-4EFA-BB35-97C0787FB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5D7FCA-6F1F-488A-9FC1-61A8F9B57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5C892-7427-4A62-8667-929B77DC6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9708-71C7-4ABE-89BB-0F1D4F72A415}" type="datetimeFigureOut">
              <a:rPr lang="en-AU" smtClean="0"/>
              <a:t>29/01/2021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22CE3-FBA8-4557-869A-4DFC7C0B6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CB137-9285-43E0-82CB-E4E756860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6FB4B-46EE-4707-AFA3-D6CF49DAB4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7770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7D2D8-8F68-47FF-8B6B-7B43EEAF47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CFB062-1274-4CBD-8426-A9AFEA436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2B3DA-C3E5-49B3-9267-FA4EBE485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9708-71C7-4ABE-89BB-0F1D4F72A415}" type="datetimeFigureOut">
              <a:rPr lang="en-AU" smtClean="0"/>
              <a:t>29/01/2021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25FFE-5A42-449C-8D0B-95A6F392A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8F195-4FF4-4D5D-9C41-59D6542A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6FB4B-46EE-4707-AFA3-D6CF49DAB4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9283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1A49E1-5852-4243-85C7-1D075A7B4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734840-16F3-4F62-96E7-5B74C769FE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3B4AC-6546-4F6A-88D0-162CE93793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2E9708-71C7-4ABE-89BB-0F1D4F72A415}" type="datetimeFigureOut">
              <a:rPr lang="en-AU" smtClean="0"/>
              <a:t>29/01/2021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AE178-3D2E-4FA8-864B-7117B865B5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CCA1A-99D9-4355-9990-E82C05E62C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6FB4B-46EE-4707-AFA3-D6CF49DAB4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4475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50E94D3F-258D-4DCB-A72C-E28DEF7645AB}"/>
              </a:ext>
            </a:extLst>
          </p:cNvPr>
          <p:cNvSpPr txBox="1">
            <a:spLocks/>
          </p:cNvSpPr>
          <p:nvPr/>
        </p:nvSpPr>
        <p:spPr>
          <a:xfrm>
            <a:off x="1372830" y="306207"/>
            <a:ext cx="9446339" cy="1119144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Topic: The order of operations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EQ :How do I add and subtract integers?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D2DA7F-3799-459F-ADC1-5E650318C523}"/>
              </a:ext>
            </a:extLst>
          </p:cNvPr>
          <p:cNvSpPr txBox="1"/>
          <p:nvPr/>
        </p:nvSpPr>
        <p:spPr>
          <a:xfrm>
            <a:off x="375920" y="2011680"/>
            <a:ext cx="3230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 your VIVOS</a:t>
            </a:r>
          </a:p>
          <a:p>
            <a:r>
              <a:rPr lang="en-US" dirty="0"/>
              <a:t>- Number Ninja???????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6232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54416" y="1500143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36410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The order of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5264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700" y="92736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 How do I add and subtract integers?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F6CC8DEE-B1FC-4B59-8233-2F6B05D42AE3}"/>
              </a:ext>
            </a:extLst>
          </p:cNvPr>
          <p:cNvSpPr txBox="1">
            <a:spLocks/>
          </p:cNvSpPr>
          <p:nvPr/>
        </p:nvSpPr>
        <p:spPr>
          <a:xfrm>
            <a:off x="2346978" y="3003621"/>
            <a:ext cx="2536498" cy="266375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arenR"/>
            </a:pPr>
            <a:r>
              <a:rPr lang="en-AU" dirty="0"/>
              <a:t>2 + 3 = </a:t>
            </a:r>
          </a:p>
          <a:p>
            <a:pPr marL="514350" indent="-514350">
              <a:buFont typeface="+mj-lt"/>
              <a:buAutoNum type="arabicParenR"/>
            </a:pPr>
            <a:r>
              <a:rPr lang="en-AU" dirty="0"/>
              <a:t>2+(-3) = </a:t>
            </a:r>
          </a:p>
          <a:p>
            <a:pPr marL="514350" indent="-514350">
              <a:buFont typeface="+mj-lt"/>
              <a:buAutoNum type="arabicParenR"/>
            </a:pPr>
            <a:r>
              <a:rPr lang="en-AU" dirty="0"/>
              <a:t>2 – 3 = </a:t>
            </a:r>
          </a:p>
          <a:p>
            <a:pPr marL="514350" indent="-514350">
              <a:buFont typeface="+mj-lt"/>
              <a:buAutoNum type="arabicParenR"/>
            </a:pPr>
            <a:r>
              <a:rPr lang="en-AU" dirty="0"/>
              <a:t>2 – (-3) 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A186D0-529B-494E-AD7C-0DCF05E41741}"/>
              </a:ext>
            </a:extLst>
          </p:cNvPr>
          <p:cNvSpPr txBox="1"/>
          <p:nvPr/>
        </p:nvSpPr>
        <p:spPr>
          <a:xfrm>
            <a:off x="2143125" y="1733550"/>
            <a:ext cx="36575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 MINS TO Write down and have an answer to share with shoulder partner</a:t>
            </a:r>
            <a:endParaRPr lang="en-AU" dirty="0"/>
          </a:p>
        </p:txBody>
      </p:sp>
      <p:pic>
        <p:nvPicPr>
          <p:cNvPr id="30" name="Picture 8" descr="C:\Users\e4047095\AppData\Local\Microsoft\Windows\Temporary Internet Files\Content.IE5\FL99N31V\Figure_12_02_03a[1].jpg">
            <a:extLst>
              <a:ext uri="{FF2B5EF4-FFF2-40B4-BE49-F238E27FC236}">
                <a16:creationId xmlns:a16="http://schemas.microsoft.com/office/drawing/2014/main" id="{B2EC21BE-4DE0-45D4-A441-DA2D5A3B0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3648" y="2202456"/>
            <a:ext cx="3747346" cy="4375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2D282C1-82B4-49D1-A22D-69A6DA1E4A9A}"/>
              </a:ext>
            </a:extLst>
          </p:cNvPr>
          <p:cNvSpPr txBox="1"/>
          <p:nvPr/>
        </p:nvSpPr>
        <p:spPr>
          <a:xfrm>
            <a:off x="7877175" y="1733550"/>
            <a:ext cx="263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Hot and cold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54416" y="1500143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36410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The order of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5264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700" y="92736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 How do I add and subtract integers?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7BC30D-FC33-48B5-B22B-B4B7E322838E}"/>
              </a:ext>
            </a:extLst>
          </p:cNvPr>
          <p:cNvSpPr txBox="1"/>
          <p:nvPr/>
        </p:nvSpPr>
        <p:spPr>
          <a:xfrm>
            <a:off x="165984" y="2041910"/>
            <a:ext cx="14042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the rules for adding and subtracting integers?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AFC4D2-34F3-4FFF-99A1-E219AEBCA6BB}"/>
              </a:ext>
            </a:extLst>
          </p:cNvPr>
          <p:cNvSpPr txBox="1"/>
          <p:nvPr/>
        </p:nvSpPr>
        <p:spPr>
          <a:xfrm>
            <a:off x="2190424" y="1836668"/>
            <a:ext cx="5054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Replace two adjacent signs using the following rules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84CD03-4432-42F9-986B-CAA662B3C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8401" y="2376239"/>
            <a:ext cx="2724150" cy="7334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F06A128-70D0-40DC-B708-C9AF7E488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8401" y="3248772"/>
            <a:ext cx="2971800" cy="6762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4FCA2FC-A484-4B62-9961-BC17943725D3}"/>
              </a:ext>
            </a:extLst>
          </p:cNvPr>
          <p:cNvSpPr txBox="1"/>
          <p:nvPr/>
        </p:nvSpPr>
        <p:spPr>
          <a:xfrm>
            <a:off x="2079172" y="4325613"/>
            <a:ext cx="1039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</a:t>
            </a:r>
            <a:endParaRPr lang="en-AU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0CB1397-974C-4A49-AE9F-8F387C9AF6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3225" y="4825735"/>
            <a:ext cx="3152775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189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54416" y="1500143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36410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The order of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5264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700" y="92736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 How do I add and subtract integers?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7B2EE1-95E2-45B7-8F41-827C440F2350}"/>
              </a:ext>
            </a:extLst>
          </p:cNvPr>
          <p:cNvSpPr txBox="1"/>
          <p:nvPr/>
        </p:nvSpPr>
        <p:spPr>
          <a:xfrm>
            <a:off x="2329542" y="1905000"/>
            <a:ext cx="98608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SemiLight" panose="020B0502040204020203" pitchFamily="34" charset="0"/>
              </a:rPr>
              <a:t>Wow!!!!!! That concept was a big step from Year 7.</a:t>
            </a:r>
          </a:p>
          <a:p>
            <a:endParaRPr lang="en-US" dirty="0">
              <a:latin typeface="Bahnschrift SemiLight" panose="020B0502040204020203" pitchFamily="34" charset="0"/>
            </a:endParaRPr>
          </a:p>
          <a:p>
            <a:r>
              <a:rPr lang="en-US" dirty="0">
                <a:latin typeface="Bahnschrift SemiLight" panose="020B0502040204020203" pitchFamily="34" charset="0"/>
              </a:rPr>
              <a:t>This video may help you as well as our work on number lines last lesson</a:t>
            </a:r>
          </a:p>
          <a:p>
            <a:endParaRPr lang="en-US" dirty="0"/>
          </a:p>
          <a:p>
            <a:endParaRPr lang="en-A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DED41E-226F-44A6-95E3-1CB0A7D3453B}"/>
              </a:ext>
            </a:extLst>
          </p:cNvPr>
          <p:cNvSpPr txBox="1"/>
          <p:nvPr/>
        </p:nvSpPr>
        <p:spPr>
          <a:xfrm>
            <a:off x="3271157" y="3125558"/>
            <a:ext cx="6128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Little chicken: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AU" dirty="0">
                <a:solidFill>
                  <a:srgbClr val="0070C0"/>
                </a:solidFill>
              </a:rPr>
              <a:t>https://www.youtube.com/watch?v=DBSviXhkubg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8AD3BC-D12A-4DAC-B3A1-14F623FC6257}"/>
              </a:ext>
            </a:extLst>
          </p:cNvPr>
          <p:cNvSpPr txBox="1"/>
          <p:nvPr/>
        </p:nvSpPr>
        <p:spPr>
          <a:xfrm>
            <a:off x="1819495" y="4253783"/>
            <a:ext cx="1018743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solidFill>
                  <a:srgbClr val="C00000"/>
                </a:solidFill>
              </a:rPr>
              <a:t>The first operation tells us what end of the number line to face ( + face the positive end of number line) ( - face the negative end of number line)</a:t>
            </a:r>
          </a:p>
          <a:p>
            <a:endParaRPr lang="en-US" sz="1400" dirty="0">
              <a:solidFill>
                <a:srgbClr val="C00000"/>
              </a:solidFill>
            </a:endParaRPr>
          </a:p>
          <a:p>
            <a:r>
              <a:rPr lang="en-US" sz="1400" dirty="0">
                <a:solidFill>
                  <a:srgbClr val="C00000"/>
                </a:solidFill>
              </a:rPr>
              <a:t>T</a:t>
            </a:r>
            <a:r>
              <a:rPr lang="en-AU" sz="1400" dirty="0">
                <a:solidFill>
                  <a:srgbClr val="C00000"/>
                </a:solidFill>
              </a:rPr>
              <a:t>he second operation and number tells us how far to move and in what direction (forward if it is positive and backwards if it is negative)</a:t>
            </a:r>
          </a:p>
        </p:txBody>
      </p:sp>
    </p:spTree>
    <p:extLst>
      <p:ext uri="{BB962C8B-B14F-4D97-AF65-F5344CB8AC3E}">
        <p14:creationId xmlns:p14="http://schemas.microsoft.com/office/powerpoint/2010/main" val="2672066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54416" y="1500143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36410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The order of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5264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700" y="92736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 How do I add and subtract integers?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829B26-A7B4-4E13-A352-5881F2D988DF}"/>
              </a:ext>
            </a:extLst>
          </p:cNvPr>
          <p:cNvSpPr txBox="1"/>
          <p:nvPr/>
        </p:nvSpPr>
        <p:spPr>
          <a:xfrm>
            <a:off x="2264228" y="2035629"/>
            <a:ext cx="81733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Practice time using your LHS:</a:t>
            </a:r>
          </a:p>
          <a:p>
            <a:pPr marL="342900" indent="-342900">
              <a:buAutoNum type="arabicPeriod"/>
            </a:pPr>
            <a:r>
              <a:rPr lang="en-US" dirty="0"/>
              <a:t>Adding integers worksheet </a:t>
            </a:r>
          </a:p>
          <a:p>
            <a:pPr marL="342900" indent="-342900">
              <a:buAutoNum type="arabicPeriod"/>
            </a:pPr>
            <a:r>
              <a:rPr lang="en-US" dirty="0"/>
              <a:t>Subtracting integers worksheet</a:t>
            </a:r>
          </a:p>
          <a:p>
            <a:pPr marL="342900" indent="-342900">
              <a:buAutoNum type="arabicPeriod"/>
            </a:pPr>
            <a:r>
              <a:rPr lang="en-US" dirty="0"/>
              <a:t>Adding and subtracting integers with solutions worksheet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9397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283</Words>
  <Application>Microsoft Office PowerPoint</Application>
  <PresentationFormat>Widescreen</PresentationFormat>
  <Paragraphs>58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Bahnschrift SemiLight</vt:lpstr>
      <vt:lpstr>Calibri</vt:lpstr>
      <vt:lpstr>Calibri Light</vt:lpstr>
      <vt:lpstr>Fragment Core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Sarah [Baldivis Secondary College]</dc:creator>
  <cp:lastModifiedBy>JAMES Sarah [Baldivis Secondary College]</cp:lastModifiedBy>
  <cp:revision>5</cp:revision>
  <dcterms:created xsi:type="dcterms:W3CDTF">2021-01-29T11:13:12Z</dcterms:created>
  <dcterms:modified xsi:type="dcterms:W3CDTF">2021-01-29T12:10:18Z</dcterms:modified>
</cp:coreProperties>
</file>