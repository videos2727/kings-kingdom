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94" r:id="rId4"/>
    <p:sldId id="393" r:id="rId5"/>
    <p:sldId id="391" r:id="rId6"/>
    <p:sldId id="395" r:id="rId7"/>
    <p:sldId id="398" r:id="rId8"/>
    <p:sldId id="399" r:id="rId9"/>
    <p:sldId id="400" r:id="rId10"/>
    <p:sldId id="401" r:id="rId11"/>
    <p:sldId id="377" r:id="rId12"/>
    <p:sldId id="3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4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6208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945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019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969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949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639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85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139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258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31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447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088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://farm4.static.flickr.com/3439/3212450281_4e5062431a.jpg"/>
          <p:cNvPicPr>
            <a:picLocks noChangeAspect="1" noChangeArrowheads="1"/>
          </p:cNvPicPr>
          <p:nvPr/>
        </p:nvPicPr>
        <p:blipFill>
          <a:blip r:embed="rId2" cstate="print"/>
          <a:srcRect l="1869" t="2751" r="8168" b="2751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1544" y="332657"/>
            <a:ext cx="8458200" cy="5332163"/>
          </a:xfr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dirty="0">
                <a:latin typeface="Arial Black" pitchFamily="34" charset="0"/>
              </a:rPr>
              <a:t>Topic: Rational Numbers</a:t>
            </a:r>
            <a:br>
              <a:rPr lang="en-GB" dirty="0">
                <a:latin typeface="Arial Black" pitchFamily="34" charset="0"/>
              </a:rPr>
            </a:br>
            <a:br>
              <a:rPr lang="en-GB" dirty="0">
                <a:latin typeface="Arial Black" pitchFamily="34" charset="0"/>
              </a:rPr>
            </a:br>
            <a:r>
              <a:rPr lang="en-GB" dirty="0">
                <a:latin typeface="Arial Black" pitchFamily="34" charset="0"/>
              </a:rPr>
              <a:t>EQ: How do I multiply rational numbers?</a:t>
            </a:r>
          </a:p>
        </p:txBody>
      </p:sp>
    </p:spTree>
    <p:extLst>
      <p:ext uri="{BB962C8B-B14F-4D97-AF65-F5344CB8AC3E}">
        <p14:creationId xmlns:p14="http://schemas.microsoft.com/office/powerpoint/2010/main" val="732186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rit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222339"/>
            <a:ext cx="4639845" cy="4635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82367" y="1009061"/>
            <a:ext cx="109887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600" dirty="0">
                <a:latin typeface="Arial Black" panose="020B0A04020102020204" pitchFamily="34" charset="0"/>
              </a:rPr>
              <a:t>LESSON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6717" y="3230674"/>
            <a:ext cx="74249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latin typeface="Arial Black" panose="020B0A04020102020204" pitchFamily="34" charset="0"/>
              </a:rPr>
              <a:t>I will multiply and divide fractions (find a fraction of a fraction).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800" dirty="0">
              <a:latin typeface="Arial Black" panose="020B0A04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latin typeface="Arial Black" panose="020B0A04020102020204" pitchFamily="34" charset="0"/>
              </a:rPr>
              <a:t>I will divide fractions by finding the inverse.</a:t>
            </a:r>
          </a:p>
          <a:p>
            <a:endParaRPr lang="en-AU" sz="2800" dirty="0">
              <a:latin typeface="Arial Black" panose="020B0A04020102020204" pitchFamily="34" charset="0"/>
            </a:endParaRPr>
          </a:p>
          <a:p>
            <a:endParaRPr lang="en-AU"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62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 txBox="1">
            <a:spLocks/>
          </p:cNvSpPr>
          <p:nvPr/>
        </p:nvSpPr>
        <p:spPr>
          <a:xfrm>
            <a:off x="61612" y="317898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Daily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870568" y="133741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68" y="1337415"/>
                <a:ext cx="813391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289629" y="1337447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9629" y="1337447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520830" y="1569593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934270" y="132060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270" y="1320605"/>
                <a:ext cx="813391" cy="1480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6353331" y="1320637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331" y="1320637"/>
                <a:ext cx="813391" cy="14950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5543260" y="1552783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9079118" y="1305537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118" y="1305537"/>
                <a:ext cx="813391" cy="14950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9648235" y="1552783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6818" y="1552783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68472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 txBox="1">
            <a:spLocks/>
          </p:cNvSpPr>
          <p:nvPr/>
        </p:nvSpPr>
        <p:spPr>
          <a:xfrm>
            <a:off x="61612" y="244030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Daily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870568" y="133741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68" y="1337415"/>
                <a:ext cx="813391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289629" y="1337447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9629" y="1337447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520830" y="1569593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934270" y="132060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270" y="1320605"/>
                <a:ext cx="813391" cy="1480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6353331" y="1320637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331" y="1320637"/>
                <a:ext cx="813391" cy="14950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5584532" y="1552783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9124118" y="1329832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4118" y="1329832"/>
                <a:ext cx="813391" cy="14800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0567041" y="1329864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7041" y="1329864"/>
                <a:ext cx="813391" cy="14950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9774380" y="1562010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00671" y="1562010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78831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75681" y="2009107"/>
                <a:ext cx="11316319" cy="3551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Ryley reads the label of a tin of soup: </a:t>
                </a:r>
              </a:p>
              <a:p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</a:p>
              <a:p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Ingredients:</a:t>
                </a:r>
                <a14:m>
                  <m:oMath xmlns:m="http://schemas.openxmlformats.org/officeDocument/2006/math">
                    <m:r>
                      <a:rPr lang="en-AU" sz="4000" b="0" i="0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4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water,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4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vegetables,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4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salt.</a:t>
                </a:r>
              </a:p>
              <a:p>
                <a:endParaRPr lang="en-AU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>
                  <a:buAutoNum type="arabicPeriod"/>
                </a:pPr>
                <a:r>
                  <a:rPr lang="en-AU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Were all of the ingredients listed? </a:t>
                </a:r>
              </a:p>
              <a:p>
                <a:pPr marL="514350" indent="-514350">
                  <a:buAutoNum type="arabicPeriod"/>
                </a:pPr>
                <a:r>
                  <a:rPr lang="en-AU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If sugar was the final ingredient, what fraction of the soup would it represent?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81" y="2009107"/>
                <a:ext cx="11316319" cy="3551998"/>
              </a:xfrm>
              <a:prstGeom prst="rect">
                <a:avLst/>
              </a:prstGeom>
              <a:blipFill>
                <a:blip r:embed="rId2"/>
                <a:stretch>
                  <a:fillRect l="-1131" t="-1890" b="-39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1183" y="288715"/>
            <a:ext cx="2774913" cy="3496391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93271" y="288715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2801955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16019" y="252419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Back to primary school…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838" y="1277963"/>
            <a:ext cx="113163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What is 3 lots of 6?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838" y="5687357"/>
            <a:ext cx="113163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3 x 6 = 18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38" y="2338575"/>
            <a:ext cx="3183483" cy="227258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255" y="3275859"/>
            <a:ext cx="3183483" cy="227258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215" y="2186318"/>
            <a:ext cx="3183483" cy="227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9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/>
          <p:cNvSpPr/>
          <p:nvPr/>
        </p:nvSpPr>
        <p:spPr>
          <a:xfrm>
            <a:off x="720022" y="5124620"/>
            <a:ext cx="10575201" cy="1451149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316019" y="252419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Back to primary school…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9128" y="5082355"/>
            <a:ext cx="105861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When you see ‘</a:t>
            </a:r>
            <a:r>
              <a:rPr lang="en-AU" sz="4400" b="1" i="1" dirty="0">
                <a:latin typeface="Arial" panose="020B0604020202020204" pitchFamily="34" charset="0"/>
                <a:cs typeface="Arial" panose="020B0604020202020204" pitchFamily="34" charset="0"/>
              </a:rPr>
              <a:t>lots of</a:t>
            </a:r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’ or ‘</a:t>
            </a:r>
            <a:r>
              <a:rPr lang="en-AU" sz="4400" b="1" i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</a:p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replace it with a multiplication sign (x).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727" y="1577982"/>
            <a:ext cx="30395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5 lots of 2 </a:t>
            </a:r>
          </a:p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5 x 2 =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7117" y="1577982"/>
            <a:ext cx="30395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3 lots of 6 </a:t>
            </a:r>
          </a:p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3 x 6 =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507" y="1577982"/>
            <a:ext cx="30395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4 lots of 6 </a:t>
            </a:r>
          </a:p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4 x 6 = 24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29" y="3239364"/>
            <a:ext cx="809499" cy="95255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862" y="3733357"/>
            <a:ext cx="809499" cy="95255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128" y="3226613"/>
            <a:ext cx="809499" cy="95255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161" y="3733357"/>
            <a:ext cx="809499" cy="95255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793" y="3261388"/>
            <a:ext cx="1029456" cy="73489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717" y="3842187"/>
            <a:ext cx="1029456" cy="73489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641" y="3261387"/>
            <a:ext cx="1029456" cy="73489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120" y="3276267"/>
            <a:ext cx="801143" cy="72001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862" y="4081876"/>
            <a:ext cx="1032802" cy="80509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8495" y="3319991"/>
            <a:ext cx="591581" cy="76188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9913" y="4105444"/>
            <a:ext cx="956846" cy="91924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10771246" y="3264625"/>
            <a:ext cx="804925" cy="72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1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/>
      <p:bldP spid="7" grpId="0"/>
      <p:bldP spid="10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/>
          <p:cNvSpPr/>
          <p:nvPr/>
        </p:nvSpPr>
        <p:spPr>
          <a:xfrm>
            <a:off x="2324456" y="4126079"/>
            <a:ext cx="7503208" cy="1598064"/>
          </a:xfrm>
          <a:prstGeom prst="roundRect">
            <a:avLst/>
          </a:prstGeom>
          <a:solidFill>
            <a:srgbClr val="FFA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: Rounded Corners 7"/>
          <p:cNvSpPr/>
          <p:nvPr/>
        </p:nvSpPr>
        <p:spPr>
          <a:xfrm>
            <a:off x="2324456" y="2109829"/>
            <a:ext cx="7503208" cy="159806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Finding a Fraction of a Fraction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28352" y="1159238"/>
            <a:ext cx="81352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(Multiplying Fractions)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556672" y="2844585"/>
                <a:ext cx="813391" cy="19938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66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672" y="2844585"/>
                <a:ext cx="813391" cy="19938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067124" y="2844585"/>
                <a:ext cx="813391" cy="19938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66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124" y="2844585"/>
                <a:ext cx="813391" cy="19938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236982" y="3333661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0782" y="2212700"/>
            <a:ext cx="8135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Multiply the numerators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0515" y="3390216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3166" y="3390216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0781" y="5022995"/>
            <a:ext cx="8135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Multiply the denominators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605" y="2709434"/>
            <a:ext cx="21362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6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1 </a:t>
            </a:r>
            <a:r>
              <a:rPr lang="en-AU" sz="6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x</a:t>
            </a:r>
            <a:r>
              <a:rPr lang="en-AU" sz="66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AU" sz="66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0150" y="3938596"/>
            <a:ext cx="21362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6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2 </a:t>
            </a:r>
            <a:r>
              <a:rPr lang="en-AU" sz="6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x</a:t>
            </a:r>
            <a:r>
              <a:rPr lang="en-AU" sz="66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AU" sz="66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777" y="3862217"/>
            <a:ext cx="2114550" cy="2190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61270" y="2687915"/>
            <a:ext cx="7250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6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3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029" y="3938596"/>
            <a:ext cx="6355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6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8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6084" y="3903483"/>
            <a:ext cx="581025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2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0" grpId="0"/>
      <p:bldP spid="13" grpId="0"/>
      <p:bldP spid="15" grpId="0"/>
      <p:bldP spid="16" grpId="0"/>
      <p:bldP spid="17" grpId="0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/>
          <p:cNvSpPr/>
          <p:nvPr/>
        </p:nvSpPr>
        <p:spPr>
          <a:xfrm>
            <a:off x="3734512" y="5690243"/>
            <a:ext cx="4691641" cy="45088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/>
          <p:cNvSpPr txBox="1"/>
          <p:nvPr/>
        </p:nvSpPr>
        <p:spPr>
          <a:xfrm>
            <a:off x="3982189" y="5667922"/>
            <a:ext cx="4227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Multiply the numerators</a:t>
            </a:r>
          </a:p>
        </p:txBody>
      </p:sp>
      <p:sp>
        <p:nvSpPr>
          <p:cNvPr id="9" name="Rectangle: Rounded Corners 8"/>
          <p:cNvSpPr/>
          <p:nvPr/>
        </p:nvSpPr>
        <p:spPr>
          <a:xfrm>
            <a:off x="3734512" y="6360199"/>
            <a:ext cx="4691641" cy="446848"/>
          </a:xfrm>
          <a:prstGeom prst="roundRect">
            <a:avLst/>
          </a:prstGeom>
          <a:solidFill>
            <a:srgbClr val="FFA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Finding a Fraction of a Fraction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28352" y="1159238"/>
            <a:ext cx="81352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(Multiplying Fractions)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2606" y="6318895"/>
            <a:ext cx="4775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Multiply the denominators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053" y="6141124"/>
            <a:ext cx="4987745" cy="219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77348" y="1969164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48" y="1969164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2196409" y="1969196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409" y="1969196"/>
                <a:ext cx="813391" cy="1480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073909" y="1969951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909" y="1969951"/>
                <a:ext cx="813391" cy="14800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6492970" y="1969983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970" y="1969983"/>
                <a:ext cx="813391" cy="14950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9085245" y="1969132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245" y="1969132"/>
                <a:ext cx="813391" cy="14800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0504306" y="1969164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306" y="1969164"/>
                <a:ext cx="813391" cy="14950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410859" y="2301209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0679" y="2514434"/>
            <a:ext cx="830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164" y="2308365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162368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/>
          <p:cNvSpPr/>
          <p:nvPr/>
        </p:nvSpPr>
        <p:spPr>
          <a:xfrm>
            <a:off x="3734512" y="5690243"/>
            <a:ext cx="4691641" cy="45088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/>
          <p:cNvSpPr txBox="1"/>
          <p:nvPr/>
        </p:nvSpPr>
        <p:spPr>
          <a:xfrm>
            <a:off x="3982189" y="5667922"/>
            <a:ext cx="4227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Multiply the numerators</a:t>
            </a:r>
          </a:p>
        </p:txBody>
      </p:sp>
      <p:sp>
        <p:nvSpPr>
          <p:cNvPr id="9" name="Rectangle: Rounded Corners 8"/>
          <p:cNvSpPr/>
          <p:nvPr/>
        </p:nvSpPr>
        <p:spPr>
          <a:xfrm>
            <a:off x="3734512" y="6360199"/>
            <a:ext cx="4691641" cy="446848"/>
          </a:xfrm>
          <a:prstGeom prst="roundRect">
            <a:avLst/>
          </a:prstGeom>
          <a:solidFill>
            <a:srgbClr val="FFA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Finding a Fraction of a Whole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28352" y="1159238"/>
            <a:ext cx="81352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(Multiplying Fractions)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2606" y="6318895"/>
            <a:ext cx="4775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Multiply the denominators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053" y="6141124"/>
            <a:ext cx="4987745" cy="219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77348" y="1969164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48" y="1969164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073909" y="1969951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909" y="1969951"/>
                <a:ext cx="813391" cy="1480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9085245" y="1969132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245" y="1969132"/>
                <a:ext cx="813391" cy="14950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5730854" y="2301208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79658" y="2201310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542" y="2484801"/>
            <a:ext cx="830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6310" y="2447531"/>
            <a:ext cx="830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9355" y="2201309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62218" y="2116542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81096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643A7A40-1AE6-4218-A8E0-8248174A5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8AB40A-4374-4897-B5EE-9F8913476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6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8325852" y="1118937"/>
            <a:ext cx="3404937" cy="2683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Independent Practice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783379C-045E-4010-ABDC-A270A0AA1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1" y="170308"/>
            <a:ext cx="2514948" cy="2174333"/>
            <a:chOff x="-305" y="-4155"/>
            <a:chExt cx="2514948" cy="217433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B0AB1BF-11AE-4CFF-85EC-E51DBD316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26548A0-953E-4FBA-97A5-592ACAF42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4FA27B-CD1F-421B-BB4F-B141F02FF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CDBD6AB-1AC7-4807-9C34-01139BB7C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Table&#10;&#10;Description automatically generated with medium confidence">
            <a:extLst>
              <a:ext uri="{FF2B5EF4-FFF2-40B4-BE49-F238E27FC236}">
                <a16:creationId xmlns:a16="http://schemas.microsoft.com/office/drawing/2014/main" id="{A6093E77-60A0-5449-93AA-BA371529A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34" y="754379"/>
            <a:ext cx="7095087" cy="5072984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5FDDF18-F156-4D2D-82C6-F55008E33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3" y="4560734"/>
            <a:ext cx="3061446" cy="2297265"/>
            <a:chOff x="-305" y="-1"/>
            <a:chExt cx="3832880" cy="287613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822C29E-FFDD-45BC-A286-9C00C8E2D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9E2381D-1763-4D42-A3A2-B2345DD35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2A622D5-9532-4E0C-B9A8-DAEDD4646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C0ABE88-5ADF-4A31-8505-78968DBB5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4526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8294" y="503235"/>
            <a:ext cx="11875981" cy="1325563"/>
          </a:xfrm>
        </p:spPr>
        <p:txBody>
          <a:bodyPr>
            <a:noAutofit/>
          </a:bodyPr>
          <a:lstStyle/>
          <a:p>
            <a:pPr algn="ctr"/>
            <a:r>
              <a:rPr lang="en-AU" sz="6600" dirty="0">
                <a:latin typeface="Arial Black" panose="020B0A04020102020204" pitchFamily="34" charset="0"/>
              </a:rPr>
              <a:t>What have we learnt today?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8474" y="2002123"/>
            <a:ext cx="10624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 Black" panose="020B0A04020102020204" pitchFamily="34" charset="0"/>
              </a:rPr>
              <a:t>Lesson Objectives: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474" y="2190220"/>
            <a:ext cx="1145675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800" dirty="0">
              <a:latin typeface="Arial Black" panose="020B0A04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I will multiply fractions (find a fraction of a fraction).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0" lvl="3" indent="-457200">
              <a:buFont typeface="Arial" panose="020B0604020202020204" pitchFamily="34" charset="0"/>
              <a:buChar char="•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2800" dirty="0">
              <a:latin typeface="Arial Black" panose="020B0A040201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360" y="3261401"/>
            <a:ext cx="4057650" cy="3448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6350" y="3769059"/>
            <a:ext cx="65301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What do you do when you see the word ‘of’?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5681" y="5118191"/>
            <a:ext cx="3239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Replace it with x</a:t>
            </a:r>
          </a:p>
        </p:txBody>
      </p:sp>
    </p:spTree>
    <p:extLst>
      <p:ext uri="{BB962C8B-B14F-4D97-AF65-F5344CB8AC3E}">
        <p14:creationId xmlns:p14="http://schemas.microsoft.com/office/powerpoint/2010/main" val="402695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14160</TotalTime>
  <Words>298</Words>
  <Application>Microsoft Macintosh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Cambria Math</vt:lpstr>
      <vt:lpstr>Office Theme</vt:lpstr>
      <vt:lpstr>Topic: Rational Numbers  EQ: How do I multiply rational numbers?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have we learnt today?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SUMMERS Brad [Baldivis Secondary College]</cp:lastModifiedBy>
  <cp:revision>523</cp:revision>
  <dcterms:created xsi:type="dcterms:W3CDTF">2017-02-09T01:19:14Z</dcterms:created>
  <dcterms:modified xsi:type="dcterms:W3CDTF">2021-03-01T10:30:50Z</dcterms:modified>
</cp:coreProperties>
</file>