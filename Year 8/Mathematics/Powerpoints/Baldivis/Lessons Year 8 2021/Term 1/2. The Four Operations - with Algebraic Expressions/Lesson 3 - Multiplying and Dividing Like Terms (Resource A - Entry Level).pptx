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6C919-545A-4FEC-AE68-55E6946624F4}" type="datetimeFigureOut">
              <a:rPr lang="en-AU" smtClean="0"/>
              <a:t>8/6/18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F0E04-A781-4021-BDF6-15A9F238A2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043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EE401711-02DC-4F5A-B0A4-D7A4CFB82638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3B61-F054-442D-881D-6A81C2774BFE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CD3A-8283-4FC4-856C-D5E0BF662449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8FEE8-FC08-4C54-BE1B-81CB6CA05FC8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528B-AADB-4276-9F0D-B13FCF86F309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497F-A1E4-4C0B-8811-954A59B26923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4E7-1432-4F89-B9E6-59843C6C91FE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AD9C-D29C-4D1E-A739-CC3C95B41085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336BD-BA89-4B92-9DBC-679F61142570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B5C7-A3C7-439B-802A-DFE3FCA7ADBD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5EA-47B7-4DBF-958B-A3D4DA4F431A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4AAA-CF98-48DB-9517-D7ADD1FD1213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9F696-D0E7-4C66-925E-251F9C0B0F21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732E-4FBC-4B01-A175-6B1CAC9B226D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FC5-17E4-4A26-A144-49682BD36ECA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79482-E0DA-4858-9A19-F8B792C0C3D9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DC48ED7C-D9A5-4EA8-B309-6E368BFA8F2B}" type="datetimeFigureOut">
              <a:rPr lang="en-US" dirty="0"/>
              <a:t>6/8/18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923BE-C0EF-44B1-9FDB-A1130A93B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1032604" y="1392668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AU" dirty="0"/>
              <a:t>Algebra</a:t>
            </a:r>
            <a:br>
              <a:rPr lang="en-AU" dirty="0"/>
            </a:br>
            <a:br>
              <a:rPr lang="en-AU" dirty="0"/>
            </a:br>
            <a:r>
              <a:rPr lang="en-AU" sz="4400" dirty="0"/>
              <a:t>Interactive Notebook </a:t>
            </a:r>
            <a:endParaRPr lang="en-A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FA17EFD-1356-4883-A84A-E579FA1731EE}"/>
              </a:ext>
            </a:extLst>
          </p:cNvPr>
          <p:cNvSpPr txBox="1">
            <a:spLocks/>
          </p:cNvSpPr>
          <p:nvPr/>
        </p:nvSpPr>
        <p:spPr>
          <a:xfrm>
            <a:off x="791623" y="1753344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8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dirty="0"/>
              <a:t>Name : </a:t>
            </a:r>
          </a:p>
          <a:p>
            <a:pPr algn="l"/>
            <a:r>
              <a:rPr lang="en-AU" dirty="0"/>
              <a:t>Class : </a:t>
            </a:r>
          </a:p>
          <a:p>
            <a:pPr algn="l"/>
            <a:r>
              <a:rPr lang="en-AU" dirty="0"/>
              <a:t>Term 1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/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/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/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/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39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73592" y="5803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6200" y="153568"/>
            <a:ext cx="9241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Glossary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1" y="1196753"/>
            <a:ext cx="7168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726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921355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23896-E33A-42A7-8501-56C520C65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Revision - </a:t>
            </a:r>
            <a:r>
              <a:rPr lang="en-AU" dirty="0" err="1"/>
              <a:t>lhs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C4A28E-347E-4AC0-A7CE-EC56642A1AB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2"/>
          <a:srcRect l="27369" t="45770" r="52985" b="8114"/>
          <a:stretch/>
        </p:blipFill>
        <p:spPr>
          <a:xfrm>
            <a:off x="4977354" y="450131"/>
            <a:ext cx="3930976" cy="51902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3E8A63-B494-4E38-88BA-C64F92783101}"/>
                  </a:ext>
                </a:extLst>
              </p:cNvPr>
              <p:cNvSpPr txBox="1"/>
              <p:nvPr/>
            </p:nvSpPr>
            <p:spPr>
              <a:xfrm>
                <a:off x="8908330" y="450131"/>
                <a:ext cx="2878413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𝒃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𝟑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𝒄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𝟓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𝟏𝟔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𝟐𝟐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𝟏𝟎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𝟏𝟓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𝒅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𝒇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n-AU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n-AU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𝒛</m:t>
                    </m:r>
                  </m:oMath>
                </a14:m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AU" sz="2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63E8A63-B494-4E38-88BA-C64F92783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8330" y="450131"/>
                <a:ext cx="2878413" cy="4154984"/>
              </a:xfrm>
              <a:prstGeom prst="rect">
                <a:avLst/>
              </a:prstGeom>
              <a:blipFill>
                <a:blip r:embed="rId3"/>
                <a:stretch>
                  <a:fillRect l="-3171" t="-102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83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7BC648-DF6F-4D0E-AEDB-343D92181C20}"/>
              </a:ext>
            </a:extLst>
          </p:cNvPr>
          <p:cNvSpPr txBox="1"/>
          <p:nvPr/>
        </p:nvSpPr>
        <p:spPr>
          <a:xfrm>
            <a:off x="122548" y="2516957"/>
            <a:ext cx="23189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multiply and divide like terms?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A571A7-0939-4377-86CF-E79C15A5C9A5}"/>
                  </a:ext>
                </a:extLst>
              </p:cNvPr>
              <p:cNvSpPr txBox="1"/>
              <p:nvPr/>
            </p:nvSpPr>
            <p:spPr>
              <a:xfrm>
                <a:off x="2698017" y="2516957"/>
                <a:ext cx="5852094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Simplify the following expressions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=</m:t>
                    </m:r>
                  </m:oMath>
                </a14:m>
                <a:endParaRPr lang="en-AU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×4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b="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5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𝑚𝑛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×−2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</m:oMath>
                </a14:m>
                <a:r>
                  <a:rPr lang="en-AU" b="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²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lang="en-AU" b="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=</a:t>
                </a:r>
              </a:p>
              <a:p>
                <a:pPr marL="342900" indent="-342900">
                  <a:buFont typeface="+mj-lt"/>
                  <a:buAutoNum type="alphaLcParenR"/>
                </a:pPr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A571A7-0939-4377-86CF-E79C15A5C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017" y="2516957"/>
                <a:ext cx="5852094" cy="3416320"/>
              </a:xfrm>
              <a:prstGeom prst="rect">
                <a:avLst/>
              </a:prstGeom>
              <a:blipFill>
                <a:blip r:embed="rId2"/>
                <a:stretch>
                  <a:fillRect l="-938" t="-10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47985CE-686C-4E07-B1EE-96E9E47F9A27}"/>
              </a:ext>
            </a:extLst>
          </p:cNvPr>
          <p:cNvSpPr txBox="1"/>
          <p:nvPr/>
        </p:nvSpPr>
        <p:spPr>
          <a:xfrm>
            <a:off x="8347586" y="2749462"/>
            <a:ext cx="2851355" cy="1938992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Don’t forget</a:t>
            </a:r>
          </a:p>
          <a:p>
            <a:pPr algn="ctr"/>
            <a:endParaRPr lang="en-AU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NUMBERS first</a:t>
            </a:r>
          </a:p>
          <a:p>
            <a:pPr algn="ctr"/>
            <a:endParaRPr lang="en-AU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ALPHABET (in order) second</a:t>
            </a:r>
          </a:p>
        </p:txBody>
      </p:sp>
    </p:spTree>
    <p:extLst>
      <p:ext uri="{BB962C8B-B14F-4D97-AF65-F5344CB8AC3E}">
        <p14:creationId xmlns:p14="http://schemas.microsoft.com/office/powerpoint/2010/main" val="131828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51063-55D5-45BE-974A-174AA991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 - </a:t>
            </a:r>
            <a:r>
              <a:rPr lang="en-AU" dirty="0" err="1"/>
              <a:t>lhs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2C7FF5-057C-4BE4-AB0F-3204BE3BB0D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135331" y="233511"/>
            <a:ext cx="3409623" cy="1704812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E76DA0-7355-4D7B-919E-A6F45F04E0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36" t="21168" r="30335" b="74571"/>
          <a:stretch/>
        </p:blipFill>
        <p:spPr>
          <a:xfrm>
            <a:off x="1051561" y="2110215"/>
            <a:ext cx="9026090" cy="454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4E3D37-05CC-4D18-8A87-63105C6BF6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877" t="46817" r="31494" b="48922"/>
          <a:stretch/>
        </p:blipFill>
        <p:spPr>
          <a:xfrm>
            <a:off x="1051561" y="3248409"/>
            <a:ext cx="9026090" cy="4542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E74269-99CB-4AE8-9C90-312EC8D9FD3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936" t="54322" r="28194" b="41934"/>
          <a:stretch/>
        </p:blipFill>
        <p:spPr>
          <a:xfrm>
            <a:off x="1051561" y="4386603"/>
            <a:ext cx="9026090" cy="38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7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5456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What is a ‘like term’ and how do I collect them?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7BC648-DF6F-4D0E-AEDB-343D92181C20}"/>
              </a:ext>
            </a:extLst>
          </p:cNvPr>
          <p:cNvSpPr txBox="1"/>
          <p:nvPr/>
        </p:nvSpPr>
        <p:spPr>
          <a:xfrm>
            <a:off x="122548" y="2516957"/>
            <a:ext cx="23189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multiply and divide like terms?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A571A7-0939-4377-86CF-E79C15A5C9A5}"/>
                  </a:ext>
                </a:extLst>
              </p:cNvPr>
              <p:cNvSpPr txBox="1"/>
              <p:nvPr/>
            </p:nvSpPr>
            <p:spPr>
              <a:xfrm>
                <a:off x="2803894" y="2399640"/>
                <a:ext cx="5852094" cy="4079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Simplify the following expressions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8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÷2=   </m:t>
                    </m:r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8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 4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endParaRPr lang="en-AU" sz="20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0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÷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4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  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6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</m:t>
                    </m:r>
                  </m:oMath>
                </a14:m>
                <a:r>
                  <a:rPr lang="en-AU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AU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8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𝑎𝑦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÷4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  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18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𝑎𝑦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</m:t>
                    </m:r>
                  </m:oMath>
                </a14:m>
                <a:r>
                  <a:rPr lang="en-AU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9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AU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A571A7-0939-4377-86CF-E79C15A5C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3894" y="2399640"/>
                <a:ext cx="5852094" cy="4079194"/>
              </a:xfrm>
              <a:prstGeom prst="rect">
                <a:avLst/>
              </a:prstGeom>
              <a:blipFill>
                <a:blip r:embed="rId2"/>
                <a:stretch>
                  <a:fillRect l="-938" t="-8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250593-6ED0-4573-BD12-F111A3A2C9E9}"/>
              </a:ext>
            </a:extLst>
          </p:cNvPr>
          <p:cNvCxnSpPr>
            <a:cxnSpLocks/>
          </p:cNvCxnSpPr>
          <p:nvPr/>
        </p:nvCxnSpPr>
        <p:spPr>
          <a:xfrm flipH="1">
            <a:off x="5033913" y="4138367"/>
            <a:ext cx="160256" cy="1602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33283A0-F655-4971-A698-609DF0430FA8}"/>
              </a:ext>
            </a:extLst>
          </p:cNvPr>
          <p:cNvCxnSpPr>
            <a:cxnSpLocks/>
          </p:cNvCxnSpPr>
          <p:nvPr/>
        </p:nvCxnSpPr>
        <p:spPr>
          <a:xfrm flipH="1">
            <a:off x="5033913" y="4467518"/>
            <a:ext cx="160256" cy="1602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5DD8D1A-2A9E-4742-982A-6CE260265751}"/>
              </a:ext>
            </a:extLst>
          </p:cNvPr>
          <p:cNvCxnSpPr>
            <a:cxnSpLocks/>
          </p:cNvCxnSpPr>
          <p:nvPr/>
        </p:nvCxnSpPr>
        <p:spPr>
          <a:xfrm flipH="1">
            <a:off x="5484843" y="5035484"/>
            <a:ext cx="160256" cy="1602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495C9A-9212-4B33-8F4D-3791231D4252}"/>
              </a:ext>
            </a:extLst>
          </p:cNvPr>
          <p:cNvCxnSpPr>
            <a:cxnSpLocks/>
          </p:cNvCxnSpPr>
          <p:nvPr/>
        </p:nvCxnSpPr>
        <p:spPr>
          <a:xfrm flipH="1">
            <a:off x="5494270" y="5362853"/>
            <a:ext cx="160256" cy="16025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168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51063-55D5-45BE-974A-174AA991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 - </a:t>
            </a:r>
            <a:r>
              <a:rPr lang="en-AU" dirty="0" err="1"/>
              <a:t>lhs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2C7FF5-057C-4BE4-AB0F-3204BE3BB0D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135331" y="233511"/>
            <a:ext cx="3409623" cy="1704812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4A2A57-B596-4BAD-9829-2F1B4D6C58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605" t="44741" r="29374" b="51037"/>
          <a:stretch/>
        </p:blipFill>
        <p:spPr>
          <a:xfrm>
            <a:off x="608796" y="2286246"/>
            <a:ext cx="10181123" cy="5035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A7F657-4C7C-4F33-BBDA-732012F42D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376" t="68832" r="29603" b="27454"/>
          <a:stretch/>
        </p:blipFill>
        <p:spPr>
          <a:xfrm>
            <a:off x="608797" y="3378467"/>
            <a:ext cx="10104119" cy="4396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5A2E8F-AEDF-4586-A940-B5D498C7629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789" t="64690" r="28789" b="31649"/>
          <a:stretch/>
        </p:blipFill>
        <p:spPr>
          <a:xfrm>
            <a:off x="608796" y="4572000"/>
            <a:ext cx="10104119" cy="42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980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B6806C-E46D-F640-A932-14896513AC2D}"/>
              </a:ext>
            </a:extLst>
          </p:cNvPr>
          <p:cNvSpPr txBox="1"/>
          <p:nvPr/>
        </p:nvSpPr>
        <p:spPr>
          <a:xfrm>
            <a:off x="926275" y="724395"/>
            <a:ext cx="99990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Your Turn</a:t>
            </a:r>
          </a:p>
          <a:p>
            <a:endParaRPr lang="en-US" dirty="0"/>
          </a:p>
          <a:p>
            <a:r>
              <a:rPr lang="en-US" dirty="0"/>
              <a:t>Complete Exercises 3.5 and 3.6 on Pages 37 and 38 of Dwyer.</a:t>
            </a:r>
          </a:p>
        </p:txBody>
      </p:sp>
    </p:spTree>
    <p:extLst>
      <p:ext uri="{BB962C8B-B14F-4D97-AF65-F5344CB8AC3E}">
        <p14:creationId xmlns:p14="http://schemas.microsoft.com/office/powerpoint/2010/main" val="33087454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121</TotalTime>
  <Words>253</Words>
  <Application>Microsoft Macintosh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Impact</vt:lpstr>
      <vt:lpstr>Main Event</vt:lpstr>
      <vt:lpstr>Algebra  Interactive Notebook </vt:lpstr>
      <vt:lpstr>PowerPoint Presentation</vt:lpstr>
      <vt:lpstr>PowerPoint Presentation</vt:lpstr>
      <vt:lpstr>Simplifying Expressions  </vt:lpstr>
      <vt:lpstr>Revision - lhs</vt:lpstr>
      <vt:lpstr>Simplifying Expressions  </vt:lpstr>
      <vt:lpstr>practice: - lhs</vt:lpstr>
      <vt:lpstr>Simplifying Expressions  </vt:lpstr>
      <vt:lpstr>practice: - lhs</vt:lpstr>
      <vt:lpstr>PowerPoint Presentation</vt:lpstr>
    </vt:vector>
  </TitlesOfParts>
  <LinksUpToDate>false</LinksUpToDate>
  <SharedDoc>false</SharedDoc>
  <HyperlinksChanged>false</HyperlinksChanged>
  <AppVersion>16.0013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 Interactive Notebook</dc:title>
  <dc:creator>D'SOUZA Jillian [Baldivis Secondary College]</dc:creator>
  <cp:lastModifiedBy>EVANS Clem [Baldivis Secondary College]</cp:lastModifiedBy>
  <cp:revision>45</cp:revision>
  <dcterms:created xsi:type="dcterms:W3CDTF">2018-03-11T07:42:05Z</dcterms:created>
  <dcterms:modified xsi:type="dcterms:W3CDTF">2018-06-08T01:16:30Z</dcterms:modified>
</cp:coreProperties>
</file>