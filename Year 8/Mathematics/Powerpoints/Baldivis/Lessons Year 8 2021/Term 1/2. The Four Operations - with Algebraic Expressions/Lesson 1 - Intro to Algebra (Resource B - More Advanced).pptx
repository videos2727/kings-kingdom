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72" r:id="rId5"/>
    <p:sldId id="320" r:id="rId6"/>
    <p:sldId id="327" r:id="rId7"/>
    <p:sldId id="324" r:id="rId8"/>
    <p:sldId id="326" r:id="rId9"/>
    <p:sldId id="328" r:id="rId10"/>
    <p:sldId id="32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A024-B204-46E6-B739-2B44EE5C3A49}" type="datetimeFigureOut">
              <a:rPr lang="en-GB" smtClean="0"/>
              <a:t>05/06/2019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39247-3359-400B-9B33-7574D81F7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14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560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65163"/>
            <a:ext cx="5911850" cy="33258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881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389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65163"/>
            <a:ext cx="5911850" cy="33258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881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9342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6/5/2019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undeniableme.wordpress.com/2010/06/09/these-are-the-days-of-our-lives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nd/3.0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1AD4-8D81-4EEB-995D-4F5389278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4000" dirty="0"/>
              <a:t>Topic: Algebra</a:t>
            </a:r>
            <a:br>
              <a:rPr lang="en-AU" sz="4000" dirty="0"/>
            </a:br>
            <a:r>
              <a:rPr lang="en-AU" sz="4000" dirty="0"/>
              <a:t>EQ: What Are the </a:t>
            </a:r>
            <a:r>
              <a:rPr lang="en-AU" sz="4000" dirty="0" err="1"/>
              <a:t>KeyWords</a:t>
            </a:r>
            <a:r>
              <a:rPr lang="en-AU" sz="4000" dirty="0"/>
              <a:t> in Algebra? 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C3B88-1766-4CF1-8B6C-D9F0A67A0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8 Mathematics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927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2105" y="325976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9962" y="105927"/>
            <a:ext cx="283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49" y="1196753"/>
            <a:ext cx="118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1367" y="1906544"/>
                <a:ext cx="9720073" cy="4023360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What is the area of a circle with a diameter of 7cm?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Calculate the perimeter of a semi circle with a straight line edge of length 10cm.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Divide $540 in a ratio of 2:4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What does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need to be to make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+7=13</m:t>
                    </m:r>
                  </m:oMath>
                </a14:m>
                <a:r>
                  <a:rPr lang="en-AU" dirty="0"/>
                  <a:t> true?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1367" y="1906544"/>
                <a:ext cx="9720073" cy="4023360"/>
              </a:xfrm>
              <a:blipFill>
                <a:blip r:embed="rId2"/>
                <a:stretch>
                  <a:fillRect l="-1129" t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51404" y="749809"/>
            <a:ext cx="2258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Topic: Algebra</a:t>
            </a:r>
            <a:endParaRPr lang="en-AU" sz="28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51403" y="1190585"/>
            <a:ext cx="5641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EQ – </a:t>
            </a:r>
            <a:r>
              <a:rPr lang="en-US" sz="2400" dirty="0">
                <a:solidFill>
                  <a:schemeClr val="tx2"/>
                </a:solidFill>
              </a:rPr>
              <a:t>What are the keywords in algebra?</a:t>
            </a:r>
            <a:endParaRPr lang="en-AU" sz="2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A1C845-89EF-4CF4-BB16-289D34CFE6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63"/>
          <a:stretch/>
        </p:blipFill>
        <p:spPr>
          <a:xfrm>
            <a:off x="1344771" y="3897052"/>
            <a:ext cx="7315729" cy="275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are the keywords in algebra?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7AE5B-79E1-49C9-A9BD-685CC10BDFCF}"/>
              </a:ext>
            </a:extLst>
          </p:cNvPr>
          <p:cNvSpPr txBox="1"/>
          <p:nvPr/>
        </p:nvSpPr>
        <p:spPr>
          <a:xfrm>
            <a:off x="5527695" y="147484"/>
            <a:ext cx="2699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135FB6-F2FA-4D71-A8AF-799FCF3893F9}"/>
                  </a:ext>
                </a:extLst>
              </p:cNvPr>
              <p:cNvSpPr txBox="1"/>
              <p:nvPr/>
            </p:nvSpPr>
            <p:spPr>
              <a:xfrm>
                <a:off x="2647375" y="1448500"/>
                <a:ext cx="8825757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algebra we use letters to represent numbers. These letters are called </a:t>
                </a:r>
                <a:r>
                  <a:rPr lang="en-AU" sz="2400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variables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AU" sz="2400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pronumerals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 </a:t>
                </a:r>
                <a:r>
                  <a:rPr lang="en-AU" sz="2400" b="1" u="sng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expression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combination of numbers, letters and operations.</a:t>
                </a:r>
              </a:p>
              <a:p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Eg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	</a:t>
                </a:r>
                <a:r>
                  <a:rPr lang="en-AU" sz="2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3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𝑥𝑦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+7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𝑝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sz="2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en-AU" sz="2400" b="1" u="sng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term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/>
                      </a:rPr>
                      <m:t>+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/>
                      </a:rPr>
                      <m:t>−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Eg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	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3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𝑥𝑦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 +7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𝑝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 −4</m:t>
                    </m:r>
                  </m:oMath>
                </a14:m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There are 3 terms: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3</m:t>
                    </m:r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7</m:t>
                    </m:r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sz="2400" i="1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AU" sz="2400" i="1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sz="2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135FB6-F2FA-4D71-A8AF-799FCF389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375" y="1448500"/>
                <a:ext cx="8825757" cy="4154984"/>
              </a:xfrm>
              <a:prstGeom prst="rect">
                <a:avLst/>
              </a:prstGeom>
              <a:blipFill>
                <a:blip r:embed="rId3"/>
                <a:stretch>
                  <a:fillRect l="-1036" t="-1175" b="-24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78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44" y="804333"/>
            <a:ext cx="4055108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7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are the keywords in algebra?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7AE5B-79E1-49C9-A9BD-685CC10BDFCF}"/>
              </a:ext>
            </a:extLst>
          </p:cNvPr>
          <p:cNvSpPr txBox="1"/>
          <p:nvPr/>
        </p:nvSpPr>
        <p:spPr>
          <a:xfrm>
            <a:off x="5527695" y="147484"/>
            <a:ext cx="2699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8436F0-94D9-47C8-A0A6-FA4138987D6A}"/>
                  </a:ext>
                </a:extLst>
              </p:cNvPr>
              <p:cNvSpPr txBox="1"/>
              <p:nvPr/>
            </p:nvSpPr>
            <p:spPr>
              <a:xfrm>
                <a:off x="2430225" y="1175621"/>
                <a:ext cx="9388698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en-AU" sz="2400" b="1" u="sng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term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/>
                      </a:rPr>
                      <m:t>+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/>
                      </a:rPr>
                      <m:t>−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Eg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	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3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𝑥𝑦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 +7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𝑝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 −4</m:t>
                    </m:r>
                  </m:oMath>
                </a14:m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has 3 terms. 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3</m:t>
                    </m:r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𝑥𝑦</m:t>
                    </m:r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sz="2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7</m:t>
                    </m:r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𝑝</m:t>
                    </m:r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sz="2400" i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sz="2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AU" sz="2400" b="1" u="sng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coefficient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the number being multiplied by the variable.</a:t>
                </a:r>
              </a:p>
              <a:p>
                <a:r>
                  <a:rPr lang="en-AU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Eg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	</a:t>
                </a:r>
                <a:r>
                  <a:rPr lang="en-AU" sz="2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3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𝑥𝑦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−2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𝑝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+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sz="2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3	</a:t>
                </a:r>
                <a:b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sz="2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1</a:t>
                </a:r>
              </a:p>
              <a:p>
                <a:endParaRPr lang="en-AU" sz="2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AU" sz="2400" b="1" u="sng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constant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term is the term without a variable</a:t>
                </a:r>
              </a:p>
              <a:p>
                <a:r>
                  <a:rPr lang="en-AU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Eg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	</a:t>
                </a:r>
                <a:r>
                  <a:rPr lang="en-AU" sz="2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3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𝑥𝑦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+7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𝑝</m:t>
                    </m:r>
                    <m:r>
                      <a:rPr lang="en-AU" sz="2400" i="1" smtClean="0">
                        <a:solidFill>
                          <a:srgbClr val="7030A0"/>
                        </a:solidFill>
                        <a:latin typeface="Cambria Math"/>
                      </a:rPr>
                      <m:t>−4 </m:t>
                    </m:r>
                  </m:oMath>
                </a14:m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Constant term is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rgbClr val="7030A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sz="2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8436F0-94D9-47C8-A0A6-FA4138987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225" y="1175621"/>
                <a:ext cx="9388698" cy="5632311"/>
              </a:xfrm>
              <a:prstGeom prst="rect">
                <a:avLst/>
              </a:prstGeom>
              <a:blipFill>
                <a:blip r:embed="rId3"/>
                <a:stretch>
                  <a:fillRect l="-1039" t="-866" b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56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44" y="804333"/>
            <a:ext cx="4055108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57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035E9-9492-4A96-8BC3-7FB24D7F9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2B846-6EC2-44DD-AA6E-979741CE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spc="100" dirty="0"/>
              <a:t>Write Your </a:t>
            </a:r>
            <a:r>
              <a:rPr lang="en-US" sz="4400" spc="100" dirty="0" err="1"/>
              <a:t>SUmmary</a:t>
            </a:r>
            <a:endParaRPr lang="en-US" sz="4400" spc="1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FBDC43-ADB2-4EDE-8696-528BCABD1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E65F-97FC-4575-A0E0-1C1DA381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9" y="2286000"/>
            <a:ext cx="4389120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3 minutes to write a summary that answers the Essential Question.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share your summary with the people sitting in your row.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Placeholder 5" descr="A picture containing table&#10;&#10;Description automatically generated">
            <a:extLst>
              <a:ext uri="{FF2B5EF4-FFF2-40B4-BE49-F238E27FC236}">
                <a16:creationId xmlns:a16="http://schemas.microsoft.com/office/drawing/2014/main" id="{148E7043-18B4-4389-82A0-C4B4F0E354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126" r="-1" b="-1"/>
          <a:stretch/>
        </p:blipFill>
        <p:spPr>
          <a:xfrm>
            <a:off x="7056116" y="960120"/>
            <a:ext cx="4175762" cy="4940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EE6F8F-C6B7-4C88-A2A5-372F5C7FCBC9}"/>
              </a:ext>
            </a:extLst>
          </p:cNvPr>
          <p:cNvSpPr txBox="1"/>
          <p:nvPr/>
        </p:nvSpPr>
        <p:spPr>
          <a:xfrm>
            <a:off x="8823848" y="5700917"/>
            <a:ext cx="240803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3" tooltip="http://undeniableme.wordpress.com/2010/06/09/these-are-the-days-of-our-liv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049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/>
              <a:t>Task (LHS)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1484784"/>
            <a:ext cx="760730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175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227</Words>
  <Application>Microsoft Office PowerPoint</Application>
  <PresentationFormat>Widescreen</PresentationFormat>
  <Paragraphs>73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Cambria Math</vt:lpstr>
      <vt:lpstr>Tw Cen MT</vt:lpstr>
      <vt:lpstr>Tw Cen MT Condensed</vt:lpstr>
      <vt:lpstr>Wingdings 3</vt:lpstr>
      <vt:lpstr>Integral</vt:lpstr>
      <vt:lpstr>Topic: Algebra EQ: What Are the KeyWords in Algebra? </vt:lpstr>
      <vt:lpstr>PowerPoint Presentation</vt:lpstr>
      <vt:lpstr>PowerPoint Presentation</vt:lpstr>
      <vt:lpstr>Five Questions (LHS)</vt:lpstr>
      <vt:lpstr>PowerPoint Presentation</vt:lpstr>
      <vt:lpstr>PowerPoint Presentation</vt:lpstr>
      <vt:lpstr>PowerPoint Presentation</vt:lpstr>
      <vt:lpstr>PowerPoint Presentation</vt:lpstr>
      <vt:lpstr>Write Your SUmmary</vt:lpstr>
      <vt:lpstr>Task (LHS)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EQ: What Are the KeyWords in Algebra? </dc:title>
  <dc:creator>PARLEVLIET Magdeline [Baldivis Secondary College]</dc:creator>
  <cp:lastModifiedBy>PARLEVLIET Magdeline [Baldivis Secondary College]</cp:lastModifiedBy>
  <cp:revision>5</cp:revision>
  <dcterms:created xsi:type="dcterms:W3CDTF">2019-06-04T18:12:26Z</dcterms:created>
  <dcterms:modified xsi:type="dcterms:W3CDTF">2019-06-04T18:29:36Z</dcterms:modified>
</cp:coreProperties>
</file>