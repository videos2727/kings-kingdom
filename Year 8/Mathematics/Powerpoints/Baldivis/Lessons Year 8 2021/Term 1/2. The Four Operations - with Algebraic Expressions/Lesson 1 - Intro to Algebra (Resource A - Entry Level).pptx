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3" r:id="rId18"/>
    <p:sldId id="308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5673" autoAdjust="0"/>
  </p:normalViewPr>
  <p:slideViewPr>
    <p:cSldViewPr>
      <p:cViewPr varScale="1">
        <p:scale>
          <a:sx n="103" d="100"/>
          <a:sy n="103" d="100"/>
        </p:scale>
        <p:origin x="134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11/6/18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11/6/18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 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1840" y="2158201"/>
            <a:ext cx="462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In algebra we use letters to represent numbers.</a:t>
            </a:r>
          </a:p>
        </p:txBody>
      </p:sp>
    </p:spTree>
    <p:extLst>
      <p:ext uri="{BB962C8B-B14F-4D97-AF65-F5344CB8AC3E}">
        <p14:creationId xmlns:p14="http://schemas.microsoft.com/office/powerpoint/2010/main" val="1837558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1840" y="2158201"/>
            <a:ext cx="47927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In algebra we use letters to represent numbers.</a:t>
            </a:r>
          </a:p>
          <a:p>
            <a:endParaRPr lang="en-AU" dirty="0"/>
          </a:p>
          <a:p>
            <a:r>
              <a:rPr lang="en-AU" dirty="0"/>
              <a:t>These letters are called </a:t>
            </a:r>
            <a:r>
              <a:rPr lang="en-AU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variables</a:t>
            </a:r>
            <a:r>
              <a:rPr lang="en-AU" dirty="0"/>
              <a:t> or </a:t>
            </a:r>
            <a:r>
              <a:rPr lang="en-AU" b="1" u="sng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pronumerals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3065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201"/>
                <a:ext cx="576064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/>
                  <a:t>These letters are called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/>
                  <a:t> or </a:t>
                </a:r>
                <a:r>
                  <a:rPr lang="en-AU" b="1" u="sng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r>
                  <a:rPr lang="en-AU" dirty="0"/>
                  <a:t>An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1"/>
                <a:ext cx="5760640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952" t="-1319" b="-31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314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/>
                  <a:t>These letters are called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/>
                  <a:t> or </a:t>
                </a:r>
                <a:r>
                  <a:rPr lang="en-AU" b="1" u="sng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r>
                  <a:rPr lang="en-AU" dirty="0"/>
                  <a:t>An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A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term</a:t>
                </a:r>
                <a:r>
                  <a:rPr lang="en-AU" dirty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e.g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 has 3 terms.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78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/>
                  <a:t>These letters are called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/>
                  <a:t> or </a:t>
                </a:r>
                <a:r>
                  <a:rPr lang="en-AU" b="1" u="sng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r>
                  <a:rPr lang="en-AU" dirty="0"/>
                  <a:t>An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A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term</a:t>
                </a:r>
                <a:r>
                  <a:rPr lang="en-AU" dirty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 has 3 terms.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4695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200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/>
                  <a:t>These letters are called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/>
                  <a:t> or </a:t>
                </a:r>
                <a:r>
                  <a:rPr lang="en-AU" b="1" u="sng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r>
                  <a:rPr lang="en-AU" dirty="0"/>
                  <a:t>An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A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term</a:t>
                </a:r>
                <a:r>
                  <a:rPr lang="en-AU" dirty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 has 3 terms.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0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62495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7441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199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/>
                  <a:t>These letters are called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/>
                  <a:t> or </a:t>
                </a:r>
                <a:r>
                  <a:rPr lang="en-AU" b="1" u="sng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r>
                  <a:rPr lang="en-AU" dirty="0"/>
                  <a:t>An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A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term</a:t>
                </a:r>
                <a:r>
                  <a:rPr lang="en-AU" dirty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199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62495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5150" y="5166187"/>
            <a:ext cx="566559" cy="351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3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199"/>
                <a:ext cx="5760640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/>
                  <a:t>These letters are called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/>
                  <a:t> or </a:t>
                </a:r>
                <a:r>
                  <a:rPr lang="en-AU" b="1" u="sng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r>
                  <a:rPr lang="en-AU" dirty="0"/>
                  <a:t>An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A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term</a:t>
                </a:r>
                <a:r>
                  <a:rPr lang="en-AU" dirty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>
                  <a:solidFill>
                    <a:srgbClr val="00B050"/>
                  </a:solidFill>
                  <a:latin typeface="Cambria Math"/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199"/>
                <a:ext cx="5760640" cy="4801314"/>
              </a:xfrm>
              <a:prstGeom prst="rect">
                <a:avLst/>
              </a:prstGeom>
              <a:blipFill rotWithShape="1">
                <a:blip r:embed="rId2"/>
                <a:stretch>
                  <a:fillRect l="-952" t="-6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62495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5150" y="5166187"/>
            <a:ext cx="566559" cy="351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684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1967335"/>
                <a:ext cx="576064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An </a:t>
                </a:r>
                <a:r>
                  <a:rPr lang="en-AU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A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term</a:t>
                </a:r>
                <a:r>
                  <a:rPr lang="en-AU" dirty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>
                  <a:solidFill>
                    <a:srgbClr val="00B050"/>
                  </a:solidFill>
                  <a:latin typeface="Cambria Math"/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The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coefficient</a:t>
                </a:r>
                <a:r>
                  <a:rPr lang="en-AU" dirty="0"/>
                  <a:t> is the number being multiplied by the variable.</a:t>
                </a:r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b="0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is 3	Coefficient 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is 1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967335"/>
                <a:ext cx="5760640" cy="5632311"/>
              </a:xfrm>
              <a:prstGeom prst="rect">
                <a:avLst/>
              </a:prstGeom>
              <a:blipFill rotWithShape="1">
                <a:blip r:embed="rId3"/>
                <a:stretch>
                  <a:fillRect l="-952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14946" y="387348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81505" y="386764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44655" y="3867646"/>
            <a:ext cx="566559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862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term</a:t>
                </a:r>
                <a:r>
                  <a:rPr lang="en-AU" dirty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>
                  <a:solidFill>
                    <a:srgbClr val="00B050"/>
                  </a:solidFill>
                  <a:latin typeface="Cambria Math"/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The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coefficient</a:t>
                </a:r>
                <a:r>
                  <a:rPr lang="en-AU" dirty="0"/>
                  <a:t> is the number being multiplied by the variable.</a:t>
                </a:r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b="0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is 3	Coefficient 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is 1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/>
                  <a:t>The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constant</a:t>
                </a:r>
                <a:r>
                  <a:rPr lang="en-AU" dirty="0"/>
                  <a:t> term is the term without a variable</a:t>
                </a:r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−4 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has a constant term</a:t>
                </a:r>
              </a:p>
              <a:p>
                <a:endParaRPr lang="en-AU" dirty="0"/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blipFill rotWithShape="1">
                <a:blip r:embed="rId3"/>
                <a:stretch>
                  <a:fillRect l="-952" t="-5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995935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72000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8559" y="2489976"/>
            <a:ext cx="566559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917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of the keywords that I need to know when solving problems using letter symbols?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term</a:t>
                </a:r>
                <a:r>
                  <a:rPr lang="en-AU" dirty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>
                  <a:solidFill>
                    <a:srgbClr val="00B050"/>
                  </a:solidFill>
                  <a:latin typeface="Cambria Math"/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The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coefficient</a:t>
                </a:r>
                <a:r>
                  <a:rPr lang="en-AU" dirty="0"/>
                  <a:t> is the number being multiplied by the variable.</a:t>
                </a:r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b="0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is 3	Coefficient 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is 1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/>
                  <a:t>The </a:t>
                </a:r>
                <a:r>
                  <a:rPr lang="en-AU" b="1" u="sng" dirty="0">
                    <a:solidFill>
                      <a:srgbClr val="0070C0"/>
                    </a:solidFill>
                  </a:rPr>
                  <a:t>constant</a:t>
                </a:r>
                <a:r>
                  <a:rPr lang="en-AU" dirty="0"/>
                  <a:t> term is the term without a variable</a:t>
                </a:r>
              </a:p>
              <a:p>
                <a:r>
                  <a:rPr lang="en-AU" dirty="0" err="1"/>
                  <a:t>e.g</a:t>
                </a:r>
                <a:r>
                  <a:rPr lang="en-AU" dirty="0"/>
                  <a:t>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−4 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has a constant term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blipFill rotWithShape="1">
                <a:blip r:embed="rId3"/>
                <a:stretch>
                  <a:fillRect l="-952" t="-5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995935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72000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8559" y="2489976"/>
            <a:ext cx="566559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5138559" y="5805264"/>
            <a:ext cx="441554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742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/>
              <a:t>Task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dirty="0"/>
                  <a:t>For the expression</a:t>
                </a:r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/>
                  <a:t>How many terms in the expression?</a:t>
                </a:r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/>
                  <a:t>What is the constant term?</a:t>
                </a:r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/>
                  <a:t>What is the coefficient of </a:t>
                </a:r>
              </a:p>
              <a:p>
                <a:pPr marL="1314450" lvl="2" indent="-514350">
                  <a:buFont typeface="+mj-lt"/>
                  <a:buAutoNum type="romanLcPeriod"/>
                </a:pPr>
                <a:endParaRPr lang="en-AU" b="0" dirty="0"/>
              </a:p>
              <a:p>
                <a:pPr marL="1314450" lvl="2" indent="-514350">
                  <a:buFont typeface="+mj-lt"/>
                  <a:buAutoNum type="romanLcPeriod"/>
                </a:pPr>
                <a:endParaRPr lang="en-AU" dirty="0"/>
              </a:p>
              <a:p>
                <a:pPr marL="1314450" lvl="2" indent="-514350">
                  <a:buFont typeface="+mj-lt"/>
                  <a:buAutoNum type="romanLcPeriod"/>
                </a:pPr>
                <a:endParaRPr lang="en-AU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/>
                  <a:t>Add the keywords and definitions to your glossary.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189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/>
              <a:t>Task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84784"/>
            <a:ext cx="760730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175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Fill in the questions</a:t>
            </a:r>
          </a:p>
        </p:txBody>
      </p:sp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725</Words>
  <Application>Microsoft Macintosh PowerPoint</Application>
  <PresentationFormat>On-screen Show (4:3)</PresentationFormat>
  <Paragraphs>255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</vt:lpstr>
      <vt:lpstr>Task </vt:lpstr>
      <vt:lpstr>Fill in the 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35</cp:revision>
  <dcterms:created xsi:type="dcterms:W3CDTF">2014-05-14T02:58:57Z</dcterms:created>
  <dcterms:modified xsi:type="dcterms:W3CDTF">2018-06-10T23:49:26Z</dcterms:modified>
</cp:coreProperties>
</file>