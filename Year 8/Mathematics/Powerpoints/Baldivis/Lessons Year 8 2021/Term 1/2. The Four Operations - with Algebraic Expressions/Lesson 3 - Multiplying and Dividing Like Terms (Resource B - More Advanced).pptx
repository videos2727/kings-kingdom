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64" r:id="rId4"/>
    <p:sldId id="272" r:id="rId5"/>
    <p:sldId id="329" r:id="rId6"/>
    <p:sldId id="265" r:id="rId7"/>
    <p:sldId id="327" r:id="rId8"/>
    <p:sldId id="320" r:id="rId9"/>
    <p:sldId id="267" r:id="rId10"/>
    <p:sldId id="326" r:id="rId11"/>
    <p:sldId id="330" r:id="rId12"/>
    <p:sldId id="32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A024-B204-46E6-B739-2B44EE5C3A49}" type="datetimeFigureOut">
              <a:rPr lang="en-GB" smtClean="0"/>
              <a:t>10/06/2019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39247-3359-400B-9B33-7574D81F7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14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284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560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93429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1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undeniableme.wordpress.com/2010/06/09/these-are-the-days-of-our-lives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1AD4-8D81-4EEB-995D-4F5389278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Topic: Algebra: Simplifying expressions</a:t>
            </a:r>
            <a:br>
              <a:rPr lang="en-AU" sz="4000" dirty="0"/>
            </a:br>
            <a:r>
              <a:rPr lang="en-AU" sz="4000" dirty="0"/>
              <a:t>EQ: How do I Multiply and Divide Terms?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C3B88-1766-4CF1-8B6C-D9F0A67A0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27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2105" y="32597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9962" y="105927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367" y="1906544"/>
                <a:ext cx="9720073" cy="402336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Write the summary to yesterday’s lesson.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Simplify the following expression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What are the terms in this equation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AU" dirty="0"/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Define ‘quadrant’.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367" y="1906544"/>
                <a:ext cx="9720073" cy="4023360"/>
              </a:xfrm>
              <a:blipFill>
                <a:blip r:embed="rId2"/>
                <a:stretch>
                  <a:fillRect l="-1129" t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51403" y="627947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Algebra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1403" y="1073249"/>
            <a:ext cx="56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What do I multiply and divide terms?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592D6-8D03-4C9E-B79D-D9C3C4B42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29" y="3781331"/>
            <a:ext cx="6323423" cy="1221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3111E7-285C-4DC5-90E3-570172781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3417299"/>
            <a:ext cx="3333488" cy="3267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3FB247-35EE-4402-8E2E-71C7D02EED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05" b="-8683"/>
          <a:stretch/>
        </p:blipFill>
        <p:spPr>
          <a:xfrm>
            <a:off x="1232529" y="4954712"/>
            <a:ext cx="7222496" cy="51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3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Algebra: Simplifying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How do I Multiply and Divide Terms?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55822-A19D-4459-A956-11BFF22E7154}"/>
              </a:ext>
            </a:extLst>
          </p:cNvPr>
          <p:cNvSpPr txBox="1"/>
          <p:nvPr/>
        </p:nvSpPr>
        <p:spPr>
          <a:xfrm>
            <a:off x="178608" y="1392827"/>
            <a:ext cx="2102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multiply terms in algebra?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601648" y="1392827"/>
                <a:ext cx="585209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 expressions</a:t>
                </a: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×4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AU" sz="24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²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AU" sz="24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648" y="1392827"/>
                <a:ext cx="5852094" cy="4524315"/>
              </a:xfrm>
              <a:prstGeom prst="rect">
                <a:avLst/>
              </a:prstGeom>
              <a:blipFill>
                <a:blip r:embed="rId3"/>
                <a:stretch>
                  <a:fillRect l="-1667" t="-1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">
            <a:extLst>
              <a:ext uri="{FF2B5EF4-FFF2-40B4-BE49-F238E27FC236}">
                <a16:creationId xmlns:a16="http://schemas.microsoft.com/office/drawing/2014/main" id="{247985CE-686C-4E07-B1EE-96E9E47F9A27}"/>
              </a:ext>
            </a:extLst>
          </p:cNvPr>
          <p:cNvSpPr txBox="1"/>
          <p:nvPr/>
        </p:nvSpPr>
        <p:spPr>
          <a:xfrm>
            <a:off x="8453742" y="2839376"/>
            <a:ext cx="2851355" cy="1631216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Multiply the NUMBERS first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the variables (letters) second</a:t>
            </a:r>
          </a:p>
        </p:txBody>
      </p:sp>
    </p:spTree>
    <p:extLst>
      <p:ext uri="{BB962C8B-B14F-4D97-AF65-F5344CB8AC3E}">
        <p14:creationId xmlns:p14="http://schemas.microsoft.com/office/powerpoint/2010/main" val="394975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E76DA0-7355-4D7B-919E-A6F45F04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36" t="21168" r="30335" b="74571"/>
          <a:stretch/>
        </p:blipFill>
        <p:spPr>
          <a:xfrm>
            <a:off x="1051561" y="2110215"/>
            <a:ext cx="9026090" cy="454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E3D37-05CC-4D18-8A87-63105C6BF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77" t="46817" r="31494" b="48922"/>
          <a:stretch/>
        </p:blipFill>
        <p:spPr>
          <a:xfrm>
            <a:off x="1051561" y="3503408"/>
            <a:ext cx="9026090" cy="454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74269-99CB-4AE8-9C90-312EC8D9FD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36" t="54322" r="28194" b="41934"/>
          <a:stretch/>
        </p:blipFill>
        <p:spPr>
          <a:xfrm>
            <a:off x="1051561" y="4961698"/>
            <a:ext cx="9026090" cy="3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7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7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3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Algebra: Simplifying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are like terms and how do I collect them?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0E9A11-8FF0-4318-8DE3-F0ADB9EEF403}"/>
              </a:ext>
            </a:extLst>
          </p:cNvPr>
          <p:cNvSpPr txBox="1"/>
          <p:nvPr/>
        </p:nvSpPr>
        <p:spPr>
          <a:xfrm>
            <a:off x="63465" y="1286515"/>
            <a:ext cx="2318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 divide terms in algebra?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E043A7-FA92-4AFF-BEA2-2912CD553486}"/>
                  </a:ext>
                </a:extLst>
              </p:cNvPr>
              <p:cNvSpPr txBox="1"/>
              <p:nvPr/>
            </p:nvSpPr>
            <p:spPr>
              <a:xfrm>
                <a:off x="2533599" y="1303330"/>
                <a:ext cx="5852094" cy="4607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 expressions</a:t>
                </a: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÷2=   </m:t>
                    </m:r>
                    <m:f>
                      <m:fPr>
                        <m:ctrlPr>
                          <a:rPr lang="en-AU" sz="32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4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AU" sz="2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3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den>
                    </m:f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3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3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3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𝑎𝑦</m:t>
                    </m:r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÷4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3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18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𝑎𝑦</m:t>
                        </m:r>
                      </m:num>
                      <m:den>
                        <m:r>
                          <a:rPr lang="en-AU" sz="3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3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num>
                      <m:den>
                        <m:r>
                          <a:rPr lang="en-AU" sz="3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3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E043A7-FA92-4AFF-BEA2-2912CD553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599" y="1303330"/>
                <a:ext cx="5852094" cy="4607993"/>
              </a:xfrm>
              <a:prstGeom prst="rect">
                <a:avLst/>
              </a:prstGeom>
              <a:blipFill>
                <a:blip r:embed="rId3"/>
                <a:stretch>
                  <a:fillRect l="-1667" t="-1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C9F81C-2B2C-47FE-84FA-0C055F7C4EBB}"/>
              </a:ext>
            </a:extLst>
          </p:cNvPr>
          <p:cNvCxnSpPr>
            <a:cxnSpLocks/>
          </p:cNvCxnSpPr>
          <p:nvPr/>
        </p:nvCxnSpPr>
        <p:spPr>
          <a:xfrm flipH="1">
            <a:off x="5507662" y="3674660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E8101C-C890-488D-AAFB-3BE94D738697}"/>
              </a:ext>
            </a:extLst>
          </p:cNvPr>
          <p:cNvCxnSpPr>
            <a:cxnSpLocks/>
          </p:cNvCxnSpPr>
          <p:nvPr/>
        </p:nvCxnSpPr>
        <p:spPr>
          <a:xfrm flipH="1">
            <a:off x="5520202" y="4101577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5A89F0-4A41-4C17-9BD9-8D8E9DE66C0B}"/>
              </a:ext>
            </a:extLst>
          </p:cNvPr>
          <p:cNvCxnSpPr>
            <a:cxnSpLocks/>
          </p:cNvCxnSpPr>
          <p:nvPr/>
        </p:nvCxnSpPr>
        <p:spPr>
          <a:xfrm flipH="1">
            <a:off x="6056396" y="4847823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63F3B9-671B-4457-8E4B-704BB198B95E}"/>
              </a:ext>
            </a:extLst>
          </p:cNvPr>
          <p:cNvCxnSpPr>
            <a:cxnSpLocks/>
          </p:cNvCxnSpPr>
          <p:nvPr/>
        </p:nvCxnSpPr>
        <p:spPr>
          <a:xfrm flipH="1">
            <a:off x="6096000" y="5295962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78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A2A57-B596-4BAD-9829-2F1B4D6C5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5" t="44741" r="29374" b="51037"/>
          <a:stretch/>
        </p:blipFill>
        <p:spPr>
          <a:xfrm>
            <a:off x="608796" y="2338435"/>
            <a:ext cx="10181123" cy="50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A7F657-4C7C-4F33-BBDA-732012F42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76" t="68832" r="29603" b="27454"/>
          <a:stretch/>
        </p:blipFill>
        <p:spPr>
          <a:xfrm>
            <a:off x="608795" y="3748846"/>
            <a:ext cx="10104119" cy="439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5A2E8F-AEDF-4586-A940-B5D498C762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89" t="64690" r="28789" b="31649"/>
          <a:stretch/>
        </p:blipFill>
        <p:spPr>
          <a:xfrm>
            <a:off x="608795" y="5095336"/>
            <a:ext cx="10104119" cy="4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8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5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5897E-C496-43FF-8FDE-00E11377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0FE0D-B6A9-41F7-BE84-C42EB026CC4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23938" y="2286000"/>
            <a:ext cx="9720262" cy="104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Complete Exercises 3.5 and 3.6 on pages 37 and 38 of </a:t>
            </a:r>
          </a:p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Dwyer Year 8.</a:t>
            </a:r>
          </a:p>
        </p:txBody>
      </p:sp>
    </p:spTree>
    <p:extLst>
      <p:ext uri="{BB962C8B-B14F-4D97-AF65-F5344CB8AC3E}">
        <p14:creationId xmlns:p14="http://schemas.microsoft.com/office/powerpoint/2010/main" val="449648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035E9-9492-4A96-8BC3-7FB24D7F9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2B846-6EC2-44DD-AA6E-979741C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spc="100" dirty="0"/>
              <a:t>Write Your </a:t>
            </a:r>
            <a:r>
              <a:rPr lang="en-US" sz="4400" spc="100" dirty="0" err="1"/>
              <a:t>SUmmary</a:t>
            </a:r>
            <a:endParaRPr lang="en-US" sz="4400" spc="1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FBDC43-ADB2-4EDE-8696-528BCABD1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148E7043-18B4-4389-82A0-C4B4F0E354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126" r="-1" b="-1"/>
          <a:stretch/>
        </p:blipFill>
        <p:spPr>
          <a:xfrm>
            <a:off x="7056116" y="960120"/>
            <a:ext cx="4175762" cy="4940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E6F8F-C6B7-4C88-A2A5-372F5C7FCBC9}"/>
              </a:ext>
            </a:extLst>
          </p:cNvPr>
          <p:cNvSpPr txBox="1"/>
          <p:nvPr/>
        </p:nvSpPr>
        <p:spPr>
          <a:xfrm>
            <a:off x="8823848" y="5700917"/>
            <a:ext cx="24080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://undeniableme.wordpress.com/2010/06/09/these-are-the-days-of-our-liv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308</Words>
  <Application>Microsoft Office PowerPoint</Application>
  <PresentationFormat>Widescreen</PresentationFormat>
  <Paragraphs>76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Algebra: Simplifying expressions EQ: How do I Multiply and Divide Terms?</vt:lpstr>
      <vt:lpstr>PowerPoint Presentation</vt:lpstr>
      <vt:lpstr>PowerPoint Presentation</vt:lpstr>
      <vt:lpstr>Five Questions (LHS)</vt:lpstr>
      <vt:lpstr>PowerPoint Presentation</vt:lpstr>
      <vt:lpstr>practice: - lhs</vt:lpstr>
      <vt:lpstr>PowerPoint Presentation</vt:lpstr>
      <vt:lpstr>PowerPoint Presentation</vt:lpstr>
      <vt:lpstr>practice: - lhs</vt:lpstr>
      <vt:lpstr>PowerPoint Presentation</vt:lpstr>
      <vt:lpstr>Task</vt:lpstr>
      <vt:lpstr>Write Your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What Are the KeyWords in Algebra? </dc:title>
  <dc:creator>PARLEVLIET Magdeline [Baldivis Secondary College]</dc:creator>
  <cp:lastModifiedBy>PARLEVLIET Magdeline [Baldivis Secondary College]</cp:lastModifiedBy>
  <cp:revision>13</cp:revision>
  <dcterms:created xsi:type="dcterms:W3CDTF">2019-06-04T18:12:26Z</dcterms:created>
  <dcterms:modified xsi:type="dcterms:W3CDTF">2019-06-10T16:57:33Z</dcterms:modified>
</cp:coreProperties>
</file>