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48" d="100"/>
          <a:sy n="48" d="100"/>
        </p:scale>
        <p:origin x="210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26/11/2018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74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26/11/2018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4295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26/11/2018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986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26/11/2018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5843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26/11/2018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423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26/11/2018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330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26/11/2018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0323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26/11/2018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870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26/11/2018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0816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26/11/2018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068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26/11/2018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5394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1348B-AC20-4833-B52C-8E18C59E7FD1}" type="datetimeFigureOut">
              <a:rPr lang="en-AU" smtClean="0"/>
              <a:t>26/11/2018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843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2A41DE-4760-4EE3-8609-5DAB61D404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9" b="1735"/>
          <a:stretch/>
        </p:blipFill>
        <p:spPr>
          <a:xfrm>
            <a:off x="-156199" y="397293"/>
            <a:ext cx="6858000" cy="9257151"/>
          </a:xfrm>
          <a:prstGeom prst="rect">
            <a:avLst/>
          </a:prstGeom>
          <a:scene3d>
            <a:camera prst="orthographicFront">
              <a:rot lat="0" lon="0" rev="10740000"/>
            </a:camera>
            <a:lightRig rig="threePt" dir="t"/>
          </a:scene3d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D8D7622B-3563-4F7C-813B-DDCACFE7CC7D}"/>
              </a:ext>
            </a:extLst>
          </p:cNvPr>
          <p:cNvSpPr/>
          <p:nvPr/>
        </p:nvSpPr>
        <p:spPr>
          <a:xfrm>
            <a:off x="200537" y="1308865"/>
            <a:ext cx="646334" cy="646331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2C1FC-3260-4295-9BA8-8138850509AC}"/>
              </a:ext>
            </a:extLst>
          </p:cNvPr>
          <p:cNvSpPr txBox="1"/>
          <p:nvPr/>
        </p:nvSpPr>
        <p:spPr>
          <a:xfrm>
            <a:off x="984694" y="115076"/>
            <a:ext cx="532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Translate each piece according to the instructions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75ACDB-2C86-46A2-89A6-A442D31F8001}"/>
              </a:ext>
            </a:extLst>
          </p:cNvPr>
          <p:cNvSpPr txBox="1"/>
          <p:nvPr/>
        </p:nvSpPr>
        <p:spPr>
          <a:xfrm>
            <a:off x="788837" y="1514901"/>
            <a:ext cx="1678674" cy="368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 places right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7E36B5-E953-45E3-8810-6D3A7A8BE142}"/>
              </a:ext>
            </a:extLst>
          </p:cNvPr>
          <p:cNvSpPr txBox="1"/>
          <p:nvPr/>
        </p:nvSpPr>
        <p:spPr>
          <a:xfrm>
            <a:off x="4938300" y="1472691"/>
            <a:ext cx="1678674" cy="368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 places left</a:t>
            </a: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B4C3C70-6A4F-4F62-81DF-016369EF6521}"/>
              </a:ext>
            </a:extLst>
          </p:cNvPr>
          <p:cNvSpPr/>
          <p:nvPr/>
        </p:nvSpPr>
        <p:spPr>
          <a:xfrm flipH="1">
            <a:off x="5778678" y="1404400"/>
            <a:ext cx="636878" cy="668741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47A728C0-9F4C-4731-B93F-59DA3B2EC2DE}"/>
              </a:ext>
            </a:extLst>
          </p:cNvPr>
          <p:cNvSpPr/>
          <p:nvPr/>
        </p:nvSpPr>
        <p:spPr>
          <a:xfrm>
            <a:off x="203643" y="1986551"/>
            <a:ext cx="583570" cy="646330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94F392-EE68-4398-9799-CE280B7E309D}"/>
              </a:ext>
            </a:extLst>
          </p:cNvPr>
          <p:cNvSpPr txBox="1"/>
          <p:nvPr/>
        </p:nvSpPr>
        <p:spPr>
          <a:xfrm>
            <a:off x="788837" y="2169995"/>
            <a:ext cx="167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13 places right and 4 down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5ABFD-A693-444F-BEA9-6A5D02BDDC7F}"/>
              </a:ext>
            </a:extLst>
          </p:cNvPr>
          <p:cNvSpPr txBox="1"/>
          <p:nvPr/>
        </p:nvSpPr>
        <p:spPr>
          <a:xfrm>
            <a:off x="4713946" y="2120327"/>
            <a:ext cx="167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11 places left and 2 down</a:t>
            </a:r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76E3B075-07FA-430C-9F7D-8DD09B5ACCAC}"/>
              </a:ext>
            </a:extLst>
          </p:cNvPr>
          <p:cNvSpPr/>
          <p:nvPr/>
        </p:nvSpPr>
        <p:spPr>
          <a:xfrm flipH="1">
            <a:off x="5805974" y="2077577"/>
            <a:ext cx="636878" cy="653047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297E4672-E84F-4AC4-BD59-A192224F0C2C}"/>
              </a:ext>
            </a:extLst>
          </p:cNvPr>
          <p:cNvSpPr/>
          <p:nvPr/>
        </p:nvSpPr>
        <p:spPr>
          <a:xfrm>
            <a:off x="195157" y="7674018"/>
            <a:ext cx="624328" cy="599616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02E300-D5D0-4AF7-B537-591812703892}"/>
              </a:ext>
            </a:extLst>
          </p:cNvPr>
          <p:cNvSpPr txBox="1"/>
          <p:nvPr/>
        </p:nvSpPr>
        <p:spPr>
          <a:xfrm>
            <a:off x="597050" y="7653083"/>
            <a:ext cx="167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11 places right</a:t>
            </a:r>
          </a:p>
          <a:p>
            <a:r>
              <a:rPr lang="en-AU" dirty="0"/>
              <a:t> 17 up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49AA0D-3142-44AA-987E-01D22E424A3E}"/>
              </a:ext>
            </a:extLst>
          </p:cNvPr>
          <p:cNvSpPr txBox="1"/>
          <p:nvPr/>
        </p:nvSpPr>
        <p:spPr>
          <a:xfrm>
            <a:off x="4823103" y="3995214"/>
            <a:ext cx="167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 places left and 6 up</a:t>
            </a:r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BC828126-235B-4EAE-92BD-9A17C3357AB9}"/>
              </a:ext>
            </a:extLst>
          </p:cNvPr>
          <p:cNvSpPr/>
          <p:nvPr/>
        </p:nvSpPr>
        <p:spPr>
          <a:xfrm flipH="1">
            <a:off x="5805974" y="4053386"/>
            <a:ext cx="636878" cy="653047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7B4CC70B-2DFE-44C9-AEEF-0F1AB6EBE751}"/>
              </a:ext>
            </a:extLst>
          </p:cNvPr>
          <p:cNvSpPr/>
          <p:nvPr/>
        </p:nvSpPr>
        <p:spPr>
          <a:xfrm>
            <a:off x="183306" y="3943150"/>
            <a:ext cx="646335" cy="646330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69FF0B-0943-42E7-A3EA-713C7A36406C}"/>
              </a:ext>
            </a:extLst>
          </p:cNvPr>
          <p:cNvSpPr txBox="1"/>
          <p:nvPr/>
        </p:nvSpPr>
        <p:spPr>
          <a:xfrm>
            <a:off x="739858" y="4031780"/>
            <a:ext cx="167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 places right</a:t>
            </a:r>
          </a:p>
          <a:p>
            <a:r>
              <a:rPr lang="en-AU" dirty="0"/>
              <a:t>And 4 up</a:t>
            </a:r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5D769609-147D-476F-8C59-555FEED1E6C6}"/>
              </a:ext>
            </a:extLst>
          </p:cNvPr>
          <p:cNvSpPr/>
          <p:nvPr/>
        </p:nvSpPr>
        <p:spPr>
          <a:xfrm flipH="1">
            <a:off x="5778678" y="5682260"/>
            <a:ext cx="636878" cy="653047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415D54-4A98-486B-B41C-425A05C225BC}"/>
              </a:ext>
            </a:extLst>
          </p:cNvPr>
          <p:cNvSpPr/>
          <p:nvPr/>
        </p:nvSpPr>
        <p:spPr>
          <a:xfrm>
            <a:off x="3355502" y="8946884"/>
            <a:ext cx="309888" cy="68238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F593B4-AB0F-4237-9B9A-40198EFED832}"/>
              </a:ext>
            </a:extLst>
          </p:cNvPr>
          <p:cNvSpPr txBox="1"/>
          <p:nvPr/>
        </p:nvSpPr>
        <p:spPr>
          <a:xfrm>
            <a:off x="3804537" y="8969293"/>
            <a:ext cx="1678674" cy="368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 places up</a:t>
            </a:r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C5F8F7F5-A073-4DB4-83BE-5004543391CC}"/>
              </a:ext>
            </a:extLst>
          </p:cNvPr>
          <p:cNvSpPr/>
          <p:nvPr/>
        </p:nvSpPr>
        <p:spPr>
          <a:xfrm>
            <a:off x="314584" y="5636503"/>
            <a:ext cx="1108585" cy="895595"/>
          </a:xfrm>
          <a:prstGeom prst="star5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74537B-47E8-444D-91D0-DCEC439A68D3}"/>
              </a:ext>
            </a:extLst>
          </p:cNvPr>
          <p:cNvSpPr txBox="1"/>
          <p:nvPr/>
        </p:nvSpPr>
        <p:spPr>
          <a:xfrm>
            <a:off x="1149752" y="5437555"/>
            <a:ext cx="1292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 right and 15 up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0C6990E-8C63-49F5-8ECD-7BF3FCE0F500}"/>
              </a:ext>
            </a:extLst>
          </p:cNvPr>
          <p:cNvSpPr/>
          <p:nvPr/>
        </p:nvSpPr>
        <p:spPr>
          <a:xfrm>
            <a:off x="4740518" y="566411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BB8B56-32E8-4166-9DB9-FCDA06C658BE}"/>
              </a:ext>
            </a:extLst>
          </p:cNvPr>
          <p:cNvSpPr txBox="1"/>
          <p:nvPr/>
        </p:nvSpPr>
        <p:spPr>
          <a:xfrm>
            <a:off x="4967419" y="533774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down and 5 left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799D58B-B3F5-444E-8D10-E6811B9FC088}"/>
              </a:ext>
            </a:extLst>
          </p:cNvPr>
          <p:cNvSpPr/>
          <p:nvPr/>
        </p:nvSpPr>
        <p:spPr>
          <a:xfrm>
            <a:off x="705485" y="785878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ACDF29-A912-4227-9DED-96DC419B389D}"/>
              </a:ext>
            </a:extLst>
          </p:cNvPr>
          <p:cNvSpPr txBox="1"/>
          <p:nvPr/>
        </p:nvSpPr>
        <p:spPr>
          <a:xfrm>
            <a:off x="932386" y="753241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 down and 9 right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A96940-41DF-45C2-AC39-1BDAF8DAB09B}"/>
              </a:ext>
            </a:extLst>
          </p:cNvPr>
          <p:cNvSpPr txBox="1"/>
          <p:nvPr/>
        </p:nvSpPr>
        <p:spPr>
          <a:xfrm>
            <a:off x="4987368" y="4753985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 up and 1 left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795E46F-9854-4B93-97D6-C435EADD6734}"/>
              </a:ext>
            </a:extLst>
          </p:cNvPr>
          <p:cNvSpPr/>
          <p:nvPr/>
        </p:nvSpPr>
        <p:spPr>
          <a:xfrm>
            <a:off x="4732315" y="4819016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0A9EBF-C4F0-4AA0-8F37-3F373E16E078}"/>
              </a:ext>
            </a:extLst>
          </p:cNvPr>
          <p:cNvSpPr txBox="1"/>
          <p:nvPr/>
        </p:nvSpPr>
        <p:spPr>
          <a:xfrm>
            <a:off x="4592283" y="5771720"/>
            <a:ext cx="167867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/>
              <a:t>12 places left</a:t>
            </a:r>
          </a:p>
          <a:p>
            <a:r>
              <a:rPr lang="en-AU" dirty="0"/>
              <a:t>And 7 up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4F2AC4-C9E2-4F3F-A8F5-BEE90851294E}"/>
              </a:ext>
            </a:extLst>
          </p:cNvPr>
          <p:cNvSpPr txBox="1"/>
          <p:nvPr/>
        </p:nvSpPr>
        <p:spPr>
          <a:xfrm>
            <a:off x="2922338" y="5029663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up and 2 right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675FAB2-2609-46AB-A3CB-D9CEBB89D53C}"/>
              </a:ext>
            </a:extLst>
          </p:cNvPr>
          <p:cNvSpPr/>
          <p:nvPr/>
        </p:nvSpPr>
        <p:spPr>
          <a:xfrm>
            <a:off x="2667285" y="5094694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1D41A7-AC07-4B2D-BD75-15CF1BC9DC7A}"/>
              </a:ext>
            </a:extLst>
          </p:cNvPr>
          <p:cNvSpPr txBox="1"/>
          <p:nvPr/>
        </p:nvSpPr>
        <p:spPr>
          <a:xfrm>
            <a:off x="3283960" y="6050062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 up and 2 right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1AA3ACC-979D-4718-910B-39F16401CCE7}"/>
              </a:ext>
            </a:extLst>
          </p:cNvPr>
          <p:cNvSpPr/>
          <p:nvPr/>
        </p:nvSpPr>
        <p:spPr>
          <a:xfrm>
            <a:off x="3028907" y="6171003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CF7598-662F-4F53-BDD9-C58FB8D6F611}"/>
              </a:ext>
            </a:extLst>
          </p:cNvPr>
          <p:cNvSpPr txBox="1"/>
          <p:nvPr/>
        </p:nvSpPr>
        <p:spPr>
          <a:xfrm>
            <a:off x="2631751" y="7345896"/>
            <a:ext cx="123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 up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63DB571-D011-4C23-98D8-C027A2010B25}"/>
              </a:ext>
            </a:extLst>
          </p:cNvPr>
          <p:cNvSpPr/>
          <p:nvPr/>
        </p:nvSpPr>
        <p:spPr>
          <a:xfrm>
            <a:off x="2376698" y="7466837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D777F7-B031-4CEF-BCE9-12E581760C36}"/>
              </a:ext>
            </a:extLst>
          </p:cNvPr>
          <p:cNvSpPr txBox="1"/>
          <p:nvPr/>
        </p:nvSpPr>
        <p:spPr>
          <a:xfrm>
            <a:off x="4581824" y="7117195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 up and 5 left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EA27DDD-80AA-4F21-8B51-2ECB6232F3FC}"/>
              </a:ext>
            </a:extLst>
          </p:cNvPr>
          <p:cNvSpPr/>
          <p:nvPr/>
        </p:nvSpPr>
        <p:spPr>
          <a:xfrm>
            <a:off x="4326771" y="7238136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1325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2A41DE-4760-4EE3-8609-5DAB61D404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9" b="1735"/>
          <a:stretch/>
        </p:blipFill>
        <p:spPr>
          <a:xfrm>
            <a:off x="-161034" y="332365"/>
            <a:ext cx="6858000" cy="9257151"/>
          </a:xfrm>
          <a:prstGeom prst="rect">
            <a:avLst/>
          </a:prstGeom>
          <a:scene3d>
            <a:camera prst="orthographicFront">
              <a:rot lat="0" lon="0" rev="10740000"/>
            </a:camera>
            <a:lightRig rig="threePt" dir="t"/>
          </a:scene3d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D8D7622B-3563-4F7C-813B-DDCACFE7CC7D}"/>
              </a:ext>
            </a:extLst>
          </p:cNvPr>
          <p:cNvSpPr/>
          <p:nvPr/>
        </p:nvSpPr>
        <p:spPr>
          <a:xfrm>
            <a:off x="200537" y="1308865"/>
            <a:ext cx="646334" cy="646331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2C1FC-3260-4295-9BA8-8138850509AC}"/>
              </a:ext>
            </a:extLst>
          </p:cNvPr>
          <p:cNvSpPr txBox="1"/>
          <p:nvPr/>
        </p:nvSpPr>
        <p:spPr>
          <a:xfrm>
            <a:off x="984694" y="115076"/>
            <a:ext cx="532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Translate each piece according to the instructions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75ACDB-2C86-46A2-89A6-A442D31F8001}"/>
              </a:ext>
            </a:extLst>
          </p:cNvPr>
          <p:cNvSpPr txBox="1"/>
          <p:nvPr/>
        </p:nvSpPr>
        <p:spPr>
          <a:xfrm>
            <a:off x="788837" y="1514901"/>
            <a:ext cx="1678674" cy="368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 places right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7E36B5-E953-45E3-8810-6D3A7A8BE142}"/>
              </a:ext>
            </a:extLst>
          </p:cNvPr>
          <p:cNvSpPr txBox="1"/>
          <p:nvPr/>
        </p:nvSpPr>
        <p:spPr>
          <a:xfrm>
            <a:off x="4938300" y="1472691"/>
            <a:ext cx="1678674" cy="368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 places left</a:t>
            </a: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B4C3C70-6A4F-4F62-81DF-016369EF6521}"/>
              </a:ext>
            </a:extLst>
          </p:cNvPr>
          <p:cNvSpPr/>
          <p:nvPr/>
        </p:nvSpPr>
        <p:spPr>
          <a:xfrm flipH="1">
            <a:off x="5778678" y="1404400"/>
            <a:ext cx="636878" cy="668741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47A728C0-9F4C-4731-B93F-59DA3B2EC2DE}"/>
              </a:ext>
            </a:extLst>
          </p:cNvPr>
          <p:cNvSpPr/>
          <p:nvPr/>
        </p:nvSpPr>
        <p:spPr>
          <a:xfrm>
            <a:off x="203643" y="1986551"/>
            <a:ext cx="583570" cy="646330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94F392-EE68-4398-9799-CE280B7E309D}"/>
              </a:ext>
            </a:extLst>
          </p:cNvPr>
          <p:cNvSpPr txBox="1"/>
          <p:nvPr/>
        </p:nvSpPr>
        <p:spPr>
          <a:xfrm>
            <a:off x="788837" y="2169995"/>
            <a:ext cx="167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13 places right and 4 down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5ABFD-A693-444F-BEA9-6A5D02BDDC7F}"/>
              </a:ext>
            </a:extLst>
          </p:cNvPr>
          <p:cNvSpPr txBox="1"/>
          <p:nvPr/>
        </p:nvSpPr>
        <p:spPr>
          <a:xfrm>
            <a:off x="4713946" y="2120327"/>
            <a:ext cx="167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11 places left and 2 down</a:t>
            </a:r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76E3B075-07FA-430C-9F7D-8DD09B5ACCAC}"/>
              </a:ext>
            </a:extLst>
          </p:cNvPr>
          <p:cNvSpPr/>
          <p:nvPr/>
        </p:nvSpPr>
        <p:spPr>
          <a:xfrm flipH="1">
            <a:off x="5805974" y="2077577"/>
            <a:ext cx="636878" cy="653047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297E4672-E84F-4AC4-BD59-A192224F0C2C}"/>
              </a:ext>
            </a:extLst>
          </p:cNvPr>
          <p:cNvSpPr/>
          <p:nvPr/>
        </p:nvSpPr>
        <p:spPr>
          <a:xfrm>
            <a:off x="195157" y="7674018"/>
            <a:ext cx="624328" cy="599616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02E300-D5D0-4AF7-B537-591812703892}"/>
              </a:ext>
            </a:extLst>
          </p:cNvPr>
          <p:cNvSpPr txBox="1"/>
          <p:nvPr/>
        </p:nvSpPr>
        <p:spPr>
          <a:xfrm>
            <a:off x="597050" y="7653083"/>
            <a:ext cx="167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11 places right</a:t>
            </a:r>
          </a:p>
          <a:p>
            <a:r>
              <a:rPr lang="en-AU" dirty="0"/>
              <a:t> 17 up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49AA0D-3142-44AA-987E-01D22E424A3E}"/>
              </a:ext>
            </a:extLst>
          </p:cNvPr>
          <p:cNvSpPr txBox="1"/>
          <p:nvPr/>
        </p:nvSpPr>
        <p:spPr>
          <a:xfrm>
            <a:off x="4823103" y="3995214"/>
            <a:ext cx="167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 places left and 6 up</a:t>
            </a:r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BC828126-235B-4EAE-92BD-9A17C3357AB9}"/>
              </a:ext>
            </a:extLst>
          </p:cNvPr>
          <p:cNvSpPr/>
          <p:nvPr/>
        </p:nvSpPr>
        <p:spPr>
          <a:xfrm flipH="1">
            <a:off x="5805974" y="4053386"/>
            <a:ext cx="636878" cy="653047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7B4CC70B-2DFE-44C9-AEEF-0F1AB6EBE751}"/>
              </a:ext>
            </a:extLst>
          </p:cNvPr>
          <p:cNvSpPr/>
          <p:nvPr/>
        </p:nvSpPr>
        <p:spPr>
          <a:xfrm>
            <a:off x="183306" y="3943150"/>
            <a:ext cx="646335" cy="646330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69FF0B-0943-42E7-A3EA-713C7A36406C}"/>
              </a:ext>
            </a:extLst>
          </p:cNvPr>
          <p:cNvSpPr txBox="1"/>
          <p:nvPr/>
        </p:nvSpPr>
        <p:spPr>
          <a:xfrm>
            <a:off x="739858" y="4031780"/>
            <a:ext cx="167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 places right</a:t>
            </a:r>
          </a:p>
          <a:p>
            <a:r>
              <a:rPr lang="en-AU" dirty="0"/>
              <a:t>And 4 up</a:t>
            </a:r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5D769609-147D-476F-8C59-555FEED1E6C6}"/>
              </a:ext>
            </a:extLst>
          </p:cNvPr>
          <p:cNvSpPr/>
          <p:nvPr/>
        </p:nvSpPr>
        <p:spPr>
          <a:xfrm flipH="1">
            <a:off x="5778678" y="5682260"/>
            <a:ext cx="636878" cy="653047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415D54-4A98-486B-B41C-425A05C225BC}"/>
              </a:ext>
            </a:extLst>
          </p:cNvPr>
          <p:cNvSpPr/>
          <p:nvPr/>
        </p:nvSpPr>
        <p:spPr>
          <a:xfrm>
            <a:off x="3355502" y="8946884"/>
            <a:ext cx="309888" cy="68238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F593B4-AB0F-4237-9B9A-40198EFED832}"/>
              </a:ext>
            </a:extLst>
          </p:cNvPr>
          <p:cNvSpPr txBox="1"/>
          <p:nvPr/>
        </p:nvSpPr>
        <p:spPr>
          <a:xfrm>
            <a:off x="3804537" y="8969293"/>
            <a:ext cx="1678674" cy="368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 places up</a:t>
            </a:r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C5F8F7F5-A073-4DB4-83BE-5004543391CC}"/>
              </a:ext>
            </a:extLst>
          </p:cNvPr>
          <p:cNvSpPr/>
          <p:nvPr/>
        </p:nvSpPr>
        <p:spPr>
          <a:xfrm>
            <a:off x="314584" y="5636503"/>
            <a:ext cx="1108585" cy="895595"/>
          </a:xfrm>
          <a:prstGeom prst="star5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74537B-47E8-444D-91D0-DCEC439A68D3}"/>
              </a:ext>
            </a:extLst>
          </p:cNvPr>
          <p:cNvSpPr txBox="1"/>
          <p:nvPr/>
        </p:nvSpPr>
        <p:spPr>
          <a:xfrm>
            <a:off x="1149752" y="5437555"/>
            <a:ext cx="1292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 right and 15 up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0C6990E-8C63-49F5-8ECD-7BF3FCE0F500}"/>
              </a:ext>
            </a:extLst>
          </p:cNvPr>
          <p:cNvSpPr/>
          <p:nvPr/>
        </p:nvSpPr>
        <p:spPr>
          <a:xfrm>
            <a:off x="4740518" y="566411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BB8B56-32E8-4166-9DB9-FCDA06C658BE}"/>
              </a:ext>
            </a:extLst>
          </p:cNvPr>
          <p:cNvSpPr txBox="1"/>
          <p:nvPr/>
        </p:nvSpPr>
        <p:spPr>
          <a:xfrm>
            <a:off x="4967419" y="533774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down and 5 left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799D58B-B3F5-444E-8D10-E6811B9FC088}"/>
              </a:ext>
            </a:extLst>
          </p:cNvPr>
          <p:cNvSpPr/>
          <p:nvPr/>
        </p:nvSpPr>
        <p:spPr>
          <a:xfrm>
            <a:off x="705485" y="785878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ACDF29-A912-4227-9DED-96DC419B389D}"/>
              </a:ext>
            </a:extLst>
          </p:cNvPr>
          <p:cNvSpPr txBox="1"/>
          <p:nvPr/>
        </p:nvSpPr>
        <p:spPr>
          <a:xfrm>
            <a:off x="932386" y="753241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 down and 9 right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A96940-41DF-45C2-AC39-1BDAF8DAB09B}"/>
              </a:ext>
            </a:extLst>
          </p:cNvPr>
          <p:cNvSpPr txBox="1"/>
          <p:nvPr/>
        </p:nvSpPr>
        <p:spPr>
          <a:xfrm>
            <a:off x="4987368" y="4753985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 up and 1 left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795E46F-9854-4B93-97D6-C435EADD6734}"/>
              </a:ext>
            </a:extLst>
          </p:cNvPr>
          <p:cNvSpPr/>
          <p:nvPr/>
        </p:nvSpPr>
        <p:spPr>
          <a:xfrm>
            <a:off x="4732315" y="4819016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0A9EBF-C4F0-4AA0-8F37-3F373E16E078}"/>
              </a:ext>
            </a:extLst>
          </p:cNvPr>
          <p:cNvSpPr txBox="1"/>
          <p:nvPr/>
        </p:nvSpPr>
        <p:spPr>
          <a:xfrm>
            <a:off x="4592283" y="5771720"/>
            <a:ext cx="167867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/>
              <a:t>12 places left</a:t>
            </a:r>
          </a:p>
          <a:p>
            <a:r>
              <a:rPr lang="en-AU" dirty="0"/>
              <a:t>And 7 up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4F2AC4-C9E2-4F3F-A8F5-BEE90851294E}"/>
              </a:ext>
            </a:extLst>
          </p:cNvPr>
          <p:cNvSpPr txBox="1"/>
          <p:nvPr/>
        </p:nvSpPr>
        <p:spPr>
          <a:xfrm>
            <a:off x="2922338" y="5029663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up and 2 right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675FAB2-2609-46AB-A3CB-D9CEBB89D53C}"/>
              </a:ext>
            </a:extLst>
          </p:cNvPr>
          <p:cNvSpPr/>
          <p:nvPr/>
        </p:nvSpPr>
        <p:spPr>
          <a:xfrm>
            <a:off x="2667285" y="5094694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1D41A7-AC07-4B2D-BD75-15CF1BC9DC7A}"/>
              </a:ext>
            </a:extLst>
          </p:cNvPr>
          <p:cNvSpPr txBox="1"/>
          <p:nvPr/>
        </p:nvSpPr>
        <p:spPr>
          <a:xfrm>
            <a:off x="3283960" y="6050062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 up and 2 right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1AA3ACC-979D-4718-910B-39F16401CCE7}"/>
              </a:ext>
            </a:extLst>
          </p:cNvPr>
          <p:cNvSpPr/>
          <p:nvPr/>
        </p:nvSpPr>
        <p:spPr>
          <a:xfrm>
            <a:off x="3028907" y="6171003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CF7598-662F-4F53-BDD9-C58FB8D6F611}"/>
              </a:ext>
            </a:extLst>
          </p:cNvPr>
          <p:cNvSpPr txBox="1"/>
          <p:nvPr/>
        </p:nvSpPr>
        <p:spPr>
          <a:xfrm>
            <a:off x="2631751" y="7345896"/>
            <a:ext cx="123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 up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63DB571-D011-4C23-98D8-C027A2010B25}"/>
              </a:ext>
            </a:extLst>
          </p:cNvPr>
          <p:cNvSpPr/>
          <p:nvPr/>
        </p:nvSpPr>
        <p:spPr>
          <a:xfrm>
            <a:off x="2376698" y="7466837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D777F7-B031-4CEF-BCE9-12E581760C36}"/>
              </a:ext>
            </a:extLst>
          </p:cNvPr>
          <p:cNvSpPr txBox="1"/>
          <p:nvPr/>
        </p:nvSpPr>
        <p:spPr>
          <a:xfrm>
            <a:off x="4581824" y="6964596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 up and 5 left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EA27DDD-80AA-4F21-8B51-2ECB6232F3FC}"/>
              </a:ext>
            </a:extLst>
          </p:cNvPr>
          <p:cNvSpPr/>
          <p:nvPr/>
        </p:nvSpPr>
        <p:spPr>
          <a:xfrm>
            <a:off x="4326771" y="6936477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3E2F3C1E-09AA-43DA-A2AC-CABBDC161274}"/>
              </a:ext>
            </a:extLst>
          </p:cNvPr>
          <p:cNvSpPr/>
          <p:nvPr/>
        </p:nvSpPr>
        <p:spPr>
          <a:xfrm>
            <a:off x="3501989" y="1415307"/>
            <a:ext cx="646334" cy="646331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17A6CE7A-DFF3-4309-A6AA-A15CDD5DFB66}"/>
              </a:ext>
            </a:extLst>
          </p:cNvPr>
          <p:cNvSpPr/>
          <p:nvPr/>
        </p:nvSpPr>
        <p:spPr>
          <a:xfrm flipH="1">
            <a:off x="2848848" y="1389225"/>
            <a:ext cx="636878" cy="668741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Right Triangle 46">
            <a:extLst>
              <a:ext uri="{FF2B5EF4-FFF2-40B4-BE49-F238E27FC236}">
                <a16:creationId xmlns:a16="http://schemas.microsoft.com/office/drawing/2014/main" id="{31A1A47B-DC41-48E8-9DFD-E00839E3FEFF}"/>
              </a:ext>
            </a:extLst>
          </p:cNvPr>
          <p:cNvSpPr/>
          <p:nvPr/>
        </p:nvSpPr>
        <p:spPr>
          <a:xfrm flipH="1">
            <a:off x="2244164" y="2668048"/>
            <a:ext cx="636878" cy="653047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Right Triangle 51">
            <a:extLst>
              <a:ext uri="{FF2B5EF4-FFF2-40B4-BE49-F238E27FC236}">
                <a16:creationId xmlns:a16="http://schemas.microsoft.com/office/drawing/2014/main" id="{F313CE03-A7E5-453A-B219-AC96643D9C0D}"/>
              </a:ext>
            </a:extLst>
          </p:cNvPr>
          <p:cNvSpPr/>
          <p:nvPr/>
        </p:nvSpPr>
        <p:spPr>
          <a:xfrm>
            <a:off x="4516635" y="3375369"/>
            <a:ext cx="589743" cy="62237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Right Triangle 52">
            <a:extLst>
              <a:ext uri="{FF2B5EF4-FFF2-40B4-BE49-F238E27FC236}">
                <a16:creationId xmlns:a16="http://schemas.microsoft.com/office/drawing/2014/main" id="{9C2BC6CD-B50E-42CE-994C-28E8E67B64E8}"/>
              </a:ext>
            </a:extLst>
          </p:cNvPr>
          <p:cNvSpPr/>
          <p:nvPr/>
        </p:nvSpPr>
        <p:spPr>
          <a:xfrm>
            <a:off x="4153395" y="2683351"/>
            <a:ext cx="646335" cy="64633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4" name="Right Triangle 53">
            <a:extLst>
              <a:ext uri="{FF2B5EF4-FFF2-40B4-BE49-F238E27FC236}">
                <a16:creationId xmlns:a16="http://schemas.microsoft.com/office/drawing/2014/main" id="{CC06CAF6-7E22-4A7C-AB72-44E107340679}"/>
              </a:ext>
            </a:extLst>
          </p:cNvPr>
          <p:cNvSpPr/>
          <p:nvPr/>
        </p:nvSpPr>
        <p:spPr>
          <a:xfrm flipH="1">
            <a:off x="1846622" y="3349914"/>
            <a:ext cx="636878" cy="653047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ight Triangle 56">
            <a:extLst>
              <a:ext uri="{FF2B5EF4-FFF2-40B4-BE49-F238E27FC236}">
                <a16:creationId xmlns:a16="http://schemas.microsoft.com/office/drawing/2014/main" id="{B5EB88C8-3F1B-4F6C-8518-F2ECC26077E1}"/>
              </a:ext>
            </a:extLst>
          </p:cNvPr>
          <p:cNvSpPr/>
          <p:nvPr/>
        </p:nvSpPr>
        <p:spPr>
          <a:xfrm>
            <a:off x="3845160" y="2041433"/>
            <a:ext cx="624328" cy="599616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8" name="Right Triangle 57">
            <a:extLst>
              <a:ext uri="{FF2B5EF4-FFF2-40B4-BE49-F238E27FC236}">
                <a16:creationId xmlns:a16="http://schemas.microsoft.com/office/drawing/2014/main" id="{DBB9E50F-3CBF-4C9C-A27D-8452B9EC3FE1}"/>
              </a:ext>
            </a:extLst>
          </p:cNvPr>
          <p:cNvSpPr/>
          <p:nvPr/>
        </p:nvSpPr>
        <p:spPr>
          <a:xfrm flipH="1">
            <a:off x="2578866" y="2057966"/>
            <a:ext cx="636878" cy="653047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DAA988-AE7B-4F39-9C8A-24794B67B7A4}"/>
              </a:ext>
            </a:extLst>
          </p:cNvPr>
          <p:cNvSpPr/>
          <p:nvPr/>
        </p:nvSpPr>
        <p:spPr>
          <a:xfrm>
            <a:off x="3348875" y="4030330"/>
            <a:ext cx="309888" cy="68238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0" name="Star: 5 Points 59">
            <a:extLst>
              <a:ext uri="{FF2B5EF4-FFF2-40B4-BE49-F238E27FC236}">
                <a16:creationId xmlns:a16="http://schemas.microsoft.com/office/drawing/2014/main" id="{601E32FB-122B-43A1-B185-0C77252AAFA2}"/>
              </a:ext>
            </a:extLst>
          </p:cNvPr>
          <p:cNvSpPr/>
          <p:nvPr/>
        </p:nvSpPr>
        <p:spPr>
          <a:xfrm>
            <a:off x="2931433" y="820150"/>
            <a:ext cx="1108585" cy="89559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AB8AD1D-072C-45BE-A9C0-4F99402DCAEA}"/>
              </a:ext>
            </a:extLst>
          </p:cNvPr>
          <p:cNvSpPr/>
          <p:nvPr/>
        </p:nvSpPr>
        <p:spPr>
          <a:xfrm>
            <a:off x="2355973" y="3483955"/>
            <a:ext cx="255053" cy="267967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F57BB9C-1D15-42BA-9882-1562BAAC6799}"/>
              </a:ext>
            </a:extLst>
          </p:cNvPr>
          <p:cNvSpPr/>
          <p:nvPr/>
        </p:nvSpPr>
        <p:spPr>
          <a:xfrm>
            <a:off x="3721907" y="2930120"/>
            <a:ext cx="255053" cy="267967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BF32AB3-4CD0-41FC-AA03-51E6C8BAE3B7}"/>
              </a:ext>
            </a:extLst>
          </p:cNvPr>
          <p:cNvSpPr/>
          <p:nvPr/>
        </p:nvSpPr>
        <p:spPr>
          <a:xfrm>
            <a:off x="3356286" y="3500101"/>
            <a:ext cx="255053" cy="267967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E99F7BE-EE40-45D8-AD50-81C4321ED671}"/>
              </a:ext>
            </a:extLst>
          </p:cNvPr>
          <p:cNvSpPr/>
          <p:nvPr/>
        </p:nvSpPr>
        <p:spPr>
          <a:xfrm>
            <a:off x="4367101" y="3517600"/>
            <a:ext cx="255053" cy="267967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D64F116-23B1-43A1-96BB-49B783E17B89}"/>
              </a:ext>
            </a:extLst>
          </p:cNvPr>
          <p:cNvSpPr/>
          <p:nvPr/>
        </p:nvSpPr>
        <p:spPr>
          <a:xfrm>
            <a:off x="3028062" y="2148745"/>
            <a:ext cx="255053" cy="267967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9B3AC6F-A72E-4E38-B6C5-B3E795E82D8A}"/>
              </a:ext>
            </a:extLst>
          </p:cNvPr>
          <p:cNvSpPr/>
          <p:nvPr/>
        </p:nvSpPr>
        <p:spPr>
          <a:xfrm>
            <a:off x="3742812" y="2132353"/>
            <a:ext cx="255053" cy="267967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23BBEF0-4030-4D6B-9CA8-30785628E444}"/>
              </a:ext>
            </a:extLst>
          </p:cNvPr>
          <p:cNvSpPr/>
          <p:nvPr/>
        </p:nvSpPr>
        <p:spPr>
          <a:xfrm>
            <a:off x="2773009" y="2955424"/>
            <a:ext cx="255053" cy="267967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7071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178</Words>
  <Application>Microsoft Office PowerPoint</Application>
  <PresentationFormat>A4 Paper (210x297 mm)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8</cp:revision>
  <cp:lastPrinted>2017-12-01T05:26:04Z</cp:lastPrinted>
  <dcterms:created xsi:type="dcterms:W3CDTF">2017-12-01T03:29:29Z</dcterms:created>
  <dcterms:modified xsi:type="dcterms:W3CDTF">2018-11-26T14:19:59Z</dcterms:modified>
</cp:coreProperties>
</file>