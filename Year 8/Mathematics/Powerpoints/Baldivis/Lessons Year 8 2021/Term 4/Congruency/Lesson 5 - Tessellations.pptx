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76" r:id="rId2"/>
    <p:sldId id="395" r:id="rId3"/>
    <p:sldId id="348" r:id="rId4"/>
    <p:sldId id="257" r:id="rId5"/>
    <p:sldId id="258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363" r:id="rId21"/>
    <p:sldId id="366" r:id="rId22"/>
    <p:sldId id="332" r:id="rId23"/>
    <p:sldId id="373" r:id="rId24"/>
    <p:sldId id="375" r:id="rId25"/>
    <p:sldId id="317" r:id="rId26"/>
    <p:sldId id="339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AA1D"/>
    <a:srgbClr val="FF0000"/>
    <a:srgbClr val="FF3399"/>
    <a:srgbClr val="FF9900"/>
    <a:srgbClr val="660066"/>
    <a:srgbClr val="336699"/>
    <a:srgbClr val="003366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55" autoAdjust="0"/>
    <p:restoredTop sz="96803" autoAdjust="0"/>
  </p:normalViewPr>
  <p:slideViewPr>
    <p:cSldViewPr>
      <p:cViewPr varScale="1">
        <p:scale>
          <a:sx n="124" d="100"/>
          <a:sy n="124" d="100"/>
        </p:scale>
        <p:origin x="135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D314B5F-C398-4DCB-A6C6-8F3ED3DBB9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90B2E8AE-B6A9-4673-8A8A-9AAD342271E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90B61EC2-AF9D-433E-9906-E2158CA5AC9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406C75B4-A019-43A1-9E57-BA23AE519FF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506B518-6B4A-4C24-8057-19E905318A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EA1ABC3-3ED1-4CEF-BD3B-81248C46600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6205A09-831F-43F6-924B-D06504B909B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57D9E44D-7ABC-42C6-AEEE-AEB636ADDAE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32EB8FCD-6436-42D4-8862-8648C3C00C6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0D6AD806-2467-4D74-8F0C-0C04EF63EE8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140BE439-AE61-417C-8835-38FEBC1C66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4F9254F-C32E-4388-AE8D-A2EE2E82DE4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01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90027F3A-DFFC-4BD3-B9AF-6555254728A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BEF04893-1F54-4054-8DA2-C2509D3245CA}" type="slidenum">
              <a:rPr lang="en-US" altLang="en-US" sz="1200"/>
              <a:pPr algn="r" eaLnBrk="1" hangingPunct="1"/>
              <a:t>3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23B1947-A9DF-4065-9EF9-B0BDB098BD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533427FF-95A2-4E3E-8CB0-919E4D6144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C2EE19A5-5F2D-4728-8299-855BCA8D84C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253B709C-E2FA-4DAE-B9EF-C1F0C1DF43EF}" type="slidenum">
              <a:rPr lang="en-US" altLang="en-US" sz="1200"/>
              <a:pPr algn="r" eaLnBrk="1" hangingPunct="1"/>
              <a:t>20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483A4C20-2513-4E9F-BE68-D0A414288D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18531FA5-5F18-4C7A-91F4-8EE28B8883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2536354-A807-41C6-913F-4F08124776C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46A17F73-448A-457F-A529-759BFC41768F}" type="slidenum">
              <a:rPr lang="en-US" altLang="en-US" sz="1200">
                <a:solidFill>
                  <a:srgbClr val="000000"/>
                </a:solidFill>
              </a:rPr>
              <a:pPr algn="r" eaLnBrk="1" hangingPunct="1"/>
              <a:t>21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523F2BAF-3259-41BD-B202-406AA7384B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B20023C5-F92F-41B2-B473-FB8FE29BB9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E8986D1C-82E2-4A40-ADA3-50F47BEE81C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3486C743-CB5A-4947-A5F2-47A9B2F38C3A}" type="slidenum">
              <a:rPr lang="en-US" altLang="en-US" sz="1200"/>
              <a:pPr algn="r" eaLnBrk="1" hangingPunct="1"/>
              <a:t>22</a:t>
            </a:fld>
            <a:endParaRPr lang="en-US" altLang="en-US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E4BCDC4A-F4EB-40A5-A427-009C114969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051BD42F-9D13-4DE4-9C03-40F6F4505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23CFB073-9C13-40FB-B551-93CC4A2A228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6526555D-8351-4905-9F87-DB2422A7E304}" type="slidenum">
              <a:rPr lang="en-US" altLang="en-US" sz="1200"/>
              <a:pPr algn="r" eaLnBrk="1" hangingPunct="1"/>
              <a:t>23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FE76EA5-6162-4BAB-A520-B6C8A3BBE6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B6072A18-9BB7-426D-BFA7-FC38F8B46F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25947580-70FE-4638-8007-078F788B774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1C19E5CA-42A5-49E3-9FCA-410F38AD6255}" type="slidenum">
              <a:rPr lang="en-US" altLang="en-US" sz="1200"/>
              <a:pPr algn="r" eaLnBrk="1" hangingPunct="1"/>
              <a:t>24</a:t>
            </a:fld>
            <a:endParaRPr lang="en-US" altLang="en-US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9D90F2AA-2E65-4B06-AD1C-68E972DE97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B1E873D0-9172-4C8B-A990-131C0437FC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B831A97C-204A-46DB-A81F-7824A47CFD2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03F83D12-B8D8-43C5-BCE6-59B38C027B0E}" type="slidenum">
              <a:rPr lang="en-US" altLang="en-US" sz="1200"/>
              <a:pPr algn="r" eaLnBrk="1" hangingPunct="1"/>
              <a:t>25</a:t>
            </a:fld>
            <a:endParaRPr lang="en-US" altLang="en-US" sz="12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CA8BF515-6C50-4354-9D63-4DD0546CB9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C75992A7-733D-4A95-9818-46C72F03A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04A3BE80-0184-4A8B-9AB0-AD6248D719C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2DDD48C2-FF9D-48CE-A555-5E770DA16939}" type="slidenum">
              <a:rPr lang="en-US" altLang="en-US" sz="1200"/>
              <a:pPr algn="r" eaLnBrk="1" hangingPunct="1"/>
              <a:t>26</a:t>
            </a:fld>
            <a:endParaRPr lang="en-US" altLang="en-US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EBB18C42-2C73-4E4F-AB4D-04E49C72D9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B2A396F-58FE-4189-ACBB-30C916B8F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2B9D39-CC66-46ED-81ED-A4C0B42264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A9DDB76-80F3-47CB-8063-8F7120F187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E3ECD7-AB17-40C2-B5AD-7B6F515070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A38D78-553B-4A46-A94F-4B3967C5D7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170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62CC39-9887-42AC-81ED-C87AEE7868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FBD004-8F32-420F-9FA6-430FE164E9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85C80B-A6B1-415F-9AEC-98947D095F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D4FFAE-D311-45A3-82DA-EFD50F5961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5439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0D50D6-4295-43AA-97DE-D2AD2BC7B0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D0B8B7-3608-415C-AE2F-D9C62228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8B91AD-4716-434C-8D0B-7B31A481D7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C5D6F8-4D41-41F8-AD1A-45D465FA57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5585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E9C23F-F6C6-4BBD-8FEA-16BD522BBE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1893AE-97DB-4746-8F86-3DF1AB1170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024CE0-E7BD-49E6-92D8-985F9204AC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E12B88-82AA-450D-AB6F-512A9D2953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798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1AFA1A2-5F5D-4EA2-84B2-7AC4E429F3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E0D447E-81C6-4082-BAE4-712DB18CEF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397D47B-5E5D-445F-BD2D-CBED0715C5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27A0FE-8468-49F8-BC53-E937EE636F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6790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75E48AD-E816-470F-AD16-F875EE8DB1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ACE66FD-5D3D-4E21-A02E-30D46BB3BD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15F7DC-AB22-441C-8A78-3A57D616CC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83EFF6-D32A-40A9-8F73-BFA1D35F8A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735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3BFD273-CDF7-4BB7-BF11-6CEF14BEBF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CB53C5D-B85F-4172-85FB-50DEE332D3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FDDE525-8881-455E-9542-97E198FFC8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7E6AFE-2C5F-407A-9106-6891B08892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709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648A94-B58E-481B-8FA4-AA9CA1C083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145507-4C19-4558-9B62-A4D1E2ACF3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098B11-9028-43B7-B371-6D1F05CA44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46E252-146E-4776-9993-1FF481E900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2455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BEBEA5-17BD-4DE5-95F9-CDDD69E456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AFBF7C-88DD-404F-9A04-A21F287A2B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D64F6E-7973-40DE-82A4-0000BA40CD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76900A-74AC-4230-83DA-1697A67BC3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106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EA6435-1A31-4405-92DE-954A2C71B2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05BC5B-2424-4D1F-B64E-F7E0605E93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78F4314-ACC6-43A2-A037-A69208B88A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C696CD-86C9-4081-B39F-E4AE9FB817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3706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0B3966-487A-457A-A896-6226BFDD4A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F0C131-ED91-4F4B-AB7F-9242B4D472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FD569A-FDC4-45B9-9AF5-2C8230FFB8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B11568-8630-417A-B5EF-8E71C93B3E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858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C300A62-327E-4AEB-BF2B-E96F6BD56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382E9A0-1E95-4054-9B42-0A2BB777DB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4F7D1E5-7C4B-4343-897A-A75991A25E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8F66A67-76E3-4619-9F64-F728E95F9A2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C3B1468-4E3C-48FA-BC9F-C5FD51725DD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A3873D7-4DFD-41A6-8679-7B53F5317A2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en.wikipedia.org/wiki/M._C._Escher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Topic: Congruency</a:t>
            </a:r>
            <a:b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</a:br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EQ: What is a tessellation?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77FD-3BB7-412D-9B3F-03A870EB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82" y="805999"/>
            <a:ext cx="3219328" cy="1565891"/>
          </a:xfrm>
        </p:spPr>
        <p:txBody>
          <a:bodyPr/>
          <a:lstStyle/>
          <a:p>
            <a:r>
              <a:rPr lang="en-US" dirty="0"/>
              <a:t>5 Questions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6BF8-CBDD-4230-BF50-4016881AD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304" y="2000701"/>
            <a:ext cx="7933391" cy="3689929"/>
          </a:xfrm>
        </p:spPr>
        <p:txBody>
          <a:bodyPr>
            <a:normAutofit/>
          </a:bodyPr>
          <a:lstStyle/>
          <a:p>
            <a:pPr marL="385763" indent="-385763"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What transformation shifts a shape up or down?</a:t>
            </a:r>
          </a:p>
          <a:p>
            <a:pPr marL="385763" indent="-385763">
              <a:buFont typeface="+mj-lt"/>
              <a:buAutoNum type="arabicPeriod"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5763" indent="-385763"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Calculate 11% of $33</a:t>
            </a:r>
          </a:p>
          <a:p>
            <a:pPr marL="385763" indent="-385763">
              <a:buFont typeface="+mj-lt"/>
              <a:buAutoNum type="arabicPeriod"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Font typeface="+mj-lt"/>
              <a:buAutoNum type="arabicPeriod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 Give 3 real-life examples of rates</a:t>
            </a:r>
          </a:p>
          <a:p>
            <a:pPr marL="0" indent="0">
              <a:spcBef>
                <a:spcPts val="0"/>
              </a:spcBef>
              <a:buNone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5763" indent="-385763">
              <a:buAutoNum type="arabicPeriod" startAt="4"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 Simplify 90:15</a:t>
            </a:r>
          </a:p>
          <a:p>
            <a:pPr marL="0" indent="0">
              <a:buNone/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    </a:t>
            </a:r>
            <a:r>
              <a:rPr lang="en-AU" sz="21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 your summary from last lesson.</a:t>
            </a:r>
          </a:p>
          <a:p>
            <a:pPr marL="257175" indent="-257175">
              <a:buFont typeface="+mj-lt"/>
              <a:buAutoNum type="arabicPeriod"/>
            </a:pPr>
            <a:endParaRPr lang="en-AU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D00516-21C7-4483-A811-6D9731CC6C78}"/>
              </a:ext>
            </a:extLst>
          </p:cNvPr>
          <p:cNvSpPr txBox="1"/>
          <p:nvPr/>
        </p:nvSpPr>
        <p:spPr>
          <a:xfrm>
            <a:off x="179512" y="121149"/>
            <a:ext cx="69784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Topic: Congruency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EQ: What is a tessellation?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32EFBC-2836-48DA-9FE7-985DC7A877E1}"/>
              </a:ext>
            </a:extLst>
          </p:cNvPr>
          <p:cNvCxnSpPr/>
          <p:nvPr/>
        </p:nvCxnSpPr>
        <p:spPr>
          <a:xfrm>
            <a:off x="0" y="1196752"/>
            <a:ext cx="9635837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98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Text Box 40">
            <a:extLst>
              <a:ext uri="{FF2B5EF4-FFF2-40B4-BE49-F238E27FC236}">
                <a16:creationId xmlns:a16="http://schemas.microsoft.com/office/drawing/2014/main" id="{3AA48BBD-5DC1-4854-9D7A-4048AC7BB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5605463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660066"/>
                </a:solidFill>
              </a:rPr>
              <a:t>EXTENSION</a:t>
            </a:r>
            <a:endParaRPr lang="en-US" altLang="en-US" sz="2400" b="1" u="sng">
              <a:solidFill>
                <a:srgbClr val="660066"/>
              </a:solidFill>
            </a:endParaRPr>
          </a:p>
        </p:txBody>
      </p:sp>
      <p:sp>
        <p:nvSpPr>
          <p:cNvPr id="3098" name="Text Box 40">
            <a:extLst>
              <a:ext uri="{FF2B5EF4-FFF2-40B4-BE49-F238E27FC236}">
                <a16:creationId xmlns:a16="http://schemas.microsoft.com/office/drawing/2014/main" id="{62FAB2D4-174A-4DAF-AB96-311E5A31C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0800" y="966788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TASK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3099" name="TextBox 41">
            <a:extLst>
              <a:ext uri="{FF2B5EF4-FFF2-40B4-BE49-F238E27FC236}">
                <a16:creationId xmlns:a16="http://schemas.microsoft.com/office/drawing/2014/main" id="{325934BE-47E0-44EE-98E3-E7C0136D7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0800" y="1373188"/>
            <a:ext cx="6180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/>
              <a:t>Name the following shapes below:</a:t>
            </a:r>
          </a:p>
        </p:txBody>
      </p:sp>
      <p:sp>
        <p:nvSpPr>
          <p:cNvPr id="3101" name="TextBox 2">
            <a:extLst>
              <a:ext uri="{FF2B5EF4-FFF2-40B4-BE49-F238E27FC236}">
                <a16:creationId xmlns:a16="http://schemas.microsoft.com/office/drawing/2014/main" id="{2A5CD7CE-CAAB-4577-8C04-83552BE4E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8" y="1778000"/>
            <a:ext cx="490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1)</a:t>
            </a:r>
          </a:p>
        </p:txBody>
      </p:sp>
      <p:sp>
        <p:nvSpPr>
          <p:cNvPr id="3102" name="TextBox 45">
            <a:extLst>
              <a:ext uri="{FF2B5EF4-FFF2-40B4-BE49-F238E27FC236}">
                <a16:creationId xmlns:a16="http://schemas.microsoft.com/office/drawing/2014/main" id="{F400D889-F795-4907-9645-A4A6CC2E8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1773238"/>
            <a:ext cx="490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2)</a:t>
            </a:r>
          </a:p>
        </p:txBody>
      </p:sp>
      <p:sp>
        <p:nvSpPr>
          <p:cNvPr id="3103" name="TextBox 47">
            <a:extLst>
              <a:ext uri="{FF2B5EF4-FFF2-40B4-BE49-F238E27FC236}">
                <a16:creationId xmlns:a16="http://schemas.microsoft.com/office/drawing/2014/main" id="{26ACEC8C-ACE8-4617-9B1B-651B6C5E9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1773238"/>
            <a:ext cx="4905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3)</a:t>
            </a:r>
          </a:p>
        </p:txBody>
      </p:sp>
      <p:sp>
        <p:nvSpPr>
          <p:cNvPr id="3104" name="TextBox 41">
            <a:extLst>
              <a:ext uri="{FF2B5EF4-FFF2-40B4-BE49-F238E27FC236}">
                <a16:creationId xmlns:a16="http://schemas.microsoft.com/office/drawing/2014/main" id="{4AEAA156-B5DA-4BE4-A799-33B3D65ED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5981700"/>
            <a:ext cx="6826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/>
              <a:t>Sketch and name as many solids (3D shapes) as you can.</a:t>
            </a: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1BB60955-43E1-4AAC-936E-4BBF9B028EF6}"/>
              </a:ext>
            </a:extLst>
          </p:cNvPr>
          <p:cNvSpPr/>
          <p:nvPr/>
        </p:nvSpPr>
        <p:spPr>
          <a:xfrm rot="2383350">
            <a:off x="279400" y="1831975"/>
            <a:ext cx="1079500" cy="92710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Regular Pentagon 2">
            <a:extLst>
              <a:ext uri="{FF2B5EF4-FFF2-40B4-BE49-F238E27FC236}">
                <a16:creationId xmlns:a16="http://schemas.microsoft.com/office/drawing/2014/main" id="{EAA4344E-9C40-43E1-8202-C53C194A1AFD}"/>
              </a:ext>
            </a:extLst>
          </p:cNvPr>
          <p:cNvSpPr/>
          <p:nvPr/>
        </p:nvSpPr>
        <p:spPr>
          <a:xfrm>
            <a:off x="5508625" y="1746250"/>
            <a:ext cx="1146175" cy="962025"/>
          </a:xfrm>
          <a:prstGeom prst="pent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6725572D-34B1-40ED-BE5F-FC4642065531}"/>
              </a:ext>
            </a:extLst>
          </p:cNvPr>
          <p:cNvSpPr/>
          <p:nvPr/>
        </p:nvSpPr>
        <p:spPr>
          <a:xfrm>
            <a:off x="3995738" y="1844675"/>
            <a:ext cx="830262" cy="992188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Trapezoid 15">
            <a:extLst>
              <a:ext uri="{FF2B5EF4-FFF2-40B4-BE49-F238E27FC236}">
                <a16:creationId xmlns:a16="http://schemas.microsoft.com/office/drawing/2014/main" id="{284F353F-A23B-4F37-8CDD-CC130D94D3A8}"/>
              </a:ext>
            </a:extLst>
          </p:cNvPr>
          <p:cNvSpPr/>
          <p:nvPr/>
        </p:nvSpPr>
        <p:spPr>
          <a:xfrm>
            <a:off x="7380288" y="1935163"/>
            <a:ext cx="1439862" cy="811212"/>
          </a:xfrm>
          <a:prstGeom prst="trapezoi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0D097A08-DE24-4A20-AD9E-D386016B6EFE}"/>
              </a:ext>
            </a:extLst>
          </p:cNvPr>
          <p:cNvSpPr/>
          <p:nvPr/>
        </p:nvSpPr>
        <p:spPr>
          <a:xfrm>
            <a:off x="288925" y="3789363"/>
            <a:ext cx="1114425" cy="1008062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Heptagon 18">
            <a:extLst>
              <a:ext uri="{FF2B5EF4-FFF2-40B4-BE49-F238E27FC236}">
                <a16:creationId xmlns:a16="http://schemas.microsoft.com/office/drawing/2014/main" id="{D2896F5D-53F7-43D2-BA4E-CF03897DE51C}"/>
              </a:ext>
            </a:extLst>
          </p:cNvPr>
          <p:cNvSpPr/>
          <p:nvPr/>
        </p:nvSpPr>
        <p:spPr>
          <a:xfrm>
            <a:off x="1936750" y="3716338"/>
            <a:ext cx="1122363" cy="1152525"/>
          </a:xfrm>
          <a:prstGeom prst="hept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95CC91C6-F19D-4AF8-9C10-C4A2C428A22A}"/>
              </a:ext>
            </a:extLst>
          </p:cNvPr>
          <p:cNvSpPr/>
          <p:nvPr/>
        </p:nvSpPr>
        <p:spPr>
          <a:xfrm>
            <a:off x="3708400" y="3789363"/>
            <a:ext cx="1298575" cy="1152525"/>
          </a:xfrm>
          <a:prstGeom prst="oct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Decagon 23">
            <a:extLst>
              <a:ext uri="{FF2B5EF4-FFF2-40B4-BE49-F238E27FC236}">
                <a16:creationId xmlns:a16="http://schemas.microsoft.com/office/drawing/2014/main" id="{8DA33E95-968C-4216-B03D-F177195966DF}"/>
              </a:ext>
            </a:extLst>
          </p:cNvPr>
          <p:cNvSpPr/>
          <p:nvPr/>
        </p:nvSpPr>
        <p:spPr>
          <a:xfrm>
            <a:off x="5580063" y="3716338"/>
            <a:ext cx="1250950" cy="1225550"/>
          </a:xfrm>
          <a:prstGeom prst="dec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Dodecagon 24">
            <a:extLst>
              <a:ext uri="{FF2B5EF4-FFF2-40B4-BE49-F238E27FC236}">
                <a16:creationId xmlns:a16="http://schemas.microsoft.com/office/drawing/2014/main" id="{321B9137-5EC2-4315-8F96-7EA2E3648521}"/>
              </a:ext>
            </a:extLst>
          </p:cNvPr>
          <p:cNvSpPr/>
          <p:nvPr/>
        </p:nvSpPr>
        <p:spPr>
          <a:xfrm>
            <a:off x="7451725" y="3716338"/>
            <a:ext cx="1347788" cy="1225550"/>
          </a:xfrm>
          <a:prstGeom prst="dodec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Flowchart: Data 25">
            <a:extLst>
              <a:ext uri="{FF2B5EF4-FFF2-40B4-BE49-F238E27FC236}">
                <a16:creationId xmlns:a16="http://schemas.microsoft.com/office/drawing/2014/main" id="{D3991171-9AC0-4470-A7B9-D0ED70D7DB5C}"/>
              </a:ext>
            </a:extLst>
          </p:cNvPr>
          <p:cNvSpPr/>
          <p:nvPr/>
        </p:nvSpPr>
        <p:spPr>
          <a:xfrm>
            <a:off x="1725613" y="1962150"/>
            <a:ext cx="1670050" cy="701675"/>
          </a:xfrm>
          <a:prstGeom prst="flowChartInputOutp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15" name="TextBox 47">
            <a:extLst>
              <a:ext uri="{FF2B5EF4-FFF2-40B4-BE49-F238E27FC236}">
                <a16:creationId xmlns:a16="http://schemas.microsoft.com/office/drawing/2014/main" id="{B316BC66-966A-4D32-8730-D454B29EA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063" y="1773238"/>
            <a:ext cx="4905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4)</a:t>
            </a:r>
          </a:p>
        </p:txBody>
      </p:sp>
      <p:sp>
        <p:nvSpPr>
          <p:cNvPr id="3116" name="TextBox 47">
            <a:extLst>
              <a:ext uri="{FF2B5EF4-FFF2-40B4-BE49-F238E27FC236}">
                <a16:creationId xmlns:a16="http://schemas.microsoft.com/office/drawing/2014/main" id="{3EE1C6BB-75E5-4FB5-A2F9-84800EE61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1763713"/>
            <a:ext cx="4905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5)</a:t>
            </a:r>
          </a:p>
        </p:txBody>
      </p:sp>
      <p:sp>
        <p:nvSpPr>
          <p:cNvPr id="3117" name="TextBox 2">
            <a:extLst>
              <a:ext uri="{FF2B5EF4-FFF2-40B4-BE49-F238E27FC236}">
                <a16:creationId xmlns:a16="http://schemas.microsoft.com/office/drawing/2014/main" id="{84D32F7D-4C7A-4F32-8F97-0A5E3901F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3708400"/>
            <a:ext cx="4905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6)</a:t>
            </a:r>
          </a:p>
        </p:txBody>
      </p:sp>
      <p:sp>
        <p:nvSpPr>
          <p:cNvPr id="3118" name="TextBox 45">
            <a:extLst>
              <a:ext uri="{FF2B5EF4-FFF2-40B4-BE49-F238E27FC236}">
                <a16:creationId xmlns:a16="http://schemas.microsoft.com/office/drawing/2014/main" id="{70FE99F7-D861-4135-9E1D-364C4723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7638" y="3703638"/>
            <a:ext cx="4905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7)</a:t>
            </a:r>
          </a:p>
        </p:txBody>
      </p:sp>
      <p:sp>
        <p:nvSpPr>
          <p:cNvPr id="3119" name="TextBox 47">
            <a:extLst>
              <a:ext uri="{FF2B5EF4-FFF2-40B4-BE49-F238E27FC236}">
                <a16:creationId xmlns:a16="http://schemas.microsoft.com/office/drawing/2014/main" id="{8B78AC73-1FA8-43E5-A5AD-380A08A59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706813"/>
            <a:ext cx="490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8)</a:t>
            </a:r>
          </a:p>
        </p:txBody>
      </p:sp>
      <p:sp>
        <p:nvSpPr>
          <p:cNvPr id="3120" name="TextBox 47">
            <a:extLst>
              <a:ext uri="{FF2B5EF4-FFF2-40B4-BE49-F238E27FC236}">
                <a16:creationId xmlns:a16="http://schemas.microsoft.com/office/drawing/2014/main" id="{407698CF-834E-4857-A7C6-EF610EA4C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3703638"/>
            <a:ext cx="4905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9)</a:t>
            </a:r>
          </a:p>
        </p:txBody>
      </p:sp>
      <p:sp>
        <p:nvSpPr>
          <p:cNvPr id="3121" name="TextBox 47">
            <a:extLst>
              <a:ext uri="{FF2B5EF4-FFF2-40B4-BE49-F238E27FC236}">
                <a16:creationId xmlns:a16="http://schemas.microsoft.com/office/drawing/2014/main" id="{E3ACC36C-4578-4FD2-84D9-D8E8D617A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013" y="3694113"/>
            <a:ext cx="549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10)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252409-C75B-412D-9EFB-8F1BB11AE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987675"/>
            <a:ext cx="1382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RHOMBUS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9063750-607A-488C-AED9-68ED74115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088" y="2973388"/>
            <a:ext cx="24622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PARALLELOGRAM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72ACA5C-D585-4415-A93C-6F9E81823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4113" y="2927350"/>
            <a:ext cx="15271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0000"/>
                </a:solidFill>
              </a:rPr>
              <a:t>ISOSCELES</a:t>
            </a:r>
          </a:p>
          <a:p>
            <a:pPr algn="ctr" eaLnBrk="1" hangingPunct="1"/>
            <a:r>
              <a:rPr lang="en-US" altLang="en-US" b="1">
                <a:solidFill>
                  <a:srgbClr val="FF0000"/>
                </a:solidFill>
              </a:rPr>
              <a:t>TRIANGLE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7D31B50-15F3-4743-B937-4B1027A51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1150" y="2970213"/>
            <a:ext cx="1616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PENTAGON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EC8AADC-D169-4BE5-A3CB-ED0B3141C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2852738"/>
            <a:ext cx="16922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rgbClr val="FF0000"/>
                </a:solidFill>
              </a:rPr>
              <a:t>ISOSCELES</a:t>
            </a:r>
          </a:p>
          <a:p>
            <a:pPr algn="ctr" eaLnBrk="1" hangingPunct="1"/>
            <a:r>
              <a:rPr lang="en-US" altLang="en-US" b="1">
                <a:solidFill>
                  <a:srgbClr val="FF0000"/>
                </a:solidFill>
              </a:rPr>
              <a:t>TRAPEZIUM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1617CCA-02DB-401C-BB69-09525B54D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008563"/>
            <a:ext cx="1382712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HEXAGON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B57760D-7F3A-46A6-976C-B185B9D0E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0700" y="5000625"/>
            <a:ext cx="1503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HEPTAGON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6A57EC5-FBEA-4793-AAF3-DFEFC9AC7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1100" y="5003800"/>
            <a:ext cx="1382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OCTAGON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290F020-4228-4D37-9CE5-0E5D4EA4B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5775" y="5003800"/>
            <a:ext cx="1382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DECAGON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1FD4BCE-5941-4D5B-8EA1-8560FF6EE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0" y="5013325"/>
            <a:ext cx="1958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DODECAGON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136" grpId="0"/>
      <p:bldP spid="137" grpId="0"/>
      <p:bldP spid="138" grpId="0"/>
      <p:bldP spid="143" grpId="0"/>
      <p:bldP spid="144" grpId="0"/>
      <p:bldP spid="145" grpId="0"/>
      <p:bldP spid="147" grpId="0"/>
      <p:bldP spid="149" grpId="0"/>
      <p:bldP spid="1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0648"/>
            <a:ext cx="7740352" cy="1143000"/>
          </a:xfrm>
        </p:spPr>
        <p:txBody>
          <a:bodyPr>
            <a:noAutofit/>
          </a:bodyPr>
          <a:lstStyle/>
          <a:p>
            <a:pPr algn="l"/>
            <a:r>
              <a:rPr lang="en-GB" sz="6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What on Earth is Tessellation?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564904"/>
            <a:ext cx="73083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/>
              <a:t>A tessellation is created when a shape is repeated over and over again covering an area without any gaps or overlaps. </a:t>
            </a:r>
          </a:p>
        </p:txBody>
      </p:sp>
    </p:spTree>
    <p:extLst>
      <p:ext uri="{BB962C8B-B14F-4D97-AF65-F5344CB8AC3E}">
        <p14:creationId xmlns:p14="http://schemas.microsoft.com/office/powerpoint/2010/main" val="1653082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332656"/>
            <a:ext cx="8229600" cy="1143000"/>
          </a:xfrm>
        </p:spPr>
        <p:txBody>
          <a:bodyPr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r"/>
            <a:r>
              <a:rPr lang="en-GB" sz="6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So who is this Escher guy?</a:t>
            </a:r>
          </a:p>
        </p:txBody>
      </p:sp>
      <p:pic>
        <p:nvPicPr>
          <p:cNvPr id="15362" name="Picture 2" descr="http://upload.wikimedia.org/wikipedia/en/archive/4/43/20120728155103!EscherSelf1929.jp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876724"/>
            <a:ext cx="3456384" cy="4648619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4716016" y="1988840"/>
            <a:ext cx="396044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 err="1"/>
              <a:t>Maurits</a:t>
            </a:r>
            <a:r>
              <a:rPr lang="en-GB" sz="2800" dirty="0"/>
              <a:t> </a:t>
            </a:r>
            <a:r>
              <a:rPr lang="en-GB" sz="2800" dirty="0" err="1"/>
              <a:t>Cornelis</a:t>
            </a:r>
            <a:r>
              <a:rPr lang="en-GB" sz="2800" dirty="0"/>
              <a:t> Escher, usually referred to as M. C. Escher, was a Dutch graphic artist. He is known for his often mathematically inspired tessellations.</a:t>
            </a:r>
          </a:p>
          <a:p>
            <a:endParaRPr lang="en-GB" sz="2800" dirty="0"/>
          </a:p>
          <a:p>
            <a:r>
              <a:rPr lang="en-GB" sz="2800" dirty="0"/>
              <a:t>Let’s take a look at some of his work…</a:t>
            </a:r>
          </a:p>
        </p:txBody>
      </p:sp>
    </p:spTree>
    <p:extLst>
      <p:ext uri="{BB962C8B-B14F-4D97-AF65-F5344CB8AC3E}">
        <p14:creationId xmlns:p14="http://schemas.microsoft.com/office/powerpoint/2010/main" val="41109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://fc05.deviantart.net/fs31/f/2008/195/7/7/Karateka_by_Hop4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7240"/>
            <a:ext cx="6840760" cy="68407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7455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://brettworks.files.wordpress.com/2012/04/tess104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0"/>
            <a:ext cx="6984776" cy="68577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99138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ttp://britton.disted.camosun.bc.ca/tess9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-54769"/>
            <a:ext cx="6912768" cy="69127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37615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http://www.mrcoley.com/art/images/escher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0"/>
            <a:ext cx="694944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44331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http://thenakedlistener.files.wordpress.com/2013/02/tnl-wall-mc-escher-birds-tessellations-88537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52536" y="-5499992"/>
            <a:ext cx="9753600" cy="126301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01116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http://www.mcescher.com/Shopmain/ShopEU/facsprints-uk/data/1000/14%20Horsema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6675" y="-1827584"/>
            <a:ext cx="9210675" cy="9525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09699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http://media-cache-ec0.pinimg.com/236x/4f/df/00/4fdf00f403c7fe7751345540d06d4f7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0"/>
            <a:ext cx="7356761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57601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http://www.palisadessd.org/cms/lib03/PA01000106/Centricity/Domain/443/parrottessellatio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6208" y="332656"/>
            <a:ext cx="9190208" cy="61206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8817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96752"/>
            <a:ext cx="8229600" cy="4248472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GB" sz="8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Where do we see tessellation in everyday life?</a:t>
            </a:r>
          </a:p>
        </p:txBody>
      </p:sp>
    </p:spTree>
    <p:extLst>
      <p:ext uri="{BB962C8B-B14F-4D97-AF65-F5344CB8AC3E}">
        <p14:creationId xmlns:p14="http://schemas.microsoft.com/office/powerpoint/2010/main" val="2814741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http://creativenerds.co.uk/wp-content/uploads/2011/10/co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7824" y="1412776"/>
            <a:ext cx="6156176" cy="5025450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395536" y="2060848"/>
            <a:ext cx="47482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Corn on the cob</a:t>
            </a:r>
          </a:p>
        </p:txBody>
      </p:sp>
    </p:spTree>
    <p:extLst>
      <p:ext uri="{BB962C8B-B14F-4D97-AF65-F5344CB8AC3E}">
        <p14:creationId xmlns:p14="http://schemas.microsoft.com/office/powerpoint/2010/main" val="2479046676"/>
      </p:ext>
    </p:extLst>
  </p:cSld>
  <p:clrMapOvr>
    <a:masterClrMapping/>
  </p:clrMapOvr>
  <p:transition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http://tessastessellations.weebly.com/uploads/2/0/8/9/2089198/1285564.bmp?174x24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76672"/>
            <a:ext cx="3696345" cy="5128679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4211960" y="1628800"/>
            <a:ext cx="442300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Pineapple</a:t>
            </a:r>
            <a:endParaRPr lang="en-US" sz="80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6896384"/>
      </p:ext>
    </p:extLst>
  </p:cSld>
  <p:clrMapOvr>
    <a:masterClrMapping/>
  </p:clrMapOvr>
  <p:transition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http://edt530fall09.pbworks.com/f/1253690350/Honeycomb(400x400)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2276872"/>
            <a:ext cx="3810000" cy="3810000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755576" y="1052736"/>
            <a:ext cx="527394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Honeycomb</a:t>
            </a:r>
            <a:endParaRPr lang="en-US" sz="80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43164687"/>
      </p:ext>
    </p:extLst>
  </p:cSld>
  <p:clrMapOvr>
    <a:masterClrMapping/>
  </p:clrMapOvr>
  <p:transition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http://learntessellations.weebly.com/uploads/1/9/0/0/1900208/205997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61455"/>
            <a:ext cx="5496545" cy="5496545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5207124" y="188640"/>
            <a:ext cx="3936876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Brick Laying</a:t>
            </a:r>
          </a:p>
        </p:txBody>
      </p:sp>
    </p:spTree>
    <p:extLst>
      <p:ext uri="{BB962C8B-B14F-4D97-AF65-F5344CB8AC3E}">
        <p14:creationId xmlns:p14="http://schemas.microsoft.com/office/powerpoint/2010/main" val="840278207"/>
      </p:ext>
    </p:extLst>
  </p:cSld>
  <p:clrMapOvr>
    <a:masterClrMapping/>
  </p:clrMapOvr>
  <p:transition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http://upload.wikimedia.org/wikipedia/en/b/bc/6%22x6%22_porcelain_floor_til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523875" y="-1000125"/>
            <a:ext cx="9667875" cy="7858125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5207124" y="3811012"/>
            <a:ext cx="3936876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Floor Tiles</a:t>
            </a:r>
          </a:p>
        </p:txBody>
      </p:sp>
    </p:spTree>
    <p:extLst>
      <p:ext uri="{BB962C8B-B14F-4D97-AF65-F5344CB8AC3E}">
        <p14:creationId xmlns:p14="http://schemas.microsoft.com/office/powerpoint/2010/main" val="703072461"/>
      </p:ext>
    </p:extLst>
  </p:cSld>
  <p:clrMapOvr>
    <a:masterClrMapping/>
  </p:clrMapOvr>
  <p:transition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3" name="Text Box 40">
            <a:extLst>
              <a:ext uri="{FF2B5EF4-FFF2-40B4-BE49-F238E27FC236}">
                <a16:creationId xmlns:a16="http://schemas.microsoft.com/office/drawing/2014/main" id="{A55182F0-76BE-42F6-A8A0-09C401ABD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022350"/>
            <a:ext cx="96504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 dirty="0">
                <a:solidFill>
                  <a:srgbClr val="FF0000"/>
                </a:solidFill>
              </a:rPr>
              <a:t>HOW TO MAKE AN ESCHERESQUE TESSELLATION</a:t>
            </a:r>
            <a:endParaRPr lang="en-US" alt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7194" name="Title 1">
            <a:extLst>
              <a:ext uri="{FF2B5EF4-FFF2-40B4-BE49-F238E27FC236}">
                <a16:creationId xmlns:a16="http://schemas.microsoft.com/office/drawing/2014/main" id="{164D93FC-F6E5-491D-A402-3CDA4063E923}"/>
              </a:ext>
            </a:extLst>
          </p:cNvPr>
          <p:cNvSpPr txBox="1">
            <a:spLocks/>
          </p:cNvSpPr>
          <p:nvPr/>
        </p:nvSpPr>
        <p:spPr bwMode="auto">
          <a:xfrm>
            <a:off x="251520" y="-27615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chemeClr val="tx2"/>
                </a:solidFill>
              </a:rPr>
              <a:t>TESSELLATIONS </a:t>
            </a:r>
            <a:endParaRPr lang="en-GB" altLang="en-US" sz="2800">
              <a:solidFill>
                <a:schemeClr val="tx2"/>
              </a:solidFill>
            </a:endParaRPr>
          </a:p>
        </p:txBody>
      </p:sp>
      <p:pic>
        <p:nvPicPr>
          <p:cNvPr id="43012" name="Picture 4">
            <a:extLst>
              <a:ext uri="{FF2B5EF4-FFF2-40B4-BE49-F238E27FC236}">
                <a16:creationId xmlns:a16="http://schemas.microsoft.com/office/drawing/2014/main" id="{06F9AC8F-935E-49B9-AF27-CE555D110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3" y="1773238"/>
            <a:ext cx="974725" cy="97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3" name="Picture 5">
            <a:extLst>
              <a:ext uri="{FF2B5EF4-FFF2-40B4-BE49-F238E27FC236}">
                <a16:creationId xmlns:a16="http://schemas.microsoft.com/office/drawing/2014/main" id="{7DAC82CD-7874-4162-965C-3486C0CF8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0" y="1716088"/>
            <a:ext cx="1035050" cy="99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4" name="Picture 6">
            <a:extLst>
              <a:ext uri="{FF2B5EF4-FFF2-40B4-BE49-F238E27FC236}">
                <a16:creationId xmlns:a16="http://schemas.microsoft.com/office/drawing/2014/main" id="{F2CD8731-4052-4308-B53E-39D810DBE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727200"/>
            <a:ext cx="1152525" cy="98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5" name="Picture 7">
            <a:extLst>
              <a:ext uri="{FF2B5EF4-FFF2-40B4-BE49-F238E27FC236}">
                <a16:creationId xmlns:a16="http://schemas.microsoft.com/office/drawing/2014/main" id="{A7CDB611-A9ED-46D8-8335-7B394BBD3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750" y="1628775"/>
            <a:ext cx="1154113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7" name="Picture 9">
            <a:extLst>
              <a:ext uri="{FF2B5EF4-FFF2-40B4-BE49-F238E27FC236}">
                <a16:creationId xmlns:a16="http://schemas.microsoft.com/office/drawing/2014/main" id="{83703D77-1E44-4271-8198-1259AD51D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613" y="4187825"/>
            <a:ext cx="1268412" cy="1274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8" name="Picture 10">
            <a:extLst>
              <a:ext uri="{FF2B5EF4-FFF2-40B4-BE49-F238E27FC236}">
                <a16:creationId xmlns:a16="http://schemas.microsoft.com/office/drawing/2014/main" id="{BF2B5B19-523C-473F-A6C9-924F6F19F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200" y="4100513"/>
            <a:ext cx="1395413" cy="1401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9" name="Picture 11">
            <a:extLst>
              <a:ext uri="{FF2B5EF4-FFF2-40B4-BE49-F238E27FC236}">
                <a16:creationId xmlns:a16="http://schemas.microsoft.com/office/drawing/2014/main" id="{F76AD642-2646-4539-9749-088C76748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563" y="4095750"/>
            <a:ext cx="1395412" cy="140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518183-248D-4A6A-8C47-64AE53CCC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2188" y="2676525"/>
            <a:ext cx="10318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b="1" u="sng">
                <a:solidFill>
                  <a:srgbClr val="FF0000"/>
                </a:solidFill>
              </a:rPr>
              <a:t>STEP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623FBB-1D61-4B45-97F8-0BCCD3867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9738" y="2690813"/>
            <a:ext cx="10302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b="1" u="sng">
                <a:solidFill>
                  <a:srgbClr val="FF0000"/>
                </a:solidFill>
              </a:rPr>
              <a:t>STEP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C24A01-0B4B-4990-A00C-78DE28972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732088"/>
            <a:ext cx="1031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b="1" u="sng">
                <a:solidFill>
                  <a:srgbClr val="FF0000"/>
                </a:solidFill>
              </a:rPr>
              <a:t>STEP 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8B11F2-78CF-446A-9A55-FA91E598B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963" y="2738438"/>
            <a:ext cx="1031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b="1" u="sng">
                <a:solidFill>
                  <a:srgbClr val="FF0000"/>
                </a:solidFill>
              </a:rPr>
              <a:t>STEP 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C7D810-2454-43E0-8EB0-49374549D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63" y="5451475"/>
            <a:ext cx="1031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b="1" u="sng">
                <a:solidFill>
                  <a:srgbClr val="FF0000"/>
                </a:solidFill>
              </a:rPr>
              <a:t>STEP 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E43C03-D56D-446E-80AF-9EE7941EF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7275" y="5510213"/>
            <a:ext cx="1031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b="1" u="sng">
                <a:solidFill>
                  <a:srgbClr val="FF0000"/>
                </a:solidFill>
              </a:rPr>
              <a:t>STEP 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E22D1A-74DE-4EAA-874C-21801C5D8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6488" y="5524500"/>
            <a:ext cx="10302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600" b="1" u="sng">
                <a:solidFill>
                  <a:srgbClr val="FF0000"/>
                </a:solidFill>
              </a:rPr>
              <a:t>STEP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0F2947-FC43-4EA9-8252-567C8AE88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3070225"/>
            <a:ext cx="1498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400"/>
              <a:t>Begin with a simple shape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571B6C-A48C-4F7B-9871-77284B811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5738" y="3006725"/>
            <a:ext cx="1497012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400"/>
              <a:t>Change the shape of one side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D63175-436D-4793-88A0-7B9EA7223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6288" y="3001963"/>
            <a:ext cx="149860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400"/>
              <a:t>Copy this line on the opposite side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5821F7-DB84-492F-9A7F-6DCF21586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900" y="3013075"/>
            <a:ext cx="149701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400"/>
              <a:t>Rotate the line and repeat it on the remaining edges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65D988-CE80-4C95-ABD4-5AD2A1326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843588"/>
            <a:ext cx="1497013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400"/>
              <a:t>Erase the original shape (square)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BA3080-7746-44CE-BB32-E1F86CE5D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0575" y="5859463"/>
            <a:ext cx="1497013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400"/>
              <a:t>Add lines inside the shape to make a picture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D32D52-68B4-4DC5-A1B2-43406CF99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0263" y="5848350"/>
            <a:ext cx="1497012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400"/>
              <a:t>Add colour to enhance your picture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6" grpId="0"/>
      <p:bldP spid="37" grpId="0"/>
      <p:bldP spid="38" grpId="0"/>
      <p:bldP spid="39" grpId="0"/>
      <p:bldP spid="40" grpId="0"/>
      <p:bldP spid="41" grpId="0"/>
      <p:bldP spid="3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7" name="Text Box 40">
            <a:extLst>
              <a:ext uri="{FF2B5EF4-FFF2-40B4-BE49-F238E27FC236}">
                <a16:creationId xmlns:a16="http://schemas.microsoft.com/office/drawing/2014/main" id="{D2811494-E0FF-4577-AB76-39D2AC9D5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022350"/>
            <a:ext cx="96504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HOW TO MAKE AN ESCHERESQUE TESSELLATION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8218" name="Title 1">
            <a:extLst>
              <a:ext uri="{FF2B5EF4-FFF2-40B4-BE49-F238E27FC236}">
                <a16:creationId xmlns:a16="http://schemas.microsoft.com/office/drawing/2014/main" id="{01132F40-C834-4C9A-9F74-B48EAF64C219}"/>
              </a:ext>
            </a:extLst>
          </p:cNvPr>
          <p:cNvSpPr txBox="1">
            <a:spLocks/>
          </p:cNvSpPr>
          <p:nvPr/>
        </p:nvSpPr>
        <p:spPr bwMode="auto">
          <a:xfrm>
            <a:off x="-541338" y="476250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rgbClr val="000000"/>
                </a:solidFill>
              </a:rPr>
              <a:t>TESSELLATIONS </a:t>
            </a:r>
            <a:endParaRPr lang="en-GB" altLang="en-US" sz="2800">
              <a:solidFill>
                <a:srgbClr val="000000"/>
              </a:solidFill>
            </a:endParaRPr>
          </a:p>
        </p:txBody>
      </p:sp>
      <p:pic>
        <p:nvPicPr>
          <p:cNvPr id="8219" name="Picture 2">
            <a:extLst>
              <a:ext uri="{FF2B5EF4-FFF2-40B4-BE49-F238E27FC236}">
                <a16:creationId xmlns:a16="http://schemas.microsoft.com/office/drawing/2014/main" id="{217D2CAE-EAE2-4019-8518-B933CD0CC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643063"/>
            <a:ext cx="6142037" cy="501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3" name="Text Box 40">
            <a:extLst>
              <a:ext uri="{FF2B5EF4-FFF2-40B4-BE49-F238E27FC236}">
                <a16:creationId xmlns:a16="http://schemas.microsoft.com/office/drawing/2014/main" id="{AF266196-A91E-4944-9E8B-58D10EE9F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0800" y="939800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EXAMPLES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12314" name="TextBox 41">
            <a:extLst>
              <a:ext uri="{FF2B5EF4-FFF2-40B4-BE49-F238E27FC236}">
                <a16:creationId xmlns:a16="http://schemas.microsoft.com/office/drawing/2014/main" id="{49645A2E-A461-4AAF-9E64-F4B6019E4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1557338"/>
            <a:ext cx="2219325" cy="1938337"/>
          </a:xfrm>
          <a:prstGeom prst="rect">
            <a:avLst/>
          </a:prstGeom>
          <a:solidFill>
            <a:srgbClr val="00B050">
              <a:alpha val="12157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 u="sng">
                <a:solidFill>
                  <a:srgbClr val="FF0000"/>
                </a:solidFill>
              </a:rPr>
              <a:t>TASK</a:t>
            </a:r>
          </a:p>
          <a:p>
            <a:pPr algn="ctr" eaLnBrk="1" hangingPunct="1"/>
            <a:r>
              <a:rPr lang="en-US" altLang="en-US" sz="2000"/>
              <a:t>Show that the kite tessellates by drawing on at least six more kites on the grid.</a:t>
            </a:r>
          </a:p>
        </p:txBody>
      </p:sp>
      <p:sp>
        <p:nvSpPr>
          <p:cNvPr id="12315" name="TextBox 3">
            <a:extLst>
              <a:ext uri="{FF2B5EF4-FFF2-40B4-BE49-F238E27FC236}">
                <a16:creationId xmlns:a16="http://schemas.microsoft.com/office/drawing/2014/main" id="{AEA7B06D-A115-43AF-AF70-2FDC75720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0" y="1385888"/>
            <a:ext cx="571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1)</a:t>
            </a:r>
          </a:p>
        </p:txBody>
      </p:sp>
      <p:sp>
        <p:nvSpPr>
          <p:cNvPr id="12316" name="Title 1">
            <a:extLst>
              <a:ext uri="{FF2B5EF4-FFF2-40B4-BE49-F238E27FC236}">
                <a16:creationId xmlns:a16="http://schemas.microsoft.com/office/drawing/2014/main" id="{E5475C94-665B-41C2-9912-C8F7D0729A0F}"/>
              </a:ext>
            </a:extLst>
          </p:cNvPr>
          <p:cNvSpPr txBox="1">
            <a:spLocks/>
          </p:cNvSpPr>
          <p:nvPr/>
        </p:nvSpPr>
        <p:spPr bwMode="auto">
          <a:xfrm>
            <a:off x="-387350" y="159402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chemeClr val="tx2"/>
                </a:solidFill>
              </a:rPr>
              <a:t>TESSELLATIONS </a:t>
            </a:r>
            <a:endParaRPr lang="en-GB" altLang="en-US" sz="2800">
              <a:solidFill>
                <a:schemeClr val="tx2"/>
              </a:solidFill>
            </a:endParaRPr>
          </a:p>
        </p:txBody>
      </p:sp>
      <p:sp>
        <p:nvSpPr>
          <p:cNvPr id="56" name="Freeform 208">
            <a:extLst>
              <a:ext uri="{FF2B5EF4-FFF2-40B4-BE49-F238E27FC236}">
                <a16:creationId xmlns:a16="http://schemas.microsoft.com/office/drawing/2014/main" id="{AB1FB558-3ADF-46D3-A028-A308CC7F3A39}"/>
              </a:ext>
            </a:extLst>
          </p:cNvPr>
          <p:cNvSpPr>
            <a:spLocks/>
          </p:cNvSpPr>
          <p:nvPr/>
        </p:nvSpPr>
        <p:spPr bwMode="auto">
          <a:xfrm flipV="1">
            <a:off x="3513138" y="3794125"/>
            <a:ext cx="1730375" cy="1727200"/>
          </a:xfrm>
          <a:custGeom>
            <a:avLst/>
            <a:gdLst>
              <a:gd name="T0" fmla="*/ 866775 w 1090"/>
              <a:gd name="T1" fmla="*/ 0 h 1088"/>
              <a:gd name="T2" fmla="*/ 0 w 1090"/>
              <a:gd name="T3" fmla="*/ 436563 h 1088"/>
              <a:gd name="T4" fmla="*/ 866775 w 1090"/>
              <a:gd name="T5" fmla="*/ 1727200 h 1088"/>
              <a:gd name="T6" fmla="*/ 1730375 w 1090"/>
              <a:gd name="T7" fmla="*/ 431800 h 1088"/>
              <a:gd name="T8" fmla="*/ 866775 w 1090"/>
              <a:gd name="T9" fmla="*/ 0 h 10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0" h="1088">
                <a:moveTo>
                  <a:pt x="546" y="0"/>
                </a:moveTo>
                <a:lnTo>
                  <a:pt x="0" y="275"/>
                </a:lnTo>
                <a:lnTo>
                  <a:pt x="546" y="1088"/>
                </a:lnTo>
                <a:lnTo>
                  <a:pt x="1090" y="272"/>
                </a:lnTo>
                <a:lnTo>
                  <a:pt x="546" y="0"/>
                </a:lnTo>
                <a:close/>
              </a:path>
            </a:pathLst>
          </a:custGeom>
          <a:solidFill>
            <a:srgbClr val="EDEBBB"/>
          </a:solidFill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7" name="Freeform 209">
            <a:extLst>
              <a:ext uri="{FF2B5EF4-FFF2-40B4-BE49-F238E27FC236}">
                <a16:creationId xmlns:a16="http://schemas.microsoft.com/office/drawing/2014/main" id="{8089DCD0-8F5B-475C-A513-E8CE5B0957E1}"/>
              </a:ext>
            </a:extLst>
          </p:cNvPr>
          <p:cNvSpPr>
            <a:spLocks/>
          </p:cNvSpPr>
          <p:nvPr/>
        </p:nvSpPr>
        <p:spPr bwMode="auto">
          <a:xfrm flipV="1">
            <a:off x="1785938" y="3786188"/>
            <a:ext cx="1730375" cy="1727200"/>
          </a:xfrm>
          <a:custGeom>
            <a:avLst/>
            <a:gdLst>
              <a:gd name="T0" fmla="*/ 866775 w 1090"/>
              <a:gd name="T1" fmla="*/ 0 h 1088"/>
              <a:gd name="T2" fmla="*/ 0 w 1090"/>
              <a:gd name="T3" fmla="*/ 436563 h 1088"/>
              <a:gd name="T4" fmla="*/ 866775 w 1090"/>
              <a:gd name="T5" fmla="*/ 1727200 h 1088"/>
              <a:gd name="T6" fmla="*/ 1730375 w 1090"/>
              <a:gd name="T7" fmla="*/ 431800 h 1088"/>
              <a:gd name="T8" fmla="*/ 866775 w 1090"/>
              <a:gd name="T9" fmla="*/ 0 h 10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0" h="1088">
                <a:moveTo>
                  <a:pt x="546" y="0"/>
                </a:moveTo>
                <a:lnTo>
                  <a:pt x="0" y="275"/>
                </a:lnTo>
                <a:lnTo>
                  <a:pt x="546" y="1088"/>
                </a:lnTo>
                <a:lnTo>
                  <a:pt x="1090" y="272"/>
                </a:lnTo>
                <a:lnTo>
                  <a:pt x="546" y="0"/>
                </a:lnTo>
                <a:close/>
              </a:path>
            </a:pathLst>
          </a:custGeom>
          <a:solidFill>
            <a:srgbClr val="EDEBBB"/>
          </a:solidFill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8" name="Freeform 210">
            <a:extLst>
              <a:ext uri="{FF2B5EF4-FFF2-40B4-BE49-F238E27FC236}">
                <a16:creationId xmlns:a16="http://schemas.microsoft.com/office/drawing/2014/main" id="{5C1F8A52-7CD8-4C57-B619-E19E3EEC0E99}"/>
              </a:ext>
            </a:extLst>
          </p:cNvPr>
          <p:cNvSpPr>
            <a:spLocks/>
          </p:cNvSpPr>
          <p:nvPr/>
        </p:nvSpPr>
        <p:spPr bwMode="auto">
          <a:xfrm flipV="1">
            <a:off x="3513138" y="2060575"/>
            <a:ext cx="1730375" cy="1727200"/>
          </a:xfrm>
          <a:custGeom>
            <a:avLst/>
            <a:gdLst>
              <a:gd name="T0" fmla="*/ 866775 w 1090"/>
              <a:gd name="T1" fmla="*/ 0 h 1088"/>
              <a:gd name="T2" fmla="*/ 0 w 1090"/>
              <a:gd name="T3" fmla="*/ 436563 h 1088"/>
              <a:gd name="T4" fmla="*/ 866775 w 1090"/>
              <a:gd name="T5" fmla="*/ 1727200 h 1088"/>
              <a:gd name="T6" fmla="*/ 1730375 w 1090"/>
              <a:gd name="T7" fmla="*/ 431800 h 1088"/>
              <a:gd name="T8" fmla="*/ 866775 w 1090"/>
              <a:gd name="T9" fmla="*/ 0 h 10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0" h="1088">
                <a:moveTo>
                  <a:pt x="546" y="0"/>
                </a:moveTo>
                <a:lnTo>
                  <a:pt x="0" y="275"/>
                </a:lnTo>
                <a:lnTo>
                  <a:pt x="546" y="1088"/>
                </a:lnTo>
                <a:lnTo>
                  <a:pt x="1090" y="272"/>
                </a:lnTo>
                <a:lnTo>
                  <a:pt x="546" y="0"/>
                </a:lnTo>
                <a:close/>
              </a:path>
            </a:pathLst>
          </a:custGeom>
          <a:solidFill>
            <a:srgbClr val="EDEBBB"/>
          </a:solidFill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9" name="Freeform 211">
            <a:extLst>
              <a:ext uri="{FF2B5EF4-FFF2-40B4-BE49-F238E27FC236}">
                <a16:creationId xmlns:a16="http://schemas.microsoft.com/office/drawing/2014/main" id="{EFCF3069-008B-4165-B113-6CD910E81707}"/>
              </a:ext>
            </a:extLst>
          </p:cNvPr>
          <p:cNvSpPr>
            <a:spLocks/>
          </p:cNvSpPr>
          <p:nvPr/>
        </p:nvSpPr>
        <p:spPr bwMode="auto">
          <a:xfrm flipV="1">
            <a:off x="1784350" y="2057400"/>
            <a:ext cx="1730375" cy="1727200"/>
          </a:xfrm>
          <a:custGeom>
            <a:avLst/>
            <a:gdLst>
              <a:gd name="T0" fmla="*/ 866775 w 1090"/>
              <a:gd name="T1" fmla="*/ 0 h 1088"/>
              <a:gd name="T2" fmla="*/ 0 w 1090"/>
              <a:gd name="T3" fmla="*/ 436563 h 1088"/>
              <a:gd name="T4" fmla="*/ 866775 w 1090"/>
              <a:gd name="T5" fmla="*/ 1727200 h 1088"/>
              <a:gd name="T6" fmla="*/ 1730375 w 1090"/>
              <a:gd name="T7" fmla="*/ 431800 h 1088"/>
              <a:gd name="T8" fmla="*/ 866775 w 1090"/>
              <a:gd name="T9" fmla="*/ 0 h 10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0" h="1088">
                <a:moveTo>
                  <a:pt x="546" y="0"/>
                </a:moveTo>
                <a:lnTo>
                  <a:pt x="0" y="275"/>
                </a:lnTo>
                <a:lnTo>
                  <a:pt x="546" y="1088"/>
                </a:lnTo>
                <a:lnTo>
                  <a:pt x="1090" y="272"/>
                </a:lnTo>
                <a:lnTo>
                  <a:pt x="546" y="0"/>
                </a:lnTo>
                <a:close/>
              </a:path>
            </a:pathLst>
          </a:custGeom>
          <a:solidFill>
            <a:srgbClr val="EDEBBB"/>
          </a:solidFill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Freeform 212">
            <a:extLst>
              <a:ext uri="{FF2B5EF4-FFF2-40B4-BE49-F238E27FC236}">
                <a16:creationId xmlns:a16="http://schemas.microsoft.com/office/drawing/2014/main" id="{2D555FD5-6663-47BC-B02A-5F091D58BB8E}"/>
              </a:ext>
            </a:extLst>
          </p:cNvPr>
          <p:cNvSpPr>
            <a:spLocks/>
          </p:cNvSpPr>
          <p:nvPr/>
        </p:nvSpPr>
        <p:spPr bwMode="auto">
          <a:xfrm>
            <a:off x="4373563" y="3359150"/>
            <a:ext cx="1730375" cy="1727200"/>
          </a:xfrm>
          <a:custGeom>
            <a:avLst/>
            <a:gdLst>
              <a:gd name="T0" fmla="*/ 866775 w 1090"/>
              <a:gd name="T1" fmla="*/ 0 h 1088"/>
              <a:gd name="T2" fmla="*/ 0 w 1090"/>
              <a:gd name="T3" fmla="*/ 436563 h 1088"/>
              <a:gd name="T4" fmla="*/ 866775 w 1090"/>
              <a:gd name="T5" fmla="*/ 1727200 h 1088"/>
              <a:gd name="T6" fmla="*/ 1730375 w 1090"/>
              <a:gd name="T7" fmla="*/ 431800 h 1088"/>
              <a:gd name="T8" fmla="*/ 866775 w 1090"/>
              <a:gd name="T9" fmla="*/ 0 h 10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0" h="1088">
                <a:moveTo>
                  <a:pt x="546" y="0"/>
                </a:moveTo>
                <a:lnTo>
                  <a:pt x="0" y="275"/>
                </a:lnTo>
                <a:lnTo>
                  <a:pt x="546" y="1088"/>
                </a:lnTo>
                <a:lnTo>
                  <a:pt x="1090" y="272"/>
                </a:lnTo>
                <a:lnTo>
                  <a:pt x="546" y="0"/>
                </a:lnTo>
                <a:close/>
              </a:path>
            </a:pathLst>
          </a:custGeom>
          <a:solidFill>
            <a:srgbClr val="EDEBBB"/>
          </a:solidFill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" name="Freeform 213">
            <a:extLst>
              <a:ext uri="{FF2B5EF4-FFF2-40B4-BE49-F238E27FC236}">
                <a16:creationId xmlns:a16="http://schemas.microsoft.com/office/drawing/2014/main" id="{1121BB1D-2205-45DA-AD77-649E2B1FF23D}"/>
              </a:ext>
            </a:extLst>
          </p:cNvPr>
          <p:cNvSpPr>
            <a:spLocks/>
          </p:cNvSpPr>
          <p:nvPr/>
        </p:nvSpPr>
        <p:spPr bwMode="auto">
          <a:xfrm>
            <a:off x="920750" y="3351213"/>
            <a:ext cx="1730375" cy="1727200"/>
          </a:xfrm>
          <a:custGeom>
            <a:avLst/>
            <a:gdLst>
              <a:gd name="T0" fmla="*/ 866775 w 1090"/>
              <a:gd name="T1" fmla="*/ 0 h 1088"/>
              <a:gd name="T2" fmla="*/ 0 w 1090"/>
              <a:gd name="T3" fmla="*/ 436563 h 1088"/>
              <a:gd name="T4" fmla="*/ 866775 w 1090"/>
              <a:gd name="T5" fmla="*/ 1727200 h 1088"/>
              <a:gd name="T6" fmla="*/ 1730375 w 1090"/>
              <a:gd name="T7" fmla="*/ 431800 h 1088"/>
              <a:gd name="T8" fmla="*/ 866775 w 1090"/>
              <a:gd name="T9" fmla="*/ 0 h 10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0" h="1088">
                <a:moveTo>
                  <a:pt x="546" y="0"/>
                </a:moveTo>
                <a:lnTo>
                  <a:pt x="0" y="275"/>
                </a:lnTo>
                <a:lnTo>
                  <a:pt x="546" y="1088"/>
                </a:lnTo>
                <a:lnTo>
                  <a:pt x="1090" y="272"/>
                </a:lnTo>
                <a:lnTo>
                  <a:pt x="546" y="0"/>
                </a:lnTo>
                <a:close/>
              </a:path>
            </a:pathLst>
          </a:custGeom>
          <a:solidFill>
            <a:srgbClr val="EDEBBB"/>
          </a:solidFill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2" name="Freeform 214">
            <a:extLst>
              <a:ext uri="{FF2B5EF4-FFF2-40B4-BE49-F238E27FC236}">
                <a16:creationId xmlns:a16="http://schemas.microsoft.com/office/drawing/2014/main" id="{567F5F54-505C-47EA-82A8-1697C52DB052}"/>
              </a:ext>
            </a:extLst>
          </p:cNvPr>
          <p:cNvSpPr>
            <a:spLocks/>
          </p:cNvSpPr>
          <p:nvPr/>
        </p:nvSpPr>
        <p:spPr bwMode="auto">
          <a:xfrm>
            <a:off x="2644775" y="1631950"/>
            <a:ext cx="1730375" cy="1727200"/>
          </a:xfrm>
          <a:custGeom>
            <a:avLst/>
            <a:gdLst>
              <a:gd name="T0" fmla="*/ 866775 w 1090"/>
              <a:gd name="T1" fmla="*/ 0 h 1088"/>
              <a:gd name="T2" fmla="*/ 0 w 1090"/>
              <a:gd name="T3" fmla="*/ 436563 h 1088"/>
              <a:gd name="T4" fmla="*/ 866775 w 1090"/>
              <a:gd name="T5" fmla="*/ 1727200 h 1088"/>
              <a:gd name="T6" fmla="*/ 1730375 w 1090"/>
              <a:gd name="T7" fmla="*/ 431800 h 1088"/>
              <a:gd name="T8" fmla="*/ 866775 w 1090"/>
              <a:gd name="T9" fmla="*/ 0 h 10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0" h="1088">
                <a:moveTo>
                  <a:pt x="546" y="0"/>
                </a:moveTo>
                <a:lnTo>
                  <a:pt x="0" y="275"/>
                </a:lnTo>
                <a:lnTo>
                  <a:pt x="546" y="1088"/>
                </a:lnTo>
                <a:lnTo>
                  <a:pt x="1090" y="272"/>
                </a:lnTo>
                <a:lnTo>
                  <a:pt x="546" y="0"/>
                </a:lnTo>
                <a:close/>
              </a:path>
            </a:pathLst>
          </a:custGeom>
          <a:solidFill>
            <a:srgbClr val="EDEBBB"/>
          </a:solidFill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3" name="Freeform 215">
            <a:extLst>
              <a:ext uri="{FF2B5EF4-FFF2-40B4-BE49-F238E27FC236}">
                <a16:creationId xmlns:a16="http://schemas.microsoft.com/office/drawing/2014/main" id="{43019125-CB3A-4651-93D3-EEB0DF1D7238}"/>
              </a:ext>
            </a:extLst>
          </p:cNvPr>
          <p:cNvSpPr>
            <a:spLocks/>
          </p:cNvSpPr>
          <p:nvPr/>
        </p:nvSpPr>
        <p:spPr bwMode="auto">
          <a:xfrm>
            <a:off x="2646363" y="5084763"/>
            <a:ext cx="1730375" cy="1727200"/>
          </a:xfrm>
          <a:custGeom>
            <a:avLst/>
            <a:gdLst>
              <a:gd name="T0" fmla="*/ 866775 w 1090"/>
              <a:gd name="T1" fmla="*/ 0 h 1088"/>
              <a:gd name="T2" fmla="*/ 0 w 1090"/>
              <a:gd name="T3" fmla="*/ 436563 h 1088"/>
              <a:gd name="T4" fmla="*/ 866775 w 1090"/>
              <a:gd name="T5" fmla="*/ 1727200 h 1088"/>
              <a:gd name="T6" fmla="*/ 1730375 w 1090"/>
              <a:gd name="T7" fmla="*/ 431800 h 1088"/>
              <a:gd name="T8" fmla="*/ 866775 w 1090"/>
              <a:gd name="T9" fmla="*/ 0 h 10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90" h="1088">
                <a:moveTo>
                  <a:pt x="546" y="0"/>
                </a:moveTo>
                <a:lnTo>
                  <a:pt x="0" y="275"/>
                </a:lnTo>
                <a:lnTo>
                  <a:pt x="546" y="1088"/>
                </a:lnTo>
                <a:lnTo>
                  <a:pt x="1090" y="272"/>
                </a:lnTo>
                <a:lnTo>
                  <a:pt x="546" y="0"/>
                </a:lnTo>
                <a:close/>
              </a:path>
            </a:pathLst>
          </a:custGeom>
          <a:solidFill>
            <a:srgbClr val="EDEBBB"/>
          </a:solidFill>
          <a:ln w="1270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12325" name="Group 223">
            <a:extLst>
              <a:ext uri="{FF2B5EF4-FFF2-40B4-BE49-F238E27FC236}">
                <a16:creationId xmlns:a16="http://schemas.microsoft.com/office/drawing/2014/main" id="{BBBD4266-31F6-44AF-B943-99238DBA23DA}"/>
              </a:ext>
            </a:extLst>
          </p:cNvPr>
          <p:cNvGrpSpPr>
            <a:grpSpLocks/>
          </p:cNvGrpSpPr>
          <p:nvPr/>
        </p:nvGrpSpPr>
        <p:grpSpPr bwMode="auto">
          <a:xfrm>
            <a:off x="487363" y="1630363"/>
            <a:ext cx="6049962" cy="5183187"/>
            <a:chOff x="238" y="620"/>
            <a:chExt cx="3811" cy="3265"/>
          </a:xfrm>
        </p:grpSpPr>
        <p:sp>
          <p:nvSpPr>
            <p:cNvPr id="12326" name="Freeform 114">
              <a:extLst>
                <a:ext uri="{FF2B5EF4-FFF2-40B4-BE49-F238E27FC236}">
                  <a16:creationId xmlns:a16="http://schemas.microsoft.com/office/drawing/2014/main" id="{2E1D1CB5-3AEC-446C-A453-8D64D0E42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1705"/>
              <a:ext cx="1090" cy="1088"/>
            </a:xfrm>
            <a:custGeom>
              <a:avLst/>
              <a:gdLst>
                <a:gd name="T0" fmla="*/ 546 w 1090"/>
                <a:gd name="T1" fmla="*/ 0 h 1088"/>
                <a:gd name="T2" fmla="*/ 0 w 1090"/>
                <a:gd name="T3" fmla="*/ 275 h 1088"/>
                <a:gd name="T4" fmla="*/ 546 w 1090"/>
                <a:gd name="T5" fmla="*/ 1088 h 1088"/>
                <a:gd name="T6" fmla="*/ 1090 w 1090"/>
                <a:gd name="T7" fmla="*/ 272 h 1088"/>
                <a:gd name="T8" fmla="*/ 546 w 1090"/>
                <a:gd name="T9" fmla="*/ 0 h 10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0" h="1088">
                  <a:moveTo>
                    <a:pt x="546" y="0"/>
                  </a:moveTo>
                  <a:lnTo>
                    <a:pt x="0" y="275"/>
                  </a:lnTo>
                  <a:lnTo>
                    <a:pt x="546" y="1088"/>
                  </a:lnTo>
                  <a:lnTo>
                    <a:pt x="1090" y="272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rgbClr val="C2FED6">
                <a:alpha val="50195"/>
              </a:srgbClr>
            </a:solidFill>
            <a:ln w="127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grpSp>
          <p:nvGrpSpPr>
            <p:cNvPr id="12327" name="Group 207">
              <a:extLst>
                <a:ext uri="{FF2B5EF4-FFF2-40B4-BE49-F238E27FC236}">
                  <a16:creationId xmlns:a16="http://schemas.microsoft.com/office/drawing/2014/main" id="{F1B0F027-7893-43CE-BFD6-99189680A7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" y="620"/>
              <a:ext cx="3811" cy="3265"/>
              <a:chOff x="166" y="488"/>
              <a:chExt cx="3811" cy="3265"/>
            </a:xfrm>
          </p:grpSpPr>
          <p:grpSp>
            <p:nvGrpSpPr>
              <p:cNvPr id="12328" name="Group 181">
                <a:extLst>
                  <a:ext uri="{FF2B5EF4-FFF2-40B4-BE49-F238E27FC236}">
                    <a16:creationId xmlns:a16="http://schemas.microsoft.com/office/drawing/2014/main" id="{DA185EBA-DC87-433D-8BD3-628F1D0142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0" y="488"/>
                <a:ext cx="2722" cy="3265"/>
                <a:chOff x="710" y="488"/>
                <a:chExt cx="2722" cy="3265"/>
              </a:xfrm>
            </p:grpSpPr>
            <p:sp>
              <p:nvSpPr>
                <p:cNvPr id="12379" name="Rectangle 11">
                  <a:extLst>
                    <a:ext uri="{FF2B5EF4-FFF2-40B4-BE49-F238E27FC236}">
                      <a16:creationId xmlns:a16="http://schemas.microsoft.com/office/drawing/2014/main" id="{5C38EE70-B3BC-4E3D-8B12-E46EBC7F91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0" name="Rectangle 2">
                  <a:extLst>
                    <a:ext uri="{FF2B5EF4-FFF2-40B4-BE49-F238E27FC236}">
                      <a16:creationId xmlns:a16="http://schemas.microsoft.com/office/drawing/2014/main" id="{2C532D1E-A67C-4467-82EC-50FF2ED817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1" name="Rectangle 3">
                  <a:extLst>
                    <a:ext uri="{FF2B5EF4-FFF2-40B4-BE49-F238E27FC236}">
                      <a16:creationId xmlns:a16="http://schemas.microsoft.com/office/drawing/2014/main" id="{2F407307-A5EC-4477-B16F-60D455E4AE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2" name="Rectangle 4">
                  <a:extLst>
                    <a:ext uri="{FF2B5EF4-FFF2-40B4-BE49-F238E27FC236}">
                      <a16:creationId xmlns:a16="http://schemas.microsoft.com/office/drawing/2014/main" id="{1A4AA385-549A-4988-827D-22AB71A973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3" name="Rectangle 5">
                  <a:extLst>
                    <a:ext uri="{FF2B5EF4-FFF2-40B4-BE49-F238E27FC236}">
                      <a16:creationId xmlns:a16="http://schemas.microsoft.com/office/drawing/2014/main" id="{63FD5F1C-98E8-4AD9-94E9-FD62635A99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4" name="Rectangle 6">
                  <a:extLst>
                    <a:ext uri="{FF2B5EF4-FFF2-40B4-BE49-F238E27FC236}">
                      <a16:creationId xmlns:a16="http://schemas.microsoft.com/office/drawing/2014/main" id="{A4F6B2EA-5BE5-4EB8-AD5C-DD1773D5AC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032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5" name="Rectangle 7">
                  <a:extLst>
                    <a:ext uri="{FF2B5EF4-FFF2-40B4-BE49-F238E27FC236}">
                      <a16:creationId xmlns:a16="http://schemas.microsoft.com/office/drawing/2014/main" id="{494BFAB1-DB6A-4F2B-8D75-1AD2B86A6B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6" name="Rectangle 8">
                  <a:extLst>
                    <a:ext uri="{FF2B5EF4-FFF2-40B4-BE49-F238E27FC236}">
                      <a16:creationId xmlns:a16="http://schemas.microsoft.com/office/drawing/2014/main" id="{45CC5C15-A94F-4E82-A628-B7EDEB7692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7" name="Rectangle 9">
                  <a:extLst>
                    <a:ext uri="{FF2B5EF4-FFF2-40B4-BE49-F238E27FC236}">
                      <a16:creationId xmlns:a16="http://schemas.microsoft.com/office/drawing/2014/main" id="{031916D3-A35A-44E2-B005-73C9556D54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8" name="Rectangle 10">
                  <a:extLst>
                    <a:ext uri="{FF2B5EF4-FFF2-40B4-BE49-F238E27FC236}">
                      <a16:creationId xmlns:a16="http://schemas.microsoft.com/office/drawing/2014/main" id="{B75FEF54-9C60-42D2-8F0A-F634CE7FF9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89" name="Rectangle 12">
                  <a:extLst>
                    <a:ext uri="{FF2B5EF4-FFF2-40B4-BE49-F238E27FC236}">
                      <a16:creationId xmlns:a16="http://schemas.microsoft.com/office/drawing/2014/main" id="{5FED806C-1C52-421C-9F7D-CB807B9884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0" name="Rectangle 13">
                  <a:extLst>
                    <a:ext uri="{FF2B5EF4-FFF2-40B4-BE49-F238E27FC236}">
                      <a16:creationId xmlns:a16="http://schemas.microsoft.com/office/drawing/2014/main" id="{53B7B21C-C6C6-498A-8031-0DE4644E2A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1" name="Rectangle 14">
                  <a:extLst>
                    <a:ext uri="{FF2B5EF4-FFF2-40B4-BE49-F238E27FC236}">
                      <a16:creationId xmlns:a16="http://schemas.microsoft.com/office/drawing/2014/main" id="{3EA4CF0E-15D0-46D0-B55B-294FF265D8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2" name="Rectangle 15">
                  <a:extLst>
                    <a:ext uri="{FF2B5EF4-FFF2-40B4-BE49-F238E27FC236}">
                      <a16:creationId xmlns:a16="http://schemas.microsoft.com/office/drawing/2014/main" id="{59E23F4A-86C1-4DBB-B262-3A3C5F4260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3" name="Rectangle 16">
                  <a:extLst>
                    <a:ext uri="{FF2B5EF4-FFF2-40B4-BE49-F238E27FC236}">
                      <a16:creationId xmlns:a16="http://schemas.microsoft.com/office/drawing/2014/main" id="{8074FA1C-9BC2-4B11-854E-C02CCADE3C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304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4" name="Rectangle 17">
                  <a:extLst>
                    <a:ext uri="{FF2B5EF4-FFF2-40B4-BE49-F238E27FC236}">
                      <a16:creationId xmlns:a16="http://schemas.microsoft.com/office/drawing/2014/main" id="{4535823A-B4CF-498C-8936-99D6DC63CA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5" name="Rectangle 18">
                  <a:extLst>
                    <a:ext uri="{FF2B5EF4-FFF2-40B4-BE49-F238E27FC236}">
                      <a16:creationId xmlns:a16="http://schemas.microsoft.com/office/drawing/2014/main" id="{68EDAC5B-C69A-4B4A-9375-A08A6A7327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6" name="Rectangle 19">
                  <a:extLst>
                    <a:ext uri="{FF2B5EF4-FFF2-40B4-BE49-F238E27FC236}">
                      <a16:creationId xmlns:a16="http://schemas.microsoft.com/office/drawing/2014/main" id="{AA01C189-4D80-41C0-9A8D-BCABCE3FCC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7" name="Rectangle 20">
                  <a:extLst>
                    <a:ext uri="{FF2B5EF4-FFF2-40B4-BE49-F238E27FC236}">
                      <a16:creationId xmlns:a16="http://schemas.microsoft.com/office/drawing/2014/main" id="{877B5A21-4F28-40E9-BD0D-C15DC93635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8" name="Rectangle 21">
                  <a:extLst>
                    <a:ext uri="{FF2B5EF4-FFF2-40B4-BE49-F238E27FC236}">
                      <a16:creationId xmlns:a16="http://schemas.microsoft.com/office/drawing/2014/main" id="{471CF7D2-3D26-4DEF-89EF-10943B4F37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99" name="Rectangle 22">
                  <a:extLst>
                    <a:ext uri="{FF2B5EF4-FFF2-40B4-BE49-F238E27FC236}">
                      <a16:creationId xmlns:a16="http://schemas.microsoft.com/office/drawing/2014/main" id="{FEEF4983-8874-4BA8-8439-DC2E279FA7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0" name="Rectangle 23">
                  <a:extLst>
                    <a:ext uri="{FF2B5EF4-FFF2-40B4-BE49-F238E27FC236}">
                      <a16:creationId xmlns:a16="http://schemas.microsoft.com/office/drawing/2014/main" id="{46FE80C6-0B46-4E52-9023-02CC1A5C57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1" name="Rectangle 24">
                  <a:extLst>
                    <a:ext uri="{FF2B5EF4-FFF2-40B4-BE49-F238E27FC236}">
                      <a16:creationId xmlns:a16="http://schemas.microsoft.com/office/drawing/2014/main" id="{66641EC3-CBCD-4415-862D-2C3ECFBD6A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2" name="Rectangle 25">
                  <a:extLst>
                    <a:ext uri="{FF2B5EF4-FFF2-40B4-BE49-F238E27FC236}">
                      <a16:creationId xmlns:a16="http://schemas.microsoft.com/office/drawing/2014/main" id="{770B9252-6A69-4B18-823E-621854CA9B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3" name="Rectangle 26">
                  <a:extLst>
                    <a:ext uri="{FF2B5EF4-FFF2-40B4-BE49-F238E27FC236}">
                      <a16:creationId xmlns:a16="http://schemas.microsoft.com/office/drawing/2014/main" id="{38CE3763-F715-4C94-8E07-F6AA350C18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576"/>
                  <a:ext cx="273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4" name="Rectangle 27">
                  <a:extLst>
                    <a:ext uri="{FF2B5EF4-FFF2-40B4-BE49-F238E27FC236}">
                      <a16:creationId xmlns:a16="http://schemas.microsoft.com/office/drawing/2014/main" id="{EA7E3E03-1260-4D1B-9563-CC43AB2758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5" name="Rectangle 28">
                  <a:extLst>
                    <a:ext uri="{FF2B5EF4-FFF2-40B4-BE49-F238E27FC236}">
                      <a16:creationId xmlns:a16="http://schemas.microsoft.com/office/drawing/2014/main" id="{740EA99D-6BDF-4E53-8DEF-9D3F6909A4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6" name="Rectangle 29">
                  <a:extLst>
                    <a:ext uri="{FF2B5EF4-FFF2-40B4-BE49-F238E27FC236}">
                      <a16:creationId xmlns:a16="http://schemas.microsoft.com/office/drawing/2014/main" id="{AAF740B2-F6F5-42B1-887D-B8C19122B5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7" name="Rectangle 30">
                  <a:extLst>
                    <a:ext uri="{FF2B5EF4-FFF2-40B4-BE49-F238E27FC236}">
                      <a16:creationId xmlns:a16="http://schemas.microsoft.com/office/drawing/2014/main" id="{704E6102-57A7-42A8-98B2-BDD52233E9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8" name="Rectangle 31">
                  <a:extLst>
                    <a:ext uri="{FF2B5EF4-FFF2-40B4-BE49-F238E27FC236}">
                      <a16:creationId xmlns:a16="http://schemas.microsoft.com/office/drawing/2014/main" id="{B8397C0A-F8FF-4514-8C15-833CF961B2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09" name="Rectangle 32">
                  <a:extLst>
                    <a:ext uri="{FF2B5EF4-FFF2-40B4-BE49-F238E27FC236}">
                      <a16:creationId xmlns:a16="http://schemas.microsoft.com/office/drawing/2014/main" id="{6494E100-2FCC-4286-A44F-A666BEE85D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0" name="Rectangle 33">
                  <a:extLst>
                    <a:ext uri="{FF2B5EF4-FFF2-40B4-BE49-F238E27FC236}">
                      <a16:creationId xmlns:a16="http://schemas.microsoft.com/office/drawing/2014/main" id="{ABD793FD-E08F-48A4-834F-1210BA2386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1" name="Rectangle 34">
                  <a:extLst>
                    <a:ext uri="{FF2B5EF4-FFF2-40B4-BE49-F238E27FC236}">
                      <a16:creationId xmlns:a16="http://schemas.microsoft.com/office/drawing/2014/main" id="{A1E28425-30B8-4B54-B860-5AE791090F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2" name="Rectangle 35">
                  <a:extLst>
                    <a:ext uri="{FF2B5EF4-FFF2-40B4-BE49-F238E27FC236}">
                      <a16:creationId xmlns:a16="http://schemas.microsoft.com/office/drawing/2014/main" id="{E85FEFB1-D0BB-4702-A345-5CCEC02A2E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3" name="Rectangle 36">
                  <a:extLst>
                    <a:ext uri="{FF2B5EF4-FFF2-40B4-BE49-F238E27FC236}">
                      <a16:creationId xmlns:a16="http://schemas.microsoft.com/office/drawing/2014/main" id="{4A77544A-8A84-48FE-B2EA-68250455DC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849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4" name="Rectangle 37">
                  <a:extLst>
                    <a:ext uri="{FF2B5EF4-FFF2-40B4-BE49-F238E27FC236}">
                      <a16:creationId xmlns:a16="http://schemas.microsoft.com/office/drawing/2014/main" id="{881BF98B-9FD3-4A08-B3C2-67ED5B1F26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5" name="Rectangle 38">
                  <a:extLst>
                    <a:ext uri="{FF2B5EF4-FFF2-40B4-BE49-F238E27FC236}">
                      <a16:creationId xmlns:a16="http://schemas.microsoft.com/office/drawing/2014/main" id="{0A25AFF4-AEAD-4419-9277-B0BA0F18C1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6" name="Rectangle 39">
                  <a:extLst>
                    <a:ext uri="{FF2B5EF4-FFF2-40B4-BE49-F238E27FC236}">
                      <a16:creationId xmlns:a16="http://schemas.microsoft.com/office/drawing/2014/main" id="{DA03DDA6-92A5-4BD0-92A5-3570832EBC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7" name="Rectangle 40">
                  <a:extLst>
                    <a:ext uri="{FF2B5EF4-FFF2-40B4-BE49-F238E27FC236}">
                      <a16:creationId xmlns:a16="http://schemas.microsoft.com/office/drawing/2014/main" id="{2F199FF2-46C9-4FAB-8841-C91D2E3D3D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8" name="Rectangle 41">
                  <a:extLst>
                    <a:ext uri="{FF2B5EF4-FFF2-40B4-BE49-F238E27FC236}">
                      <a16:creationId xmlns:a16="http://schemas.microsoft.com/office/drawing/2014/main" id="{8BABFD3A-4181-47FC-A31F-2E30DB9CA2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19" name="Rectangle 42">
                  <a:extLst>
                    <a:ext uri="{FF2B5EF4-FFF2-40B4-BE49-F238E27FC236}">
                      <a16:creationId xmlns:a16="http://schemas.microsoft.com/office/drawing/2014/main" id="{0FD60FD1-8FB8-4907-840F-E5055C1FFE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0" name="Rectangle 43">
                  <a:extLst>
                    <a:ext uri="{FF2B5EF4-FFF2-40B4-BE49-F238E27FC236}">
                      <a16:creationId xmlns:a16="http://schemas.microsoft.com/office/drawing/2014/main" id="{11A5F61B-80E0-4EF4-864C-29B719E27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1" name="Rectangle 44">
                  <a:extLst>
                    <a:ext uri="{FF2B5EF4-FFF2-40B4-BE49-F238E27FC236}">
                      <a16:creationId xmlns:a16="http://schemas.microsoft.com/office/drawing/2014/main" id="{2C7DD725-3BBF-47F7-963E-4A37AAA5E4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2" name="Rectangle 45">
                  <a:extLst>
                    <a:ext uri="{FF2B5EF4-FFF2-40B4-BE49-F238E27FC236}">
                      <a16:creationId xmlns:a16="http://schemas.microsoft.com/office/drawing/2014/main" id="{3B9BA19D-68F8-4F19-913C-FE0053D4CC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3" name="Rectangle 46">
                  <a:extLst>
                    <a:ext uri="{FF2B5EF4-FFF2-40B4-BE49-F238E27FC236}">
                      <a16:creationId xmlns:a16="http://schemas.microsoft.com/office/drawing/2014/main" id="{692B1A67-A853-4300-AD06-D158C2CD10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121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4" name="Rectangle 47">
                  <a:extLst>
                    <a:ext uri="{FF2B5EF4-FFF2-40B4-BE49-F238E27FC236}">
                      <a16:creationId xmlns:a16="http://schemas.microsoft.com/office/drawing/2014/main" id="{87F3553A-787F-47B0-BEDB-F6FAE9CB6E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5" name="Rectangle 48">
                  <a:extLst>
                    <a:ext uri="{FF2B5EF4-FFF2-40B4-BE49-F238E27FC236}">
                      <a16:creationId xmlns:a16="http://schemas.microsoft.com/office/drawing/2014/main" id="{BE8D006E-2F1F-42AA-B451-A1EF00D7E8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6" name="Rectangle 49">
                  <a:extLst>
                    <a:ext uri="{FF2B5EF4-FFF2-40B4-BE49-F238E27FC236}">
                      <a16:creationId xmlns:a16="http://schemas.microsoft.com/office/drawing/2014/main" id="{6D9C83E5-E5F1-4A83-9F43-9DA054EF4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7" name="Rectangle 50">
                  <a:extLst>
                    <a:ext uri="{FF2B5EF4-FFF2-40B4-BE49-F238E27FC236}">
                      <a16:creationId xmlns:a16="http://schemas.microsoft.com/office/drawing/2014/main" id="{983B3535-66F1-47EA-85A8-005DF3D600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8" name="Rectangle 51">
                  <a:extLst>
                    <a:ext uri="{FF2B5EF4-FFF2-40B4-BE49-F238E27FC236}">
                      <a16:creationId xmlns:a16="http://schemas.microsoft.com/office/drawing/2014/main" id="{65A529DB-AE26-446A-8DE3-C01EDDD487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29" name="Rectangle 52">
                  <a:extLst>
                    <a:ext uri="{FF2B5EF4-FFF2-40B4-BE49-F238E27FC236}">
                      <a16:creationId xmlns:a16="http://schemas.microsoft.com/office/drawing/2014/main" id="{651CA94A-544C-4A33-91F2-41AD9E081D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0" name="Rectangle 53">
                  <a:extLst>
                    <a:ext uri="{FF2B5EF4-FFF2-40B4-BE49-F238E27FC236}">
                      <a16:creationId xmlns:a16="http://schemas.microsoft.com/office/drawing/2014/main" id="{F7A18B4A-9DD8-43CF-92F1-30FDB9C387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1" name="Rectangle 54">
                  <a:extLst>
                    <a:ext uri="{FF2B5EF4-FFF2-40B4-BE49-F238E27FC236}">
                      <a16:creationId xmlns:a16="http://schemas.microsoft.com/office/drawing/2014/main" id="{410C9710-13ED-4464-B1CF-E3D73C0BED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2" name="Rectangle 55">
                  <a:extLst>
                    <a:ext uri="{FF2B5EF4-FFF2-40B4-BE49-F238E27FC236}">
                      <a16:creationId xmlns:a16="http://schemas.microsoft.com/office/drawing/2014/main" id="{F0F199F8-AA88-437B-B424-94B63E7F32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3" name="Rectangle 56">
                  <a:extLst>
                    <a:ext uri="{FF2B5EF4-FFF2-40B4-BE49-F238E27FC236}">
                      <a16:creationId xmlns:a16="http://schemas.microsoft.com/office/drawing/2014/main" id="{D343468E-0646-4064-9ECF-1A06718B1D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393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4" name="Rectangle 57">
                  <a:extLst>
                    <a:ext uri="{FF2B5EF4-FFF2-40B4-BE49-F238E27FC236}">
                      <a16:creationId xmlns:a16="http://schemas.microsoft.com/office/drawing/2014/main" id="{09748DB9-5717-436F-A924-8660194FBA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5" name="Rectangle 58">
                  <a:extLst>
                    <a:ext uri="{FF2B5EF4-FFF2-40B4-BE49-F238E27FC236}">
                      <a16:creationId xmlns:a16="http://schemas.microsoft.com/office/drawing/2014/main" id="{4B568476-D222-49D4-AE33-AC49718109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6" name="Rectangle 59">
                  <a:extLst>
                    <a:ext uri="{FF2B5EF4-FFF2-40B4-BE49-F238E27FC236}">
                      <a16:creationId xmlns:a16="http://schemas.microsoft.com/office/drawing/2014/main" id="{CFFE1624-0CC9-4C10-A29B-2E28E88B66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7" name="Rectangle 60">
                  <a:extLst>
                    <a:ext uri="{FF2B5EF4-FFF2-40B4-BE49-F238E27FC236}">
                      <a16:creationId xmlns:a16="http://schemas.microsoft.com/office/drawing/2014/main" id="{63E7313D-DDA9-4616-9CB5-93C5A912A0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8" name="Rectangle 61">
                  <a:extLst>
                    <a:ext uri="{FF2B5EF4-FFF2-40B4-BE49-F238E27FC236}">
                      <a16:creationId xmlns:a16="http://schemas.microsoft.com/office/drawing/2014/main" id="{9A6D276F-367E-4B61-8A5F-C0265CEF51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39" name="Rectangle 62">
                  <a:extLst>
                    <a:ext uri="{FF2B5EF4-FFF2-40B4-BE49-F238E27FC236}">
                      <a16:creationId xmlns:a16="http://schemas.microsoft.com/office/drawing/2014/main" id="{13FADAA3-CEC9-4867-A1BE-E16D842E73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0" name="Rectangle 63">
                  <a:extLst>
                    <a:ext uri="{FF2B5EF4-FFF2-40B4-BE49-F238E27FC236}">
                      <a16:creationId xmlns:a16="http://schemas.microsoft.com/office/drawing/2014/main" id="{DBB20879-0827-4B07-A563-9FF37991E5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1" name="Rectangle 64">
                  <a:extLst>
                    <a:ext uri="{FF2B5EF4-FFF2-40B4-BE49-F238E27FC236}">
                      <a16:creationId xmlns:a16="http://schemas.microsoft.com/office/drawing/2014/main" id="{CE671706-3B0A-4040-9372-A0A2B15C42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2" name="Rectangle 65">
                  <a:extLst>
                    <a:ext uri="{FF2B5EF4-FFF2-40B4-BE49-F238E27FC236}">
                      <a16:creationId xmlns:a16="http://schemas.microsoft.com/office/drawing/2014/main" id="{C35C6DEE-4D77-4C34-912D-CAB55E5427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3" name="Rectangle 66">
                  <a:extLst>
                    <a:ext uri="{FF2B5EF4-FFF2-40B4-BE49-F238E27FC236}">
                      <a16:creationId xmlns:a16="http://schemas.microsoft.com/office/drawing/2014/main" id="{8F9EA733-4A20-4DFA-9F0C-43B44E5C82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665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4" name="Rectangle 67">
                  <a:extLst>
                    <a:ext uri="{FF2B5EF4-FFF2-40B4-BE49-F238E27FC236}">
                      <a16:creationId xmlns:a16="http://schemas.microsoft.com/office/drawing/2014/main" id="{3D2A7530-C408-43C8-85EF-6F1D132F18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5" name="Rectangle 68">
                  <a:extLst>
                    <a:ext uri="{FF2B5EF4-FFF2-40B4-BE49-F238E27FC236}">
                      <a16:creationId xmlns:a16="http://schemas.microsoft.com/office/drawing/2014/main" id="{8B89546A-D70C-45FE-B596-9CD1950F2C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6" name="Rectangle 69">
                  <a:extLst>
                    <a:ext uri="{FF2B5EF4-FFF2-40B4-BE49-F238E27FC236}">
                      <a16:creationId xmlns:a16="http://schemas.microsoft.com/office/drawing/2014/main" id="{57F03166-A549-4252-91D4-2125347CE8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7" name="Rectangle 70">
                  <a:extLst>
                    <a:ext uri="{FF2B5EF4-FFF2-40B4-BE49-F238E27FC236}">
                      <a16:creationId xmlns:a16="http://schemas.microsoft.com/office/drawing/2014/main" id="{59394250-076A-4D4A-80D9-AFDED88C90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8" name="Rectangle 71">
                  <a:extLst>
                    <a:ext uri="{FF2B5EF4-FFF2-40B4-BE49-F238E27FC236}">
                      <a16:creationId xmlns:a16="http://schemas.microsoft.com/office/drawing/2014/main" id="{8B8136A3-E024-44CA-BA50-6F57B95CBC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49" name="Rectangle 72">
                  <a:extLst>
                    <a:ext uri="{FF2B5EF4-FFF2-40B4-BE49-F238E27FC236}">
                      <a16:creationId xmlns:a16="http://schemas.microsoft.com/office/drawing/2014/main" id="{7B01A447-0FA1-4D12-AA1D-3C10D8CDBE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0" name="Rectangle 73">
                  <a:extLst>
                    <a:ext uri="{FF2B5EF4-FFF2-40B4-BE49-F238E27FC236}">
                      <a16:creationId xmlns:a16="http://schemas.microsoft.com/office/drawing/2014/main" id="{2DC4A58B-A399-4690-B1C3-D03DF69C7A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1" name="Rectangle 74">
                  <a:extLst>
                    <a:ext uri="{FF2B5EF4-FFF2-40B4-BE49-F238E27FC236}">
                      <a16:creationId xmlns:a16="http://schemas.microsoft.com/office/drawing/2014/main" id="{D67F2BE1-C076-4AAA-A384-5F4A64838B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2" name="Rectangle 75">
                  <a:extLst>
                    <a:ext uri="{FF2B5EF4-FFF2-40B4-BE49-F238E27FC236}">
                      <a16:creationId xmlns:a16="http://schemas.microsoft.com/office/drawing/2014/main" id="{9F0B29DB-88D3-4E88-99A3-8A405094FA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3" name="Rectangle 76">
                  <a:extLst>
                    <a:ext uri="{FF2B5EF4-FFF2-40B4-BE49-F238E27FC236}">
                      <a16:creationId xmlns:a16="http://schemas.microsoft.com/office/drawing/2014/main" id="{802DFE19-8217-434D-91FE-63D8DBE2F8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937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4" name="Rectangle 77">
                  <a:extLst>
                    <a:ext uri="{FF2B5EF4-FFF2-40B4-BE49-F238E27FC236}">
                      <a16:creationId xmlns:a16="http://schemas.microsoft.com/office/drawing/2014/main" id="{8D36A2C6-B14B-49FA-83BE-574E449953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5" name="Rectangle 78">
                  <a:extLst>
                    <a:ext uri="{FF2B5EF4-FFF2-40B4-BE49-F238E27FC236}">
                      <a16:creationId xmlns:a16="http://schemas.microsoft.com/office/drawing/2014/main" id="{E3BAA0D8-81DA-4F19-94B4-C65E842A1D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6" name="Rectangle 79">
                  <a:extLst>
                    <a:ext uri="{FF2B5EF4-FFF2-40B4-BE49-F238E27FC236}">
                      <a16:creationId xmlns:a16="http://schemas.microsoft.com/office/drawing/2014/main" id="{82AC05BE-9765-4868-A886-1D389AB838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7" name="Rectangle 80">
                  <a:extLst>
                    <a:ext uri="{FF2B5EF4-FFF2-40B4-BE49-F238E27FC236}">
                      <a16:creationId xmlns:a16="http://schemas.microsoft.com/office/drawing/2014/main" id="{924735D9-7F27-4A4E-AC42-EA12CC3918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8" name="Rectangle 81">
                  <a:extLst>
                    <a:ext uri="{FF2B5EF4-FFF2-40B4-BE49-F238E27FC236}">
                      <a16:creationId xmlns:a16="http://schemas.microsoft.com/office/drawing/2014/main" id="{5DC8ECC3-749F-4D23-8F8F-4E9AE35C4B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59" name="Rectangle 82">
                  <a:extLst>
                    <a:ext uri="{FF2B5EF4-FFF2-40B4-BE49-F238E27FC236}">
                      <a16:creationId xmlns:a16="http://schemas.microsoft.com/office/drawing/2014/main" id="{F1DE5A7F-74C2-49CF-B3D0-11861DA3C7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0" name="Rectangle 83">
                  <a:extLst>
                    <a:ext uri="{FF2B5EF4-FFF2-40B4-BE49-F238E27FC236}">
                      <a16:creationId xmlns:a16="http://schemas.microsoft.com/office/drawing/2014/main" id="{A52640E1-7F75-4F99-AF18-0F0C1EB00B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1" name="Rectangle 84">
                  <a:extLst>
                    <a:ext uri="{FF2B5EF4-FFF2-40B4-BE49-F238E27FC236}">
                      <a16:creationId xmlns:a16="http://schemas.microsoft.com/office/drawing/2014/main" id="{B2BD9E37-8330-4800-9C03-B78DED69BD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2" name="Rectangle 85">
                  <a:extLst>
                    <a:ext uri="{FF2B5EF4-FFF2-40B4-BE49-F238E27FC236}">
                      <a16:creationId xmlns:a16="http://schemas.microsoft.com/office/drawing/2014/main" id="{83DC2747-F44F-41ED-BB7A-6751EAF5CB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3" name="Rectangle 86">
                  <a:extLst>
                    <a:ext uri="{FF2B5EF4-FFF2-40B4-BE49-F238E27FC236}">
                      <a16:creationId xmlns:a16="http://schemas.microsoft.com/office/drawing/2014/main" id="{5996629B-28C0-4779-95CD-0C4E2E4CCC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488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4" name="Rectangle 87">
                  <a:extLst>
                    <a:ext uri="{FF2B5EF4-FFF2-40B4-BE49-F238E27FC236}">
                      <a16:creationId xmlns:a16="http://schemas.microsoft.com/office/drawing/2014/main" id="{94A8F47A-9031-4F74-8549-953A3B9CAB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5" name="Rectangle 88">
                  <a:extLst>
                    <a:ext uri="{FF2B5EF4-FFF2-40B4-BE49-F238E27FC236}">
                      <a16:creationId xmlns:a16="http://schemas.microsoft.com/office/drawing/2014/main" id="{AAB5199B-F2ED-4337-AEDA-77AEBF93D9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6" name="Rectangle 89">
                  <a:extLst>
                    <a:ext uri="{FF2B5EF4-FFF2-40B4-BE49-F238E27FC236}">
                      <a16:creationId xmlns:a16="http://schemas.microsoft.com/office/drawing/2014/main" id="{E23E095A-A9C4-4025-AD24-65CD9D3376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7" name="Rectangle 90">
                  <a:extLst>
                    <a:ext uri="{FF2B5EF4-FFF2-40B4-BE49-F238E27FC236}">
                      <a16:creationId xmlns:a16="http://schemas.microsoft.com/office/drawing/2014/main" id="{BA737133-FAB2-4253-B94F-49FE3C84BB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8" name="Rectangle 91">
                  <a:extLst>
                    <a:ext uri="{FF2B5EF4-FFF2-40B4-BE49-F238E27FC236}">
                      <a16:creationId xmlns:a16="http://schemas.microsoft.com/office/drawing/2014/main" id="{0676636F-3A0E-48BA-8AF8-32830D278F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69" name="Rectangle 92">
                  <a:extLst>
                    <a:ext uri="{FF2B5EF4-FFF2-40B4-BE49-F238E27FC236}">
                      <a16:creationId xmlns:a16="http://schemas.microsoft.com/office/drawing/2014/main" id="{6A887245-2D11-4DAF-B0C6-FCA6E72185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0" name="Rectangle 93">
                  <a:extLst>
                    <a:ext uri="{FF2B5EF4-FFF2-40B4-BE49-F238E27FC236}">
                      <a16:creationId xmlns:a16="http://schemas.microsoft.com/office/drawing/2014/main" id="{8DA3762B-230C-452D-86AC-5F5AB916CB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1" name="Rectangle 94">
                  <a:extLst>
                    <a:ext uri="{FF2B5EF4-FFF2-40B4-BE49-F238E27FC236}">
                      <a16:creationId xmlns:a16="http://schemas.microsoft.com/office/drawing/2014/main" id="{3983BDD7-9332-4F62-9906-ADA5CC9A00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2" name="Rectangle 95">
                  <a:extLst>
                    <a:ext uri="{FF2B5EF4-FFF2-40B4-BE49-F238E27FC236}">
                      <a16:creationId xmlns:a16="http://schemas.microsoft.com/office/drawing/2014/main" id="{0B056136-CE66-4CAC-966A-DF5B868BCB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3" name="Rectangle 96">
                  <a:extLst>
                    <a:ext uri="{FF2B5EF4-FFF2-40B4-BE49-F238E27FC236}">
                      <a16:creationId xmlns:a16="http://schemas.microsoft.com/office/drawing/2014/main" id="{9A4C31DC-BC72-4252-992C-E6BF96EB7B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760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4" name="Rectangle 97">
                  <a:extLst>
                    <a:ext uri="{FF2B5EF4-FFF2-40B4-BE49-F238E27FC236}">
                      <a16:creationId xmlns:a16="http://schemas.microsoft.com/office/drawing/2014/main" id="{023F6E4D-C5F2-46E9-92E1-B20B39DA69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5" name="Rectangle 98">
                  <a:extLst>
                    <a:ext uri="{FF2B5EF4-FFF2-40B4-BE49-F238E27FC236}">
                      <a16:creationId xmlns:a16="http://schemas.microsoft.com/office/drawing/2014/main" id="{321B3FBE-1ACB-4FCE-AD67-74A96E4B0A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6" name="Rectangle 99">
                  <a:extLst>
                    <a:ext uri="{FF2B5EF4-FFF2-40B4-BE49-F238E27FC236}">
                      <a16:creationId xmlns:a16="http://schemas.microsoft.com/office/drawing/2014/main" id="{97C5A3D3-DF8B-4FBC-A5A3-FD521D85D1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7" name="Rectangle 100">
                  <a:extLst>
                    <a:ext uri="{FF2B5EF4-FFF2-40B4-BE49-F238E27FC236}">
                      <a16:creationId xmlns:a16="http://schemas.microsoft.com/office/drawing/2014/main" id="{51F1DEA0-EF41-4F41-ABAE-D79606F482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8" name="Rectangle 101">
                  <a:extLst>
                    <a:ext uri="{FF2B5EF4-FFF2-40B4-BE49-F238E27FC236}">
                      <a16:creationId xmlns:a16="http://schemas.microsoft.com/office/drawing/2014/main" id="{020DFAC7-B3EC-497C-B349-37BBE79C79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79" name="Rectangle 115">
                  <a:extLst>
                    <a:ext uri="{FF2B5EF4-FFF2-40B4-BE49-F238E27FC236}">
                      <a16:creationId xmlns:a16="http://schemas.microsoft.com/office/drawing/2014/main" id="{9A4A2A4B-9657-4727-8FDE-E51AA9A0B9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1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0" name="Rectangle 116">
                  <a:extLst>
                    <a:ext uri="{FF2B5EF4-FFF2-40B4-BE49-F238E27FC236}">
                      <a16:creationId xmlns:a16="http://schemas.microsoft.com/office/drawing/2014/main" id="{509F1DAE-B14B-4B52-B070-B39C7E6113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3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1" name="Rectangle 117">
                  <a:extLst>
                    <a:ext uri="{FF2B5EF4-FFF2-40B4-BE49-F238E27FC236}">
                      <a16:creationId xmlns:a16="http://schemas.microsoft.com/office/drawing/2014/main" id="{CC4A3D23-00C0-49B1-8905-2457743E72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5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2" name="Rectangle 118">
                  <a:extLst>
                    <a:ext uri="{FF2B5EF4-FFF2-40B4-BE49-F238E27FC236}">
                      <a16:creationId xmlns:a16="http://schemas.microsoft.com/office/drawing/2014/main" id="{30B6DA53-1FE6-422F-9777-23641FADC7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7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3" name="Rectangle 119">
                  <a:extLst>
                    <a:ext uri="{FF2B5EF4-FFF2-40B4-BE49-F238E27FC236}">
                      <a16:creationId xmlns:a16="http://schemas.microsoft.com/office/drawing/2014/main" id="{704D3E77-3167-4D5A-86A3-B359C5136F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9" y="3209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4" name="Rectangle 120">
                  <a:extLst>
                    <a:ext uri="{FF2B5EF4-FFF2-40B4-BE49-F238E27FC236}">
                      <a16:creationId xmlns:a16="http://schemas.microsoft.com/office/drawing/2014/main" id="{94D18C09-17DE-4565-855C-DB2D6FC9F0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2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5" name="Rectangle 121">
                  <a:extLst>
                    <a:ext uri="{FF2B5EF4-FFF2-40B4-BE49-F238E27FC236}">
                      <a16:creationId xmlns:a16="http://schemas.microsoft.com/office/drawing/2014/main" id="{099788B3-77D9-4483-B34D-C7A6CCC265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4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6" name="Rectangle 122">
                  <a:extLst>
                    <a:ext uri="{FF2B5EF4-FFF2-40B4-BE49-F238E27FC236}">
                      <a16:creationId xmlns:a16="http://schemas.microsoft.com/office/drawing/2014/main" id="{C6D76FF4-A13D-4B88-9E4E-04536DD859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6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7" name="Rectangle 123">
                  <a:extLst>
                    <a:ext uri="{FF2B5EF4-FFF2-40B4-BE49-F238E27FC236}">
                      <a16:creationId xmlns:a16="http://schemas.microsoft.com/office/drawing/2014/main" id="{E6FDFFD9-6E7F-4587-A591-B314BA6853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8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8" name="Rectangle 124">
                  <a:extLst>
                    <a:ext uri="{FF2B5EF4-FFF2-40B4-BE49-F238E27FC236}">
                      <a16:creationId xmlns:a16="http://schemas.microsoft.com/office/drawing/2014/main" id="{9E5ADAA2-9CB3-4D25-BE88-7534957CA7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89" name="Rectangle 125">
                  <a:extLst>
                    <a:ext uri="{FF2B5EF4-FFF2-40B4-BE49-F238E27FC236}">
                      <a16:creationId xmlns:a16="http://schemas.microsoft.com/office/drawing/2014/main" id="{19E8AF2B-0793-4D0B-81BF-4789E51EF2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1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0" name="Rectangle 126">
                  <a:extLst>
                    <a:ext uri="{FF2B5EF4-FFF2-40B4-BE49-F238E27FC236}">
                      <a16:creationId xmlns:a16="http://schemas.microsoft.com/office/drawing/2014/main" id="{330464CC-8A3E-405A-977F-FA6FD7D989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3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1" name="Rectangle 127">
                  <a:extLst>
                    <a:ext uri="{FF2B5EF4-FFF2-40B4-BE49-F238E27FC236}">
                      <a16:creationId xmlns:a16="http://schemas.microsoft.com/office/drawing/2014/main" id="{2CBB24BE-EA6C-45DA-A083-3897D44353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5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2" name="Rectangle 128">
                  <a:extLst>
                    <a:ext uri="{FF2B5EF4-FFF2-40B4-BE49-F238E27FC236}">
                      <a16:creationId xmlns:a16="http://schemas.microsoft.com/office/drawing/2014/main" id="{8C2DDAD5-3E09-4F92-80A0-42302604E1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7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3" name="Rectangle 129">
                  <a:extLst>
                    <a:ext uri="{FF2B5EF4-FFF2-40B4-BE49-F238E27FC236}">
                      <a16:creationId xmlns:a16="http://schemas.microsoft.com/office/drawing/2014/main" id="{6F06E510-2042-4FE2-8088-822AC269A8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9" y="3481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4" name="Rectangle 130">
                  <a:extLst>
                    <a:ext uri="{FF2B5EF4-FFF2-40B4-BE49-F238E27FC236}">
                      <a16:creationId xmlns:a16="http://schemas.microsoft.com/office/drawing/2014/main" id="{46429429-08D6-4104-B3FD-406FFA1B11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2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5" name="Rectangle 131">
                  <a:extLst>
                    <a:ext uri="{FF2B5EF4-FFF2-40B4-BE49-F238E27FC236}">
                      <a16:creationId xmlns:a16="http://schemas.microsoft.com/office/drawing/2014/main" id="{C0899BB1-D005-4066-833D-A48C0442FF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4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6" name="Rectangle 132">
                  <a:extLst>
                    <a:ext uri="{FF2B5EF4-FFF2-40B4-BE49-F238E27FC236}">
                      <a16:creationId xmlns:a16="http://schemas.microsoft.com/office/drawing/2014/main" id="{C9788990-27D2-40F3-AD70-15A7689BD3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6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7" name="Rectangle 133">
                  <a:extLst>
                    <a:ext uri="{FF2B5EF4-FFF2-40B4-BE49-F238E27FC236}">
                      <a16:creationId xmlns:a16="http://schemas.microsoft.com/office/drawing/2014/main" id="{8381403E-FFE9-41B4-AA9D-B13B0C6D0F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8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498" name="Rectangle 134">
                  <a:extLst>
                    <a:ext uri="{FF2B5EF4-FFF2-40B4-BE49-F238E27FC236}">
                      <a16:creationId xmlns:a16="http://schemas.microsoft.com/office/drawing/2014/main" id="{C5E3C6AA-09AD-4921-A0EF-16885AE839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</p:grpSp>
          <p:grpSp>
            <p:nvGrpSpPr>
              <p:cNvPr id="12329" name="Group 180">
                <a:extLst>
                  <a:ext uri="{FF2B5EF4-FFF2-40B4-BE49-F238E27FC236}">
                    <a16:creationId xmlns:a16="http://schemas.microsoft.com/office/drawing/2014/main" id="{0B6C1392-892B-4C9B-B0AF-9341E4C376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6" y="488"/>
                <a:ext cx="545" cy="3265"/>
                <a:chOff x="806" y="584"/>
                <a:chExt cx="545" cy="3265"/>
              </a:xfrm>
            </p:grpSpPr>
            <p:sp>
              <p:nvSpPr>
                <p:cNvPr id="12355" name="Rectangle 156">
                  <a:extLst>
                    <a:ext uri="{FF2B5EF4-FFF2-40B4-BE49-F238E27FC236}">
                      <a16:creationId xmlns:a16="http://schemas.microsoft.com/office/drawing/2014/main" id="{85F332C6-51D5-43FF-8EF9-ACEE60320A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6" name="Rectangle 157">
                  <a:extLst>
                    <a:ext uri="{FF2B5EF4-FFF2-40B4-BE49-F238E27FC236}">
                      <a16:creationId xmlns:a16="http://schemas.microsoft.com/office/drawing/2014/main" id="{3A9181CC-7586-4BC3-ABF9-A7695A774C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7" name="Rectangle 158">
                  <a:extLst>
                    <a:ext uri="{FF2B5EF4-FFF2-40B4-BE49-F238E27FC236}">
                      <a16:creationId xmlns:a16="http://schemas.microsoft.com/office/drawing/2014/main" id="{22BC4790-143A-4460-9AA4-D0997976CA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8" name="Rectangle 159">
                  <a:extLst>
                    <a:ext uri="{FF2B5EF4-FFF2-40B4-BE49-F238E27FC236}">
                      <a16:creationId xmlns:a16="http://schemas.microsoft.com/office/drawing/2014/main" id="{5A496DFC-0CE8-4F69-BFAB-48088136F9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9" name="Rectangle 160">
                  <a:extLst>
                    <a:ext uri="{FF2B5EF4-FFF2-40B4-BE49-F238E27FC236}">
                      <a16:creationId xmlns:a16="http://schemas.microsoft.com/office/drawing/2014/main" id="{8EB61D52-F384-43C1-AA84-D82AF08763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0" name="Rectangle 161">
                  <a:extLst>
                    <a:ext uri="{FF2B5EF4-FFF2-40B4-BE49-F238E27FC236}">
                      <a16:creationId xmlns:a16="http://schemas.microsoft.com/office/drawing/2014/main" id="{C7786282-1895-4A0B-8DFF-79D4D14E15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1" name="Rectangle 162">
                  <a:extLst>
                    <a:ext uri="{FF2B5EF4-FFF2-40B4-BE49-F238E27FC236}">
                      <a16:creationId xmlns:a16="http://schemas.microsoft.com/office/drawing/2014/main" id="{C0386E5B-CEB3-4FDC-B40A-58234000FD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2" name="Rectangle 163">
                  <a:extLst>
                    <a:ext uri="{FF2B5EF4-FFF2-40B4-BE49-F238E27FC236}">
                      <a16:creationId xmlns:a16="http://schemas.microsoft.com/office/drawing/2014/main" id="{4F4B337D-6A79-4F86-9BAD-459CB2835B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3" name="Rectangle 164">
                  <a:extLst>
                    <a:ext uri="{FF2B5EF4-FFF2-40B4-BE49-F238E27FC236}">
                      <a16:creationId xmlns:a16="http://schemas.microsoft.com/office/drawing/2014/main" id="{5C747357-90E8-44DD-BA03-BE43B6FD33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4" name="Rectangle 165">
                  <a:extLst>
                    <a:ext uri="{FF2B5EF4-FFF2-40B4-BE49-F238E27FC236}">
                      <a16:creationId xmlns:a16="http://schemas.microsoft.com/office/drawing/2014/main" id="{F133EB12-699F-41B2-9FBE-F17EF1EE2D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5" name="Rectangle 166">
                  <a:extLst>
                    <a:ext uri="{FF2B5EF4-FFF2-40B4-BE49-F238E27FC236}">
                      <a16:creationId xmlns:a16="http://schemas.microsoft.com/office/drawing/2014/main" id="{58756EE9-91AD-42F7-A284-0DE5DBBE8D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6" name="Rectangle 167">
                  <a:extLst>
                    <a:ext uri="{FF2B5EF4-FFF2-40B4-BE49-F238E27FC236}">
                      <a16:creationId xmlns:a16="http://schemas.microsoft.com/office/drawing/2014/main" id="{4FA389A9-2897-4262-8F65-AE478B39F0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7" name="Rectangle 168">
                  <a:extLst>
                    <a:ext uri="{FF2B5EF4-FFF2-40B4-BE49-F238E27FC236}">
                      <a16:creationId xmlns:a16="http://schemas.microsoft.com/office/drawing/2014/main" id="{44945A3D-11BD-48F6-A0A6-E684F05FB6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8" name="Rectangle 169">
                  <a:extLst>
                    <a:ext uri="{FF2B5EF4-FFF2-40B4-BE49-F238E27FC236}">
                      <a16:creationId xmlns:a16="http://schemas.microsoft.com/office/drawing/2014/main" id="{93C8FBD0-A56E-4C00-B25B-5BDFB53B8C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69" name="Rectangle 170">
                  <a:extLst>
                    <a:ext uri="{FF2B5EF4-FFF2-40B4-BE49-F238E27FC236}">
                      <a16:creationId xmlns:a16="http://schemas.microsoft.com/office/drawing/2014/main" id="{C2B6C549-5B90-41CC-8408-302E75865C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0" name="Rectangle 171">
                  <a:extLst>
                    <a:ext uri="{FF2B5EF4-FFF2-40B4-BE49-F238E27FC236}">
                      <a16:creationId xmlns:a16="http://schemas.microsoft.com/office/drawing/2014/main" id="{800F458E-BBB4-4C2C-B0DC-F91190C70A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1" name="Rectangle 172">
                  <a:extLst>
                    <a:ext uri="{FF2B5EF4-FFF2-40B4-BE49-F238E27FC236}">
                      <a16:creationId xmlns:a16="http://schemas.microsoft.com/office/drawing/2014/main" id="{CB6C7ED3-56C4-498B-82A3-A46B6BB1EF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2" name="Rectangle 173">
                  <a:extLst>
                    <a:ext uri="{FF2B5EF4-FFF2-40B4-BE49-F238E27FC236}">
                      <a16:creationId xmlns:a16="http://schemas.microsoft.com/office/drawing/2014/main" id="{6F249647-40C6-43F5-8404-EDBDAED369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3" name="Rectangle 174">
                  <a:extLst>
                    <a:ext uri="{FF2B5EF4-FFF2-40B4-BE49-F238E27FC236}">
                      <a16:creationId xmlns:a16="http://schemas.microsoft.com/office/drawing/2014/main" id="{DCD2CD5E-F9D2-4DD1-A221-B601DDF9FE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4" name="Rectangle 175">
                  <a:extLst>
                    <a:ext uri="{FF2B5EF4-FFF2-40B4-BE49-F238E27FC236}">
                      <a16:creationId xmlns:a16="http://schemas.microsoft.com/office/drawing/2014/main" id="{707EDF0A-D47A-479A-B8C4-C02C35421D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5" name="Rectangle 176">
                  <a:extLst>
                    <a:ext uri="{FF2B5EF4-FFF2-40B4-BE49-F238E27FC236}">
                      <a16:creationId xmlns:a16="http://schemas.microsoft.com/office/drawing/2014/main" id="{A5CAE2D3-4587-418C-A279-583D91318D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6" name="Rectangle 177">
                  <a:extLst>
                    <a:ext uri="{FF2B5EF4-FFF2-40B4-BE49-F238E27FC236}">
                      <a16:creationId xmlns:a16="http://schemas.microsoft.com/office/drawing/2014/main" id="{D29F89D3-2799-4805-8BCF-DACE4BF124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7" name="Rectangle 178">
                  <a:extLst>
                    <a:ext uri="{FF2B5EF4-FFF2-40B4-BE49-F238E27FC236}">
                      <a16:creationId xmlns:a16="http://schemas.microsoft.com/office/drawing/2014/main" id="{20B7461D-999F-41F0-A253-6D61E267F6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78" name="Rectangle 179">
                  <a:extLst>
                    <a:ext uri="{FF2B5EF4-FFF2-40B4-BE49-F238E27FC236}">
                      <a16:creationId xmlns:a16="http://schemas.microsoft.com/office/drawing/2014/main" id="{21F156D4-F9D4-42BA-8109-22ED674F06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</p:grpSp>
          <p:grpSp>
            <p:nvGrpSpPr>
              <p:cNvPr id="12330" name="Group 182">
                <a:extLst>
                  <a:ext uri="{FF2B5EF4-FFF2-40B4-BE49-F238E27FC236}">
                    <a16:creationId xmlns:a16="http://schemas.microsoft.com/office/drawing/2014/main" id="{1D93BF84-49CD-4137-8355-61166163FF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32" y="488"/>
                <a:ext cx="545" cy="3265"/>
                <a:chOff x="806" y="584"/>
                <a:chExt cx="545" cy="3265"/>
              </a:xfrm>
            </p:grpSpPr>
            <p:sp>
              <p:nvSpPr>
                <p:cNvPr id="12331" name="Rectangle 183">
                  <a:extLst>
                    <a:ext uri="{FF2B5EF4-FFF2-40B4-BE49-F238E27FC236}">
                      <a16:creationId xmlns:a16="http://schemas.microsoft.com/office/drawing/2014/main" id="{DAEA83C5-F0B3-48D6-B7FD-0E6D0B19FC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32" name="Rectangle 184">
                  <a:extLst>
                    <a:ext uri="{FF2B5EF4-FFF2-40B4-BE49-F238E27FC236}">
                      <a16:creationId xmlns:a16="http://schemas.microsoft.com/office/drawing/2014/main" id="{380E712C-0DEB-413F-9F2F-D3908969D5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33" name="Rectangle 185">
                  <a:extLst>
                    <a:ext uri="{FF2B5EF4-FFF2-40B4-BE49-F238E27FC236}">
                      <a16:creationId xmlns:a16="http://schemas.microsoft.com/office/drawing/2014/main" id="{768DBDB1-3041-4BA4-85CC-8C2BCED880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34" name="Rectangle 186">
                  <a:extLst>
                    <a:ext uri="{FF2B5EF4-FFF2-40B4-BE49-F238E27FC236}">
                      <a16:creationId xmlns:a16="http://schemas.microsoft.com/office/drawing/2014/main" id="{E1D758F9-8077-46CB-BDDA-8A0C2DB7F9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35" name="Rectangle 187">
                  <a:extLst>
                    <a:ext uri="{FF2B5EF4-FFF2-40B4-BE49-F238E27FC236}">
                      <a16:creationId xmlns:a16="http://schemas.microsoft.com/office/drawing/2014/main" id="{EE3B1A7A-BD28-4D0C-B08A-63D837ECD2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36" name="Rectangle 188">
                  <a:extLst>
                    <a:ext uri="{FF2B5EF4-FFF2-40B4-BE49-F238E27FC236}">
                      <a16:creationId xmlns:a16="http://schemas.microsoft.com/office/drawing/2014/main" id="{312FE4C9-207F-476D-A271-BF69CA2A90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37" name="Rectangle 189">
                  <a:extLst>
                    <a:ext uri="{FF2B5EF4-FFF2-40B4-BE49-F238E27FC236}">
                      <a16:creationId xmlns:a16="http://schemas.microsoft.com/office/drawing/2014/main" id="{BFF3EFF6-D60D-439D-A1C0-01F699D025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38" name="Rectangle 190">
                  <a:extLst>
                    <a:ext uri="{FF2B5EF4-FFF2-40B4-BE49-F238E27FC236}">
                      <a16:creationId xmlns:a16="http://schemas.microsoft.com/office/drawing/2014/main" id="{8969022C-5625-43C2-B1A5-C6F3CE63D1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39" name="Rectangle 191">
                  <a:extLst>
                    <a:ext uri="{FF2B5EF4-FFF2-40B4-BE49-F238E27FC236}">
                      <a16:creationId xmlns:a16="http://schemas.microsoft.com/office/drawing/2014/main" id="{75C0DDFA-F60D-4439-AC72-3ED96B8705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0" name="Rectangle 192">
                  <a:extLst>
                    <a:ext uri="{FF2B5EF4-FFF2-40B4-BE49-F238E27FC236}">
                      <a16:creationId xmlns:a16="http://schemas.microsoft.com/office/drawing/2014/main" id="{04DD6CEC-ABB2-4E20-A4C8-4E6F9956A7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1" name="Rectangle 193">
                  <a:extLst>
                    <a:ext uri="{FF2B5EF4-FFF2-40B4-BE49-F238E27FC236}">
                      <a16:creationId xmlns:a16="http://schemas.microsoft.com/office/drawing/2014/main" id="{B57B7F85-447E-4149-97E7-9D307A7D58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2" name="Rectangle 194">
                  <a:extLst>
                    <a:ext uri="{FF2B5EF4-FFF2-40B4-BE49-F238E27FC236}">
                      <a16:creationId xmlns:a16="http://schemas.microsoft.com/office/drawing/2014/main" id="{6882711F-14C2-4053-A487-4C35702661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3" name="Rectangle 195">
                  <a:extLst>
                    <a:ext uri="{FF2B5EF4-FFF2-40B4-BE49-F238E27FC236}">
                      <a16:creationId xmlns:a16="http://schemas.microsoft.com/office/drawing/2014/main" id="{29292C40-6C01-406A-B450-620A708B3D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4" name="Rectangle 196">
                  <a:extLst>
                    <a:ext uri="{FF2B5EF4-FFF2-40B4-BE49-F238E27FC236}">
                      <a16:creationId xmlns:a16="http://schemas.microsoft.com/office/drawing/2014/main" id="{4168BFBE-BAA4-4B4D-BAB7-0C369EAB4D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5" name="Rectangle 197">
                  <a:extLst>
                    <a:ext uri="{FF2B5EF4-FFF2-40B4-BE49-F238E27FC236}">
                      <a16:creationId xmlns:a16="http://schemas.microsoft.com/office/drawing/2014/main" id="{4442A482-5ADA-438A-B671-DE61233564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6" name="Rectangle 198">
                  <a:extLst>
                    <a:ext uri="{FF2B5EF4-FFF2-40B4-BE49-F238E27FC236}">
                      <a16:creationId xmlns:a16="http://schemas.microsoft.com/office/drawing/2014/main" id="{F7FD0315-178E-45D3-BDE7-8A41A05CF5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7" name="Rectangle 199">
                  <a:extLst>
                    <a:ext uri="{FF2B5EF4-FFF2-40B4-BE49-F238E27FC236}">
                      <a16:creationId xmlns:a16="http://schemas.microsoft.com/office/drawing/2014/main" id="{C9422F70-547D-4817-8A75-96F2A807C4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8" name="Rectangle 200">
                  <a:extLst>
                    <a:ext uri="{FF2B5EF4-FFF2-40B4-BE49-F238E27FC236}">
                      <a16:creationId xmlns:a16="http://schemas.microsoft.com/office/drawing/2014/main" id="{FE2A6441-5D9B-460D-8797-A700033738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49" name="Rectangle 201">
                  <a:extLst>
                    <a:ext uri="{FF2B5EF4-FFF2-40B4-BE49-F238E27FC236}">
                      <a16:creationId xmlns:a16="http://schemas.microsoft.com/office/drawing/2014/main" id="{601C9EEE-BA81-460B-9F6D-28BED39435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0" name="Rectangle 202">
                  <a:extLst>
                    <a:ext uri="{FF2B5EF4-FFF2-40B4-BE49-F238E27FC236}">
                      <a16:creationId xmlns:a16="http://schemas.microsoft.com/office/drawing/2014/main" id="{C1BA3DF2-5C1B-4CA8-8A63-E98373E84C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1" name="Rectangle 203">
                  <a:extLst>
                    <a:ext uri="{FF2B5EF4-FFF2-40B4-BE49-F238E27FC236}">
                      <a16:creationId xmlns:a16="http://schemas.microsoft.com/office/drawing/2014/main" id="{1CD7288C-703E-4F63-BF9E-2C7D7DA49A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2" name="Rectangle 204">
                  <a:extLst>
                    <a:ext uri="{FF2B5EF4-FFF2-40B4-BE49-F238E27FC236}">
                      <a16:creationId xmlns:a16="http://schemas.microsoft.com/office/drawing/2014/main" id="{1180AF39-C3E6-429F-A968-7A23240444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3" name="Rectangle 205">
                  <a:extLst>
                    <a:ext uri="{FF2B5EF4-FFF2-40B4-BE49-F238E27FC236}">
                      <a16:creationId xmlns:a16="http://schemas.microsoft.com/office/drawing/2014/main" id="{0044C82E-1975-42F1-B30A-8D24773BE2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  <p:sp>
              <p:nvSpPr>
                <p:cNvPr id="12354" name="Rectangle 206">
                  <a:extLst>
                    <a:ext uri="{FF2B5EF4-FFF2-40B4-BE49-F238E27FC236}">
                      <a16:creationId xmlns:a16="http://schemas.microsoft.com/office/drawing/2014/main" id="{D7334644-A849-453F-8E20-9B718D4691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GB" alt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7" name="Text Box 40">
            <a:extLst>
              <a:ext uri="{FF2B5EF4-FFF2-40B4-BE49-F238E27FC236}">
                <a16:creationId xmlns:a16="http://schemas.microsoft.com/office/drawing/2014/main" id="{47AC34A7-F816-4C81-92A6-4E030766A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0800" y="939800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EXAMPLES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13338" name="TextBox 41">
            <a:extLst>
              <a:ext uri="{FF2B5EF4-FFF2-40B4-BE49-F238E27FC236}">
                <a16:creationId xmlns:a16="http://schemas.microsoft.com/office/drawing/2014/main" id="{2AC5CC04-DBC1-4B6E-AA73-D94AB462C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1557338"/>
            <a:ext cx="2219325" cy="2554287"/>
          </a:xfrm>
          <a:prstGeom prst="rect">
            <a:avLst/>
          </a:prstGeom>
          <a:solidFill>
            <a:srgbClr val="00B050">
              <a:alpha val="12157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 u="sng">
                <a:solidFill>
                  <a:srgbClr val="FF0000"/>
                </a:solidFill>
              </a:rPr>
              <a:t>TASK</a:t>
            </a:r>
          </a:p>
          <a:p>
            <a:pPr algn="ctr" eaLnBrk="1" hangingPunct="1"/>
            <a:r>
              <a:rPr lang="en-US" altLang="en-US" sz="2000"/>
              <a:t>Show that the hexagon tessellates by drawing on at least six more hexagons on the grid.</a:t>
            </a:r>
          </a:p>
        </p:txBody>
      </p:sp>
      <p:sp>
        <p:nvSpPr>
          <p:cNvPr id="13339" name="TextBox 3">
            <a:extLst>
              <a:ext uri="{FF2B5EF4-FFF2-40B4-BE49-F238E27FC236}">
                <a16:creationId xmlns:a16="http://schemas.microsoft.com/office/drawing/2014/main" id="{487E08C9-C341-4090-96E3-2ACA358B1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0" y="1385888"/>
            <a:ext cx="571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2)</a:t>
            </a:r>
          </a:p>
        </p:txBody>
      </p:sp>
      <p:sp>
        <p:nvSpPr>
          <p:cNvPr id="13340" name="Title 1">
            <a:extLst>
              <a:ext uri="{FF2B5EF4-FFF2-40B4-BE49-F238E27FC236}">
                <a16:creationId xmlns:a16="http://schemas.microsoft.com/office/drawing/2014/main" id="{18A5398F-765A-424F-9B51-6B60E46174BC}"/>
              </a:ext>
            </a:extLst>
          </p:cNvPr>
          <p:cNvSpPr txBox="1">
            <a:spLocks/>
          </p:cNvSpPr>
          <p:nvPr/>
        </p:nvSpPr>
        <p:spPr bwMode="auto">
          <a:xfrm>
            <a:off x="-541338" y="476250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chemeClr val="tx2"/>
                </a:solidFill>
              </a:rPr>
              <a:t>TESSELLATIONS </a:t>
            </a:r>
            <a:endParaRPr lang="en-GB" altLang="en-US" sz="2800">
              <a:solidFill>
                <a:schemeClr val="tx2"/>
              </a:solidFill>
            </a:endParaRPr>
          </a:p>
        </p:txBody>
      </p:sp>
      <p:grpSp>
        <p:nvGrpSpPr>
          <p:cNvPr id="13341" name="Group 204">
            <a:extLst>
              <a:ext uri="{FF2B5EF4-FFF2-40B4-BE49-F238E27FC236}">
                <a16:creationId xmlns:a16="http://schemas.microsoft.com/office/drawing/2014/main" id="{0A7BB1E7-94F8-4D62-A9AC-F5EE4890AB28}"/>
              </a:ext>
            </a:extLst>
          </p:cNvPr>
          <p:cNvGrpSpPr>
            <a:grpSpLocks/>
          </p:cNvGrpSpPr>
          <p:nvPr/>
        </p:nvGrpSpPr>
        <p:grpSpPr bwMode="auto">
          <a:xfrm>
            <a:off x="377825" y="1522413"/>
            <a:ext cx="6049963" cy="5183187"/>
            <a:chOff x="238" y="620"/>
            <a:chExt cx="3811" cy="3265"/>
          </a:xfrm>
        </p:grpSpPr>
        <p:grpSp>
          <p:nvGrpSpPr>
            <p:cNvPr id="13348" name="Group 14">
              <a:extLst>
                <a:ext uri="{FF2B5EF4-FFF2-40B4-BE49-F238E27FC236}">
                  <a16:creationId xmlns:a16="http://schemas.microsoft.com/office/drawing/2014/main" id="{474C081C-EA8C-4C15-A290-077878998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" y="620"/>
              <a:ext cx="3811" cy="3265"/>
              <a:chOff x="166" y="488"/>
              <a:chExt cx="3811" cy="3265"/>
            </a:xfrm>
          </p:grpSpPr>
          <p:grpSp>
            <p:nvGrpSpPr>
              <p:cNvPr id="13350" name="Group 15">
                <a:extLst>
                  <a:ext uri="{FF2B5EF4-FFF2-40B4-BE49-F238E27FC236}">
                    <a16:creationId xmlns:a16="http://schemas.microsoft.com/office/drawing/2014/main" id="{160E741F-F6CC-4D6D-A287-1D5BC43DD5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0" y="488"/>
                <a:ext cx="2722" cy="3265"/>
                <a:chOff x="710" y="488"/>
                <a:chExt cx="2722" cy="3265"/>
              </a:xfrm>
            </p:grpSpPr>
            <p:sp>
              <p:nvSpPr>
                <p:cNvPr id="304" name="Rectangle 16">
                  <a:extLst>
                    <a:ext uri="{FF2B5EF4-FFF2-40B4-BE49-F238E27FC236}">
                      <a16:creationId xmlns:a16="http://schemas.microsoft.com/office/drawing/2014/main" id="{7FD57E28-EE61-4EFC-930D-6910A746DB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5" name="Rectangle 17">
                  <a:extLst>
                    <a:ext uri="{FF2B5EF4-FFF2-40B4-BE49-F238E27FC236}">
                      <a16:creationId xmlns:a16="http://schemas.microsoft.com/office/drawing/2014/main" id="{A1EDFAE4-FDEB-410C-9134-F7385D2D46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6" name="Rectangle 18">
                  <a:extLst>
                    <a:ext uri="{FF2B5EF4-FFF2-40B4-BE49-F238E27FC236}">
                      <a16:creationId xmlns:a16="http://schemas.microsoft.com/office/drawing/2014/main" id="{12F39641-D284-455F-9896-24224E3CAF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7" name="Rectangle 19">
                  <a:extLst>
                    <a:ext uri="{FF2B5EF4-FFF2-40B4-BE49-F238E27FC236}">
                      <a16:creationId xmlns:a16="http://schemas.microsoft.com/office/drawing/2014/main" id="{B72966D0-A454-4C67-850E-89106A1808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8" name="Rectangle 20">
                  <a:extLst>
                    <a:ext uri="{FF2B5EF4-FFF2-40B4-BE49-F238E27FC236}">
                      <a16:creationId xmlns:a16="http://schemas.microsoft.com/office/drawing/2014/main" id="{AF917652-C025-48B0-B938-0249D2C7BD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032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9" name="Rectangle 21">
                  <a:extLst>
                    <a:ext uri="{FF2B5EF4-FFF2-40B4-BE49-F238E27FC236}">
                      <a16:creationId xmlns:a16="http://schemas.microsoft.com/office/drawing/2014/main" id="{8B47A474-E2F3-47D2-AE4D-79F247FC60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0" name="Rectangle 22">
                  <a:extLst>
                    <a:ext uri="{FF2B5EF4-FFF2-40B4-BE49-F238E27FC236}">
                      <a16:creationId xmlns:a16="http://schemas.microsoft.com/office/drawing/2014/main" id="{35D6DB35-0C73-46A6-B379-A7887FFE29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1" name="Rectangle 23">
                  <a:extLst>
                    <a:ext uri="{FF2B5EF4-FFF2-40B4-BE49-F238E27FC236}">
                      <a16:creationId xmlns:a16="http://schemas.microsoft.com/office/drawing/2014/main" id="{13112275-A507-4146-9615-53C774E1F7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2" name="Rectangle 24">
                  <a:extLst>
                    <a:ext uri="{FF2B5EF4-FFF2-40B4-BE49-F238E27FC236}">
                      <a16:creationId xmlns:a16="http://schemas.microsoft.com/office/drawing/2014/main" id="{FA14FE2F-F58A-4D7C-B4B2-D10FF9593D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3" name="Rectangle 25">
                  <a:extLst>
                    <a:ext uri="{FF2B5EF4-FFF2-40B4-BE49-F238E27FC236}">
                      <a16:creationId xmlns:a16="http://schemas.microsoft.com/office/drawing/2014/main" id="{94459AE3-1D8D-428B-A3E7-20E56CF70D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4" name="Rectangle 26">
                  <a:extLst>
                    <a:ext uri="{FF2B5EF4-FFF2-40B4-BE49-F238E27FC236}">
                      <a16:creationId xmlns:a16="http://schemas.microsoft.com/office/drawing/2014/main" id="{E8714ABF-E462-4E65-B55D-5A1D6FD87C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5" name="Rectangle 27">
                  <a:extLst>
                    <a:ext uri="{FF2B5EF4-FFF2-40B4-BE49-F238E27FC236}">
                      <a16:creationId xmlns:a16="http://schemas.microsoft.com/office/drawing/2014/main" id="{83B8C0AD-884E-4B97-A99E-B950693F14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6" name="Rectangle 28">
                  <a:extLst>
                    <a:ext uri="{FF2B5EF4-FFF2-40B4-BE49-F238E27FC236}">
                      <a16:creationId xmlns:a16="http://schemas.microsoft.com/office/drawing/2014/main" id="{9171E3F0-31DB-477A-A6DC-54F20923FE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7" name="Rectangle 29">
                  <a:extLst>
                    <a:ext uri="{FF2B5EF4-FFF2-40B4-BE49-F238E27FC236}">
                      <a16:creationId xmlns:a16="http://schemas.microsoft.com/office/drawing/2014/main" id="{FF1AB0FF-5BFB-4E2A-80E2-27512EDABD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8" name="Rectangle 30">
                  <a:extLst>
                    <a:ext uri="{FF2B5EF4-FFF2-40B4-BE49-F238E27FC236}">
                      <a16:creationId xmlns:a16="http://schemas.microsoft.com/office/drawing/2014/main" id="{ED09065E-EABD-431D-A673-84E57B8DA9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304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19" name="Rectangle 31">
                  <a:extLst>
                    <a:ext uri="{FF2B5EF4-FFF2-40B4-BE49-F238E27FC236}">
                      <a16:creationId xmlns:a16="http://schemas.microsoft.com/office/drawing/2014/main" id="{E999B126-AA62-42E0-9F85-35F646F8E2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0" name="Rectangle 32">
                  <a:extLst>
                    <a:ext uri="{FF2B5EF4-FFF2-40B4-BE49-F238E27FC236}">
                      <a16:creationId xmlns:a16="http://schemas.microsoft.com/office/drawing/2014/main" id="{3FBBB4F8-31D1-4B72-82BE-CB11FD2F7F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1" name="Rectangle 33">
                  <a:extLst>
                    <a:ext uri="{FF2B5EF4-FFF2-40B4-BE49-F238E27FC236}">
                      <a16:creationId xmlns:a16="http://schemas.microsoft.com/office/drawing/2014/main" id="{52C4B007-8DE0-43C6-A528-A542BF89EA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2" name="Rectangle 34">
                  <a:extLst>
                    <a:ext uri="{FF2B5EF4-FFF2-40B4-BE49-F238E27FC236}">
                      <a16:creationId xmlns:a16="http://schemas.microsoft.com/office/drawing/2014/main" id="{6FA85EF2-B01F-4DAB-A598-AD7EFE2110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3" name="Rectangle 35">
                  <a:extLst>
                    <a:ext uri="{FF2B5EF4-FFF2-40B4-BE49-F238E27FC236}">
                      <a16:creationId xmlns:a16="http://schemas.microsoft.com/office/drawing/2014/main" id="{A5DD66CE-4AC3-4DB0-A778-911CCE9D88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4" name="Rectangle 36">
                  <a:extLst>
                    <a:ext uri="{FF2B5EF4-FFF2-40B4-BE49-F238E27FC236}">
                      <a16:creationId xmlns:a16="http://schemas.microsoft.com/office/drawing/2014/main" id="{34E72764-FED4-4799-BC22-812095DB0D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5" name="Rectangle 37">
                  <a:extLst>
                    <a:ext uri="{FF2B5EF4-FFF2-40B4-BE49-F238E27FC236}">
                      <a16:creationId xmlns:a16="http://schemas.microsoft.com/office/drawing/2014/main" id="{E4885F61-E38B-4A88-B01D-B921E80CA9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6" name="Rectangle 38">
                  <a:extLst>
                    <a:ext uri="{FF2B5EF4-FFF2-40B4-BE49-F238E27FC236}">
                      <a16:creationId xmlns:a16="http://schemas.microsoft.com/office/drawing/2014/main" id="{B6385619-A955-448F-8F47-F2E6CFD84B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7" name="Rectangle 39">
                  <a:extLst>
                    <a:ext uri="{FF2B5EF4-FFF2-40B4-BE49-F238E27FC236}">
                      <a16:creationId xmlns:a16="http://schemas.microsoft.com/office/drawing/2014/main" id="{571B05FE-D643-4252-8DDD-F22BBB5B53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8" name="Rectangle 40">
                  <a:extLst>
                    <a:ext uri="{FF2B5EF4-FFF2-40B4-BE49-F238E27FC236}">
                      <a16:creationId xmlns:a16="http://schemas.microsoft.com/office/drawing/2014/main" id="{46E471AD-5F2C-45F1-A438-9767AF5EDB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576"/>
                  <a:ext cx="273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29" name="Rectangle 41">
                  <a:extLst>
                    <a:ext uri="{FF2B5EF4-FFF2-40B4-BE49-F238E27FC236}">
                      <a16:creationId xmlns:a16="http://schemas.microsoft.com/office/drawing/2014/main" id="{51F9D763-321D-4818-96D9-1354B54A5B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0" name="Rectangle 42">
                  <a:extLst>
                    <a:ext uri="{FF2B5EF4-FFF2-40B4-BE49-F238E27FC236}">
                      <a16:creationId xmlns:a16="http://schemas.microsoft.com/office/drawing/2014/main" id="{C96C5999-0F53-451C-AA16-0116CCA4B1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1" name="Rectangle 43">
                  <a:extLst>
                    <a:ext uri="{FF2B5EF4-FFF2-40B4-BE49-F238E27FC236}">
                      <a16:creationId xmlns:a16="http://schemas.microsoft.com/office/drawing/2014/main" id="{E2EF4A1A-CA9E-4C77-8B6E-3A1FC7315A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2" name="Rectangle 44">
                  <a:extLst>
                    <a:ext uri="{FF2B5EF4-FFF2-40B4-BE49-F238E27FC236}">
                      <a16:creationId xmlns:a16="http://schemas.microsoft.com/office/drawing/2014/main" id="{36822267-6C07-49AE-BBA8-7E1BD0CDFF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3" name="Rectangle 45">
                  <a:extLst>
                    <a:ext uri="{FF2B5EF4-FFF2-40B4-BE49-F238E27FC236}">
                      <a16:creationId xmlns:a16="http://schemas.microsoft.com/office/drawing/2014/main" id="{39AE68F3-6F26-4994-A281-91FD4D756F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4" name="Rectangle 46">
                  <a:extLst>
                    <a:ext uri="{FF2B5EF4-FFF2-40B4-BE49-F238E27FC236}">
                      <a16:creationId xmlns:a16="http://schemas.microsoft.com/office/drawing/2014/main" id="{C33EAAA1-EE09-4330-8DA0-FC07DA54DD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5" name="Rectangle 47">
                  <a:extLst>
                    <a:ext uri="{FF2B5EF4-FFF2-40B4-BE49-F238E27FC236}">
                      <a16:creationId xmlns:a16="http://schemas.microsoft.com/office/drawing/2014/main" id="{DD73F7E7-107C-4123-8322-A62D9A2CC2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6" name="Rectangle 48">
                  <a:extLst>
                    <a:ext uri="{FF2B5EF4-FFF2-40B4-BE49-F238E27FC236}">
                      <a16:creationId xmlns:a16="http://schemas.microsoft.com/office/drawing/2014/main" id="{63E84103-3CC1-4B4E-8D1E-79CE100519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7" name="Rectangle 49">
                  <a:extLst>
                    <a:ext uri="{FF2B5EF4-FFF2-40B4-BE49-F238E27FC236}">
                      <a16:creationId xmlns:a16="http://schemas.microsoft.com/office/drawing/2014/main" id="{1EA9A328-6E64-429C-A1A4-EA67B8520C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8" name="Rectangle 50">
                  <a:extLst>
                    <a:ext uri="{FF2B5EF4-FFF2-40B4-BE49-F238E27FC236}">
                      <a16:creationId xmlns:a16="http://schemas.microsoft.com/office/drawing/2014/main" id="{1CD51CAC-7673-44F7-A1D8-BDFD2C59ED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849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39" name="Rectangle 51">
                  <a:extLst>
                    <a:ext uri="{FF2B5EF4-FFF2-40B4-BE49-F238E27FC236}">
                      <a16:creationId xmlns:a16="http://schemas.microsoft.com/office/drawing/2014/main" id="{AE990992-FC3E-429A-B403-296335F6F5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0" name="Rectangle 52">
                  <a:extLst>
                    <a:ext uri="{FF2B5EF4-FFF2-40B4-BE49-F238E27FC236}">
                      <a16:creationId xmlns:a16="http://schemas.microsoft.com/office/drawing/2014/main" id="{8747F863-18F0-4547-B22E-13D3D688DC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1" name="Rectangle 53">
                  <a:extLst>
                    <a:ext uri="{FF2B5EF4-FFF2-40B4-BE49-F238E27FC236}">
                      <a16:creationId xmlns:a16="http://schemas.microsoft.com/office/drawing/2014/main" id="{666543AB-374C-4986-AB48-6FBA1BA1EC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2" name="Rectangle 54">
                  <a:extLst>
                    <a:ext uri="{FF2B5EF4-FFF2-40B4-BE49-F238E27FC236}">
                      <a16:creationId xmlns:a16="http://schemas.microsoft.com/office/drawing/2014/main" id="{F37030AF-A9AF-4A6F-B61B-A355F72849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3" name="Rectangle 55">
                  <a:extLst>
                    <a:ext uri="{FF2B5EF4-FFF2-40B4-BE49-F238E27FC236}">
                      <a16:creationId xmlns:a16="http://schemas.microsoft.com/office/drawing/2014/main" id="{1126B615-C135-43DB-AEDF-3DD9DEFA04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4" name="Rectangle 56">
                  <a:extLst>
                    <a:ext uri="{FF2B5EF4-FFF2-40B4-BE49-F238E27FC236}">
                      <a16:creationId xmlns:a16="http://schemas.microsoft.com/office/drawing/2014/main" id="{EF990164-F1DD-4501-8643-DA8255CEF6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5" name="Rectangle 57">
                  <a:extLst>
                    <a:ext uri="{FF2B5EF4-FFF2-40B4-BE49-F238E27FC236}">
                      <a16:creationId xmlns:a16="http://schemas.microsoft.com/office/drawing/2014/main" id="{673E5027-6247-4722-A5FE-178BFDFE82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6" name="Rectangle 58">
                  <a:extLst>
                    <a:ext uri="{FF2B5EF4-FFF2-40B4-BE49-F238E27FC236}">
                      <a16:creationId xmlns:a16="http://schemas.microsoft.com/office/drawing/2014/main" id="{6A0866BA-75A6-4136-B97E-891A13CA98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7" name="Rectangle 59">
                  <a:extLst>
                    <a:ext uri="{FF2B5EF4-FFF2-40B4-BE49-F238E27FC236}">
                      <a16:creationId xmlns:a16="http://schemas.microsoft.com/office/drawing/2014/main" id="{8FBCFD16-FB75-4531-9BD3-B95AC5F431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8" name="Rectangle 60">
                  <a:extLst>
                    <a:ext uri="{FF2B5EF4-FFF2-40B4-BE49-F238E27FC236}">
                      <a16:creationId xmlns:a16="http://schemas.microsoft.com/office/drawing/2014/main" id="{8865740E-16A8-429A-BAEB-81E404DEA9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121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49" name="Rectangle 61">
                  <a:extLst>
                    <a:ext uri="{FF2B5EF4-FFF2-40B4-BE49-F238E27FC236}">
                      <a16:creationId xmlns:a16="http://schemas.microsoft.com/office/drawing/2014/main" id="{AAED831D-B5CF-43E5-A055-57681C1014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0" name="Rectangle 62">
                  <a:extLst>
                    <a:ext uri="{FF2B5EF4-FFF2-40B4-BE49-F238E27FC236}">
                      <a16:creationId xmlns:a16="http://schemas.microsoft.com/office/drawing/2014/main" id="{BF9A02A9-6935-488B-B331-352C8B4852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1" name="Rectangle 63">
                  <a:extLst>
                    <a:ext uri="{FF2B5EF4-FFF2-40B4-BE49-F238E27FC236}">
                      <a16:creationId xmlns:a16="http://schemas.microsoft.com/office/drawing/2014/main" id="{12336B56-F294-4EEE-A2FE-7629940C0A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2" name="Rectangle 64">
                  <a:extLst>
                    <a:ext uri="{FF2B5EF4-FFF2-40B4-BE49-F238E27FC236}">
                      <a16:creationId xmlns:a16="http://schemas.microsoft.com/office/drawing/2014/main" id="{967675AB-CD3A-49F8-A3E9-89983B15B8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3" name="Rectangle 65">
                  <a:extLst>
                    <a:ext uri="{FF2B5EF4-FFF2-40B4-BE49-F238E27FC236}">
                      <a16:creationId xmlns:a16="http://schemas.microsoft.com/office/drawing/2014/main" id="{BB27E4F7-821B-4DBF-959C-0604CAD4F5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4" name="Rectangle 66">
                  <a:extLst>
                    <a:ext uri="{FF2B5EF4-FFF2-40B4-BE49-F238E27FC236}">
                      <a16:creationId xmlns:a16="http://schemas.microsoft.com/office/drawing/2014/main" id="{2463698F-84A2-4A63-8AAF-8DBE662844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5" name="Rectangle 67">
                  <a:extLst>
                    <a:ext uri="{FF2B5EF4-FFF2-40B4-BE49-F238E27FC236}">
                      <a16:creationId xmlns:a16="http://schemas.microsoft.com/office/drawing/2014/main" id="{FDFDEDF4-86F9-4F8C-9016-B30316EAEE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6" name="Rectangle 68">
                  <a:extLst>
                    <a:ext uri="{FF2B5EF4-FFF2-40B4-BE49-F238E27FC236}">
                      <a16:creationId xmlns:a16="http://schemas.microsoft.com/office/drawing/2014/main" id="{CA8031D8-D41F-41FE-8C66-C108DAA043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7" name="Rectangle 69">
                  <a:extLst>
                    <a:ext uri="{FF2B5EF4-FFF2-40B4-BE49-F238E27FC236}">
                      <a16:creationId xmlns:a16="http://schemas.microsoft.com/office/drawing/2014/main" id="{7FF2A83B-08D2-4DC8-8A6B-516EDBACB8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8" name="Rectangle 70">
                  <a:extLst>
                    <a:ext uri="{FF2B5EF4-FFF2-40B4-BE49-F238E27FC236}">
                      <a16:creationId xmlns:a16="http://schemas.microsoft.com/office/drawing/2014/main" id="{814F074D-61D6-4368-BFCB-D7A3ABFEC5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393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59" name="Rectangle 71">
                  <a:extLst>
                    <a:ext uri="{FF2B5EF4-FFF2-40B4-BE49-F238E27FC236}">
                      <a16:creationId xmlns:a16="http://schemas.microsoft.com/office/drawing/2014/main" id="{33AADD02-5920-4D78-947E-98BE698180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0" name="Rectangle 72">
                  <a:extLst>
                    <a:ext uri="{FF2B5EF4-FFF2-40B4-BE49-F238E27FC236}">
                      <a16:creationId xmlns:a16="http://schemas.microsoft.com/office/drawing/2014/main" id="{C3266DD5-1F35-43FA-9B86-2C3DA1D7AF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1" name="Rectangle 73">
                  <a:extLst>
                    <a:ext uri="{FF2B5EF4-FFF2-40B4-BE49-F238E27FC236}">
                      <a16:creationId xmlns:a16="http://schemas.microsoft.com/office/drawing/2014/main" id="{FC2C88B6-8649-4AF8-977B-41B0C80B3C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2" name="Rectangle 74">
                  <a:extLst>
                    <a:ext uri="{FF2B5EF4-FFF2-40B4-BE49-F238E27FC236}">
                      <a16:creationId xmlns:a16="http://schemas.microsoft.com/office/drawing/2014/main" id="{FDC0DEA9-0157-479A-9C5D-ED1E3E1F8A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3" name="Rectangle 75">
                  <a:extLst>
                    <a:ext uri="{FF2B5EF4-FFF2-40B4-BE49-F238E27FC236}">
                      <a16:creationId xmlns:a16="http://schemas.microsoft.com/office/drawing/2014/main" id="{6753BB0C-04E3-48EC-9A1F-48258EC743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4" name="Rectangle 76">
                  <a:extLst>
                    <a:ext uri="{FF2B5EF4-FFF2-40B4-BE49-F238E27FC236}">
                      <a16:creationId xmlns:a16="http://schemas.microsoft.com/office/drawing/2014/main" id="{8C192761-AB0A-4EA3-9B3D-ED01CC6BC1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5" name="Rectangle 77">
                  <a:extLst>
                    <a:ext uri="{FF2B5EF4-FFF2-40B4-BE49-F238E27FC236}">
                      <a16:creationId xmlns:a16="http://schemas.microsoft.com/office/drawing/2014/main" id="{9BBE1161-B4D1-474D-8B92-ED2C28106F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6" name="Rectangle 78">
                  <a:extLst>
                    <a:ext uri="{FF2B5EF4-FFF2-40B4-BE49-F238E27FC236}">
                      <a16:creationId xmlns:a16="http://schemas.microsoft.com/office/drawing/2014/main" id="{11584358-24CD-49EF-B3DA-462032170D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7" name="Rectangle 79">
                  <a:extLst>
                    <a:ext uri="{FF2B5EF4-FFF2-40B4-BE49-F238E27FC236}">
                      <a16:creationId xmlns:a16="http://schemas.microsoft.com/office/drawing/2014/main" id="{28D3C644-20BC-40A9-BD06-305CC77F80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8" name="Rectangle 80">
                  <a:extLst>
                    <a:ext uri="{FF2B5EF4-FFF2-40B4-BE49-F238E27FC236}">
                      <a16:creationId xmlns:a16="http://schemas.microsoft.com/office/drawing/2014/main" id="{31EE4908-994C-4936-9778-835DE2E568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665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69" name="Rectangle 81">
                  <a:extLst>
                    <a:ext uri="{FF2B5EF4-FFF2-40B4-BE49-F238E27FC236}">
                      <a16:creationId xmlns:a16="http://schemas.microsoft.com/office/drawing/2014/main" id="{2E4249DD-3CD2-4AFE-90C0-4C9C3866C7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0" name="Rectangle 82">
                  <a:extLst>
                    <a:ext uri="{FF2B5EF4-FFF2-40B4-BE49-F238E27FC236}">
                      <a16:creationId xmlns:a16="http://schemas.microsoft.com/office/drawing/2014/main" id="{4607E975-9F63-4A8E-8C87-59E5339858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1" name="Rectangle 83">
                  <a:extLst>
                    <a:ext uri="{FF2B5EF4-FFF2-40B4-BE49-F238E27FC236}">
                      <a16:creationId xmlns:a16="http://schemas.microsoft.com/office/drawing/2014/main" id="{5587EBD6-A3A2-47EC-AB50-0C34EB77DF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2" name="Rectangle 84">
                  <a:extLst>
                    <a:ext uri="{FF2B5EF4-FFF2-40B4-BE49-F238E27FC236}">
                      <a16:creationId xmlns:a16="http://schemas.microsoft.com/office/drawing/2014/main" id="{A6B2812A-8118-460A-BCAD-69E4E1BFDC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3" name="Rectangle 85">
                  <a:extLst>
                    <a:ext uri="{FF2B5EF4-FFF2-40B4-BE49-F238E27FC236}">
                      <a16:creationId xmlns:a16="http://schemas.microsoft.com/office/drawing/2014/main" id="{7BDE6572-B2AE-4365-92AB-88F4977553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4" name="Rectangle 86">
                  <a:extLst>
                    <a:ext uri="{FF2B5EF4-FFF2-40B4-BE49-F238E27FC236}">
                      <a16:creationId xmlns:a16="http://schemas.microsoft.com/office/drawing/2014/main" id="{5805EE67-AF93-4611-BEA0-048F562DAD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5" name="Rectangle 87">
                  <a:extLst>
                    <a:ext uri="{FF2B5EF4-FFF2-40B4-BE49-F238E27FC236}">
                      <a16:creationId xmlns:a16="http://schemas.microsoft.com/office/drawing/2014/main" id="{46AD0728-120D-41E2-9BEA-57EA65C6E2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6" name="Rectangle 88">
                  <a:extLst>
                    <a:ext uri="{FF2B5EF4-FFF2-40B4-BE49-F238E27FC236}">
                      <a16:creationId xmlns:a16="http://schemas.microsoft.com/office/drawing/2014/main" id="{5D81F869-4625-4E6F-94C4-77167140BB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7" name="Rectangle 89">
                  <a:extLst>
                    <a:ext uri="{FF2B5EF4-FFF2-40B4-BE49-F238E27FC236}">
                      <a16:creationId xmlns:a16="http://schemas.microsoft.com/office/drawing/2014/main" id="{7139832B-D69E-4CE7-92DB-1E7A5DCC69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8" name="Rectangle 90">
                  <a:extLst>
                    <a:ext uri="{FF2B5EF4-FFF2-40B4-BE49-F238E27FC236}">
                      <a16:creationId xmlns:a16="http://schemas.microsoft.com/office/drawing/2014/main" id="{3B48028F-50B4-487E-9BF3-DDB466EE85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937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79" name="Rectangle 91">
                  <a:extLst>
                    <a:ext uri="{FF2B5EF4-FFF2-40B4-BE49-F238E27FC236}">
                      <a16:creationId xmlns:a16="http://schemas.microsoft.com/office/drawing/2014/main" id="{A662E685-1282-42E7-B367-F03141384E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0" name="Rectangle 92">
                  <a:extLst>
                    <a:ext uri="{FF2B5EF4-FFF2-40B4-BE49-F238E27FC236}">
                      <a16:creationId xmlns:a16="http://schemas.microsoft.com/office/drawing/2014/main" id="{ED4BF6D0-5DD9-4286-BF36-5B9016B71C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1" name="Rectangle 93">
                  <a:extLst>
                    <a:ext uri="{FF2B5EF4-FFF2-40B4-BE49-F238E27FC236}">
                      <a16:creationId xmlns:a16="http://schemas.microsoft.com/office/drawing/2014/main" id="{09B86B7F-F95D-4EC7-A3B2-CE03160414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2" name="Rectangle 94">
                  <a:extLst>
                    <a:ext uri="{FF2B5EF4-FFF2-40B4-BE49-F238E27FC236}">
                      <a16:creationId xmlns:a16="http://schemas.microsoft.com/office/drawing/2014/main" id="{0112DEC9-F84A-4F59-B7B0-5E7206837C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3" name="Rectangle 95">
                  <a:extLst>
                    <a:ext uri="{FF2B5EF4-FFF2-40B4-BE49-F238E27FC236}">
                      <a16:creationId xmlns:a16="http://schemas.microsoft.com/office/drawing/2014/main" id="{3EAAD2BC-3138-4ACE-82F4-FB39FAEBCA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4" name="Rectangle 96">
                  <a:extLst>
                    <a:ext uri="{FF2B5EF4-FFF2-40B4-BE49-F238E27FC236}">
                      <a16:creationId xmlns:a16="http://schemas.microsoft.com/office/drawing/2014/main" id="{9429BABF-B2A8-404A-B44A-668BEF3472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5" name="Rectangle 97">
                  <a:extLst>
                    <a:ext uri="{FF2B5EF4-FFF2-40B4-BE49-F238E27FC236}">
                      <a16:creationId xmlns:a16="http://schemas.microsoft.com/office/drawing/2014/main" id="{1A3E8AA2-4701-4ABB-B09A-6B56EA3A32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6" name="Rectangle 98">
                  <a:extLst>
                    <a:ext uri="{FF2B5EF4-FFF2-40B4-BE49-F238E27FC236}">
                      <a16:creationId xmlns:a16="http://schemas.microsoft.com/office/drawing/2014/main" id="{439D975B-FD3A-4C9F-A6B7-8F1AC9A67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7" name="Rectangle 99">
                  <a:extLst>
                    <a:ext uri="{FF2B5EF4-FFF2-40B4-BE49-F238E27FC236}">
                      <a16:creationId xmlns:a16="http://schemas.microsoft.com/office/drawing/2014/main" id="{76E74591-8DAB-4CC9-BE4D-39AA1AE51E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8" name="Rectangle 100">
                  <a:extLst>
                    <a:ext uri="{FF2B5EF4-FFF2-40B4-BE49-F238E27FC236}">
                      <a16:creationId xmlns:a16="http://schemas.microsoft.com/office/drawing/2014/main" id="{973F0DE0-9B57-40D2-B564-516C16C2F6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488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89" name="Rectangle 101">
                  <a:extLst>
                    <a:ext uri="{FF2B5EF4-FFF2-40B4-BE49-F238E27FC236}">
                      <a16:creationId xmlns:a16="http://schemas.microsoft.com/office/drawing/2014/main" id="{5684CEA4-5746-4DF1-B720-A22FBAD6DA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0" name="Rectangle 102">
                  <a:extLst>
                    <a:ext uri="{FF2B5EF4-FFF2-40B4-BE49-F238E27FC236}">
                      <a16:creationId xmlns:a16="http://schemas.microsoft.com/office/drawing/2014/main" id="{95BA3910-CB60-4530-85B7-784AB64507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1" name="Rectangle 103">
                  <a:extLst>
                    <a:ext uri="{FF2B5EF4-FFF2-40B4-BE49-F238E27FC236}">
                      <a16:creationId xmlns:a16="http://schemas.microsoft.com/office/drawing/2014/main" id="{1E214E4C-0629-4F55-BD35-C9C9234F60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2" name="Rectangle 104">
                  <a:extLst>
                    <a:ext uri="{FF2B5EF4-FFF2-40B4-BE49-F238E27FC236}">
                      <a16:creationId xmlns:a16="http://schemas.microsoft.com/office/drawing/2014/main" id="{F3A856A2-DAD7-4079-AF78-47E03E21F3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3" name="Rectangle 105">
                  <a:extLst>
                    <a:ext uri="{FF2B5EF4-FFF2-40B4-BE49-F238E27FC236}">
                      <a16:creationId xmlns:a16="http://schemas.microsoft.com/office/drawing/2014/main" id="{9C132C15-3EF7-453A-B3DE-2C693A6EF7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4" name="Rectangle 106">
                  <a:extLst>
                    <a:ext uri="{FF2B5EF4-FFF2-40B4-BE49-F238E27FC236}">
                      <a16:creationId xmlns:a16="http://schemas.microsoft.com/office/drawing/2014/main" id="{78444B6C-7B7A-48E6-9728-703FACF410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5" name="Rectangle 107">
                  <a:extLst>
                    <a:ext uri="{FF2B5EF4-FFF2-40B4-BE49-F238E27FC236}">
                      <a16:creationId xmlns:a16="http://schemas.microsoft.com/office/drawing/2014/main" id="{849240F9-D767-4CC9-8FA2-7BD4248DF5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6" name="Rectangle 108">
                  <a:extLst>
                    <a:ext uri="{FF2B5EF4-FFF2-40B4-BE49-F238E27FC236}">
                      <a16:creationId xmlns:a16="http://schemas.microsoft.com/office/drawing/2014/main" id="{8C742BCF-EE4F-46FE-81FF-EAE90F4518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7" name="Rectangle 109">
                  <a:extLst>
                    <a:ext uri="{FF2B5EF4-FFF2-40B4-BE49-F238E27FC236}">
                      <a16:creationId xmlns:a16="http://schemas.microsoft.com/office/drawing/2014/main" id="{D7FA1778-C3BE-4759-BADB-F7BDCC4330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8" name="Rectangle 110">
                  <a:extLst>
                    <a:ext uri="{FF2B5EF4-FFF2-40B4-BE49-F238E27FC236}">
                      <a16:creationId xmlns:a16="http://schemas.microsoft.com/office/drawing/2014/main" id="{92DCC62E-A96B-438B-9AA9-27143AB1C7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760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9" name="Rectangle 111">
                  <a:extLst>
                    <a:ext uri="{FF2B5EF4-FFF2-40B4-BE49-F238E27FC236}">
                      <a16:creationId xmlns:a16="http://schemas.microsoft.com/office/drawing/2014/main" id="{85774690-18E2-4621-857A-212B4B92C5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0" name="Rectangle 112">
                  <a:extLst>
                    <a:ext uri="{FF2B5EF4-FFF2-40B4-BE49-F238E27FC236}">
                      <a16:creationId xmlns:a16="http://schemas.microsoft.com/office/drawing/2014/main" id="{C93FF43A-6398-41D5-BE9C-E6443D0484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1" name="Rectangle 113">
                  <a:extLst>
                    <a:ext uri="{FF2B5EF4-FFF2-40B4-BE49-F238E27FC236}">
                      <a16:creationId xmlns:a16="http://schemas.microsoft.com/office/drawing/2014/main" id="{288220EE-EDB0-44A4-AC32-E8B1A49480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2" name="Rectangle 114">
                  <a:extLst>
                    <a:ext uri="{FF2B5EF4-FFF2-40B4-BE49-F238E27FC236}">
                      <a16:creationId xmlns:a16="http://schemas.microsoft.com/office/drawing/2014/main" id="{F8FEA4A7-DC7A-4517-BED2-E0571FF9E3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3" name="Rectangle 115">
                  <a:extLst>
                    <a:ext uri="{FF2B5EF4-FFF2-40B4-BE49-F238E27FC236}">
                      <a16:creationId xmlns:a16="http://schemas.microsoft.com/office/drawing/2014/main" id="{B90A8AF2-A910-4050-ABBA-6FF27D4FC4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4" name="Rectangle 116">
                  <a:extLst>
                    <a:ext uri="{FF2B5EF4-FFF2-40B4-BE49-F238E27FC236}">
                      <a16:creationId xmlns:a16="http://schemas.microsoft.com/office/drawing/2014/main" id="{A8BEBE8C-AB9B-4B95-B9B7-59CA63458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1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5" name="Rectangle 117">
                  <a:extLst>
                    <a:ext uri="{FF2B5EF4-FFF2-40B4-BE49-F238E27FC236}">
                      <a16:creationId xmlns:a16="http://schemas.microsoft.com/office/drawing/2014/main" id="{09B25EAB-570C-4928-B88F-0CF50B6D55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3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6" name="Rectangle 118">
                  <a:extLst>
                    <a:ext uri="{FF2B5EF4-FFF2-40B4-BE49-F238E27FC236}">
                      <a16:creationId xmlns:a16="http://schemas.microsoft.com/office/drawing/2014/main" id="{8D2ACF5D-A0AB-4EA3-942A-3BB08D168E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5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7" name="Rectangle 119">
                  <a:extLst>
                    <a:ext uri="{FF2B5EF4-FFF2-40B4-BE49-F238E27FC236}">
                      <a16:creationId xmlns:a16="http://schemas.microsoft.com/office/drawing/2014/main" id="{4FABA7FF-CE17-4082-A237-8D8532CA8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7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8" name="Rectangle 120">
                  <a:extLst>
                    <a:ext uri="{FF2B5EF4-FFF2-40B4-BE49-F238E27FC236}">
                      <a16:creationId xmlns:a16="http://schemas.microsoft.com/office/drawing/2014/main" id="{79D20068-4B13-4515-920E-6739CB20A6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9" y="3209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09" name="Rectangle 121">
                  <a:extLst>
                    <a:ext uri="{FF2B5EF4-FFF2-40B4-BE49-F238E27FC236}">
                      <a16:creationId xmlns:a16="http://schemas.microsoft.com/office/drawing/2014/main" id="{DEEE5730-829A-4239-8AB3-7DE49E039D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2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0" name="Rectangle 122">
                  <a:extLst>
                    <a:ext uri="{FF2B5EF4-FFF2-40B4-BE49-F238E27FC236}">
                      <a16:creationId xmlns:a16="http://schemas.microsoft.com/office/drawing/2014/main" id="{4ACF0833-73DE-4438-B26B-C44D225038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4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1" name="Rectangle 123">
                  <a:extLst>
                    <a:ext uri="{FF2B5EF4-FFF2-40B4-BE49-F238E27FC236}">
                      <a16:creationId xmlns:a16="http://schemas.microsoft.com/office/drawing/2014/main" id="{FFF87ABE-5224-44C4-B0E3-9C566B6557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6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2" name="Rectangle 124">
                  <a:extLst>
                    <a:ext uri="{FF2B5EF4-FFF2-40B4-BE49-F238E27FC236}">
                      <a16:creationId xmlns:a16="http://schemas.microsoft.com/office/drawing/2014/main" id="{B868B17D-7A8B-4C3F-A0A2-8C5AC8A52B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8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3" name="Rectangle 125">
                  <a:extLst>
                    <a:ext uri="{FF2B5EF4-FFF2-40B4-BE49-F238E27FC236}">
                      <a16:creationId xmlns:a16="http://schemas.microsoft.com/office/drawing/2014/main" id="{03878033-C419-49CF-8BCA-A2DF753D71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4" name="Rectangle 126">
                  <a:extLst>
                    <a:ext uri="{FF2B5EF4-FFF2-40B4-BE49-F238E27FC236}">
                      <a16:creationId xmlns:a16="http://schemas.microsoft.com/office/drawing/2014/main" id="{6ADF2E26-5EAE-4A63-BB76-7287AE0B7F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1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5" name="Rectangle 127">
                  <a:extLst>
                    <a:ext uri="{FF2B5EF4-FFF2-40B4-BE49-F238E27FC236}">
                      <a16:creationId xmlns:a16="http://schemas.microsoft.com/office/drawing/2014/main" id="{A17334D8-4D74-4E09-8009-088A3D82DB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3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6" name="Rectangle 128">
                  <a:extLst>
                    <a:ext uri="{FF2B5EF4-FFF2-40B4-BE49-F238E27FC236}">
                      <a16:creationId xmlns:a16="http://schemas.microsoft.com/office/drawing/2014/main" id="{099AA54E-ADA6-402A-BFA8-6AAFD46DEC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5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7" name="Rectangle 129">
                  <a:extLst>
                    <a:ext uri="{FF2B5EF4-FFF2-40B4-BE49-F238E27FC236}">
                      <a16:creationId xmlns:a16="http://schemas.microsoft.com/office/drawing/2014/main" id="{EF979E1E-3293-4DE4-867D-8462F5698C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7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8" name="Rectangle 130">
                  <a:extLst>
                    <a:ext uri="{FF2B5EF4-FFF2-40B4-BE49-F238E27FC236}">
                      <a16:creationId xmlns:a16="http://schemas.microsoft.com/office/drawing/2014/main" id="{69F5067A-DC50-4AF6-BE13-96D992D912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9" y="3481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9" name="Rectangle 131">
                  <a:extLst>
                    <a:ext uri="{FF2B5EF4-FFF2-40B4-BE49-F238E27FC236}">
                      <a16:creationId xmlns:a16="http://schemas.microsoft.com/office/drawing/2014/main" id="{225E1DB9-685E-486E-841C-29AA4CF925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2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20" name="Rectangle 132">
                  <a:extLst>
                    <a:ext uri="{FF2B5EF4-FFF2-40B4-BE49-F238E27FC236}">
                      <a16:creationId xmlns:a16="http://schemas.microsoft.com/office/drawing/2014/main" id="{5447DFCA-6B2D-46E3-8F70-CA504F5D9D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4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21" name="Rectangle 133">
                  <a:extLst>
                    <a:ext uri="{FF2B5EF4-FFF2-40B4-BE49-F238E27FC236}">
                      <a16:creationId xmlns:a16="http://schemas.microsoft.com/office/drawing/2014/main" id="{F3AAAA73-26CC-4FA2-963E-7358D9F1D2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6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22" name="Rectangle 134">
                  <a:extLst>
                    <a:ext uri="{FF2B5EF4-FFF2-40B4-BE49-F238E27FC236}">
                      <a16:creationId xmlns:a16="http://schemas.microsoft.com/office/drawing/2014/main" id="{C2B13071-242B-4737-9EF1-D641F942E4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8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23" name="Rectangle 135">
                  <a:extLst>
                    <a:ext uri="{FF2B5EF4-FFF2-40B4-BE49-F238E27FC236}">
                      <a16:creationId xmlns:a16="http://schemas.microsoft.com/office/drawing/2014/main" id="{F1E06ED0-CA30-4A2D-AAA9-9C7AFD828D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grpSp>
            <p:nvGrpSpPr>
              <p:cNvPr id="13351" name="Group 136">
                <a:extLst>
                  <a:ext uri="{FF2B5EF4-FFF2-40B4-BE49-F238E27FC236}">
                    <a16:creationId xmlns:a16="http://schemas.microsoft.com/office/drawing/2014/main" id="{C8E9C34C-FCF8-4A79-AE22-B1C9288068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6" y="488"/>
                <a:ext cx="545" cy="3265"/>
                <a:chOff x="806" y="584"/>
                <a:chExt cx="545" cy="3265"/>
              </a:xfrm>
            </p:grpSpPr>
            <p:sp>
              <p:nvSpPr>
                <p:cNvPr id="280" name="Rectangle 137">
                  <a:extLst>
                    <a:ext uri="{FF2B5EF4-FFF2-40B4-BE49-F238E27FC236}">
                      <a16:creationId xmlns:a16="http://schemas.microsoft.com/office/drawing/2014/main" id="{D6E64621-7903-4CE9-99B3-8832F4CB85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1" name="Rectangle 138">
                  <a:extLst>
                    <a:ext uri="{FF2B5EF4-FFF2-40B4-BE49-F238E27FC236}">
                      <a16:creationId xmlns:a16="http://schemas.microsoft.com/office/drawing/2014/main" id="{47B29AA9-2D94-4B4D-8B73-2CFCFB77B5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2" name="Rectangle 139">
                  <a:extLst>
                    <a:ext uri="{FF2B5EF4-FFF2-40B4-BE49-F238E27FC236}">
                      <a16:creationId xmlns:a16="http://schemas.microsoft.com/office/drawing/2014/main" id="{596E7966-A2AE-45C9-BAD2-09D5F1696E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3" name="Rectangle 140">
                  <a:extLst>
                    <a:ext uri="{FF2B5EF4-FFF2-40B4-BE49-F238E27FC236}">
                      <a16:creationId xmlns:a16="http://schemas.microsoft.com/office/drawing/2014/main" id="{5B600BEE-3F25-4FE3-8236-36297F274E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4" name="Rectangle 141">
                  <a:extLst>
                    <a:ext uri="{FF2B5EF4-FFF2-40B4-BE49-F238E27FC236}">
                      <a16:creationId xmlns:a16="http://schemas.microsoft.com/office/drawing/2014/main" id="{C6A511D6-9F5C-46B2-99B4-A638661A07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5" name="Rectangle 142">
                  <a:extLst>
                    <a:ext uri="{FF2B5EF4-FFF2-40B4-BE49-F238E27FC236}">
                      <a16:creationId xmlns:a16="http://schemas.microsoft.com/office/drawing/2014/main" id="{68BFDD36-1901-441F-9AB0-ECE55E98C6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6" name="Rectangle 143">
                  <a:extLst>
                    <a:ext uri="{FF2B5EF4-FFF2-40B4-BE49-F238E27FC236}">
                      <a16:creationId xmlns:a16="http://schemas.microsoft.com/office/drawing/2014/main" id="{E80C60F0-FBEF-4B76-8E37-B47A009209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7" name="Rectangle 144">
                  <a:extLst>
                    <a:ext uri="{FF2B5EF4-FFF2-40B4-BE49-F238E27FC236}">
                      <a16:creationId xmlns:a16="http://schemas.microsoft.com/office/drawing/2014/main" id="{67409EA2-EB79-473D-A765-6757871FDC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8" name="Rectangle 145">
                  <a:extLst>
                    <a:ext uri="{FF2B5EF4-FFF2-40B4-BE49-F238E27FC236}">
                      <a16:creationId xmlns:a16="http://schemas.microsoft.com/office/drawing/2014/main" id="{36830E08-0CA4-4435-9180-9FE104B946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89" name="Rectangle 146">
                  <a:extLst>
                    <a:ext uri="{FF2B5EF4-FFF2-40B4-BE49-F238E27FC236}">
                      <a16:creationId xmlns:a16="http://schemas.microsoft.com/office/drawing/2014/main" id="{67239300-1EE3-4C4E-B116-21F4830948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0" name="Rectangle 147">
                  <a:extLst>
                    <a:ext uri="{FF2B5EF4-FFF2-40B4-BE49-F238E27FC236}">
                      <a16:creationId xmlns:a16="http://schemas.microsoft.com/office/drawing/2014/main" id="{E4581430-0230-4C24-8B17-25F4EE6BD4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1" name="Rectangle 148">
                  <a:extLst>
                    <a:ext uri="{FF2B5EF4-FFF2-40B4-BE49-F238E27FC236}">
                      <a16:creationId xmlns:a16="http://schemas.microsoft.com/office/drawing/2014/main" id="{5A7B69F9-7261-4776-8FE4-79295C400A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2" name="Rectangle 149">
                  <a:extLst>
                    <a:ext uri="{FF2B5EF4-FFF2-40B4-BE49-F238E27FC236}">
                      <a16:creationId xmlns:a16="http://schemas.microsoft.com/office/drawing/2014/main" id="{2B312013-BF29-4233-A2AD-168A0A921B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3" name="Rectangle 150">
                  <a:extLst>
                    <a:ext uri="{FF2B5EF4-FFF2-40B4-BE49-F238E27FC236}">
                      <a16:creationId xmlns:a16="http://schemas.microsoft.com/office/drawing/2014/main" id="{EB4F9C90-DA19-446D-BED6-56829A6E16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4" name="Rectangle 151">
                  <a:extLst>
                    <a:ext uri="{FF2B5EF4-FFF2-40B4-BE49-F238E27FC236}">
                      <a16:creationId xmlns:a16="http://schemas.microsoft.com/office/drawing/2014/main" id="{410FF6D8-0D82-4DE5-98F9-5FA15A11A8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5" name="Rectangle 152">
                  <a:extLst>
                    <a:ext uri="{FF2B5EF4-FFF2-40B4-BE49-F238E27FC236}">
                      <a16:creationId xmlns:a16="http://schemas.microsoft.com/office/drawing/2014/main" id="{6E31AC2F-7A72-454E-B833-D6B1B3589A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6" name="Rectangle 153">
                  <a:extLst>
                    <a:ext uri="{FF2B5EF4-FFF2-40B4-BE49-F238E27FC236}">
                      <a16:creationId xmlns:a16="http://schemas.microsoft.com/office/drawing/2014/main" id="{A0A0A14D-9581-46A4-A571-0BC428C76A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7" name="Rectangle 154">
                  <a:extLst>
                    <a:ext uri="{FF2B5EF4-FFF2-40B4-BE49-F238E27FC236}">
                      <a16:creationId xmlns:a16="http://schemas.microsoft.com/office/drawing/2014/main" id="{1F4E1A21-BE4A-461D-9E11-E81D96AB63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8" name="Rectangle 155">
                  <a:extLst>
                    <a:ext uri="{FF2B5EF4-FFF2-40B4-BE49-F238E27FC236}">
                      <a16:creationId xmlns:a16="http://schemas.microsoft.com/office/drawing/2014/main" id="{EDAD346D-CDAD-44D1-AEAE-18F16CBD8A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99" name="Rectangle 156">
                  <a:extLst>
                    <a:ext uri="{FF2B5EF4-FFF2-40B4-BE49-F238E27FC236}">
                      <a16:creationId xmlns:a16="http://schemas.microsoft.com/office/drawing/2014/main" id="{124F2ECC-9082-4E62-9244-60AA01E19D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0" name="Rectangle 157">
                  <a:extLst>
                    <a:ext uri="{FF2B5EF4-FFF2-40B4-BE49-F238E27FC236}">
                      <a16:creationId xmlns:a16="http://schemas.microsoft.com/office/drawing/2014/main" id="{5325FA19-29C0-47D3-9524-04BB279EAD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1" name="Rectangle 158">
                  <a:extLst>
                    <a:ext uri="{FF2B5EF4-FFF2-40B4-BE49-F238E27FC236}">
                      <a16:creationId xmlns:a16="http://schemas.microsoft.com/office/drawing/2014/main" id="{C8DEEB45-C909-4BC7-A9D8-C4432FB272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2" name="Rectangle 159">
                  <a:extLst>
                    <a:ext uri="{FF2B5EF4-FFF2-40B4-BE49-F238E27FC236}">
                      <a16:creationId xmlns:a16="http://schemas.microsoft.com/office/drawing/2014/main" id="{6FE116DE-DB2B-4E61-AEE2-D44A4DE0A5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03" name="Rectangle 160">
                  <a:extLst>
                    <a:ext uri="{FF2B5EF4-FFF2-40B4-BE49-F238E27FC236}">
                      <a16:creationId xmlns:a16="http://schemas.microsoft.com/office/drawing/2014/main" id="{AC08E954-85CC-4155-A689-6150A15EBE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grpSp>
            <p:nvGrpSpPr>
              <p:cNvPr id="13352" name="Group 161">
                <a:extLst>
                  <a:ext uri="{FF2B5EF4-FFF2-40B4-BE49-F238E27FC236}">
                    <a16:creationId xmlns:a16="http://schemas.microsoft.com/office/drawing/2014/main" id="{CFC796A2-33F6-4D54-AF3B-937B238281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32" y="488"/>
                <a:ext cx="545" cy="3265"/>
                <a:chOff x="806" y="584"/>
                <a:chExt cx="545" cy="3265"/>
              </a:xfrm>
            </p:grpSpPr>
            <p:sp>
              <p:nvSpPr>
                <p:cNvPr id="256" name="Rectangle 162">
                  <a:extLst>
                    <a:ext uri="{FF2B5EF4-FFF2-40B4-BE49-F238E27FC236}">
                      <a16:creationId xmlns:a16="http://schemas.microsoft.com/office/drawing/2014/main" id="{CBD0DE1F-297E-4A84-95ED-0699657205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57" name="Rectangle 163">
                  <a:extLst>
                    <a:ext uri="{FF2B5EF4-FFF2-40B4-BE49-F238E27FC236}">
                      <a16:creationId xmlns:a16="http://schemas.microsoft.com/office/drawing/2014/main" id="{74362E5F-29F7-4EA0-A13A-FA0AF2FEE4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58" name="Rectangle 164">
                  <a:extLst>
                    <a:ext uri="{FF2B5EF4-FFF2-40B4-BE49-F238E27FC236}">
                      <a16:creationId xmlns:a16="http://schemas.microsoft.com/office/drawing/2014/main" id="{BA774A02-4C25-416B-870C-2EB804646A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59" name="Rectangle 165">
                  <a:extLst>
                    <a:ext uri="{FF2B5EF4-FFF2-40B4-BE49-F238E27FC236}">
                      <a16:creationId xmlns:a16="http://schemas.microsoft.com/office/drawing/2014/main" id="{DCFF68BC-81CA-46DD-8611-2E626ACC16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0" name="Rectangle 166">
                  <a:extLst>
                    <a:ext uri="{FF2B5EF4-FFF2-40B4-BE49-F238E27FC236}">
                      <a16:creationId xmlns:a16="http://schemas.microsoft.com/office/drawing/2014/main" id="{80B08A44-F18F-4E74-9B2B-0E9477B200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1" name="Rectangle 167">
                  <a:extLst>
                    <a:ext uri="{FF2B5EF4-FFF2-40B4-BE49-F238E27FC236}">
                      <a16:creationId xmlns:a16="http://schemas.microsoft.com/office/drawing/2014/main" id="{E2F5DF3B-0FB0-4AAE-8E16-6FAEC6A5C8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2" name="Rectangle 168">
                  <a:extLst>
                    <a:ext uri="{FF2B5EF4-FFF2-40B4-BE49-F238E27FC236}">
                      <a16:creationId xmlns:a16="http://schemas.microsoft.com/office/drawing/2014/main" id="{D7F6D27C-5B04-4F5A-9205-D93ECD74B3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3" name="Rectangle 169">
                  <a:extLst>
                    <a:ext uri="{FF2B5EF4-FFF2-40B4-BE49-F238E27FC236}">
                      <a16:creationId xmlns:a16="http://schemas.microsoft.com/office/drawing/2014/main" id="{BF30439E-46D3-49AF-87D0-6CC71A9A6D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4" name="Rectangle 170">
                  <a:extLst>
                    <a:ext uri="{FF2B5EF4-FFF2-40B4-BE49-F238E27FC236}">
                      <a16:creationId xmlns:a16="http://schemas.microsoft.com/office/drawing/2014/main" id="{B7A94AED-13B1-410F-9E9A-130991BC0E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5" name="Rectangle 171">
                  <a:extLst>
                    <a:ext uri="{FF2B5EF4-FFF2-40B4-BE49-F238E27FC236}">
                      <a16:creationId xmlns:a16="http://schemas.microsoft.com/office/drawing/2014/main" id="{62FB97E2-957C-4476-91C6-1C01564AB7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6" name="Rectangle 172">
                  <a:extLst>
                    <a:ext uri="{FF2B5EF4-FFF2-40B4-BE49-F238E27FC236}">
                      <a16:creationId xmlns:a16="http://schemas.microsoft.com/office/drawing/2014/main" id="{DCD12C03-4D4F-4632-9DDA-2D539FED1A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7" name="Rectangle 173">
                  <a:extLst>
                    <a:ext uri="{FF2B5EF4-FFF2-40B4-BE49-F238E27FC236}">
                      <a16:creationId xmlns:a16="http://schemas.microsoft.com/office/drawing/2014/main" id="{CA53F5F0-EADD-457B-85C1-375DD3747A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8" name="Rectangle 174">
                  <a:extLst>
                    <a:ext uri="{FF2B5EF4-FFF2-40B4-BE49-F238E27FC236}">
                      <a16:creationId xmlns:a16="http://schemas.microsoft.com/office/drawing/2014/main" id="{8EFE87E7-F71A-4424-A85E-A0A0FE821B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9" name="Rectangle 175">
                  <a:extLst>
                    <a:ext uri="{FF2B5EF4-FFF2-40B4-BE49-F238E27FC236}">
                      <a16:creationId xmlns:a16="http://schemas.microsoft.com/office/drawing/2014/main" id="{76B75EDA-17AE-4A8E-A9F3-BAA3700F93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0" name="Rectangle 176">
                  <a:extLst>
                    <a:ext uri="{FF2B5EF4-FFF2-40B4-BE49-F238E27FC236}">
                      <a16:creationId xmlns:a16="http://schemas.microsoft.com/office/drawing/2014/main" id="{4AC89373-552C-4D8A-A9EC-1283F20A18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1" name="Rectangle 177">
                  <a:extLst>
                    <a:ext uri="{FF2B5EF4-FFF2-40B4-BE49-F238E27FC236}">
                      <a16:creationId xmlns:a16="http://schemas.microsoft.com/office/drawing/2014/main" id="{BE13819D-E9F5-430A-9D6F-B54F44FA29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2" name="Rectangle 178">
                  <a:extLst>
                    <a:ext uri="{FF2B5EF4-FFF2-40B4-BE49-F238E27FC236}">
                      <a16:creationId xmlns:a16="http://schemas.microsoft.com/office/drawing/2014/main" id="{78524BCD-B23E-495C-86F0-E6B6C0BA21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3" name="Rectangle 179">
                  <a:extLst>
                    <a:ext uri="{FF2B5EF4-FFF2-40B4-BE49-F238E27FC236}">
                      <a16:creationId xmlns:a16="http://schemas.microsoft.com/office/drawing/2014/main" id="{231B8C35-519C-4E95-8237-A12E917581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4" name="Rectangle 180">
                  <a:extLst>
                    <a:ext uri="{FF2B5EF4-FFF2-40B4-BE49-F238E27FC236}">
                      <a16:creationId xmlns:a16="http://schemas.microsoft.com/office/drawing/2014/main" id="{30DACCBC-76DE-4BDC-A91F-0B2C345291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5" name="Rectangle 181">
                  <a:extLst>
                    <a:ext uri="{FF2B5EF4-FFF2-40B4-BE49-F238E27FC236}">
                      <a16:creationId xmlns:a16="http://schemas.microsoft.com/office/drawing/2014/main" id="{B72897C9-D8B1-4D16-8997-335AF81BE2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6" name="Rectangle 182">
                  <a:extLst>
                    <a:ext uri="{FF2B5EF4-FFF2-40B4-BE49-F238E27FC236}">
                      <a16:creationId xmlns:a16="http://schemas.microsoft.com/office/drawing/2014/main" id="{6A47CD17-452E-407F-857D-098458BF24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7" name="Rectangle 183">
                  <a:extLst>
                    <a:ext uri="{FF2B5EF4-FFF2-40B4-BE49-F238E27FC236}">
                      <a16:creationId xmlns:a16="http://schemas.microsoft.com/office/drawing/2014/main" id="{FA977DE8-42DB-4D5E-BCEB-8A2A0C7DC2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8" name="Rectangle 184">
                  <a:extLst>
                    <a:ext uri="{FF2B5EF4-FFF2-40B4-BE49-F238E27FC236}">
                      <a16:creationId xmlns:a16="http://schemas.microsoft.com/office/drawing/2014/main" id="{A0393D68-9C0F-4800-8104-34FE4378B0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79" name="Rectangle 185">
                  <a:extLst>
                    <a:ext uri="{FF2B5EF4-FFF2-40B4-BE49-F238E27FC236}">
                      <a16:creationId xmlns:a16="http://schemas.microsoft.com/office/drawing/2014/main" id="{68614721-8226-499E-80F1-249211FB1D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</p:grpSp>
        <p:sp>
          <p:nvSpPr>
            <p:cNvPr id="252" name="Freeform 190">
              <a:extLst>
                <a:ext uri="{FF2B5EF4-FFF2-40B4-BE49-F238E27FC236}">
                  <a16:creationId xmlns:a16="http://schemas.microsoft.com/office/drawing/2014/main" id="{57B9CA34-F946-4BD6-9376-5E6247433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9" y="1983"/>
              <a:ext cx="813" cy="816"/>
            </a:xfrm>
            <a:custGeom>
              <a:avLst/>
              <a:gdLst>
                <a:gd name="T0" fmla="*/ 0 w 813"/>
                <a:gd name="T1" fmla="*/ 0 h 816"/>
                <a:gd name="T2" fmla="*/ 543 w 813"/>
                <a:gd name="T3" fmla="*/ 0 h 816"/>
                <a:gd name="T4" fmla="*/ 543 w 813"/>
                <a:gd name="T5" fmla="*/ 276 h 816"/>
                <a:gd name="T6" fmla="*/ 813 w 813"/>
                <a:gd name="T7" fmla="*/ 546 h 816"/>
                <a:gd name="T8" fmla="*/ 813 w 813"/>
                <a:gd name="T9" fmla="*/ 816 h 816"/>
                <a:gd name="T10" fmla="*/ 276 w 813"/>
                <a:gd name="T11" fmla="*/ 816 h 816"/>
                <a:gd name="T12" fmla="*/ 0 w 813"/>
                <a:gd name="T13" fmla="*/ 546 h 816"/>
                <a:gd name="T14" fmla="*/ 0 w 813"/>
                <a:gd name="T15" fmla="*/ 0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3" h="816">
                  <a:moveTo>
                    <a:pt x="0" y="0"/>
                  </a:moveTo>
                  <a:lnTo>
                    <a:pt x="543" y="0"/>
                  </a:lnTo>
                  <a:lnTo>
                    <a:pt x="543" y="276"/>
                  </a:lnTo>
                  <a:lnTo>
                    <a:pt x="813" y="546"/>
                  </a:lnTo>
                  <a:lnTo>
                    <a:pt x="813" y="816"/>
                  </a:lnTo>
                  <a:lnTo>
                    <a:pt x="276" y="816"/>
                  </a:lnTo>
                  <a:lnTo>
                    <a:pt x="0" y="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FED6">
                <a:alpha val="50000"/>
              </a:srgbClr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kern="0">
                <a:solidFill>
                  <a:sysClr val="windowText" lastClr="000000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424" name="Freeform 198">
            <a:extLst>
              <a:ext uri="{FF2B5EF4-FFF2-40B4-BE49-F238E27FC236}">
                <a16:creationId xmlns:a16="http://schemas.microsoft.com/office/drawing/2014/main" id="{026CB006-9932-4BAD-9415-3004F9AA0DAF}"/>
              </a:ext>
            </a:extLst>
          </p:cNvPr>
          <p:cNvSpPr>
            <a:spLocks/>
          </p:cNvSpPr>
          <p:nvPr/>
        </p:nvSpPr>
        <p:spPr bwMode="auto">
          <a:xfrm>
            <a:off x="3402013" y="3251200"/>
            <a:ext cx="1290637" cy="1295400"/>
          </a:xfrm>
          <a:custGeom>
            <a:avLst/>
            <a:gdLst>
              <a:gd name="T0" fmla="*/ 0 w 813"/>
              <a:gd name="T1" fmla="*/ 0 h 816"/>
              <a:gd name="T2" fmla="*/ 543 w 813"/>
              <a:gd name="T3" fmla="*/ 0 h 816"/>
              <a:gd name="T4" fmla="*/ 543 w 813"/>
              <a:gd name="T5" fmla="*/ 276 h 816"/>
              <a:gd name="T6" fmla="*/ 813 w 813"/>
              <a:gd name="T7" fmla="*/ 546 h 816"/>
              <a:gd name="T8" fmla="*/ 813 w 813"/>
              <a:gd name="T9" fmla="*/ 816 h 816"/>
              <a:gd name="T10" fmla="*/ 276 w 813"/>
              <a:gd name="T11" fmla="*/ 816 h 816"/>
              <a:gd name="T12" fmla="*/ 0 w 813"/>
              <a:gd name="T13" fmla="*/ 546 h 816"/>
              <a:gd name="T14" fmla="*/ 0 w 813"/>
              <a:gd name="T15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3" h="816">
                <a:moveTo>
                  <a:pt x="0" y="0"/>
                </a:moveTo>
                <a:lnTo>
                  <a:pt x="543" y="0"/>
                </a:lnTo>
                <a:lnTo>
                  <a:pt x="543" y="276"/>
                </a:lnTo>
                <a:lnTo>
                  <a:pt x="813" y="546"/>
                </a:lnTo>
                <a:lnTo>
                  <a:pt x="813" y="816"/>
                </a:lnTo>
                <a:lnTo>
                  <a:pt x="276" y="816"/>
                </a:lnTo>
                <a:lnTo>
                  <a:pt x="0" y="546"/>
                </a:lnTo>
                <a:lnTo>
                  <a:pt x="0" y="0"/>
                </a:lnTo>
                <a:close/>
              </a:path>
            </a:pathLst>
          </a:custGeom>
          <a:solidFill>
            <a:srgbClr val="EDEBBB">
              <a:alpha val="50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425" name="Freeform 199">
            <a:extLst>
              <a:ext uri="{FF2B5EF4-FFF2-40B4-BE49-F238E27FC236}">
                <a16:creationId xmlns:a16="http://schemas.microsoft.com/office/drawing/2014/main" id="{6E291CB2-DA72-48DE-A870-6736D4AD4845}"/>
              </a:ext>
            </a:extLst>
          </p:cNvPr>
          <p:cNvSpPr>
            <a:spLocks/>
          </p:cNvSpPr>
          <p:nvPr/>
        </p:nvSpPr>
        <p:spPr bwMode="auto">
          <a:xfrm>
            <a:off x="3830638" y="4549775"/>
            <a:ext cx="1290637" cy="1295400"/>
          </a:xfrm>
          <a:custGeom>
            <a:avLst/>
            <a:gdLst>
              <a:gd name="T0" fmla="*/ 0 w 813"/>
              <a:gd name="T1" fmla="*/ 0 h 816"/>
              <a:gd name="T2" fmla="*/ 543 w 813"/>
              <a:gd name="T3" fmla="*/ 0 h 816"/>
              <a:gd name="T4" fmla="*/ 543 w 813"/>
              <a:gd name="T5" fmla="*/ 276 h 816"/>
              <a:gd name="T6" fmla="*/ 813 w 813"/>
              <a:gd name="T7" fmla="*/ 546 h 816"/>
              <a:gd name="T8" fmla="*/ 813 w 813"/>
              <a:gd name="T9" fmla="*/ 816 h 816"/>
              <a:gd name="T10" fmla="*/ 276 w 813"/>
              <a:gd name="T11" fmla="*/ 816 h 816"/>
              <a:gd name="T12" fmla="*/ 0 w 813"/>
              <a:gd name="T13" fmla="*/ 546 h 816"/>
              <a:gd name="T14" fmla="*/ 0 w 813"/>
              <a:gd name="T15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3" h="816">
                <a:moveTo>
                  <a:pt x="0" y="0"/>
                </a:moveTo>
                <a:lnTo>
                  <a:pt x="543" y="0"/>
                </a:lnTo>
                <a:lnTo>
                  <a:pt x="543" y="276"/>
                </a:lnTo>
                <a:lnTo>
                  <a:pt x="813" y="546"/>
                </a:lnTo>
                <a:lnTo>
                  <a:pt x="813" y="816"/>
                </a:lnTo>
                <a:lnTo>
                  <a:pt x="276" y="816"/>
                </a:lnTo>
                <a:lnTo>
                  <a:pt x="0" y="546"/>
                </a:lnTo>
                <a:lnTo>
                  <a:pt x="0" y="0"/>
                </a:lnTo>
                <a:close/>
              </a:path>
            </a:pathLst>
          </a:custGeom>
          <a:solidFill>
            <a:srgbClr val="EDEBBB">
              <a:alpha val="50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426" name="Freeform 200">
            <a:extLst>
              <a:ext uri="{FF2B5EF4-FFF2-40B4-BE49-F238E27FC236}">
                <a16:creationId xmlns:a16="http://schemas.microsoft.com/office/drawing/2014/main" id="{A8C116D8-3536-4529-A76A-72D1ECCBA857}"/>
              </a:ext>
            </a:extLst>
          </p:cNvPr>
          <p:cNvSpPr>
            <a:spLocks/>
          </p:cNvSpPr>
          <p:nvPr/>
        </p:nvSpPr>
        <p:spPr bwMode="auto">
          <a:xfrm>
            <a:off x="1676400" y="4111625"/>
            <a:ext cx="1290638" cy="1295400"/>
          </a:xfrm>
          <a:custGeom>
            <a:avLst/>
            <a:gdLst>
              <a:gd name="T0" fmla="*/ 0 w 813"/>
              <a:gd name="T1" fmla="*/ 0 h 816"/>
              <a:gd name="T2" fmla="*/ 543 w 813"/>
              <a:gd name="T3" fmla="*/ 0 h 816"/>
              <a:gd name="T4" fmla="*/ 543 w 813"/>
              <a:gd name="T5" fmla="*/ 276 h 816"/>
              <a:gd name="T6" fmla="*/ 813 w 813"/>
              <a:gd name="T7" fmla="*/ 546 h 816"/>
              <a:gd name="T8" fmla="*/ 813 w 813"/>
              <a:gd name="T9" fmla="*/ 816 h 816"/>
              <a:gd name="T10" fmla="*/ 276 w 813"/>
              <a:gd name="T11" fmla="*/ 816 h 816"/>
              <a:gd name="T12" fmla="*/ 0 w 813"/>
              <a:gd name="T13" fmla="*/ 546 h 816"/>
              <a:gd name="T14" fmla="*/ 0 w 813"/>
              <a:gd name="T15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3" h="816">
                <a:moveTo>
                  <a:pt x="0" y="0"/>
                </a:moveTo>
                <a:lnTo>
                  <a:pt x="543" y="0"/>
                </a:lnTo>
                <a:lnTo>
                  <a:pt x="543" y="276"/>
                </a:lnTo>
                <a:lnTo>
                  <a:pt x="813" y="546"/>
                </a:lnTo>
                <a:lnTo>
                  <a:pt x="813" y="816"/>
                </a:lnTo>
                <a:lnTo>
                  <a:pt x="276" y="816"/>
                </a:lnTo>
                <a:lnTo>
                  <a:pt x="0" y="546"/>
                </a:lnTo>
                <a:lnTo>
                  <a:pt x="0" y="0"/>
                </a:lnTo>
                <a:close/>
              </a:path>
            </a:pathLst>
          </a:custGeom>
          <a:solidFill>
            <a:srgbClr val="EDEBBB">
              <a:alpha val="50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427" name="Freeform 201">
            <a:extLst>
              <a:ext uri="{FF2B5EF4-FFF2-40B4-BE49-F238E27FC236}">
                <a16:creationId xmlns:a16="http://schemas.microsoft.com/office/drawing/2014/main" id="{75A96298-5513-47AF-95F6-CDDC634A65BF}"/>
              </a:ext>
            </a:extLst>
          </p:cNvPr>
          <p:cNvSpPr>
            <a:spLocks/>
          </p:cNvSpPr>
          <p:nvPr/>
        </p:nvSpPr>
        <p:spPr bwMode="auto">
          <a:xfrm>
            <a:off x="2971800" y="4976813"/>
            <a:ext cx="1290638" cy="1295400"/>
          </a:xfrm>
          <a:custGeom>
            <a:avLst/>
            <a:gdLst>
              <a:gd name="T0" fmla="*/ 0 w 813"/>
              <a:gd name="T1" fmla="*/ 0 h 816"/>
              <a:gd name="T2" fmla="*/ 543 w 813"/>
              <a:gd name="T3" fmla="*/ 0 h 816"/>
              <a:gd name="T4" fmla="*/ 543 w 813"/>
              <a:gd name="T5" fmla="*/ 276 h 816"/>
              <a:gd name="T6" fmla="*/ 813 w 813"/>
              <a:gd name="T7" fmla="*/ 546 h 816"/>
              <a:gd name="T8" fmla="*/ 813 w 813"/>
              <a:gd name="T9" fmla="*/ 816 h 816"/>
              <a:gd name="T10" fmla="*/ 276 w 813"/>
              <a:gd name="T11" fmla="*/ 816 h 816"/>
              <a:gd name="T12" fmla="*/ 0 w 813"/>
              <a:gd name="T13" fmla="*/ 546 h 816"/>
              <a:gd name="T14" fmla="*/ 0 w 813"/>
              <a:gd name="T15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3" h="816">
                <a:moveTo>
                  <a:pt x="0" y="0"/>
                </a:moveTo>
                <a:lnTo>
                  <a:pt x="543" y="0"/>
                </a:lnTo>
                <a:lnTo>
                  <a:pt x="543" y="276"/>
                </a:lnTo>
                <a:lnTo>
                  <a:pt x="813" y="546"/>
                </a:lnTo>
                <a:lnTo>
                  <a:pt x="813" y="816"/>
                </a:lnTo>
                <a:lnTo>
                  <a:pt x="276" y="816"/>
                </a:lnTo>
                <a:lnTo>
                  <a:pt x="0" y="546"/>
                </a:lnTo>
                <a:lnTo>
                  <a:pt x="0" y="0"/>
                </a:lnTo>
                <a:close/>
              </a:path>
            </a:pathLst>
          </a:custGeom>
          <a:solidFill>
            <a:srgbClr val="EDEBBB">
              <a:alpha val="50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428" name="Freeform 202">
            <a:extLst>
              <a:ext uri="{FF2B5EF4-FFF2-40B4-BE49-F238E27FC236}">
                <a16:creationId xmlns:a16="http://schemas.microsoft.com/office/drawing/2014/main" id="{79441819-C43E-46F2-AAA3-A07B830BF32B}"/>
              </a:ext>
            </a:extLst>
          </p:cNvPr>
          <p:cNvSpPr>
            <a:spLocks/>
          </p:cNvSpPr>
          <p:nvPr/>
        </p:nvSpPr>
        <p:spPr bwMode="auto">
          <a:xfrm>
            <a:off x="2109788" y="2389188"/>
            <a:ext cx="1290637" cy="1295400"/>
          </a:xfrm>
          <a:custGeom>
            <a:avLst/>
            <a:gdLst>
              <a:gd name="T0" fmla="*/ 0 w 813"/>
              <a:gd name="T1" fmla="*/ 0 h 816"/>
              <a:gd name="T2" fmla="*/ 543 w 813"/>
              <a:gd name="T3" fmla="*/ 0 h 816"/>
              <a:gd name="T4" fmla="*/ 543 w 813"/>
              <a:gd name="T5" fmla="*/ 276 h 816"/>
              <a:gd name="T6" fmla="*/ 813 w 813"/>
              <a:gd name="T7" fmla="*/ 546 h 816"/>
              <a:gd name="T8" fmla="*/ 813 w 813"/>
              <a:gd name="T9" fmla="*/ 816 h 816"/>
              <a:gd name="T10" fmla="*/ 276 w 813"/>
              <a:gd name="T11" fmla="*/ 816 h 816"/>
              <a:gd name="T12" fmla="*/ 0 w 813"/>
              <a:gd name="T13" fmla="*/ 546 h 816"/>
              <a:gd name="T14" fmla="*/ 0 w 813"/>
              <a:gd name="T15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3" h="816">
                <a:moveTo>
                  <a:pt x="0" y="0"/>
                </a:moveTo>
                <a:lnTo>
                  <a:pt x="543" y="0"/>
                </a:lnTo>
                <a:lnTo>
                  <a:pt x="543" y="276"/>
                </a:lnTo>
                <a:lnTo>
                  <a:pt x="813" y="546"/>
                </a:lnTo>
                <a:lnTo>
                  <a:pt x="813" y="816"/>
                </a:lnTo>
                <a:lnTo>
                  <a:pt x="276" y="816"/>
                </a:lnTo>
                <a:lnTo>
                  <a:pt x="0" y="546"/>
                </a:lnTo>
                <a:lnTo>
                  <a:pt x="0" y="0"/>
                </a:lnTo>
                <a:close/>
              </a:path>
            </a:pathLst>
          </a:custGeom>
          <a:solidFill>
            <a:srgbClr val="EDEBBB">
              <a:alpha val="50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429" name="Freeform 203">
            <a:extLst>
              <a:ext uri="{FF2B5EF4-FFF2-40B4-BE49-F238E27FC236}">
                <a16:creationId xmlns:a16="http://schemas.microsoft.com/office/drawing/2014/main" id="{3D4F93E9-DA59-4ADC-90D5-2502F247C66C}"/>
              </a:ext>
            </a:extLst>
          </p:cNvPr>
          <p:cNvSpPr>
            <a:spLocks/>
          </p:cNvSpPr>
          <p:nvPr/>
        </p:nvSpPr>
        <p:spPr bwMode="auto">
          <a:xfrm>
            <a:off x="1247775" y="2813050"/>
            <a:ext cx="1290638" cy="1295400"/>
          </a:xfrm>
          <a:custGeom>
            <a:avLst/>
            <a:gdLst>
              <a:gd name="T0" fmla="*/ 0 w 813"/>
              <a:gd name="T1" fmla="*/ 0 h 816"/>
              <a:gd name="T2" fmla="*/ 543 w 813"/>
              <a:gd name="T3" fmla="*/ 0 h 816"/>
              <a:gd name="T4" fmla="*/ 543 w 813"/>
              <a:gd name="T5" fmla="*/ 276 h 816"/>
              <a:gd name="T6" fmla="*/ 813 w 813"/>
              <a:gd name="T7" fmla="*/ 546 h 816"/>
              <a:gd name="T8" fmla="*/ 813 w 813"/>
              <a:gd name="T9" fmla="*/ 816 h 816"/>
              <a:gd name="T10" fmla="*/ 276 w 813"/>
              <a:gd name="T11" fmla="*/ 816 h 816"/>
              <a:gd name="T12" fmla="*/ 0 w 813"/>
              <a:gd name="T13" fmla="*/ 546 h 816"/>
              <a:gd name="T14" fmla="*/ 0 w 813"/>
              <a:gd name="T15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13" h="816">
                <a:moveTo>
                  <a:pt x="0" y="0"/>
                </a:moveTo>
                <a:lnTo>
                  <a:pt x="543" y="0"/>
                </a:lnTo>
                <a:lnTo>
                  <a:pt x="543" y="276"/>
                </a:lnTo>
                <a:lnTo>
                  <a:pt x="813" y="546"/>
                </a:lnTo>
                <a:lnTo>
                  <a:pt x="813" y="816"/>
                </a:lnTo>
                <a:lnTo>
                  <a:pt x="276" y="816"/>
                </a:lnTo>
                <a:lnTo>
                  <a:pt x="0" y="546"/>
                </a:lnTo>
                <a:lnTo>
                  <a:pt x="0" y="0"/>
                </a:lnTo>
                <a:close/>
              </a:path>
            </a:pathLst>
          </a:custGeom>
          <a:solidFill>
            <a:srgbClr val="EDEBBB">
              <a:alpha val="50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1" name="Text Box 40">
            <a:extLst>
              <a:ext uri="{FF2B5EF4-FFF2-40B4-BE49-F238E27FC236}">
                <a16:creationId xmlns:a16="http://schemas.microsoft.com/office/drawing/2014/main" id="{40F29111-74B1-4047-A8C0-365C75314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0800" y="939800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EXAMPLES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14362" name="TextBox 41">
            <a:extLst>
              <a:ext uri="{FF2B5EF4-FFF2-40B4-BE49-F238E27FC236}">
                <a16:creationId xmlns:a16="http://schemas.microsoft.com/office/drawing/2014/main" id="{30133804-BD7D-4566-AC83-18E142375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1557338"/>
            <a:ext cx="2447925" cy="2246312"/>
          </a:xfrm>
          <a:prstGeom prst="rect">
            <a:avLst/>
          </a:prstGeom>
          <a:solidFill>
            <a:srgbClr val="00B050">
              <a:alpha val="12157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b="1" u="sng">
                <a:solidFill>
                  <a:srgbClr val="FF0000"/>
                </a:solidFill>
              </a:rPr>
              <a:t>TASK</a:t>
            </a:r>
          </a:p>
          <a:p>
            <a:pPr algn="ctr" eaLnBrk="1" hangingPunct="1"/>
            <a:r>
              <a:rPr lang="en-US" altLang="en-US" sz="2000"/>
              <a:t>Show that the trapezium tessellates by drawing on at least eight more trapezia on the grid.</a:t>
            </a:r>
          </a:p>
        </p:txBody>
      </p:sp>
      <p:sp>
        <p:nvSpPr>
          <p:cNvPr id="14363" name="TextBox 3">
            <a:extLst>
              <a:ext uri="{FF2B5EF4-FFF2-40B4-BE49-F238E27FC236}">
                <a16:creationId xmlns:a16="http://schemas.microsoft.com/office/drawing/2014/main" id="{2868D611-2013-4B1B-A5B9-B8DB47F4B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3500" y="1385888"/>
            <a:ext cx="571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</a:rPr>
              <a:t>3)</a:t>
            </a:r>
          </a:p>
        </p:txBody>
      </p:sp>
      <p:sp>
        <p:nvSpPr>
          <p:cNvPr id="14364" name="Title 1">
            <a:extLst>
              <a:ext uri="{FF2B5EF4-FFF2-40B4-BE49-F238E27FC236}">
                <a16:creationId xmlns:a16="http://schemas.microsoft.com/office/drawing/2014/main" id="{59ACEC47-4667-4850-8F5C-766E62EA052C}"/>
              </a:ext>
            </a:extLst>
          </p:cNvPr>
          <p:cNvSpPr txBox="1">
            <a:spLocks/>
          </p:cNvSpPr>
          <p:nvPr/>
        </p:nvSpPr>
        <p:spPr bwMode="auto">
          <a:xfrm>
            <a:off x="-541338" y="476250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chemeClr val="tx2"/>
                </a:solidFill>
              </a:rPr>
              <a:t>TESSELLATIONS </a:t>
            </a:r>
            <a:endParaRPr lang="en-GB" altLang="en-US" sz="2800">
              <a:solidFill>
                <a:schemeClr val="tx2"/>
              </a:solidFill>
            </a:endParaRPr>
          </a:p>
        </p:txBody>
      </p:sp>
      <p:grpSp>
        <p:nvGrpSpPr>
          <p:cNvPr id="14365" name="Group 216">
            <a:extLst>
              <a:ext uri="{FF2B5EF4-FFF2-40B4-BE49-F238E27FC236}">
                <a16:creationId xmlns:a16="http://schemas.microsoft.com/office/drawing/2014/main" id="{955893D6-CE1B-404F-9872-15AEA24E7BB2}"/>
              </a:ext>
            </a:extLst>
          </p:cNvPr>
          <p:cNvGrpSpPr>
            <a:grpSpLocks/>
          </p:cNvGrpSpPr>
          <p:nvPr/>
        </p:nvGrpSpPr>
        <p:grpSpPr bwMode="auto">
          <a:xfrm>
            <a:off x="384175" y="1539875"/>
            <a:ext cx="6049963" cy="5183188"/>
            <a:chOff x="238" y="620"/>
            <a:chExt cx="3811" cy="3265"/>
          </a:xfrm>
        </p:grpSpPr>
        <p:grpSp>
          <p:nvGrpSpPr>
            <p:cNvPr id="14374" name="Group 3">
              <a:extLst>
                <a:ext uri="{FF2B5EF4-FFF2-40B4-BE49-F238E27FC236}">
                  <a16:creationId xmlns:a16="http://schemas.microsoft.com/office/drawing/2014/main" id="{0CEDE752-2762-4C40-99C6-C6F0EB9707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" y="620"/>
              <a:ext cx="3811" cy="3265"/>
              <a:chOff x="166" y="488"/>
              <a:chExt cx="3811" cy="3265"/>
            </a:xfrm>
          </p:grpSpPr>
          <p:grpSp>
            <p:nvGrpSpPr>
              <p:cNvPr id="14376" name="Group 4">
                <a:extLst>
                  <a:ext uri="{FF2B5EF4-FFF2-40B4-BE49-F238E27FC236}">
                    <a16:creationId xmlns:a16="http://schemas.microsoft.com/office/drawing/2014/main" id="{023B3471-E0A3-48FD-978C-F3412C0427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0" y="488"/>
                <a:ext cx="2722" cy="3265"/>
                <a:chOff x="710" y="488"/>
                <a:chExt cx="2722" cy="3265"/>
              </a:xfrm>
            </p:grpSpPr>
            <p:sp>
              <p:nvSpPr>
                <p:cNvPr id="617" name="Rectangle 5">
                  <a:extLst>
                    <a:ext uri="{FF2B5EF4-FFF2-40B4-BE49-F238E27FC236}">
                      <a16:creationId xmlns:a16="http://schemas.microsoft.com/office/drawing/2014/main" id="{243FF790-9CE6-495E-9D55-9CA1A43AB9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8" name="Rectangle 6">
                  <a:extLst>
                    <a:ext uri="{FF2B5EF4-FFF2-40B4-BE49-F238E27FC236}">
                      <a16:creationId xmlns:a16="http://schemas.microsoft.com/office/drawing/2014/main" id="{6F360D2B-08DF-4EFD-A166-F9FDC0D638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9" name="Rectangle 7">
                  <a:extLst>
                    <a:ext uri="{FF2B5EF4-FFF2-40B4-BE49-F238E27FC236}">
                      <a16:creationId xmlns:a16="http://schemas.microsoft.com/office/drawing/2014/main" id="{8C87D305-C18A-456F-A202-A507677B3F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0" name="Rectangle 8">
                  <a:extLst>
                    <a:ext uri="{FF2B5EF4-FFF2-40B4-BE49-F238E27FC236}">
                      <a16:creationId xmlns:a16="http://schemas.microsoft.com/office/drawing/2014/main" id="{5249ACD8-832D-4F81-B424-FBDD3033BB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1" name="Rectangle 9">
                  <a:extLst>
                    <a:ext uri="{FF2B5EF4-FFF2-40B4-BE49-F238E27FC236}">
                      <a16:creationId xmlns:a16="http://schemas.microsoft.com/office/drawing/2014/main" id="{2439AAA5-7FBD-4A83-847F-A419322F28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032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2" name="Rectangle 10">
                  <a:extLst>
                    <a:ext uri="{FF2B5EF4-FFF2-40B4-BE49-F238E27FC236}">
                      <a16:creationId xmlns:a16="http://schemas.microsoft.com/office/drawing/2014/main" id="{B9A090DA-3D3C-4123-9A3F-A1DAD6DFD0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3" name="Rectangle 11">
                  <a:extLst>
                    <a:ext uri="{FF2B5EF4-FFF2-40B4-BE49-F238E27FC236}">
                      <a16:creationId xmlns:a16="http://schemas.microsoft.com/office/drawing/2014/main" id="{0C4DF663-AC3B-47B6-8958-4C62EE4B3F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4" name="Rectangle 12">
                  <a:extLst>
                    <a:ext uri="{FF2B5EF4-FFF2-40B4-BE49-F238E27FC236}">
                      <a16:creationId xmlns:a16="http://schemas.microsoft.com/office/drawing/2014/main" id="{E5C49A53-15C6-446D-AFEF-D4FBF08A4F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5" name="Rectangle 13">
                  <a:extLst>
                    <a:ext uri="{FF2B5EF4-FFF2-40B4-BE49-F238E27FC236}">
                      <a16:creationId xmlns:a16="http://schemas.microsoft.com/office/drawing/2014/main" id="{77C90A35-CB57-4ACD-9264-52109A3FCD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6" name="Rectangle 14">
                  <a:extLst>
                    <a:ext uri="{FF2B5EF4-FFF2-40B4-BE49-F238E27FC236}">
                      <a16:creationId xmlns:a16="http://schemas.microsoft.com/office/drawing/2014/main" id="{512315F9-968A-4888-A841-263047C28E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032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7" name="Rectangle 15">
                  <a:extLst>
                    <a:ext uri="{FF2B5EF4-FFF2-40B4-BE49-F238E27FC236}">
                      <a16:creationId xmlns:a16="http://schemas.microsoft.com/office/drawing/2014/main" id="{86DA5FDA-D0D7-4917-BDC3-ABA244D45E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8" name="Rectangle 16">
                  <a:extLst>
                    <a:ext uri="{FF2B5EF4-FFF2-40B4-BE49-F238E27FC236}">
                      <a16:creationId xmlns:a16="http://schemas.microsoft.com/office/drawing/2014/main" id="{24A3EA6B-5A7D-4F34-8039-CA818A0D9A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29" name="Rectangle 17">
                  <a:extLst>
                    <a:ext uri="{FF2B5EF4-FFF2-40B4-BE49-F238E27FC236}">
                      <a16:creationId xmlns:a16="http://schemas.microsoft.com/office/drawing/2014/main" id="{EB17CB05-94C0-4041-8A69-F197D0CEB2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0" name="Rectangle 18">
                  <a:extLst>
                    <a:ext uri="{FF2B5EF4-FFF2-40B4-BE49-F238E27FC236}">
                      <a16:creationId xmlns:a16="http://schemas.microsoft.com/office/drawing/2014/main" id="{99914036-3D62-4DB9-941C-B5C5C999FF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1" name="Rectangle 19">
                  <a:extLst>
                    <a:ext uri="{FF2B5EF4-FFF2-40B4-BE49-F238E27FC236}">
                      <a16:creationId xmlns:a16="http://schemas.microsoft.com/office/drawing/2014/main" id="{E4F05C0C-7C86-4145-B7A9-632C5AEEEC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304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2" name="Rectangle 20">
                  <a:extLst>
                    <a:ext uri="{FF2B5EF4-FFF2-40B4-BE49-F238E27FC236}">
                      <a16:creationId xmlns:a16="http://schemas.microsoft.com/office/drawing/2014/main" id="{B9EE96E1-7746-47F3-B472-835C520B46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3" name="Rectangle 21">
                  <a:extLst>
                    <a:ext uri="{FF2B5EF4-FFF2-40B4-BE49-F238E27FC236}">
                      <a16:creationId xmlns:a16="http://schemas.microsoft.com/office/drawing/2014/main" id="{06D45329-2011-489C-A5F4-C5F0402F5B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4" name="Rectangle 22">
                  <a:extLst>
                    <a:ext uri="{FF2B5EF4-FFF2-40B4-BE49-F238E27FC236}">
                      <a16:creationId xmlns:a16="http://schemas.microsoft.com/office/drawing/2014/main" id="{84A08EF9-449B-4E57-B1A0-9CB6EFD344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5" name="Rectangle 23">
                  <a:extLst>
                    <a:ext uri="{FF2B5EF4-FFF2-40B4-BE49-F238E27FC236}">
                      <a16:creationId xmlns:a16="http://schemas.microsoft.com/office/drawing/2014/main" id="{C45CF25F-B8E5-436F-B0FC-DDE439AF16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6" name="Rectangle 24">
                  <a:extLst>
                    <a:ext uri="{FF2B5EF4-FFF2-40B4-BE49-F238E27FC236}">
                      <a16:creationId xmlns:a16="http://schemas.microsoft.com/office/drawing/2014/main" id="{F441B2FF-E939-47CF-8445-1150E4DEC9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30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7" name="Rectangle 25">
                  <a:extLst>
                    <a:ext uri="{FF2B5EF4-FFF2-40B4-BE49-F238E27FC236}">
                      <a16:creationId xmlns:a16="http://schemas.microsoft.com/office/drawing/2014/main" id="{F07E19B5-0060-4EF4-9B1F-6D9174B9C6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8" name="Rectangle 26">
                  <a:extLst>
                    <a:ext uri="{FF2B5EF4-FFF2-40B4-BE49-F238E27FC236}">
                      <a16:creationId xmlns:a16="http://schemas.microsoft.com/office/drawing/2014/main" id="{038EE336-5CEE-4DE4-BF94-9BBBB95CF6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39" name="Rectangle 27">
                  <a:extLst>
                    <a:ext uri="{FF2B5EF4-FFF2-40B4-BE49-F238E27FC236}">
                      <a16:creationId xmlns:a16="http://schemas.microsoft.com/office/drawing/2014/main" id="{A84BDA55-35CE-483D-B4B3-10B69FFC0B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0" name="Rectangle 28">
                  <a:extLst>
                    <a:ext uri="{FF2B5EF4-FFF2-40B4-BE49-F238E27FC236}">
                      <a16:creationId xmlns:a16="http://schemas.microsoft.com/office/drawing/2014/main" id="{D72A403D-1BC7-4C3E-A23E-F7B5CC95A2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1" name="Rectangle 29">
                  <a:extLst>
                    <a:ext uri="{FF2B5EF4-FFF2-40B4-BE49-F238E27FC236}">
                      <a16:creationId xmlns:a16="http://schemas.microsoft.com/office/drawing/2014/main" id="{EA3390F5-00A2-4964-8D38-D655C59B12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576"/>
                  <a:ext cx="273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2" name="Rectangle 30">
                  <a:extLst>
                    <a:ext uri="{FF2B5EF4-FFF2-40B4-BE49-F238E27FC236}">
                      <a16:creationId xmlns:a16="http://schemas.microsoft.com/office/drawing/2014/main" id="{A64B1F97-BD04-45BC-BDA2-7AD0C6982E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3" name="Rectangle 31">
                  <a:extLst>
                    <a:ext uri="{FF2B5EF4-FFF2-40B4-BE49-F238E27FC236}">
                      <a16:creationId xmlns:a16="http://schemas.microsoft.com/office/drawing/2014/main" id="{757A852A-CA4E-42E4-9DFB-6016C4D299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4" name="Rectangle 32">
                  <a:extLst>
                    <a:ext uri="{FF2B5EF4-FFF2-40B4-BE49-F238E27FC236}">
                      <a16:creationId xmlns:a16="http://schemas.microsoft.com/office/drawing/2014/main" id="{A0B3C0C4-ABA7-4FAF-BD52-F4F6563FB2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5" name="Rectangle 33">
                  <a:extLst>
                    <a:ext uri="{FF2B5EF4-FFF2-40B4-BE49-F238E27FC236}">
                      <a16:creationId xmlns:a16="http://schemas.microsoft.com/office/drawing/2014/main" id="{19AF80D5-EE56-4B11-B3BC-C553B611DA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6" name="Rectangle 34">
                  <a:extLst>
                    <a:ext uri="{FF2B5EF4-FFF2-40B4-BE49-F238E27FC236}">
                      <a16:creationId xmlns:a16="http://schemas.microsoft.com/office/drawing/2014/main" id="{2D0A6191-151D-45EF-A14E-23342450B2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576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7" name="Rectangle 35">
                  <a:extLst>
                    <a:ext uri="{FF2B5EF4-FFF2-40B4-BE49-F238E27FC236}">
                      <a16:creationId xmlns:a16="http://schemas.microsoft.com/office/drawing/2014/main" id="{9C79A9D7-74AB-416C-A664-32CCE95833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8" name="Rectangle 36">
                  <a:extLst>
                    <a:ext uri="{FF2B5EF4-FFF2-40B4-BE49-F238E27FC236}">
                      <a16:creationId xmlns:a16="http://schemas.microsoft.com/office/drawing/2014/main" id="{57686469-DF44-476C-8876-C3ECA4BA7B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49" name="Rectangle 37">
                  <a:extLst>
                    <a:ext uri="{FF2B5EF4-FFF2-40B4-BE49-F238E27FC236}">
                      <a16:creationId xmlns:a16="http://schemas.microsoft.com/office/drawing/2014/main" id="{EA8BCEFF-64A9-4A69-B472-F241912B7C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0" name="Rectangle 38">
                  <a:extLst>
                    <a:ext uri="{FF2B5EF4-FFF2-40B4-BE49-F238E27FC236}">
                      <a16:creationId xmlns:a16="http://schemas.microsoft.com/office/drawing/2014/main" id="{9EC975FF-5911-413C-81C7-AE13F559FF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1" name="Rectangle 39">
                  <a:extLst>
                    <a:ext uri="{FF2B5EF4-FFF2-40B4-BE49-F238E27FC236}">
                      <a16:creationId xmlns:a16="http://schemas.microsoft.com/office/drawing/2014/main" id="{BB9CB27A-82E9-4781-98E4-6229B02CF6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1849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2" name="Rectangle 40">
                  <a:extLst>
                    <a:ext uri="{FF2B5EF4-FFF2-40B4-BE49-F238E27FC236}">
                      <a16:creationId xmlns:a16="http://schemas.microsoft.com/office/drawing/2014/main" id="{415A0315-9158-4694-ABC0-CF0A1782A2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3" name="Rectangle 41">
                  <a:extLst>
                    <a:ext uri="{FF2B5EF4-FFF2-40B4-BE49-F238E27FC236}">
                      <a16:creationId xmlns:a16="http://schemas.microsoft.com/office/drawing/2014/main" id="{62E94AF8-E959-4655-B1E8-62619E9F04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4" name="Rectangle 42">
                  <a:extLst>
                    <a:ext uri="{FF2B5EF4-FFF2-40B4-BE49-F238E27FC236}">
                      <a16:creationId xmlns:a16="http://schemas.microsoft.com/office/drawing/2014/main" id="{145D0ECF-83F5-4FBA-9A1A-6BA7DEA7F5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5" name="Rectangle 43">
                  <a:extLst>
                    <a:ext uri="{FF2B5EF4-FFF2-40B4-BE49-F238E27FC236}">
                      <a16:creationId xmlns:a16="http://schemas.microsoft.com/office/drawing/2014/main" id="{2D71D329-D166-41BA-B7ED-9194102CF3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6" name="Rectangle 44">
                  <a:extLst>
                    <a:ext uri="{FF2B5EF4-FFF2-40B4-BE49-F238E27FC236}">
                      <a16:creationId xmlns:a16="http://schemas.microsoft.com/office/drawing/2014/main" id="{19088EF3-5CAB-4548-A0FD-4096EC346B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184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7" name="Rectangle 45">
                  <a:extLst>
                    <a:ext uri="{FF2B5EF4-FFF2-40B4-BE49-F238E27FC236}">
                      <a16:creationId xmlns:a16="http://schemas.microsoft.com/office/drawing/2014/main" id="{B032A3EC-7C8E-4A0D-BD9E-B05111E438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8" name="Rectangle 46">
                  <a:extLst>
                    <a:ext uri="{FF2B5EF4-FFF2-40B4-BE49-F238E27FC236}">
                      <a16:creationId xmlns:a16="http://schemas.microsoft.com/office/drawing/2014/main" id="{38848BD7-C8A2-49FD-BA3D-C1EC54FA84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9" name="Rectangle 47">
                  <a:extLst>
                    <a:ext uri="{FF2B5EF4-FFF2-40B4-BE49-F238E27FC236}">
                      <a16:creationId xmlns:a16="http://schemas.microsoft.com/office/drawing/2014/main" id="{A4F545CE-1F28-4D78-AEC0-D4F4F95DD3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0" name="Rectangle 48">
                  <a:extLst>
                    <a:ext uri="{FF2B5EF4-FFF2-40B4-BE49-F238E27FC236}">
                      <a16:creationId xmlns:a16="http://schemas.microsoft.com/office/drawing/2014/main" id="{CC722795-26A7-4E30-9171-CF4EB10EE1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1" name="Rectangle 49">
                  <a:extLst>
                    <a:ext uri="{FF2B5EF4-FFF2-40B4-BE49-F238E27FC236}">
                      <a16:creationId xmlns:a16="http://schemas.microsoft.com/office/drawing/2014/main" id="{1BA2ABD0-EAD3-4CD6-9953-8756F6D4E0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121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2" name="Rectangle 50">
                  <a:extLst>
                    <a:ext uri="{FF2B5EF4-FFF2-40B4-BE49-F238E27FC236}">
                      <a16:creationId xmlns:a16="http://schemas.microsoft.com/office/drawing/2014/main" id="{A27711E1-1D3A-4843-BAC0-C0F4B0FD78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3" name="Rectangle 51">
                  <a:extLst>
                    <a:ext uri="{FF2B5EF4-FFF2-40B4-BE49-F238E27FC236}">
                      <a16:creationId xmlns:a16="http://schemas.microsoft.com/office/drawing/2014/main" id="{81682212-657B-42ED-9DA5-96D748E267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4" name="Rectangle 52">
                  <a:extLst>
                    <a:ext uri="{FF2B5EF4-FFF2-40B4-BE49-F238E27FC236}">
                      <a16:creationId xmlns:a16="http://schemas.microsoft.com/office/drawing/2014/main" id="{1D0BEF6C-5192-4C68-915A-C1797C501A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5" name="Rectangle 53">
                  <a:extLst>
                    <a:ext uri="{FF2B5EF4-FFF2-40B4-BE49-F238E27FC236}">
                      <a16:creationId xmlns:a16="http://schemas.microsoft.com/office/drawing/2014/main" id="{0BF55AC0-76DC-4FA4-B1A8-8855A1BADC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6" name="Rectangle 54">
                  <a:extLst>
                    <a:ext uri="{FF2B5EF4-FFF2-40B4-BE49-F238E27FC236}">
                      <a16:creationId xmlns:a16="http://schemas.microsoft.com/office/drawing/2014/main" id="{A1F0A1EA-C846-4374-988E-FC2E3A9924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12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7" name="Rectangle 55">
                  <a:extLst>
                    <a:ext uri="{FF2B5EF4-FFF2-40B4-BE49-F238E27FC236}">
                      <a16:creationId xmlns:a16="http://schemas.microsoft.com/office/drawing/2014/main" id="{BF97AE85-6819-432A-A020-997CF86FE2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8" name="Rectangle 56">
                  <a:extLst>
                    <a:ext uri="{FF2B5EF4-FFF2-40B4-BE49-F238E27FC236}">
                      <a16:creationId xmlns:a16="http://schemas.microsoft.com/office/drawing/2014/main" id="{80A69EF6-8357-4FE5-B2A1-6F1A84B800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69" name="Rectangle 57">
                  <a:extLst>
                    <a:ext uri="{FF2B5EF4-FFF2-40B4-BE49-F238E27FC236}">
                      <a16:creationId xmlns:a16="http://schemas.microsoft.com/office/drawing/2014/main" id="{B695559A-1352-408F-A7A4-014750BB75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0" name="Rectangle 58">
                  <a:extLst>
                    <a:ext uri="{FF2B5EF4-FFF2-40B4-BE49-F238E27FC236}">
                      <a16:creationId xmlns:a16="http://schemas.microsoft.com/office/drawing/2014/main" id="{4589B112-E0FF-4DCE-A393-BA47E963F5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1" name="Rectangle 59">
                  <a:extLst>
                    <a:ext uri="{FF2B5EF4-FFF2-40B4-BE49-F238E27FC236}">
                      <a16:creationId xmlns:a16="http://schemas.microsoft.com/office/drawing/2014/main" id="{66380D97-D8A7-4022-8707-33B70DB73E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393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2" name="Rectangle 60">
                  <a:extLst>
                    <a:ext uri="{FF2B5EF4-FFF2-40B4-BE49-F238E27FC236}">
                      <a16:creationId xmlns:a16="http://schemas.microsoft.com/office/drawing/2014/main" id="{4C7262F6-6E5A-427D-8C83-7D3F2A5C2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3" name="Rectangle 61">
                  <a:extLst>
                    <a:ext uri="{FF2B5EF4-FFF2-40B4-BE49-F238E27FC236}">
                      <a16:creationId xmlns:a16="http://schemas.microsoft.com/office/drawing/2014/main" id="{68DF33B0-0C70-4BC8-A1A0-69A385738E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4" name="Rectangle 62">
                  <a:extLst>
                    <a:ext uri="{FF2B5EF4-FFF2-40B4-BE49-F238E27FC236}">
                      <a16:creationId xmlns:a16="http://schemas.microsoft.com/office/drawing/2014/main" id="{476330B4-CBF0-4D60-9726-754187C7D4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5" name="Rectangle 63">
                  <a:extLst>
                    <a:ext uri="{FF2B5EF4-FFF2-40B4-BE49-F238E27FC236}">
                      <a16:creationId xmlns:a16="http://schemas.microsoft.com/office/drawing/2014/main" id="{4E3E1E32-9327-4B80-A54E-8A95E0D152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6" name="Rectangle 64">
                  <a:extLst>
                    <a:ext uri="{FF2B5EF4-FFF2-40B4-BE49-F238E27FC236}">
                      <a16:creationId xmlns:a16="http://schemas.microsoft.com/office/drawing/2014/main" id="{ECE82857-1E75-4D28-A55D-4AE45B0EB4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39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7" name="Rectangle 65">
                  <a:extLst>
                    <a:ext uri="{FF2B5EF4-FFF2-40B4-BE49-F238E27FC236}">
                      <a16:creationId xmlns:a16="http://schemas.microsoft.com/office/drawing/2014/main" id="{F78C6428-9D64-48FD-8D8A-F275405E1B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8" name="Rectangle 66">
                  <a:extLst>
                    <a:ext uri="{FF2B5EF4-FFF2-40B4-BE49-F238E27FC236}">
                      <a16:creationId xmlns:a16="http://schemas.microsoft.com/office/drawing/2014/main" id="{7A386503-390A-4C2B-9B16-8C153A87E6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79" name="Rectangle 67">
                  <a:extLst>
                    <a:ext uri="{FF2B5EF4-FFF2-40B4-BE49-F238E27FC236}">
                      <a16:creationId xmlns:a16="http://schemas.microsoft.com/office/drawing/2014/main" id="{9F2D3884-5299-44FD-83B9-E6158F7B52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0" name="Rectangle 68">
                  <a:extLst>
                    <a:ext uri="{FF2B5EF4-FFF2-40B4-BE49-F238E27FC236}">
                      <a16:creationId xmlns:a16="http://schemas.microsoft.com/office/drawing/2014/main" id="{7569ED98-2B77-4D40-91E0-473362474A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1" name="Rectangle 69">
                  <a:extLst>
                    <a:ext uri="{FF2B5EF4-FFF2-40B4-BE49-F238E27FC236}">
                      <a16:creationId xmlns:a16="http://schemas.microsoft.com/office/drawing/2014/main" id="{BACA99FE-8057-4AAD-8A18-2CE8283052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665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2" name="Rectangle 70">
                  <a:extLst>
                    <a:ext uri="{FF2B5EF4-FFF2-40B4-BE49-F238E27FC236}">
                      <a16:creationId xmlns:a16="http://schemas.microsoft.com/office/drawing/2014/main" id="{4A2C1B6C-948C-470F-96CA-D5C369CBAC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3" name="Rectangle 71">
                  <a:extLst>
                    <a:ext uri="{FF2B5EF4-FFF2-40B4-BE49-F238E27FC236}">
                      <a16:creationId xmlns:a16="http://schemas.microsoft.com/office/drawing/2014/main" id="{90A1D6CC-479D-4EC3-96EB-6C16EA9FBD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4" name="Rectangle 72">
                  <a:extLst>
                    <a:ext uri="{FF2B5EF4-FFF2-40B4-BE49-F238E27FC236}">
                      <a16:creationId xmlns:a16="http://schemas.microsoft.com/office/drawing/2014/main" id="{36E86D37-CA6F-41C5-9384-997408E4BC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5" name="Rectangle 73">
                  <a:extLst>
                    <a:ext uri="{FF2B5EF4-FFF2-40B4-BE49-F238E27FC236}">
                      <a16:creationId xmlns:a16="http://schemas.microsoft.com/office/drawing/2014/main" id="{55914315-CA89-46F6-8816-BDD01862B4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6" name="Rectangle 74">
                  <a:extLst>
                    <a:ext uri="{FF2B5EF4-FFF2-40B4-BE49-F238E27FC236}">
                      <a16:creationId xmlns:a16="http://schemas.microsoft.com/office/drawing/2014/main" id="{DCB72BDB-6245-4418-AA39-E9DF7ED804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66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7" name="Rectangle 75">
                  <a:extLst>
                    <a:ext uri="{FF2B5EF4-FFF2-40B4-BE49-F238E27FC236}">
                      <a16:creationId xmlns:a16="http://schemas.microsoft.com/office/drawing/2014/main" id="{A4F4C60F-C027-4437-8B9A-95077B4EAC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8" name="Rectangle 76">
                  <a:extLst>
                    <a:ext uri="{FF2B5EF4-FFF2-40B4-BE49-F238E27FC236}">
                      <a16:creationId xmlns:a16="http://schemas.microsoft.com/office/drawing/2014/main" id="{C27B4824-8C68-43CE-A886-85698C2AFD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89" name="Rectangle 77">
                  <a:extLst>
                    <a:ext uri="{FF2B5EF4-FFF2-40B4-BE49-F238E27FC236}">
                      <a16:creationId xmlns:a16="http://schemas.microsoft.com/office/drawing/2014/main" id="{6D5FAB28-E0AE-4930-BB9B-21427DD2D1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0" name="Rectangle 78">
                  <a:extLst>
                    <a:ext uri="{FF2B5EF4-FFF2-40B4-BE49-F238E27FC236}">
                      <a16:creationId xmlns:a16="http://schemas.microsoft.com/office/drawing/2014/main" id="{DFCB1175-18CF-4606-9E4A-70C81D2978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1" name="Rectangle 79">
                  <a:extLst>
                    <a:ext uri="{FF2B5EF4-FFF2-40B4-BE49-F238E27FC236}">
                      <a16:creationId xmlns:a16="http://schemas.microsoft.com/office/drawing/2014/main" id="{CD2EC208-0BB8-4410-8481-C04D2AC63B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2937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2" name="Rectangle 80">
                  <a:extLst>
                    <a:ext uri="{FF2B5EF4-FFF2-40B4-BE49-F238E27FC236}">
                      <a16:creationId xmlns:a16="http://schemas.microsoft.com/office/drawing/2014/main" id="{30B56D25-A160-40EA-A4FE-E90B5F19BB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3" name="Rectangle 81">
                  <a:extLst>
                    <a:ext uri="{FF2B5EF4-FFF2-40B4-BE49-F238E27FC236}">
                      <a16:creationId xmlns:a16="http://schemas.microsoft.com/office/drawing/2014/main" id="{68931EF4-1538-4DC7-8DD6-94DBAC7864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4" name="Rectangle 82">
                  <a:extLst>
                    <a:ext uri="{FF2B5EF4-FFF2-40B4-BE49-F238E27FC236}">
                      <a16:creationId xmlns:a16="http://schemas.microsoft.com/office/drawing/2014/main" id="{1D517793-66BB-42FA-A3DA-6507B0B2C1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5" name="Rectangle 83">
                  <a:extLst>
                    <a:ext uri="{FF2B5EF4-FFF2-40B4-BE49-F238E27FC236}">
                      <a16:creationId xmlns:a16="http://schemas.microsoft.com/office/drawing/2014/main" id="{9382EE51-A3EF-4BB4-B8A7-FDA39ABA0C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6" name="Rectangle 84">
                  <a:extLst>
                    <a:ext uri="{FF2B5EF4-FFF2-40B4-BE49-F238E27FC236}">
                      <a16:creationId xmlns:a16="http://schemas.microsoft.com/office/drawing/2014/main" id="{7605D2C5-5F13-40D8-839B-503E4A29F8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293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7" name="Rectangle 85">
                  <a:extLst>
                    <a:ext uri="{FF2B5EF4-FFF2-40B4-BE49-F238E27FC236}">
                      <a16:creationId xmlns:a16="http://schemas.microsoft.com/office/drawing/2014/main" id="{543D94E8-8B75-4DBF-9A54-2469775830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8" name="Rectangle 86">
                  <a:extLst>
                    <a:ext uri="{FF2B5EF4-FFF2-40B4-BE49-F238E27FC236}">
                      <a16:creationId xmlns:a16="http://schemas.microsoft.com/office/drawing/2014/main" id="{5D039132-2FF6-450A-9B7C-EB7DB53CCB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99" name="Rectangle 87">
                  <a:extLst>
                    <a:ext uri="{FF2B5EF4-FFF2-40B4-BE49-F238E27FC236}">
                      <a16:creationId xmlns:a16="http://schemas.microsoft.com/office/drawing/2014/main" id="{2B17A20D-A456-4690-AD88-11B9B775EA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0" name="Rectangle 88">
                  <a:extLst>
                    <a:ext uri="{FF2B5EF4-FFF2-40B4-BE49-F238E27FC236}">
                      <a16:creationId xmlns:a16="http://schemas.microsoft.com/office/drawing/2014/main" id="{83934363-EBE1-4363-8270-CD003BF501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1" name="Rectangle 89">
                  <a:extLst>
                    <a:ext uri="{FF2B5EF4-FFF2-40B4-BE49-F238E27FC236}">
                      <a16:creationId xmlns:a16="http://schemas.microsoft.com/office/drawing/2014/main" id="{8256E337-7CAF-4A36-827F-62853AF7AB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488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2" name="Rectangle 90">
                  <a:extLst>
                    <a:ext uri="{FF2B5EF4-FFF2-40B4-BE49-F238E27FC236}">
                      <a16:creationId xmlns:a16="http://schemas.microsoft.com/office/drawing/2014/main" id="{03432E45-80D6-4B2A-B543-0464A0732D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3" name="Rectangle 91">
                  <a:extLst>
                    <a:ext uri="{FF2B5EF4-FFF2-40B4-BE49-F238E27FC236}">
                      <a16:creationId xmlns:a16="http://schemas.microsoft.com/office/drawing/2014/main" id="{8D561F3B-94D1-427B-AFA9-1FA8A5652F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4" name="Rectangle 92">
                  <a:extLst>
                    <a:ext uri="{FF2B5EF4-FFF2-40B4-BE49-F238E27FC236}">
                      <a16:creationId xmlns:a16="http://schemas.microsoft.com/office/drawing/2014/main" id="{78B9D6B6-AFC7-43CB-B770-70A2788230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5" name="Rectangle 93">
                  <a:extLst>
                    <a:ext uri="{FF2B5EF4-FFF2-40B4-BE49-F238E27FC236}">
                      <a16:creationId xmlns:a16="http://schemas.microsoft.com/office/drawing/2014/main" id="{E1EAAC00-76DE-4013-B458-0D67F10D1A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6" name="Rectangle 94">
                  <a:extLst>
                    <a:ext uri="{FF2B5EF4-FFF2-40B4-BE49-F238E27FC236}">
                      <a16:creationId xmlns:a16="http://schemas.microsoft.com/office/drawing/2014/main" id="{933211C7-BD28-4999-8727-D3DB5878D6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48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7" name="Rectangle 95">
                  <a:extLst>
                    <a:ext uri="{FF2B5EF4-FFF2-40B4-BE49-F238E27FC236}">
                      <a16:creationId xmlns:a16="http://schemas.microsoft.com/office/drawing/2014/main" id="{244C8B74-9A39-4C98-A632-BC16A8A3E7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0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8" name="Rectangle 96">
                  <a:extLst>
                    <a:ext uri="{FF2B5EF4-FFF2-40B4-BE49-F238E27FC236}">
                      <a16:creationId xmlns:a16="http://schemas.microsoft.com/office/drawing/2014/main" id="{00D39A4E-E7B7-4983-8936-1EC6650D93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2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09" name="Rectangle 97">
                  <a:extLst>
                    <a:ext uri="{FF2B5EF4-FFF2-40B4-BE49-F238E27FC236}">
                      <a16:creationId xmlns:a16="http://schemas.microsoft.com/office/drawing/2014/main" id="{3647A656-6D7A-40A5-9F27-FE37985D72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4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0" name="Rectangle 98">
                  <a:extLst>
                    <a:ext uri="{FF2B5EF4-FFF2-40B4-BE49-F238E27FC236}">
                      <a16:creationId xmlns:a16="http://schemas.microsoft.com/office/drawing/2014/main" id="{3E192501-49B6-4EB3-A4A9-9F6FC00542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6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1" name="Rectangle 99">
                  <a:extLst>
                    <a:ext uri="{FF2B5EF4-FFF2-40B4-BE49-F238E27FC236}">
                      <a16:creationId xmlns:a16="http://schemas.microsoft.com/office/drawing/2014/main" id="{F158DBA9-331C-4CD0-A817-B637CE98AE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8" y="760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2" name="Rectangle 100">
                  <a:extLst>
                    <a:ext uri="{FF2B5EF4-FFF2-40B4-BE49-F238E27FC236}">
                      <a16:creationId xmlns:a16="http://schemas.microsoft.com/office/drawing/2014/main" id="{41267620-FB78-47C0-802C-E34B7BA9C7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3" name="Rectangle 101">
                  <a:extLst>
                    <a:ext uri="{FF2B5EF4-FFF2-40B4-BE49-F238E27FC236}">
                      <a16:creationId xmlns:a16="http://schemas.microsoft.com/office/drawing/2014/main" id="{B3C902EF-D0D4-4649-B0E3-8DDAE6909F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3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4" name="Rectangle 102">
                  <a:extLst>
                    <a:ext uri="{FF2B5EF4-FFF2-40B4-BE49-F238E27FC236}">
                      <a16:creationId xmlns:a16="http://schemas.microsoft.com/office/drawing/2014/main" id="{11BE9665-01FB-4C34-B0C1-2A6A44528C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5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5" name="Rectangle 103">
                  <a:extLst>
                    <a:ext uri="{FF2B5EF4-FFF2-40B4-BE49-F238E27FC236}">
                      <a16:creationId xmlns:a16="http://schemas.microsoft.com/office/drawing/2014/main" id="{5BFD80D9-4C9C-41CB-9E0D-3E5EF3031B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7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6" name="Rectangle 104">
                  <a:extLst>
                    <a:ext uri="{FF2B5EF4-FFF2-40B4-BE49-F238E27FC236}">
                      <a16:creationId xmlns:a16="http://schemas.microsoft.com/office/drawing/2014/main" id="{3106BFF1-54BC-45BD-8838-4543B98808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9" y="76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7" name="Rectangle 105">
                  <a:extLst>
                    <a:ext uri="{FF2B5EF4-FFF2-40B4-BE49-F238E27FC236}">
                      <a16:creationId xmlns:a16="http://schemas.microsoft.com/office/drawing/2014/main" id="{F67A22DD-731E-40E2-BF07-8119BD6EBD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1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8" name="Rectangle 106">
                  <a:extLst>
                    <a:ext uri="{FF2B5EF4-FFF2-40B4-BE49-F238E27FC236}">
                      <a16:creationId xmlns:a16="http://schemas.microsoft.com/office/drawing/2014/main" id="{D8883B66-9C14-4A3A-8B51-1EC4285268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3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19" name="Rectangle 107">
                  <a:extLst>
                    <a:ext uri="{FF2B5EF4-FFF2-40B4-BE49-F238E27FC236}">
                      <a16:creationId xmlns:a16="http://schemas.microsoft.com/office/drawing/2014/main" id="{DED60E04-44C6-4764-950E-14B50A115F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5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0" name="Rectangle 108">
                  <a:extLst>
                    <a:ext uri="{FF2B5EF4-FFF2-40B4-BE49-F238E27FC236}">
                      <a16:creationId xmlns:a16="http://schemas.microsoft.com/office/drawing/2014/main" id="{7CC8F9D6-75B6-4D00-8AFA-FA4BC5F410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7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1" name="Rectangle 109">
                  <a:extLst>
                    <a:ext uri="{FF2B5EF4-FFF2-40B4-BE49-F238E27FC236}">
                      <a16:creationId xmlns:a16="http://schemas.microsoft.com/office/drawing/2014/main" id="{C57AA9A1-3184-412A-98C3-051225417C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9" y="3209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2" name="Rectangle 110">
                  <a:extLst>
                    <a:ext uri="{FF2B5EF4-FFF2-40B4-BE49-F238E27FC236}">
                      <a16:creationId xmlns:a16="http://schemas.microsoft.com/office/drawing/2014/main" id="{05875A1B-561F-4E21-BDB3-70504D7342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2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3" name="Rectangle 111">
                  <a:extLst>
                    <a:ext uri="{FF2B5EF4-FFF2-40B4-BE49-F238E27FC236}">
                      <a16:creationId xmlns:a16="http://schemas.microsoft.com/office/drawing/2014/main" id="{3CAE506C-1EB7-4042-8294-C7ED377684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4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4" name="Rectangle 112">
                  <a:extLst>
                    <a:ext uri="{FF2B5EF4-FFF2-40B4-BE49-F238E27FC236}">
                      <a16:creationId xmlns:a16="http://schemas.microsoft.com/office/drawing/2014/main" id="{817D89D6-0664-436C-A6C8-29D357F62C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6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5" name="Rectangle 113">
                  <a:extLst>
                    <a:ext uri="{FF2B5EF4-FFF2-40B4-BE49-F238E27FC236}">
                      <a16:creationId xmlns:a16="http://schemas.microsoft.com/office/drawing/2014/main" id="{BD4480C9-A6F6-40AB-8C5F-69A7A43745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8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6" name="Rectangle 114">
                  <a:extLst>
                    <a:ext uri="{FF2B5EF4-FFF2-40B4-BE49-F238E27FC236}">
                      <a16:creationId xmlns:a16="http://schemas.microsoft.com/office/drawing/2014/main" id="{149D1BBA-4350-4A1C-A849-E9FD33D117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320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7" name="Rectangle 115">
                  <a:extLst>
                    <a:ext uri="{FF2B5EF4-FFF2-40B4-BE49-F238E27FC236}">
                      <a16:creationId xmlns:a16="http://schemas.microsoft.com/office/drawing/2014/main" id="{D73EAB37-D4E9-4737-A905-DFE70B9D7C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1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8" name="Rectangle 116">
                  <a:extLst>
                    <a:ext uri="{FF2B5EF4-FFF2-40B4-BE49-F238E27FC236}">
                      <a16:creationId xmlns:a16="http://schemas.microsoft.com/office/drawing/2014/main" id="{9220A19F-131F-430A-BF43-42EFF3D1A9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3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29" name="Rectangle 117">
                  <a:extLst>
                    <a:ext uri="{FF2B5EF4-FFF2-40B4-BE49-F238E27FC236}">
                      <a16:creationId xmlns:a16="http://schemas.microsoft.com/office/drawing/2014/main" id="{47EE1606-44A4-4744-83D4-BD08472CE1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5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30" name="Rectangle 118">
                  <a:extLst>
                    <a:ext uri="{FF2B5EF4-FFF2-40B4-BE49-F238E27FC236}">
                      <a16:creationId xmlns:a16="http://schemas.microsoft.com/office/drawing/2014/main" id="{0EDBBB03-15A4-4A82-8495-C39A3FA961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27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31" name="Rectangle 119">
                  <a:extLst>
                    <a:ext uri="{FF2B5EF4-FFF2-40B4-BE49-F238E27FC236}">
                      <a16:creationId xmlns:a16="http://schemas.microsoft.com/office/drawing/2014/main" id="{00672071-B49D-4141-939A-AEA3C38CF6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9" y="3481"/>
                  <a:ext cx="273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32" name="Rectangle 120">
                  <a:extLst>
                    <a:ext uri="{FF2B5EF4-FFF2-40B4-BE49-F238E27FC236}">
                      <a16:creationId xmlns:a16="http://schemas.microsoft.com/office/drawing/2014/main" id="{66643485-2868-4AF3-9366-DCF5E5D85D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2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33" name="Rectangle 121">
                  <a:extLst>
                    <a:ext uri="{FF2B5EF4-FFF2-40B4-BE49-F238E27FC236}">
                      <a16:creationId xmlns:a16="http://schemas.microsoft.com/office/drawing/2014/main" id="{981BC26A-7603-43F7-89F3-D998D55B80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44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34" name="Rectangle 122">
                  <a:extLst>
                    <a:ext uri="{FF2B5EF4-FFF2-40B4-BE49-F238E27FC236}">
                      <a16:creationId xmlns:a16="http://schemas.microsoft.com/office/drawing/2014/main" id="{B5E18D97-6F95-4289-A304-DE36D1DD77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6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35" name="Rectangle 123">
                  <a:extLst>
                    <a:ext uri="{FF2B5EF4-FFF2-40B4-BE49-F238E27FC236}">
                      <a16:creationId xmlns:a16="http://schemas.microsoft.com/office/drawing/2014/main" id="{00327048-57BC-42FE-A785-7520520E8F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8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736" name="Rectangle 124">
                  <a:extLst>
                    <a:ext uri="{FF2B5EF4-FFF2-40B4-BE49-F238E27FC236}">
                      <a16:creationId xmlns:a16="http://schemas.microsoft.com/office/drawing/2014/main" id="{DCF07D87-323D-47D9-B674-7261C582D0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0" y="348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grpSp>
            <p:nvGrpSpPr>
              <p:cNvPr id="14377" name="Group 125">
                <a:extLst>
                  <a:ext uri="{FF2B5EF4-FFF2-40B4-BE49-F238E27FC236}">
                    <a16:creationId xmlns:a16="http://schemas.microsoft.com/office/drawing/2014/main" id="{8160960C-A0C3-4F8F-91E9-BEC4CC2E9E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6" y="488"/>
                <a:ext cx="545" cy="3265"/>
                <a:chOff x="806" y="584"/>
                <a:chExt cx="545" cy="3265"/>
              </a:xfrm>
            </p:grpSpPr>
            <p:sp>
              <p:nvSpPr>
                <p:cNvPr id="593" name="Rectangle 126">
                  <a:extLst>
                    <a:ext uri="{FF2B5EF4-FFF2-40B4-BE49-F238E27FC236}">
                      <a16:creationId xmlns:a16="http://schemas.microsoft.com/office/drawing/2014/main" id="{4E5D8AA2-0507-43DE-B6E8-148F0425B4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4" name="Rectangle 127">
                  <a:extLst>
                    <a:ext uri="{FF2B5EF4-FFF2-40B4-BE49-F238E27FC236}">
                      <a16:creationId xmlns:a16="http://schemas.microsoft.com/office/drawing/2014/main" id="{2E323937-9F17-4BE2-91B1-6FBC8F394E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5" name="Rectangle 128">
                  <a:extLst>
                    <a:ext uri="{FF2B5EF4-FFF2-40B4-BE49-F238E27FC236}">
                      <a16:creationId xmlns:a16="http://schemas.microsoft.com/office/drawing/2014/main" id="{3D42355A-3A52-45EE-9A1F-CA57246CCE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6" name="Rectangle 129">
                  <a:extLst>
                    <a:ext uri="{FF2B5EF4-FFF2-40B4-BE49-F238E27FC236}">
                      <a16:creationId xmlns:a16="http://schemas.microsoft.com/office/drawing/2014/main" id="{9EF24E10-9E0A-4359-AED5-79EED05DB9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7" name="Rectangle 130">
                  <a:extLst>
                    <a:ext uri="{FF2B5EF4-FFF2-40B4-BE49-F238E27FC236}">
                      <a16:creationId xmlns:a16="http://schemas.microsoft.com/office/drawing/2014/main" id="{623BE4D5-33A9-431A-8BED-2A523E6980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8" name="Rectangle 131">
                  <a:extLst>
                    <a:ext uri="{FF2B5EF4-FFF2-40B4-BE49-F238E27FC236}">
                      <a16:creationId xmlns:a16="http://schemas.microsoft.com/office/drawing/2014/main" id="{566006DE-8757-4BFD-9484-4E83ABD396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9" name="Rectangle 132">
                  <a:extLst>
                    <a:ext uri="{FF2B5EF4-FFF2-40B4-BE49-F238E27FC236}">
                      <a16:creationId xmlns:a16="http://schemas.microsoft.com/office/drawing/2014/main" id="{23CD7E73-7C53-4A90-9596-C82A0CD5F6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0" name="Rectangle 133">
                  <a:extLst>
                    <a:ext uri="{FF2B5EF4-FFF2-40B4-BE49-F238E27FC236}">
                      <a16:creationId xmlns:a16="http://schemas.microsoft.com/office/drawing/2014/main" id="{36C6964F-CF0A-49A7-990B-7C6F5EF8BD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1" name="Rectangle 134">
                  <a:extLst>
                    <a:ext uri="{FF2B5EF4-FFF2-40B4-BE49-F238E27FC236}">
                      <a16:creationId xmlns:a16="http://schemas.microsoft.com/office/drawing/2014/main" id="{C55768B9-9CBF-4F53-92BE-9FC02C0F28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2" name="Rectangle 135">
                  <a:extLst>
                    <a:ext uri="{FF2B5EF4-FFF2-40B4-BE49-F238E27FC236}">
                      <a16:creationId xmlns:a16="http://schemas.microsoft.com/office/drawing/2014/main" id="{3F0D1706-65BA-42F1-8D7C-C5FE50DCD6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3" name="Rectangle 136">
                  <a:extLst>
                    <a:ext uri="{FF2B5EF4-FFF2-40B4-BE49-F238E27FC236}">
                      <a16:creationId xmlns:a16="http://schemas.microsoft.com/office/drawing/2014/main" id="{688246B1-529C-44E3-827D-41150F480D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4" name="Rectangle 137">
                  <a:extLst>
                    <a:ext uri="{FF2B5EF4-FFF2-40B4-BE49-F238E27FC236}">
                      <a16:creationId xmlns:a16="http://schemas.microsoft.com/office/drawing/2014/main" id="{57DDAEE0-B04D-4DC7-A308-696C8D653F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5" name="Rectangle 138">
                  <a:extLst>
                    <a:ext uri="{FF2B5EF4-FFF2-40B4-BE49-F238E27FC236}">
                      <a16:creationId xmlns:a16="http://schemas.microsoft.com/office/drawing/2014/main" id="{D9248CF9-BBEB-4715-AFAC-DE8EB87627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6" name="Rectangle 139">
                  <a:extLst>
                    <a:ext uri="{FF2B5EF4-FFF2-40B4-BE49-F238E27FC236}">
                      <a16:creationId xmlns:a16="http://schemas.microsoft.com/office/drawing/2014/main" id="{51752D14-842C-4F07-8928-A3CC325020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7" name="Rectangle 140">
                  <a:extLst>
                    <a:ext uri="{FF2B5EF4-FFF2-40B4-BE49-F238E27FC236}">
                      <a16:creationId xmlns:a16="http://schemas.microsoft.com/office/drawing/2014/main" id="{0C8DC250-CBE5-47D3-9E6A-1AA89D2410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8" name="Rectangle 141">
                  <a:extLst>
                    <a:ext uri="{FF2B5EF4-FFF2-40B4-BE49-F238E27FC236}">
                      <a16:creationId xmlns:a16="http://schemas.microsoft.com/office/drawing/2014/main" id="{1102776A-BB4A-4DBD-AD62-BA1CD2C80C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09" name="Rectangle 142">
                  <a:extLst>
                    <a:ext uri="{FF2B5EF4-FFF2-40B4-BE49-F238E27FC236}">
                      <a16:creationId xmlns:a16="http://schemas.microsoft.com/office/drawing/2014/main" id="{5A4FD457-9082-4358-B3CF-4799AA05C9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0" name="Rectangle 143">
                  <a:extLst>
                    <a:ext uri="{FF2B5EF4-FFF2-40B4-BE49-F238E27FC236}">
                      <a16:creationId xmlns:a16="http://schemas.microsoft.com/office/drawing/2014/main" id="{C2F43DF3-1CED-4948-98E8-34BA568400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1" name="Rectangle 144">
                  <a:extLst>
                    <a:ext uri="{FF2B5EF4-FFF2-40B4-BE49-F238E27FC236}">
                      <a16:creationId xmlns:a16="http://schemas.microsoft.com/office/drawing/2014/main" id="{07F7D808-C9E5-4599-8999-36681BD822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2" name="Rectangle 145">
                  <a:extLst>
                    <a:ext uri="{FF2B5EF4-FFF2-40B4-BE49-F238E27FC236}">
                      <a16:creationId xmlns:a16="http://schemas.microsoft.com/office/drawing/2014/main" id="{59B92994-67B6-4F23-9B34-EB5F555478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3" name="Rectangle 146">
                  <a:extLst>
                    <a:ext uri="{FF2B5EF4-FFF2-40B4-BE49-F238E27FC236}">
                      <a16:creationId xmlns:a16="http://schemas.microsoft.com/office/drawing/2014/main" id="{D2ED9531-B7C2-44BF-8C75-942929E442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4" name="Rectangle 147">
                  <a:extLst>
                    <a:ext uri="{FF2B5EF4-FFF2-40B4-BE49-F238E27FC236}">
                      <a16:creationId xmlns:a16="http://schemas.microsoft.com/office/drawing/2014/main" id="{663F6DD1-50EF-4E78-AF51-EC9BD35799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5" name="Rectangle 148">
                  <a:extLst>
                    <a:ext uri="{FF2B5EF4-FFF2-40B4-BE49-F238E27FC236}">
                      <a16:creationId xmlns:a16="http://schemas.microsoft.com/office/drawing/2014/main" id="{96E46E6D-0BF3-4B91-8A8B-124D1647F1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16" name="Rectangle 149">
                  <a:extLst>
                    <a:ext uri="{FF2B5EF4-FFF2-40B4-BE49-F238E27FC236}">
                      <a16:creationId xmlns:a16="http://schemas.microsoft.com/office/drawing/2014/main" id="{CC4B9462-C206-414C-B4E4-6FE654D7CC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  <p:grpSp>
            <p:nvGrpSpPr>
              <p:cNvPr id="14378" name="Group 150">
                <a:extLst>
                  <a:ext uri="{FF2B5EF4-FFF2-40B4-BE49-F238E27FC236}">
                    <a16:creationId xmlns:a16="http://schemas.microsoft.com/office/drawing/2014/main" id="{5605CD78-47A1-4741-A143-113452539D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32" y="488"/>
                <a:ext cx="545" cy="3265"/>
                <a:chOff x="806" y="584"/>
                <a:chExt cx="545" cy="3265"/>
              </a:xfrm>
            </p:grpSpPr>
            <p:sp>
              <p:nvSpPr>
                <p:cNvPr id="569" name="Rectangle 151">
                  <a:extLst>
                    <a:ext uri="{FF2B5EF4-FFF2-40B4-BE49-F238E27FC236}">
                      <a16:creationId xmlns:a16="http://schemas.microsoft.com/office/drawing/2014/main" id="{04A02474-9575-43E9-9403-B04FCA2B24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0" name="Rectangle 152">
                  <a:extLst>
                    <a:ext uri="{FF2B5EF4-FFF2-40B4-BE49-F238E27FC236}">
                      <a16:creationId xmlns:a16="http://schemas.microsoft.com/office/drawing/2014/main" id="{F4F14311-B478-4F2F-9676-C6F37E5070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128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1" name="Rectangle 153">
                  <a:extLst>
                    <a:ext uri="{FF2B5EF4-FFF2-40B4-BE49-F238E27FC236}">
                      <a16:creationId xmlns:a16="http://schemas.microsoft.com/office/drawing/2014/main" id="{872501C8-B4EC-4E08-91A1-1D7DC26B1E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2" name="Rectangle 154">
                  <a:extLst>
                    <a:ext uri="{FF2B5EF4-FFF2-40B4-BE49-F238E27FC236}">
                      <a16:creationId xmlns:a16="http://schemas.microsoft.com/office/drawing/2014/main" id="{2AB10794-E42E-48AE-9CD2-21D434DA04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400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3" name="Rectangle 155">
                  <a:extLst>
                    <a:ext uri="{FF2B5EF4-FFF2-40B4-BE49-F238E27FC236}">
                      <a16:creationId xmlns:a16="http://schemas.microsoft.com/office/drawing/2014/main" id="{CFC409A3-EA7A-4715-A769-3F4098CBBB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4" name="Rectangle 156">
                  <a:extLst>
                    <a:ext uri="{FF2B5EF4-FFF2-40B4-BE49-F238E27FC236}">
                      <a16:creationId xmlns:a16="http://schemas.microsoft.com/office/drawing/2014/main" id="{13A7A03A-5663-4B96-8CB3-69283C198A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672"/>
                  <a:ext cx="272" cy="273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5" name="Rectangle 157">
                  <a:extLst>
                    <a:ext uri="{FF2B5EF4-FFF2-40B4-BE49-F238E27FC236}">
                      <a16:creationId xmlns:a16="http://schemas.microsoft.com/office/drawing/2014/main" id="{F6EE6CAA-D37D-407C-8DF8-31F23067AA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6" name="Rectangle 158">
                  <a:extLst>
                    <a:ext uri="{FF2B5EF4-FFF2-40B4-BE49-F238E27FC236}">
                      <a16:creationId xmlns:a16="http://schemas.microsoft.com/office/drawing/2014/main" id="{6D591B13-935D-4663-B873-A2D41811FE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194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7" name="Rectangle 159">
                  <a:extLst>
                    <a:ext uri="{FF2B5EF4-FFF2-40B4-BE49-F238E27FC236}">
                      <a16:creationId xmlns:a16="http://schemas.microsoft.com/office/drawing/2014/main" id="{6E009AC8-01A1-4C3B-9DAF-6C3C6338C7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8" name="Rectangle 160">
                  <a:extLst>
                    <a:ext uri="{FF2B5EF4-FFF2-40B4-BE49-F238E27FC236}">
                      <a16:creationId xmlns:a16="http://schemas.microsoft.com/office/drawing/2014/main" id="{C87B06F9-8DA7-4354-9828-C4B164FAC0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21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79" name="Rectangle 161">
                  <a:extLst>
                    <a:ext uri="{FF2B5EF4-FFF2-40B4-BE49-F238E27FC236}">
                      <a16:creationId xmlns:a16="http://schemas.microsoft.com/office/drawing/2014/main" id="{CB28D2EB-F923-400A-BEC9-951A747045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0" name="Rectangle 162">
                  <a:extLst>
                    <a:ext uri="{FF2B5EF4-FFF2-40B4-BE49-F238E27FC236}">
                      <a16:creationId xmlns:a16="http://schemas.microsoft.com/office/drawing/2014/main" id="{62BBF945-9B70-4D18-8674-1510DEB808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489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1" name="Rectangle 163">
                  <a:extLst>
                    <a:ext uri="{FF2B5EF4-FFF2-40B4-BE49-F238E27FC236}">
                      <a16:creationId xmlns:a16="http://schemas.microsoft.com/office/drawing/2014/main" id="{4B5998A7-F779-4E31-A9F8-D8D604F883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2" name="Rectangle 164">
                  <a:extLst>
                    <a:ext uri="{FF2B5EF4-FFF2-40B4-BE49-F238E27FC236}">
                      <a16:creationId xmlns:a16="http://schemas.microsoft.com/office/drawing/2014/main" id="{1CA483E8-973F-4054-B771-658617F20D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2761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3" name="Rectangle 165">
                  <a:extLst>
                    <a:ext uri="{FF2B5EF4-FFF2-40B4-BE49-F238E27FC236}">
                      <a16:creationId xmlns:a16="http://schemas.microsoft.com/office/drawing/2014/main" id="{29F31DCE-C023-4DCB-A88C-3BDC54767E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4" name="Rectangle 166">
                  <a:extLst>
                    <a:ext uri="{FF2B5EF4-FFF2-40B4-BE49-F238E27FC236}">
                      <a16:creationId xmlns:a16="http://schemas.microsoft.com/office/drawing/2014/main" id="{90866A6E-4FDA-4AAD-89DE-8E08E2FA95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3033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5" name="Rectangle 167">
                  <a:extLst>
                    <a:ext uri="{FF2B5EF4-FFF2-40B4-BE49-F238E27FC236}">
                      <a16:creationId xmlns:a16="http://schemas.microsoft.com/office/drawing/2014/main" id="{BF7634E9-8EAA-4EA8-8808-C63AF7712F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6" name="Rectangle 168">
                  <a:extLst>
                    <a:ext uri="{FF2B5EF4-FFF2-40B4-BE49-F238E27FC236}">
                      <a16:creationId xmlns:a16="http://schemas.microsoft.com/office/drawing/2014/main" id="{6E23EC4F-F0C5-46BC-98BC-C5890A13E7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584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7" name="Rectangle 169">
                  <a:extLst>
                    <a:ext uri="{FF2B5EF4-FFF2-40B4-BE49-F238E27FC236}">
                      <a16:creationId xmlns:a16="http://schemas.microsoft.com/office/drawing/2014/main" id="{06F59AF5-85ED-4FCC-8CE9-8D18DA3D60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6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8" name="Rectangle 170">
                  <a:extLst>
                    <a:ext uri="{FF2B5EF4-FFF2-40B4-BE49-F238E27FC236}">
                      <a16:creationId xmlns:a16="http://schemas.microsoft.com/office/drawing/2014/main" id="{1E944D45-6A64-42C8-A102-70C661E92E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8" y="856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89" name="Rectangle 171">
                  <a:extLst>
                    <a:ext uri="{FF2B5EF4-FFF2-40B4-BE49-F238E27FC236}">
                      <a16:creationId xmlns:a16="http://schemas.microsoft.com/office/drawing/2014/main" id="{DD33F978-CEC7-4C59-855D-AF5405E07C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0" name="Rectangle 172">
                  <a:extLst>
                    <a:ext uri="{FF2B5EF4-FFF2-40B4-BE49-F238E27FC236}">
                      <a16:creationId xmlns:a16="http://schemas.microsoft.com/office/drawing/2014/main" id="{7AB8241B-9DFE-4306-ADAE-0FA26AE5EE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305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1" name="Rectangle 173">
                  <a:extLst>
                    <a:ext uri="{FF2B5EF4-FFF2-40B4-BE49-F238E27FC236}">
                      <a16:creationId xmlns:a16="http://schemas.microsoft.com/office/drawing/2014/main" id="{55DB9813-0113-482A-B6A2-4943106D8A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7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92" name="Rectangle 174">
                  <a:extLst>
                    <a:ext uri="{FF2B5EF4-FFF2-40B4-BE49-F238E27FC236}">
                      <a16:creationId xmlns:a16="http://schemas.microsoft.com/office/drawing/2014/main" id="{D52205AF-BC21-4132-B1B2-725C5C170B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79" y="3577"/>
                  <a:ext cx="272" cy="272"/>
                </a:xfrm>
                <a:prstGeom prst="rect">
                  <a:avLst/>
                </a:prstGeom>
                <a:noFill/>
                <a:ln w="9525">
                  <a:solidFill>
                    <a:srgbClr val="BCBDBE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GB" kern="0">
                    <a:solidFill>
                      <a:sysClr val="windowText" lastClr="000000"/>
                    </a:solidFill>
                    <a:latin typeface="Arial" charset="0"/>
                    <a:cs typeface="Arial" charset="0"/>
                  </a:endParaRPr>
                </a:p>
              </p:txBody>
            </p:sp>
          </p:grpSp>
        </p:grpSp>
        <p:sp>
          <p:nvSpPr>
            <p:cNvPr id="565" name="AutoShape 199">
              <a:extLst>
                <a:ext uri="{FF2B5EF4-FFF2-40B4-BE49-F238E27FC236}">
                  <a16:creationId xmlns:a16="http://schemas.microsoft.com/office/drawing/2014/main" id="{EEA082D4-3DC2-4CCC-A8E0-C5823C7C6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2" y="1983"/>
              <a:ext cx="813" cy="540"/>
            </a:xfrm>
            <a:custGeom>
              <a:avLst/>
              <a:gdLst>
                <a:gd name="G0" fmla="+- 7200 0 0"/>
                <a:gd name="G1" fmla="+- 21600 0 7200"/>
                <a:gd name="G2" fmla="*/ 7200 1 2"/>
                <a:gd name="G3" fmla="+- 21600 0 G2"/>
                <a:gd name="G4" fmla="+/ 7200 21600 2"/>
                <a:gd name="G5" fmla="+/ G1 0 2"/>
                <a:gd name="G6" fmla="*/ 21600 21600 7200"/>
                <a:gd name="G7" fmla="*/ G6 1 2"/>
                <a:gd name="G8" fmla="+- 21600 0 G7"/>
                <a:gd name="G9" fmla="*/ 21600 1 2"/>
                <a:gd name="G10" fmla="+- 7200 0 G9"/>
                <a:gd name="G11" fmla="?: G10 G8 0"/>
                <a:gd name="G12" fmla="?: G10 G7 21600"/>
                <a:gd name="T0" fmla="*/ 18000 w 21600"/>
                <a:gd name="T1" fmla="*/ 10800 h 21600"/>
                <a:gd name="T2" fmla="*/ 10800 w 21600"/>
                <a:gd name="T3" fmla="*/ 21600 h 21600"/>
                <a:gd name="T4" fmla="*/ 3600 w 21600"/>
                <a:gd name="T5" fmla="*/ 10800 h 21600"/>
                <a:gd name="T6" fmla="*/ 10800 w 21600"/>
                <a:gd name="T7" fmla="*/ 0 h 21600"/>
                <a:gd name="T8" fmla="*/ 5400 w 21600"/>
                <a:gd name="T9" fmla="*/ 5400 h 21600"/>
                <a:gd name="T10" fmla="*/ 16200 w 21600"/>
                <a:gd name="T11" fmla="*/ 162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7200" y="21600"/>
                  </a:lnTo>
                  <a:lnTo>
                    <a:pt x="144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66CC">
                <a:alpha val="5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kern="0">
                <a:solidFill>
                  <a:sysClr val="windowText" lastClr="000000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737" name="AutoShape 208">
            <a:extLst>
              <a:ext uri="{FF2B5EF4-FFF2-40B4-BE49-F238E27FC236}">
                <a16:creationId xmlns:a16="http://schemas.microsoft.com/office/drawing/2014/main" id="{EA57DF2C-86C8-410B-AA7E-9AB05FB2AA7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414713" y="3703638"/>
            <a:ext cx="1290637" cy="857250"/>
          </a:xfrm>
          <a:custGeom>
            <a:avLst/>
            <a:gdLst>
              <a:gd name="G0" fmla="+- 7200 0 0"/>
              <a:gd name="G1" fmla="+- 21600 0 7200"/>
              <a:gd name="G2" fmla="*/ 7200 1 2"/>
              <a:gd name="G3" fmla="+- 21600 0 G2"/>
              <a:gd name="G4" fmla="+/ 7200 21600 2"/>
              <a:gd name="G5" fmla="+/ G1 0 2"/>
              <a:gd name="G6" fmla="*/ 21600 21600 7200"/>
              <a:gd name="G7" fmla="*/ G6 1 2"/>
              <a:gd name="G8" fmla="+- 21600 0 G7"/>
              <a:gd name="G9" fmla="*/ 21600 1 2"/>
              <a:gd name="G10" fmla="+- 7200 0 G9"/>
              <a:gd name="G11" fmla="?: G10 G8 0"/>
              <a:gd name="G12" fmla="?: G10 G7 21600"/>
              <a:gd name="T0" fmla="*/ 18000 w 21600"/>
              <a:gd name="T1" fmla="*/ 10800 h 21600"/>
              <a:gd name="T2" fmla="*/ 10800 w 21600"/>
              <a:gd name="T3" fmla="*/ 21600 h 21600"/>
              <a:gd name="T4" fmla="*/ 3600 w 21600"/>
              <a:gd name="T5" fmla="*/ 10800 h 21600"/>
              <a:gd name="T6" fmla="*/ 10800 w 21600"/>
              <a:gd name="T7" fmla="*/ 0 h 21600"/>
              <a:gd name="T8" fmla="*/ 5400 w 21600"/>
              <a:gd name="T9" fmla="*/ 5400 h 21600"/>
              <a:gd name="T10" fmla="*/ 16200 w 21600"/>
              <a:gd name="T11" fmla="*/ 162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00" y="21600"/>
                </a:lnTo>
                <a:lnTo>
                  <a:pt x="144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2FED6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8" name="AutoShape 209">
            <a:extLst>
              <a:ext uri="{FF2B5EF4-FFF2-40B4-BE49-F238E27FC236}">
                <a16:creationId xmlns:a16="http://schemas.microsoft.com/office/drawing/2014/main" id="{74D8F1FB-D89F-4B9E-9B5D-9BB6781B700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685925" y="3703638"/>
            <a:ext cx="1290638" cy="857250"/>
          </a:xfrm>
          <a:custGeom>
            <a:avLst/>
            <a:gdLst>
              <a:gd name="G0" fmla="+- 7200 0 0"/>
              <a:gd name="G1" fmla="+- 21600 0 7200"/>
              <a:gd name="G2" fmla="*/ 7200 1 2"/>
              <a:gd name="G3" fmla="+- 21600 0 G2"/>
              <a:gd name="G4" fmla="+/ 7200 21600 2"/>
              <a:gd name="G5" fmla="+/ G1 0 2"/>
              <a:gd name="G6" fmla="*/ 21600 21600 7200"/>
              <a:gd name="G7" fmla="*/ G6 1 2"/>
              <a:gd name="G8" fmla="+- 21600 0 G7"/>
              <a:gd name="G9" fmla="*/ 21600 1 2"/>
              <a:gd name="G10" fmla="+- 7200 0 G9"/>
              <a:gd name="G11" fmla="?: G10 G8 0"/>
              <a:gd name="G12" fmla="?: G10 G7 21600"/>
              <a:gd name="T0" fmla="*/ 18000 w 21600"/>
              <a:gd name="T1" fmla="*/ 10800 h 21600"/>
              <a:gd name="T2" fmla="*/ 10800 w 21600"/>
              <a:gd name="T3" fmla="*/ 21600 h 21600"/>
              <a:gd name="T4" fmla="*/ 3600 w 21600"/>
              <a:gd name="T5" fmla="*/ 10800 h 21600"/>
              <a:gd name="T6" fmla="*/ 10800 w 21600"/>
              <a:gd name="T7" fmla="*/ 0 h 21600"/>
              <a:gd name="T8" fmla="*/ 5400 w 21600"/>
              <a:gd name="T9" fmla="*/ 5400 h 21600"/>
              <a:gd name="T10" fmla="*/ 16200 w 21600"/>
              <a:gd name="T11" fmla="*/ 162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00" y="21600"/>
                </a:lnTo>
                <a:lnTo>
                  <a:pt x="144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2FED6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39" name="AutoShape 210">
            <a:extLst>
              <a:ext uri="{FF2B5EF4-FFF2-40B4-BE49-F238E27FC236}">
                <a16:creationId xmlns:a16="http://schemas.microsoft.com/office/drawing/2014/main" id="{BF90E83A-06B3-448E-B110-81A4D7BBB22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543175" y="2846388"/>
            <a:ext cx="1290638" cy="857250"/>
          </a:xfrm>
          <a:custGeom>
            <a:avLst/>
            <a:gdLst>
              <a:gd name="G0" fmla="+- 7200 0 0"/>
              <a:gd name="G1" fmla="+- 21600 0 7200"/>
              <a:gd name="G2" fmla="*/ 7200 1 2"/>
              <a:gd name="G3" fmla="+- 21600 0 G2"/>
              <a:gd name="G4" fmla="+/ 7200 21600 2"/>
              <a:gd name="G5" fmla="+/ G1 0 2"/>
              <a:gd name="G6" fmla="*/ 21600 21600 7200"/>
              <a:gd name="G7" fmla="*/ G6 1 2"/>
              <a:gd name="G8" fmla="+- 21600 0 G7"/>
              <a:gd name="G9" fmla="*/ 21600 1 2"/>
              <a:gd name="G10" fmla="+- 7200 0 G9"/>
              <a:gd name="G11" fmla="?: G10 G8 0"/>
              <a:gd name="G12" fmla="?: G10 G7 21600"/>
              <a:gd name="T0" fmla="*/ 18000 w 21600"/>
              <a:gd name="T1" fmla="*/ 10800 h 21600"/>
              <a:gd name="T2" fmla="*/ 10800 w 21600"/>
              <a:gd name="T3" fmla="*/ 21600 h 21600"/>
              <a:gd name="T4" fmla="*/ 3600 w 21600"/>
              <a:gd name="T5" fmla="*/ 10800 h 21600"/>
              <a:gd name="T6" fmla="*/ 10800 w 21600"/>
              <a:gd name="T7" fmla="*/ 0 h 21600"/>
              <a:gd name="T8" fmla="*/ 5400 w 21600"/>
              <a:gd name="T9" fmla="*/ 5400 h 21600"/>
              <a:gd name="T10" fmla="*/ 16200 w 21600"/>
              <a:gd name="T11" fmla="*/ 162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00" y="21600"/>
                </a:lnTo>
                <a:lnTo>
                  <a:pt x="144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2FED6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40" name="AutoShape 211">
            <a:extLst>
              <a:ext uri="{FF2B5EF4-FFF2-40B4-BE49-F238E27FC236}">
                <a16:creationId xmlns:a16="http://schemas.microsoft.com/office/drawing/2014/main" id="{564D8374-FE42-403E-BBB4-7A04D4A3C3A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551113" y="4564063"/>
            <a:ext cx="1290637" cy="857250"/>
          </a:xfrm>
          <a:custGeom>
            <a:avLst/>
            <a:gdLst>
              <a:gd name="G0" fmla="+- 7200 0 0"/>
              <a:gd name="G1" fmla="+- 21600 0 7200"/>
              <a:gd name="G2" fmla="*/ 7200 1 2"/>
              <a:gd name="G3" fmla="+- 21600 0 G2"/>
              <a:gd name="G4" fmla="+/ 7200 21600 2"/>
              <a:gd name="G5" fmla="+/ G1 0 2"/>
              <a:gd name="G6" fmla="*/ 21600 21600 7200"/>
              <a:gd name="G7" fmla="*/ G6 1 2"/>
              <a:gd name="G8" fmla="+- 21600 0 G7"/>
              <a:gd name="G9" fmla="*/ 21600 1 2"/>
              <a:gd name="G10" fmla="+- 7200 0 G9"/>
              <a:gd name="G11" fmla="?: G10 G8 0"/>
              <a:gd name="G12" fmla="?: G10 G7 21600"/>
              <a:gd name="T0" fmla="*/ 18000 w 21600"/>
              <a:gd name="T1" fmla="*/ 10800 h 21600"/>
              <a:gd name="T2" fmla="*/ 10800 w 21600"/>
              <a:gd name="T3" fmla="*/ 21600 h 21600"/>
              <a:gd name="T4" fmla="*/ 3600 w 21600"/>
              <a:gd name="T5" fmla="*/ 10800 h 21600"/>
              <a:gd name="T6" fmla="*/ 10800 w 21600"/>
              <a:gd name="T7" fmla="*/ 0 h 21600"/>
              <a:gd name="T8" fmla="*/ 5400 w 21600"/>
              <a:gd name="T9" fmla="*/ 5400 h 21600"/>
              <a:gd name="T10" fmla="*/ 16200 w 21600"/>
              <a:gd name="T11" fmla="*/ 162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00" y="21600"/>
                </a:lnTo>
                <a:lnTo>
                  <a:pt x="144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2FED6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41" name="AutoShape 212">
            <a:extLst>
              <a:ext uri="{FF2B5EF4-FFF2-40B4-BE49-F238E27FC236}">
                <a16:creationId xmlns:a16="http://schemas.microsoft.com/office/drawing/2014/main" id="{C0D27379-1B3B-4AC1-82E4-E71931E00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925" y="4560888"/>
            <a:ext cx="1290638" cy="857250"/>
          </a:xfrm>
          <a:custGeom>
            <a:avLst/>
            <a:gdLst>
              <a:gd name="G0" fmla="+- 7200 0 0"/>
              <a:gd name="G1" fmla="+- 21600 0 7200"/>
              <a:gd name="G2" fmla="*/ 7200 1 2"/>
              <a:gd name="G3" fmla="+- 21600 0 G2"/>
              <a:gd name="G4" fmla="+/ 7200 21600 2"/>
              <a:gd name="G5" fmla="+/ G1 0 2"/>
              <a:gd name="G6" fmla="*/ 21600 21600 7200"/>
              <a:gd name="G7" fmla="*/ G6 1 2"/>
              <a:gd name="G8" fmla="+- 21600 0 G7"/>
              <a:gd name="G9" fmla="*/ 21600 1 2"/>
              <a:gd name="G10" fmla="+- 7200 0 G9"/>
              <a:gd name="G11" fmla="?: G10 G8 0"/>
              <a:gd name="G12" fmla="?: G10 G7 21600"/>
              <a:gd name="T0" fmla="*/ 18000 w 21600"/>
              <a:gd name="T1" fmla="*/ 10800 h 21600"/>
              <a:gd name="T2" fmla="*/ 10800 w 21600"/>
              <a:gd name="T3" fmla="*/ 21600 h 21600"/>
              <a:gd name="T4" fmla="*/ 3600 w 21600"/>
              <a:gd name="T5" fmla="*/ 10800 h 21600"/>
              <a:gd name="T6" fmla="*/ 10800 w 21600"/>
              <a:gd name="T7" fmla="*/ 0 h 21600"/>
              <a:gd name="T8" fmla="*/ 5400 w 21600"/>
              <a:gd name="T9" fmla="*/ 5400 h 21600"/>
              <a:gd name="T10" fmla="*/ 16200 w 21600"/>
              <a:gd name="T11" fmla="*/ 162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00" y="21600"/>
                </a:lnTo>
                <a:lnTo>
                  <a:pt x="144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2FED6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42" name="AutoShape 213">
            <a:extLst>
              <a:ext uri="{FF2B5EF4-FFF2-40B4-BE49-F238E27FC236}">
                <a16:creationId xmlns:a16="http://schemas.microsoft.com/office/drawing/2014/main" id="{A5F292EA-8C65-4048-B2DD-72CE817F8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3" y="4560888"/>
            <a:ext cx="1290637" cy="857250"/>
          </a:xfrm>
          <a:custGeom>
            <a:avLst/>
            <a:gdLst>
              <a:gd name="G0" fmla="+- 7200 0 0"/>
              <a:gd name="G1" fmla="+- 21600 0 7200"/>
              <a:gd name="G2" fmla="*/ 7200 1 2"/>
              <a:gd name="G3" fmla="+- 21600 0 G2"/>
              <a:gd name="G4" fmla="+/ 7200 21600 2"/>
              <a:gd name="G5" fmla="+/ G1 0 2"/>
              <a:gd name="G6" fmla="*/ 21600 21600 7200"/>
              <a:gd name="G7" fmla="*/ G6 1 2"/>
              <a:gd name="G8" fmla="+- 21600 0 G7"/>
              <a:gd name="G9" fmla="*/ 21600 1 2"/>
              <a:gd name="G10" fmla="+- 7200 0 G9"/>
              <a:gd name="G11" fmla="?: G10 G8 0"/>
              <a:gd name="G12" fmla="?: G10 G7 21600"/>
              <a:gd name="T0" fmla="*/ 18000 w 21600"/>
              <a:gd name="T1" fmla="*/ 10800 h 21600"/>
              <a:gd name="T2" fmla="*/ 10800 w 21600"/>
              <a:gd name="T3" fmla="*/ 21600 h 21600"/>
              <a:gd name="T4" fmla="*/ 3600 w 21600"/>
              <a:gd name="T5" fmla="*/ 10800 h 21600"/>
              <a:gd name="T6" fmla="*/ 10800 w 21600"/>
              <a:gd name="T7" fmla="*/ 0 h 21600"/>
              <a:gd name="T8" fmla="*/ 5400 w 21600"/>
              <a:gd name="T9" fmla="*/ 5400 h 21600"/>
              <a:gd name="T10" fmla="*/ 16200 w 21600"/>
              <a:gd name="T11" fmla="*/ 162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00" y="21600"/>
                </a:lnTo>
                <a:lnTo>
                  <a:pt x="144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2FED6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43" name="AutoShape 214">
            <a:extLst>
              <a:ext uri="{FF2B5EF4-FFF2-40B4-BE49-F238E27FC236}">
                <a16:creationId xmlns:a16="http://schemas.microsoft.com/office/drawing/2014/main" id="{02671758-7E1E-422B-986F-C9F45A857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3" y="2846388"/>
            <a:ext cx="1290637" cy="857250"/>
          </a:xfrm>
          <a:custGeom>
            <a:avLst/>
            <a:gdLst>
              <a:gd name="G0" fmla="+- 7200 0 0"/>
              <a:gd name="G1" fmla="+- 21600 0 7200"/>
              <a:gd name="G2" fmla="*/ 7200 1 2"/>
              <a:gd name="G3" fmla="+- 21600 0 G2"/>
              <a:gd name="G4" fmla="+/ 7200 21600 2"/>
              <a:gd name="G5" fmla="+/ G1 0 2"/>
              <a:gd name="G6" fmla="*/ 21600 21600 7200"/>
              <a:gd name="G7" fmla="*/ G6 1 2"/>
              <a:gd name="G8" fmla="+- 21600 0 G7"/>
              <a:gd name="G9" fmla="*/ 21600 1 2"/>
              <a:gd name="G10" fmla="+- 7200 0 G9"/>
              <a:gd name="G11" fmla="?: G10 G8 0"/>
              <a:gd name="G12" fmla="?: G10 G7 21600"/>
              <a:gd name="T0" fmla="*/ 18000 w 21600"/>
              <a:gd name="T1" fmla="*/ 10800 h 21600"/>
              <a:gd name="T2" fmla="*/ 10800 w 21600"/>
              <a:gd name="T3" fmla="*/ 21600 h 21600"/>
              <a:gd name="T4" fmla="*/ 3600 w 21600"/>
              <a:gd name="T5" fmla="*/ 10800 h 21600"/>
              <a:gd name="T6" fmla="*/ 10800 w 21600"/>
              <a:gd name="T7" fmla="*/ 0 h 21600"/>
              <a:gd name="T8" fmla="*/ 5400 w 21600"/>
              <a:gd name="T9" fmla="*/ 5400 h 21600"/>
              <a:gd name="T10" fmla="*/ 16200 w 21600"/>
              <a:gd name="T11" fmla="*/ 162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00" y="21600"/>
                </a:lnTo>
                <a:lnTo>
                  <a:pt x="144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2FED6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744" name="AutoShape 215">
            <a:extLst>
              <a:ext uri="{FF2B5EF4-FFF2-40B4-BE49-F238E27FC236}">
                <a16:creationId xmlns:a16="http://schemas.microsoft.com/office/drawing/2014/main" id="{3351A435-5E89-407E-A612-5C7C04FF5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925" y="2846388"/>
            <a:ext cx="1290638" cy="857250"/>
          </a:xfrm>
          <a:custGeom>
            <a:avLst/>
            <a:gdLst>
              <a:gd name="G0" fmla="+- 7200 0 0"/>
              <a:gd name="G1" fmla="+- 21600 0 7200"/>
              <a:gd name="G2" fmla="*/ 7200 1 2"/>
              <a:gd name="G3" fmla="+- 21600 0 G2"/>
              <a:gd name="G4" fmla="+/ 7200 21600 2"/>
              <a:gd name="G5" fmla="+/ G1 0 2"/>
              <a:gd name="G6" fmla="*/ 21600 21600 7200"/>
              <a:gd name="G7" fmla="*/ G6 1 2"/>
              <a:gd name="G8" fmla="+- 21600 0 G7"/>
              <a:gd name="G9" fmla="*/ 21600 1 2"/>
              <a:gd name="G10" fmla="+- 7200 0 G9"/>
              <a:gd name="G11" fmla="?: G10 G8 0"/>
              <a:gd name="G12" fmla="?: G10 G7 21600"/>
              <a:gd name="T0" fmla="*/ 18000 w 21600"/>
              <a:gd name="T1" fmla="*/ 10800 h 21600"/>
              <a:gd name="T2" fmla="*/ 10800 w 21600"/>
              <a:gd name="T3" fmla="*/ 21600 h 21600"/>
              <a:gd name="T4" fmla="*/ 3600 w 21600"/>
              <a:gd name="T5" fmla="*/ 10800 h 21600"/>
              <a:gd name="T6" fmla="*/ 10800 w 21600"/>
              <a:gd name="T7" fmla="*/ 0 h 21600"/>
              <a:gd name="T8" fmla="*/ 5400 w 21600"/>
              <a:gd name="T9" fmla="*/ 5400 h 21600"/>
              <a:gd name="T10" fmla="*/ 16200 w 21600"/>
              <a:gd name="T11" fmla="*/ 162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7200" y="21600"/>
                </a:lnTo>
                <a:lnTo>
                  <a:pt x="144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2FED6">
              <a:alpha val="50000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GB" kern="0">
              <a:solidFill>
                <a:sysClr val="windowText" lastClr="000000"/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5" name="Text Box 40">
            <a:extLst>
              <a:ext uri="{FF2B5EF4-FFF2-40B4-BE49-F238E27FC236}">
                <a16:creationId xmlns:a16="http://schemas.microsoft.com/office/drawing/2014/main" id="{EF2C3989-BFED-43CA-B1EB-09C91DBA2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0800" y="981075"/>
            <a:ext cx="3108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 dirty="0">
                <a:solidFill>
                  <a:srgbClr val="FF0000"/>
                </a:solidFill>
              </a:rPr>
              <a:t>TASK</a:t>
            </a:r>
            <a:endParaRPr lang="en-US" altLang="en-US" sz="2400" b="1" u="sng" dirty="0">
              <a:solidFill>
                <a:srgbClr val="FF0000"/>
              </a:solidFill>
            </a:endParaRPr>
          </a:p>
        </p:txBody>
      </p:sp>
      <p:sp>
        <p:nvSpPr>
          <p:cNvPr id="15386" name="Rectangle 1">
            <a:extLst>
              <a:ext uri="{FF2B5EF4-FFF2-40B4-BE49-F238E27FC236}">
                <a16:creationId xmlns:a16="http://schemas.microsoft.com/office/drawing/2014/main" id="{2B9DC0C8-5693-4304-BCA3-9ED414A6E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0" y="1350963"/>
            <a:ext cx="9067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1) </a:t>
            </a:r>
            <a:r>
              <a:rPr lang="en-US" altLang="en-US" sz="2000"/>
              <a:t>On squared paper show how each of these shapes tessellate:</a:t>
            </a:r>
          </a:p>
        </p:txBody>
      </p:sp>
      <p:sp>
        <p:nvSpPr>
          <p:cNvPr id="15387" name="Title 1">
            <a:extLst>
              <a:ext uri="{FF2B5EF4-FFF2-40B4-BE49-F238E27FC236}">
                <a16:creationId xmlns:a16="http://schemas.microsoft.com/office/drawing/2014/main" id="{F47283D8-7732-4057-993C-EEAE28A2C1C6}"/>
              </a:ext>
            </a:extLst>
          </p:cNvPr>
          <p:cNvSpPr txBox="1">
            <a:spLocks/>
          </p:cNvSpPr>
          <p:nvPr/>
        </p:nvSpPr>
        <p:spPr bwMode="auto">
          <a:xfrm>
            <a:off x="-541338" y="476250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chemeClr val="tx2"/>
                </a:solidFill>
              </a:rPr>
              <a:t>TESSELLATIONS </a:t>
            </a:r>
            <a:endParaRPr lang="en-GB" altLang="en-US" sz="2800">
              <a:solidFill>
                <a:schemeClr val="tx2"/>
              </a:solidFill>
            </a:endParaRPr>
          </a:p>
        </p:txBody>
      </p:sp>
      <p:pic>
        <p:nvPicPr>
          <p:cNvPr id="15388" name="Picture 46">
            <a:extLst>
              <a:ext uri="{FF2B5EF4-FFF2-40B4-BE49-F238E27FC236}">
                <a16:creationId xmlns:a16="http://schemas.microsoft.com/office/drawing/2014/main" id="{6BA76832-5F2E-4B63-B170-33C2A5500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5" t="26062" r="20599" b="27094"/>
          <a:stretch>
            <a:fillRect/>
          </a:stretch>
        </p:blipFill>
        <p:spPr bwMode="auto">
          <a:xfrm>
            <a:off x="323850" y="1714500"/>
            <a:ext cx="7724775" cy="370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89" name="Text Box 40">
            <a:extLst>
              <a:ext uri="{FF2B5EF4-FFF2-40B4-BE49-F238E27FC236}">
                <a16:creationId xmlns:a16="http://schemas.microsoft.com/office/drawing/2014/main" id="{4F3CDAAC-D426-47F1-BA04-1DF08EE5E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700" y="5418138"/>
            <a:ext cx="3851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660066"/>
                </a:solidFill>
              </a:rPr>
              <a:t>EXTENSION (GRADE D)</a:t>
            </a:r>
            <a:endParaRPr lang="en-US" altLang="en-US" sz="2400" b="1" u="sng">
              <a:solidFill>
                <a:srgbClr val="660066"/>
              </a:solidFill>
            </a:endParaRPr>
          </a:p>
        </p:txBody>
      </p:sp>
      <p:sp>
        <p:nvSpPr>
          <p:cNvPr id="15390" name="Rectangle 1">
            <a:extLst>
              <a:ext uri="{FF2B5EF4-FFF2-40B4-BE49-F238E27FC236}">
                <a16:creationId xmlns:a16="http://schemas.microsoft.com/office/drawing/2014/main" id="{D20E29B8-8D3E-4E21-90C5-3AAAD7F64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0" y="5876925"/>
            <a:ext cx="9067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1)</a:t>
            </a:r>
            <a:r>
              <a:rPr lang="en-US" altLang="en-US" sz="2000" b="1">
                <a:solidFill>
                  <a:srgbClr val="FF0000"/>
                </a:solidFill>
              </a:rPr>
              <a:t> </a:t>
            </a:r>
            <a:r>
              <a:rPr lang="en-US" altLang="en-US" sz="2000"/>
              <a:t>Explain why equilateral triangles, squares and regular hexagons tessellate.</a:t>
            </a:r>
          </a:p>
        </p:txBody>
      </p:sp>
      <p:sp>
        <p:nvSpPr>
          <p:cNvPr id="15391" name="Rectangle 1">
            <a:extLst>
              <a:ext uri="{FF2B5EF4-FFF2-40B4-BE49-F238E27FC236}">
                <a16:creationId xmlns:a16="http://schemas.microsoft.com/office/drawing/2014/main" id="{A39F2E45-DC14-48C8-975E-F47CB8F7B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0" y="6269038"/>
            <a:ext cx="9067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2)</a:t>
            </a:r>
            <a:r>
              <a:rPr lang="en-US" altLang="en-US" sz="2000" b="1">
                <a:solidFill>
                  <a:srgbClr val="FF0000"/>
                </a:solidFill>
              </a:rPr>
              <a:t> </a:t>
            </a:r>
            <a:r>
              <a:rPr lang="en-US" altLang="en-US" sz="2000"/>
              <a:t>Develop your own Escheresque tessellations.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0" name="TextBox 2">
            <a:extLst>
              <a:ext uri="{FF2B5EF4-FFF2-40B4-BE49-F238E27FC236}">
                <a16:creationId xmlns:a16="http://schemas.microsoft.com/office/drawing/2014/main" id="{CFD5F3A4-D4AF-4C38-ADC9-714C3426A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355725"/>
            <a:ext cx="58943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/>
              <a:t>Draw the tessellation of the shape below:</a:t>
            </a:r>
          </a:p>
        </p:txBody>
      </p:sp>
      <p:sp>
        <p:nvSpPr>
          <p:cNvPr id="16411" name="Title 1">
            <a:extLst>
              <a:ext uri="{FF2B5EF4-FFF2-40B4-BE49-F238E27FC236}">
                <a16:creationId xmlns:a16="http://schemas.microsoft.com/office/drawing/2014/main" id="{35961682-3C2A-4125-9B3F-314B69498A98}"/>
              </a:ext>
            </a:extLst>
          </p:cNvPr>
          <p:cNvSpPr txBox="1">
            <a:spLocks/>
          </p:cNvSpPr>
          <p:nvPr/>
        </p:nvSpPr>
        <p:spPr bwMode="auto">
          <a:xfrm>
            <a:off x="-541338" y="476250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chemeClr val="tx2"/>
                </a:solidFill>
              </a:rPr>
              <a:t>TESSELLATIONS </a:t>
            </a:r>
            <a:endParaRPr lang="en-GB" altLang="en-US" sz="2800">
              <a:solidFill>
                <a:schemeClr val="tx2"/>
              </a:solidFill>
            </a:endParaRPr>
          </a:p>
        </p:txBody>
      </p:sp>
      <p:pic>
        <p:nvPicPr>
          <p:cNvPr id="16412" name="Picture 34">
            <a:extLst>
              <a:ext uri="{FF2B5EF4-FFF2-40B4-BE49-F238E27FC236}">
                <a16:creationId xmlns:a16="http://schemas.microsoft.com/office/drawing/2014/main" id="{12D352C8-4587-47F4-850A-174A28BE6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5" t="19595" r="65977" b="58446"/>
          <a:stretch>
            <a:fillRect/>
          </a:stretch>
        </p:blipFill>
        <p:spPr bwMode="auto">
          <a:xfrm>
            <a:off x="1490663" y="1916113"/>
            <a:ext cx="1857375" cy="1309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5" name="Picture 35">
            <a:extLst>
              <a:ext uri="{FF2B5EF4-FFF2-40B4-BE49-F238E27FC236}">
                <a16:creationId xmlns:a16="http://schemas.microsoft.com/office/drawing/2014/main" id="{D9932915-112E-47DE-9C05-747195289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75" t="16237" r="50238" b="32887"/>
          <a:stretch>
            <a:fillRect/>
          </a:stretch>
        </p:blipFill>
        <p:spPr bwMode="auto">
          <a:xfrm>
            <a:off x="4392613" y="1816100"/>
            <a:ext cx="4583112" cy="504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250" fill="hold"/>
                                        <p:tgtEl>
                                          <p:spTgt spid="10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250" fill="hold"/>
                                        <p:tgtEl>
                                          <p:spTgt spid="10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5815</TotalTime>
  <Words>410</Words>
  <Application>Microsoft Macintosh PowerPoint</Application>
  <PresentationFormat>On-screen Show (4:3)</PresentationFormat>
  <Paragraphs>101</Paragraphs>
  <Slides>26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DJB Fancy Nancy</vt:lpstr>
      <vt:lpstr>Kiwi School Handwriting</vt:lpstr>
      <vt:lpstr>Default Design</vt:lpstr>
      <vt:lpstr>Topic: Congruency EQ: What is a tessellation?</vt:lpstr>
      <vt:lpstr>5 Questions</vt:lpstr>
      <vt:lpstr>PowerPoint Presentation</vt:lpstr>
      <vt:lpstr>What on Earth is Tessellation? </vt:lpstr>
      <vt:lpstr>So who is this Escher guy?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Where do we see tessellation in everyday life?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Mr Mistry</dc:creator>
  <cp:lastModifiedBy>SUMMERS Brad [Baldivis Secondary College]</cp:lastModifiedBy>
  <cp:revision>1312</cp:revision>
  <dcterms:created xsi:type="dcterms:W3CDTF">2009-08-27T13:24:46Z</dcterms:created>
  <dcterms:modified xsi:type="dcterms:W3CDTF">2021-12-04T14:16:46Z</dcterms:modified>
</cp:coreProperties>
</file>