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303" r:id="rId3"/>
    <p:sldId id="330" r:id="rId4"/>
    <p:sldId id="319" r:id="rId5"/>
    <p:sldId id="331" r:id="rId6"/>
    <p:sldId id="329" r:id="rId7"/>
    <p:sldId id="292" r:id="rId8"/>
    <p:sldId id="29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66" autoAdjust="0"/>
    <p:restoredTop sz="95593" autoAdjust="0"/>
  </p:normalViewPr>
  <p:slideViewPr>
    <p:cSldViewPr>
      <p:cViewPr varScale="1">
        <p:scale>
          <a:sx n="102" d="100"/>
          <a:sy n="102" d="100"/>
        </p:scale>
        <p:origin x="136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17/10/21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also worksheets uploaded.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1197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also worksheets uploaded.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3742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>
            <a:extLst>
              <a:ext uri="{FF2B5EF4-FFF2-40B4-BE49-F238E27FC236}">
                <a16:creationId xmlns:a16="http://schemas.microsoft.com/office/drawing/2014/main" id="{EB270761-CC40-4F3F-A916-7E3BC3989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2820855C-9FA4-417A-BE67-63C022F81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541782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D7E6A49B-1B06-403E-8CC5-ACB38A6BD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1826" y="891540"/>
            <a:ext cx="8242174" cy="50711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2FEDF0D-9A27-6647-8EB9-BBC4F784C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4620" y="1660121"/>
            <a:ext cx="7217553" cy="3305493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7700" dirty="0"/>
              <a:t>RULE UP FOR 3 COLOUMN NOTES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55AE0BF-0697-5247-90FA-CCB865555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3966" y="3279703"/>
            <a:ext cx="3463726" cy="227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Shape, rectangle&#10;&#10;Description automatically generated">
            <a:extLst>
              <a:ext uri="{FF2B5EF4-FFF2-40B4-BE49-F238E27FC236}">
                <a16:creationId xmlns:a16="http://schemas.microsoft.com/office/drawing/2014/main" id="{934283DF-EE8B-3045-8C18-0824AD03004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118" y="4912004"/>
            <a:ext cx="2879882" cy="162966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34257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02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2" y="149730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Laws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128" y="526637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index laws can be used to simplify expressions with indices.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84052B-88D7-9C4A-BF78-1F9EF6391349}"/>
              </a:ext>
            </a:extLst>
          </p:cNvPr>
          <p:cNvSpPr/>
          <p:nvPr/>
        </p:nvSpPr>
        <p:spPr>
          <a:xfrm>
            <a:off x="1833093" y="1414753"/>
            <a:ext cx="5622556" cy="792088"/>
          </a:xfrm>
          <a:custGeom>
            <a:avLst/>
            <a:gdLst>
              <a:gd name="connsiteX0" fmla="*/ 0 w 5622556"/>
              <a:gd name="connsiteY0" fmla="*/ 0 h 792088"/>
              <a:gd name="connsiteX1" fmla="*/ 393579 w 5622556"/>
              <a:gd name="connsiteY1" fmla="*/ 0 h 792088"/>
              <a:gd name="connsiteX2" fmla="*/ 899609 w 5622556"/>
              <a:gd name="connsiteY2" fmla="*/ 0 h 792088"/>
              <a:gd name="connsiteX3" fmla="*/ 1518090 w 5622556"/>
              <a:gd name="connsiteY3" fmla="*/ 0 h 792088"/>
              <a:gd name="connsiteX4" fmla="*/ 2024120 w 5622556"/>
              <a:gd name="connsiteY4" fmla="*/ 0 h 792088"/>
              <a:gd name="connsiteX5" fmla="*/ 2642601 w 5622556"/>
              <a:gd name="connsiteY5" fmla="*/ 0 h 792088"/>
              <a:gd name="connsiteX6" fmla="*/ 3204857 w 5622556"/>
              <a:gd name="connsiteY6" fmla="*/ 0 h 792088"/>
              <a:gd name="connsiteX7" fmla="*/ 3823338 w 5622556"/>
              <a:gd name="connsiteY7" fmla="*/ 0 h 792088"/>
              <a:gd name="connsiteX8" fmla="*/ 4441819 w 5622556"/>
              <a:gd name="connsiteY8" fmla="*/ 0 h 792088"/>
              <a:gd name="connsiteX9" fmla="*/ 5116526 w 5622556"/>
              <a:gd name="connsiteY9" fmla="*/ 0 h 792088"/>
              <a:gd name="connsiteX10" fmla="*/ 5622556 w 5622556"/>
              <a:gd name="connsiteY10" fmla="*/ 0 h 792088"/>
              <a:gd name="connsiteX11" fmla="*/ 5622556 w 5622556"/>
              <a:gd name="connsiteY11" fmla="*/ 396044 h 792088"/>
              <a:gd name="connsiteX12" fmla="*/ 5622556 w 5622556"/>
              <a:gd name="connsiteY12" fmla="*/ 792088 h 792088"/>
              <a:gd name="connsiteX13" fmla="*/ 5116526 w 5622556"/>
              <a:gd name="connsiteY13" fmla="*/ 792088 h 792088"/>
              <a:gd name="connsiteX14" fmla="*/ 4554270 w 5622556"/>
              <a:gd name="connsiteY14" fmla="*/ 792088 h 792088"/>
              <a:gd name="connsiteX15" fmla="*/ 4160691 w 5622556"/>
              <a:gd name="connsiteY15" fmla="*/ 792088 h 792088"/>
              <a:gd name="connsiteX16" fmla="*/ 3710887 w 5622556"/>
              <a:gd name="connsiteY16" fmla="*/ 792088 h 792088"/>
              <a:gd name="connsiteX17" fmla="*/ 3261082 w 5622556"/>
              <a:gd name="connsiteY17" fmla="*/ 792088 h 792088"/>
              <a:gd name="connsiteX18" fmla="*/ 2698827 w 5622556"/>
              <a:gd name="connsiteY18" fmla="*/ 792088 h 792088"/>
              <a:gd name="connsiteX19" fmla="*/ 2192797 w 5622556"/>
              <a:gd name="connsiteY19" fmla="*/ 792088 h 792088"/>
              <a:gd name="connsiteX20" fmla="*/ 1686767 w 5622556"/>
              <a:gd name="connsiteY20" fmla="*/ 792088 h 792088"/>
              <a:gd name="connsiteX21" fmla="*/ 1180737 w 5622556"/>
              <a:gd name="connsiteY21" fmla="*/ 792088 h 792088"/>
              <a:gd name="connsiteX22" fmla="*/ 787158 w 5622556"/>
              <a:gd name="connsiteY22" fmla="*/ 792088 h 792088"/>
              <a:gd name="connsiteX23" fmla="*/ 0 w 5622556"/>
              <a:gd name="connsiteY23" fmla="*/ 792088 h 792088"/>
              <a:gd name="connsiteX24" fmla="*/ 0 w 5622556"/>
              <a:gd name="connsiteY24" fmla="*/ 419807 h 792088"/>
              <a:gd name="connsiteX25" fmla="*/ 0 w 5622556"/>
              <a:gd name="connsiteY25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5622556" h="792088" fill="none" extrusionOk="0">
                <a:moveTo>
                  <a:pt x="0" y="0"/>
                </a:moveTo>
                <a:cubicBezTo>
                  <a:pt x="196527" y="-7245"/>
                  <a:pt x="227596" y="37126"/>
                  <a:pt x="393579" y="0"/>
                </a:cubicBezTo>
                <a:cubicBezTo>
                  <a:pt x="559562" y="-37126"/>
                  <a:pt x="709733" y="29071"/>
                  <a:pt x="899609" y="0"/>
                </a:cubicBezTo>
                <a:cubicBezTo>
                  <a:pt x="1089485" y="-29071"/>
                  <a:pt x="1326642" y="36984"/>
                  <a:pt x="1518090" y="0"/>
                </a:cubicBezTo>
                <a:cubicBezTo>
                  <a:pt x="1709538" y="-36984"/>
                  <a:pt x="1861669" y="23093"/>
                  <a:pt x="2024120" y="0"/>
                </a:cubicBezTo>
                <a:cubicBezTo>
                  <a:pt x="2186571" y="-23093"/>
                  <a:pt x="2342390" y="25145"/>
                  <a:pt x="2642601" y="0"/>
                </a:cubicBezTo>
                <a:cubicBezTo>
                  <a:pt x="2942812" y="-25145"/>
                  <a:pt x="3078835" y="23993"/>
                  <a:pt x="3204857" y="0"/>
                </a:cubicBezTo>
                <a:cubicBezTo>
                  <a:pt x="3330879" y="-23993"/>
                  <a:pt x="3515154" y="44983"/>
                  <a:pt x="3823338" y="0"/>
                </a:cubicBezTo>
                <a:cubicBezTo>
                  <a:pt x="4131522" y="-44983"/>
                  <a:pt x="4176757" y="8191"/>
                  <a:pt x="4441819" y="0"/>
                </a:cubicBezTo>
                <a:cubicBezTo>
                  <a:pt x="4706881" y="-8191"/>
                  <a:pt x="4818940" y="71581"/>
                  <a:pt x="5116526" y="0"/>
                </a:cubicBezTo>
                <a:cubicBezTo>
                  <a:pt x="5414112" y="-71581"/>
                  <a:pt x="5520512" y="50351"/>
                  <a:pt x="5622556" y="0"/>
                </a:cubicBezTo>
                <a:cubicBezTo>
                  <a:pt x="5640832" y="193630"/>
                  <a:pt x="5609575" y="283157"/>
                  <a:pt x="5622556" y="396044"/>
                </a:cubicBezTo>
                <a:cubicBezTo>
                  <a:pt x="5635537" y="508931"/>
                  <a:pt x="5592013" y="639280"/>
                  <a:pt x="5622556" y="792088"/>
                </a:cubicBezTo>
                <a:cubicBezTo>
                  <a:pt x="5431753" y="796691"/>
                  <a:pt x="5293567" y="741800"/>
                  <a:pt x="5116526" y="792088"/>
                </a:cubicBezTo>
                <a:cubicBezTo>
                  <a:pt x="4939485" y="842376"/>
                  <a:pt x="4673643" y="732939"/>
                  <a:pt x="4554270" y="792088"/>
                </a:cubicBezTo>
                <a:cubicBezTo>
                  <a:pt x="4434897" y="851237"/>
                  <a:pt x="4244849" y="764015"/>
                  <a:pt x="4160691" y="792088"/>
                </a:cubicBezTo>
                <a:cubicBezTo>
                  <a:pt x="4076533" y="820161"/>
                  <a:pt x="3813143" y="757436"/>
                  <a:pt x="3710887" y="792088"/>
                </a:cubicBezTo>
                <a:cubicBezTo>
                  <a:pt x="3608631" y="826740"/>
                  <a:pt x="3353380" y="748338"/>
                  <a:pt x="3261082" y="792088"/>
                </a:cubicBezTo>
                <a:cubicBezTo>
                  <a:pt x="3168784" y="835838"/>
                  <a:pt x="2817082" y="740169"/>
                  <a:pt x="2698827" y="792088"/>
                </a:cubicBezTo>
                <a:cubicBezTo>
                  <a:pt x="2580572" y="844007"/>
                  <a:pt x="2336887" y="789736"/>
                  <a:pt x="2192797" y="792088"/>
                </a:cubicBezTo>
                <a:cubicBezTo>
                  <a:pt x="2048707" y="794440"/>
                  <a:pt x="1840547" y="781487"/>
                  <a:pt x="1686767" y="792088"/>
                </a:cubicBezTo>
                <a:cubicBezTo>
                  <a:pt x="1532987" y="802689"/>
                  <a:pt x="1367631" y="779955"/>
                  <a:pt x="1180737" y="792088"/>
                </a:cubicBezTo>
                <a:cubicBezTo>
                  <a:pt x="993843" y="804221"/>
                  <a:pt x="893143" y="749451"/>
                  <a:pt x="787158" y="792088"/>
                </a:cubicBezTo>
                <a:cubicBezTo>
                  <a:pt x="681173" y="834725"/>
                  <a:pt x="213841" y="701856"/>
                  <a:pt x="0" y="792088"/>
                </a:cubicBezTo>
                <a:cubicBezTo>
                  <a:pt x="-28427" y="649633"/>
                  <a:pt x="12093" y="496970"/>
                  <a:pt x="0" y="419807"/>
                </a:cubicBezTo>
                <a:cubicBezTo>
                  <a:pt x="-12093" y="342644"/>
                  <a:pt x="41107" y="183111"/>
                  <a:pt x="0" y="0"/>
                </a:cubicBezTo>
                <a:close/>
              </a:path>
              <a:path w="5622556" h="792088" stroke="0" extrusionOk="0">
                <a:moveTo>
                  <a:pt x="0" y="0"/>
                </a:moveTo>
                <a:cubicBezTo>
                  <a:pt x="111913" y="-38115"/>
                  <a:pt x="257286" y="29569"/>
                  <a:pt x="393579" y="0"/>
                </a:cubicBezTo>
                <a:cubicBezTo>
                  <a:pt x="529872" y="-29569"/>
                  <a:pt x="923559" y="57319"/>
                  <a:pt x="1068286" y="0"/>
                </a:cubicBezTo>
                <a:cubicBezTo>
                  <a:pt x="1213013" y="-57319"/>
                  <a:pt x="1456516" y="55675"/>
                  <a:pt x="1742992" y="0"/>
                </a:cubicBezTo>
                <a:cubicBezTo>
                  <a:pt x="2029468" y="-55675"/>
                  <a:pt x="2125272" y="17416"/>
                  <a:pt x="2361474" y="0"/>
                </a:cubicBezTo>
                <a:cubicBezTo>
                  <a:pt x="2597676" y="-17416"/>
                  <a:pt x="2649333" y="26677"/>
                  <a:pt x="2755052" y="0"/>
                </a:cubicBezTo>
                <a:cubicBezTo>
                  <a:pt x="2860771" y="-26677"/>
                  <a:pt x="3134813" y="41348"/>
                  <a:pt x="3317308" y="0"/>
                </a:cubicBezTo>
                <a:cubicBezTo>
                  <a:pt x="3499803" y="-41348"/>
                  <a:pt x="3845118" y="43411"/>
                  <a:pt x="3992015" y="0"/>
                </a:cubicBezTo>
                <a:cubicBezTo>
                  <a:pt x="4138912" y="-43411"/>
                  <a:pt x="4428884" y="18044"/>
                  <a:pt x="4666721" y="0"/>
                </a:cubicBezTo>
                <a:cubicBezTo>
                  <a:pt x="4904558" y="-18044"/>
                  <a:pt x="4913800" y="16658"/>
                  <a:pt x="5060300" y="0"/>
                </a:cubicBezTo>
                <a:cubicBezTo>
                  <a:pt x="5206800" y="-16658"/>
                  <a:pt x="5435228" y="37532"/>
                  <a:pt x="5622556" y="0"/>
                </a:cubicBezTo>
                <a:cubicBezTo>
                  <a:pt x="5666180" y="92683"/>
                  <a:pt x="5611457" y="239395"/>
                  <a:pt x="5622556" y="411886"/>
                </a:cubicBezTo>
                <a:cubicBezTo>
                  <a:pt x="5633655" y="584377"/>
                  <a:pt x="5618221" y="653179"/>
                  <a:pt x="5622556" y="792088"/>
                </a:cubicBezTo>
                <a:cubicBezTo>
                  <a:pt x="5458432" y="810409"/>
                  <a:pt x="5406358" y="768925"/>
                  <a:pt x="5228977" y="792088"/>
                </a:cubicBezTo>
                <a:cubicBezTo>
                  <a:pt x="5051596" y="815251"/>
                  <a:pt x="4948525" y="761456"/>
                  <a:pt x="4722947" y="792088"/>
                </a:cubicBezTo>
                <a:cubicBezTo>
                  <a:pt x="4497369" y="822720"/>
                  <a:pt x="4499186" y="760647"/>
                  <a:pt x="4329368" y="792088"/>
                </a:cubicBezTo>
                <a:cubicBezTo>
                  <a:pt x="4159550" y="823529"/>
                  <a:pt x="3937564" y="780675"/>
                  <a:pt x="3767113" y="792088"/>
                </a:cubicBezTo>
                <a:cubicBezTo>
                  <a:pt x="3596663" y="803501"/>
                  <a:pt x="3496950" y="770179"/>
                  <a:pt x="3261082" y="792088"/>
                </a:cubicBezTo>
                <a:cubicBezTo>
                  <a:pt x="3025214" y="813997"/>
                  <a:pt x="2905880" y="773646"/>
                  <a:pt x="2586376" y="792088"/>
                </a:cubicBezTo>
                <a:cubicBezTo>
                  <a:pt x="2266872" y="810530"/>
                  <a:pt x="2272825" y="746157"/>
                  <a:pt x="2192797" y="792088"/>
                </a:cubicBezTo>
                <a:cubicBezTo>
                  <a:pt x="2112769" y="838019"/>
                  <a:pt x="1800804" y="754613"/>
                  <a:pt x="1518090" y="792088"/>
                </a:cubicBezTo>
                <a:cubicBezTo>
                  <a:pt x="1235376" y="829563"/>
                  <a:pt x="1140144" y="751092"/>
                  <a:pt x="899609" y="792088"/>
                </a:cubicBezTo>
                <a:cubicBezTo>
                  <a:pt x="659074" y="833084"/>
                  <a:pt x="303643" y="783852"/>
                  <a:pt x="0" y="792088"/>
                </a:cubicBezTo>
                <a:cubicBezTo>
                  <a:pt x="-35693" y="688000"/>
                  <a:pt x="42640" y="486845"/>
                  <a:pt x="0" y="396044"/>
                </a:cubicBezTo>
                <a:cubicBezTo>
                  <a:pt x="-42640" y="305243"/>
                  <a:pt x="22328" y="132312"/>
                  <a:pt x="0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4385924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FIRST 5 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CB56A2-1575-C046-9CA7-DC7C7A87DA26}"/>
                  </a:ext>
                </a:extLst>
              </p:cNvPr>
              <p:cNvSpPr txBox="1"/>
              <p:nvPr/>
            </p:nvSpPr>
            <p:spPr>
              <a:xfrm>
                <a:off x="193020" y="2206841"/>
                <a:ext cx="8757960" cy="4683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Tx/>
                  <a:buAutoNum type="arabicPeriod"/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Complete your summary from yesterday and highlight the important information.</a:t>
                </a:r>
                <a:endParaRPr lang="en-AU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AutoNum type="arabicPeriod"/>
                </a:pPr>
                <a:endParaRPr lang="en-AU" sz="2800" dirty="0"/>
              </a:p>
              <a:p>
                <a:pPr marL="342900" indent="-342900">
                  <a:buAutoNum type="arabicPeriod"/>
                </a:pPr>
                <a:r>
                  <a:rPr lang="en-AU" sz="2800" dirty="0"/>
                  <a:t>Write the sample space for flipping two coins. </a:t>
                </a:r>
              </a:p>
              <a:p>
                <a:pPr marL="342900" indent="-342900">
                  <a:buAutoNum type="arabicPeriod"/>
                </a:pPr>
                <a:endParaRPr lang="en-AU" sz="2800" dirty="0"/>
              </a:p>
              <a:p>
                <a:pPr marL="342900" indent="-342900">
                  <a:buAutoNum type="arabicPeriod"/>
                </a:pPr>
                <a:r>
                  <a:rPr lang="en-AU" sz="2800" dirty="0"/>
                  <a:t> What is the probability of selecting two tails? </a:t>
                </a:r>
              </a:p>
              <a:p>
                <a:pPr marL="342900" indent="-342900">
                  <a:buAutoNum type="arabicPeriod"/>
                </a:pPr>
                <a:endParaRPr lang="en-AU" sz="2800" dirty="0"/>
              </a:p>
              <a:p>
                <a:pPr marL="342900" indent="-342900">
                  <a:buFontTx/>
                  <a:buAutoNum type="arabicPeriod"/>
                </a:pPr>
                <a:r>
                  <a:rPr lang="en-AU" sz="2800" dirty="0"/>
                  <a:t>Find the volume of the following shape?</a:t>
                </a:r>
              </a:p>
              <a:p>
                <a:pPr marL="342900" indent="-342900">
                  <a:buAutoNum type="arabicPeriod"/>
                </a:pPr>
                <a:endParaRPr lang="en-AU" sz="2800" dirty="0"/>
              </a:p>
              <a:p>
                <a:pPr marL="342900" indent="-342900">
                  <a:buAutoNum type="arabicPeriod"/>
                </a:pPr>
                <a:r>
                  <a:rPr lang="en-AU" sz="2800" dirty="0"/>
                  <a:t> Simplify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AU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AU" dirty="0"/>
              </a:p>
              <a:p>
                <a:pPr marL="342900" indent="-342900">
                  <a:buAutoNum type="arabicPeriod"/>
                </a:pPr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CB56A2-1575-C046-9CA7-DC7C7A87D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20" y="2206841"/>
                <a:ext cx="8757960" cy="4683077"/>
              </a:xfrm>
              <a:prstGeom prst="rect">
                <a:avLst/>
              </a:prstGeom>
              <a:blipFill>
                <a:blip r:embed="rId3"/>
                <a:stretch>
                  <a:fillRect l="-1449" t="-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25689" y="1900369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Laws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index laws can be used to simplify expressions with indices.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188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are index laws?</a:t>
            </a: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5148064" y="2619177"/>
            <a:ext cx="0" cy="44271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93625" y="2833882"/>
            <a:ext cx="1969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/>
              <a:t>Multiplication Law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2908" y="283045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469314" y="3342295"/>
                <a:ext cx="23393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4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4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314" y="3342295"/>
                <a:ext cx="233935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AC51FBA-5843-024F-962F-830F6A40013F}"/>
              </a:ext>
            </a:extLst>
          </p:cNvPr>
          <p:cNvSpPr txBox="1"/>
          <p:nvPr/>
        </p:nvSpPr>
        <p:spPr>
          <a:xfrm>
            <a:off x="3127990" y="1972846"/>
            <a:ext cx="5895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laws are the rules for simplifying expressions involving powers of the same base number.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77EBAE-0AF6-004B-80ED-75E68547AAE6}"/>
                  </a:ext>
                </a:extLst>
              </p:cNvPr>
              <p:cNvSpPr txBox="1"/>
              <p:nvPr/>
            </p:nvSpPr>
            <p:spPr>
              <a:xfrm>
                <a:off x="5667476" y="3184663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77EBAE-0AF6-004B-80ED-75E68547A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476" y="3184663"/>
                <a:ext cx="311861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27B61571-A37E-6C4E-A051-57DDC60D1C37}"/>
              </a:ext>
            </a:extLst>
          </p:cNvPr>
          <p:cNvSpPr/>
          <p:nvPr/>
        </p:nvSpPr>
        <p:spPr>
          <a:xfrm>
            <a:off x="116086" y="3260221"/>
            <a:ext cx="19663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How do I use the</a:t>
            </a:r>
            <a:br>
              <a:rPr lang="en-AU" dirty="0"/>
            </a:br>
            <a:r>
              <a:rPr lang="en-AU" dirty="0"/>
              <a:t>multiplication law?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26E152-E6FF-2440-BB5F-30833CCC24AE}"/>
                  </a:ext>
                </a:extLst>
              </p:cNvPr>
              <p:cNvSpPr txBox="1"/>
              <p:nvPr/>
            </p:nvSpPr>
            <p:spPr>
              <a:xfrm>
                <a:off x="5696509" y="3673636"/>
                <a:ext cx="2884315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AU" sz="24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AU" sz="24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3+2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/>
                        </a:rPr>
                        <m:t>= 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26E152-E6FF-2440-BB5F-30833CCC2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509" y="3673636"/>
                <a:ext cx="2884315" cy="465833"/>
              </a:xfrm>
              <a:prstGeom prst="rect">
                <a:avLst/>
              </a:prstGeom>
              <a:blipFill>
                <a:blip r:embed="rId4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56B29CE-2062-6047-B47D-424C0915A217}"/>
              </a:ext>
            </a:extLst>
          </p:cNvPr>
          <p:cNvSpPr txBox="1"/>
          <p:nvPr/>
        </p:nvSpPr>
        <p:spPr>
          <a:xfrm>
            <a:off x="3025906" y="4445195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/>
              <a:t>Division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C189109-1735-1144-A753-A1C06675C03D}"/>
                  </a:ext>
                </a:extLst>
              </p:cNvPr>
              <p:cNvSpPr txBox="1"/>
              <p:nvPr/>
            </p:nvSpPr>
            <p:spPr>
              <a:xfrm>
                <a:off x="2492912" y="4841813"/>
                <a:ext cx="24858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4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4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C189109-1735-1144-A753-A1C06675C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912" y="4841813"/>
                <a:ext cx="248580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1D98C82-A6F2-7D40-BAEC-CEDF2AD695A3}"/>
                  </a:ext>
                </a:extLst>
              </p:cNvPr>
              <p:cNvSpPr txBox="1"/>
              <p:nvPr/>
            </p:nvSpPr>
            <p:spPr>
              <a:xfrm>
                <a:off x="5716496" y="4841813"/>
                <a:ext cx="3004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1D98C82-A6F2-7D40-BAEC-CEDF2AD69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496" y="4841813"/>
                <a:ext cx="300499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E0900F76-42B8-ED47-8376-A588BD682A74}"/>
              </a:ext>
            </a:extLst>
          </p:cNvPr>
          <p:cNvSpPr txBox="1"/>
          <p:nvPr/>
        </p:nvSpPr>
        <p:spPr>
          <a:xfrm>
            <a:off x="6787600" y="4445195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4231DBE-D45A-5F47-933A-605F2F1F02E9}"/>
                  </a:ext>
                </a:extLst>
              </p:cNvPr>
              <p:cNvSpPr txBox="1"/>
              <p:nvPr/>
            </p:nvSpPr>
            <p:spPr>
              <a:xfrm>
                <a:off x="2492912" y="5383267"/>
                <a:ext cx="2259401" cy="6515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400" dirty="0"/>
                  <a:t>or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AU" sz="24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sz="2400" b="0" i="1" smtClean="0">
                            <a:latin typeface="Cambria Math"/>
                          </a:rPr>
                          <m:t>𝑚</m:t>
                        </m:r>
                        <m:r>
                          <a:rPr lang="en-AU" sz="2400" b="0" i="1" smtClean="0">
                            <a:latin typeface="Cambria Math"/>
                          </a:rPr>
                          <m:t>−</m:t>
                        </m:r>
                        <m:r>
                          <a:rPr lang="en-AU" sz="24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4231DBE-D45A-5F47-933A-605F2F1F0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912" y="5383267"/>
                <a:ext cx="2259401" cy="651589"/>
              </a:xfrm>
              <a:prstGeom prst="rect">
                <a:avLst/>
              </a:prstGeom>
              <a:blipFill>
                <a:blip r:embed="rId7"/>
                <a:stretch>
                  <a:fillRect l="-4469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B43654B-C884-6241-BE00-FE29EEC7F0B3}"/>
                  </a:ext>
                </a:extLst>
              </p:cNvPr>
              <p:cNvSpPr txBox="1"/>
              <p:nvPr/>
            </p:nvSpPr>
            <p:spPr>
              <a:xfrm>
                <a:off x="5487457" y="5303478"/>
                <a:ext cx="2793549" cy="8538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7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B43654B-C884-6241-BE00-FE29EEC7F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7457" y="5303478"/>
                <a:ext cx="2793549" cy="8538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70B0CDB3-E6FF-2144-92D5-F92CEE286898}"/>
              </a:ext>
            </a:extLst>
          </p:cNvPr>
          <p:cNvSpPr/>
          <p:nvPr/>
        </p:nvSpPr>
        <p:spPr>
          <a:xfrm>
            <a:off x="177391" y="4980312"/>
            <a:ext cx="17691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How do I use the</a:t>
            </a:r>
            <a:br>
              <a:rPr lang="en-AU" dirty="0"/>
            </a:br>
            <a:r>
              <a:rPr lang="en-AU" dirty="0"/>
              <a:t>division law?</a:t>
            </a:r>
          </a:p>
        </p:txBody>
      </p:sp>
    </p:spTree>
    <p:extLst>
      <p:ext uri="{BB962C8B-B14F-4D97-AF65-F5344CB8AC3E}">
        <p14:creationId xmlns:p14="http://schemas.microsoft.com/office/powerpoint/2010/main" val="88357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8" grpId="0"/>
      <p:bldP spid="19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95736" y="1929160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Laws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index laws can be used to simplify expressions with indices.  </a:t>
            </a: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4419718" y="1929160"/>
            <a:ext cx="0" cy="4928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753655" y="2135089"/>
                <a:ext cx="1528239" cy="6954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</a:rPr>
                            <m:t>3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i="1">
                              <a:latin typeface="Cambria Math"/>
                            </a:rPr>
                            <m:t>𝑦</m:t>
                          </m:r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×4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AU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655" y="2135089"/>
                <a:ext cx="1528239" cy="695447"/>
              </a:xfrm>
              <a:prstGeom prst="rect">
                <a:avLst/>
              </a:prstGeom>
              <a:blipFill>
                <a:blip r:embed="rId2"/>
                <a:stretch>
                  <a:fillRect b="-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153256" y="2042263"/>
            <a:ext cx="1741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to simplify a multi-step problem?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4C6960-63F9-D34C-B17D-CA0F11E1201B}"/>
              </a:ext>
            </a:extLst>
          </p:cNvPr>
          <p:cNvSpPr txBox="1"/>
          <p:nvPr/>
        </p:nvSpPr>
        <p:spPr>
          <a:xfrm>
            <a:off x="2245231" y="2061863"/>
            <a:ext cx="2117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 Collect like terms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9EDF65-2723-6142-9DD2-FC9E13AF8E08}"/>
              </a:ext>
            </a:extLst>
          </p:cNvPr>
          <p:cNvSpPr txBox="1"/>
          <p:nvPr/>
        </p:nvSpPr>
        <p:spPr>
          <a:xfrm>
            <a:off x="4363207" y="2008141"/>
            <a:ext cx="50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30E40AA-9C53-264D-A5E5-01403916EEE1}"/>
                  </a:ext>
                </a:extLst>
              </p:cNvPr>
              <p:cNvSpPr txBox="1"/>
              <p:nvPr/>
            </p:nvSpPr>
            <p:spPr>
              <a:xfrm>
                <a:off x="6281894" y="2143657"/>
                <a:ext cx="2528513" cy="6954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</a:rPr>
                            <m:t>3</m:t>
                          </m:r>
                          <m: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 ×</m:t>
                          </m:r>
                          <m:sSup>
                            <m:sSupPr>
                              <m:ctrlPr>
                                <a:rPr lang="en-AU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AU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AU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30E40AA-9C53-264D-A5E5-01403916E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894" y="2143657"/>
                <a:ext cx="2528513" cy="695447"/>
              </a:xfrm>
              <a:prstGeom prst="rect">
                <a:avLst/>
              </a:prstGeom>
              <a:blipFill>
                <a:blip r:embed="rId3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09267F9B-EFDA-3248-ACEB-FB6A0154D01F}"/>
              </a:ext>
            </a:extLst>
          </p:cNvPr>
          <p:cNvSpPr txBox="1"/>
          <p:nvPr/>
        </p:nvSpPr>
        <p:spPr>
          <a:xfrm>
            <a:off x="2160760" y="3303874"/>
            <a:ext cx="2286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2a. Solve the numbers</a:t>
            </a:r>
          </a:p>
          <a:p>
            <a:r>
              <a:rPr lang="en-AU" dirty="0"/>
              <a:t>2b. Simplify with the multiplication law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E461B3-56B1-1942-9A34-8823E1593C3C}"/>
              </a:ext>
            </a:extLst>
          </p:cNvPr>
          <p:cNvSpPr txBox="1"/>
          <p:nvPr/>
        </p:nvSpPr>
        <p:spPr>
          <a:xfrm>
            <a:off x="4363207" y="3308948"/>
            <a:ext cx="50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640C3B-1B7F-3149-809E-9DB913811C7E}"/>
              </a:ext>
            </a:extLst>
          </p:cNvPr>
          <p:cNvSpPr txBox="1"/>
          <p:nvPr/>
        </p:nvSpPr>
        <p:spPr>
          <a:xfrm>
            <a:off x="2158312" y="4530641"/>
            <a:ext cx="22614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3a. Solve the numbers</a:t>
            </a:r>
          </a:p>
          <a:p>
            <a:r>
              <a:rPr lang="en-AU" dirty="0"/>
              <a:t>3b. Simplify with the division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02D407F-BED1-764D-A0D9-C5B653F04631}"/>
                  </a:ext>
                </a:extLst>
              </p:cNvPr>
              <p:cNvSpPr txBox="1"/>
              <p:nvPr/>
            </p:nvSpPr>
            <p:spPr>
              <a:xfrm>
                <a:off x="4637363" y="4647970"/>
                <a:ext cx="1088503" cy="6993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A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02D407F-BED1-764D-A0D9-C5B653F04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363" y="4647970"/>
                <a:ext cx="1088503" cy="699359"/>
              </a:xfrm>
              <a:prstGeom prst="rect">
                <a:avLst/>
              </a:prstGeom>
              <a:blipFill>
                <a:blip r:embed="rId4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6B4A36FC-369B-5A46-8B45-1AA11ED8B8FB}"/>
              </a:ext>
            </a:extLst>
          </p:cNvPr>
          <p:cNvSpPr txBox="1"/>
          <p:nvPr/>
        </p:nvSpPr>
        <p:spPr>
          <a:xfrm>
            <a:off x="4363207" y="4425089"/>
            <a:ext cx="50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0D9D99E-D1A1-464C-B918-A8560935A74B}"/>
                  </a:ext>
                </a:extLst>
              </p:cNvPr>
              <p:cNvSpPr txBox="1"/>
              <p:nvPr/>
            </p:nvSpPr>
            <p:spPr>
              <a:xfrm>
                <a:off x="5437714" y="4811444"/>
                <a:ext cx="2793549" cy="372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AU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A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A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A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A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0D9D99E-D1A1-464C-B918-A8560935A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714" y="4811444"/>
                <a:ext cx="2793549" cy="372410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D747BB2-0F1A-5844-A6E1-F4AE66B29931}"/>
                  </a:ext>
                </a:extLst>
              </p:cNvPr>
              <p:cNvSpPr txBox="1"/>
              <p:nvPr/>
            </p:nvSpPr>
            <p:spPr>
              <a:xfrm>
                <a:off x="7151762" y="3293153"/>
                <a:ext cx="1325748" cy="6993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A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D747BB2-0F1A-5844-A6E1-F4AE66B29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762" y="3293153"/>
                <a:ext cx="1325748" cy="699359"/>
              </a:xfrm>
              <a:prstGeom prst="rect">
                <a:avLst/>
              </a:prstGeom>
              <a:blipFill>
                <a:blip r:embed="rId6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206E2D-F4A4-684A-9800-ED2EF60F468E}"/>
                  </a:ext>
                </a:extLst>
              </p:cNvPr>
              <p:cNvSpPr txBox="1"/>
              <p:nvPr/>
            </p:nvSpPr>
            <p:spPr>
              <a:xfrm>
                <a:off x="4611851" y="3273822"/>
                <a:ext cx="2291268" cy="6954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  <m: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sSup>
                            <m:sSupPr>
                              <m:ctrlPr>
                                <a:rPr lang="en-AU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AU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AU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206E2D-F4A4-684A-9800-ED2EF60F4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851" y="3273822"/>
                <a:ext cx="2291268" cy="695447"/>
              </a:xfrm>
              <a:prstGeom prst="rect">
                <a:avLst/>
              </a:prstGeom>
              <a:blipFill>
                <a:blip r:embed="rId7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F6850FA4-9BED-7943-856B-7F37152C1461}"/>
              </a:ext>
            </a:extLst>
          </p:cNvPr>
          <p:cNvSpPr txBox="1"/>
          <p:nvPr/>
        </p:nvSpPr>
        <p:spPr>
          <a:xfrm>
            <a:off x="2234755" y="5758902"/>
            <a:ext cx="2117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5. Answer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6416220-5BE1-5244-93B2-B2FAC9E1C93E}"/>
                  </a:ext>
                </a:extLst>
              </p:cNvPr>
              <p:cNvSpPr txBox="1"/>
              <p:nvPr/>
            </p:nvSpPr>
            <p:spPr>
              <a:xfrm>
                <a:off x="4265364" y="5736761"/>
                <a:ext cx="27935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6</m:t>
                      </m:r>
                      <m:r>
                        <a:rPr lang="en-A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A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sSup>
                        <m:sSupPr>
                          <m:ctrlPr>
                            <a:rPr lang="en-A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6416220-5BE1-5244-93B2-B2FAC9E1C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364" y="5736761"/>
                <a:ext cx="2793549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296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35" grpId="0"/>
      <p:bldP spid="36" grpId="0"/>
      <p:bldP spid="37" grpId="0"/>
      <p:bldP spid="39" grpId="0"/>
      <p:bldP spid="40" grpId="0"/>
      <p:bldP spid="41" grpId="0"/>
      <p:bldP spid="42" grpId="0"/>
      <p:bldP spid="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2990"/>
            <a:ext cx="8229600" cy="1143000"/>
          </a:xfrm>
          <a:custGeom>
            <a:avLst/>
            <a:gdLst>
              <a:gd name="connsiteX0" fmla="*/ 0 w 8229600"/>
              <a:gd name="connsiteY0" fmla="*/ 0 h 1143000"/>
              <a:gd name="connsiteX1" fmla="*/ 670125 w 8229600"/>
              <a:gd name="connsiteY1" fmla="*/ 0 h 1143000"/>
              <a:gd name="connsiteX2" fmla="*/ 1422545 w 8229600"/>
              <a:gd name="connsiteY2" fmla="*/ 0 h 1143000"/>
              <a:gd name="connsiteX3" fmla="*/ 1845782 w 8229600"/>
              <a:gd name="connsiteY3" fmla="*/ 0 h 1143000"/>
              <a:gd name="connsiteX4" fmla="*/ 2515906 w 8229600"/>
              <a:gd name="connsiteY4" fmla="*/ 0 h 1143000"/>
              <a:gd name="connsiteX5" fmla="*/ 2939143 w 8229600"/>
              <a:gd name="connsiteY5" fmla="*/ 0 h 1143000"/>
              <a:gd name="connsiteX6" fmla="*/ 3526971 w 8229600"/>
              <a:gd name="connsiteY6" fmla="*/ 0 h 1143000"/>
              <a:gd name="connsiteX7" fmla="*/ 4197096 w 8229600"/>
              <a:gd name="connsiteY7" fmla="*/ 0 h 1143000"/>
              <a:gd name="connsiteX8" fmla="*/ 4538037 w 8229600"/>
              <a:gd name="connsiteY8" fmla="*/ 0 h 1143000"/>
              <a:gd name="connsiteX9" fmla="*/ 4878977 w 8229600"/>
              <a:gd name="connsiteY9" fmla="*/ 0 h 1143000"/>
              <a:gd name="connsiteX10" fmla="*/ 5631398 w 8229600"/>
              <a:gd name="connsiteY10" fmla="*/ 0 h 1143000"/>
              <a:gd name="connsiteX11" fmla="*/ 6219226 w 8229600"/>
              <a:gd name="connsiteY11" fmla="*/ 0 h 1143000"/>
              <a:gd name="connsiteX12" fmla="*/ 6560167 w 8229600"/>
              <a:gd name="connsiteY12" fmla="*/ 0 h 1143000"/>
              <a:gd name="connsiteX13" fmla="*/ 7147995 w 8229600"/>
              <a:gd name="connsiteY13" fmla="*/ 0 h 1143000"/>
              <a:gd name="connsiteX14" fmla="*/ 8229600 w 8229600"/>
              <a:gd name="connsiteY14" fmla="*/ 0 h 1143000"/>
              <a:gd name="connsiteX15" fmla="*/ 8229600 w 8229600"/>
              <a:gd name="connsiteY15" fmla="*/ 560070 h 1143000"/>
              <a:gd name="connsiteX16" fmla="*/ 8229600 w 8229600"/>
              <a:gd name="connsiteY16" fmla="*/ 1143000 h 1143000"/>
              <a:gd name="connsiteX17" fmla="*/ 7888659 w 8229600"/>
              <a:gd name="connsiteY17" fmla="*/ 1143000 h 1143000"/>
              <a:gd name="connsiteX18" fmla="*/ 7136239 w 8229600"/>
              <a:gd name="connsiteY18" fmla="*/ 1143000 h 1143000"/>
              <a:gd name="connsiteX19" fmla="*/ 6466114 w 8229600"/>
              <a:gd name="connsiteY19" fmla="*/ 1143000 h 1143000"/>
              <a:gd name="connsiteX20" fmla="*/ 5795990 w 8229600"/>
              <a:gd name="connsiteY20" fmla="*/ 1143000 h 1143000"/>
              <a:gd name="connsiteX21" fmla="*/ 5125865 w 8229600"/>
              <a:gd name="connsiteY21" fmla="*/ 1143000 h 1143000"/>
              <a:gd name="connsiteX22" fmla="*/ 4702629 w 8229600"/>
              <a:gd name="connsiteY22" fmla="*/ 1143000 h 1143000"/>
              <a:gd name="connsiteX23" fmla="*/ 3950208 w 8229600"/>
              <a:gd name="connsiteY23" fmla="*/ 1143000 h 1143000"/>
              <a:gd name="connsiteX24" fmla="*/ 3362379 w 8229600"/>
              <a:gd name="connsiteY24" fmla="*/ 1143000 h 1143000"/>
              <a:gd name="connsiteX25" fmla="*/ 3021439 w 8229600"/>
              <a:gd name="connsiteY25" fmla="*/ 1143000 h 1143000"/>
              <a:gd name="connsiteX26" fmla="*/ 2433610 w 8229600"/>
              <a:gd name="connsiteY26" fmla="*/ 1143000 h 1143000"/>
              <a:gd name="connsiteX27" fmla="*/ 1928078 w 8229600"/>
              <a:gd name="connsiteY27" fmla="*/ 1143000 h 1143000"/>
              <a:gd name="connsiteX28" fmla="*/ 1422545 w 8229600"/>
              <a:gd name="connsiteY28" fmla="*/ 1143000 h 1143000"/>
              <a:gd name="connsiteX29" fmla="*/ 917013 w 8229600"/>
              <a:gd name="connsiteY29" fmla="*/ 1143000 h 1143000"/>
              <a:gd name="connsiteX30" fmla="*/ 0 w 8229600"/>
              <a:gd name="connsiteY30" fmla="*/ 1143000 h 1143000"/>
              <a:gd name="connsiteX31" fmla="*/ 0 w 8229600"/>
              <a:gd name="connsiteY31" fmla="*/ 560070 h 1143000"/>
              <a:gd name="connsiteX32" fmla="*/ 0 w 8229600"/>
              <a:gd name="connsiteY32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229600" h="1143000" fill="none" extrusionOk="0">
                <a:moveTo>
                  <a:pt x="0" y="0"/>
                </a:moveTo>
                <a:cubicBezTo>
                  <a:pt x="244045" y="-74931"/>
                  <a:pt x="408892" y="49984"/>
                  <a:pt x="670125" y="0"/>
                </a:cubicBezTo>
                <a:cubicBezTo>
                  <a:pt x="931358" y="-49984"/>
                  <a:pt x="1167077" y="55527"/>
                  <a:pt x="1422545" y="0"/>
                </a:cubicBezTo>
                <a:cubicBezTo>
                  <a:pt x="1678013" y="-55527"/>
                  <a:pt x="1732699" y="26845"/>
                  <a:pt x="1845782" y="0"/>
                </a:cubicBezTo>
                <a:cubicBezTo>
                  <a:pt x="1958865" y="-26845"/>
                  <a:pt x="2345767" y="73842"/>
                  <a:pt x="2515906" y="0"/>
                </a:cubicBezTo>
                <a:cubicBezTo>
                  <a:pt x="2686045" y="-73842"/>
                  <a:pt x="2789761" y="38846"/>
                  <a:pt x="2939143" y="0"/>
                </a:cubicBezTo>
                <a:cubicBezTo>
                  <a:pt x="3088525" y="-38846"/>
                  <a:pt x="3371388" y="67311"/>
                  <a:pt x="3526971" y="0"/>
                </a:cubicBezTo>
                <a:cubicBezTo>
                  <a:pt x="3682554" y="-67311"/>
                  <a:pt x="3965562" y="8778"/>
                  <a:pt x="4197096" y="0"/>
                </a:cubicBezTo>
                <a:cubicBezTo>
                  <a:pt x="4428631" y="-8778"/>
                  <a:pt x="4393770" y="35904"/>
                  <a:pt x="4538037" y="0"/>
                </a:cubicBezTo>
                <a:cubicBezTo>
                  <a:pt x="4682304" y="-35904"/>
                  <a:pt x="4727758" y="23578"/>
                  <a:pt x="4878977" y="0"/>
                </a:cubicBezTo>
                <a:cubicBezTo>
                  <a:pt x="5030196" y="-23578"/>
                  <a:pt x="5372740" y="38514"/>
                  <a:pt x="5631398" y="0"/>
                </a:cubicBezTo>
                <a:cubicBezTo>
                  <a:pt x="5890056" y="-38514"/>
                  <a:pt x="6095731" y="26477"/>
                  <a:pt x="6219226" y="0"/>
                </a:cubicBezTo>
                <a:cubicBezTo>
                  <a:pt x="6342721" y="-26477"/>
                  <a:pt x="6435450" y="2994"/>
                  <a:pt x="6560167" y="0"/>
                </a:cubicBezTo>
                <a:cubicBezTo>
                  <a:pt x="6684884" y="-2994"/>
                  <a:pt x="6957126" y="24229"/>
                  <a:pt x="7147995" y="0"/>
                </a:cubicBezTo>
                <a:cubicBezTo>
                  <a:pt x="7338864" y="-24229"/>
                  <a:pt x="7719143" y="46530"/>
                  <a:pt x="8229600" y="0"/>
                </a:cubicBezTo>
                <a:cubicBezTo>
                  <a:pt x="8275743" y="179774"/>
                  <a:pt x="8184240" y="342397"/>
                  <a:pt x="8229600" y="560070"/>
                </a:cubicBezTo>
                <a:cubicBezTo>
                  <a:pt x="8274960" y="777743"/>
                  <a:pt x="8224079" y="1010982"/>
                  <a:pt x="8229600" y="1143000"/>
                </a:cubicBezTo>
                <a:cubicBezTo>
                  <a:pt x="8075678" y="1173959"/>
                  <a:pt x="7986196" y="1114800"/>
                  <a:pt x="7888659" y="1143000"/>
                </a:cubicBezTo>
                <a:cubicBezTo>
                  <a:pt x="7791122" y="1171200"/>
                  <a:pt x="7321908" y="1060138"/>
                  <a:pt x="7136239" y="1143000"/>
                </a:cubicBezTo>
                <a:cubicBezTo>
                  <a:pt x="6950570" y="1225862"/>
                  <a:pt x="6656949" y="1066750"/>
                  <a:pt x="6466114" y="1143000"/>
                </a:cubicBezTo>
                <a:cubicBezTo>
                  <a:pt x="6275280" y="1219250"/>
                  <a:pt x="5977986" y="1104870"/>
                  <a:pt x="5795990" y="1143000"/>
                </a:cubicBezTo>
                <a:cubicBezTo>
                  <a:pt x="5613994" y="1181130"/>
                  <a:pt x="5436575" y="1063673"/>
                  <a:pt x="5125865" y="1143000"/>
                </a:cubicBezTo>
                <a:cubicBezTo>
                  <a:pt x="4815156" y="1222327"/>
                  <a:pt x="4823844" y="1131445"/>
                  <a:pt x="4702629" y="1143000"/>
                </a:cubicBezTo>
                <a:cubicBezTo>
                  <a:pt x="4581414" y="1154555"/>
                  <a:pt x="4200735" y="1104645"/>
                  <a:pt x="3950208" y="1143000"/>
                </a:cubicBezTo>
                <a:cubicBezTo>
                  <a:pt x="3699681" y="1181355"/>
                  <a:pt x="3560866" y="1138500"/>
                  <a:pt x="3362379" y="1143000"/>
                </a:cubicBezTo>
                <a:cubicBezTo>
                  <a:pt x="3163892" y="1147500"/>
                  <a:pt x="3141062" y="1132414"/>
                  <a:pt x="3021439" y="1143000"/>
                </a:cubicBezTo>
                <a:cubicBezTo>
                  <a:pt x="2901816" y="1153586"/>
                  <a:pt x="2640091" y="1095272"/>
                  <a:pt x="2433610" y="1143000"/>
                </a:cubicBezTo>
                <a:cubicBezTo>
                  <a:pt x="2227129" y="1190728"/>
                  <a:pt x="2121386" y="1083073"/>
                  <a:pt x="1928078" y="1143000"/>
                </a:cubicBezTo>
                <a:cubicBezTo>
                  <a:pt x="1734770" y="1202927"/>
                  <a:pt x="1654855" y="1122042"/>
                  <a:pt x="1422545" y="1143000"/>
                </a:cubicBezTo>
                <a:cubicBezTo>
                  <a:pt x="1190235" y="1163958"/>
                  <a:pt x="1079441" y="1116260"/>
                  <a:pt x="917013" y="1143000"/>
                </a:cubicBezTo>
                <a:cubicBezTo>
                  <a:pt x="754585" y="1169740"/>
                  <a:pt x="453495" y="1140699"/>
                  <a:pt x="0" y="1143000"/>
                </a:cubicBezTo>
                <a:cubicBezTo>
                  <a:pt x="-19194" y="987525"/>
                  <a:pt x="57467" y="757550"/>
                  <a:pt x="0" y="560070"/>
                </a:cubicBezTo>
                <a:cubicBezTo>
                  <a:pt x="-57467" y="362590"/>
                  <a:pt x="8939" y="189831"/>
                  <a:pt x="0" y="0"/>
                </a:cubicBezTo>
                <a:close/>
              </a:path>
              <a:path w="8229600" h="1143000" stroke="0" extrusionOk="0">
                <a:moveTo>
                  <a:pt x="0" y="0"/>
                </a:moveTo>
                <a:cubicBezTo>
                  <a:pt x="135527" y="-57494"/>
                  <a:pt x="376976" y="25161"/>
                  <a:pt x="505533" y="0"/>
                </a:cubicBezTo>
                <a:cubicBezTo>
                  <a:pt x="634090" y="-25161"/>
                  <a:pt x="695344" y="28865"/>
                  <a:pt x="846473" y="0"/>
                </a:cubicBezTo>
                <a:cubicBezTo>
                  <a:pt x="997602" y="-28865"/>
                  <a:pt x="1281262" y="36869"/>
                  <a:pt x="1598894" y="0"/>
                </a:cubicBezTo>
                <a:cubicBezTo>
                  <a:pt x="1916526" y="-36869"/>
                  <a:pt x="1915421" y="12977"/>
                  <a:pt x="2104426" y="0"/>
                </a:cubicBezTo>
                <a:cubicBezTo>
                  <a:pt x="2293431" y="-12977"/>
                  <a:pt x="2450212" y="51236"/>
                  <a:pt x="2609959" y="0"/>
                </a:cubicBezTo>
                <a:cubicBezTo>
                  <a:pt x="2769706" y="-51236"/>
                  <a:pt x="3088348" y="69552"/>
                  <a:pt x="3362379" y="0"/>
                </a:cubicBezTo>
                <a:cubicBezTo>
                  <a:pt x="3636410" y="-69552"/>
                  <a:pt x="3633555" y="6774"/>
                  <a:pt x="3785616" y="0"/>
                </a:cubicBezTo>
                <a:cubicBezTo>
                  <a:pt x="3937677" y="-6774"/>
                  <a:pt x="4305417" y="78537"/>
                  <a:pt x="4538037" y="0"/>
                </a:cubicBezTo>
                <a:cubicBezTo>
                  <a:pt x="4770657" y="-78537"/>
                  <a:pt x="4922836" y="50346"/>
                  <a:pt x="5290457" y="0"/>
                </a:cubicBezTo>
                <a:cubicBezTo>
                  <a:pt x="5658078" y="-50346"/>
                  <a:pt x="5618036" y="42774"/>
                  <a:pt x="5878286" y="0"/>
                </a:cubicBezTo>
                <a:cubicBezTo>
                  <a:pt x="6138536" y="-42774"/>
                  <a:pt x="6300493" y="39784"/>
                  <a:pt x="6630706" y="0"/>
                </a:cubicBezTo>
                <a:cubicBezTo>
                  <a:pt x="6960919" y="-39784"/>
                  <a:pt x="6913160" y="52102"/>
                  <a:pt x="7136239" y="0"/>
                </a:cubicBezTo>
                <a:cubicBezTo>
                  <a:pt x="7359318" y="-52102"/>
                  <a:pt x="7516162" y="23704"/>
                  <a:pt x="7641771" y="0"/>
                </a:cubicBezTo>
                <a:cubicBezTo>
                  <a:pt x="7767380" y="-23704"/>
                  <a:pt x="8054549" y="24433"/>
                  <a:pt x="8229600" y="0"/>
                </a:cubicBezTo>
                <a:cubicBezTo>
                  <a:pt x="8254635" y="247403"/>
                  <a:pt x="8221751" y="388256"/>
                  <a:pt x="8229600" y="560070"/>
                </a:cubicBezTo>
                <a:cubicBezTo>
                  <a:pt x="8237449" y="731884"/>
                  <a:pt x="8218095" y="899426"/>
                  <a:pt x="8229600" y="1143000"/>
                </a:cubicBezTo>
                <a:cubicBezTo>
                  <a:pt x="7960671" y="1170406"/>
                  <a:pt x="7811091" y="1093480"/>
                  <a:pt x="7559475" y="1143000"/>
                </a:cubicBezTo>
                <a:cubicBezTo>
                  <a:pt x="7307860" y="1192520"/>
                  <a:pt x="7231172" y="1094565"/>
                  <a:pt x="6971647" y="1143000"/>
                </a:cubicBezTo>
                <a:cubicBezTo>
                  <a:pt x="6712122" y="1191435"/>
                  <a:pt x="6740115" y="1103234"/>
                  <a:pt x="6630706" y="1143000"/>
                </a:cubicBezTo>
                <a:cubicBezTo>
                  <a:pt x="6521297" y="1182766"/>
                  <a:pt x="6307008" y="1123455"/>
                  <a:pt x="6207470" y="1143000"/>
                </a:cubicBezTo>
                <a:cubicBezTo>
                  <a:pt x="6107932" y="1162545"/>
                  <a:pt x="5804076" y="1127341"/>
                  <a:pt x="5455049" y="1143000"/>
                </a:cubicBezTo>
                <a:cubicBezTo>
                  <a:pt x="5106022" y="1158659"/>
                  <a:pt x="5008712" y="1124552"/>
                  <a:pt x="4867221" y="1143000"/>
                </a:cubicBezTo>
                <a:cubicBezTo>
                  <a:pt x="4725730" y="1161448"/>
                  <a:pt x="4633749" y="1127400"/>
                  <a:pt x="4443984" y="1143000"/>
                </a:cubicBezTo>
                <a:cubicBezTo>
                  <a:pt x="4254219" y="1158600"/>
                  <a:pt x="4142455" y="1117187"/>
                  <a:pt x="3856155" y="1143000"/>
                </a:cubicBezTo>
                <a:cubicBezTo>
                  <a:pt x="3569855" y="1168813"/>
                  <a:pt x="3684499" y="1126258"/>
                  <a:pt x="3515215" y="1143000"/>
                </a:cubicBezTo>
                <a:cubicBezTo>
                  <a:pt x="3345931" y="1159742"/>
                  <a:pt x="3278778" y="1112800"/>
                  <a:pt x="3174274" y="1143000"/>
                </a:cubicBezTo>
                <a:cubicBezTo>
                  <a:pt x="3069770" y="1173200"/>
                  <a:pt x="2798307" y="1133450"/>
                  <a:pt x="2586446" y="1143000"/>
                </a:cubicBezTo>
                <a:cubicBezTo>
                  <a:pt x="2374585" y="1152550"/>
                  <a:pt x="2345030" y="1123007"/>
                  <a:pt x="2163209" y="1143000"/>
                </a:cubicBezTo>
                <a:cubicBezTo>
                  <a:pt x="1981388" y="1162993"/>
                  <a:pt x="1733215" y="1094824"/>
                  <a:pt x="1493085" y="1143000"/>
                </a:cubicBezTo>
                <a:cubicBezTo>
                  <a:pt x="1252955" y="1191176"/>
                  <a:pt x="1200064" y="1112736"/>
                  <a:pt x="1069848" y="1143000"/>
                </a:cubicBezTo>
                <a:cubicBezTo>
                  <a:pt x="939632" y="1173264"/>
                  <a:pt x="457557" y="1037763"/>
                  <a:pt x="0" y="1143000"/>
                </a:cubicBezTo>
                <a:cubicBezTo>
                  <a:pt x="-3670" y="1021277"/>
                  <a:pt x="22982" y="868359"/>
                  <a:pt x="0" y="605790"/>
                </a:cubicBezTo>
                <a:cubicBezTo>
                  <a:pt x="-22982" y="343221"/>
                  <a:pt x="51541" y="300004"/>
                  <a:pt x="0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Scribble/>
                  </ask:type>
                </ask:lineSketchStyleProps>
              </a:ext>
            </a:extLst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r>
              <a:rPr lang="en-AU" dirty="0">
                <a:solidFill>
                  <a:sysClr val="windowText" lastClr="000000"/>
                </a:solidFill>
              </a:rPr>
              <a:t>We 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B2AB66-FCA0-674D-96E7-08D99F2ED0F9}"/>
                  </a:ext>
                </a:extLst>
              </p:cNvPr>
              <p:cNvSpPr txBox="1"/>
              <p:nvPr/>
            </p:nvSpPr>
            <p:spPr>
              <a:xfrm>
                <a:off x="899592" y="2607809"/>
                <a:ext cx="126085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B2AB66-FCA0-674D-96E7-08D99F2ED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607809"/>
                <a:ext cx="1260858" cy="492443"/>
              </a:xfrm>
              <a:prstGeom prst="rect">
                <a:avLst/>
              </a:prstGeom>
              <a:blipFill>
                <a:blip r:embed="rId3"/>
                <a:stretch>
                  <a:fillRect l="-11111" t="-2500" r="-3030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D3A323-3A21-7F4C-BC66-C5CBD6D3C4CD}"/>
                  </a:ext>
                </a:extLst>
              </p:cNvPr>
              <p:cNvSpPr txBox="1"/>
              <p:nvPr/>
            </p:nvSpPr>
            <p:spPr>
              <a:xfrm>
                <a:off x="715824" y="4003969"/>
                <a:ext cx="16435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D3A323-3A21-7F4C-BC66-C5CBD6D3C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24" y="4003969"/>
                <a:ext cx="1643527" cy="492443"/>
              </a:xfrm>
              <a:prstGeom prst="rect">
                <a:avLst/>
              </a:prstGeom>
              <a:blipFill>
                <a:blip r:embed="rId4"/>
                <a:stretch>
                  <a:fillRect l="-5385" t="-2500" r="-1538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5CA32A-C5F8-A54C-84C6-F462B1B55D02}"/>
                  </a:ext>
                </a:extLst>
              </p:cNvPr>
              <p:cNvSpPr txBox="1"/>
              <p:nvPr/>
            </p:nvSpPr>
            <p:spPr>
              <a:xfrm>
                <a:off x="899592" y="5301208"/>
                <a:ext cx="681790" cy="1018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5CA32A-C5F8-A54C-84C6-F462B1B55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5301208"/>
                <a:ext cx="681790" cy="1018164"/>
              </a:xfrm>
              <a:prstGeom prst="rect">
                <a:avLst/>
              </a:prstGeom>
              <a:blipFill>
                <a:blip r:embed="rId5"/>
                <a:stretch>
                  <a:fillRect l="-14815" r="-5556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2303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2990"/>
            <a:ext cx="8229600" cy="1143000"/>
          </a:xfrm>
          <a:custGeom>
            <a:avLst/>
            <a:gdLst>
              <a:gd name="connsiteX0" fmla="*/ 0 w 8229600"/>
              <a:gd name="connsiteY0" fmla="*/ 0 h 1143000"/>
              <a:gd name="connsiteX1" fmla="*/ 670125 w 8229600"/>
              <a:gd name="connsiteY1" fmla="*/ 0 h 1143000"/>
              <a:gd name="connsiteX2" fmla="*/ 1422545 w 8229600"/>
              <a:gd name="connsiteY2" fmla="*/ 0 h 1143000"/>
              <a:gd name="connsiteX3" fmla="*/ 1845782 w 8229600"/>
              <a:gd name="connsiteY3" fmla="*/ 0 h 1143000"/>
              <a:gd name="connsiteX4" fmla="*/ 2515906 w 8229600"/>
              <a:gd name="connsiteY4" fmla="*/ 0 h 1143000"/>
              <a:gd name="connsiteX5" fmla="*/ 2939143 w 8229600"/>
              <a:gd name="connsiteY5" fmla="*/ 0 h 1143000"/>
              <a:gd name="connsiteX6" fmla="*/ 3526971 w 8229600"/>
              <a:gd name="connsiteY6" fmla="*/ 0 h 1143000"/>
              <a:gd name="connsiteX7" fmla="*/ 4197096 w 8229600"/>
              <a:gd name="connsiteY7" fmla="*/ 0 h 1143000"/>
              <a:gd name="connsiteX8" fmla="*/ 4538037 w 8229600"/>
              <a:gd name="connsiteY8" fmla="*/ 0 h 1143000"/>
              <a:gd name="connsiteX9" fmla="*/ 4878977 w 8229600"/>
              <a:gd name="connsiteY9" fmla="*/ 0 h 1143000"/>
              <a:gd name="connsiteX10" fmla="*/ 5631398 w 8229600"/>
              <a:gd name="connsiteY10" fmla="*/ 0 h 1143000"/>
              <a:gd name="connsiteX11" fmla="*/ 6219226 w 8229600"/>
              <a:gd name="connsiteY11" fmla="*/ 0 h 1143000"/>
              <a:gd name="connsiteX12" fmla="*/ 6560167 w 8229600"/>
              <a:gd name="connsiteY12" fmla="*/ 0 h 1143000"/>
              <a:gd name="connsiteX13" fmla="*/ 7147995 w 8229600"/>
              <a:gd name="connsiteY13" fmla="*/ 0 h 1143000"/>
              <a:gd name="connsiteX14" fmla="*/ 8229600 w 8229600"/>
              <a:gd name="connsiteY14" fmla="*/ 0 h 1143000"/>
              <a:gd name="connsiteX15" fmla="*/ 8229600 w 8229600"/>
              <a:gd name="connsiteY15" fmla="*/ 560070 h 1143000"/>
              <a:gd name="connsiteX16" fmla="*/ 8229600 w 8229600"/>
              <a:gd name="connsiteY16" fmla="*/ 1143000 h 1143000"/>
              <a:gd name="connsiteX17" fmla="*/ 7888659 w 8229600"/>
              <a:gd name="connsiteY17" fmla="*/ 1143000 h 1143000"/>
              <a:gd name="connsiteX18" fmla="*/ 7136239 w 8229600"/>
              <a:gd name="connsiteY18" fmla="*/ 1143000 h 1143000"/>
              <a:gd name="connsiteX19" fmla="*/ 6466114 w 8229600"/>
              <a:gd name="connsiteY19" fmla="*/ 1143000 h 1143000"/>
              <a:gd name="connsiteX20" fmla="*/ 5795990 w 8229600"/>
              <a:gd name="connsiteY20" fmla="*/ 1143000 h 1143000"/>
              <a:gd name="connsiteX21" fmla="*/ 5125865 w 8229600"/>
              <a:gd name="connsiteY21" fmla="*/ 1143000 h 1143000"/>
              <a:gd name="connsiteX22" fmla="*/ 4702629 w 8229600"/>
              <a:gd name="connsiteY22" fmla="*/ 1143000 h 1143000"/>
              <a:gd name="connsiteX23" fmla="*/ 3950208 w 8229600"/>
              <a:gd name="connsiteY23" fmla="*/ 1143000 h 1143000"/>
              <a:gd name="connsiteX24" fmla="*/ 3362379 w 8229600"/>
              <a:gd name="connsiteY24" fmla="*/ 1143000 h 1143000"/>
              <a:gd name="connsiteX25" fmla="*/ 3021439 w 8229600"/>
              <a:gd name="connsiteY25" fmla="*/ 1143000 h 1143000"/>
              <a:gd name="connsiteX26" fmla="*/ 2433610 w 8229600"/>
              <a:gd name="connsiteY26" fmla="*/ 1143000 h 1143000"/>
              <a:gd name="connsiteX27" fmla="*/ 1928078 w 8229600"/>
              <a:gd name="connsiteY27" fmla="*/ 1143000 h 1143000"/>
              <a:gd name="connsiteX28" fmla="*/ 1422545 w 8229600"/>
              <a:gd name="connsiteY28" fmla="*/ 1143000 h 1143000"/>
              <a:gd name="connsiteX29" fmla="*/ 917013 w 8229600"/>
              <a:gd name="connsiteY29" fmla="*/ 1143000 h 1143000"/>
              <a:gd name="connsiteX30" fmla="*/ 0 w 8229600"/>
              <a:gd name="connsiteY30" fmla="*/ 1143000 h 1143000"/>
              <a:gd name="connsiteX31" fmla="*/ 0 w 8229600"/>
              <a:gd name="connsiteY31" fmla="*/ 560070 h 1143000"/>
              <a:gd name="connsiteX32" fmla="*/ 0 w 8229600"/>
              <a:gd name="connsiteY32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229600" h="1143000" fill="none" extrusionOk="0">
                <a:moveTo>
                  <a:pt x="0" y="0"/>
                </a:moveTo>
                <a:cubicBezTo>
                  <a:pt x="244045" y="-74931"/>
                  <a:pt x="408892" y="49984"/>
                  <a:pt x="670125" y="0"/>
                </a:cubicBezTo>
                <a:cubicBezTo>
                  <a:pt x="931358" y="-49984"/>
                  <a:pt x="1167077" y="55527"/>
                  <a:pt x="1422545" y="0"/>
                </a:cubicBezTo>
                <a:cubicBezTo>
                  <a:pt x="1678013" y="-55527"/>
                  <a:pt x="1732699" y="26845"/>
                  <a:pt x="1845782" y="0"/>
                </a:cubicBezTo>
                <a:cubicBezTo>
                  <a:pt x="1958865" y="-26845"/>
                  <a:pt x="2345767" y="73842"/>
                  <a:pt x="2515906" y="0"/>
                </a:cubicBezTo>
                <a:cubicBezTo>
                  <a:pt x="2686045" y="-73842"/>
                  <a:pt x="2789761" y="38846"/>
                  <a:pt x="2939143" y="0"/>
                </a:cubicBezTo>
                <a:cubicBezTo>
                  <a:pt x="3088525" y="-38846"/>
                  <a:pt x="3371388" y="67311"/>
                  <a:pt x="3526971" y="0"/>
                </a:cubicBezTo>
                <a:cubicBezTo>
                  <a:pt x="3682554" y="-67311"/>
                  <a:pt x="3965562" y="8778"/>
                  <a:pt x="4197096" y="0"/>
                </a:cubicBezTo>
                <a:cubicBezTo>
                  <a:pt x="4428631" y="-8778"/>
                  <a:pt x="4393770" y="35904"/>
                  <a:pt x="4538037" y="0"/>
                </a:cubicBezTo>
                <a:cubicBezTo>
                  <a:pt x="4682304" y="-35904"/>
                  <a:pt x="4727758" y="23578"/>
                  <a:pt x="4878977" y="0"/>
                </a:cubicBezTo>
                <a:cubicBezTo>
                  <a:pt x="5030196" y="-23578"/>
                  <a:pt x="5372740" y="38514"/>
                  <a:pt x="5631398" y="0"/>
                </a:cubicBezTo>
                <a:cubicBezTo>
                  <a:pt x="5890056" y="-38514"/>
                  <a:pt x="6095731" y="26477"/>
                  <a:pt x="6219226" y="0"/>
                </a:cubicBezTo>
                <a:cubicBezTo>
                  <a:pt x="6342721" y="-26477"/>
                  <a:pt x="6435450" y="2994"/>
                  <a:pt x="6560167" y="0"/>
                </a:cubicBezTo>
                <a:cubicBezTo>
                  <a:pt x="6684884" y="-2994"/>
                  <a:pt x="6957126" y="24229"/>
                  <a:pt x="7147995" y="0"/>
                </a:cubicBezTo>
                <a:cubicBezTo>
                  <a:pt x="7338864" y="-24229"/>
                  <a:pt x="7719143" y="46530"/>
                  <a:pt x="8229600" y="0"/>
                </a:cubicBezTo>
                <a:cubicBezTo>
                  <a:pt x="8275743" y="179774"/>
                  <a:pt x="8184240" y="342397"/>
                  <a:pt x="8229600" y="560070"/>
                </a:cubicBezTo>
                <a:cubicBezTo>
                  <a:pt x="8274960" y="777743"/>
                  <a:pt x="8224079" y="1010982"/>
                  <a:pt x="8229600" y="1143000"/>
                </a:cubicBezTo>
                <a:cubicBezTo>
                  <a:pt x="8075678" y="1173959"/>
                  <a:pt x="7986196" y="1114800"/>
                  <a:pt x="7888659" y="1143000"/>
                </a:cubicBezTo>
                <a:cubicBezTo>
                  <a:pt x="7791122" y="1171200"/>
                  <a:pt x="7321908" y="1060138"/>
                  <a:pt x="7136239" y="1143000"/>
                </a:cubicBezTo>
                <a:cubicBezTo>
                  <a:pt x="6950570" y="1225862"/>
                  <a:pt x="6656949" y="1066750"/>
                  <a:pt x="6466114" y="1143000"/>
                </a:cubicBezTo>
                <a:cubicBezTo>
                  <a:pt x="6275280" y="1219250"/>
                  <a:pt x="5977986" y="1104870"/>
                  <a:pt x="5795990" y="1143000"/>
                </a:cubicBezTo>
                <a:cubicBezTo>
                  <a:pt x="5613994" y="1181130"/>
                  <a:pt x="5436575" y="1063673"/>
                  <a:pt x="5125865" y="1143000"/>
                </a:cubicBezTo>
                <a:cubicBezTo>
                  <a:pt x="4815156" y="1222327"/>
                  <a:pt x="4823844" y="1131445"/>
                  <a:pt x="4702629" y="1143000"/>
                </a:cubicBezTo>
                <a:cubicBezTo>
                  <a:pt x="4581414" y="1154555"/>
                  <a:pt x="4200735" y="1104645"/>
                  <a:pt x="3950208" y="1143000"/>
                </a:cubicBezTo>
                <a:cubicBezTo>
                  <a:pt x="3699681" y="1181355"/>
                  <a:pt x="3560866" y="1138500"/>
                  <a:pt x="3362379" y="1143000"/>
                </a:cubicBezTo>
                <a:cubicBezTo>
                  <a:pt x="3163892" y="1147500"/>
                  <a:pt x="3141062" y="1132414"/>
                  <a:pt x="3021439" y="1143000"/>
                </a:cubicBezTo>
                <a:cubicBezTo>
                  <a:pt x="2901816" y="1153586"/>
                  <a:pt x="2640091" y="1095272"/>
                  <a:pt x="2433610" y="1143000"/>
                </a:cubicBezTo>
                <a:cubicBezTo>
                  <a:pt x="2227129" y="1190728"/>
                  <a:pt x="2121386" y="1083073"/>
                  <a:pt x="1928078" y="1143000"/>
                </a:cubicBezTo>
                <a:cubicBezTo>
                  <a:pt x="1734770" y="1202927"/>
                  <a:pt x="1654855" y="1122042"/>
                  <a:pt x="1422545" y="1143000"/>
                </a:cubicBezTo>
                <a:cubicBezTo>
                  <a:pt x="1190235" y="1163958"/>
                  <a:pt x="1079441" y="1116260"/>
                  <a:pt x="917013" y="1143000"/>
                </a:cubicBezTo>
                <a:cubicBezTo>
                  <a:pt x="754585" y="1169740"/>
                  <a:pt x="453495" y="1140699"/>
                  <a:pt x="0" y="1143000"/>
                </a:cubicBezTo>
                <a:cubicBezTo>
                  <a:pt x="-19194" y="987525"/>
                  <a:pt x="57467" y="757550"/>
                  <a:pt x="0" y="560070"/>
                </a:cubicBezTo>
                <a:cubicBezTo>
                  <a:pt x="-57467" y="362590"/>
                  <a:pt x="8939" y="189831"/>
                  <a:pt x="0" y="0"/>
                </a:cubicBezTo>
                <a:close/>
              </a:path>
              <a:path w="8229600" h="1143000" stroke="0" extrusionOk="0">
                <a:moveTo>
                  <a:pt x="0" y="0"/>
                </a:moveTo>
                <a:cubicBezTo>
                  <a:pt x="135527" y="-57494"/>
                  <a:pt x="376976" y="25161"/>
                  <a:pt x="505533" y="0"/>
                </a:cubicBezTo>
                <a:cubicBezTo>
                  <a:pt x="634090" y="-25161"/>
                  <a:pt x="695344" y="28865"/>
                  <a:pt x="846473" y="0"/>
                </a:cubicBezTo>
                <a:cubicBezTo>
                  <a:pt x="997602" y="-28865"/>
                  <a:pt x="1281262" y="36869"/>
                  <a:pt x="1598894" y="0"/>
                </a:cubicBezTo>
                <a:cubicBezTo>
                  <a:pt x="1916526" y="-36869"/>
                  <a:pt x="1915421" y="12977"/>
                  <a:pt x="2104426" y="0"/>
                </a:cubicBezTo>
                <a:cubicBezTo>
                  <a:pt x="2293431" y="-12977"/>
                  <a:pt x="2450212" y="51236"/>
                  <a:pt x="2609959" y="0"/>
                </a:cubicBezTo>
                <a:cubicBezTo>
                  <a:pt x="2769706" y="-51236"/>
                  <a:pt x="3088348" y="69552"/>
                  <a:pt x="3362379" y="0"/>
                </a:cubicBezTo>
                <a:cubicBezTo>
                  <a:pt x="3636410" y="-69552"/>
                  <a:pt x="3633555" y="6774"/>
                  <a:pt x="3785616" y="0"/>
                </a:cubicBezTo>
                <a:cubicBezTo>
                  <a:pt x="3937677" y="-6774"/>
                  <a:pt x="4305417" y="78537"/>
                  <a:pt x="4538037" y="0"/>
                </a:cubicBezTo>
                <a:cubicBezTo>
                  <a:pt x="4770657" y="-78537"/>
                  <a:pt x="4922836" y="50346"/>
                  <a:pt x="5290457" y="0"/>
                </a:cubicBezTo>
                <a:cubicBezTo>
                  <a:pt x="5658078" y="-50346"/>
                  <a:pt x="5618036" y="42774"/>
                  <a:pt x="5878286" y="0"/>
                </a:cubicBezTo>
                <a:cubicBezTo>
                  <a:pt x="6138536" y="-42774"/>
                  <a:pt x="6300493" y="39784"/>
                  <a:pt x="6630706" y="0"/>
                </a:cubicBezTo>
                <a:cubicBezTo>
                  <a:pt x="6960919" y="-39784"/>
                  <a:pt x="6913160" y="52102"/>
                  <a:pt x="7136239" y="0"/>
                </a:cubicBezTo>
                <a:cubicBezTo>
                  <a:pt x="7359318" y="-52102"/>
                  <a:pt x="7516162" y="23704"/>
                  <a:pt x="7641771" y="0"/>
                </a:cubicBezTo>
                <a:cubicBezTo>
                  <a:pt x="7767380" y="-23704"/>
                  <a:pt x="8054549" y="24433"/>
                  <a:pt x="8229600" y="0"/>
                </a:cubicBezTo>
                <a:cubicBezTo>
                  <a:pt x="8254635" y="247403"/>
                  <a:pt x="8221751" y="388256"/>
                  <a:pt x="8229600" y="560070"/>
                </a:cubicBezTo>
                <a:cubicBezTo>
                  <a:pt x="8237449" y="731884"/>
                  <a:pt x="8218095" y="899426"/>
                  <a:pt x="8229600" y="1143000"/>
                </a:cubicBezTo>
                <a:cubicBezTo>
                  <a:pt x="7960671" y="1170406"/>
                  <a:pt x="7811091" y="1093480"/>
                  <a:pt x="7559475" y="1143000"/>
                </a:cubicBezTo>
                <a:cubicBezTo>
                  <a:pt x="7307860" y="1192520"/>
                  <a:pt x="7231172" y="1094565"/>
                  <a:pt x="6971647" y="1143000"/>
                </a:cubicBezTo>
                <a:cubicBezTo>
                  <a:pt x="6712122" y="1191435"/>
                  <a:pt x="6740115" y="1103234"/>
                  <a:pt x="6630706" y="1143000"/>
                </a:cubicBezTo>
                <a:cubicBezTo>
                  <a:pt x="6521297" y="1182766"/>
                  <a:pt x="6307008" y="1123455"/>
                  <a:pt x="6207470" y="1143000"/>
                </a:cubicBezTo>
                <a:cubicBezTo>
                  <a:pt x="6107932" y="1162545"/>
                  <a:pt x="5804076" y="1127341"/>
                  <a:pt x="5455049" y="1143000"/>
                </a:cubicBezTo>
                <a:cubicBezTo>
                  <a:pt x="5106022" y="1158659"/>
                  <a:pt x="5008712" y="1124552"/>
                  <a:pt x="4867221" y="1143000"/>
                </a:cubicBezTo>
                <a:cubicBezTo>
                  <a:pt x="4725730" y="1161448"/>
                  <a:pt x="4633749" y="1127400"/>
                  <a:pt x="4443984" y="1143000"/>
                </a:cubicBezTo>
                <a:cubicBezTo>
                  <a:pt x="4254219" y="1158600"/>
                  <a:pt x="4142455" y="1117187"/>
                  <a:pt x="3856155" y="1143000"/>
                </a:cubicBezTo>
                <a:cubicBezTo>
                  <a:pt x="3569855" y="1168813"/>
                  <a:pt x="3684499" y="1126258"/>
                  <a:pt x="3515215" y="1143000"/>
                </a:cubicBezTo>
                <a:cubicBezTo>
                  <a:pt x="3345931" y="1159742"/>
                  <a:pt x="3278778" y="1112800"/>
                  <a:pt x="3174274" y="1143000"/>
                </a:cubicBezTo>
                <a:cubicBezTo>
                  <a:pt x="3069770" y="1173200"/>
                  <a:pt x="2798307" y="1133450"/>
                  <a:pt x="2586446" y="1143000"/>
                </a:cubicBezTo>
                <a:cubicBezTo>
                  <a:pt x="2374585" y="1152550"/>
                  <a:pt x="2345030" y="1123007"/>
                  <a:pt x="2163209" y="1143000"/>
                </a:cubicBezTo>
                <a:cubicBezTo>
                  <a:pt x="1981388" y="1162993"/>
                  <a:pt x="1733215" y="1094824"/>
                  <a:pt x="1493085" y="1143000"/>
                </a:cubicBezTo>
                <a:cubicBezTo>
                  <a:pt x="1252955" y="1191176"/>
                  <a:pt x="1200064" y="1112736"/>
                  <a:pt x="1069848" y="1143000"/>
                </a:cubicBezTo>
                <a:cubicBezTo>
                  <a:pt x="939632" y="1173264"/>
                  <a:pt x="457557" y="1037763"/>
                  <a:pt x="0" y="1143000"/>
                </a:cubicBezTo>
                <a:cubicBezTo>
                  <a:pt x="-3670" y="1021277"/>
                  <a:pt x="22982" y="868359"/>
                  <a:pt x="0" y="605790"/>
                </a:cubicBezTo>
                <a:cubicBezTo>
                  <a:pt x="-22982" y="343221"/>
                  <a:pt x="51541" y="300004"/>
                  <a:pt x="0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Scribble/>
                  </ask:type>
                </ask:lineSketchStyleProps>
              </a:ext>
            </a:extLst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r>
              <a:rPr lang="en-AU" dirty="0">
                <a:solidFill>
                  <a:sysClr val="windowText" lastClr="000000"/>
                </a:solidFill>
              </a:rPr>
              <a:t>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2348880"/>
            <a:ext cx="8229600" cy="3744416"/>
          </a:xfrm>
        </p:spPr>
        <p:txBody>
          <a:bodyPr>
            <a:normAutofit/>
          </a:bodyPr>
          <a:lstStyle/>
          <a:p>
            <a:r>
              <a:rPr lang="en-AU" dirty="0"/>
              <a:t>Dwyer Text Book Page 4</a:t>
            </a:r>
          </a:p>
          <a:p>
            <a:pPr marL="0" indent="0">
              <a:buNone/>
            </a:pPr>
            <a:r>
              <a:rPr lang="en-AU" dirty="0"/>
              <a:t> 	Exercise 1.5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Dwyer Text Book Page 5</a:t>
            </a:r>
          </a:p>
          <a:p>
            <a:pPr marL="457200" lvl="1" indent="0">
              <a:buNone/>
            </a:pPr>
            <a:r>
              <a:rPr lang="en-AU" dirty="0"/>
              <a:t>	</a:t>
            </a:r>
            <a:r>
              <a:rPr lang="en-AU" sz="3200" dirty="0"/>
              <a:t>Exercise 1.6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2757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AF2BE54-DBF3-8A45-B02A-AC79551D9030}"/>
              </a:ext>
            </a:extLst>
          </p:cNvPr>
          <p:cNvSpPr txBox="1">
            <a:spLocks/>
          </p:cNvSpPr>
          <p:nvPr/>
        </p:nvSpPr>
        <p:spPr>
          <a:xfrm>
            <a:off x="448231" y="160337"/>
            <a:ext cx="8229600" cy="1143000"/>
          </a:xfrm>
          <a:custGeom>
            <a:avLst/>
            <a:gdLst>
              <a:gd name="connsiteX0" fmla="*/ 0 w 8229600"/>
              <a:gd name="connsiteY0" fmla="*/ 0 h 1143000"/>
              <a:gd name="connsiteX1" fmla="*/ 670125 w 8229600"/>
              <a:gd name="connsiteY1" fmla="*/ 0 h 1143000"/>
              <a:gd name="connsiteX2" fmla="*/ 1422545 w 8229600"/>
              <a:gd name="connsiteY2" fmla="*/ 0 h 1143000"/>
              <a:gd name="connsiteX3" fmla="*/ 1845782 w 8229600"/>
              <a:gd name="connsiteY3" fmla="*/ 0 h 1143000"/>
              <a:gd name="connsiteX4" fmla="*/ 2515906 w 8229600"/>
              <a:gd name="connsiteY4" fmla="*/ 0 h 1143000"/>
              <a:gd name="connsiteX5" fmla="*/ 2939143 w 8229600"/>
              <a:gd name="connsiteY5" fmla="*/ 0 h 1143000"/>
              <a:gd name="connsiteX6" fmla="*/ 3526971 w 8229600"/>
              <a:gd name="connsiteY6" fmla="*/ 0 h 1143000"/>
              <a:gd name="connsiteX7" fmla="*/ 4197096 w 8229600"/>
              <a:gd name="connsiteY7" fmla="*/ 0 h 1143000"/>
              <a:gd name="connsiteX8" fmla="*/ 4538037 w 8229600"/>
              <a:gd name="connsiteY8" fmla="*/ 0 h 1143000"/>
              <a:gd name="connsiteX9" fmla="*/ 4878977 w 8229600"/>
              <a:gd name="connsiteY9" fmla="*/ 0 h 1143000"/>
              <a:gd name="connsiteX10" fmla="*/ 5631398 w 8229600"/>
              <a:gd name="connsiteY10" fmla="*/ 0 h 1143000"/>
              <a:gd name="connsiteX11" fmla="*/ 6219226 w 8229600"/>
              <a:gd name="connsiteY11" fmla="*/ 0 h 1143000"/>
              <a:gd name="connsiteX12" fmla="*/ 6560167 w 8229600"/>
              <a:gd name="connsiteY12" fmla="*/ 0 h 1143000"/>
              <a:gd name="connsiteX13" fmla="*/ 7147995 w 8229600"/>
              <a:gd name="connsiteY13" fmla="*/ 0 h 1143000"/>
              <a:gd name="connsiteX14" fmla="*/ 8229600 w 8229600"/>
              <a:gd name="connsiteY14" fmla="*/ 0 h 1143000"/>
              <a:gd name="connsiteX15" fmla="*/ 8229600 w 8229600"/>
              <a:gd name="connsiteY15" fmla="*/ 560070 h 1143000"/>
              <a:gd name="connsiteX16" fmla="*/ 8229600 w 8229600"/>
              <a:gd name="connsiteY16" fmla="*/ 1143000 h 1143000"/>
              <a:gd name="connsiteX17" fmla="*/ 7888659 w 8229600"/>
              <a:gd name="connsiteY17" fmla="*/ 1143000 h 1143000"/>
              <a:gd name="connsiteX18" fmla="*/ 7136239 w 8229600"/>
              <a:gd name="connsiteY18" fmla="*/ 1143000 h 1143000"/>
              <a:gd name="connsiteX19" fmla="*/ 6466114 w 8229600"/>
              <a:gd name="connsiteY19" fmla="*/ 1143000 h 1143000"/>
              <a:gd name="connsiteX20" fmla="*/ 5795990 w 8229600"/>
              <a:gd name="connsiteY20" fmla="*/ 1143000 h 1143000"/>
              <a:gd name="connsiteX21" fmla="*/ 5125865 w 8229600"/>
              <a:gd name="connsiteY21" fmla="*/ 1143000 h 1143000"/>
              <a:gd name="connsiteX22" fmla="*/ 4702629 w 8229600"/>
              <a:gd name="connsiteY22" fmla="*/ 1143000 h 1143000"/>
              <a:gd name="connsiteX23" fmla="*/ 3950208 w 8229600"/>
              <a:gd name="connsiteY23" fmla="*/ 1143000 h 1143000"/>
              <a:gd name="connsiteX24" fmla="*/ 3362379 w 8229600"/>
              <a:gd name="connsiteY24" fmla="*/ 1143000 h 1143000"/>
              <a:gd name="connsiteX25" fmla="*/ 3021439 w 8229600"/>
              <a:gd name="connsiteY25" fmla="*/ 1143000 h 1143000"/>
              <a:gd name="connsiteX26" fmla="*/ 2433610 w 8229600"/>
              <a:gd name="connsiteY26" fmla="*/ 1143000 h 1143000"/>
              <a:gd name="connsiteX27" fmla="*/ 1928078 w 8229600"/>
              <a:gd name="connsiteY27" fmla="*/ 1143000 h 1143000"/>
              <a:gd name="connsiteX28" fmla="*/ 1422545 w 8229600"/>
              <a:gd name="connsiteY28" fmla="*/ 1143000 h 1143000"/>
              <a:gd name="connsiteX29" fmla="*/ 917013 w 8229600"/>
              <a:gd name="connsiteY29" fmla="*/ 1143000 h 1143000"/>
              <a:gd name="connsiteX30" fmla="*/ 0 w 8229600"/>
              <a:gd name="connsiteY30" fmla="*/ 1143000 h 1143000"/>
              <a:gd name="connsiteX31" fmla="*/ 0 w 8229600"/>
              <a:gd name="connsiteY31" fmla="*/ 560070 h 1143000"/>
              <a:gd name="connsiteX32" fmla="*/ 0 w 8229600"/>
              <a:gd name="connsiteY32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229600" h="1143000" fill="none" extrusionOk="0">
                <a:moveTo>
                  <a:pt x="0" y="0"/>
                </a:moveTo>
                <a:cubicBezTo>
                  <a:pt x="244045" y="-74931"/>
                  <a:pt x="408892" y="49984"/>
                  <a:pt x="670125" y="0"/>
                </a:cubicBezTo>
                <a:cubicBezTo>
                  <a:pt x="931358" y="-49984"/>
                  <a:pt x="1167077" y="55527"/>
                  <a:pt x="1422545" y="0"/>
                </a:cubicBezTo>
                <a:cubicBezTo>
                  <a:pt x="1678013" y="-55527"/>
                  <a:pt x="1732699" y="26845"/>
                  <a:pt x="1845782" y="0"/>
                </a:cubicBezTo>
                <a:cubicBezTo>
                  <a:pt x="1958865" y="-26845"/>
                  <a:pt x="2345767" y="73842"/>
                  <a:pt x="2515906" y="0"/>
                </a:cubicBezTo>
                <a:cubicBezTo>
                  <a:pt x="2686045" y="-73842"/>
                  <a:pt x="2789761" y="38846"/>
                  <a:pt x="2939143" y="0"/>
                </a:cubicBezTo>
                <a:cubicBezTo>
                  <a:pt x="3088525" y="-38846"/>
                  <a:pt x="3371388" y="67311"/>
                  <a:pt x="3526971" y="0"/>
                </a:cubicBezTo>
                <a:cubicBezTo>
                  <a:pt x="3682554" y="-67311"/>
                  <a:pt x="3965562" y="8778"/>
                  <a:pt x="4197096" y="0"/>
                </a:cubicBezTo>
                <a:cubicBezTo>
                  <a:pt x="4428631" y="-8778"/>
                  <a:pt x="4393770" y="35904"/>
                  <a:pt x="4538037" y="0"/>
                </a:cubicBezTo>
                <a:cubicBezTo>
                  <a:pt x="4682304" y="-35904"/>
                  <a:pt x="4727758" y="23578"/>
                  <a:pt x="4878977" y="0"/>
                </a:cubicBezTo>
                <a:cubicBezTo>
                  <a:pt x="5030196" y="-23578"/>
                  <a:pt x="5372740" y="38514"/>
                  <a:pt x="5631398" y="0"/>
                </a:cubicBezTo>
                <a:cubicBezTo>
                  <a:pt x="5890056" y="-38514"/>
                  <a:pt x="6095731" y="26477"/>
                  <a:pt x="6219226" y="0"/>
                </a:cubicBezTo>
                <a:cubicBezTo>
                  <a:pt x="6342721" y="-26477"/>
                  <a:pt x="6435450" y="2994"/>
                  <a:pt x="6560167" y="0"/>
                </a:cubicBezTo>
                <a:cubicBezTo>
                  <a:pt x="6684884" y="-2994"/>
                  <a:pt x="6957126" y="24229"/>
                  <a:pt x="7147995" y="0"/>
                </a:cubicBezTo>
                <a:cubicBezTo>
                  <a:pt x="7338864" y="-24229"/>
                  <a:pt x="7719143" y="46530"/>
                  <a:pt x="8229600" y="0"/>
                </a:cubicBezTo>
                <a:cubicBezTo>
                  <a:pt x="8275743" y="179774"/>
                  <a:pt x="8184240" y="342397"/>
                  <a:pt x="8229600" y="560070"/>
                </a:cubicBezTo>
                <a:cubicBezTo>
                  <a:pt x="8274960" y="777743"/>
                  <a:pt x="8224079" y="1010982"/>
                  <a:pt x="8229600" y="1143000"/>
                </a:cubicBezTo>
                <a:cubicBezTo>
                  <a:pt x="8075678" y="1173959"/>
                  <a:pt x="7986196" y="1114800"/>
                  <a:pt x="7888659" y="1143000"/>
                </a:cubicBezTo>
                <a:cubicBezTo>
                  <a:pt x="7791122" y="1171200"/>
                  <a:pt x="7321908" y="1060138"/>
                  <a:pt x="7136239" y="1143000"/>
                </a:cubicBezTo>
                <a:cubicBezTo>
                  <a:pt x="6950570" y="1225862"/>
                  <a:pt x="6656949" y="1066750"/>
                  <a:pt x="6466114" y="1143000"/>
                </a:cubicBezTo>
                <a:cubicBezTo>
                  <a:pt x="6275280" y="1219250"/>
                  <a:pt x="5977986" y="1104870"/>
                  <a:pt x="5795990" y="1143000"/>
                </a:cubicBezTo>
                <a:cubicBezTo>
                  <a:pt x="5613994" y="1181130"/>
                  <a:pt x="5436575" y="1063673"/>
                  <a:pt x="5125865" y="1143000"/>
                </a:cubicBezTo>
                <a:cubicBezTo>
                  <a:pt x="4815156" y="1222327"/>
                  <a:pt x="4823844" y="1131445"/>
                  <a:pt x="4702629" y="1143000"/>
                </a:cubicBezTo>
                <a:cubicBezTo>
                  <a:pt x="4581414" y="1154555"/>
                  <a:pt x="4200735" y="1104645"/>
                  <a:pt x="3950208" y="1143000"/>
                </a:cubicBezTo>
                <a:cubicBezTo>
                  <a:pt x="3699681" y="1181355"/>
                  <a:pt x="3560866" y="1138500"/>
                  <a:pt x="3362379" y="1143000"/>
                </a:cubicBezTo>
                <a:cubicBezTo>
                  <a:pt x="3163892" y="1147500"/>
                  <a:pt x="3141062" y="1132414"/>
                  <a:pt x="3021439" y="1143000"/>
                </a:cubicBezTo>
                <a:cubicBezTo>
                  <a:pt x="2901816" y="1153586"/>
                  <a:pt x="2640091" y="1095272"/>
                  <a:pt x="2433610" y="1143000"/>
                </a:cubicBezTo>
                <a:cubicBezTo>
                  <a:pt x="2227129" y="1190728"/>
                  <a:pt x="2121386" y="1083073"/>
                  <a:pt x="1928078" y="1143000"/>
                </a:cubicBezTo>
                <a:cubicBezTo>
                  <a:pt x="1734770" y="1202927"/>
                  <a:pt x="1654855" y="1122042"/>
                  <a:pt x="1422545" y="1143000"/>
                </a:cubicBezTo>
                <a:cubicBezTo>
                  <a:pt x="1190235" y="1163958"/>
                  <a:pt x="1079441" y="1116260"/>
                  <a:pt x="917013" y="1143000"/>
                </a:cubicBezTo>
                <a:cubicBezTo>
                  <a:pt x="754585" y="1169740"/>
                  <a:pt x="453495" y="1140699"/>
                  <a:pt x="0" y="1143000"/>
                </a:cubicBezTo>
                <a:cubicBezTo>
                  <a:pt x="-19194" y="987525"/>
                  <a:pt x="57467" y="757550"/>
                  <a:pt x="0" y="560070"/>
                </a:cubicBezTo>
                <a:cubicBezTo>
                  <a:pt x="-57467" y="362590"/>
                  <a:pt x="8939" y="189831"/>
                  <a:pt x="0" y="0"/>
                </a:cubicBezTo>
                <a:close/>
              </a:path>
              <a:path w="8229600" h="1143000" stroke="0" extrusionOk="0">
                <a:moveTo>
                  <a:pt x="0" y="0"/>
                </a:moveTo>
                <a:cubicBezTo>
                  <a:pt x="135527" y="-57494"/>
                  <a:pt x="376976" y="25161"/>
                  <a:pt x="505533" y="0"/>
                </a:cubicBezTo>
                <a:cubicBezTo>
                  <a:pt x="634090" y="-25161"/>
                  <a:pt x="695344" y="28865"/>
                  <a:pt x="846473" y="0"/>
                </a:cubicBezTo>
                <a:cubicBezTo>
                  <a:pt x="997602" y="-28865"/>
                  <a:pt x="1281262" y="36869"/>
                  <a:pt x="1598894" y="0"/>
                </a:cubicBezTo>
                <a:cubicBezTo>
                  <a:pt x="1916526" y="-36869"/>
                  <a:pt x="1915421" y="12977"/>
                  <a:pt x="2104426" y="0"/>
                </a:cubicBezTo>
                <a:cubicBezTo>
                  <a:pt x="2293431" y="-12977"/>
                  <a:pt x="2450212" y="51236"/>
                  <a:pt x="2609959" y="0"/>
                </a:cubicBezTo>
                <a:cubicBezTo>
                  <a:pt x="2769706" y="-51236"/>
                  <a:pt x="3088348" y="69552"/>
                  <a:pt x="3362379" y="0"/>
                </a:cubicBezTo>
                <a:cubicBezTo>
                  <a:pt x="3636410" y="-69552"/>
                  <a:pt x="3633555" y="6774"/>
                  <a:pt x="3785616" y="0"/>
                </a:cubicBezTo>
                <a:cubicBezTo>
                  <a:pt x="3937677" y="-6774"/>
                  <a:pt x="4305417" y="78537"/>
                  <a:pt x="4538037" y="0"/>
                </a:cubicBezTo>
                <a:cubicBezTo>
                  <a:pt x="4770657" y="-78537"/>
                  <a:pt x="4922836" y="50346"/>
                  <a:pt x="5290457" y="0"/>
                </a:cubicBezTo>
                <a:cubicBezTo>
                  <a:pt x="5658078" y="-50346"/>
                  <a:pt x="5618036" y="42774"/>
                  <a:pt x="5878286" y="0"/>
                </a:cubicBezTo>
                <a:cubicBezTo>
                  <a:pt x="6138536" y="-42774"/>
                  <a:pt x="6300493" y="39784"/>
                  <a:pt x="6630706" y="0"/>
                </a:cubicBezTo>
                <a:cubicBezTo>
                  <a:pt x="6960919" y="-39784"/>
                  <a:pt x="6913160" y="52102"/>
                  <a:pt x="7136239" y="0"/>
                </a:cubicBezTo>
                <a:cubicBezTo>
                  <a:pt x="7359318" y="-52102"/>
                  <a:pt x="7516162" y="23704"/>
                  <a:pt x="7641771" y="0"/>
                </a:cubicBezTo>
                <a:cubicBezTo>
                  <a:pt x="7767380" y="-23704"/>
                  <a:pt x="8054549" y="24433"/>
                  <a:pt x="8229600" y="0"/>
                </a:cubicBezTo>
                <a:cubicBezTo>
                  <a:pt x="8254635" y="247403"/>
                  <a:pt x="8221751" y="388256"/>
                  <a:pt x="8229600" y="560070"/>
                </a:cubicBezTo>
                <a:cubicBezTo>
                  <a:pt x="8237449" y="731884"/>
                  <a:pt x="8218095" y="899426"/>
                  <a:pt x="8229600" y="1143000"/>
                </a:cubicBezTo>
                <a:cubicBezTo>
                  <a:pt x="7960671" y="1170406"/>
                  <a:pt x="7811091" y="1093480"/>
                  <a:pt x="7559475" y="1143000"/>
                </a:cubicBezTo>
                <a:cubicBezTo>
                  <a:pt x="7307860" y="1192520"/>
                  <a:pt x="7231172" y="1094565"/>
                  <a:pt x="6971647" y="1143000"/>
                </a:cubicBezTo>
                <a:cubicBezTo>
                  <a:pt x="6712122" y="1191435"/>
                  <a:pt x="6740115" y="1103234"/>
                  <a:pt x="6630706" y="1143000"/>
                </a:cubicBezTo>
                <a:cubicBezTo>
                  <a:pt x="6521297" y="1182766"/>
                  <a:pt x="6307008" y="1123455"/>
                  <a:pt x="6207470" y="1143000"/>
                </a:cubicBezTo>
                <a:cubicBezTo>
                  <a:pt x="6107932" y="1162545"/>
                  <a:pt x="5804076" y="1127341"/>
                  <a:pt x="5455049" y="1143000"/>
                </a:cubicBezTo>
                <a:cubicBezTo>
                  <a:pt x="5106022" y="1158659"/>
                  <a:pt x="5008712" y="1124552"/>
                  <a:pt x="4867221" y="1143000"/>
                </a:cubicBezTo>
                <a:cubicBezTo>
                  <a:pt x="4725730" y="1161448"/>
                  <a:pt x="4633749" y="1127400"/>
                  <a:pt x="4443984" y="1143000"/>
                </a:cubicBezTo>
                <a:cubicBezTo>
                  <a:pt x="4254219" y="1158600"/>
                  <a:pt x="4142455" y="1117187"/>
                  <a:pt x="3856155" y="1143000"/>
                </a:cubicBezTo>
                <a:cubicBezTo>
                  <a:pt x="3569855" y="1168813"/>
                  <a:pt x="3684499" y="1126258"/>
                  <a:pt x="3515215" y="1143000"/>
                </a:cubicBezTo>
                <a:cubicBezTo>
                  <a:pt x="3345931" y="1159742"/>
                  <a:pt x="3278778" y="1112800"/>
                  <a:pt x="3174274" y="1143000"/>
                </a:cubicBezTo>
                <a:cubicBezTo>
                  <a:pt x="3069770" y="1173200"/>
                  <a:pt x="2798307" y="1133450"/>
                  <a:pt x="2586446" y="1143000"/>
                </a:cubicBezTo>
                <a:cubicBezTo>
                  <a:pt x="2374585" y="1152550"/>
                  <a:pt x="2345030" y="1123007"/>
                  <a:pt x="2163209" y="1143000"/>
                </a:cubicBezTo>
                <a:cubicBezTo>
                  <a:pt x="1981388" y="1162993"/>
                  <a:pt x="1733215" y="1094824"/>
                  <a:pt x="1493085" y="1143000"/>
                </a:cubicBezTo>
                <a:cubicBezTo>
                  <a:pt x="1252955" y="1191176"/>
                  <a:pt x="1200064" y="1112736"/>
                  <a:pt x="1069848" y="1143000"/>
                </a:cubicBezTo>
                <a:cubicBezTo>
                  <a:pt x="939632" y="1173264"/>
                  <a:pt x="457557" y="1037763"/>
                  <a:pt x="0" y="1143000"/>
                </a:cubicBezTo>
                <a:cubicBezTo>
                  <a:pt x="-3670" y="1021277"/>
                  <a:pt x="22982" y="868359"/>
                  <a:pt x="0" y="605790"/>
                </a:cubicBezTo>
                <a:cubicBezTo>
                  <a:pt x="-22982" y="343221"/>
                  <a:pt x="51541" y="300004"/>
                  <a:pt x="0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>
                <a:solidFill>
                  <a:sysClr val="windowText" lastClr="000000"/>
                </a:solidFill>
              </a:rPr>
              <a:t>Exit Ticket</a:t>
            </a:r>
          </a:p>
        </p:txBody>
      </p:sp>
      <p:sp>
        <p:nvSpPr>
          <p:cNvPr id="8" name="Folded Corner 7">
            <a:extLst>
              <a:ext uri="{FF2B5EF4-FFF2-40B4-BE49-F238E27FC236}">
                <a16:creationId xmlns:a16="http://schemas.microsoft.com/office/drawing/2014/main" id="{0523BC69-3609-B04A-B807-D51F25FD582F}"/>
              </a:ext>
            </a:extLst>
          </p:cNvPr>
          <p:cNvSpPr/>
          <p:nvPr/>
        </p:nvSpPr>
        <p:spPr>
          <a:xfrm>
            <a:off x="448231" y="1606513"/>
            <a:ext cx="4464496" cy="3818473"/>
          </a:xfrm>
          <a:custGeom>
            <a:avLst/>
            <a:gdLst>
              <a:gd name="connsiteX0" fmla="*/ 0 w 4464496"/>
              <a:gd name="connsiteY0" fmla="*/ 0 h 3818473"/>
              <a:gd name="connsiteX1" fmla="*/ 548495 w 4464496"/>
              <a:gd name="connsiteY1" fmla="*/ 0 h 3818473"/>
              <a:gd name="connsiteX2" fmla="*/ 1186280 w 4464496"/>
              <a:gd name="connsiteY2" fmla="*/ 0 h 3818473"/>
              <a:gd name="connsiteX3" fmla="*/ 1690131 w 4464496"/>
              <a:gd name="connsiteY3" fmla="*/ 0 h 3818473"/>
              <a:gd name="connsiteX4" fmla="*/ 2283271 w 4464496"/>
              <a:gd name="connsiteY4" fmla="*/ 0 h 3818473"/>
              <a:gd name="connsiteX5" fmla="*/ 2965701 w 4464496"/>
              <a:gd name="connsiteY5" fmla="*/ 0 h 3818473"/>
              <a:gd name="connsiteX6" fmla="*/ 3514196 w 4464496"/>
              <a:gd name="connsiteY6" fmla="*/ 0 h 3818473"/>
              <a:gd name="connsiteX7" fmla="*/ 4464496 w 4464496"/>
              <a:gd name="connsiteY7" fmla="*/ 0 h 3818473"/>
              <a:gd name="connsiteX8" fmla="*/ 4464496 w 4464496"/>
              <a:gd name="connsiteY8" fmla="*/ 636410 h 3818473"/>
              <a:gd name="connsiteX9" fmla="*/ 4464496 w 4464496"/>
              <a:gd name="connsiteY9" fmla="*/ 1304640 h 3818473"/>
              <a:gd name="connsiteX10" fmla="*/ 4464496 w 4464496"/>
              <a:gd name="connsiteY10" fmla="*/ 1909229 h 3818473"/>
              <a:gd name="connsiteX11" fmla="*/ 4464496 w 4464496"/>
              <a:gd name="connsiteY11" fmla="*/ 2450177 h 3818473"/>
              <a:gd name="connsiteX12" fmla="*/ 4464496 w 4464496"/>
              <a:gd name="connsiteY12" fmla="*/ 3182048 h 3818473"/>
              <a:gd name="connsiteX13" fmla="*/ 4146284 w 4464496"/>
              <a:gd name="connsiteY13" fmla="*/ 3500261 h 3818473"/>
              <a:gd name="connsiteX14" fmla="*/ 3828071 w 4464496"/>
              <a:gd name="connsiteY14" fmla="*/ 3818473 h 3818473"/>
              <a:gd name="connsiteX15" fmla="*/ 3266621 w 4464496"/>
              <a:gd name="connsiteY15" fmla="*/ 3818473 h 3818473"/>
              <a:gd name="connsiteX16" fmla="*/ 2666889 w 4464496"/>
              <a:gd name="connsiteY16" fmla="*/ 3818473 h 3818473"/>
              <a:gd name="connsiteX17" fmla="*/ 1990597 w 4464496"/>
              <a:gd name="connsiteY17" fmla="*/ 3818473 h 3818473"/>
              <a:gd name="connsiteX18" fmla="*/ 1390866 w 4464496"/>
              <a:gd name="connsiteY18" fmla="*/ 3818473 h 3818473"/>
              <a:gd name="connsiteX19" fmla="*/ 752854 w 4464496"/>
              <a:gd name="connsiteY19" fmla="*/ 3818473 h 3818473"/>
              <a:gd name="connsiteX20" fmla="*/ 0 w 4464496"/>
              <a:gd name="connsiteY20" fmla="*/ 3818473 h 3818473"/>
              <a:gd name="connsiteX21" fmla="*/ 0 w 4464496"/>
              <a:gd name="connsiteY21" fmla="*/ 3258430 h 3818473"/>
              <a:gd name="connsiteX22" fmla="*/ 0 w 4464496"/>
              <a:gd name="connsiteY22" fmla="*/ 2660203 h 3818473"/>
              <a:gd name="connsiteX23" fmla="*/ 0 w 4464496"/>
              <a:gd name="connsiteY23" fmla="*/ 2138345 h 3818473"/>
              <a:gd name="connsiteX24" fmla="*/ 0 w 4464496"/>
              <a:gd name="connsiteY24" fmla="*/ 1425563 h 3818473"/>
              <a:gd name="connsiteX25" fmla="*/ 0 w 4464496"/>
              <a:gd name="connsiteY25" fmla="*/ 789151 h 3818473"/>
              <a:gd name="connsiteX26" fmla="*/ 0 w 4464496"/>
              <a:gd name="connsiteY26" fmla="*/ 0 h 3818473"/>
              <a:gd name="connsiteX0" fmla="*/ 3828071 w 4464496"/>
              <a:gd name="connsiteY0" fmla="*/ 3818473 h 3818473"/>
              <a:gd name="connsiteX1" fmla="*/ 3955356 w 4464496"/>
              <a:gd name="connsiteY1" fmla="*/ 3309333 h 3818473"/>
              <a:gd name="connsiteX2" fmla="*/ 4464496 w 4464496"/>
              <a:gd name="connsiteY2" fmla="*/ 3182048 h 3818473"/>
              <a:gd name="connsiteX3" fmla="*/ 4139919 w 4464496"/>
              <a:gd name="connsiteY3" fmla="*/ 3506625 h 3818473"/>
              <a:gd name="connsiteX4" fmla="*/ 3828071 w 4464496"/>
              <a:gd name="connsiteY4" fmla="*/ 3818473 h 3818473"/>
              <a:gd name="connsiteX0" fmla="*/ 3828071 w 4464496"/>
              <a:gd name="connsiteY0" fmla="*/ 3818473 h 3818473"/>
              <a:gd name="connsiteX1" fmla="*/ 3955356 w 4464496"/>
              <a:gd name="connsiteY1" fmla="*/ 3309333 h 3818473"/>
              <a:gd name="connsiteX2" fmla="*/ 4464496 w 4464496"/>
              <a:gd name="connsiteY2" fmla="*/ 3182048 h 3818473"/>
              <a:gd name="connsiteX3" fmla="*/ 4159012 w 4464496"/>
              <a:gd name="connsiteY3" fmla="*/ 3487532 h 3818473"/>
              <a:gd name="connsiteX4" fmla="*/ 3828071 w 4464496"/>
              <a:gd name="connsiteY4" fmla="*/ 3818473 h 3818473"/>
              <a:gd name="connsiteX5" fmla="*/ 3228340 w 4464496"/>
              <a:gd name="connsiteY5" fmla="*/ 3818473 h 3818473"/>
              <a:gd name="connsiteX6" fmla="*/ 2552047 w 4464496"/>
              <a:gd name="connsiteY6" fmla="*/ 3818473 h 3818473"/>
              <a:gd name="connsiteX7" fmla="*/ 1990597 w 4464496"/>
              <a:gd name="connsiteY7" fmla="*/ 3818473 h 3818473"/>
              <a:gd name="connsiteX8" fmla="*/ 1467427 w 4464496"/>
              <a:gd name="connsiteY8" fmla="*/ 3818473 h 3818473"/>
              <a:gd name="connsiteX9" fmla="*/ 829415 w 4464496"/>
              <a:gd name="connsiteY9" fmla="*/ 3818473 h 3818473"/>
              <a:gd name="connsiteX10" fmla="*/ 0 w 4464496"/>
              <a:gd name="connsiteY10" fmla="*/ 3818473 h 3818473"/>
              <a:gd name="connsiteX11" fmla="*/ 0 w 4464496"/>
              <a:gd name="connsiteY11" fmla="*/ 3105691 h 3818473"/>
              <a:gd name="connsiteX12" fmla="*/ 0 w 4464496"/>
              <a:gd name="connsiteY12" fmla="*/ 2392910 h 3818473"/>
              <a:gd name="connsiteX13" fmla="*/ 0 w 4464496"/>
              <a:gd name="connsiteY13" fmla="*/ 1680128 h 3818473"/>
              <a:gd name="connsiteX14" fmla="*/ 0 w 4464496"/>
              <a:gd name="connsiteY14" fmla="*/ 1005531 h 3818473"/>
              <a:gd name="connsiteX15" fmla="*/ 0 w 4464496"/>
              <a:gd name="connsiteY15" fmla="*/ 0 h 3818473"/>
              <a:gd name="connsiteX16" fmla="*/ 548495 w 4464496"/>
              <a:gd name="connsiteY16" fmla="*/ 0 h 3818473"/>
              <a:gd name="connsiteX17" fmla="*/ 1230925 w 4464496"/>
              <a:gd name="connsiteY17" fmla="*/ 0 h 3818473"/>
              <a:gd name="connsiteX18" fmla="*/ 1779421 w 4464496"/>
              <a:gd name="connsiteY18" fmla="*/ 0 h 3818473"/>
              <a:gd name="connsiteX19" fmla="*/ 2417206 w 4464496"/>
              <a:gd name="connsiteY19" fmla="*/ 0 h 3818473"/>
              <a:gd name="connsiteX20" fmla="*/ 3099636 w 4464496"/>
              <a:gd name="connsiteY20" fmla="*/ 0 h 3818473"/>
              <a:gd name="connsiteX21" fmla="*/ 3782066 w 4464496"/>
              <a:gd name="connsiteY21" fmla="*/ 0 h 3818473"/>
              <a:gd name="connsiteX22" fmla="*/ 4464496 w 4464496"/>
              <a:gd name="connsiteY22" fmla="*/ 0 h 3818473"/>
              <a:gd name="connsiteX23" fmla="*/ 4464496 w 4464496"/>
              <a:gd name="connsiteY23" fmla="*/ 700051 h 3818473"/>
              <a:gd name="connsiteX24" fmla="*/ 4464496 w 4464496"/>
              <a:gd name="connsiteY24" fmla="*/ 1272819 h 3818473"/>
              <a:gd name="connsiteX25" fmla="*/ 4464496 w 4464496"/>
              <a:gd name="connsiteY25" fmla="*/ 1941049 h 3818473"/>
              <a:gd name="connsiteX26" fmla="*/ 4464496 w 4464496"/>
              <a:gd name="connsiteY26" fmla="*/ 2545638 h 3818473"/>
              <a:gd name="connsiteX27" fmla="*/ 4464496 w 4464496"/>
              <a:gd name="connsiteY27" fmla="*/ 3182048 h 3818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464496" h="3818473" stroke="0" extrusionOk="0">
                <a:moveTo>
                  <a:pt x="0" y="0"/>
                </a:moveTo>
                <a:cubicBezTo>
                  <a:pt x="180518" y="5640"/>
                  <a:pt x="343425" y="6532"/>
                  <a:pt x="548495" y="0"/>
                </a:cubicBezTo>
                <a:cubicBezTo>
                  <a:pt x="753566" y="-6532"/>
                  <a:pt x="898181" y="12612"/>
                  <a:pt x="1186280" y="0"/>
                </a:cubicBezTo>
                <a:cubicBezTo>
                  <a:pt x="1474379" y="-12612"/>
                  <a:pt x="1472809" y="-3235"/>
                  <a:pt x="1690131" y="0"/>
                </a:cubicBezTo>
                <a:cubicBezTo>
                  <a:pt x="1907453" y="3235"/>
                  <a:pt x="2022515" y="-3626"/>
                  <a:pt x="2283271" y="0"/>
                </a:cubicBezTo>
                <a:cubicBezTo>
                  <a:pt x="2544027" y="3626"/>
                  <a:pt x="2803778" y="-7815"/>
                  <a:pt x="2965701" y="0"/>
                </a:cubicBezTo>
                <a:cubicBezTo>
                  <a:pt x="3127624" y="7815"/>
                  <a:pt x="3313220" y="11493"/>
                  <a:pt x="3514196" y="0"/>
                </a:cubicBezTo>
                <a:cubicBezTo>
                  <a:pt x="3715172" y="-11493"/>
                  <a:pt x="4112864" y="43073"/>
                  <a:pt x="4464496" y="0"/>
                </a:cubicBezTo>
                <a:cubicBezTo>
                  <a:pt x="4486442" y="170381"/>
                  <a:pt x="4444018" y="434062"/>
                  <a:pt x="4464496" y="636410"/>
                </a:cubicBezTo>
                <a:cubicBezTo>
                  <a:pt x="4484975" y="838758"/>
                  <a:pt x="4446516" y="1094347"/>
                  <a:pt x="4464496" y="1304640"/>
                </a:cubicBezTo>
                <a:cubicBezTo>
                  <a:pt x="4482477" y="1514933"/>
                  <a:pt x="4478353" y="1765109"/>
                  <a:pt x="4464496" y="1909229"/>
                </a:cubicBezTo>
                <a:cubicBezTo>
                  <a:pt x="4450639" y="2053349"/>
                  <a:pt x="4472336" y="2202221"/>
                  <a:pt x="4464496" y="2450177"/>
                </a:cubicBezTo>
                <a:cubicBezTo>
                  <a:pt x="4456656" y="2698133"/>
                  <a:pt x="4428103" y="2965494"/>
                  <a:pt x="4464496" y="3182048"/>
                </a:cubicBezTo>
                <a:cubicBezTo>
                  <a:pt x="4350669" y="3314376"/>
                  <a:pt x="4236524" y="3438714"/>
                  <a:pt x="4146284" y="3500261"/>
                </a:cubicBezTo>
                <a:cubicBezTo>
                  <a:pt x="4056044" y="3561808"/>
                  <a:pt x="3955900" y="3711855"/>
                  <a:pt x="3828071" y="3818473"/>
                </a:cubicBezTo>
                <a:cubicBezTo>
                  <a:pt x="3682710" y="3793940"/>
                  <a:pt x="3524607" y="3814404"/>
                  <a:pt x="3266621" y="3818473"/>
                </a:cubicBezTo>
                <a:cubicBezTo>
                  <a:pt x="3008635" y="3822543"/>
                  <a:pt x="2886583" y="3815505"/>
                  <a:pt x="2666889" y="3818473"/>
                </a:cubicBezTo>
                <a:cubicBezTo>
                  <a:pt x="2447195" y="3821441"/>
                  <a:pt x="2296767" y="3811379"/>
                  <a:pt x="1990597" y="3818473"/>
                </a:cubicBezTo>
                <a:cubicBezTo>
                  <a:pt x="1684427" y="3825567"/>
                  <a:pt x="1675201" y="3834574"/>
                  <a:pt x="1390866" y="3818473"/>
                </a:cubicBezTo>
                <a:cubicBezTo>
                  <a:pt x="1106531" y="3802372"/>
                  <a:pt x="919445" y="3800569"/>
                  <a:pt x="752854" y="3818473"/>
                </a:cubicBezTo>
                <a:cubicBezTo>
                  <a:pt x="586263" y="3836377"/>
                  <a:pt x="270192" y="3816586"/>
                  <a:pt x="0" y="3818473"/>
                </a:cubicBezTo>
                <a:cubicBezTo>
                  <a:pt x="-18984" y="3608705"/>
                  <a:pt x="13496" y="3416684"/>
                  <a:pt x="0" y="3258430"/>
                </a:cubicBezTo>
                <a:cubicBezTo>
                  <a:pt x="-13496" y="3100176"/>
                  <a:pt x="-25722" y="2887560"/>
                  <a:pt x="0" y="2660203"/>
                </a:cubicBezTo>
                <a:cubicBezTo>
                  <a:pt x="25722" y="2432846"/>
                  <a:pt x="-8645" y="2383548"/>
                  <a:pt x="0" y="2138345"/>
                </a:cubicBezTo>
                <a:cubicBezTo>
                  <a:pt x="8645" y="1893142"/>
                  <a:pt x="9882" y="1683934"/>
                  <a:pt x="0" y="1425563"/>
                </a:cubicBezTo>
                <a:cubicBezTo>
                  <a:pt x="-9882" y="1167192"/>
                  <a:pt x="8535" y="1026243"/>
                  <a:pt x="0" y="789151"/>
                </a:cubicBezTo>
                <a:cubicBezTo>
                  <a:pt x="-8535" y="552059"/>
                  <a:pt x="12096" y="270153"/>
                  <a:pt x="0" y="0"/>
                </a:cubicBezTo>
                <a:close/>
              </a:path>
              <a:path w="4464496" h="3818473" fill="darkenLess" stroke="0" extrusionOk="0">
                <a:moveTo>
                  <a:pt x="3828071" y="3818473"/>
                </a:moveTo>
                <a:cubicBezTo>
                  <a:pt x="3844259" y="3695181"/>
                  <a:pt x="3903390" y="3447147"/>
                  <a:pt x="3955356" y="3309333"/>
                </a:cubicBezTo>
                <a:cubicBezTo>
                  <a:pt x="4185217" y="3226128"/>
                  <a:pt x="4267198" y="3213685"/>
                  <a:pt x="4464496" y="3182048"/>
                </a:cubicBezTo>
                <a:cubicBezTo>
                  <a:pt x="4400990" y="3268334"/>
                  <a:pt x="4271532" y="3375714"/>
                  <a:pt x="4139919" y="3506625"/>
                </a:cubicBezTo>
                <a:cubicBezTo>
                  <a:pt x="4008306" y="3637536"/>
                  <a:pt x="3980453" y="3678032"/>
                  <a:pt x="3828071" y="3818473"/>
                </a:cubicBezTo>
                <a:close/>
              </a:path>
              <a:path w="4464496" h="3818473" fill="none" extrusionOk="0">
                <a:moveTo>
                  <a:pt x="3828071" y="3818473"/>
                </a:moveTo>
                <a:cubicBezTo>
                  <a:pt x="3866839" y="3600145"/>
                  <a:pt x="3921518" y="3537645"/>
                  <a:pt x="3955356" y="3309333"/>
                </a:cubicBezTo>
                <a:cubicBezTo>
                  <a:pt x="4139451" y="3269463"/>
                  <a:pt x="4347491" y="3201895"/>
                  <a:pt x="4464496" y="3182048"/>
                </a:cubicBezTo>
                <a:cubicBezTo>
                  <a:pt x="4358368" y="3315481"/>
                  <a:pt x="4282934" y="3380158"/>
                  <a:pt x="4159012" y="3487532"/>
                </a:cubicBezTo>
                <a:cubicBezTo>
                  <a:pt x="4035090" y="3594906"/>
                  <a:pt x="3921791" y="3748711"/>
                  <a:pt x="3828071" y="3818473"/>
                </a:cubicBezTo>
                <a:cubicBezTo>
                  <a:pt x="3592310" y="3837154"/>
                  <a:pt x="3404940" y="3799901"/>
                  <a:pt x="3228340" y="3818473"/>
                </a:cubicBezTo>
                <a:cubicBezTo>
                  <a:pt x="3051740" y="3837045"/>
                  <a:pt x="2788198" y="3837451"/>
                  <a:pt x="2552047" y="3818473"/>
                </a:cubicBezTo>
                <a:cubicBezTo>
                  <a:pt x="2315896" y="3799495"/>
                  <a:pt x="2213931" y="3842128"/>
                  <a:pt x="1990597" y="3818473"/>
                </a:cubicBezTo>
                <a:cubicBezTo>
                  <a:pt x="1767263" y="3794819"/>
                  <a:pt x="1702034" y="3838946"/>
                  <a:pt x="1467427" y="3818473"/>
                </a:cubicBezTo>
                <a:cubicBezTo>
                  <a:pt x="1232820" y="3798001"/>
                  <a:pt x="1058523" y="3812248"/>
                  <a:pt x="829415" y="3818473"/>
                </a:cubicBezTo>
                <a:cubicBezTo>
                  <a:pt x="600307" y="3824698"/>
                  <a:pt x="410633" y="3847199"/>
                  <a:pt x="0" y="3818473"/>
                </a:cubicBezTo>
                <a:cubicBezTo>
                  <a:pt x="14237" y="3636398"/>
                  <a:pt x="17967" y="3302587"/>
                  <a:pt x="0" y="3105691"/>
                </a:cubicBezTo>
                <a:cubicBezTo>
                  <a:pt x="-17967" y="2908795"/>
                  <a:pt x="13185" y="2656380"/>
                  <a:pt x="0" y="2392910"/>
                </a:cubicBezTo>
                <a:cubicBezTo>
                  <a:pt x="-13185" y="2129440"/>
                  <a:pt x="5526" y="1992123"/>
                  <a:pt x="0" y="1680128"/>
                </a:cubicBezTo>
                <a:cubicBezTo>
                  <a:pt x="-5526" y="1368133"/>
                  <a:pt x="-1" y="1280197"/>
                  <a:pt x="0" y="1005531"/>
                </a:cubicBezTo>
                <a:cubicBezTo>
                  <a:pt x="1" y="730865"/>
                  <a:pt x="29787" y="412514"/>
                  <a:pt x="0" y="0"/>
                </a:cubicBezTo>
                <a:cubicBezTo>
                  <a:pt x="203288" y="10297"/>
                  <a:pt x="321235" y="-25877"/>
                  <a:pt x="548495" y="0"/>
                </a:cubicBezTo>
                <a:cubicBezTo>
                  <a:pt x="775756" y="25877"/>
                  <a:pt x="1028078" y="-28911"/>
                  <a:pt x="1230925" y="0"/>
                </a:cubicBezTo>
                <a:cubicBezTo>
                  <a:pt x="1433772" y="28911"/>
                  <a:pt x="1622239" y="14765"/>
                  <a:pt x="1779421" y="0"/>
                </a:cubicBezTo>
                <a:cubicBezTo>
                  <a:pt x="1936603" y="-14765"/>
                  <a:pt x="2254808" y="-4170"/>
                  <a:pt x="2417206" y="0"/>
                </a:cubicBezTo>
                <a:cubicBezTo>
                  <a:pt x="2579605" y="4170"/>
                  <a:pt x="2877338" y="-11905"/>
                  <a:pt x="3099636" y="0"/>
                </a:cubicBezTo>
                <a:cubicBezTo>
                  <a:pt x="3321934" y="11905"/>
                  <a:pt x="3535426" y="-25776"/>
                  <a:pt x="3782066" y="0"/>
                </a:cubicBezTo>
                <a:cubicBezTo>
                  <a:pt x="4028706" y="25776"/>
                  <a:pt x="4192370" y="-23555"/>
                  <a:pt x="4464496" y="0"/>
                </a:cubicBezTo>
                <a:cubicBezTo>
                  <a:pt x="4451719" y="329343"/>
                  <a:pt x="4459023" y="360286"/>
                  <a:pt x="4464496" y="700051"/>
                </a:cubicBezTo>
                <a:cubicBezTo>
                  <a:pt x="4469969" y="1039816"/>
                  <a:pt x="4442049" y="1078521"/>
                  <a:pt x="4464496" y="1272819"/>
                </a:cubicBezTo>
                <a:cubicBezTo>
                  <a:pt x="4486943" y="1467117"/>
                  <a:pt x="4440862" y="1717858"/>
                  <a:pt x="4464496" y="1941049"/>
                </a:cubicBezTo>
                <a:cubicBezTo>
                  <a:pt x="4488131" y="2164240"/>
                  <a:pt x="4436553" y="2423106"/>
                  <a:pt x="4464496" y="2545638"/>
                </a:cubicBezTo>
                <a:cubicBezTo>
                  <a:pt x="4492439" y="2668170"/>
                  <a:pt x="4454868" y="2899915"/>
                  <a:pt x="4464496" y="3182048"/>
                </a:cubicBezTo>
              </a:path>
              <a:path w="4464496" h="3818473" fill="none" stroke="0" extrusionOk="0">
                <a:moveTo>
                  <a:pt x="3828071" y="3818473"/>
                </a:moveTo>
                <a:cubicBezTo>
                  <a:pt x="3854943" y="3668367"/>
                  <a:pt x="3917005" y="3446430"/>
                  <a:pt x="3955356" y="3309333"/>
                </a:cubicBezTo>
                <a:cubicBezTo>
                  <a:pt x="4065602" y="3255525"/>
                  <a:pt x="4274517" y="3208040"/>
                  <a:pt x="4464496" y="3182048"/>
                </a:cubicBezTo>
                <a:cubicBezTo>
                  <a:pt x="4358344" y="3292412"/>
                  <a:pt x="4256856" y="3419919"/>
                  <a:pt x="4152648" y="3493896"/>
                </a:cubicBezTo>
                <a:cubicBezTo>
                  <a:pt x="4048440" y="3567873"/>
                  <a:pt x="3882598" y="3737167"/>
                  <a:pt x="3828071" y="3818473"/>
                </a:cubicBezTo>
                <a:cubicBezTo>
                  <a:pt x="3583462" y="3839936"/>
                  <a:pt x="3534291" y="3795931"/>
                  <a:pt x="3304901" y="3818473"/>
                </a:cubicBezTo>
                <a:cubicBezTo>
                  <a:pt x="3075511" y="3841016"/>
                  <a:pt x="2995555" y="3801033"/>
                  <a:pt x="2743451" y="3818473"/>
                </a:cubicBezTo>
                <a:cubicBezTo>
                  <a:pt x="2491347" y="3835914"/>
                  <a:pt x="2378238" y="3792937"/>
                  <a:pt x="2143720" y="3818473"/>
                </a:cubicBezTo>
                <a:cubicBezTo>
                  <a:pt x="1909202" y="3844009"/>
                  <a:pt x="1740642" y="3842137"/>
                  <a:pt x="1429147" y="3818473"/>
                </a:cubicBezTo>
                <a:cubicBezTo>
                  <a:pt x="1117652" y="3794809"/>
                  <a:pt x="974309" y="3841420"/>
                  <a:pt x="752854" y="3818473"/>
                </a:cubicBezTo>
                <a:cubicBezTo>
                  <a:pt x="531399" y="3795526"/>
                  <a:pt x="295655" y="3813519"/>
                  <a:pt x="0" y="3818473"/>
                </a:cubicBezTo>
                <a:cubicBezTo>
                  <a:pt x="26737" y="3567030"/>
                  <a:pt x="-7900" y="3398345"/>
                  <a:pt x="0" y="3182061"/>
                </a:cubicBezTo>
                <a:cubicBezTo>
                  <a:pt x="7900" y="2965777"/>
                  <a:pt x="9305" y="2686899"/>
                  <a:pt x="0" y="2545649"/>
                </a:cubicBezTo>
                <a:cubicBezTo>
                  <a:pt x="-9305" y="2404399"/>
                  <a:pt x="-24230" y="2171397"/>
                  <a:pt x="0" y="1985606"/>
                </a:cubicBezTo>
                <a:cubicBezTo>
                  <a:pt x="24230" y="1799815"/>
                  <a:pt x="-13291" y="1625132"/>
                  <a:pt x="0" y="1272824"/>
                </a:cubicBezTo>
                <a:cubicBezTo>
                  <a:pt x="13291" y="920516"/>
                  <a:pt x="3203" y="864554"/>
                  <a:pt x="0" y="674597"/>
                </a:cubicBezTo>
                <a:cubicBezTo>
                  <a:pt x="-3203" y="484640"/>
                  <a:pt x="12051" y="146322"/>
                  <a:pt x="0" y="0"/>
                </a:cubicBezTo>
                <a:cubicBezTo>
                  <a:pt x="303334" y="15244"/>
                  <a:pt x="481938" y="22490"/>
                  <a:pt x="637785" y="0"/>
                </a:cubicBezTo>
                <a:cubicBezTo>
                  <a:pt x="793633" y="-22490"/>
                  <a:pt x="1001600" y="-20308"/>
                  <a:pt x="1186280" y="0"/>
                </a:cubicBezTo>
                <a:cubicBezTo>
                  <a:pt x="1370961" y="20308"/>
                  <a:pt x="1611260" y="-10100"/>
                  <a:pt x="1913355" y="0"/>
                </a:cubicBezTo>
                <a:cubicBezTo>
                  <a:pt x="2215450" y="10100"/>
                  <a:pt x="2309197" y="19495"/>
                  <a:pt x="2461851" y="0"/>
                </a:cubicBezTo>
                <a:cubicBezTo>
                  <a:pt x="2614505" y="-19495"/>
                  <a:pt x="2895005" y="-3495"/>
                  <a:pt x="3010346" y="0"/>
                </a:cubicBezTo>
                <a:cubicBezTo>
                  <a:pt x="3125687" y="3495"/>
                  <a:pt x="3405081" y="2769"/>
                  <a:pt x="3603486" y="0"/>
                </a:cubicBezTo>
                <a:cubicBezTo>
                  <a:pt x="3801891" y="-2769"/>
                  <a:pt x="4192053" y="-23626"/>
                  <a:pt x="4464496" y="0"/>
                </a:cubicBezTo>
                <a:cubicBezTo>
                  <a:pt x="4461843" y="171773"/>
                  <a:pt x="4463824" y="313609"/>
                  <a:pt x="4464496" y="604589"/>
                </a:cubicBezTo>
                <a:cubicBezTo>
                  <a:pt x="4465168" y="895569"/>
                  <a:pt x="4495113" y="997006"/>
                  <a:pt x="4464496" y="1240999"/>
                </a:cubicBezTo>
                <a:cubicBezTo>
                  <a:pt x="4433880" y="1484992"/>
                  <a:pt x="4495429" y="1647251"/>
                  <a:pt x="4464496" y="1909229"/>
                </a:cubicBezTo>
                <a:cubicBezTo>
                  <a:pt x="4433564" y="2171207"/>
                  <a:pt x="4452030" y="2411061"/>
                  <a:pt x="4464496" y="2577459"/>
                </a:cubicBezTo>
                <a:cubicBezTo>
                  <a:pt x="4476963" y="2743857"/>
                  <a:pt x="4456543" y="2986550"/>
                  <a:pt x="4464496" y="3182048"/>
                </a:cubicBezTo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55538766">
                  <a:prstGeom prst="foldedCorner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TASK - </a:t>
            </a:r>
            <a:r>
              <a:rPr lang="en-US" sz="2400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On a sticky note provided.</a:t>
            </a:r>
          </a:p>
          <a:p>
            <a:pPr algn="ctr"/>
            <a:br>
              <a:rPr lang="en-US" sz="2400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sz="2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1. </a:t>
            </a:r>
            <a:r>
              <a:rPr lang="en-US" sz="2400" u="sng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Write your name on one side</a:t>
            </a:r>
          </a:p>
          <a:p>
            <a:pPr algn="ctr"/>
            <a:endParaRPr lang="en-US" sz="2400" u="sng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marL="342900" indent="-342900" algn="ctr">
              <a:buAutoNum type="arabicPeriod" startAt="2"/>
            </a:pPr>
            <a:r>
              <a:rPr lang="en-US" sz="2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Answer the following 2 questions</a:t>
            </a:r>
          </a:p>
          <a:p>
            <a:pPr marL="342900" indent="-342900" algn="ctr">
              <a:buAutoNum type="arabicPeriod" startAt="2"/>
            </a:pPr>
            <a:endParaRPr lang="en-US" sz="2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marL="342900" indent="-342900" algn="ctr">
              <a:buAutoNum type="arabicPeriod" startAt="2"/>
            </a:pPr>
            <a:r>
              <a:rPr lang="en-US" sz="2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Hand into your teacher with all the above to leave </a:t>
            </a:r>
            <a:r>
              <a:rPr lang="en-US" sz="2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sym typeface="Wingdings" pitchFamily="2" charset="2"/>
              </a:rPr>
              <a:t></a:t>
            </a:r>
            <a:r>
              <a:rPr lang="en-US" sz="2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Folded Corner 4">
                <a:extLst>
                  <a:ext uri="{FF2B5EF4-FFF2-40B4-BE49-F238E27FC236}">
                    <a16:creationId xmlns:a16="http://schemas.microsoft.com/office/drawing/2014/main" id="{9AA3A6DA-9483-2C48-9CD2-11F98794C933}"/>
                  </a:ext>
                </a:extLst>
              </p:cNvPr>
              <p:cNvSpPr/>
              <p:nvPr/>
            </p:nvSpPr>
            <p:spPr>
              <a:xfrm>
                <a:off x="5311393" y="3413009"/>
                <a:ext cx="3384376" cy="2940921"/>
              </a:xfrm>
              <a:custGeom>
                <a:avLst/>
                <a:gdLst>
                  <a:gd name="connsiteX0" fmla="*/ 0 w 3384376"/>
                  <a:gd name="connsiteY0" fmla="*/ 0 h 2940921"/>
                  <a:gd name="connsiteX1" fmla="*/ 609188 w 3384376"/>
                  <a:gd name="connsiteY1" fmla="*/ 0 h 2940921"/>
                  <a:gd name="connsiteX2" fmla="*/ 1286063 w 3384376"/>
                  <a:gd name="connsiteY2" fmla="*/ 0 h 2940921"/>
                  <a:gd name="connsiteX3" fmla="*/ 1861407 w 3384376"/>
                  <a:gd name="connsiteY3" fmla="*/ 0 h 2940921"/>
                  <a:gd name="connsiteX4" fmla="*/ 2504438 w 3384376"/>
                  <a:gd name="connsiteY4" fmla="*/ 0 h 2940921"/>
                  <a:gd name="connsiteX5" fmla="*/ 3384376 w 3384376"/>
                  <a:gd name="connsiteY5" fmla="*/ 0 h 2940921"/>
                  <a:gd name="connsiteX6" fmla="*/ 3384376 w 3384376"/>
                  <a:gd name="connsiteY6" fmla="*/ 563674 h 2940921"/>
                  <a:gd name="connsiteX7" fmla="*/ 3384376 w 3384376"/>
                  <a:gd name="connsiteY7" fmla="*/ 1102841 h 2940921"/>
                  <a:gd name="connsiteX8" fmla="*/ 3384376 w 3384376"/>
                  <a:gd name="connsiteY8" fmla="*/ 1764546 h 2940921"/>
                  <a:gd name="connsiteX9" fmla="*/ 3384376 w 3384376"/>
                  <a:gd name="connsiteY9" fmla="*/ 2450758 h 2940921"/>
                  <a:gd name="connsiteX10" fmla="*/ 2894213 w 3384376"/>
                  <a:gd name="connsiteY10" fmla="*/ 2940921 h 2940921"/>
                  <a:gd name="connsiteX11" fmla="*/ 2373255 w 3384376"/>
                  <a:gd name="connsiteY11" fmla="*/ 2940921 h 2940921"/>
                  <a:gd name="connsiteX12" fmla="*/ 1736528 w 3384376"/>
                  <a:gd name="connsiteY12" fmla="*/ 2940921 h 2940921"/>
                  <a:gd name="connsiteX13" fmla="*/ 1215569 w 3384376"/>
                  <a:gd name="connsiteY13" fmla="*/ 2940921 h 2940921"/>
                  <a:gd name="connsiteX14" fmla="*/ 607785 w 3384376"/>
                  <a:gd name="connsiteY14" fmla="*/ 2940921 h 2940921"/>
                  <a:gd name="connsiteX15" fmla="*/ 0 w 3384376"/>
                  <a:gd name="connsiteY15" fmla="*/ 2940921 h 2940921"/>
                  <a:gd name="connsiteX16" fmla="*/ 0 w 3384376"/>
                  <a:gd name="connsiteY16" fmla="*/ 2382146 h 2940921"/>
                  <a:gd name="connsiteX17" fmla="*/ 0 w 3384376"/>
                  <a:gd name="connsiteY17" fmla="*/ 1793962 h 2940921"/>
                  <a:gd name="connsiteX18" fmla="*/ 0 w 3384376"/>
                  <a:gd name="connsiteY18" fmla="*/ 1146959 h 2940921"/>
                  <a:gd name="connsiteX19" fmla="*/ 0 w 3384376"/>
                  <a:gd name="connsiteY19" fmla="*/ 499957 h 2940921"/>
                  <a:gd name="connsiteX20" fmla="*/ 0 w 3384376"/>
                  <a:gd name="connsiteY20" fmla="*/ 0 h 2940921"/>
                  <a:gd name="connsiteX0" fmla="*/ 2894213 w 3384376"/>
                  <a:gd name="connsiteY0" fmla="*/ 2940921 h 2940921"/>
                  <a:gd name="connsiteX1" fmla="*/ 2992245 w 3384376"/>
                  <a:gd name="connsiteY1" fmla="*/ 2548790 h 2940921"/>
                  <a:gd name="connsiteX2" fmla="*/ 3384376 w 3384376"/>
                  <a:gd name="connsiteY2" fmla="*/ 2450758 h 2940921"/>
                  <a:gd name="connsiteX3" fmla="*/ 2894213 w 3384376"/>
                  <a:gd name="connsiteY3" fmla="*/ 2940921 h 2940921"/>
                  <a:gd name="connsiteX0" fmla="*/ 2894213 w 3384376"/>
                  <a:gd name="connsiteY0" fmla="*/ 2940921 h 2940921"/>
                  <a:gd name="connsiteX1" fmla="*/ 2992245 w 3384376"/>
                  <a:gd name="connsiteY1" fmla="*/ 2548790 h 2940921"/>
                  <a:gd name="connsiteX2" fmla="*/ 3384376 w 3384376"/>
                  <a:gd name="connsiteY2" fmla="*/ 2450758 h 2940921"/>
                  <a:gd name="connsiteX3" fmla="*/ 2894213 w 3384376"/>
                  <a:gd name="connsiteY3" fmla="*/ 2940921 h 2940921"/>
                  <a:gd name="connsiteX4" fmla="*/ 2286428 w 3384376"/>
                  <a:gd name="connsiteY4" fmla="*/ 2940921 h 2940921"/>
                  <a:gd name="connsiteX5" fmla="*/ 1794412 w 3384376"/>
                  <a:gd name="connsiteY5" fmla="*/ 2940921 h 2940921"/>
                  <a:gd name="connsiteX6" fmla="*/ 1302396 w 3384376"/>
                  <a:gd name="connsiteY6" fmla="*/ 2940921 h 2940921"/>
                  <a:gd name="connsiteX7" fmla="*/ 810380 w 3384376"/>
                  <a:gd name="connsiteY7" fmla="*/ 2940921 h 2940921"/>
                  <a:gd name="connsiteX8" fmla="*/ 0 w 3384376"/>
                  <a:gd name="connsiteY8" fmla="*/ 2940921 h 2940921"/>
                  <a:gd name="connsiteX9" fmla="*/ 0 w 3384376"/>
                  <a:gd name="connsiteY9" fmla="*/ 2382146 h 2940921"/>
                  <a:gd name="connsiteX10" fmla="*/ 0 w 3384376"/>
                  <a:gd name="connsiteY10" fmla="*/ 1793962 h 2940921"/>
                  <a:gd name="connsiteX11" fmla="*/ 0 w 3384376"/>
                  <a:gd name="connsiteY11" fmla="*/ 1264596 h 2940921"/>
                  <a:gd name="connsiteX12" fmla="*/ 0 w 3384376"/>
                  <a:gd name="connsiteY12" fmla="*/ 676412 h 2940921"/>
                  <a:gd name="connsiteX13" fmla="*/ 0 w 3384376"/>
                  <a:gd name="connsiteY13" fmla="*/ 0 h 2940921"/>
                  <a:gd name="connsiteX14" fmla="*/ 609188 w 3384376"/>
                  <a:gd name="connsiteY14" fmla="*/ 0 h 2940921"/>
                  <a:gd name="connsiteX15" fmla="*/ 1286063 w 3384376"/>
                  <a:gd name="connsiteY15" fmla="*/ 0 h 2940921"/>
                  <a:gd name="connsiteX16" fmla="*/ 1929094 w 3384376"/>
                  <a:gd name="connsiteY16" fmla="*/ 0 h 2940921"/>
                  <a:gd name="connsiteX17" fmla="*/ 2673657 w 3384376"/>
                  <a:gd name="connsiteY17" fmla="*/ 0 h 2940921"/>
                  <a:gd name="connsiteX18" fmla="*/ 3384376 w 3384376"/>
                  <a:gd name="connsiteY18" fmla="*/ 0 h 2940921"/>
                  <a:gd name="connsiteX19" fmla="*/ 3384376 w 3384376"/>
                  <a:gd name="connsiteY19" fmla="*/ 661705 h 2940921"/>
                  <a:gd name="connsiteX20" fmla="*/ 3384376 w 3384376"/>
                  <a:gd name="connsiteY20" fmla="*/ 1274394 h 2940921"/>
                  <a:gd name="connsiteX21" fmla="*/ 3384376 w 3384376"/>
                  <a:gd name="connsiteY21" fmla="*/ 1887084 h 2940921"/>
                  <a:gd name="connsiteX22" fmla="*/ 3384376 w 3384376"/>
                  <a:gd name="connsiteY22" fmla="*/ 2450758 h 2940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384376" h="2940921" stroke="0" extrusionOk="0">
                    <a:moveTo>
                      <a:pt x="0" y="0"/>
                    </a:moveTo>
                    <a:cubicBezTo>
                      <a:pt x="287308" y="10690"/>
                      <a:pt x="363973" y="-1485"/>
                      <a:pt x="609188" y="0"/>
                    </a:cubicBezTo>
                    <a:cubicBezTo>
                      <a:pt x="854403" y="1485"/>
                      <a:pt x="1122657" y="-21705"/>
                      <a:pt x="1286063" y="0"/>
                    </a:cubicBezTo>
                    <a:cubicBezTo>
                      <a:pt x="1449469" y="21705"/>
                      <a:pt x="1629489" y="24988"/>
                      <a:pt x="1861407" y="0"/>
                    </a:cubicBezTo>
                    <a:cubicBezTo>
                      <a:pt x="2093325" y="-24988"/>
                      <a:pt x="2234804" y="5128"/>
                      <a:pt x="2504438" y="0"/>
                    </a:cubicBezTo>
                    <a:cubicBezTo>
                      <a:pt x="2774072" y="-5128"/>
                      <a:pt x="3063567" y="26031"/>
                      <a:pt x="3384376" y="0"/>
                    </a:cubicBezTo>
                    <a:cubicBezTo>
                      <a:pt x="3411584" y="258696"/>
                      <a:pt x="3395671" y="405330"/>
                      <a:pt x="3384376" y="563674"/>
                    </a:cubicBezTo>
                    <a:cubicBezTo>
                      <a:pt x="3373081" y="722018"/>
                      <a:pt x="3400298" y="976535"/>
                      <a:pt x="3384376" y="1102841"/>
                    </a:cubicBezTo>
                    <a:cubicBezTo>
                      <a:pt x="3368454" y="1229147"/>
                      <a:pt x="3357407" y="1534880"/>
                      <a:pt x="3384376" y="1764546"/>
                    </a:cubicBezTo>
                    <a:cubicBezTo>
                      <a:pt x="3411345" y="1994213"/>
                      <a:pt x="3397349" y="2181739"/>
                      <a:pt x="3384376" y="2450758"/>
                    </a:cubicBezTo>
                    <a:cubicBezTo>
                      <a:pt x="3231239" y="2629838"/>
                      <a:pt x="3043928" y="2746263"/>
                      <a:pt x="2894213" y="2940921"/>
                    </a:cubicBezTo>
                    <a:cubicBezTo>
                      <a:pt x="2752150" y="2948857"/>
                      <a:pt x="2491769" y="2933470"/>
                      <a:pt x="2373255" y="2940921"/>
                    </a:cubicBezTo>
                    <a:cubicBezTo>
                      <a:pt x="2254741" y="2948372"/>
                      <a:pt x="1975426" y="2950390"/>
                      <a:pt x="1736528" y="2940921"/>
                    </a:cubicBezTo>
                    <a:cubicBezTo>
                      <a:pt x="1497630" y="2931452"/>
                      <a:pt x="1474581" y="2929422"/>
                      <a:pt x="1215569" y="2940921"/>
                    </a:cubicBezTo>
                    <a:cubicBezTo>
                      <a:pt x="956557" y="2952420"/>
                      <a:pt x="736361" y="2941109"/>
                      <a:pt x="607785" y="2940921"/>
                    </a:cubicBezTo>
                    <a:cubicBezTo>
                      <a:pt x="479209" y="2940733"/>
                      <a:pt x="171339" y="2965708"/>
                      <a:pt x="0" y="2940921"/>
                    </a:cubicBezTo>
                    <a:cubicBezTo>
                      <a:pt x="1203" y="2742738"/>
                      <a:pt x="-4618" y="2563294"/>
                      <a:pt x="0" y="2382146"/>
                    </a:cubicBezTo>
                    <a:cubicBezTo>
                      <a:pt x="4618" y="2200998"/>
                      <a:pt x="1609" y="2041942"/>
                      <a:pt x="0" y="1793962"/>
                    </a:cubicBezTo>
                    <a:cubicBezTo>
                      <a:pt x="-1609" y="1545982"/>
                      <a:pt x="-22958" y="1427651"/>
                      <a:pt x="0" y="1146959"/>
                    </a:cubicBezTo>
                    <a:cubicBezTo>
                      <a:pt x="22958" y="866267"/>
                      <a:pt x="5797" y="704952"/>
                      <a:pt x="0" y="499957"/>
                    </a:cubicBezTo>
                    <a:cubicBezTo>
                      <a:pt x="-5797" y="294962"/>
                      <a:pt x="13951" y="189440"/>
                      <a:pt x="0" y="0"/>
                    </a:cubicBezTo>
                    <a:close/>
                  </a:path>
                  <a:path w="3384376" h="2940921" fill="darkenLess" stroke="0" extrusionOk="0">
                    <a:moveTo>
                      <a:pt x="2894213" y="2940921"/>
                    </a:moveTo>
                    <a:cubicBezTo>
                      <a:pt x="2922562" y="2764079"/>
                      <a:pt x="2985498" y="2655106"/>
                      <a:pt x="2992245" y="2548790"/>
                    </a:cubicBezTo>
                    <a:cubicBezTo>
                      <a:pt x="3159294" y="2519804"/>
                      <a:pt x="3299510" y="2492581"/>
                      <a:pt x="3384376" y="2450758"/>
                    </a:cubicBezTo>
                    <a:cubicBezTo>
                      <a:pt x="3227877" y="2588418"/>
                      <a:pt x="3057172" y="2730441"/>
                      <a:pt x="2894213" y="2940921"/>
                    </a:cubicBezTo>
                    <a:close/>
                  </a:path>
                  <a:path w="3384376" h="2940921" fill="none" extrusionOk="0">
                    <a:moveTo>
                      <a:pt x="2894213" y="2940921"/>
                    </a:moveTo>
                    <a:cubicBezTo>
                      <a:pt x="2940586" y="2789889"/>
                      <a:pt x="2932649" y="2741211"/>
                      <a:pt x="2992245" y="2548790"/>
                    </a:cubicBezTo>
                    <a:cubicBezTo>
                      <a:pt x="3075173" y="2521276"/>
                      <a:pt x="3205021" y="2485022"/>
                      <a:pt x="3384376" y="2450758"/>
                    </a:cubicBezTo>
                    <a:cubicBezTo>
                      <a:pt x="3205638" y="2658685"/>
                      <a:pt x="3066369" y="2736805"/>
                      <a:pt x="2894213" y="2940921"/>
                    </a:cubicBezTo>
                    <a:cubicBezTo>
                      <a:pt x="2605997" y="2944161"/>
                      <a:pt x="2563558" y="2942827"/>
                      <a:pt x="2286428" y="2940921"/>
                    </a:cubicBezTo>
                    <a:cubicBezTo>
                      <a:pt x="2009298" y="2939015"/>
                      <a:pt x="1954542" y="2923343"/>
                      <a:pt x="1794412" y="2940921"/>
                    </a:cubicBezTo>
                    <a:cubicBezTo>
                      <a:pt x="1634282" y="2958499"/>
                      <a:pt x="1528860" y="2927448"/>
                      <a:pt x="1302396" y="2940921"/>
                    </a:cubicBezTo>
                    <a:cubicBezTo>
                      <a:pt x="1075932" y="2954394"/>
                      <a:pt x="943667" y="2923154"/>
                      <a:pt x="810380" y="2940921"/>
                    </a:cubicBezTo>
                    <a:cubicBezTo>
                      <a:pt x="677093" y="2958688"/>
                      <a:pt x="236327" y="2960015"/>
                      <a:pt x="0" y="2940921"/>
                    </a:cubicBezTo>
                    <a:cubicBezTo>
                      <a:pt x="27091" y="2776038"/>
                      <a:pt x="7913" y="2539043"/>
                      <a:pt x="0" y="2382146"/>
                    </a:cubicBezTo>
                    <a:cubicBezTo>
                      <a:pt x="-7913" y="2225250"/>
                      <a:pt x="-12908" y="1952500"/>
                      <a:pt x="0" y="1793962"/>
                    </a:cubicBezTo>
                    <a:cubicBezTo>
                      <a:pt x="12908" y="1635424"/>
                      <a:pt x="19895" y="1446061"/>
                      <a:pt x="0" y="1264596"/>
                    </a:cubicBezTo>
                    <a:cubicBezTo>
                      <a:pt x="-19895" y="1083131"/>
                      <a:pt x="8195" y="899662"/>
                      <a:pt x="0" y="676412"/>
                    </a:cubicBezTo>
                    <a:cubicBezTo>
                      <a:pt x="-8195" y="453162"/>
                      <a:pt x="-32772" y="266754"/>
                      <a:pt x="0" y="0"/>
                    </a:cubicBezTo>
                    <a:cubicBezTo>
                      <a:pt x="258617" y="24533"/>
                      <a:pt x="332374" y="24347"/>
                      <a:pt x="609188" y="0"/>
                    </a:cubicBezTo>
                    <a:cubicBezTo>
                      <a:pt x="886002" y="-24347"/>
                      <a:pt x="949008" y="-8431"/>
                      <a:pt x="1286063" y="0"/>
                    </a:cubicBezTo>
                    <a:cubicBezTo>
                      <a:pt x="1623119" y="8431"/>
                      <a:pt x="1683237" y="-30333"/>
                      <a:pt x="1929094" y="0"/>
                    </a:cubicBezTo>
                    <a:cubicBezTo>
                      <a:pt x="2174951" y="30333"/>
                      <a:pt x="2480233" y="-36330"/>
                      <a:pt x="2673657" y="0"/>
                    </a:cubicBezTo>
                    <a:cubicBezTo>
                      <a:pt x="2867081" y="36330"/>
                      <a:pt x="3044130" y="16214"/>
                      <a:pt x="3384376" y="0"/>
                    </a:cubicBezTo>
                    <a:cubicBezTo>
                      <a:pt x="3357213" y="270732"/>
                      <a:pt x="3368249" y="439944"/>
                      <a:pt x="3384376" y="661705"/>
                    </a:cubicBezTo>
                    <a:cubicBezTo>
                      <a:pt x="3400503" y="883466"/>
                      <a:pt x="3364602" y="1009697"/>
                      <a:pt x="3384376" y="1274394"/>
                    </a:cubicBezTo>
                    <a:cubicBezTo>
                      <a:pt x="3404150" y="1539091"/>
                      <a:pt x="3394593" y="1744175"/>
                      <a:pt x="3384376" y="1887084"/>
                    </a:cubicBezTo>
                    <a:cubicBezTo>
                      <a:pt x="3374160" y="2029993"/>
                      <a:pt x="3387361" y="2187802"/>
                      <a:pt x="3384376" y="2450758"/>
                    </a:cubicBezTo>
                  </a:path>
                  <a:path w="3384376" h="2940921" fill="none" stroke="0" extrusionOk="0">
                    <a:moveTo>
                      <a:pt x="2894213" y="2940921"/>
                    </a:moveTo>
                    <a:cubicBezTo>
                      <a:pt x="2908931" y="2836945"/>
                      <a:pt x="2947528" y="2705277"/>
                      <a:pt x="2992245" y="2548790"/>
                    </a:cubicBezTo>
                    <a:cubicBezTo>
                      <a:pt x="3101346" y="2524363"/>
                      <a:pt x="3299043" y="2492607"/>
                      <a:pt x="3384376" y="2450758"/>
                    </a:cubicBezTo>
                    <a:cubicBezTo>
                      <a:pt x="3143043" y="2654482"/>
                      <a:pt x="3036104" y="2825522"/>
                      <a:pt x="2894213" y="2940921"/>
                    </a:cubicBezTo>
                    <a:cubicBezTo>
                      <a:pt x="2745239" y="2917276"/>
                      <a:pt x="2545265" y="2947059"/>
                      <a:pt x="2344313" y="2940921"/>
                    </a:cubicBezTo>
                    <a:cubicBezTo>
                      <a:pt x="2143361" y="2934783"/>
                      <a:pt x="1980835" y="2947582"/>
                      <a:pt x="1823354" y="2940921"/>
                    </a:cubicBezTo>
                    <a:cubicBezTo>
                      <a:pt x="1665873" y="2934260"/>
                      <a:pt x="1420168" y="2920093"/>
                      <a:pt x="1215569" y="2940921"/>
                    </a:cubicBezTo>
                    <a:cubicBezTo>
                      <a:pt x="1010970" y="2961749"/>
                      <a:pt x="880573" y="2937020"/>
                      <a:pt x="607785" y="2940921"/>
                    </a:cubicBezTo>
                    <a:cubicBezTo>
                      <a:pt x="334997" y="2944822"/>
                      <a:pt x="212513" y="2931017"/>
                      <a:pt x="0" y="2940921"/>
                    </a:cubicBezTo>
                    <a:cubicBezTo>
                      <a:pt x="-12592" y="2737575"/>
                      <a:pt x="-12143" y="2551371"/>
                      <a:pt x="0" y="2440964"/>
                    </a:cubicBezTo>
                    <a:cubicBezTo>
                      <a:pt x="12143" y="2330557"/>
                      <a:pt x="-11962" y="2104088"/>
                      <a:pt x="0" y="1941008"/>
                    </a:cubicBezTo>
                    <a:cubicBezTo>
                      <a:pt x="11962" y="1777928"/>
                      <a:pt x="-29106" y="1526861"/>
                      <a:pt x="0" y="1352824"/>
                    </a:cubicBezTo>
                    <a:cubicBezTo>
                      <a:pt x="29106" y="1178787"/>
                      <a:pt x="-31352" y="870563"/>
                      <a:pt x="0" y="705821"/>
                    </a:cubicBezTo>
                    <a:cubicBezTo>
                      <a:pt x="31352" y="541079"/>
                      <a:pt x="-26074" y="286146"/>
                      <a:pt x="0" y="0"/>
                    </a:cubicBezTo>
                    <a:cubicBezTo>
                      <a:pt x="276335" y="18774"/>
                      <a:pt x="320078" y="4665"/>
                      <a:pt x="575344" y="0"/>
                    </a:cubicBezTo>
                    <a:cubicBezTo>
                      <a:pt x="830610" y="-4665"/>
                      <a:pt x="918525" y="-14117"/>
                      <a:pt x="1150688" y="0"/>
                    </a:cubicBezTo>
                    <a:cubicBezTo>
                      <a:pt x="1382851" y="14117"/>
                      <a:pt x="1514697" y="12696"/>
                      <a:pt x="1759876" y="0"/>
                    </a:cubicBezTo>
                    <a:cubicBezTo>
                      <a:pt x="2005055" y="-12696"/>
                      <a:pt x="2186623" y="18491"/>
                      <a:pt x="2402907" y="0"/>
                    </a:cubicBezTo>
                    <a:cubicBezTo>
                      <a:pt x="2619191" y="-18491"/>
                      <a:pt x="2966686" y="41600"/>
                      <a:pt x="3384376" y="0"/>
                    </a:cubicBezTo>
                    <a:cubicBezTo>
                      <a:pt x="3402167" y="298312"/>
                      <a:pt x="3367011" y="437108"/>
                      <a:pt x="3384376" y="637197"/>
                    </a:cubicBezTo>
                    <a:cubicBezTo>
                      <a:pt x="3401741" y="837286"/>
                      <a:pt x="3385935" y="1076052"/>
                      <a:pt x="3384376" y="1225379"/>
                    </a:cubicBezTo>
                    <a:cubicBezTo>
                      <a:pt x="3382817" y="1374706"/>
                      <a:pt x="3402453" y="1542536"/>
                      <a:pt x="3384376" y="1764546"/>
                    </a:cubicBezTo>
                    <a:cubicBezTo>
                      <a:pt x="3366299" y="1986556"/>
                      <a:pt x="3394686" y="2297152"/>
                      <a:pt x="3384376" y="245075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55538766">
                      <a:prstGeom prst="foldedCorner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3200" i="1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320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</m:oMath>
                  </m:oMathPara>
                </a14:m>
                <a:endParaRPr lang="en-AU" sz="3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sz="3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i="1" smtClean="0">
                                <a:ln>
                                  <a:solidFill>
                                    <a:sysClr val="windowText" lastClr="000000"/>
                                  </a:solidFill>
                                </a:ln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3200" i="1" smtClean="0">
                                    <a:ln>
                                      <a:solidFill>
                                        <a:sysClr val="windowText" lastClr="000000"/>
                                      </a:solidFill>
                                    </a:ln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3200" b="0" i="1" smtClean="0">
                                    <a:ln>
                                      <a:solidFill>
                                        <a:sysClr val="windowText" lastClr="000000"/>
                                      </a:solidFill>
                                    </a:ln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AU" sz="3200" b="0" i="1" smtClean="0">
                                    <a:ln>
                                      <a:solidFill>
                                        <a:sysClr val="windowText" lastClr="000000"/>
                                      </a:solidFill>
                                    </a:ln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AU" sz="3200" b="0" i="1" smtClean="0">
                                <a:ln>
                                  <a:solidFill>
                                    <a:sysClr val="windowText" lastClr="000000"/>
                                  </a:solidFill>
                                </a:ln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AU" sz="3200" b="0" i="1" smtClean="0">
                                <a:ln>
                                  <a:solidFill>
                                    <a:sysClr val="windowText" lastClr="000000"/>
                                  </a:solidFill>
                                </a:ln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200" i="1" smtClean="0">
                                <a:ln>
                                  <a:solidFill>
                                    <a:sysClr val="windowText" lastClr="000000"/>
                                  </a:solidFill>
                                </a:ln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3200" b="0" i="1" smtClean="0">
                                <a:ln>
                                  <a:solidFill>
                                    <a:sysClr val="windowText" lastClr="000000"/>
                                  </a:solidFill>
                                </a:ln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AU" sz="3200" b="0" i="1" smtClean="0">
                                <a:ln>
                                  <a:solidFill>
                                    <a:sysClr val="windowText" lastClr="000000"/>
                                  </a:solidFill>
                                </a:ln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sz="3200" b="0" i="1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en-US" sz="320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Folded Corner 4">
                <a:extLst>
                  <a:ext uri="{FF2B5EF4-FFF2-40B4-BE49-F238E27FC236}">
                    <a16:creationId xmlns:a16="http://schemas.microsoft.com/office/drawing/2014/main" id="{9AA3A6DA-9483-2C48-9CD2-11F98794C9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393" y="3413009"/>
                <a:ext cx="3384376" cy="2940921"/>
              </a:xfrm>
              <a:prstGeom prst="foldedCorner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55538766">
                      <a:custGeom>
                        <a:avLst/>
                        <a:gdLst>
                          <a:gd name="connsiteX0" fmla="*/ 0 w 3384376"/>
                          <a:gd name="connsiteY0" fmla="*/ 0 h 2940921"/>
                          <a:gd name="connsiteX1" fmla="*/ 609188 w 3384376"/>
                          <a:gd name="connsiteY1" fmla="*/ 0 h 2940921"/>
                          <a:gd name="connsiteX2" fmla="*/ 1286063 w 3384376"/>
                          <a:gd name="connsiteY2" fmla="*/ 0 h 2940921"/>
                          <a:gd name="connsiteX3" fmla="*/ 1861407 w 3384376"/>
                          <a:gd name="connsiteY3" fmla="*/ 0 h 2940921"/>
                          <a:gd name="connsiteX4" fmla="*/ 2504438 w 3384376"/>
                          <a:gd name="connsiteY4" fmla="*/ 0 h 2940921"/>
                          <a:gd name="connsiteX5" fmla="*/ 3384376 w 3384376"/>
                          <a:gd name="connsiteY5" fmla="*/ 0 h 2940921"/>
                          <a:gd name="connsiteX6" fmla="*/ 3384376 w 3384376"/>
                          <a:gd name="connsiteY6" fmla="*/ 563674 h 2940921"/>
                          <a:gd name="connsiteX7" fmla="*/ 3384376 w 3384376"/>
                          <a:gd name="connsiteY7" fmla="*/ 1102841 h 2940921"/>
                          <a:gd name="connsiteX8" fmla="*/ 3384376 w 3384376"/>
                          <a:gd name="connsiteY8" fmla="*/ 1764546 h 2940921"/>
                          <a:gd name="connsiteX9" fmla="*/ 3384376 w 3384376"/>
                          <a:gd name="connsiteY9" fmla="*/ 2450758 h 2940921"/>
                          <a:gd name="connsiteX10" fmla="*/ 2894213 w 3384376"/>
                          <a:gd name="connsiteY10" fmla="*/ 2940921 h 2940921"/>
                          <a:gd name="connsiteX11" fmla="*/ 2373255 w 3384376"/>
                          <a:gd name="connsiteY11" fmla="*/ 2940921 h 2940921"/>
                          <a:gd name="connsiteX12" fmla="*/ 1736528 w 3384376"/>
                          <a:gd name="connsiteY12" fmla="*/ 2940921 h 2940921"/>
                          <a:gd name="connsiteX13" fmla="*/ 1215569 w 3384376"/>
                          <a:gd name="connsiteY13" fmla="*/ 2940921 h 2940921"/>
                          <a:gd name="connsiteX14" fmla="*/ 607785 w 3384376"/>
                          <a:gd name="connsiteY14" fmla="*/ 2940921 h 2940921"/>
                          <a:gd name="connsiteX15" fmla="*/ 0 w 3384376"/>
                          <a:gd name="connsiteY15" fmla="*/ 2940921 h 2940921"/>
                          <a:gd name="connsiteX16" fmla="*/ 0 w 3384376"/>
                          <a:gd name="connsiteY16" fmla="*/ 2382146 h 2940921"/>
                          <a:gd name="connsiteX17" fmla="*/ 0 w 3384376"/>
                          <a:gd name="connsiteY17" fmla="*/ 1793962 h 2940921"/>
                          <a:gd name="connsiteX18" fmla="*/ 0 w 3384376"/>
                          <a:gd name="connsiteY18" fmla="*/ 1146959 h 2940921"/>
                          <a:gd name="connsiteX19" fmla="*/ 0 w 3384376"/>
                          <a:gd name="connsiteY19" fmla="*/ 499957 h 2940921"/>
                          <a:gd name="connsiteX20" fmla="*/ 0 w 3384376"/>
                          <a:gd name="connsiteY20" fmla="*/ 0 h 2940921"/>
                          <a:gd name="connsiteX0" fmla="*/ 2894213 w 3384376"/>
                          <a:gd name="connsiteY0" fmla="*/ 2940921 h 2940921"/>
                          <a:gd name="connsiteX1" fmla="*/ 2992245 w 3384376"/>
                          <a:gd name="connsiteY1" fmla="*/ 2548790 h 2940921"/>
                          <a:gd name="connsiteX2" fmla="*/ 3384376 w 3384376"/>
                          <a:gd name="connsiteY2" fmla="*/ 2450758 h 2940921"/>
                          <a:gd name="connsiteX3" fmla="*/ 2894213 w 3384376"/>
                          <a:gd name="connsiteY3" fmla="*/ 2940921 h 2940921"/>
                          <a:gd name="connsiteX0" fmla="*/ 2894213 w 3384376"/>
                          <a:gd name="connsiteY0" fmla="*/ 2940921 h 2940921"/>
                          <a:gd name="connsiteX1" fmla="*/ 2992245 w 3384376"/>
                          <a:gd name="connsiteY1" fmla="*/ 2548790 h 2940921"/>
                          <a:gd name="connsiteX2" fmla="*/ 3384376 w 3384376"/>
                          <a:gd name="connsiteY2" fmla="*/ 2450758 h 2940921"/>
                          <a:gd name="connsiteX3" fmla="*/ 2894213 w 3384376"/>
                          <a:gd name="connsiteY3" fmla="*/ 2940921 h 2940921"/>
                          <a:gd name="connsiteX4" fmla="*/ 2286428 w 3384376"/>
                          <a:gd name="connsiteY4" fmla="*/ 2940921 h 2940921"/>
                          <a:gd name="connsiteX5" fmla="*/ 1794412 w 3384376"/>
                          <a:gd name="connsiteY5" fmla="*/ 2940921 h 2940921"/>
                          <a:gd name="connsiteX6" fmla="*/ 1302396 w 3384376"/>
                          <a:gd name="connsiteY6" fmla="*/ 2940921 h 2940921"/>
                          <a:gd name="connsiteX7" fmla="*/ 810380 w 3384376"/>
                          <a:gd name="connsiteY7" fmla="*/ 2940921 h 2940921"/>
                          <a:gd name="connsiteX8" fmla="*/ 0 w 3384376"/>
                          <a:gd name="connsiteY8" fmla="*/ 2940921 h 2940921"/>
                          <a:gd name="connsiteX9" fmla="*/ 0 w 3384376"/>
                          <a:gd name="connsiteY9" fmla="*/ 2382146 h 2940921"/>
                          <a:gd name="connsiteX10" fmla="*/ 0 w 3384376"/>
                          <a:gd name="connsiteY10" fmla="*/ 1793962 h 2940921"/>
                          <a:gd name="connsiteX11" fmla="*/ 0 w 3384376"/>
                          <a:gd name="connsiteY11" fmla="*/ 1264596 h 2940921"/>
                          <a:gd name="connsiteX12" fmla="*/ 0 w 3384376"/>
                          <a:gd name="connsiteY12" fmla="*/ 676412 h 2940921"/>
                          <a:gd name="connsiteX13" fmla="*/ 0 w 3384376"/>
                          <a:gd name="connsiteY13" fmla="*/ 0 h 2940921"/>
                          <a:gd name="connsiteX14" fmla="*/ 609188 w 3384376"/>
                          <a:gd name="connsiteY14" fmla="*/ 0 h 2940921"/>
                          <a:gd name="connsiteX15" fmla="*/ 1286063 w 3384376"/>
                          <a:gd name="connsiteY15" fmla="*/ 0 h 2940921"/>
                          <a:gd name="connsiteX16" fmla="*/ 1929094 w 3384376"/>
                          <a:gd name="connsiteY16" fmla="*/ 0 h 2940921"/>
                          <a:gd name="connsiteX17" fmla="*/ 2673657 w 3384376"/>
                          <a:gd name="connsiteY17" fmla="*/ 0 h 2940921"/>
                          <a:gd name="connsiteX18" fmla="*/ 3384376 w 3384376"/>
                          <a:gd name="connsiteY18" fmla="*/ 0 h 2940921"/>
                          <a:gd name="connsiteX19" fmla="*/ 3384376 w 3384376"/>
                          <a:gd name="connsiteY19" fmla="*/ 661705 h 2940921"/>
                          <a:gd name="connsiteX20" fmla="*/ 3384376 w 3384376"/>
                          <a:gd name="connsiteY20" fmla="*/ 1274394 h 2940921"/>
                          <a:gd name="connsiteX21" fmla="*/ 3384376 w 3384376"/>
                          <a:gd name="connsiteY21" fmla="*/ 1887084 h 2940921"/>
                          <a:gd name="connsiteX22" fmla="*/ 3384376 w 3384376"/>
                          <a:gd name="connsiteY22" fmla="*/ 2450758 h 29409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</a:cxnLst>
                        <a:rect l="l" t="t" r="r" b="b"/>
                        <a:pathLst>
                          <a:path w="3384376" h="2940921" stroke="0" extrusionOk="0">
                            <a:moveTo>
                              <a:pt x="0" y="0"/>
                            </a:moveTo>
                            <a:cubicBezTo>
                              <a:pt x="287308" y="10690"/>
                              <a:pt x="363973" y="-1485"/>
                              <a:pt x="609188" y="0"/>
                            </a:cubicBezTo>
                            <a:cubicBezTo>
                              <a:pt x="854403" y="1485"/>
                              <a:pt x="1122657" y="-21705"/>
                              <a:pt x="1286063" y="0"/>
                            </a:cubicBezTo>
                            <a:cubicBezTo>
                              <a:pt x="1449469" y="21705"/>
                              <a:pt x="1629489" y="24988"/>
                              <a:pt x="1861407" y="0"/>
                            </a:cubicBezTo>
                            <a:cubicBezTo>
                              <a:pt x="2093325" y="-24988"/>
                              <a:pt x="2234804" y="5128"/>
                              <a:pt x="2504438" y="0"/>
                            </a:cubicBezTo>
                            <a:cubicBezTo>
                              <a:pt x="2774072" y="-5128"/>
                              <a:pt x="3063567" y="26031"/>
                              <a:pt x="3384376" y="0"/>
                            </a:cubicBezTo>
                            <a:cubicBezTo>
                              <a:pt x="3411584" y="258696"/>
                              <a:pt x="3395671" y="405330"/>
                              <a:pt x="3384376" y="563674"/>
                            </a:cubicBezTo>
                            <a:cubicBezTo>
                              <a:pt x="3373081" y="722018"/>
                              <a:pt x="3400298" y="976535"/>
                              <a:pt x="3384376" y="1102841"/>
                            </a:cubicBezTo>
                            <a:cubicBezTo>
                              <a:pt x="3368454" y="1229147"/>
                              <a:pt x="3357407" y="1534880"/>
                              <a:pt x="3384376" y="1764546"/>
                            </a:cubicBezTo>
                            <a:cubicBezTo>
                              <a:pt x="3411345" y="1994213"/>
                              <a:pt x="3397349" y="2181739"/>
                              <a:pt x="3384376" y="2450758"/>
                            </a:cubicBezTo>
                            <a:cubicBezTo>
                              <a:pt x="3231239" y="2629838"/>
                              <a:pt x="3043928" y="2746263"/>
                              <a:pt x="2894213" y="2940921"/>
                            </a:cubicBezTo>
                            <a:cubicBezTo>
                              <a:pt x="2752150" y="2948857"/>
                              <a:pt x="2491769" y="2933470"/>
                              <a:pt x="2373255" y="2940921"/>
                            </a:cubicBezTo>
                            <a:cubicBezTo>
                              <a:pt x="2254741" y="2948372"/>
                              <a:pt x="1975426" y="2950390"/>
                              <a:pt x="1736528" y="2940921"/>
                            </a:cubicBezTo>
                            <a:cubicBezTo>
                              <a:pt x="1497630" y="2931452"/>
                              <a:pt x="1474581" y="2929422"/>
                              <a:pt x="1215569" y="2940921"/>
                            </a:cubicBezTo>
                            <a:cubicBezTo>
                              <a:pt x="956557" y="2952420"/>
                              <a:pt x="736361" y="2941109"/>
                              <a:pt x="607785" y="2940921"/>
                            </a:cubicBezTo>
                            <a:cubicBezTo>
                              <a:pt x="479209" y="2940733"/>
                              <a:pt x="171339" y="2965708"/>
                              <a:pt x="0" y="2940921"/>
                            </a:cubicBezTo>
                            <a:cubicBezTo>
                              <a:pt x="1203" y="2742738"/>
                              <a:pt x="-4618" y="2563294"/>
                              <a:pt x="0" y="2382146"/>
                            </a:cubicBezTo>
                            <a:cubicBezTo>
                              <a:pt x="4618" y="2200998"/>
                              <a:pt x="1609" y="2041942"/>
                              <a:pt x="0" y="1793962"/>
                            </a:cubicBezTo>
                            <a:cubicBezTo>
                              <a:pt x="-1609" y="1545982"/>
                              <a:pt x="-22958" y="1427651"/>
                              <a:pt x="0" y="1146959"/>
                            </a:cubicBezTo>
                            <a:cubicBezTo>
                              <a:pt x="22958" y="866267"/>
                              <a:pt x="5797" y="704952"/>
                              <a:pt x="0" y="499957"/>
                            </a:cubicBezTo>
                            <a:cubicBezTo>
                              <a:pt x="-5797" y="294962"/>
                              <a:pt x="13951" y="189440"/>
                              <a:pt x="0" y="0"/>
                            </a:cubicBezTo>
                            <a:close/>
                          </a:path>
                          <a:path w="3384376" h="2940921" fill="darkenLess" stroke="0" extrusionOk="0">
                            <a:moveTo>
                              <a:pt x="2894213" y="2940921"/>
                            </a:moveTo>
                            <a:cubicBezTo>
                              <a:pt x="2922562" y="2764079"/>
                              <a:pt x="2985498" y="2655106"/>
                              <a:pt x="2992245" y="2548790"/>
                            </a:cubicBezTo>
                            <a:cubicBezTo>
                              <a:pt x="3159294" y="2519804"/>
                              <a:pt x="3299510" y="2492581"/>
                              <a:pt x="3384376" y="2450758"/>
                            </a:cubicBezTo>
                            <a:cubicBezTo>
                              <a:pt x="3227877" y="2588418"/>
                              <a:pt x="3057172" y="2730441"/>
                              <a:pt x="2894213" y="2940921"/>
                            </a:cubicBezTo>
                            <a:close/>
                          </a:path>
                          <a:path w="3384376" h="2940921" fill="none" extrusionOk="0">
                            <a:moveTo>
                              <a:pt x="2894213" y="2940921"/>
                            </a:moveTo>
                            <a:cubicBezTo>
                              <a:pt x="2940586" y="2789889"/>
                              <a:pt x="2932649" y="2741211"/>
                              <a:pt x="2992245" y="2548790"/>
                            </a:cubicBezTo>
                            <a:cubicBezTo>
                              <a:pt x="3075173" y="2521276"/>
                              <a:pt x="3205021" y="2485022"/>
                              <a:pt x="3384376" y="2450758"/>
                            </a:cubicBezTo>
                            <a:cubicBezTo>
                              <a:pt x="3205638" y="2658685"/>
                              <a:pt x="3066369" y="2736805"/>
                              <a:pt x="2894213" y="2940921"/>
                            </a:cubicBezTo>
                            <a:cubicBezTo>
                              <a:pt x="2605997" y="2944161"/>
                              <a:pt x="2563558" y="2942827"/>
                              <a:pt x="2286428" y="2940921"/>
                            </a:cubicBezTo>
                            <a:cubicBezTo>
                              <a:pt x="2009298" y="2939015"/>
                              <a:pt x="1954542" y="2923343"/>
                              <a:pt x="1794412" y="2940921"/>
                            </a:cubicBezTo>
                            <a:cubicBezTo>
                              <a:pt x="1634282" y="2958499"/>
                              <a:pt x="1528860" y="2927448"/>
                              <a:pt x="1302396" y="2940921"/>
                            </a:cubicBezTo>
                            <a:cubicBezTo>
                              <a:pt x="1075932" y="2954394"/>
                              <a:pt x="943667" y="2923154"/>
                              <a:pt x="810380" y="2940921"/>
                            </a:cubicBezTo>
                            <a:cubicBezTo>
                              <a:pt x="677093" y="2958688"/>
                              <a:pt x="236327" y="2960015"/>
                              <a:pt x="0" y="2940921"/>
                            </a:cubicBezTo>
                            <a:cubicBezTo>
                              <a:pt x="27091" y="2776038"/>
                              <a:pt x="7913" y="2539043"/>
                              <a:pt x="0" y="2382146"/>
                            </a:cubicBezTo>
                            <a:cubicBezTo>
                              <a:pt x="-7913" y="2225250"/>
                              <a:pt x="-12908" y="1952500"/>
                              <a:pt x="0" y="1793962"/>
                            </a:cubicBezTo>
                            <a:cubicBezTo>
                              <a:pt x="12908" y="1635424"/>
                              <a:pt x="19895" y="1446061"/>
                              <a:pt x="0" y="1264596"/>
                            </a:cubicBezTo>
                            <a:cubicBezTo>
                              <a:pt x="-19895" y="1083131"/>
                              <a:pt x="8195" y="899662"/>
                              <a:pt x="0" y="676412"/>
                            </a:cubicBezTo>
                            <a:cubicBezTo>
                              <a:pt x="-8195" y="453162"/>
                              <a:pt x="-32772" y="266754"/>
                              <a:pt x="0" y="0"/>
                            </a:cubicBezTo>
                            <a:cubicBezTo>
                              <a:pt x="258617" y="24533"/>
                              <a:pt x="332374" y="24347"/>
                              <a:pt x="609188" y="0"/>
                            </a:cubicBezTo>
                            <a:cubicBezTo>
                              <a:pt x="886002" y="-24347"/>
                              <a:pt x="949008" y="-8431"/>
                              <a:pt x="1286063" y="0"/>
                            </a:cubicBezTo>
                            <a:cubicBezTo>
                              <a:pt x="1623119" y="8431"/>
                              <a:pt x="1683237" y="-30333"/>
                              <a:pt x="1929094" y="0"/>
                            </a:cubicBezTo>
                            <a:cubicBezTo>
                              <a:pt x="2174951" y="30333"/>
                              <a:pt x="2480233" y="-36330"/>
                              <a:pt x="2673657" y="0"/>
                            </a:cubicBezTo>
                            <a:cubicBezTo>
                              <a:pt x="2867081" y="36330"/>
                              <a:pt x="3044130" y="16214"/>
                              <a:pt x="3384376" y="0"/>
                            </a:cubicBezTo>
                            <a:cubicBezTo>
                              <a:pt x="3357213" y="270732"/>
                              <a:pt x="3368249" y="439944"/>
                              <a:pt x="3384376" y="661705"/>
                            </a:cubicBezTo>
                            <a:cubicBezTo>
                              <a:pt x="3400503" y="883466"/>
                              <a:pt x="3364602" y="1009697"/>
                              <a:pt x="3384376" y="1274394"/>
                            </a:cubicBezTo>
                            <a:cubicBezTo>
                              <a:pt x="3404150" y="1539091"/>
                              <a:pt x="3394593" y="1744175"/>
                              <a:pt x="3384376" y="1887084"/>
                            </a:cubicBezTo>
                            <a:cubicBezTo>
                              <a:pt x="3374160" y="2029993"/>
                              <a:pt x="3387361" y="2187802"/>
                              <a:pt x="3384376" y="2450758"/>
                            </a:cubicBezTo>
                          </a:path>
                          <a:path w="3384376" h="2940921" fill="none" stroke="0" extrusionOk="0">
                            <a:moveTo>
                              <a:pt x="2894213" y="2940921"/>
                            </a:moveTo>
                            <a:cubicBezTo>
                              <a:pt x="2908931" y="2836945"/>
                              <a:pt x="2947528" y="2705277"/>
                              <a:pt x="2992245" y="2548790"/>
                            </a:cubicBezTo>
                            <a:cubicBezTo>
                              <a:pt x="3101346" y="2524363"/>
                              <a:pt x="3299043" y="2492607"/>
                              <a:pt x="3384376" y="2450758"/>
                            </a:cubicBezTo>
                            <a:cubicBezTo>
                              <a:pt x="3143043" y="2654482"/>
                              <a:pt x="3036104" y="2825522"/>
                              <a:pt x="2894213" y="2940921"/>
                            </a:cubicBezTo>
                            <a:cubicBezTo>
                              <a:pt x="2745239" y="2917276"/>
                              <a:pt x="2545265" y="2947059"/>
                              <a:pt x="2344313" y="2940921"/>
                            </a:cubicBezTo>
                            <a:cubicBezTo>
                              <a:pt x="2143361" y="2934783"/>
                              <a:pt x="1980835" y="2947582"/>
                              <a:pt x="1823354" y="2940921"/>
                            </a:cubicBezTo>
                            <a:cubicBezTo>
                              <a:pt x="1665873" y="2934260"/>
                              <a:pt x="1420168" y="2920093"/>
                              <a:pt x="1215569" y="2940921"/>
                            </a:cubicBezTo>
                            <a:cubicBezTo>
                              <a:pt x="1010970" y="2961749"/>
                              <a:pt x="880573" y="2937020"/>
                              <a:pt x="607785" y="2940921"/>
                            </a:cubicBezTo>
                            <a:cubicBezTo>
                              <a:pt x="334997" y="2944822"/>
                              <a:pt x="212513" y="2931017"/>
                              <a:pt x="0" y="2940921"/>
                            </a:cubicBezTo>
                            <a:cubicBezTo>
                              <a:pt x="-12592" y="2737575"/>
                              <a:pt x="-12143" y="2551371"/>
                              <a:pt x="0" y="2440964"/>
                            </a:cubicBezTo>
                            <a:cubicBezTo>
                              <a:pt x="12143" y="2330557"/>
                              <a:pt x="-11962" y="2104088"/>
                              <a:pt x="0" y="1941008"/>
                            </a:cubicBezTo>
                            <a:cubicBezTo>
                              <a:pt x="11962" y="1777928"/>
                              <a:pt x="-29106" y="1526861"/>
                              <a:pt x="0" y="1352824"/>
                            </a:cubicBezTo>
                            <a:cubicBezTo>
                              <a:pt x="29106" y="1178787"/>
                              <a:pt x="-31352" y="870563"/>
                              <a:pt x="0" y="705821"/>
                            </a:cubicBezTo>
                            <a:cubicBezTo>
                              <a:pt x="31352" y="541079"/>
                              <a:pt x="-26074" y="286146"/>
                              <a:pt x="0" y="0"/>
                            </a:cubicBezTo>
                            <a:cubicBezTo>
                              <a:pt x="276335" y="18774"/>
                              <a:pt x="320078" y="4665"/>
                              <a:pt x="575344" y="0"/>
                            </a:cubicBezTo>
                            <a:cubicBezTo>
                              <a:pt x="830610" y="-4665"/>
                              <a:pt x="918525" y="-14117"/>
                              <a:pt x="1150688" y="0"/>
                            </a:cubicBezTo>
                            <a:cubicBezTo>
                              <a:pt x="1382851" y="14117"/>
                              <a:pt x="1514697" y="12696"/>
                              <a:pt x="1759876" y="0"/>
                            </a:cubicBezTo>
                            <a:cubicBezTo>
                              <a:pt x="2005055" y="-12696"/>
                              <a:pt x="2186623" y="18491"/>
                              <a:pt x="2402907" y="0"/>
                            </a:cubicBezTo>
                            <a:cubicBezTo>
                              <a:pt x="2619191" y="-18491"/>
                              <a:pt x="2966686" y="41600"/>
                              <a:pt x="3384376" y="0"/>
                            </a:cubicBezTo>
                            <a:cubicBezTo>
                              <a:pt x="3402167" y="298312"/>
                              <a:pt x="3367011" y="437108"/>
                              <a:pt x="3384376" y="637197"/>
                            </a:cubicBezTo>
                            <a:cubicBezTo>
                              <a:pt x="3401741" y="837286"/>
                              <a:pt x="3385935" y="1076052"/>
                              <a:pt x="3384376" y="1225379"/>
                            </a:cubicBezTo>
                            <a:cubicBezTo>
                              <a:pt x="3382817" y="1374706"/>
                              <a:pt x="3402453" y="1542536"/>
                              <a:pt x="3384376" y="1764546"/>
                            </a:cubicBezTo>
                            <a:cubicBezTo>
                              <a:pt x="3366299" y="1986556"/>
                              <a:pt x="3394686" y="2297152"/>
                              <a:pt x="3384376" y="2450758"/>
                            </a:cubicBezTo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0D97DEB-C8FA-E247-AAB9-1EE68FCB64DA}"/>
              </a:ext>
            </a:extLst>
          </p:cNvPr>
          <p:cNvSpPr txBox="1"/>
          <p:nvPr/>
        </p:nvSpPr>
        <p:spPr>
          <a:xfrm>
            <a:off x="6607537" y="2815910"/>
            <a:ext cx="792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Solve:</a:t>
            </a:r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1743</TotalTime>
  <Words>368</Words>
  <Application>Microsoft Macintosh PowerPoint</Application>
  <PresentationFormat>On-screen Show (4:3)</PresentationFormat>
  <Paragraphs>92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RULE UP FOR 3 COLOUMN NOTES</vt:lpstr>
      <vt:lpstr>PowerPoint Presentation</vt:lpstr>
      <vt:lpstr>PowerPoint Presentation</vt:lpstr>
      <vt:lpstr>PowerPoint Presentation</vt:lpstr>
      <vt:lpstr>We Do</vt:lpstr>
      <vt:lpstr>Task</vt:lpstr>
      <vt:lpstr>PowerPoint Presentation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DIXON Emily [Baldivis Secondary College]</cp:lastModifiedBy>
  <cp:revision>81</cp:revision>
  <dcterms:created xsi:type="dcterms:W3CDTF">2014-05-14T02:58:57Z</dcterms:created>
  <dcterms:modified xsi:type="dcterms:W3CDTF">2021-10-17T13:57:20Z</dcterms:modified>
</cp:coreProperties>
</file>