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303" r:id="rId3"/>
    <p:sldId id="330" r:id="rId4"/>
    <p:sldId id="331" r:id="rId5"/>
    <p:sldId id="329" r:id="rId6"/>
    <p:sldId id="332" r:id="rId7"/>
    <p:sldId id="292" r:id="rId8"/>
    <p:sldId id="29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97" autoAdjust="0"/>
    <p:restoredTop sz="95192" autoAdjust="0"/>
  </p:normalViewPr>
  <p:slideViewPr>
    <p:cSldViewPr>
      <p:cViewPr varScale="1">
        <p:scale>
          <a:sx n="102" d="100"/>
          <a:sy n="102" d="100"/>
        </p:scale>
        <p:origin x="233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17/10/21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also worksheets uploaded.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3742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also worksheets uploaded.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3837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9">
            <a:extLst>
              <a:ext uri="{FF2B5EF4-FFF2-40B4-BE49-F238E27FC236}">
                <a16:creationId xmlns:a16="http://schemas.microsoft.com/office/drawing/2014/main" id="{EB270761-CC40-4F3F-A916-7E3BC3989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2820855C-9FA4-417A-BE67-63C022F81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541782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D7E6A49B-1B06-403E-8CC5-ACB38A6BD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1826" y="891540"/>
            <a:ext cx="8242174" cy="50711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2FEDF0D-9A27-6647-8EB9-BBC4F784C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4620" y="1660121"/>
            <a:ext cx="7217553" cy="3305493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7700" dirty="0"/>
              <a:t>RULE UP FOR 3 COLOUMN NOTES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16FD55-4DED-0646-86A7-A8D3D4D2D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2913" y="3732414"/>
            <a:ext cx="3843841" cy="293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34257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02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2" y="149730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Laws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128" y="526637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index laws can be used to simplify expressions with indices.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84052B-88D7-9C4A-BF78-1F9EF6391349}"/>
              </a:ext>
            </a:extLst>
          </p:cNvPr>
          <p:cNvSpPr/>
          <p:nvPr/>
        </p:nvSpPr>
        <p:spPr>
          <a:xfrm>
            <a:off x="1833093" y="1414753"/>
            <a:ext cx="5622556" cy="792088"/>
          </a:xfrm>
          <a:custGeom>
            <a:avLst/>
            <a:gdLst>
              <a:gd name="connsiteX0" fmla="*/ 0 w 5622556"/>
              <a:gd name="connsiteY0" fmla="*/ 0 h 792088"/>
              <a:gd name="connsiteX1" fmla="*/ 393579 w 5622556"/>
              <a:gd name="connsiteY1" fmla="*/ 0 h 792088"/>
              <a:gd name="connsiteX2" fmla="*/ 899609 w 5622556"/>
              <a:gd name="connsiteY2" fmla="*/ 0 h 792088"/>
              <a:gd name="connsiteX3" fmla="*/ 1518090 w 5622556"/>
              <a:gd name="connsiteY3" fmla="*/ 0 h 792088"/>
              <a:gd name="connsiteX4" fmla="*/ 2024120 w 5622556"/>
              <a:gd name="connsiteY4" fmla="*/ 0 h 792088"/>
              <a:gd name="connsiteX5" fmla="*/ 2642601 w 5622556"/>
              <a:gd name="connsiteY5" fmla="*/ 0 h 792088"/>
              <a:gd name="connsiteX6" fmla="*/ 3204857 w 5622556"/>
              <a:gd name="connsiteY6" fmla="*/ 0 h 792088"/>
              <a:gd name="connsiteX7" fmla="*/ 3823338 w 5622556"/>
              <a:gd name="connsiteY7" fmla="*/ 0 h 792088"/>
              <a:gd name="connsiteX8" fmla="*/ 4441819 w 5622556"/>
              <a:gd name="connsiteY8" fmla="*/ 0 h 792088"/>
              <a:gd name="connsiteX9" fmla="*/ 5116526 w 5622556"/>
              <a:gd name="connsiteY9" fmla="*/ 0 h 792088"/>
              <a:gd name="connsiteX10" fmla="*/ 5622556 w 5622556"/>
              <a:gd name="connsiteY10" fmla="*/ 0 h 792088"/>
              <a:gd name="connsiteX11" fmla="*/ 5622556 w 5622556"/>
              <a:gd name="connsiteY11" fmla="*/ 396044 h 792088"/>
              <a:gd name="connsiteX12" fmla="*/ 5622556 w 5622556"/>
              <a:gd name="connsiteY12" fmla="*/ 792088 h 792088"/>
              <a:gd name="connsiteX13" fmla="*/ 5116526 w 5622556"/>
              <a:gd name="connsiteY13" fmla="*/ 792088 h 792088"/>
              <a:gd name="connsiteX14" fmla="*/ 4554270 w 5622556"/>
              <a:gd name="connsiteY14" fmla="*/ 792088 h 792088"/>
              <a:gd name="connsiteX15" fmla="*/ 4160691 w 5622556"/>
              <a:gd name="connsiteY15" fmla="*/ 792088 h 792088"/>
              <a:gd name="connsiteX16" fmla="*/ 3710887 w 5622556"/>
              <a:gd name="connsiteY16" fmla="*/ 792088 h 792088"/>
              <a:gd name="connsiteX17" fmla="*/ 3261082 w 5622556"/>
              <a:gd name="connsiteY17" fmla="*/ 792088 h 792088"/>
              <a:gd name="connsiteX18" fmla="*/ 2698827 w 5622556"/>
              <a:gd name="connsiteY18" fmla="*/ 792088 h 792088"/>
              <a:gd name="connsiteX19" fmla="*/ 2192797 w 5622556"/>
              <a:gd name="connsiteY19" fmla="*/ 792088 h 792088"/>
              <a:gd name="connsiteX20" fmla="*/ 1686767 w 5622556"/>
              <a:gd name="connsiteY20" fmla="*/ 792088 h 792088"/>
              <a:gd name="connsiteX21" fmla="*/ 1180737 w 5622556"/>
              <a:gd name="connsiteY21" fmla="*/ 792088 h 792088"/>
              <a:gd name="connsiteX22" fmla="*/ 787158 w 5622556"/>
              <a:gd name="connsiteY22" fmla="*/ 792088 h 792088"/>
              <a:gd name="connsiteX23" fmla="*/ 0 w 5622556"/>
              <a:gd name="connsiteY23" fmla="*/ 792088 h 792088"/>
              <a:gd name="connsiteX24" fmla="*/ 0 w 5622556"/>
              <a:gd name="connsiteY24" fmla="*/ 419807 h 792088"/>
              <a:gd name="connsiteX25" fmla="*/ 0 w 5622556"/>
              <a:gd name="connsiteY25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5622556" h="792088" fill="none" extrusionOk="0">
                <a:moveTo>
                  <a:pt x="0" y="0"/>
                </a:moveTo>
                <a:cubicBezTo>
                  <a:pt x="196527" y="-7245"/>
                  <a:pt x="227596" y="37126"/>
                  <a:pt x="393579" y="0"/>
                </a:cubicBezTo>
                <a:cubicBezTo>
                  <a:pt x="559562" y="-37126"/>
                  <a:pt x="709733" y="29071"/>
                  <a:pt x="899609" y="0"/>
                </a:cubicBezTo>
                <a:cubicBezTo>
                  <a:pt x="1089485" y="-29071"/>
                  <a:pt x="1326642" y="36984"/>
                  <a:pt x="1518090" y="0"/>
                </a:cubicBezTo>
                <a:cubicBezTo>
                  <a:pt x="1709538" y="-36984"/>
                  <a:pt x="1861669" y="23093"/>
                  <a:pt x="2024120" y="0"/>
                </a:cubicBezTo>
                <a:cubicBezTo>
                  <a:pt x="2186571" y="-23093"/>
                  <a:pt x="2342390" y="25145"/>
                  <a:pt x="2642601" y="0"/>
                </a:cubicBezTo>
                <a:cubicBezTo>
                  <a:pt x="2942812" y="-25145"/>
                  <a:pt x="3078835" y="23993"/>
                  <a:pt x="3204857" y="0"/>
                </a:cubicBezTo>
                <a:cubicBezTo>
                  <a:pt x="3330879" y="-23993"/>
                  <a:pt x="3515154" y="44983"/>
                  <a:pt x="3823338" y="0"/>
                </a:cubicBezTo>
                <a:cubicBezTo>
                  <a:pt x="4131522" y="-44983"/>
                  <a:pt x="4176757" y="8191"/>
                  <a:pt x="4441819" y="0"/>
                </a:cubicBezTo>
                <a:cubicBezTo>
                  <a:pt x="4706881" y="-8191"/>
                  <a:pt x="4818940" y="71581"/>
                  <a:pt x="5116526" y="0"/>
                </a:cubicBezTo>
                <a:cubicBezTo>
                  <a:pt x="5414112" y="-71581"/>
                  <a:pt x="5520512" y="50351"/>
                  <a:pt x="5622556" y="0"/>
                </a:cubicBezTo>
                <a:cubicBezTo>
                  <a:pt x="5640832" y="193630"/>
                  <a:pt x="5609575" y="283157"/>
                  <a:pt x="5622556" y="396044"/>
                </a:cubicBezTo>
                <a:cubicBezTo>
                  <a:pt x="5635537" y="508931"/>
                  <a:pt x="5592013" y="639280"/>
                  <a:pt x="5622556" y="792088"/>
                </a:cubicBezTo>
                <a:cubicBezTo>
                  <a:pt x="5431753" y="796691"/>
                  <a:pt x="5293567" y="741800"/>
                  <a:pt x="5116526" y="792088"/>
                </a:cubicBezTo>
                <a:cubicBezTo>
                  <a:pt x="4939485" y="842376"/>
                  <a:pt x="4673643" y="732939"/>
                  <a:pt x="4554270" y="792088"/>
                </a:cubicBezTo>
                <a:cubicBezTo>
                  <a:pt x="4434897" y="851237"/>
                  <a:pt x="4244849" y="764015"/>
                  <a:pt x="4160691" y="792088"/>
                </a:cubicBezTo>
                <a:cubicBezTo>
                  <a:pt x="4076533" y="820161"/>
                  <a:pt x="3813143" y="757436"/>
                  <a:pt x="3710887" y="792088"/>
                </a:cubicBezTo>
                <a:cubicBezTo>
                  <a:pt x="3608631" y="826740"/>
                  <a:pt x="3353380" y="748338"/>
                  <a:pt x="3261082" y="792088"/>
                </a:cubicBezTo>
                <a:cubicBezTo>
                  <a:pt x="3168784" y="835838"/>
                  <a:pt x="2817082" y="740169"/>
                  <a:pt x="2698827" y="792088"/>
                </a:cubicBezTo>
                <a:cubicBezTo>
                  <a:pt x="2580572" y="844007"/>
                  <a:pt x="2336887" y="789736"/>
                  <a:pt x="2192797" y="792088"/>
                </a:cubicBezTo>
                <a:cubicBezTo>
                  <a:pt x="2048707" y="794440"/>
                  <a:pt x="1840547" y="781487"/>
                  <a:pt x="1686767" y="792088"/>
                </a:cubicBezTo>
                <a:cubicBezTo>
                  <a:pt x="1532987" y="802689"/>
                  <a:pt x="1367631" y="779955"/>
                  <a:pt x="1180737" y="792088"/>
                </a:cubicBezTo>
                <a:cubicBezTo>
                  <a:pt x="993843" y="804221"/>
                  <a:pt x="893143" y="749451"/>
                  <a:pt x="787158" y="792088"/>
                </a:cubicBezTo>
                <a:cubicBezTo>
                  <a:pt x="681173" y="834725"/>
                  <a:pt x="213841" y="701856"/>
                  <a:pt x="0" y="792088"/>
                </a:cubicBezTo>
                <a:cubicBezTo>
                  <a:pt x="-28427" y="649633"/>
                  <a:pt x="12093" y="496970"/>
                  <a:pt x="0" y="419807"/>
                </a:cubicBezTo>
                <a:cubicBezTo>
                  <a:pt x="-12093" y="342644"/>
                  <a:pt x="41107" y="183111"/>
                  <a:pt x="0" y="0"/>
                </a:cubicBezTo>
                <a:close/>
              </a:path>
              <a:path w="5622556" h="792088" stroke="0" extrusionOk="0">
                <a:moveTo>
                  <a:pt x="0" y="0"/>
                </a:moveTo>
                <a:cubicBezTo>
                  <a:pt x="111913" y="-38115"/>
                  <a:pt x="257286" y="29569"/>
                  <a:pt x="393579" y="0"/>
                </a:cubicBezTo>
                <a:cubicBezTo>
                  <a:pt x="529872" y="-29569"/>
                  <a:pt x="923559" y="57319"/>
                  <a:pt x="1068286" y="0"/>
                </a:cubicBezTo>
                <a:cubicBezTo>
                  <a:pt x="1213013" y="-57319"/>
                  <a:pt x="1456516" y="55675"/>
                  <a:pt x="1742992" y="0"/>
                </a:cubicBezTo>
                <a:cubicBezTo>
                  <a:pt x="2029468" y="-55675"/>
                  <a:pt x="2125272" y="17416"/>
                  <a:pt x="2361474" y="0"/>
                </a:cubicBezTo>
                <a:cubicBezTo>
                  <a:pt x="2597676" y="-17416"/>
                  <a:pt x="2649333" y="26677"/>
                  <a:pt x="2755052" y="0"/>
                </a:cubicBezTo>
                <a:cubicBezTo>
                  <a:pt x="2860771" y="-26677"/>
                  <a:pt x="3134813" y="41348"/>
                  <a:pt x="3317308" y="0"/>
                </a:cubicBezTo>
                <a:cubicBezTo>
                  <a:pt x="3499803" y="-41348"/>
                  <a:pt x="3845118" y="43411"/>
                  <a:pt x="3992015" y="0"/>
                </a:cubicBezTo>
                <a:cubicBezTo>
                  <a:pt x="4138912" y="-43411"/>
                  <a:pt x="4428884" y="18044"/>
                  <a:pt x="4666721" y="0"/>
                </a:cubicBezTo>
                <a:cubicBezTo>
                  <a:pt x="4904558" y="-18044"/>
                  <a:pt x="4913800" y="16658"/>
                  <a:pt x="5060300" y="0"/>
                </a:cubicBezTo>
                <a:cubicBezTo>
                  <a:pt x="5206800" y="-16658"/>
                  <a:pt x="5435228" y="37532"/>
                  <a:pt x="5622556" y="0"/>
                </a:cubicBezTo>
                <a:cubicBezTo>
                  <a:pt x="5666180" y="92683"/>
                  <a:pt x="5611457" y="239395"/>
                  <a:pt x="5622556" y="411886"/>
                </a:cubicBezTo>
                <a:cubicBezTo>
                  <a:pt x="5633655" y="584377"/>
                  <a:pt x="5618221" y="653179"/>
                  <a:pt x="5622556" y="792088"/>
                </a:cubicBezTo>
                <a:cubicBezTo>
                  <a:pt x="5458432" y="810409"/>
                  <a:pt x="5406358" y="768925"/>
                  <a:pt x="5228977" y="792088"/>
                </a:cubicBezTo>
                <a:cubicBezTo>
                  <a:pt x="5051596" y="815251"/>
                  <a:pt x="4948525" y="761456"/>
                  <a:pt x="4722947" y="792088"/>
                </a:cubicBezTo>
                <a:cubicBezTo>
                  <a:pt x="4497369" y="822720"/>
                  <a:pt x="4499186" y="760647"/>
                  <a:pt x="4329368" y="792088"/>
                </a:cubicBezTo>
                <a:cubicBezTo>
                  <a:pt x="4159550" y="823529"/>
                  <a:pt x="3937564" y="780675"/>
                  <a:pt x="3767113" y="792088"/>
                </a:cubicBezTo>
                <a:cubicBezTo>
                  <a:pt x="3596663" y="803501"/>
                  <a:pt x="3496950" y="770179"/>
                  <a:pt x="3261082" y="792088"/>
                </a:cubicBezTo>
                <a:cubicBezTo>
                  <a:pt x="3025214" y="813997"/>
                  <a:pt x="2905880" y="773646"/>
                  <a:pt x="2586376" y="792088"/>
                </a:cubicBezTo>
                <a:cubicBezTo>
                  <a:pt x="2266872" y="810530"/>
                  <a:pt x="2272825" y="746157"/>
                  <a:pt x="2192797" y="792088"/>
                </a:cubicBezTo>
                <a:cubicBezTo>
                  <a:pt x="2112769" y="838019"/>
                  <a:pt x="1800804" y="754613"/>
                  <a:pt x="1518090" y="792088"/>
                </a:cubicBezTo>
                <a:cubicBezTo>
                  <a:pt x="1235376" y="829563"/>
                  <a:pt x="1140144" y="751092"/>
                  <a:pt x="899609" y="792088"/>
                </a:cubicBezTo>
                <a:cubicBezTo>
                  <a:pt x="659074" y="833084"/>
                  <a:pt x="303643" y="783852"/>
                  <a:pt x="0" y="792088"/>
                </a:cubicBezTo>
                <a:cubicBezTo>
                  <a:pt x="-35693" y="688000"/>
                  <a:pt x="42640" y="486845"/>
                  <a:pt x="0" y="396044"/>
                </a:cubicBezTo>
                <a:cubicBezTo>
                  <a:pt x="-42640" y="305243"/>
                  <a:pt x="22328" y="132312"/>
                  <a:pt x="0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43859248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FIRST 5 QUESTIONS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CB56A2-1575-C046-9CA7-DC7C7A87DA26}"/>
                  </a:ext>
                </a:extLst>
              </p:cNvPr>
              <p:cNvSpPr txBox="1"/>
              <p:nvPr/>
            </p:nvSpPr>
            <p:spPr>
              <a:xfrm>
                <a:off x="193020" y="2206841"/>
                <a:ext cx="8757960" cy="42848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Tx/>
                  <a:buAutoNum type="arabicPeriod"/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Complete your summary from yesterday and highlight the important information.</a:t>
                </a:r>
              </a:p>
              <a:p>
                <a:pPr marL="342900" indent="-342900">
                  <a:buAutoNum type="arabicPeriod"/>
                </a:pPr>
                <a:endParaRPr lang="en-US" sz="2400" dirty="0"/>
              </a:p>
              <a:p>
                <a:pPr marL="342900" indent="-342900">
                  <a:buAutoNum type="arabicPeriod"/>
                </a:pPr>
                <a:r>
                  <a:rPr lang="en-US" sz="2400" dirty="0"/>
                  <a:t>Expand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AU" sz="2400" dirty="0"/>
              </a:p>
              <a:p>
                <a:pPr marL="342900" indent="-342900">
                  <a:buAutoNum type="arabicPeriod"/>
                </a:pPr>
                <a:endParaRPr lang="en-AU" sz="2400" dirty="0"/>
              </a:p>
              <a:p>
                <a:pPr marL="342900" indent="-342900">
                  <a:buAutoNum type="arabicPeriod"/>
                </a:pPr>
                <a:r>
                  <a:rPr lang="en-AU" sz="2400" dirty="0"/>
                  <a:t> Find the Circumference of the following shape.</a:t>
                </a:r>
              </a:p>
              <a:p>
                <a:pPr marL="342900" indent="-342900">
                  <a:buAutoNum type="arabicPeriod"/>
                </a:pPr>
                <a:endParaRPr lang="en-AU" sz="2400" dirty="0"/>
              </a:p>
              <a:p>
                <a:pPr marL="342900" indent="-342900">
                  <a:buFontTx/>
                  <a:buAutoNum type="arabicPeriod"/>
                </a:pPr>
                <a:r>
                  <a:rPr lang="en-AU" sz="2400" dirty="0"/>
                  <a:t>Find the Area of the following shape.</a:t>
                </a:r>
              </a:p>
              <a:p>
                <a:pPr marL="342900" indent="-342900">
                  <a:buAutoNum type="arabicPeriod"/>
                </a:pPr>
                <a:endParaRPr lang="en-AU" sz="2400" dirty="0"/>
              </a:p>
              <a:p>
                <a:pPr marL="342900" indent="-342900">
                  <a:buAutoNum type="arabicPeriod"/>
                </a:pPr>
                <a:r>
                  <a:rPr lang="en-AU" sz="2400" dirty="0"/>
                  <a:t> Simplify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sSup>
                          <m:sSup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en-AU" sz="1600" dirty="0"/>
              </a:p>
              <a:p>
                <a:pPr marL="342900" indent="-342900">
                  <a:buAutoNum type="arabicPeriod"/>
                </a:pPr>
                <a:endParaRPr lang="en-US" sz="1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CB56A2-1575-C046-9CA7-DC7C7A87D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20" y="2206841"/>
                <a:ext cx="8757960" cy="4284891"/>
              </a:xfrm>
              <a:prstGeom prst="rect">
                <a:avLst/>
              </a:prstGeom>
              <a:blipFill>
                <a:blip r:embed="rId2"/>
                <a:stretch>
                  <a:fillRect l="-1159" t="-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7FE23130-1E6B-4E41-87AC-B5AD474F5635}"/>
              </a:ext>
            </a:extLst>
          </p:cNvPr>
          <p:cNvSpPr/>
          <p:nvPr/>
        </p:nvSpPr>
        <p:spPr>
          <a:xfrm>
            <a:off x="6631487" y="4688468"/>
            <a:ext cx="1800200" cy="1800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D50566-2F82-2449-8B1D-B5F5882227A4}"/>
              </a:ext>
            </a:extLst>
          </p:cNvPr>
          <p:cNvCxnSpPr>
            <a:cxnSpLocks/>
          </p:cNvCxnSpPr>
          <p:nvPr/>
        </p:nvCxnSpPr>
        <p:spPr>
          <a:xfrm>
            <a:off x="7486131" y="5603726"/>
            <a:ext cx="94555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81ED70B-7E9F-7541-A0A0-D912535F9FF8}"/>
              </a:ext>
            </a:extLst>
          </p:cNvPr>
          <p:cNvSpPr txBox="1"/>
          <p:nvPr/>
        </p:nvSpPr>
        <p:spPr>
          <a:xfrm>
            <a:off x="7531587" y="5157192"/>
            <a:ext cx="699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7cm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25689" y="1900369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Laws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index laws can be used to simplify expressions with indices.  </a:t>
            </a: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5580112" y="1894433"/>
            <a:ext cx="0" cy="5129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81009" y="1981913"/>
            <a:ext cx="2258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/>
              <a:t>Power of a Power Law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0395" y="1977140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/>
              <a:t>Example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B61571-A37E-6C4E-A051-57DDC60D1C37}"/>
              </a:ext>
            </a:extLst>
          </p:cNvPr>
          <p:cNvSpPr/>
          <p:nvPr/>
        </p:nvSpPr>
        <p:spPr>
          <a:xfrm>
            <a:off x="254565" y="3541555"/>
            <a:ext cx="176913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How do I use the</a:t>
            </a:r>
            <a:br>
              <a:rPr lang="en-AU" dirty="0"/>
            </a:br>
            <a:r>
              <a:rPr lang="en-AU" dirty="0"/>
              <a:t>Power of a power law?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A69AC4E-D5B1-8040-97FA-2099D826924D}"/>
                  </a:ext>
                </a:extLst>
              </p:cNvPr>
              <p:cNvSpPr txBox="1"/>
              <p:nvPr/>
            </p:nvSpPr>
            <p:spPr>
              <a:xfrm>
                <a:off x="2668024" y="2677253"/>
                <a:ext cx="202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i="1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400" i="1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4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𝑚𝑛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A69AC4E-D5B1-8040-97FA-2099D8269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024" y="2677253"/>
                <a:ext cx="2029850" cy="461665"/>
              </a:xfrm>
              <a:prstGeom prst="rect">
                <a:avLst/>
              </a:prstGeom>
              <a:blipFill>
                <a:blip r:embed="rId2"/>
                <a:stretch>
                  <a:fillRect l="-621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C3303D4-8181-6F43-ADFA-4537460635CA}"/>
                  </a:ext>
                </a:extLst>
              </p:cNvPr>
              <p:cNvSpPr txBox="1"/>
              <p:nvPr/>
            </p:nvSpPr>
            <p:spPr>
              <a:xfrm>
                <a:off x="2301983" y="3962687"/>
                <a:ext cx="25448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AU" sz="2400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n-AU" sz="2400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4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C3303D4-8181-6F43-ADFA-453746063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983" y="3962687"/>
                <a:ext cx="2544863" cy="461665"/>
              </a:xfrm>
              <a:prstGeom prst="rect">
                <a:avLst/>
              </a:prstGeom>
              <a:blipFill>
                <a:blip r:embed="rId3"/>
                <a:stretch>
                  <a:fillRect l="-498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BFB048F-DF81-D644-9000-52FDEBB1C3DC}"/>
                  </a:ext>
                </a:extLst>
              </p:cNvPr>
              <p:cNvSpPr txBox="1"/>
              <p:nvPr/>
            </p:nvSpPr>
            <p:spPr>
              <a:xfrm>
                <a:off x="2736697" y="5095173"/>
                <a:ext cx="1693028" cy="8258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latin typeface="Cambria Math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latin typeface="Cambria Math"/>
                                    </a:rPr>
                                    <m:t>𝑏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400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BFB048F-DF81-D644-9000-52FDEBB1C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6697" y="5095173"/>
                <a:ext cx="1693028" cy="825803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21D03AC-22FE-BD40-B8FD-968322A0DD05}"/>
                  </a:ext>
                </a:extLst>
              </p:cNvPr>
              <p:cNvSpPr txBox="1"/>
              <p:nvPr/>
            </p:nvSpPr>
            <p:spPr>
              <a:xfrm>
                <a:off x="5946773" y="2615591"/>
                <a:ext cx="2756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sup>
                          </m:s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7×4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28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21D03AC-22FE-BD40-B8FD-968322A0D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773" y="2615591"/>
                <a:ext cx="2756267" cy="461665"/>
              </a:xfrm>
              <a:prstGeom prst="rect">
                <a:avLst/>
              </a:prstGeom>
              <a:blipFill>
                <a:blip r:embed="rId5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A7FDF85-031E-3B4F-A44B-5640F0C8DB17}"/>
                  </a:ext>
                </a:extLst>
              </p:cNvPr>
              <p:cNvSpPr txBox="1"/>
              <p:nvPr/>
            </p:nvSpPr>
            <p:spPr>
              <a:xfrm>
                <a:off x="6088849" y="3962687"/>
                <a:ext cx="26451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(6×3)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6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A7FDF85-031E-3B4F-A44B-5640F0C8D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8849" y="3962687"/>
                <a:ext cx="2645147" cy="461665"/>
              </a:xfrm>
              <a:prstGeom prst="rect">
                <a:avLst/>
              </a:prstGeom>
              <a:blipFill>
                <a:blip r:embed="rId6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40AA3A5-C659-E446-92DA-2F4A6280B744}"/>
                  </a:ext>
                </a:extLst>
              </p:cNvPr>
              <p:cNvSpPr txBox="1"/>
              <p:nvPr/>
            </p:nvSpPr>
            <p:spPr>
              <a:xfrm>
                <a:off x="6244836" y="5238944"/>
                <a:ext cx="1631985" cy="9951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240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  <m:t>8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chemeClr val="accent4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8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8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sz="24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40AA3A5-C659-E446-92DA-2F4A6280B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836" y="5238944"/>
                <a:ext cx="1631985" cy="9951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3577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3569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Laws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index laws can be used to simplify expressions with indices.  </a:t>
            </a: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4572000" y="1916832"/>
            <a:ext cx="0" cy="4941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439864" y="2038537"/>
            <a:ext cx="148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/>
              <a:t>Power to 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2802" y="2049835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776813" y="2646494"/>
                <a:ext cx="64402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813" y="2646494"/>
                <a:ext cx="64402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256377" y="2610479"/>
                <a:ext cx="131003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0</m:t>
                          </m:r>
                        </m:sup>
                      </m:sSup>
                      <m:r>
                        <a:rPr lang="en-AU" sz="2800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1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377" y="2610479"/>
                <a:ext cx="131003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758668" y="4211506"/>
                <a:ext cx="8427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5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668" y="4211506"/>
                <a:ext cx="84279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7312B56-99B4-7444-A58A-485A2F265869}"/>
                  </a:ext>
                </a:extLst>
              </p:cNvPr>
              <p:cNvSpPr txBox="1"/>
              <p:nvPr/>
            </p:nvSpPr>
            <p:spPr>
              <a:xfrm>
                <a:off x="5542538" y="4257672"/>
                <a:ext cx="287829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5 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 × 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7312B56-99B4-7444-A58A-485A2F265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538" y="4257672"/>
                <a:ext cx="2878294" cy="430887"/>
              </a:xfrm>
              <a:prstGeom prst="rect">
                <a:avLst/>
              </a:prstGeom>
              <a:blipFill>
                <a:blip r:embed="rId5"/>
                <a:stretch>
                  <a:fillRect t="-8571" b="-3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865C4736-8ED0-BF4A-BD17-C2ABB0DBCE13}"/>
              </a:ext>
            </a:extLst>
          </p:cNvPr>
          <p:cNvSpPr txBox="1"/>
          <p:nvPr/>
        </p:nvSpPr>
        <p:spPr>
          <a:xfrm>
            <a:off x="53381" y="2328946"/>
            <a:ext cx="18862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use the</a:t>
            </a:r>
            <a:br>
              <a:rPr lang="en-AU" dirty="0"/>
            </a:br>
            <a:r>
              <a:rPr lang="en-AU" dirty="0"/>
              <a:t>Power to zero law?</a:t>
            </a:r>
          </a:p>
        </p:txBody>
      </p:sp>
    </p:spTree>
    <p:extLst>
      <p:ext uri="{BB962C8B-B14F-4D97-AF65-F5344CB8AC3E}">
        <p14:creationId xmlns:p14="http://schemas.microsoft.com/office/powerpoint/2010/main" val="687547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2990"/>
            <a:ext cx="8229600" cy="1143000"/>
          </a:xfrm>
          <a:custGeom>
            <a:avLst/>
            <a:gdLst>
              <a:gd name="connsiteX0" fmla="*/ 0 w 8229600"/>
              <a:gd name="connsiteY0" fmla="*/ 0 h 1143000"/>
              <a:gd name="connsiteX1" fmla="*/ 670125 w 8229600"/>
              <a:gd name="connsiteY1" fmla="*/ 0 h 1143000"/>
              <a:gd name="connsiteX2" fmla="*/ 1422545 w 8229600"/>
              <a:gd name="connsiteY2" fmla="*/ 0 h 1143000"/>
              <a:gd name="connsiteX3" fmla="*/ 1845782 w 8229600"/>
              <a:gd name="connsiteY3" fmla="*/ 0 h 1143000"/>
              <a:gd name="connsiteX4" fmla="*/ 2515906 w 8229600"/>
              <a:gd name="connsiteY4" fmla="*/ 0 h 1143000"/>
              <a:gd name="connsiteX5" fmla="*/ 2939143 w 8229600"/>
              <a:gd name="connsiteY5" fmla="*/ 0 h 1143000"/>
              <a:gd name="connsiteX6" fmla="*/ 3526971 w 8229600"/>
              <a:gd name="connsiteY6" fmla="*/ 0 h 1143000"/>
              <a:gd name="connsiteX7" fmla="*/ 4197096 w 8229600"/>
              <a:gd name="connsiteY7" fmla="*/ 0 h 1143000"/>
              <a:gd name="connsiteX8" fmla="*/ 4538037 w 8229600"/>
              <a:gd name="connsiteY8" fmla="*/ 0 h 1143000"/>
              <a:gd name="connsiteX9" fmla="*/ 4878977 w 8229600"/>
              <a:gd name="connsiteY9" fmla="*/ 0 h 1143000"/>
              <a:gd name="connsiteX10" fmla="*/ 5631398 w 8229600"/>
              <a:gd name="connsiteY10" fmla="*/ 0 h 1143000"/>
              <a:gd name="connsiteX11" fmla="*/ 6219226 w 8229600"/>
              <a:gd name="connsiteY11" fmla="*/ 0 h 1143000"/>
              <a:gd name="connsiteX12" fmla="*/ 6560167 w 8229600"/>
              <a:gd name="connsiteY12" fmla="*/ 0 h 1143000"/>
              <a:gd name="connsiteX13" fmla="*/ 7147995 w 8229600"/>
              <a:gd name="connsiteY13" fmla="*/ 0 h 1143000"/>
              <a:gd name="connsiteX14" fmla="*/ 8229600 w 8229600"/>
              <a:gd name="connsiteY14" fmla="*/ 0 h 1143000"/>
              <a:gd name="connsiteX15" fmla="*/ 8229600 w 8229600"/>
              <a:gd name="connsiteY15" fmla="*/ 560070 h 1143000"/>
              <a:gd name="connsiteX16" fmla="*/ 8229600 w 8229600"/>
              <a:gd name="connsiteY16" fmla="*/ 1143000 h 1143000"/>
              <a:gd name="connsiteX17" fmla="*/ 7888659 w 8229600"/>
              <a:gd name="connsiteY17" fmla="*/ 1143000 h 1143000"/>
              <a:gd name="connsiteX18" fmla="*/ 7136239 w 8229600"/>
              <a:gd name="connsiteY18" fmla="*/ 1143000 h 1143000"/>
              <a:gd name="connsiteX19" fmla="*/ 6466114 w 8229600"/>
              <a:gd name="connsiteY19" fmla="*/ 1143000 h 1143000"/>
              <a:gd name="connsiteX20" fmla="*/ 5795990 w 8229600"/>
              <a:gd name="connsiteY20" fmla="*/ 1143000 h 1143000"/>
              <a:gd name="connsiteX21" fmla="*/ 5125865 w 8229600"/>
              <a:gd name="connsiteY21" fmla="*/ 1143000 h 1143000"/>
              <a:gd name="connsiteX22" fmla="*/ 4702629 w 8229600"/>
              <a:gd name="connsiteY22" fmla="*/ 1143000 h 1143000"/>
              <a:gd name="connsiteX23" fmla="*/ 3950208 w 8229600"/>
              <a:gd name="connsiteY23" fmla="*/ 1143000 h 1143000"/>
              <a:gd name="connsiteX24" fmla="*/ 3362379 w 8229600"/>
              <a:gd name="connsiteY24" fmla="*/ 1143000 h 1143000"/>
              <a:gd name="connsiteX25" fmla="*/ 3021439 w 8229600"/>
              <a:gd name="connsiteY25" fmla="*/ 1143000 h 1143000"/>
              <a:gd name="connsiteX26" fmla="*/ 2433610 w 8229600"/>
              <a:gd name="connsiteY26" fmla="*/ 1143000 h 1143000"/>
              <a:gd name="connsiteX27" fmla="*/ 1928078 w 8229600"/>
              <a:gd name="connsiteY27" fmla="*/ 1143000 h 1143000"/>
              <a:gd name="connsiteX28" fmla="*/ 1422545 w 8229600"/>
              <a:gd name="connsiteY28" fmla="*/ 1143000 h 1143000"/>
              <a:gd name="connsiteX29" fmla="*/ 917013 w 8229600"/>
              <a:gd name="connsiteY29" fmla="*/ 1143000 h 1143000"/>
              <a:gd name="connsiteX30" fmla="*/ 0 w 8229600"/>
              <a:gd name="connsiteY30" fmla="*/ 1143000 h 1143000"/>
              <a:gd name="connsiteX31" fmla="*/ 0 w 8229600"/>
              <a:gd name="connsiteY31" fmla="*/ 560070 h 1143000"/>
              <a:gd name="connsiteX32" fmla="*/ 0 w 8229600"/>
              <a:gd name="connsiteY32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229600" h="1143000" fill="none" extrusionOk="0">
                <a:moveTo>
                  <a:pt x="0" y="0"/>
                </a:moveTo>
                <a:cubicBezTo>
                  <a:pt x="244045" y="-74931"/>
                  <a:pt x="408892" y="49984"/>
                  <a:pt x="670125" y="0"/>
                </a:cubicBezTo>
                <a:cubicBezTo>
                  <a:pt x="931358" y="-49984"/>
                  <a:pt x="1167077" y="55527"/>
                  <a:pt x="1422545" y="0"/>
                </a:cubicBezTo>
                <a:cubicBezTo>
                  <a:pt x="1678013" y="-55527"/>
                  <a:pt x="1732699" y="26845"/>
                  <a:pt x="1845782" y="0"/>
                </a:cubicBezTo>
                <a:cubicBezTo>
                  <a:pt x="1958865" y="-26845"/>
                  <a:pt x="2345767" y="73842"/>
                  <a:pt x="2515906" y="0"/>
                </a:cubicBezTo>
                <a:cubicBezTo>
                  <a:pt x="2686045" y="-73842"/>
                  <a:pt x="2789761" y="38846"/>
                  <a:pt x="2939143" y="0"/>
                </a:cubicBezTo>
                <a:cubicBezTo>
                  <a:pt x="3088525" y="-38846"/>
                  <a:pt x="3371388" y="67311"/>
                  <a:pt x="3526971" y="0"/>
                </a:cubicBezTo>
                <a:cubicBezTo>
                  <a:pt x="3682554" y="-67311"/>
                  <a:pt x="3965562" y="8778"/>
                  <a:pt x="4197096" y="0"/>
                </a:cubicBezTo>
                <a:cubicBezTo>
                  <a:pt x="4428631" y="-8778"/>
                  <a:pt x="4393770" y="35904"/>
                  <a:pt x="4538037" y="0"/>
                </a:cubicBezTo>
                <a:cubicBezTo>
                  <a:pt x="4682304" y="-35904"/>
                  <a:pt x="4727758" y="23578"/>
                  <a:pt x="4878977" y="0"/>
                </a:cubicBezTo>
                <a:cubicBezTo>
                  <a:pt x="5030196" y="-23578"/>
                  <a:pt x="5372740" y="38514"/>
                  <a:pt x="5631398" y="0"/>
                </a:cubicBezTo>
                <a:cubicBezTo>
                  <a:pt x="5890056" y="-38514"/>
                  <a:pt x="6095731" y="26477"/>
                  <a:pt x="6219226" y="0"/>
                </a:cubicBezTo>
                <a:cubicBezTo>
                  <a:pt x="6342721" y="-26477"/>
                  <a:pt x="6435450" y="2994"/>
                  <a:pt x="6560167" y="0"/>
                </a:cubicBezTo>
                <a:cubicBezTo>
                  <a:pt x="6684884" y="-2994"/>
                  <a:pt x="6957126" y="24229"/>
                  <a:pt x="7147995" y="0"/>
                </a:cubicBezTo>
                <a:cubicBezTo>
                  <a:pt x="7338864" y="-24229"/>
                  <a:pt x="7719143" y="46530"/>
                  <a:pt x="8229600" y="0"/>
                </a:cubicBezTo>
                <a:cubicBezTo>
                  <a:pt x="8275743" y="179774"/>
                  <a:pt x="8184240" y="342397"/>
                  <a:pt x="8229600" y="560070"/>
                </a:cubicBezTo>
                <a:cubicBezTo>
                  <a:pt x="8274960" y="777743"/>
                  <a:pt x="8224079" y="1010982"/>
                  <a:pt x="8229600" y="1143000"/>
                </a:cubicBezTo>
                <a:cubicBezTo>
                  <a:pt x="8075678" y="1173959"/>
                  <a:pt x="7986196" y="1114800"/>
                  <a:pt x="7888659" y="1143000"/>
                </a:cubicBezTo>
                <a:cubicBezTo>
                  <a:pt x="7791122" y="1171200"/>
                  <a:pt x="7321908" y="1060138"/>
                  <a:pt x="7136239" y="1143000"/>
                </a:cubicBezTo>
                <a:cubicBezTo>
                  <a:pt x="6950570" y="1225862"/>
                  <a:pt x="6656949" y="1066750"/>
                  <a:pt x="6466114" y="1143000"/>
                </a:cubicBezTo>
                <a:cubicBezTo>
                  <a:pt x="6275280" y="1219250"/>
                  <a:pt x="5977986" y="1104870"/>
                  <a:pt x="5795990" y="1143000"/>
                </a:cubicBezTo>
                <a:cubicBezTo>
                  <a:pt x="5613994" y="1181130"/>
                  <a:pt x="5436575" y="1063673"/>
                  <a:pt x="5125865" y="1143000"/>
                </a:cubicBezTo>
                <a:cubicBezTo>
                  <a:pt x="4815156" y="1222327"/>
                  <a:pt x="4823844" y="1131445"/>
                  <a:pt x="4702629" y="1143000"/>
                </a:cubicBezTo>
                <a:cubicBezTo>
                  <a:pt x="4581414" y="1154555"/>
                  <a:pt x="4200735" y="1104645"/>
                  <a:pt x="3950208" y="1143000"/>
                </a:cubicBezTo>
                <a:cubicBezTo>
                  <a:pt x="3699681" y="1181355"/>
                  <a:pt x="3560866" y="1138500"/>
                  <a:pt x="3362379" y="1143000"/>
                </a:cubicBezTo>
                <a:cubicBezTo>
                  <a:pt x="3163892" y="1147500"/>
                  <a:pt x="3141062" y="1132414"/>
                  <a:pt x="3021439" y="1143000"/>
                </a:cubicBezTo>
                <a:cubicBezTo>
                  <a:pt x="2901816" y="1153586"/>
                  <a:pt x="2640091" y="1095272"/>
                  <a:pt x="2433610" y="1143000"/>
                </a:cubicBezTo>
                <a:cubicBezTo>
                  <a:pt x="2227129" y="1190728"/>
                  <a:pt x="2121386" y="1083073"/>
                  <a:pt x="1928078" y="1143000"/>
                </a:cubicBezTo>
                <a:cubicBezTo>
                  <a:pt x="1734770" y="1202927"/>
                  <a:pt x="1654855" y="1122042"/>
                  <a:pt x="1422545" y="1143000"/>
                </a:cubicBezTo>
                <a:cubicBezTo>
                  <a:pt x="1190235" y="1163958"/>
                  <a:pt x="1079441" y="1116260"/>
                  <a:pt x="917013" y="1143000"/>
                </a:cubicBezTo>
                <a:cubicBezTo>
                  <a:pt x="754585" y="1169740"/>
                  <a:pt x="453495" y="1140699"/>
                  <a:pt x="0" y="1143000"/>
                </a:cubicBezTo>
                <a:cubicBezTo>
                  <a:pt x="-19194" y="987525"/>
                  <a:pt x="57467" y="757550"/>
                  <a:pt x="0" y="560070"/>
                </a:cubicBezTo>
                <a:cubicBezTo>
                  <a:pt x="-57467" y="362590"/>
                  <a:pt x="8939" y="189831"/>
                  <a:pt x="0" y="0"/>
                </a:cubicBezTo>
                <a:close/>
              </a:path>
              <a:path w="8229600" h="1143000" stroke="0" extrusionOk="0">
                <a:moveTo>
                  <a:pt x="0" y="0"/>
                </a:moveTo>
                <a:cubicBezTo>
                  <a:pt x="135527" y="-57494"/>
                  <a:pt x="376976" y="25161"/>
                  <a:pt x="505533" y="0"/>
                </a:cubicBezTo>
                <a:cubicBezTo>
                  <a:pt x="634090" y="-25161"/>
                  <a:pt x="695344" y="28865"/>
                  <a:pt x="846473" y="0"/>
                </a:cubicBezTo>
                <a:cubicBezTo>
                  <a:pt x="997602" y="-28865"/>
                  <a:pt x="1281262" y="36869"/>
                  <a:pt x="1598894" y="0"/>
                </a:cubicBezTo>
                <a:cubicBezTo>
                  <a:pt x="1916526" y="-36869"/>
                  <a:pt x="1915421" y="12977"/>
                  <a:pt x="2104426" y="0"/>
                </a:cubicBezTo>
                <a:cubicBezTo>
                  <a:pt x="2293431" y="-12977"/>
                  <a:pt x="2450212" y="51236"/>
                  <a:pt x="2609959" y="0"/>
                </a:cubicBezTo>
                <a:cubicBezTo>
                  <a:pt x="2769706" y="-51236"/>
                  <a:pt x="3088348" y="69552"/>
                  <a:pt x="3362379" y="0"/>
                </a:cubicBezTo>
                <a:cubicBezTo>
                  <a:pt x="3636410" y="-69552"/>
                  <a:pt x="3633555" y="6774"/>
                  <a:pt x="3785616" y="0"/>
                </a:cubicBezTo>
                <a:cubicBezTo>
                  <a:pt x="3937677" y="-6774"/>
                  <a:pt x="4305417" y="78537"/>
                  <a:pt x="4538037" y="0"/>
                </a:cubicBezTo>
                <a:cubicBezTo>
                  <a:pt x="4770657" y="-78537"/>
                  <a:pt x="4922836" y="50346"/>
                  <a:pt x="5290457" y="0"/>
                </a:cubicBezTo>
                <a:cubicBezTo>
                  <a:pt x="5658078" y="-50346"/>
                  <a:pt x="5618036" y="42774"/>
                  <a:pt x="5878286" y="0"/>
                </a:cubicBezTo>
                <a:cubicBezTo>
                  <a:pt x="6138536" y="-42774"/>
                  <a:pt x="6300493" y="39784"/>
                  <a:pt x="6630706" y="0"/>
                </a:cubicBezTo>
                <a:cubicBezTo>
                  <a:pt x="6960919" y="-39784"/>
                  <a:pt x="6913160" y="52102"/>
                  <a:pt x="7136239" y="0"/>
                </a:cubicBezTo>
                <a:cubicBezTo>
                  <a:pt x="7359318" y="-52102"/>
                  <a:pt x="7516162" y="23704"/>
                  <a:pt x="7641771" y="0"/>
                </a:cubicBezTo>
                <a:cubicBezTo>
                  <a:pt x="7767380" y="-23704"/>
                  <a:pt x="8054549" y="24433"/>
                  <a:pt x="8229600" y="0"/>
                </a:cubicBezTo>
                <a:cubicBezTo>
                  <a:pt x="8254635" y="247403"/>
                  <a:pt x="8221751" y="388256"/>
                  <a:pt x="8229600" y="560070"/>
                </a:cubicBezTo>
                <a:cubicBezTo>
                  <a:pt x="8237449" y="731884"/>
                  <a:pt x="8218095" y="899426"/>
                  <a:pt x="8229600" y="1143000"/>
                </a:cubicBezTo>
                <a:cubicBezTo>
                  <a:pt x="7960671" y="1170406"/>
                  <a:pt x="7811091" y="1093480"/>
                  <a:pt x="7559475" y="1143000"/>
                </a:cubicBezTo>
                <a:cubicBezTo>
                  <a:pt x="7307860" y="1192520"/>
                  <a:pt x="7231172" y="1094565"/>
                  <a:pt x="6971647" y="1143000"/>
                </a:cubicBezTo>
                <a:cubicBezTo>
                  <a:pt x="6712122" y="1191435"/>
                  <a:pt x="6740115" y="1103234"/>
                  <a:pt x="6630706" y="1143000"/>
                </a:cubicBezTo>
                <a:cubicBezTo>
                  <a:pt x="6521297" y="1182766"/>
                  <a:pt x="6307008" y="1123455"/>
                  <a:pt x="6207470" y="1143000"/>
                </a:cubicBezTo>
                <a:cubicBezTo>
                  <a:pt x="6107932" y="1162545"/>
                  <a:pt x="5804076" y="1127341"/>
                  <a:pt x="5455049" y="1143000"/>
                </a:cubicBezTo>
                <a:cubicBezTo>
                  <a:pt x="5106022" y="1158659"/>
                  <a:pt x="5008712" y="1124552"/>
                  <a:pt x="4867221" y="1143000"/>
                </a:cubicBezTo>
                <a:cubicBezTo>
                  <a:pt x="4725730" y="1161448"/>
                  <a:pt x="4633749" y="1127400"/>
                  <a:pt x="4443984" y="1143000"/>
                </a:cubicBezTo>
                <a:cubicBezTo>
                  <a:pt x="4254219" y="1158600"/>
                  <a:pt x="4142455" y="1117187"/>
                  <a:pt x="3856155" y="1143000"/>
                </a:cubicBezTo>
                <a:cubicBezTo>
                  <a:pt x="3569855" y="1168813"/>
                  <a:pt x="3684499" y="1126258"/>
                  <a:pt x="3515215" y="1143000"/>
                </a:cubicBezTo>
                <a:cubicBezTo>
                  <a:pt x="3345931" y="1159742"/>
                  <a:pt x="3278778" y="1112800"/>
                  <a:pt x="3174274" y="1143000"/>
                </a:cubicBezTo>
                <a:cubicBezTo>
                  <a:pt x="3069770" y="1173200"/>
                  <a:pt x="2798307" y="1133450"/>
                  <a:pt x="2586446" y="1143000"/>
                </a:cubicBezTo>
                <a:cubicBezTo>
                  <a:pt x="2374585" y="1152550"/>
                  <a:pt x="2345030" y="1123007"/>
                  <a:pt x="2163209" y="1143000"/>
                </a:cubicBezTo>
                <a:cubicBezTo>
                  <a:pt x="1981388" y="1162993"/>
                  <a:pt x="1733215" y="1094824"/>
                  <a:pt x="1493085" y="1143000"/>
                </a:cubicBezTo>
                <a:cubicBezTo>
                  <a:pt x="1252955" y="1191176"/>
                  <a:pt x="1200064" y="1112736"/>
                  <a:pt x="1069848" y="1143000"/>
                </a:cubicBezTo>
                <a:cubicBezTo>
                  <a:pt x="939632" y="1173264"/>
                  <a:pt x="457557" y="1037763"/>
                  <a:pt x="0" y="1143000"/>
                </a:cubicBezTo>
                <a:cubicBezTo>
                  <a:pt x="-3670" y="1021277"/>
                  <a:pt x="22982" y="868359"/>
                  <a:pt x="0" y="605790"/>
                </a:cubicBezTo>
                <a:cubicBezTo>
                  <a:pt x="-22982" y="343221"/>
                  <a:pt x="51541" y="300004"/>
                  <a:pt x="0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Scribble/>
                  </ask:type>
                </ask:lineSketchStyleProps>
              </a:ext>
            </a:extLst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r>
              <a:rPr lang="en-AU" dirty="0">
                <a:solidFill>
                  <a:sysClr val="windowText" lastClr="000000"/>
                </a:solidFill>
              </a:rPr>
              <a:t>We 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36299D-4A31-CC42-A019-FA4224D98BCD}"/>
                  </a:ext>
                </a:extLst>
              </p:cNvPr>
              <p:cNvSpPr txBox="1"/>
              <p:nvPr/>
            </p:nvSpPr>
            <p:spPr>
              <a:xfrm>
                <a:off x="893881" y="3290837"/>
                <a:ext cx="136815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3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AU" sz="3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US" sz="3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36299D-4A31-CC42-A019-FA4224D98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81" y="3290837"/>
                <a:ext cx="1368152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544F75-CEB1-A54A-9437-7AE38FD3C427}"/>
                  </a:ext>
                </a:extLst>
              </p:cNvPr>
              <p:cNvSpPr txBox="1"/>
              <p:nvPr/>
            </p:nvSpPr>
            <p:spPr>
              <a:xfrm>
                <a:off x="893881" y="2360481"/>
                <a:ext cx="136815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AU" sz="3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US" sz="3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544F75-CEB1-A54A-9437-7AE38FD3C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81" y="2360481"/>
                <a:ext cx="1368152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D9DB871-638D-CD43-B80C-344B29FC04FD}"/>
                  </a:ext>
                </a:extLst>
              </p:cNvPr>
              <p:cNvSpPr/>
              <p:nvPr/>
            </p:nvSpPr>
            <p:spPr>
              <a:xfrm>
                <a:off x="961891" y="4221193"/>
                <a:ext cx="1232132" cy="5904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AU" sz="3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sSup>
                        <m:sSupPr>
                          <m:ctrlPr>
                            <a:rPr lang="en-AU" sz="3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D9DB871-638D-CD43-B80C-344B29FC04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891" y="4221193"/>
                <a:ext cx="1232132" cy="5904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640FBB2-6641-AC4A-AFDD-069242E769A8}"/>
                  </a:ext>
                </a:extLst>
              </p:cNvPr>
              <p:cNvSpPr/>
              <p:nvPr/>
            </p:nvSpPr>
            <p:spPr>
              <a:xfrm>
                <a:off x="733690" y="5157192"/>
                <a:ext cx="168853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AU" sz="3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AU" sz="3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AU" sz="3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sSup>
                        <m:sSupPr>
                          <m:ctrlPr>
                            <a:rPr lang="en-AU" sz="3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AU" sz="3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US" sz="3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640FBB2-6641-AC4A-AFDD-069242E769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90" y="5157192"/>
                <a:ext cx="1688539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2757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2990"/>
            <a:ext cx="8229600" cy="1143000"/>
          </a:xfrm>
          <a:custGeom>
            <a:avLst/>
            <a:gdLst>
              <a:gd name="connsiteX0" fmla="*/ 0 w 8229600"/>
              <a:gd name="connsiteY0" fmla="*/ 0 h 1143000"/>
              <a:gd name="connsiteX1" fmla="*/ 670125 w 8229600"/>
              <a:gd name="connsiteY1" fmla="*/ 0 h 1143000"/>
              <a:gd name="connsiteX2" fmla="*/ 1422545 w 8229600"/>
              <a:gd name="connsiteY2" fmla="*/ 0 h 1143000"/>
              <a:gd name="connsiteX3" fmla="*/ 1845782 w 8229600"/>
              <a:gd name="connsiteY3" fmla="*/ 0 h 1143000"/>
              <a:gd name="connsiteX4" fmla="*/ 2515906 w 8229600"/>
              <a:gd name="connsiteY4" fmla="*/ 0 h 1143000"/>
              <a:gd name="connsiteX5" fmla="*/ 2939143 w 8229600"/>
              <a:gd name="connsiteY5" fmla="*/ 0 h 1143000"/>
              <a:gd name="connsiteX6" fmla="*/ 3526971 w 8229600"/>
              <a:gd name="connsiteY6" fmla="*/ 0 h 1143000"/>
              <a:gd name="connsiteX7" fmla="*/ 4197096 w 8229600"/>
              <a:gd name="connsiteY7" fmla="*/ 0 h 1143000"/>
              <a:gd name="connsiteX8" fmla="*/ 4538037 w 8229600"/>
              <a:gd name="connsiteY8" fmla="*/ 0 h 1143000"/>
              <a:gd name="connsiteX9" fmla="*/ 4878977 w 8229600"/>
              <a:gd name="connsiteY9" fmla="*/ 0 h 1143000"/>
              <a:gd name="connsiteX10" fmla="*/ 5631398 w 8229600"/>
              <a:gd name="connsiteY10" fmla="*/ 0 h 1143000"/>
              <a:gd name="connsiteX11" fmla="*/ 6219226 w 8229600"/>
              <a:gd name="connsiteY11" fmla="*/ 0 h 1143000"/>
              <a:gd name="connsiteX12" fmla="*/ 6560167 w 8229600"/>
              <a:gd name="connsiteY12" fmla="*/ 0 h 1143000"/>
              <a:gd name="connsiteX13" fmla="*/ 7147995 w 8229600"/>
              <a:gd name="connsiteY13" fmla="*/ 0 h 1143000"/>
              <a:gd name="connsiteX14" fmla="*/ 8229600 w 8229600"/>
              <a:gd name="connsiteY14" fmla="*/ 0 h 1143000"/>
              <a:gd name="connsiteX15" fmla="*/ 8229600 w 8229600"/>
              <a:gd name="connsiteY15" fmla="*/ 560070 h 1143000"/>
              <a:gd name="connsiteX16" fmla="*/ 8229600 w 8229600"/>
              <a:gd name="connsiteY16" fmla="*/ 1143000 h 1143000"/>
              <a:gd name="connsiteX17" fmla="*/ 7888659 w 8229600"/>
              <a:gd name="connsiteY17" fmla="*/ 1143000 h 1143000"/>
              <a:gd name="connsiteX18" fmla="*/ 7136239 w 8229600"/>
              <a:gd name="connsiteY18" fmla="*/ 1143000 h 1143000"/>
              <a:gd name="connsiteX19" fmla="*/ 6466114 w 8229600"/>
              <a:gd name="connsiteY19" fmla="*/ 1143000 h 1143000"/>
              <a:gd name="connsiteX20" fmla="*/ 5795990 w 8229600"/>
              <a:gd name="connsiteY20" fmla="*/ 1143000 h 1143000"/>
              <a:gd name="connsiteX21" fmla="*/ 5125865 w 8229600"/>
              <a:gd name="connsiteY21" fmla="*/ 1143000 h 1143000"/>
              <a:gd name="connsiteX22" fmla="*/ 4702629 w 8229600"/>
              <a:gd name="connsiteY22" fmla="*/ 1143000 h 1143000"/>
              <a:gd name="connsiteX23" fmla="*/ 3950208 w 8229600"/>
              <a:gd name="connsiteY23" fmla="*/ 1143000 h 1143000"/>
              <a:gd name="connsiteX24" fmla="*/ 3362379 w 8229600"/>
              <a:gd name="connsiteY24" fmla="*/ 1143000 h 1143000"/>
              <a:gd name="connsiteX25" fmla="*/ 3021439 w 8229600"/>
              <a:gd name="connsiteY25" fmla="*/ 1143000 h 1143000"/>
              <a:gd name="connsiteX26" fmla="*/ 2433610 w 8229600"/>
              <a:gd name="connsiteY26" fmla="*/ 1143000 h 1143000"/>
              <a:gd name="connsiteX27" fmla="*/ 1928078 w 8229600"/>
              <a:gd name="connsiteY27" fmla="*/ 1143000 h 1143000"/>
              <a:gd name="connsiteX28" fmla="*/ 1422545 w 8229600"/>
              <a:gd name="connsiteY28" fmla="*/ 1143000 h 1143000"/>
              <a:gd name="connsiteX29" fmla="*/ 917013 w 8229600"/>
              <a:gd name="connsiteY29" fmla="*/ 1143000 h 1143000"/>
              <a:gd name="connsiteX30" fmla="*/ 0 w 8229600"/>
              <a:gd name="connsiteY30" fmla="*/ 1143000 h 1143000"/>
              <a:gd name="connsiteX31" fmla="*/ 0 w 8229600"/>
              <a:gd name="connsiteY31" fmla="*/ 560070 h 1143000"/>
              <a:gd name="connsiteX32" fmla="*/ 0 w 8229600"/>
              <a:gd name="connsiteY32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229600" h="1143000" fill="none" extrusionOk="0">
                <a:moveTo>
                  <a:pt x="0" y="0"/>
                </a:moveTo>
                <a:cubicBezTo>
                  <a:pt x="244045" y="-74931"/>
                  <a:pt x="408892" y="49984"/>
                  <a:pt x="670125" y="0"/>
                </a:cubicBezTo>
                <a:cubicBezTo>
                  <a:pt x="931358" y="-49984"/>
                  <a:pt x="1167077" y="55527"/>
                  <a:pt x="1422545" y="0"/>
                </a:cubicBezTo>
                <a:cubicBezTo>
                  <a:pt x="1678013" y="-55527"/>
                  <a:pt x="1732699" y="26845"/>
                  <a:pt x="1845782" y="0"/>
                </a:cubicBezTo>
                <a:cubicBezTo>
                  <a:pt x="1958865" y="-26845"/>
                  <a:pt x="2345767" y="73842"/>
                  <a:pt x="2515906" y="0"/>
                </a:cubicBezTo>
                <a:cubicBezTo>
                  <a:pt x="2686045" y="-73842"/>
                  <a:pt x="2789761" y="38846"/>
                  <a:pt x="2939143" y="0"/>
                </a:cubicBezTo>
                <a:cubicBezTo>
                  <a:pt x="3088525" y="-38846"/>
                  <a:pt x="3371388" y="67311"/>
                  <a:pt x="3526971" y="0"/>
                </a:cubicBezTo>
                <a:cubicBezTo>
                  <a:pt x="3682554" y="-67311"/>
                  <a:pt x="3965562" y="8778"/>
                  <a:pt x="4197096" y="0"/>
                </a:cubicBezTo>
                <a:cubicBezTo>
                  <a:pt x="4428631" y="-8778"/>
                  <a:pt x="4393770" y="35904"/>
                  <a:pt x="4538037" y="0"/>
                </a:cubicBezTo>
                <a:cubicBezTo>
                  <a:pt x="4682304" y="-35904"/>
                  <a:pt x="4727758" y="23578"/>
                  <a:pt x="4878977" y="0"/>
                </a:cubicBezTo>
                <a:cubicBezTo>
                  <a:pt x="5030196" y="-23578"/>
                  <a:pt x="5372740" y="38514"/>
                  <a:pt x="5631398" y="0"/>
                </a:cubicBezTo>
                <a:cubicBezTo>
                  <a:pt x="5890056" y="-38514"/>
                  <a:pt x="6095731" y="26477"/>
                  <a:pt x="6219226" y="0"/>
                </a:cubicBezTo>
                <a:cubicBezTo>
                  <a:pt x="6342721" y="-26477"/>
                  <a:pt x="6435450" y="2994"/>
                  <a:pt x="6560167" y="0"/>
                </a:cubicBezTo>
                <a:cubicBezTo>
                  <a:pt x="6684884" y="-2994"/>
                  <a:pt x="6957126" y="24229"/>
                  <a:pt x="7147995" y="0"/>
                </a:cubicBezTo>
                <a:cubicBezTo>
                  <a:pt x="7338864" y="-24229"/>
                  <a:pt x="7719143" y="46530"/>
                  <a:pt x="8229600" y="0"/>
                </a:cubicBezTo>
                <a:cubicBezTo>
                  <a:pt x="8275743" y="179774"/>
                  <a:pt x="8184240" y="342397"/>
                  <a:pt x="8229600" y="560070"/>
                </a:cubicBezTo>
                <a:cubicBezTo>
                  <a:pt x="8274960" y="777743"/>
                  <a:pt x="8224079" y="1010982"/>
                  <a:pt x="8229600" y="1143000"/>
                </a:cubicBezTo>
                <a:cubicBezTo>
                  <a:pt x="8075678" y="1173959"/>
                  <a:pt x="7986196" y="1114800"/>
                  <a:pt x="7888659" y="1143000"/>
                </a:cubicBezTo>
                <a:cubicBezTo>
                  <a:pt x="7791122" y="1171200"/>
                  <a:pt x="7321908" y="1060138"/>
                  <a:pt x="7136239" y="1143000"/>
                </a:cubicBezTo>
                <a:cubicBezTo>
                  <a:pt x="6950570" y="1225862"/>
                  <a:pt x="6656949" y="1066750"/>
                  <a:pt x="6466114" y="1143000"/>
                </a:cubicBezTo>
                <a:cubicBezTo>
                  <a:pt x="6275280" y="1219250"/>
                  <a:pt x="5977986" y="1104870"/>
                  <a:pt x="5795990" y="1143000"/>
                </a:cubicBezTo>
                <a:cubicBezTo>
                  <a:pt x="5613994" y="1181130"/>
                  <a:pt x="5436575" y="1063673"/>
                  <a:pt x="5125865" y="1143000"/>
                </a:cubicBezTo>
                <a:cubicBezTo>
                  <a:pt x="4815156" y="1222327"/>
                  <a:pt x="4823844" y="1131445"/>
                  <a:pt x="4702629" y="1143000"/>
                </a:cubicBezTo>
                <a:cubicBezTo>
                  <a:pt x="4581414" y="1154555"/>
                  <a:pt x="4200735" y="1104645"/>
                  <a:pt x="3950208" y="1143000"/>
                </a:cubicBezTo>
                <a:cubicBezTo>
                  <a:pt x="3699681" y="1181355"/>
                  <a:pt x="3560866" y="1138500"/>
                  <a:pt x="3362379" y="1143000"/>
                </a:cubicBezTo>
                <a:cubicBezTo>
                  <a:pt x="3163892" y="1147500"/>
                  <a:pt x="3141062" y="1132414"/>
                  <a:pt x="3021439" y="1143000"/>
                </a:cubicBezTo>
                <a:cubicBezTo>
                  <a:pt x="2901816" y="1153586"/>
                  <a:pt x="2640091" y="1095272"/>
                  <a:pt x="2433610" y="1143000"/>
                </a:cubicBezTo>
                <a:cubicBezTo>
                  <a:pt x="2227129" y="1190728"/>
                  <a:pt x="2121386" y="1083073"/>
                  <a:pt x="1928078" y="1143000"/>
                </a:cubicBezTo>
                <a:cubicBezTo>
                  <a:pt x="1734770" y="1202927"/>
                  <a:pt x="1654855" y="1122042"/>
                  <a:pt x="1422545" y="1143000"/>
                </a:cubicBezTo>
                <a:cubicBezTo>
                  <a:pt x="1190235" y="1163958"/>
                  <a:pt x="1079441" y="1116260"/>
                  <a:pt x="917013" y="1143000"/>
                </a:cubicBezTo>
                <a:cubicBezTo>
                  <a:pt x="754585" y="1169740"/>
                  <a:pt x="453495" y="1140699"/>
                  <a:pt x="0" y="1143000"/>
                </a:cubicBezTo>
                <a:cubicBezTo>
                  <a:pt x="-19194" y="987525"/>
                  <a:pt x="57467" y="757550"/>
                  <a:pt x="0" y="560070"/>
                </a:cubicBezTo>
                <a:cubicBezTo>
                  <a:pt x="-57467" y="362590"/>
                  <a:pt x="8939" y="189831"/>
                  <a:pt x="0" y="0"/>
                </a:cubicBezTo>
                <a:close/>
              </a:path>
              <a:path w="8229600" h="1143000" stroke="0" extrusionOk="0">
                <a:moveTo>
                  <a:pt x="0" y="0"/>
                </a:moveTo>
                <a:cubicBezTo>
                  <a:pt x="135527" y="-57494"/>
                  <a:pt x="376976" y="25161"/>
                  <a:pt x="505533" y="0"/>
                </a:cubicBezTo>
                <a:cubicBezTo>
                  <a:pt x="634090" y="-25161"/>
                  <a:pt x="695344" y="28865"/>
                  <a:pt x="846473" y="0"/>
                </a:cubicBezTo>
                <a:cubicBezTo>
                  <a:pt x="997602" y="-28865"/>
                  <a:pt x="1281262" y="36869"/>
                  <a:pt x="1598894" y="0"/>
                </a:cubicBezTo>
                <a:cubicBezTo>
                  <a:pt x="1916526" y="-36869"/>
                  <a:pt x="1915421" y="12977"/>
                  <a:pt x="2104426" y="0"/>
                </a:cubicBezTo>
                <a:cubicBezTo>
                  <a:pt x="2293431" y="-12977"/>
                  <a:pt x="2450212" y="51236"/>
                  <a:pt x="2609959" y="0"/>
                </a:cubicBezTo>
                <a:cubicBezTo>
                  <a:pt x="2769706" y="-51236"/>
                  <a:pt x="3088348" y="69552"/>
                  <a:pt x="3362379" y="0"/>
                </a:cubicBezTo>
                <a:cubicBezTo>
                  <a:pt x="3636410" y="-69552"/>
                  <a:pt x="3633555" y="6774"/>
                  <a:pt x="3785616" y="0"/>
                </a:cubicBezTo>
                <a:cubicBezTo>
                  <a:pt x="3937677" y="-6774"/>
                  <a:pt x="4305417" y="78537"/>
                  <a:pt x="4538037" y="0"/>
                </a:cubicBezTo>
                <a:cubicBezTo>
                  <a:pt x="4770657" y="-78537"/>
                  <a:pt x="4922836" y="50346"/>
                  <a:pt x="5290457" y="0"/>
                </a:cubicBezTo>
                <a:cubicBezTo>
                  <a:pt x="5658078" y="-50346"/>
                  <a:pt x="5618036" y="42774"/>
                  <a:pt x="5878286" y="0"/>
                </a:cubicBezTo>
                <a:cubicBezTo>
                  <a:pt x="6138536" y="-42774"/>
                  <a:pt x="6300493" y="39784"/>
                  <a:pt x="6630706" y="0"/>
                </a:cubicBezTo>
                <a:cubicBezTo>
                  <a:pt x="6960919" y="-39784"/>
                  <a:pt x="6913160" y="52102"/>
                  <a:pt x="7136239" y="0"/>
                </a:cubicBezTo>
                <a:cubicBezTo>
                  <a:pt x="7359318" y="-52102"/>
                  <a:pt x="7516162" y="23704"/>
                  <a:pt x="7641771" y="0"/>
                </a:cubicBezTo>
                <a:cubicBezTo>
                  <a:pt x="7767380" y="-23704"/>
                  <a:pt x="8054549" y="24433"/>
                  <a:pt x="8229600" y="0"/>
                </a:cubicBezTo>
                <a:cubicBezTo>
                  <a:pt x="8254635" y="247403"/>
                  <a:pt x="8221751" y="388256"/>
                  <a:pt x="8229600" y="560070"/>
                </a:cubicBezTo>
                <a:cubicBezTo>
                  <a:pt x="8237449" y="731884"/>
                  <a:pt x="8218095" y="899426"/>
                  <a:pt x="8229600" y="1143000"/>
                </a:cubicBezTo>
                <a:cubicBezTo>
                  <a:pt x="7960671" y="1170406"/>
                  <a:pt x="7811091" y="1093480"/>
                  <a:pt x="7559475" y="1143000"/>
                </a:cubicBezTo>
                <a:cubicBezTo>
                  <a:pt x="7307860" y="1192520"/>
                  <a:pt x="7231172" y="1094565"/>
                  <a:pt x="6971647" y="1143000"/>
                </a:cubicBezTo>
                <a:cubicBezTo>
                  <a:pt x="6712122" y="1191435"/>
                  <a:pt x="6740115" y="1103234"/>
                  <a:pt x="6630706" y="1143000"/>
                </a:cubicBezTo>
                <a:cubicBezTo>
                  <a:pt x="6521297" y="1182766"/>
                  <a:pt x="6307008" y="1123455"/>
                  <a:pt x="6207470" y="1143000"/>
                </a:cubicBezTo>
                <a:cubicBezTo>
                  <a:pt x="6107932" y="1162545"/>
                  <a:pt x="5804076" y="1127341"/>
                  <a:pt x="5455049" y="1143000"/>
                </a:cubicBezTo>
                <a:cubicBezTo>
                  <a:pt x="5106022" y="1158659"/>
                  <a:pt x="5008712" y="1124552"/>
                  <a:pt x="4867221" y="1143000"/>
                </a:cubicBezTo>
                <a:cubicBezTo>
                  <a:pt x="4725730" y="1161448"/>
                  <a:pt x="4633749" y="1127400"/>
                  <a:pt x="4443984" y="1143000"/>
                </a:cubicBezTo>
                <a:cubicBezTo>
                  <a:pt x="4254219" y="1158600"/>
                  <a:pt x="4142455" y="1117187"/>
                  <a:pt x="3856155" y="1143000"/>
                </a:cubicBezTo>
                <a:cubicBezTo>
                  <a:pt x="3569855" y="1168813"/>
                  <a:pt x="3684499" y="1126258"/>
                  <a:pt x="3515215" y="1143000"/>
                </a:cubicBezTo>
                <a:cubicBezTo>
                  <a:pt x="3345931" y="1159742"/>
                  <a:pt x="3278778" y="1112800"/>
                  <a:pt x="3174274" y="1143000"/>
                </a:cubicBezTo>
                <a:cubicBezTo>
                  <a:pt x="3069770" y="1173200"/>
                  <a:pt x="2798307" y="1133450"/>
                  <a:pt x="2586446" y="1143000"/>
                </a:cubicBezTo>
                <a:cubicBezTo>
                  <a:pt x="2374585" y="1152550"/>
                  <a:pt x="2345030" y="1123007"/>
                  <a:pt x="2163209" y="1143000"/>
                </a:cubicBezTo>
                <a:cubicBezTo>
                  <a:pt x="1981388" y="1162993"/>
                  <a:pt x="1733215" y="1094824"/>
                  <a:pt x="1493085" y="1143000"/>
                </a:cubicBezTo>
                <a:cubicBezTo>
                  <a:pt x="1252955" y="1191176"/>
                  <a:pt x="1200064" y="1112736"/>
                  <a:pt x="1069848" y="1143000"/>
                </a:cubicBezTo>
                <a:cubicBezTo>
                  <a:pt x="939632" y="1173264"/>
                  <a:pt x="457557" y="1037763"/>
                  <a:pt x="0" y="1143000"/>
                </a:cubicBezTo>
                <a:cubicBezTo>
                  <a:pt x="-3670" y="1021277"/>
                  <a:pt x="22982" y="868359"/>
                  <a:pt x="0" y="605790"/>
                </a:cubicBezTo>
                <a:cubicBezTo>
                  <a:pt x="-22982" y="343221"/>
                  <a:pt x="51541" y="300004"/>
                  <a:pt x="0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Scribble/>
                  </ask:type>
                </ask:lineSketchStyleProps>
              </a:ext>
            </a:extLst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r>
              <a:rPr lang="en-AU" dirty="0">
                <a:solidFill>
                  <a:sysClr val="windowText" lastClr="000000"/>
                </a:solidFill>
              </a:rPr>
              <a:t>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2348880"/>
            <a:ext cx="8229600" cy="4248472"/>
          </a:xfrm>
        </p:spPr>
        <p:txBody>
          <a:bodyPr>
            <a:normAutofit/>
          </a:bodyPr>
          <a:lstStyle/>
          <a:p>
            <a:r>
              <a:rPr lang="en-AU" dirty="0"/>
              <a:t>Dwyer Text Book Page 7</a:t>
            </a:r>
          </a:p>
          <a:p>
            <a:pPr marL="0" indent="0">
              <a:buNone/>
            </a:pPr>
            <a:r>
              <a:rPr lang="en-AU" dirty="0"/>
              <a:t> 	Exercise 1.11</a:t>
            </a:r>
          </a:p>
          <a:p>
            <a:r>
              <a:rPr lang="en-AU" dirty="0"/>
              <a:t>Dwyer Text Book Page 8</a:t>
            </a:r>
          </a:p>
          <a:p>
            <a:pPr marL="914400" lvl="2" indent="0">
              <a:buNone/>
            </a:pPr>
            <a:r>
              <a:rPr lang="en-AU" sz="3200" dirty="0"/>
              <a:t>Exercise 1.11</a:t>
            </a:r>
          </a:p>
          <a:p>
            <a:pPr marL="914400" lvl="2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02422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AF2BE54-DBF3-8A45-B02A-AC79551D9030}"/>
              </a:ext>
            </a:extLst>
          </p:cNvPr>
          <p:cNvSpPr txBox="1">
            <a:spLocks/>
          </p:cNvSpPr>
          <p:nvPr/>
        </p:nvSpPr>
        <p:spPr>
          <a:xfrm>
            <a:off x="448231" y="160337"/>
            <a:ext cx="8229600" cy="1143000"/>
          </a:xfrm>
          <a:custGeom>
            <a:avLst/>
            <a:gdLst>
              <a:gd name="connsiteX0" fmla="*/ 0 w 8229600"/>
              <a:gd name="connsiteY0" fmla="*/ 0 h 1143000"/>
              <a:gd name="connsiteX1" fmla="*/ 670125 w 8229600"/>
              <a:gd name="connsiteY1" fmla="*/ 0 h 1143000"/>
              <a:gd name="connsiteX2" fmla="*/ 1422545 w 8229600"/>
              <a:gd name="connsiteY2" fmla="*/ 0 h 1143000"/>
              <a:gd name="connsiteX3" fmla="*/ 1845782 w 8229600"/>
              <a:gd name="connsiteY3" fmla="*/ 0 h 1143000"/>
              <a:gd name="connsiteX4" fmla="*/ 2515906 w 8229600"/>
              <a:gd name="connsiteY4" fmla="*/ 0 h 1143000"/>
              <a:gd name="connsiteX5" fmla="*/ 2939143 w 8229600"/>
              <a:gd name="connsiteY5" fmla="*/ 0 h 1143000"/>
              <a:gd name="connsiteX6" fmla="*/ 3526971 w 8229600"/>
              <a:gd name="connsiteY6" fmla="*/ 0 h 1143000"/>
              <a:gd name="connsiteX7" fmla="*/ 4197096 w 8229600"/>
              <a:gd name="connsiteY7" fmla="*/ 0 h 1143000"/>
              <a:gd name="connsiteX8" fmla="*/ 4538037 w 8229600"/>
              <a:gd name="connsiteY8" fmla="*/ 0 h 1143000"/>
              <a:gd name="connsiteX9" fmla="*/ 4878977 w 8229600"/>
              <a:gd name="connsiteY9" fmla="*/ 0 h 1143000"/>
              <a:gd name="connsiteX10" fmla="*/ 5631398 w 8229600"/>
              <a:gd name="connsiteY10" fmla="*/ 0 h 1143000"/>
              <a:gd name="connsiteX11" fmla="*/ 6219226 w 8229600"/>
              <a:gd name="connsiteY11" fmla="*/ 0 h 1143000"/>
              <a:gd name="connsiteX12" fmla="*/ 6560167 w 8229600"/>
              <a:gd name="connsiteY12" fmla="*/ 0 h 1143000"/>
              <a:gd name="connsiteX13" fmla="*/ 7147995 w 8229600"/>
              <a:gd name="connsiteY13" fmla="*/ 0 h 1143000"/>
              <a:gd name="connsiteX14" fmla="*/ 8229600 w 8229600"/>
              <a:gd name="connsiteY14" fmla="*/ 0 h 1143000"/>
              <a:gd name="connsiteX15" fmla="*/ 8229600 w 8229600"/>
              <a:gd name="connsiteY15" fmla="*/ 560070 h 1143000"/>
              <a:gd name="connsiteX16" fmla="*/ 8229600 w 8229600"/>
              <a:gd name="connsiteY16" fmla="*/ 1143000 h 1143000"/>
              <a:gd name="connsiteX17" fmla="*/ 7888659 w 8229600"/>
              <a:gd name="connsiteY17" fmla="*/ 1143000 h 1143000"/>
              <a:gd name="connsiteX18" fmla="*/ 7136239 w 8229600"/>
              <a:gd name="connsiteY18" fmla="*/ 1143000 h 1143000"/>
              <a:gd name="connsiteX19" fmla="*/ 6466114 w 8229600"/>
              <a:gd name="connsiteY19" fmla="*/ 1143000 h 1143000"/>
              <a:gd name="connsiteX20" fmla="*/ 5795990 w 8229600"/>
              <a:gd name="connsiteY20" fmla="*/ 1143000 h 1143000"/>
              <a:gd name="connsiteX21" fmla="*/ 5125865 w 8229600"/>
              <a:gd name="connsiteY21" fmla="*/ 1143000 h 1143000"/>
              <a:gd name="connsiteX22" fmla="*/ 4702629 w 8229600"/>
              <a:gd name="connsiteY22" fmla="*/ 1143000 h 1143000"/>
              <a:gd name="connsiteX23" fmla="*/ 3950208 w 8229600"/>
              <a:gd name="connsiteY23" fmla="*/ 1143000 h 1143000"/>
              <a:gd name="connsiteX24" fmla="*/ 3362379 w 8229600"/>
              <a:gd name="connsiteY24" fmla="*/ 1143000 h 1143000"/>
              <a:gd name="connsiteX25" fmla="*/ 3021439 w 8229600"/>
              <a:gd name="connsiteY25" fmla="*/ 1143000 h 1143000"/>
              <a:gd name="connsiteX26" fmla="*/ 2433610 w 8229600"/>
              <a:gd name="connsiteY26" fmla="*/ 1143000 h 1143000"/>
              <a:gd name="connsiteX27" fmla="*/ 1928078 w 8229600"/>
              <a:gd name="connsiteY27" fmla="*/ 1143000 h 1143000"/>
              <a:gd name="connsiteX28" fmla="*/ 1422545 w 8229600"/>
              <a:gd name="connsiteY28" fmla="*/ 1143000 h 1143000"/>
              <a:gd name="connsiteX29" fmla="*/ 917013 w 8229600"/>
              <a:gd name="connsiteY29" fmla="*/ 1143000 h 1143000"/>
              <a:gd name="connsiteX30" fmla="*/ 0 w 8229600"/>
              <a:gd name="connsiteY30" fmla="*/ 1143000 h 1143000"/>
              <a:gd name="connsiteX31" fmla="*/ 0 w 8229600"/>
              <a:gd name="connsiteY31" fmla="*/ 560070 h 1143000"/>
              <a:gd name="connsiteX32" fmla="*/ 0 w 8229600"/>
              <a:gd name="connsiteY32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229600" h="1143000" fill="none" extrusionOk="0">
                <a:moveTo>
                  <a:pt x="0" y="0"/>
                </a:moveTo>
                <a:cubicBezTo>
                  <a:pt x="244045" y="-74931"/>
                  <a:pt x="408892" y="49984"/>
                  <a:pt x="670125" y="0"/>
                </a:cubicBezTo>
                <a:cubicBezTo>
                  <a:pt x="931358" y="-49984"/>
                  <a:pt x="1167077" y="55527"/>
                  <a:pt x="1422545" y="0"/>
                </a:cubicBezTo>
                <a:cubicBezTo>
                  <a:pt x="1678013" y="-55527"/>
                  <a:pt x="1732699" y="26845"/>
                  <a:pt x="1845782" y="0"/>
                </a:cubicBezTo>
                <a:cubicBezTo>
                  <a:pt x="1958865" y="-26845"/>
                  <a:pt x="2345767" y="73842"/>
                  <a:pt x="2515906" y="0"/>
                </a:cubicBezTo>
                <a:cubicBezTo>
                  <a:pt x="2686045" y="-73842"/>
                  <a:pt x="2789761" y="38846"/>
                  <a:pt x="2939143" y="0"/>
                </a:cubicBezTo>
                <a:cubicBezTo>
                  <a:pt x="3088525" y="-38846"/>
                  <a:pt x="3371388" y="67311"/>
                  <a:pt x="3526971" y="0"/>
                </a:cubicBezTo>
                <a:cubicBezTo>
                  <a:pt x="3682554" y="-67311"/>
                  <a:pt x="3965562" y="8778"/>
                  <a:pt x="4197096" y="0"/>
                </a:cubicBezTo>
                <a:cubicBezTo>
                  <a:pt x="4428631" y="-8778"/>
                  <a:pt x="4393770" y="35904"/>
                  <a:pt x="4538037" y="0"/>
                </a:cubicBezTo>
                <a:cubicBezTo>
                  <a:pt x="4682304" y="-35904"/>
                  <a:pt x="4727758" y="23578"/>
                  <a:pt x="4878977" y="0"/>
                </a:cubicBezTo>
                <a:cubicBezTo>
                  <a:pt x="5030196" y="-23578"/>
                  <a:pt x="5372740" y="38514"/>
                  <a:pt x="5631398" y="0"/>
                </a:cubicBezTo>
                <a:cubicBezTo>
                  <a:pt x="5890056" y="-38514"/>
                  <a:pt x="6095731" y="26477"/>
                  <a:pt x="6219226" y="0"/>
                </a:cubicBezTo>
                <a:cubicBezTo>
                  <a:pt x="6342721" y="-26477"/>
                  <a:pt x="6435450" y="2994"/>
                  <a:pt x="6560167" y="0"/>
                </a:cubicBezTo>
                <a:cubicBezTo>
                  <a:pt x="6684884" y="-2994"/>
                  <a:pt x="6957126" y="24229"/>
                  <a:pt x="7147995" y="0"/>
                </a:cubicBezTo>
                <a:cubicBezTo>
                  <a:pt x="7338864" y="-24229"/>
                  <a:pt x="7719143" y="46530"/>
                  <a:pt x="8229600" y="0"/>
                </a:cubicBezTo>
                <a:cubicBezTo>
                  <a:pt x="8275743" y="179774"/>
                  <a:pt x="8184240" y="342397"/>
                  <a:pt x="8229600" y="560070"/>
                </a:cubicBezTo>
                <a:cubicBezTo>
                  <a:pt x="8274960" y="777743"/>
                  <a:pt x="8224079" y="1010982"/>
                  <a:pt x="8229600" y="1143000"/>
                </a:cubicBezTo>
                <a:cubicBezTo>
                  <a:pt x="8075678" y="1173959"/>
                  <a:pt x="7986196" y="1114800"/>
                  <a:pt x="7888659" y="1143000"/>
                </a:cubicBezTo>
                <a:cubicBezTo>
                  <a:pt x="7791122" y="1171200"/>
                  <a:pt x="7321908" y="1060138"/>
                  <a:pt x="7136239" y="1143000"/>
                </a:cubicBezTo>
                <a:cubicBezTo>
                  <a:pt x="6950570" y="1225862"/>
                  <a:pt x="6656949" y="1066750"/>
                  <a:pt x="6466114" y="1143000"/>
                </a:cubicBezTo>
                <a:cubicBezTo>
                  <a:pt x="6275280" y="1219250"/>
                  <a:pt x="5977986" y="1104870"/>
                  <a:pt x="5795990" y="1143000"/>
                </a:cubicBezTo>
                <a:cubicBezTo>
                  <a:pt x="5613994" y="1181130"/>
                  <a:pt x="5436575" y="1063673"/>
                  <a:pt x="5125865" y="1143000"/>
                </a:cubicBezTo>
                <a:cubicBezTo>
                  <a:pt x="4815156" y="1222327"/>
                  <a:pt x="4823844" y="1131445"/>
                  <a:pt x="4702629" y="1143000"/>
                </a:cubicBezTo>
                <a:cubicBezTo>
                  <a:pt x="4581414" y="1154555"/>
                  <a:pt x="4200735" y="1104645"/>
                  <a:pt x="3950208" y="1143000"/>
                </a:cubicBezTo>
                <a:cubicBezTo>
                  <a:pt x="3699681" y="1181355"/>
                  <a:pt x="3560866" y="1138500"/>
                  <a:pt x="3362379" y="1143000"/>
                </a:cubicBezTo>
                <a:cubicBezTo>
                  <a:pt x="3163892" y="1147500"/>
                  <a:pt x="3141062" y="1132414"/>
                  <a:pt x="3021439" y="1143000"/>
                </a:cubicBezTo>
                <a:cubicBezTo>
                  <a:pt x="2901816" y="1153586"/>
                  <a:pt x="2640091" y="1095272"/>
                  <a:pt x="2433610" y="1143000"/>
                </a:cubicBezTo>
                <a:cubicBezTo>
                  <a:pt x="2227129" y="1190728"/>
                  <a:pt x="2121386" y="1083073"/>
                  <a:pt x="1928078" y="1143000"/>
                </a:cubicBezTo>
                <a:cubicBezTo>
                  <a:pt x="1734770" y="1202927"/>
                  <a:pt x="1654855" y="1122042"/>
                  <a:pt x="1422545" y="1143000"/>
                </a:cubicBezTo>
                <a:cubicBezTo>
                  <a:pt x="1190235" y="1163958"/>
                  <a:pt x="1079441" y="1116260"/>
                  <a:pt x="917013" y="1143000"/>
                </a:cubicBezTo>
                <a:cubicBezTo>
                  <a:pt x="754585" y="1169740"/>
                  <a:pt x="453495" y="1140699"/>
                  <a:pt x="0" y="1143000"/>
                </a:cubicBezTo>
                <a:cubicBezTo>
                  <a:pt x="-19194" y="987525"/>
                  <a:pt x="57467" y="757550"/>
                  <a:pt x="0" y="560070"/>
                </a:cubicBezTo>
                <a:cubicBezTo>
                  <a:pt x="-57467" y="362590"/>
                  <a:pt x="8939" y="189831"/>
                  <a:pt x="0" y="0"/>
                </a:cubicBezTo>
                <a:close/>
              </a:path>
              <a:path w="8229600" h="1143000" stroke="0" extrusionOk="0">
                <a:moveTo>
                  <a:pt x="0" y="0"/>
                </a:moveTo>
                <a:cubicBezTo>
                  <a:pt x="135527" y="-57494"/>
                  <a:pt x="376976" y="25161"/>
                  <a:pt x="505533" y="0"/>
                </a:cubicBezTo>
                <a:cubicBezTo>
                  <a:pt x="634090" y="-25161"/>
                  <a:pt x="695344" y="28865"/>
                  <a:pt x="846473" y="0"/>
                </a:cubicBezTo>
                <a:cubicBezTo>
                  <a:pt x="997602" y="-28865"/>
                  <a:pt x="1281262" y="36869"/>
                  <a:pt x="1598894" y="0"/>
                </a:cubicBezTo>
                <a:cubicBezTo>
                  <a:pt x="1916526" y="-36869"/>
                  <a:pt x="1915421" y="12977"/>
                  <a:pt x="2104426" y="0"/>
                </a:cubicBezTo>
                <a:cubicBezTo>
                  <a:pt x="2293431" y="-12977"/>
                  <a:pt x="2450212" y="51236"/>
                  <a:pt x="2609959" y="0"/>
                </a:cubicBezTo>
                <a:cubicBezTo>
                  <a:pt x="2769706" y="-51236"/>
                  <a:pt x="3088348" y="69552"/>
                  <a:pt x="3362379" y="0"/>
                </a:cubicBezTo>
                <a:cubicBezTo>
                  <a:pt x="3636410" y="-69552"/>
                  <a:pt x="3633555" y="6774"/>
                  <a:pt x="3785616" y="0"/>
                </a:cubicBezTo>
                <a:cubicBezTo>
                  <a:pt x="3937677" y="-6774"/>
                  <a:pt x="4305417" y="78537"/>
                  <a:pt x="4538037" y="0"/>
                </a:cubicBezTo>
                <a:cubicBezTo>
                  <a:pt x="4770657" y="-78537"/>
                  <a:pt x="4922836" y="50346"/>
                  <a:pt x="5290457" y="0"/>
                </a:cubicBezTo>
                <a:cubicBezTo>
                  <a:pt x="5658078" y="-50346"/>
                  <a:pt x="5618036" y="42774"/>
                  <a:pt x="5878286" y="0"/>
                </a:cubicBezTo>
                <a:cubicBezTo>
                  <a:pt x="6138536" y="-42774"/>
                  <a:pt x="6300493" y="39784"/>
                  <a:pt x="6630706" y="0"/>
                </a:cubicBezTo>
                <a:cubicBezTo>
                  <a:pt x="6960919" y="-39784"/>
                  <a:pt x="6913160" y="52102"/>
                  <a:pt x="7136239" y="0"/>
                </a:cubicBezTo>
                <a:cubicBezTo>
                  <a:pt x="7359318" y="-52102"/>
                  <a:pt x="7516162" y="23704"/>
                  <a:pt x="7641771" y="0"/>
                </a:cubicBezTo>
                <a:cubicBezTo>
                  <a:pt x="7767380" y="-23704"/>
                  <a:pt x="8054549" y="24433"/>
                  <a:pt x="8229600" y="0"/>
                </a:cubicBezTo>
                <a:cubicBezTo>
                  <a:pt x="8254635" y="247403"/>
                  <a:pt x="8221751" y="388256"/>
                  <a:pt x="8229600" y="560070"/>
                </a:cubicBezTo>
                <a:cubicBezTo>
                  <a:pt x="8237449" y="731884"/>
                  <a:pt x="8218095" y="899426"/>
                  <a:pt x="8229600" y="1143000"/>
                </a:cubicBezTo>
                <a:cubicBezTo>
                  <a:pt x="7960671" y="1170406"/>
                  <a:pt x="7811091" y="1093480"/>
                  <a:pt x="7559475" y="1143000"/>
                </a:cubicBezTo>
                <a:cubicBezTo>
                  <a:pt x="7307860" y="1192520"/>
                  <a:pt x="7231172" y="1094565"/>
                  <a:pt x="6971647" y="1143000"/>
                </a:cubicBezTo>
                <a:cubicBezTo>
                  <a:pt x="6712122" y="1191435"/>
                  <a:pt x="6740115" y="1103234"/>
                  <a:pt x="6630706" y="1143000"/>
                </a:cubicBezTo>
                <a:cubicBezTo>
                  <a:pt x="6521297" y="1182766"/>
                  <a:pt x="6307008" y="1123455"/>
                  <a:pt x="6207470" y="1143000"/>
                </a:cubicBezTo>
                <a:cubicBezTo>
                  <a:pt x="6107932" y="1162545"/>
                  <a:pt x="5804076" y="1127341"/>
                  <a:pt x="5455049" y="1143000"/>
                </a:cubicBezTo>
                <a:cubicBezTo>
                  <a:pt x="5106022" y="1158659"/>
                  <a:pt x="5008712" y="1124552"/>
                  <a:pt x="4867221" y="1143000"/>
                </a:cubicBezTo>
                <a:cubicBezTo>
                  <a:pt x="4725730" y="1161448"/>
                  <a:pt x="4633749" y="1127400"/>
                  <a:pt x="4443984" y="1143000"/>
                </a:cubicBezTo>
                <a:cubicBezTo>
                  <a:pt x="4254219" y="1158600"/>
                  <a:pt x="4142455" y="1117187"/>
                  <a:pt x="3856155" y="1143000"/>
                </a:cubicBezTo>
                <a:cubicBezTo>
                  <a:pt x="3569855" y="1168813"/>
                  <a:pt x="3684499" y="1126258"/>
                  <a:pt x="3515215" y="1143000"/>
                </a:cubicBezTo>
                <a:cubicBezTo>
                  <a:pt x="3345931" y="1159742"/>
                  <a:pt x="3278778" y="1112800"/>
                  <a:pt x="3174274" y="1143000"/>
                </a:cubicBezTo>
                <a:cubicBezTo>
                  <a:pt x="3069770" y="1173200"/>
                  <a:pt x="2798307" y="1133450"/>
                  <a:pt x="2586446" y="1143000"/>
                </a:cubicBezTo>
                <a:cubicBezTo>
                  <a:pt x="2374585" y="1152550"/>
                  <a:pt x="2345030" y="1123007"/>
                  <a:pt x="2163209" y="1143000"/>
                </a:cubicBezTo>
                <a:cubicBezTo>
                  <a:pt x="1981388" y="1162993"/>
                  <a:pt x="1733215" y="1094824"/>
                  <a:pt x="1493085" y="1143000"/>
                </a:cubicBezTo>
                <a:cubicBezTo>
                  <a:pt x="1252955" y="1191176"/>
                  <a:pt x="1200064" y="1112736"/>
                  <a:pt x="1069848" y="1143000"/>
                </a:cubicBezTo>
                <a:cubicBezTo>
                  <a:pt x="939632" y="1173264"/>
                  <a:pt x="457557" y="1037763"/>
                  <a:pt x="0" y="1143000"/>
                </a:cubicBezTo>
                <a:cubicBezTo>
                  <a:pt x="-3670" y="1021277"/>
                  <a:pt x="22982" y="868359"/>
                  <a:pt x="0" y="605790"/>
                </a:cubicBezTo>
                <a:cubicBezTo>
                  <a:pt x="-22982" y="343221"/>
                  <a:pt x="51541" y="300004"/>
                  <a:pt x="0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>
                <a:solidFill>
                  <a:sysClr val="windowText" lastClr="000000"/>
                </a:solidFill>
              </a:rPr>
              <a:t>Exit Ticket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Folded Corner 7">
                <a:extLst>
                  <a:ext uri="{FF2B5EF4-FFF2-40B4-BE49-F238E27FC236}">
                    <a16:creationId xmlns:a16="http://schemas.microsoft.com/office/drawing/2014/main" id="{0523BC69-3609-B04A-B807-D51F25FD582F}"/>
                  </a:ext>
                </a:extLst>
              </p:cNvPr>
              <p:cNvSpPr/>
              <p:nvPr/>
            </p:nvSpPr>
            <p:spPr>
              <a:xfrm>
                <a:off x="323528" y="4201088"/>
                <a:ext cx="2161073" cy="2221937"/>
              </a:xfrm>
              <a:custGeom>
                <a:avLst/>
                <a:gdLst>
                  <a:gd name="connsiteX0" fmla="*/ 0 w 2161073"/>
                  <a:gd name="connsiteY0" fmla="*/ 0 h 2221937"/>
                  <a:gd name="connsiteX1" fmla="*/ 497047 w 2161073"/>
                  <a:gd name="connsiteY1" fmla="*/ 0 h 2221937"/>
                  <a:gd name="connsiteX2" fmla="*/ 1037315 w 2161073"/>
                  <a:gd name="connsiteY2" fmla="*/ 0 h 2221937"/>
                  <a:gd name="connsiteX3" fmla="*/ 1512751 w 2161073"/>
                  <a:gd name="connsiteY3" fmla="*/ 0 h 2221937"/>
                  <a:gd name="connsiteX4" fmla="*/ 2161073 w 2161073"/>
                  <a:gd name="connsiteY4" fmla="*/ 0 h 2221937"/>
                  <a:gd name="connsiteX5" fmla="*/ 2161073 w 2161073"/>
                  <a:gd name="connsiteY5" fmla="*/ 639201 h 2221937"/>
                  <a:gd name="connsiteX6" fmla="*/ 2161073 w 2161073"/>
                  <a:gd name="connsiteY6" fmla="*/ 1297020 h 2221937"/>
                  <a:gd name="connsiteX7" fmla="*/ 2161073 w 2161073"/>
                  <a:gd name="connsiteY7" fmla="*/ 1861751 h 2221937"/>
                  <a:gd name="connsiteX8" fmla="*/ 1800887 w 2161073"/>
                  <a:gd name="connsiteY8" fmla="*/ 2221937 h 2221937"/>
                  <a:gd name="connsiteX9" fmla="*/ 1218600 w 2161073"/>
                  <a:gd name="connsiteY9" fmla="*/ 2221937 h 2221937"/>
                  <a:gd name="connsiteX10" fmla="*/ 672331 w 2161073"/>
                  <a:gd name="connsiteY10" fmla="*/ 2221937 h 2221937"/>
                  <a:gd name="connsiteX11" fmla="*/ 0 w 2161073"/>
                  <a:gd name="connsiteY11" fmla="*/ 2221937 h 2221937"/>
                  <a:gd name="connsiteX12" fmla="*/ 0 w 2161073"/>
                  <a:gd name="connsiteY12" fmla="*/ 1622014 h 2221937"/>
                  <a:gd name="connsiteX13" fmla="*/ 0 w 2161073"/>
                  <a:gd name="connsiteY13" fmla="*/ 1066530 h 2221937"/>
                  <a:gd name="connsiteX14" fmla="*/ 0 w 2161073"/>
                  <a:gd name="connsiteY14" fmla="*/ 511046 h 2221937"/>
                  <a:gd name="connsiteX15" fmla="*/ 0 w 2161073"/>
                  <a:gd name="connsiteY15" fmla="*/ 0 h 2221937"/>
                  <a:gd name="connsiteX0" fmla="*/ 1800887 w 2161073"/>
                  <a:gd name="connsiteY0" fmla="*/ 2221937 h 2221937"/>
                  <a:gd name="connsiteX1" fmla="*/ 1872924 w 2161073"/>
                  <a:gd name="connsiteY1" fmla="*/ 1933788 h 2221937"/>
                  <a:gd name="connsiteX2" fmla="*/ 2161073 w 2161073"/>
                  <a:gd name="connsiteY2" fmla="*/ 1861751 h 2221937"/>
                  <a:gd name="connsiteX3" fmla="*/ 1800887 w 2161073"/>
                  <a:gd name="connsiteY3" fmla="*/ 2221937 h 2221937"/>
                  <a:gd name="connsiteX0" fmla="*/ 1800887 w 2161073"/>
                  <a:gd name="connsiteY0" fmla="*/ 2221937 h 2221937"/>
                  <a:gd name="connsiteX1" fmla="*/ 1872924 w 2161073"/>
                  <a:gd name="connsiteY1" fmla="*/ 1933788 h 2221937"/>
                  <a:gd name="connsiteX2" fmla="*/ 2161073 w 2161073"/>
                  <a:gd name="connsiteY2" fmla="*/ 1861751 h 2221937"/>
                  <a:gd name="connsiteX3" fmla="*/ 1800887 w 2161073"/>
                  <a:gd name="connsiteY3" fmla="*/ 2221937 h 2221937"/>
                  <a:gd name="connsiteX4" fmla="*/ 1254618 w 2161073"/>
                  <a:gd name="connsiteY4" fmla="*/ 2221937 h 2221937"/>
                  <a:gd name="connsiteX5" fmla="*/ 618305 w 2161073"/>
                  <a:gd name="connsiteY5" fmla="*/ 2221937 h 2221937"/>
                  <a:gd name="connsiteX6" fmla="*/ 0 w 2161073"/>
                  <a:gd name="connsiteY6" fmla="*/ 2221937 h 2221937"/>
                  <a:gd name="connsiteX7" fmla="*/ 0 w 2161073"/>
                  <a:gd name="connsiteY7" fmla="*/ 1666453 h 2221937"/>
                  <a:gd name="connsiteX8" fmla="*/ 0 w 2161073"/>
                  <a:gd name="connsiteY8" fmla="*/ 1177627 h 2221937"/>
                  <a:gd name="connsiteX9" fmla="*/ 0 w 2161073"/>
                  <a:gd name="connsiteY9" fmla="*/ 666581 h 2221937"/>
                  <a:gd name="connsiteX10" fmla="*/ 0 w 2161073"/>
                  <a:gd name="connsiteY10" fmla="*/ 0 h 2221937"/>
                  <a:gd name="connsiteX11" fmla="*/ 497047 w 2161073"/>
                  <a:gd name="connsiteY11" fmla="*/ 0 h 2221937"/>
                  <a:gd name="connsiteX12" fmla="*/ 1058926 w 2161073"/>
                  <a:gd name="connsiteY12" fmla="*/ 0 h 2221937"/>
                  <a:gd name="connsiteX13" fmla="*/ 1620805 w 2161073"/>
                  <a:gd name="connsiteY13" fmla="*/ 0 h 2221937"/>
                  <a:gd name="connsiteX14" fmla="*/ 2161073 w 2161073"/>
                  <a:gd name="connsiteY14" fmla="*/ 0 h 2221937"/>
                  <a:gd name="connsiteX15" fmla="*/ 2161073 w 2161073"/>
                  <a:gd name="connsiteY15" fmla="*/ 620584 h 2221937"/>
                  <a:gd name="connsiteX16" fmla="*/ 2161073 w 2161073"/>
                  <a:gd name="connsiteY16" fmla="*/ 1259785 h 2221937"/>
                  <a:gd name="connsiteX17" fmla="*/ 2161073 w 2161073"/>
                  <a:gd name="connsiteY17" fmla="*/ 1861751 h 222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61073" h="2221937" stroke="0" extrusionOk="0">
                    <a:moveTo>
                      <a:pt x="0" y="0"/>
                    </a:moveTo>
                    <a:cubicBezTo>
                      <a:pt x="226347" y="-7524"/>
                      <a:pt x="274375" y="17754"/>
                      <a:pt x="497047" y="0"/>
                    </a:cubicBezTo>
                    <a:cubicBezTo>
                      <a:pt x="719719" y="-17754"/>
                      <a:pt x="828387" y="-25344"/>
                      <a:pt x="1037315" y="0"/>
                    </a:cubicBezTo>
                    <a:cubicBezTo>
                      <a:pt x="1246243" y="25344"/>
                      <a:pt x="1346452" y="8259"/>
                      <a:pt x="1512751" y="0"/>
                    </a:cubicBezTo>
                    <a:cubicBezTo>
                      <a:pt x="1679050" y="-8259"/>
                      <a:pt x="1923201" y="-29018"/>
                      <a:pt x="2161073" y="0"/>
                    </a:cubicBezTo>
                    <a:cubicBezTo>
                      <a:pt x="2188752" y="186967"/>
                      <a:pt x="2134359" y="469483"/>
                      <a:pt x="2161073" y="639201"/>
                    </a:cubicBezTo>
                    <a:cubicBezTo>
                      <a:pt x="2187787" y="808919"/>
                      <a:pt x="2172187" y="1033136"/>
                      <a:pt x="2161073" y="1297020"/>
                    </a:cubicBezTo>
                    <a:cubicBezTo>
                      <a:pt x="2149959" y="1560904"/>
                      <a:pt x="2137655" y="1675498"/>
                      <a:pt x="2161073" y="1861751"/>
                    </a:cubicBezTo>
                    <a:cubicBezTo>
                      <a:pt x="2057928" y="1933105"/>
                      <a:pt x="1933884" y="2108971"/>
                      <a:pt x="1800887" y="2221937"/>
                    </a:cubicBezTo>
                    <a:cubicBezTo>
                      <a:pt x="1640519" y="2239722"/>
                      <a:pt x="1412493" y="2199772"/>
                      <a:pt x="1218600" y="2221937"/>
                    </a:cubicBezTo>
                    <a:cubicBezTo>
                      <a:pt x="1024707" y="2244102"/>
                      <a:pt x="811322" y="2213056"/>
                      <a:pt x="672331" y="2221937"/>
                    </a:cubicBezTo>
                    <a:cubicBezTo>
                      <a:pt x="533340" y="2230818"/>
                      <a:pt x="273613" y="2239007"/>
                      <a:pt x="0" y="2221937"/>
                    </a:cubicBezTo>
                    <a:cubicBezTo>
                      <a:pt x="-17633" y="1948544"/>
                      <a:pt x="126" y="1757599"/>
                      <a:pt x="0" y="1622014"/>
                    </a:cubicBezTo>
                    <a:cubicBezTo>
                      <a:pt x="-126" y="1486429"/>
                      <a:pt x="4201" y="1179653"/>
                      <a:pt x="0" y="1066530"/>
                    </a:cubicBezTo>
                    <a:cubicBezTo>
                      <a:pt x="-4201" y="953407"/>
                      <a:pt x="-2036" y="713497"/>
                      <a:pt x="0" y="511046"/>
                    </a:cubicBezTo>
                    <a:cubicBezTo>
                      <a:pt x="2036" y="308595"/>
                      <a:pt x="18227" y="104414"/>
                      <a:pt x="0" y="0"/>
                    </a:cubicBezTo>
                    <a:close/>
                  </a:path>
                  <a:path w="2161073" h="2221937" fill="darkenLess" stroke="0" extrusionOk="0">
                    <a:moveTo>
                      <a:pt x="1800887" y="2221937"/>
                    </a:moveTo>
                    <a:cubicBezTo>
                      <a:pt x="1819188" y="2088004"/>
                      <a:pt x="1838148" y="2067668"/>
                      <a:pt x="1872924" y="1933788"/>
                    </a:cubicBezTo>
                    <a:cubicBezTo>
                      <a:pt x="1967101" y="1901290"/>
                      <a:pt x="2079829" y="1890179"/>
                      <a:pt x="2161073" y="1861751"/>
                    </a:cubicBezTo>
                    <a:cubicBezTo>
                      <a:pt x="2016789" y="1981581"/>
                      <a:pt x="1905060" y="2082993"/>
                      <a:pt x="1800887" y="2221937"/>
                    </a:cubicBezTo>
                    <a:close/>
                  </a:path>
                  <a:path w="2161073" h="2221937" fill="none" extrusionOk="0">
                    <a:moveTo>
                      <a:pt x="1800887" y="2221937"/>
                    </a:moveTo>
                    <a:cubicBezTo>
                      <a:pt x="1822091" y="2143547"/>
                      <a:pt x="1837051" y="2045854"/>
                      <a:pt x="1872924" y="1933788"/>
                    </a:cubicBezTo>
                    <a:cubicBezTo>
                      <a:pt x="1974708" y="1906487"/>
                      <a:pt x="2058135" y="1874639"/>
                      <a:pt x="2161073" y="1861751"/>
                    </a:cubicBezTo>
                    <a:cubicBezTo>
                      <a:pt x="2064451" y="1959651"/>
                      <a:pt x="1892246" y="2148906"/>
                      <a:pt x="1800887" y="2221937"/>
                    </a:cubicBezTo>
                    <a:cubicBezTo>
                      <a:pt x="1631884" y="2227987"/>
                      <a:pt x="1472260" y="2224759"/>
                      <a:pt x="1254618" y="2221937"/>
                    </a:cubicBezTo>
                    <a:cubicBezTo>
                      <a:pt x="1036976" y="2219115"/>
                      <a:pt x="868088" y="2213880"/>
                      <a:pt x="618305" y="2221937"/>
                    </a:cubicBezTo>
                    <a:cubicBezTo>
                      <a:pt x="368522" y="2229994"/>
                      <a:pt x="206806" y="2211370"/>
                      <a:pt x="0" y="2221937"/>
                    </a:cubicBezTo>
                    <a:cubicBezTo>
                      <a:pt x="24551" y="2096888"/>
                      <a:pt x="-25759" y="1800951"/>
                      <a:pt x="0" y="1666453"/>
                    </a:cubicBezTo>
                    <a:cubicBezTo>
                      <a:pt x="25759" y="1531955"/>
                      <a:pt x="16684" y="1382843"/>
                      <a:pt x="0" y="1177627"/>
                    </a:cubicBezTo>
                    <a:cubicBezTo>
                      <a:pt x="-16684" y="972411"/>
                      <a:pt x="12704" y="775138"/>
                      <a:pt x="0" y="666581"/>
                    </a:cubicBezTo>
                    <a:cubicBezTo>
                      <a:pt x="-12704" y="558024"/>
                      <a:pt x="13829" y="310337"/>
                      <a:pt x="0" y="0"/>
                    </a:cubicBezTo>
                    <a:cubicBezTo>
                      <a:pt x="247944" y="5437"/>
                      <a:pt x="320332" y="-7586"/>
                      <a:pt x="497047" y="0"/>
                    </a:cubicBezTo>
                    <a:cubicBezTo>
                      <a:pt x="673762" y="7586"/>
                      <a:pt x="864334" y="10248"/>
                      <a:pt x="1058926" y="0"/>
                    </a:cubicBezTo>
                    <a:cubicBezTo>
                      <a:pt x="1253518" y="-10248"/>
                      <a:pt x="1505940" y="-9240"/>
                      <a:pt x="1620805" y="0"/>
                    </a:cubicBezTo>
                    <a:cubicBezTo>
                      <a:pt x="1735670" y="9240"/>
                      <a:pt x="2047290" y="4850"/>
                      <a:pt x="2161073" y="0"/>
                    </a:cubicBezTo>
                    <a:cubicBezTo>
                      <a:pt x="2174506" y="188996"/>
                      <a:pt x="2160327" y="431807"/>
                      <a:pt x="2161073" y="620584"/>
                    </a:cubicBezTo>
                    <a:cubicBezTo>
                      <a:pt x="2161819" y="809361"/>
                      <a:pt x="2156176" y="965753"/>
                      <a:pt x="2161073" y="1259785"/>
                    </a:cubicBezTo>
                    <a:cubicBezTo>
                      <a:pt x="2165970" y="1553817"/>
                      <a:pt x="2186950" y="1669874"/>
                      <a:pt x="2161073" y="1861751"/>
                    </a:cubicBezTo>
                  </a:path>
                  <a:path w="2161073" h="2221937" fill="none" stroke="0" extrusionOk="0">
                    <a:moveTo>
                      <a:pt x="1800887" y="2221937"/>
                    </a:moveTo>
                    <a:cubicBezTo>
                      <a:pt x="1834776" y="2116833"/>
                      <a:pt x="1854587" y="2053528"/>
                      <a:pt x="1872924" y="1933788"/>
                    </a:cubicBezTo>
                    <a:cubicBezTo>
                      <a:pt x="1968371" y="1916120"/>
                      <a:pt x="2041555" y="1880279"/>
                      <a:pt x="2161073" y="1861751"/>
                    </a:cubicBezTo>
                    <a:cubicBezTo>
                      <a:pt x="2046949" y="2003425"/>
                      <a:pt x="1894873" y="2131756"/>
                      <a:pt x="1800887" y="2221937"/>
                    </a:cubicBezTo>
                    <a:cubicBezTo>
                      <a:pt x="1630212" y="2222743"/>
                      <a:pt x="1411802" y="2193467"/>
                      <a:pt x="1200591" y="2221937"/>
                    </a:cubicBezTo>
                    <a:cubicBezTo>
                      <a:pt x="989380" y="2250407"/>
                      <a:pt x="832804" y="2202895"/>
                      <a:pt x="654322" y="2221937"/>
                    </a:cubicBezTo>
                    <a:cubicBezTo>
                      <a:pt x="475840" y="2240979"/>
                      <a:pt x="193922" y="2202755"/>
                      <a:pt x="0" y="2221937"/>
                    </a:cubicBezTo>
                    <a:cubicBezTo>
                      <a:pt x="16677" y="2052877"/>
                      <a:pt x="26282" y="1928547"/>
                      <a:pt x="0" y="1644233"/>
                    </a:cubicBezTo>
                    <a:cubicBezTo>
                      <a:pt x="-26282" y="1359919"/>
                      <a:pt x="-17897" y="1302341"/>
                      <a:pt x="0" y="1110969"/>
                    </a:cubicBezTo>
                    <a:cubicBezTo>
                      <a:pt x="17897" y="919597"/>
                      <a:pt x="1895" y="775474"/>
                      <a:pt x="0" y="555484"/>
                    </a:cubicBezTo>
                    <a:cubicBezTo>
                      <a:pt x="-1895" y="335495"/>
                      <a:pt x="-7776" y="236871"/>
                      <a:pt x="0" y="0"/>
                    </a:cubicBezTo>
                    <a:cubicBezTo>
                      <a:pt x="106703" y="-20097"/>
                      <a:pt x="352094" y="-4402"/>
                      <a:pt x="475436" y="0"/>
                    </a:cubicBezTo>
                    <a:cubicBezTo>
                      <a:pt x="598778" y="4402"/>
                      <a:pt x="843721" y="-589"/>
                      <a:pt x="1037315" y="0"/>
                    </a:cubicBezTo>
                    <a:cubicBezTo>
                      <a:pt x="1230909" y="589"/>
                      <a:pt x="1320845" y="3278"/>
                      <a:pt x="1599194" y="0"/>
                    </a:cubicBezTo>
                    <a:cubicBezTo>
                      <a:pt x="1877543" y="-3278"/>
                      <a:pt x="1997946" y="-11176"/>
                      <a:pt x="2161073" y="0"/>
                    </a:cubicBezTo>
                    <a:cubicBezTo>
                      <a:pt x="2164807" y="113130"/>
                      <a:pt x="2180949" y="310402"/>
                      <a:pt x="2161073" y="564731"/>
                    </a:cubicBezTo>
                    <a:cubicBezTo>
                      <a:pt x="2141197" y="819060"/>
                      <a:pt x="2162221" y="909650"/>
                      <a:pt x="2161073" y="1148080"/>
                    </a:cubicBezTo>
                    <a:cubicBezTo>
                      <a:pt x="2159925" y="1386510"/>
                      <a:pt x="2133255" y="1589242"/>
                      <a:pt x="2161073" y="1861751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55538766">
                      <a:prstGeom prst="foldedCorner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US" sz="3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8" name="Folded Corner 7">
                <a:extLst>
                  <a:ext uri="{FF2B5EF4-FFF2-40B4-BE49-F238E27FC236}">
                    <a16:creationId xmlns:a16="http://schemas.microsoft.com/office/drawing/2014/main" id="{0523BC69-3609-B04A-B807-D51F25FD58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201088"/>
                <a:ext cx="2161073" cy="2221937"/>
              </a:xfrm>
              <a:prstGeom prst="foldedCorner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55538766">
                      <a:custGeom>
                        <a:avLst/>
                        <a:gdLst>
                          <a:gd name="connsiteX0" fmla="*/ 0 w 2161073"/>
                          <a:gd name="connsiteY0" fmla="*/ 0 h 2221937"/>
                          <a:gd name="connsiteX1" fmla="*/ 497047 w 2161073"/>
                          <a:gd name="connsiteY1" fmla="*/ 0 h 2221937"/>
                          <a:gd name="connsiteX2" fmla="*/ 1037315 w 2161073"/>
                          <a:gd name="connsiteY2" fmla="*/ 0 h 2221937"/>
                          <a:gd name="connsiteX3" fmla="*/ 1512751 w 2161073"/>
                          <a:gd name="connsiteY3" fmla="*/ 0 h 2221937"/>
                          <a:gd name="connsiteX4" fmla="*/ 2161073 w 2161073"/>
                          <a:gd name="connsiteY4" fmla="*/ 0 h 2221937"/>
                          <a:gd name="connsiteX5" fmla="*/ 2161073 w 2161073"/>
                          <a:gd name="connsiteY5" fmla="*/ 639201 h 2221937"/>
                          <a:gd name="connsiteX6" fmla="*/ 2161073 w 2161073"/>
                          <a:gd name="connsiteY6" fmla="*/ 1297020 h 2221937"/>
                          <a:gd name="connsiteX7" fmla="*/ 2161073 w 2161073"/>
                          <a:gd name="connsiteY7" fmla="*/ 1861751 h 2221937"/>
                          <a:gd name="connsiteX8" fmla="*/ 1800887 w 2161073"/>
                          <a:gd name="connsiteY8" fmla="*/ 2221937 h 2221937"/>
                          <a:gd name="connsiteX9" fmla="*/ 1218600 w 2161073"/>
                          <a:gd name="connsiteY9" fmla="*/ 2221937 h 2221937"/>
                          <a:gd name="connsiteX10" fmla="*/ 672331 w 2161073"/>
                          <a:gd name="connsiteY10" fmla="*/ 2221937 h 2221937"/>
                          <a:gd name="connsiteX11" fmla="*/ 0 w 2161073"/>
                          <a:gd name="connsiteY11" fmla="*/ 2221937 h 2221937"/>
                          <a:gd name="connsiteX12" fmla="*/ 0 w 2161073"/>
                          <a:gd name="connsiteY12" fmla="*/ 1622014 h 2221937"/>
                          <a:gd name="connsiteX13" fmla="*/ 0 w 2161073"/>
                          <a:gd name="connsiteY13" fmla="*/ 1066530 h 2221937"/>
                          <a:gd name="connsiteX14" fmla="*/ 0 w 2161073"/>
                          <a:gd name="connsiteY14" fmla="*/ 511046 h 2221937"/>
                          <a:gd name="connsiteX15" fmla="*/ 0 w 2161073"/>
                          <a:gd name="connsiteY15" fmla="*/ 0 h 2221937"/>
                          <a:gd name="connsiteX0" fmla="*/ 1800887 w 2161073"/>
                          <a:gd name="connsiteY0" fmla="*/ 2221937 h 2221937"/>
                          <a:gd name="connsiteX1" fmla="*/ 1872924 w 2161073"/>
                          <a:gd name="connsiteY1" fmla="*/ 1933788 h 2221937"/>
                          <a:gd name="connsiteX2" fmla="*/ 2161073 w 2161073"/>
                          <a:gd name="connsiteY2" fmla="*/ 1861751 h 2221937"/>
                          <a:gd name="connsiteX3" fmla="*/ 1800887 w 2161073"/>
                          <a:gd name="connsiteY3" fmla="*/ 2221937 h 2221937"/>
                          <a:gd name="connsiteX0" fmla="*/ 1800887 w 2161073"/>
                          <a:gd name="connsiteY0" fmla="*/ 2221937 h 2221937"/>
                          <a:gd name="connsiteX1" fmla="*/ 1872924 w 2161073"/>
                          <a:gd name="connsiteY1" fmla="*/ 1933788 h 2221937"/>
                          <a:gd name="connsiteX2" fmla="*/ 2161073 w 2161073"/>
                          <a:gd name="connsiteY2" fmla="*/ 1861751 h 2221937"/>
                          <a:gd name="connsiteX3" fmla="*/ 1800887 w 2161073"/>
                          <a:gd name="connsiteY3" fmla="*/ 2221937 h 2221937"/>
                          <a:gd name="connsiteX4" fmla="*/ 1254618 w 2161073"/>
                          <a:gd name="connsiteY4" fmla="*/ 2221937 h 2221937"/>
                          <a:gd name="connsiteX5" fmla="*/ 618305 w 2161073"/>
                          <a:gd name="connsiteY5" fmla="*/ 2221937 h 2221937"/>
                          <a:gd name="connsiteX6" fmla="*/ 0 w 2161073"/>
                          <a:gd name="connsiteY6" fmla="*/ 2221937 h 2221937"/>
                          <a:gd name="connsiteX7" fmla="*/ 0 w 2161073"/>
                          <a:gd name="connsiteY7" fmla="*/ 1666453 h 2221937"/>
                          <a:gd name="connsiteX8" fmla="*/ 0 w 2161073"/>
                          <a:gd name="connsiteY8" fmla="*/ 1177627 h 2221937"/>
                          <a:gd name="connsiteX9" fmla="*/ 0 w 2161073"/>
                          <a:gd name="connsiteY9" fmla="*/ 666581 h 2221937"/>
                          <a:gd name="connsiteX10" fmla="*/ 0 w 2161073"/>
                          <a:gd name="connsiteY10" fmla="*/ 0 h 2221937"/>
                          <a:gd name="connsiteX11" fmla="*/ 497047 w 2161073"/>
                          <a:gd name="connsiteY11" fmla="*/ 0 h 2221937"/>
                          <a:gd name="connsiteX12" fmla="*/ 1058926 w 2161073"/>
                          <a:gd name="connsiteY12" fmla="*/ 0 h 2221937"/>
                          <a:gd name="connsiteX13" fmla="*/ 1620805 w 2161073"/>
                          <a:gd name="connsiteY13" fmla="*/ 0 h 2221937"/>
                          <a:gd name="connsiteX14" fmla="*/ 2161073 w 2161073"/>
                          <a:gd name="connsiteY14" fmla="*/ 0 h 2221937"/>
                          <a:gd name="connsiteX15" fmla="*/ 2161073 w 2161073"/>
                          <a:gd name="connsiteY15" fmla="*/ 620584 h 2221937"/>
                          <a:gd name="connsiteX16" fmla="*/ 2161073 w 2161073"/>
                          <a:gd name="connsiteY16" fmla="*/ 1259785 h 2221937"/>
                          <a:gd name="connsiteX17" fmla="*/ 2161073 w 2161073"/>
                          <a:gd name="connsiteY17" fmla="*/ 1861751 h 222193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</a:cxnLst>
                        <a:rect l="l" t="t" r="r" b="b"/>
                        <a:pathLst>
                          <a:path w="2161073" h="2221937" stroke="0" extrusionOk="0">
                            <a:moveTo>
                              <a:pt x="0" y="0"/>
                            </a:moveTo>
                            <a:cubicBezTo>
                              <a:pt x="226347" y="-7524"/>
                              <a:pt x="274375" y="17754"/>
                              <a:pt x="497047" y="0"/>
                            </a:cubicBezTo>
                            <a:cubicBezTo>
                              <a:pt x="719719" y="-17754"/>
                              <a:pt x="828387" y="-25344"/>
                              <a:pt x="1037315" y="0"/>
                            </a:cubicBezTo>
                            <a:cubicBezTo>
                              <a:pt x="1246243" y="25344"/>
                              <a:pt x="1346452" y="8259"/>
                              <a:pt x="1512751" y="0"/>
                            </a:cubicBezTo>
                            <a:cubicBezTo>
                              <a:pt x="1679050" y="-8259"/>
                              <a:pt x="1923201" y="-29018"/>
                              <a:pt x="2161073" y="0"/>
                            </a:cubicBezTo>
                            <a:cubicBezTo>
                              <a:pt x="2188752" y="186967"/>
                              <a:pt x="2134359" y="469483"/>
                              <a:pt x="2161073" y="639201"/>
                            </a:cubicBezTo>
                            <a:cubicBezTo>
                              <a:pt x="2187787" y="808919"/>
                              <a:pt x="2172187" y="1033136"/>
                              <a:pt x="2161073" y="1297020"/>
                            </a:cubicBezTo>
                            <a:cubicBezTo>
                              <a:pt x="2149959" y="1560904"/>
                              <a:pt x="2137655" y="1675498"/>
                              <a:pt x="2161073" y="1861751"/>
                            </a:cubicBezTo>
                            <a:cubicBezTo>
                              <a:pt x="2057928" y="1933105"/>
                              <a:pt x="1933884" y="2108971"/>
                              <a:pt x="1800887" y="2221937"/>
                            </a:cubicBezTo>
                            <a:cubicBezTo>
                              <a:pt x="1640519" y="2239722"/>
                              <a:pt x="1412493" y="2199772"/>
                              <a:pt x="1218600" y="2221937"/>
                            </a:cubicBezTo>
                            <a:cubicBezTo>
                              <a:pt x="1024707" y="2244102"/>
                              <a:pt x="811322" y="2213056"/>
                              <a:pt x="672331" y="2221937"/>
                            </a:cubicBezTo>
                            <a:cubicBezTo>
                              <a:pt x="533340" y="2230818"/>
                              <a:pt x="273613" y="2239007"/>
                              <a:pt x="0" y="2221937"/>
                            </a:cubicBezTo>
                            <a:cubicBezTo>
                              <a:pt x="-17633" y="1948544"/>
                              <a:pt x="126" y="1757599"/>
                              <a:pt x="0" y="1622014"/>
                            </a:cubicBezTo>
                            <a:cubicBezTo>
                              <a:pt x="-126" y="1486429"/>
                              <a:pt x="4201" y="1179653"/>
                              <a:pt x="0" y="1066530"/>
                            </a:cubicBezTo>
                            <a:cubicBezTo>
                              <a:pt x="-4201" y="953407"/>
                              <a:pt x="-2036" y="713497"/>
                              <a:pt x="0" y="511046"/>
                            </a:cubicBezTo>
                            <a:cubicBezTo>
                              <a:pt x="2036" y="308595"/>
                              <a:pt x="18227" y="104414"/>
                              <a:pt x="0" y="0"/>
                            </a:cubicBezTo>
                            <a:close/>
                          </a:path>
                          <a:path w="2161073" h="2221937" fill="darkenLess" stroke="0" extrusionOk="0">
                            <a:moveTo>
                              <a:pt x="1800887" y="2221937"/>
                            </a:moveTo>
                            <a:cubicBezTo>
                              <a:pt x="1819188" y="2088004"/>
                              <a:pt x="1838148" y="2067668"/>
                              <a:pt x="1872924" y="1933788"/>
                            </a:cubicBezTo>
                            <a:cubicBezTo>
                              <a:pt x="1967101" y="1901290"/>
                              <a:pt x="2079829" y="1890179"/>
                              <a:pt x="2161073" y="1861751"/>
                            </a:cubicBezTo>
                            <a:cubicBezTo>
                              <a:pt x="2016789" y="1981581"/>
                              <a:pt x="1905060" y="2082993"/>
                              <a:pt x="1800887" y="2221937"/>
                            </a:cubicBezTo>
                            <a:close/>
                          </a:path>
                          <a:path w="2161073" h="2221937" fill="none" extrusionOk="0">
                            <a:moveTo>
                              <a:pt x="1800887" y="2221937"/>
                            </a:moveTo>
                            <a:cubicBezTo>
                              <a:pt x="1822091" y="2143547"/>
                              <a:pt x="1837051" y="2045854"/>
                              <a:pt x="1872924" y="1933788"/>
                            </a:cubicBezTo>
                            <a:cubicBezTo>
                              <a:pt x="1974708" y="1906487"/>
                              <a:pt x="2058135" y="1874639"/>
                              <a:pt x="2161073" y="1861751"/>
                            </a:cubicBezTo>
                            <a:cubicBezTo>
                              <a:pt x="2064451" y="1959651"/>
                              <a:pt x="1892246" y="2148906"/>
                              <a:pt x="1800887" y="2221937"/>
                            </a:cubicBezTo>
                            <a:cubicBezTo>
                              <a:pt x="1631884" y="2227987"/>
                              <a:pt x="1472260" y="2224759"/>
                              <a:pt x="1254618" y="2221937"/>
                            </a:cubicBezTo>
                            <a:cubicBezTo>
                              <a:pt x="1036976" y="2219115"/>
                              <a:pt x="868088" y="2213880"/>
                              <a:pt x="618305" y="2221937"/>
                            </a:cubicBezTo>
                            <a:cubicBezTo>
                              <a:pt x="368522" y="2229994"/>
                              <a:pt x="206806" y="2211370"/>
                              <a:pt x="0" y="2221937"/>
                            </a:cubicBezTo>
                            <a:cubicBezTo>
                              <a:pt x="24551" y="2096888"/>
                              <a:pt x="-25759" y="1800951"/>
                              <a:pt x="0" y="1666453"/>
                            </a:cubicBezTo>
                            <a:cubicBezTo>
                              <a:pt x="25759" y="1531955"/>
                              <a:pt x="16684" y="1382843"/>
                              <a:pt x="0" y="1177627"/>
                            </a:cubicBezTo>
                            <a:cubicBezTo>
                              <a:pt x="-16684" y="972411"/>
                              <a:pt x="12704" y="775138"/>
                              <a:pt x="0" y="666581"/>
                            </a:cubicBezTo>
                            <a:cubicBezTo>
                              <a:pt x="-12704" y="558024"/>
                              <a:pt x="13829" y="310337"/>
                              <a:pt x="0" y="0"/>
                            </a:cubicBezTo>
                            <a:cubicBezTo>
                              <a:pt x="247944" y="5437"/>
                              <a:pt x="320332" y="-7586"/>
                              <a:pt x="497047" y="0"/>
                            </a:cubicBezTo>
                            <a:cubicBezTo>
                              <a:pt x="673762" y="7586"/>
                              <a:pt x="864334" y="10248"/>
                              <a:pt x="1058926" y="0"/>
                            </a:cubicBezTo>
                            <a:cubicBezTo>
                              <a:pt x="1253518" y="-10248"/>
                              <a:pt x="1505940" y="-9240"/>
                              <a:pt x="1620805" y="0"/>
                            </a:cubicBezTo>
                            <a:cubicBezTo>
                              <a:pt x="1735670" y="9240"/>
                              <a:pt x="2047290" y="4850"/>
                              <a:pt x="2161073" y="0"/>
                            </a:cubicBezTo>
                            <a:cubicBezTo>
                              <a:pt x="2174506" y="188996"/>
                              <a:pt x="2160327" y="431807"/>
                              <a:pt x="2161073" y="620584"/>
                            </a:cubicBezTo>
                            <a:cubicBezTo>
                              <a:pt x="2161819" y="809361"/>
                              <a:pt x="2156176" y="965753"/>
                              <a:pt x="2161073" y="1259785"/>
                            </a:cubicBezTo>
                            <a:cubicBezTo>
                              <a:pt x="2165970" y="1553817"/>
                              <a:pt x="2186950" y="1669874"/>
                              <a:pt x="2161073" y="1861751"/>
                            </a:cubicBezTo>
                          </a:path>
                          <a:path w="2161073" h="2221937" fill="none" stroke="0" extrusionOk="0">
                            <a:moveTo>
                              <a:pt x="1800887" y="2221937"/>
                            </a:moveTo>
                            <a:cubicBezTo>
                              <a:pt x="1834776" y="2116833"/>
                              <a:pt x="1854587" y="2053528"/>
                              <a:pt x="1872924" y="1933788"/>
                            </a:cubicBezTo>
                            <a:cubicBezTo>
                              <a:pt x="1968371" y="1916120"/>
                              <a:pt x="2041555" y="1880279"/>
                              <a:pt x="2161073" y="1861751"/>
                            </a:cubicBezTo>
                            <a:cubicBezTo>
                              <a:pt x="2046949" y="2003425"/>
                              <a:pt x="1894873" y="2131756"/>
                              <a:pt x="1800887" y="2221937"/>
                            </a:cubicBezTo>
                            <a:cubicBezTo>
                              <a:pt x="1630212" y="2222743"/>
                              <a:pt x="1411802" y="2193467"/>
                              <a:pt x="1200591" y="2221937"/>
                            </a:cubicBezTo>
                            <a:cubicBezTo>
                              <a:pt x="989380" y="2250407"/>
                              <a:pt x="832804" y="2202895"/>
                              <a:pt x="654322" y="2221937"/>
                            </a:cubicBezTo>
                            <a:cubicBezTo>
                              <a:pt x="475840" y="2240979"/>
                              <a:pt x="193922" y="2202755"/>
                              <a:pt x="0" y="2221937"/>
                            </a:cubicBezTo>
                            <a:cubicBezTo>
                              <a:pt x="16677" y="2052877"/>
                              <a:pt x="26282" y="1928547"/>
                              <a:pt x="0" y="1644233"/>
                            </a:cubicBezTo>
                            <a:cubicBezTo>
                              <a:pt x="-26282" y="1359919"/>
                              <a:pt x="-17897" y="1302341"/>
                              <a:pt x="0" y="1110969"/>
                            </a:cubicBezTo>
                            <a:cubicBezTo>
                              <a:pt x="17897" y="919597"/>
                              <a:pt x="1895" y="775474"/>
                              <a:pt x="0" y="555484"/>
                            </a:cubicBezTo>
                            <a:cubicBezTo>
                              <a:pt x="-1895" y="335495"/>
                              <a:pt x="-7776" y="236871"/>
                              <a:pt x="0" y="0"/>
                            </a:cubicBezTo>
                            <a:cubicBezTo>
                              <a:pt x="106703" y="-20097"/>
                              <a:pt x="352094" y="-4402"/>
                              <a:pt x="475436" y="0"/>
                            </a:cubicBezTo>
                            <a:cubicBezTo>
                              <a:pt x="598778" y="4402"/>
                              <a:pt x="843721" y="-589"/>
                              <a:pt x="1037315" y="0"/>
                            </a:cubicBezTo>
                            <a:cubicBezTo>
                              <a:pt x="1230909" y="589"/>
                              <a:pt x="1320845" y="3278"/>
                              <a:pt x="1599194" y="0"/>
                            </a:cubicBezTo>
                            <a:cubicBezTo>
                              <a:pt x="1877543" y="-3278"/>
                              <a:pt x="1997946" y="-11176"/>
                              <a:pt x="2161073" y="0"/>
                            </a:cubicBezTo>
                            <a:cubicBezTo>
                              <a:pt x="2164807" y="113130"/>
                              <a:pt x="2180949" y="310402"/>
                              <a:pt x="2161073" y="564731"/>
                            </a:cubicBezTo>
                            <a:cubicBezTo>
                              <a:pt x="2141197" y="819060"/>
                              <a:pt x="2162221" y="909650"/>
                              <a:pt x="2161073" y="1148080"/>
                            </a:cubicBezTo>
                            <a:cubicBezTo>
                              <a:pt x="2159925" y="1386510"/>
                              <a:pt x="2133255" y="1589242"/>
                              <a:pt x="2161073" y="1861751"/>
                            </a:cubicBezTo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Folded Corner 4">
                <a:extLst>
                  <a:ext uri="{FF2B5EF4-FFF2-40B4-BE49-F238E27FC236}">
                    <a16:creationId xmlns:a16="http://schemas.microsoft.com/office/drawing/2014/main" id="{D7F02D2A-63B3-EA43-9BD9-224996011DA9}"/>
                  </a:ext>
                </a:extLst>
              </p:cNvPr>
              <p:cNvSpPr/>
              <p:nvPr/>
            </p:nvSpPr>
            <p:spPr>
              <a:xfrm>
                <a:off x="3517289" y="4201087"/>
                <a:ext cx="2161073" cy="2221937"/>
              </a:xfrm>
              <a:custGeom>
                <a:avLst/>
                <a:gdLst>
                  <a:gd name="connsiteX0" fmla="*/ 0 w 2161073"/>
                  <a:gd name="connsiteY0" fmla="*/ 0 h 2221937"/>
                  <a:gd name="connsiteX1" fmla="*/ 497047 w 2161073"/>
                  <a:gd name="connsiteY1" fmla="*/ 0 h 2221937"/>
                  <a:gd name="connsiteX2" fmla="*/ 1037315 w 2161073"/>
                  <a:gd name="connsiteY2" fmla="*/ 0 h 2221937"/>
                  <a:gd name="connsiteX3" fmla="*/ 1512751 w 2161073"/>
                  <a:gd name="connsiteY3" fmla="*/ 0 h 2221937"/>
                  <a:gd name="connsiteX4" fmla="*/ 2161073 w 2161073"/>
                  <a:gd name="connsiteY4" fmla="*/ 0 h 2221937"/>
                  <a:gd name="connsiteX5" fmla="*/ 2161073 w 2161073"/>
                  <a:gd name="connsiteY5" fmla="*/ 639201 h 2221937"/>
                  <a:gd name="connsiteX6" fmla="*/ 2161073 w 2161073"/>
                  <a:gd name="connsiteY6" fmla="*/ 1297020 h 2221937"/>
                  <a:gd name="connsiteX7" fmla="*/ 2161073 w 2161073"/>
                  <a:gd name="connsiteY7" fmla="*/ 1861751 h 2221937"/>
                  <a:gd name="connsiteX8" fmla="*/ 1800887 w 2161073"/>
                  <a:gd name="connsiteY8" fmla="*/ 2221937 h 2221937"/>
                  <a:gd name="connsiteX9" fmla="*/ 1218600 w 2161073"/>
                  <a:gd name="connsiteY9" fmla="*/ 2221937 h 2221937"/>
                  <a:gd name="connsiteX10" fmla="*/ 672331 w 2161073"/>
                  <a:gd name="connsiteY10" fmla="*/ 2221937 h 2221937"/>
                  <a:gd name="connsiteX11" fmla="*/ 0 w 2161073"/>
                  <a:gd name="connsiteY11" fmla="*/ 2221937 h 2221937"/>
                  <a:gd name="connsiteX12" fmla="*/ 0 w 2161073"/>
                  <a:gd name="connsiteY12" fmla="*/ 1622014 h 2221937"/>
                  <a:gd name="connsiteX13" fmla="*/ 0 w 2161073"/>
                  <a:gd name="connsiteY13" fmla="*/ 1066530 h 2221937"/>
                  <a:gd name="connsiteX14" fmla="*/ 0 w 2161073"/>
                  <a:gd name="connsiteY14" fmla="*/ 511046 h 2221937"/>
                  <a:gd name="connsiteX15" fmla="*/ 0 w 2161073"/>
                  <a:gd name="connsiteY15" fmla="*/ 0 h 2221937"/>
                  <a:gd name="connsiteX0" fmla="*/ 1800887 w 2161073"/>
                  <a:gd name="connsiteY0" fmla="*/ 2221937 h 2221937"/>
                  <a:gd name="connsiteX1" fmla="*/ 1872924 w 2161073"/>
                  <a:gd name="connsiteY1" fmla="*/ 1933788 h 2221937"/>
                  <a:gd name="connsiteX2" fmla="*/ 2161073 w 2161073"/>
                  <a:gd name="connsiteY2" fmla="*/ 1861751 h 2221937"/>
                  <a:gd name="connsiteX3" fmla="*/ 1800887 w 2161073"/>
                  <a:gd name="connsiteY3" fmla="*/ 2221937 h 2221937"/>
                  <a:gd name="connsiteX0" fmla="*/ 1800887 w 2161073"/>
                  <a:gd name="connsiteY0" fmla="*/ 2221937 h 2221937"/>
                  <a:gd name="connsiteX1" fmla="*/ 1872924 w 2161073"/>
                  <a:gd name="connsiteY1" fmla="*/ 1933788 h 2221937"/>
                  <a:gd name="connsiteX2" fmla="*/ 2161073 w 2161073"/>
                  <a:gd name="connsiteY2" fmla="*/ 1861751 h 2221937"/>
                  <a:gd name="connsiteX3" fmla="*/ 1800887 w 2161073"/>
                  <a:gd name="connsiteY3" fmla="*/ 2221937 h 2221937"/>
                  <a:gd name="connsiteX4" fmla="*/ 1254618 w 2161073"/>
                  <a:gd name="connsiteY4" fmla="*/ 2221937 h 2221937"/>
                  <a:gd name="connsiteX5" fmla="*/ 618305 w 2161073"/>
                  <a:gd name="connsiteY5" fmla="*/ 2221937 h 2221937"/>
                  <a:gd name="connsiteX6" fmla="*/ 0 w 2161073"/>
                  <a:gd name="connsiteY6" fmla="*/ 2221937 h 2221937"/>
                  <a:gd name="connsiteX7" fmla="*/ 0 w 2161073"/>
                  <a:gd name="connsiteY7" fmla="*/ 1666453 h 2221937"/>
                  <a:gd name="connsiteX8" fmla="*/ 0 w 2161073"/>
                  <a:gd name="connsiteY8" fmla="*/ 1177627 h 2221937"/>
                  <a:gd name="connsiteX9" fmla="*/ 0 w 2161073"/>
                  <a:gd name="connsiteY9" fmla="*/ 666581 h 2221937"/>
                  <a:gd name="connsiteX10" fmla="*/ 0 w 2161073"/>
                  <a:gd name="connsiteY10" fmla="*/ 0 h 2221937"/>
                  <a:gd name="connsiteX11" fmla="*/ 497047 w 2161073"/>
                  <a:gd name="connsiteY11" fmla="*/ 0 h 2221937"/>
                  <a:gd name="connsiteX12" fmla="*/ 1058926 w 2161073"/>
                  <a:gd name="connsiteY12" fmla="*/ 0 h 2221937"/>
                  <a:gd name="connsiteX13" fmla="*/ 1620805 w 2161073"/>
                  <a:gd name="connsiteY13" fmla="*/ 0 h 2221937"/>
                  <a:gd name="connsiteX14" fmla="*/ 2161073 w 2161073"/>
                  <a:gd name="connsiteY14" fmla="*/ 0 h 2221937"/>
                  <a:gd name="connsiteX15" fmla="*/ 2161073 w 2161073"/>
                  <a:gd name="connsiteY15" fmla="*/ 620584 h 2221937"/>
                  <a:gd name="connsiteX16" fmla="*/ 2161073 w 2161073"/>
                  <a:gd name="connsiteY16" fmla="*/ 1259785 h 2221937"/>
                  <a:gd name="connsiteX17" fmla="*/ 2161073 w 2161073"/>
                  <a:gd name="connsiteY17" fmla="*/ 1861751 h 222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61073" h="2221937" stroke="0" extrusionOk="0">
                    <a:moveTo>
                      <a:pt x="0" y="0"/>
                    </a:moveTo>
                    <a:cubicBezTo>
                      <a:pt x="226347" y="-7524"/>
                      <a:pt x="274375" y="17754"/>
                      <a:pt x="497047" y="0"/>
                    </a:cubicBezTo>
                    <a:cubicBezTo>
                      <a:pt x="719719" y="-17754"/>
                      <a:pt x="828387" y="-25344"/>
                      <a:pt x="1037315" y="0"/>
                    </a:cubicBezTo>
                    <a:cubicBezTo>
                      <a:pt x="1246243" y="25344"/>
                      <a:pt x="1346452" y="8259"/>
                      <a:pt x="1512751" y="0"/>
                    </a:cubicBezTo>
                    <a:cubicBezTo>
                      <a:pt x="1679050" y="-8259"/>
                      <a:pt x="1923201" y="-29018"/>
                      <a:pt x="2161073" y="0"/>
                    </a:cubicBezTo>
                    <a:cubicBezTo>
                      <a:pt x="2188752" y="186967"/>
                      <a:pt x="2134359" y="469483"/>
                      <a:pt x="2161073" y="639201"/>
                    </a:cubicBezTo>
                    <a:cubicBezTo>
                      <a:pt x="2187787" y="808919"/>
                      <a:pt x="2172187" y="1033136"/>
                      <a:pt x="2161073" y="1297020"/>
                    </a:cubicBezTo>
                    <a:cubicBezTo>
                      <a:pt x="2149959" y="1560904"/>
                      <a:pt x="2137655" y="1675498"/>
                      <a:pt x="2161073" y="1861751"/>
                    </a:cubicBezTo>
                    <a:cubicBezTo>
                      <a:pt x="2057928" y="1933105"/>
                      <a:pt x="1933884" y="2108971"/>
                      <a:pt x="1800887" y="2221937"/>
                    </a:cubicBezTo>
                    <a:cubicBezTo>
                      <a:pt x="1640519" y="2239722"/>
                      <a:pt x="1412493" y="2199772"/>
                      <a:pt x="1218600" y="2221937"/>
                    </a:cubicBezTo>
                    <a:cubicBezTo>
                      <a:pt x="1024707" y="2244102"/>
                      <a:pt x="811322" y="2213056"/>
                      <a:pt x="672331" y="2221937"/>
                    </a:cubicBezTo>
                    <a:cubicBezTo>
                      <a:pt x="533340" y="2230818"/>
                      <a:pt x="273613" y="2239007"/>
                      <a:pt x="0" y="2221937"/>
                    </a:cubicBezTo>
                    <a:cubicBezTo>
                      <a:pt x="-17633" y="1948544"/>
                      <a:pt x="126" y="1757599"/>
                      <a:pt x="0" y="1622014"/>
                    </a:cubicBezTo>
                    <a:cubicBezTo>
                      <a:pt x="-126" y="1486429"/>
                      <a:pt x="4201" y="1179653"/>
                      <a:pt x="0" y="1066530"/>
                    </a:cubicBezTo>
                    <a:cubicBezTo>
                      <a:pt x="-4201" y="953407"/>
                      <a:pt x="-2036" y="713497"/>
                      <a:pt x="0" y="511046"/>
                    </a:cubicBezTo>
                    <a:cubicBezTo>
                      <a:pt x="2036" y="308595"/>
                      <a:pt x="18227" y="104414"/>
                      <a:pt x="0" y="0"/>
                    </a:cubicBezTo>
                    <a:close/>
                  </a:path>
                  <a:path w="2161073" h="2221937" fill="darkenLess" stroke="0" extrusionOk="0">
                    <a:moveTo>
                      <a:pt x="1800887" y="2221937"/>
                    </a:moveTo>
                    <a:cubicBezTo>
                      <a:pt x="1819188" y="2088004"/>
                      <a:pt x="1838148" y="2067668"/>
                      <a:pt x="1872924" y="1933788"/>
                    </a:cubicBezTo>
                    <a:cubicBezTo>
                      <a:pt x="1967101" y="1901290"/>
                      <a:pt x="2079829" y="1890179"/>
                      <a:pt x="2161073" y="1861751"/>
                    </a:cubicBezTo>
                    <a:cubicBezTo>
                      <a:pt x="2016789" y="1981581"/>
                      <a:pt x="1905060" y="2082993"/>
                      <a:pt x="1800887" y="2221937"/>
                    </a:cubicBezTo>
                    <a:close/>
                  </a:path>
                  <a:path w="2161073" h="2221937" fill="none" extrusionOk="0">
                    <a:moveTo>
                      <a:pt x="1800887" y="2221937"/>
                    </a:moveTo>
                    <a:cubicBezTo>
                      <a:pt x="1822091" y="2143547"/>
                      <a:pt x="1837051" y="2045854"/>
                      <a:pt x="1872924" y="1933788"/>
                    </a:cubicBezTo>
                    <a:cubicBezTo>
                      <a:pt x="1974708" y="1906487"/>
                      <a:pt x="2058135" y="1874639"/>
                      <a:pt x="2161073" y="1861751"/>
                    </a:cubicBezTo>
                    <a:cubicBezTo>
                      <a:pt x="2064451" y="1959651"/>
                      <a:pt x="1892246" y="2148906"/>
                      <a:pt x="1800887" y="2221937"/>
                    </a:cubicBezTo>
                    <a:cubicBezTo>
                      <a:pt x="1631884" y="2227987"/>
                      <a:pt x="1472260" y="2224759"/>
                      <a:pt x="1254618" y="2221937"/>
                    </a:cubicBezTo>
                    <a:cubicBezTo>
                      <a:pt x="1036976" y="2219115"/>
                      <a:pt x="868088" y="2213880"/>
                      <a:pt x="618305" y="2221937"/>
                    </a:cubicBezTo>
                    <a:cubicBezTo>
                      <a:pt x="368522" y="2229994"/>
                      <a:pt x="206806" y="2211370"/>
                      <a:pt x="0" y="2221937"/>
                    </a:cubicBezTo>
                    <a:cubicBezTo>
                      <a:pt x="24551" y="2096888"/>
                      <a:pt x="-25759" y="1800951"/>
                      <a:pt x="0" y="1666453"/>
                    </a:cubicBezTo>
                    <a:cubicBezTo>
                      <a:pt x="25759" y="1531955"/>
                      <a:pt x="16684" y="1382843"/>
                      <a:pt x="0" y="1177627"/>
                    </a:cubicBezTo>
                    <a:cubicBezTo>
                      <a:pt x="-16684" y="972411"/>
                      <a:pt x="12704" y="775138"/>
                      <a:pt x="0" y="666581"/>
                    </a:cubicBezTo>
                    <a:cubicBezTo>
                      <a:pt x="-12704" y="558024"/>
                      <a:pt x="13829" y="310337"/>
                      <a:pt x="0" y="0"/>
                    </a:cubicBezTo>
                    <a:cubicBezTo>
                      <a:pt x="247944" y="5437"/>
                      <a:pt x="320332" y="-7586"/>
                      <a:pt x="497047" y="0"/>
                    </a:cubicBezTo>
                    <a:cubicBezTo>
                      <a:pt x="673762" y="7586"/>
                      <a:pt x="864334" y="10248"/>
                      <a:pt x="1058926" y="0"/>
                    </a:cubicBezTo>
                    <a:cubicBezTo>
                      <a:pt x="1253518" y="-10248"/>
                      <a:pt x="1505940" y="-9240"/>
                      <a:pt x="1620805" y="0"/>
                    </a:cubicBezTo>
                    <a:cubicBezTo>
                      <a:pt x="1735670" y="9240"/>
                      <a:pt x="2047290" y="4850"/>
                      <a:pt x="2161073" y="0"/>
                    </a:cubicBezTo>
                    <a:cubicBezTo>
                      <a:pt x="2174506" y="188996"/>
                      <a:pt x="2160327" y="431807"/>
                      <a:pt x="2161073" y="620584"/>
                    </a:cubicBezTo>
                    <a:cubicBezTo>
                      <a:pt x="2161819" y="809361"/>
                      <a:pt x="2156176" y="965753"/>
                      <a:pt x="2161073" y="1259785"/>
                    </a:cubicBezTo>
                    <a:cubicBezTo>
                      <a:pt x="2165970" y="1553817"/>
                      <a:pt x="2186950" y="1669874"/>
                      <a:pt x="2161073" y="1861751"/>
                    </a:cubicBezTo>
                  </a:path>
                  <a:path w="2161073" h="2221937" fill="none" stroke="0" extrusionOk="0">
                    <a:moveTo>
                      <a:pt x="1800887" y="2221937"/>
                    </a:moveTo>
                    <a:cubicBezTo>
                      <a:pt x="1834776" y="2116833"/>
                      <a:pt x="1854587" y="2053528"/>
                      <a:pt x="1872924" y="1933788"/>
                    </a:cubicBezTo>
                    <a:cubicBezTo>
                      <a:pt x="1968371" y="1916120"/>
                      <a:pt x="2041555" y="1880279"/>
                      <a:pt x="2161073" y="1861751"/>
                    </a:cubicBezTo>
                    <a:cubicBezTo>
                      <a:pt x="2046949" y="2003425"/>
                      <a:pt x="1894873" y="2131756"/>
                      <a:pt x="1800887" y="2221937"/>
                    </a:cubicBezTo>
                    <a:cubicBezTo>
                      <a:pt x="1630212" y="2222743"/>
                      <a:pt x="1411802" y="2193467"/>
                      <a:pt x="1200591" y="2221937"/>
                    </a:cubicBezTo>
                    <a:cubicBezTo>
                      <a:pt x="989380" y="2250407"/>
                      <a:pt x="832804" y="2202895"/>
                      <a:pt x="654322" y="2221937"/>
                    </a:cubicBezTo>
                    <a:cubicBezTo>
                      <a:pt x="475840" y="2240979"/>
                      <a:pt x="193922" y="2202755"/>
                      <a:pt x="0" y="2221937"/>
                    </a:cubicBezTo>
                    <a:cubicBezTo>
                      <a:pt x="16677" y="2052877"/>
                      <a:pt x="26282" y="1928547"/>
                      <a:pt x="0" y="1644233"/>
                    </a:cubicBezTo>
                    <a:cubicBezTo>
                      <a:pt x="-26282" y="1359919"/>
                      <a:pt x="-17897" y="1302341"/>
                      <a:pt x="0" y="1110969"/>
                    </a:cubicBezTo>
                    <a:cubicBezTo>
                      <a:pt x="17897" y="919597"/>
                      <a:pt x="1895" y="775474"/>
                      <a:pt x="0" y="555484"/>
                    </a:cubicBezTo>
                    <a:cubicBezTo>
                      <a:pt x="-1895" y="335495"/>
                      <a:pt x="-7776" y="236871"/>
                      <a:pt x="0" y="0"/>
                    </a:cubicBezTo>
                    <a:cubicBezTo>
                      <a:pt x="106703" y="-20097"/>
                      <a:pt x="352094" y="-4402"/>
                      <a:pt x="475436" y="0"/>
                    </a:cubicBezTo>
                    <a:cubicBezTo>
                      <a:pt x="598778" y="4402"/>
                      <a:pt x="843721" y="-589"/>
                      <a:pt x="1037315" y="0"/>
                    </a:cubicBezTo>
                    <a:cubicBezTo>
                      <a:pt x="1230909" y="589"/>
                      <a:pt x="1320845" y="3278"/>
                      <a:pt x="1599194" y="0"/>
                    </a:cubicBezTo>
                    <a:cubicBezTo>
                      <a:pt x="1877543" y="-3278"/>
                      <a:pt x="1997946" y="-11176"/>
                      <a:pt x="2161073" y="0"/>
                    </a:cubicBezTo>
                    <a:cubicBezTo>
                      <a:pt x="2164807" y="113130"/>
                      <a:pt x="2180949" y="310402"/>
                      <a:pt x="2161073" y="564731"/>
                    </a:cubicBezTo>
                    <a:cubicBezTo>
                      <a:pt x="2141197" y="819060"/>
                      <a:pt x="2162221" y="909650"/>
                      <a:pt x="2161073" y="1148080"/>
                    </a:cubicBezTo>
                    <a:cubicBezTo>
                      <a:pt x="2159925" y="1386510"/>
                      <a:pt x="2133255" y="1589242"/>
                      <a:pt x="2161073" y="1861751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55538766">
                      <a:prstGeom prst="foldedCorner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3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5" name="Folded Corner 4">
                <a:extLst>
                  <a:ext uri="{FF2B5EF4-FFF2-40B4-BE49-F238E27FC236}">
                    <a16:creationId xmlns:a16="http://schemas.microsoft.com/office/drawing/2014/main" id="{D7F02D2A-63B3-EA43-9BD9-224996011D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289" y="4201087"/>
                <a:ext cx="2161073" cy="2221937"/>
              </a:xfrm>
              <a:prstGeom prst="foldedCorner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55538766">
                      <a:custGeom>
                        <a:avLst/>
                        <a:gdLst>
                          <a:gd name="connsiteX0" fmla="*/ 0 w 2161073"/>
                          <a:gd name="connsiteY0" fmla="*/ 0 h 2221937"/>
                          <a:gd name="connsiteX1" fmla="*/ 497047 w 2161073"/>
                          <a:gd name="connsiteY1" fmla="*/ 0 h 2221937"/>
                          <a:gd name="connsiteX2" fmla="*/ 1037315 w 2161073"/>
                          <a:gd name="connsiteY2" fmla="*/ 0 h 2221937"/>
                          <a:gd name="connsiteX3" fmla="*/ 1512751 w 2161073"/>
                          <a:gd name="connsiteY3" fmla="*/ 0 h 2221937"/>
                          <a:gd name="connsiteX4" fmla="*/ 2161073 w 2161073"/>
                          <a:gd name="connsiteY4" fmla="*/ 0 h 2221937"/>
                          <a:gd name="connsiteX5" fmla="*/ 2161073 w 2161073"/>
                          <a:gd name="connsiteY5" fmla="*/ 639201 h 2221937"/>
                          <a:gd name="connsiteX6" fmla="*/ 2161073 w 2161073"/>
                          <a:gd name="connsiteY6" fmla="*/ 1297020 h 2221937"/>
                          <a:gd name="connsiteX7" fmla="*/ 2161073 w 2161073"/>
                          <a:gd name="connsiteY7" fmla="*/ 1861751 h 2221937"/>
                          <a:gd name="connsiteX8" fmla="*/ 1800887 w 2161073"/>
                          <a:gd name="connsiteY8" fmla="*/ 2221937 h 2221937"/>
                          <a:gd name="connsiteX9" fmla="*/ 1218600 w 2161073"/>
                          <a:gd name="connsiteY9" fmla="*/ 2221937 h 2221937"/>
                          <a:gd name="connsiteX10" fmla="*/ 672331 w 2161073"/>
                          <a:gd name="connsiteY10" fmla="*/ 2221937 h 2221937"/>
                          <a:gd name="connsiteX11" fmla="*/ 0 w 2161073"/>
                          <a:gd name="connsiteY11" fmla="*/ 2221937 h 2221937"/>
                          <a:gd name="connsiteX12" fmla="*/ 0 w 2161073"/>
                          <a:gd name="connsiteY12" fmla="*/ 1622014 h 2221937"/>
                          <a:gd name="connsiteX13" fmla="*/ 0 w 2161073"/>
                          <a:gd name="connsiteY13" fmla="*/ 1066530 h 2221937"/>
                          <a:gd name="connsiteX14" fmla="*/ 0 w 2161073"/>
                          <a:gd name="connsiteY14" fmla="*/ 511046 h 2221937"/>
                          <a:gd name="connsiteX15" fmla="*/ 0 w 2161073"/>
                          <a:gd name="connsiteY15" fmla="*/ 0 h 2221937"/>
                          <a:gd name="connsiteX0" fmla="*/ 1800887 w 2161073"/>
                          <a:gd name="connsiteY0" fmla="*/ 2221937 h 2221937"/>
                          <a:gd name="connsiteX1" fmla="*/ 1872924 w 2161073"/>
                          <a:gd name="connsiteY1" fmla="*/ 1933788 h 2221937"/>
                          <a:gd name="connsiteX2" fmla="*/ 2161073 w 2161073"/>
                          <a:gd name="connsiteY2" fmla="*/ 1861751 h 2221937"/>
                          <a:gd name="connsiteX3" fmla="*/ 1800887 w 2161073"/>
                          <a:gd name="connsiteY3" fmla="*/ 2221937 h 2221937"/>
                          <a:gd name="connsiteX0" fmla="*/ 1800887 w 2161073"/>
                          <a:gd name="connsiteY0" fmla="*/ 2221937 h 2221937"/>
                          <a:gd name="connsiteX1" fmla="*/ 1872924 w 2161073"/>
                          <a:gd name="connsiteY1" fmla="*/ 1933788 h 2221937"/>
                          <a:gd name="connsiteX2" fmla="*/ 2161073 w 2161073"/>
                          <a:gd name="connsiteY2" fmla="*/ 1861751 h 2221937"/>
                          <a:gd name="connsiteX3" fmla="*/ 1800887 w 2161073"/>
                          <a:gd name="connsiteY3" fmla="*/ 2221937 h 2221937"/>
                          <a:gd name="connsiteX4" fmla="*/ 1254618 w 2161073"/>
                          <a:gd name="connsiteY4" fmla="*/ 2221937 h 2221937"/>
                          <a:gd name="connsiteX5" fmla="*/ 618305 w 2161073"/>
                          <a:gd name="connsiteY5" fmla="*/ 2221937 h 2221937"/>
                          <a:gd name="connsiteX6" fmla="*/ 0 w 2161073"/>
                          <a:gd name="connsiteY6" fmla="*/ 2221937 h 2221937"/>
                          <a:gd name="connsiteX7" fmla="*/ 0 w 2161073"/>
                          <a:gd name="connsiteY7" fmla="*/ 1666453 h 2221937"/>
                          <a:gd name="connsiteX8" fmla="*/ 0 w 2161073"/>
                          <a:gd name="connsiteY8" fmla="*/ 1177627 h 2221937"/>
                          <a:gd name="connsiteX9" fmla="*/ 0 w 2161073"/>
                          <a:gd name="connsiteY9" fmla="*/ 666581 h 2221937"/>
                          <a:gd name="connsiteX10" fmla="*/ 0 w 2161073"/>
                          <a:gd name="connsiteY10" fmla="*/ 0 h 2221937"/>
                          <a:gd name="connsiteX11" fmla="*/ 497047 w 2161073"/>
                          <a:gd name="connsiteY11" fmla="*/ 0 h 2221937"/>
                          <a:gd name="connsiteX12" fmla="*/ 1058926 w 2161073"/>
                          <a:gd name="connsiteY12" fmla="*/ 0 h 2221937"/>
                          <a:gd name="connsiteX13" fmla="*/ 1620805 w 2161073"/>
                          <a:gd name="connsiteY13" fmla="*/ 0 h 2221937"/>
                          <a:gd name="connsiteX14" fmla="*/ 2161073 w 2161073"/>
                          <a:gd name="connsiteY14" fmla="*/ 0 h 2221937"/>
                          <a:gd name="connsiteX15" fmla="*/ 2161073 w 2161073"/>
                          <a:gd name="connsiteY15" fmla="*/ 620584 h 2221937"/>
                          <a:gd name="connsiteX16" fmla="*/ 2161073 w 2161073"/>
                          <a:gd name="connsiteY16" fmla="*/ 1259785 h 2221937"/>
                          <a:gd name="connsiteX17" fmla="*/ 2161073 w 2161073"/>
                          <a:gd name="connsiteY17" fmla="*/ 1861751 h 222193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</a:cxnLst>
                        <a:rect l="l" t="t" r="r" b="b"/>
                        <a:pathLst>
                          <a:path w="2161073" h="2221937" stroke="0" extrusionOk="0">
                            <a:moveTo>
                              <a:pt x="0" y="0"/>
                            </a:moveTo>
                            <a:cubicBezTo>
                              <a:pt x="226347" y="-7524"/>
                              <a:pt x="274375" y="17754"/>
                              <a:pt x="497047" y="0"/>
                            </a:cubicBezTo>
                            <a:cubicBezTo>
                              <a:pt x="719719" y="-17754"/>
                              <a:pt x="828387" y="-25344"/>
                              <a:pt x="1037315" y="0"/>
                            </a:cubicBezTo>
                            <a:cubicBezTo>
                              <a:pt x="1246243" y="25344"/>
                              <a:pt x="1346452" y="8259"/>
                              <a:pt x="1512751" y="0"/>
                            </a:cubicBezTo>
                            <a:cubicBezTo>
                              <a:pt x="1679050" y="-8259"/>
                              <a:pt x="1923201" y="-29018"/>
                              <a:pt x="2161073" y="0"/>
                            </a:cubicBezTo>
                            <a:cubicBezTo>
                              <a:pt x="2188752" y="186967"/>
                              <a:pt x="2134359" y="469483"/>
                              <a:pt x="2161073" y="639201"/>
                            </a:cubicBezTo>
                            <a:cubicBezTo>
                              <a:pt x="2187787" y="808919"/>
                              <a:pt x="2172187" y="1033136"/>
                              <a:pt x="2161073" y="1297020"/>
                            </a:cubicBezTo>
                            <a:cubicBezTo>
                              <a:pt x="2149959" y="1560904"/>
                              <a:pt x="2137655" y="1675498"/>
                              <a:pt x="2161073" y="1861751"/>
                            </a:cubicBezTo>
                            <a:cubicBezTo>
                              <a:pt x="2057928" y="1933105"/>
                              <a:pt x="1933884" y="2108971"/>
                              <a:pt x="1800887" y="2221937"/>
                            </a:cubicBezTo>
                            <a:cubicBezTo>
                              <a:pt x="1640519" y="2239722"/>
                              <a:pt x="1412493" y="2199772"/>
                              <a:pt x="1218600" y="2221937"/>
                            </a:cubicBezTo>
                            <a:cubicBezTo>
                              <a:pt x="1024707" y="2244102"/>
                              <a:pt x="811322" y="2213056"/>
                              <a:pt x="672331" y="2221937"/>
                            </a:cubicBezTo>
                            <a:cubicBezTo>
                              <a:pt x="533340" y="2230818"/>
                              <a:pt x="273613" y="2239007"/>
                              <a:pt x="0" y="2221937"/>
                            </a:cubicBezTo>
                            <a:cubicBezTo>
                              <a:pt x="-17633" y="1948544"/>
                              <a:pt x="126" y="1757599"/>
                              <a:pt x="0" y="1622014"/>
                            </a:cubicBezTo>
                            <a:cubicBezTo>
                              <a:pt x="-126" y="1486429"/>
                              <a:pt x="4201" y="1179653"/>
                              <a:pt x="0" y="1066530"/>
                            </a:cubicBezTo>
                            <a:cubicBezTo>
                              <a:pt x="-4201" y="953407"/>
                              <a:pt x="-2036" y="713497"/>
                              <a:pt x="0" y="511046"/>
                            </a:cubicBezTo>
                            <a:cubicBezTo>
                              <a:pt x="2036" y="308595"/>
                              <a:pt x="18227" y="104414"/>
                              <a:pt x="0" y="0"/>
                            </a:cubicBezTo>
                            <a:close/>
                          </a:path>
                          <a:path w="2161073" h="2221937" fill="darkenLess" stroke="0" extrusionOk="0">
                            <a:moveTo>
                              <a:pt x="1800887" y="2221937"/>
                            </a:moveTo>
                            <a:cubicBezTo>
                              <a:pt x="1819188" y="2088004"/>
                              <a:pt x="1838148" y="2067668"/>
                              <a:pt x="1872924" y="1933788"/>
                            </a:cubicBezTo>
                            <a:cubicBezTo>
                              <a:pt x="1967101" y="1901290"/>
                              <a:pt x="2079829" y="1890179"/>
                              <a:pt x="2161073" y="1861751"/>
                            </a:cubicBezTo>
                            <a:cubicBezTo>
                              <a:pt x="2016789" y="1981581"/>
                              <a:pt x="1905060" y="2082993"/>
                              <a:pt x="1800887" y="2221937"/>
                            </a:cubicBezTo>
                            <a:close/>
                          </a:path>
                          <a:path w="2161073" h="2221937" fill="none" extrusionOk="0">
                            <a:moveTo>
                              <a:pt x="1800887" y="2221937"/>
                            </a:moveTo>
                            <a:cubicBezTo>
                              <a:pt x="1822091" y="2143547"/>
                              <a:pt x="1837051" y="2045854"/>
                              <a:pt x="1872924" y="1933788"/>
                            </a:cubicBezTo>
                            <a:cubicBezTo>
                              <a:pt x="1974708" y="1906487"/>
                              <a:pt x="2058135" y="1874639"/>
                              <a:pt x="2161073" y="1861751"/>
                            </a:cubicBezTo>
                            <a:cubicBezTo>
                              <a:pt x="2064451" y="1959651"/>
                              <a:pt x="1892246" y="2148906"/>
                              <a:pt x="1800887" y="2221937"/>
                            </a:cubicBezTo>
                            <a:cubicBezTo>
                              <a:pt x="1631884" y="2227987"/>
                              <a:pt x="1472260" y="2224759"/>
                              <a:pt x="1254618" y="2221937"/>
                            </a:cubicBezTo>
                            <a:cubicBezTo>
                              <a:pt x="1036976" y="2219115"/>
                              <a:pt x="868088" y="2213880"/>
                              <a:pt x="618305" y="2221937"/>
                            </a:cubicBezTo>
                            <a:cubicBezTo>
                              <a:pt x="368522" y="2229994"/>
                              <a:pt x="206806" y="2211370"/>
                              <a:pt x="0" y="2221937"/>
                            </a:cubicBezTo>
                            <a:cubicBezTo>
                              <a:pt x="24551" y="2096888"/>
                              <a:pt x="-25759" y="1800951"/>
                              <a:pt x="0" y="1666453"/>
                            </a:cubicBezTo>
                            <a:cubicBezTo>
                              <a:pt x="25759" y="1531955"/>
                              <a:pt x="16684" y="1382843"/>
                              <a:pt x="0" y="1177627"/>
                            </a:cubicBezTo>
                            <a:cubicBezTo>
                              <a:pt x="-16684" y="972411"/>
                              <a:pt x="12704" y="775138"/>
                              <a:pt x="0" y="666581"/>
                            </a:cubicBezTo>
                            <a:cubicBezTo>
                              <a:pt x="-12704" y="558024"/>
                              <a:pt x="13829" y="310337"/>
                              <a:pt x="0" y="0"/>
                            </a:cubicBezTo>
                            <a:cubicBezTo>
                              <a:pt x="247944" y="5437"/>
                              <a:pt x="320332" y="-7586"/>
                              <a:pt x="497047" y="0"/>
                            </a:cubicBezTo>
                            <a:cubicBezTo>
                              <a:pt x="673762" y="7586"/>
                              <a:pt x="864334" y="10248"/>
                              <a:pt x="1058926" y="0"/>
                            </a:cubicBezTo>
                            <a:cubicBezTo>
                              <a:pt x="1253518" y="-10248"/>
                              <a:pt x="1505940" y="-9240"/>
                              <a:pt x="1620805" y="0"/>
                            </a:cubicBezTo>
                            <a:cubicBezTo>
                              <a:pt x="1735670" y="9240"/>
                              <a:pt x="2047290" y="4850"/>
                              <a:pt x="2161073" y="0"/>
                            </a:cubicBezTo>
                            <a:cubicBezTo>
                              <a:pt x="2174506" y="188996"/>
                              <a:pt x="2160327" y="431807"/>
                              <a:pt x="2161073" y="620584"/>
                            </a:cubicBezTo>
                            <a:cubicBezTo>
                              <a:pt x="2161819" y="809361"/>
                              <a:pt x="2156176" y="965753"/>
                              <a:pt x="2161073" y="1259785"/>
                            </a:cubicBezTo>
                            <a:cubicBezTo>
                              <a:pt x="2165970" y="1553817"/>
                              <a:pt x="2186950" y="1669874"/>
                              <a:pt x="2161073" y="1861751"/>
                            </a:cubicBezTo>
                          </a:path>
                          <a:path w="2161073" h="2221937" fill="none" stroke="0" extrusionOk="0">
                            <a:moveTo>
                              <a:pt x="1800887" y="2221937"/>
                            </a:moveTo>
                            <a:cubicBezTo>
                              <a:pt x="1834776" y="2116833"/>
                              <a:pt x="1854587" y="2053528"/>
                              <a:pt x="1872924" y="1933788"/>
                            </a:cubicBezTo>
                            <a:cubicBezTo>
                              <a:pt x="1968371" y="1916120"/>
                              <a:pt x="2041555" y="1880279"/>
                              <a:pt x="2161073" y="1861751"/>
                            </a:cubicBezTo>
                            <a:cubicBezTo>
                              <a:pt x="2046949" y="2003425"/>
                              <a:pt x="1894873" y="2131756"/>
                              <a:pt x="1800887" y="2221937"/>
                            </a:cubicBezTo>
                            <a:cubicBezTo>
                              <a:pt x="1630212" y="2222743"/>
                              <a:pt x="1411802" y="2193467"/>
                              <a:pt x="1200591" y="2221937"/>
                            </a:cubicBezTo>
                            <a:cubicBezTo>
                              <a:pt x="989380" y="2250407"/>
                              <a:pt x="832804" y="2202895"/>
                              <a:pt x="654322" y="2221937"/>
                            </a:cubicBezTo>
                            <a:cubicBezTo>
                              <a:pt x="475840" y="2240979"/>
                              <a:pt x="193922" y="2202755"/>
                              <a:pt x="0" y="2221937"/>
                            </a:cubicBezTo>
                            <a:cubicBezTo>
                              <a:pt x="16677" y="2052877"/>
                              <a:pt x="26282" y="1928547"/>
                              <a:pt x="0" y="1644233"/>
                            </a:cubicBezTo>
                            <a:cubicBezTo>
                              <a:pt x="-26282" y="1359919"/>
                              <a:pt x="-17897" y="1302341"/>
                              <a:pt x="0" y="1110969"/>
                            </a:cubicBezTo>
                            <a:cubicBezTo>
                              <a:pt x="17897" y="919597"/>
                              <a:pt x="1895" y="775474"/>
                              <a:pt x="0" y="555484"/>
                            </a:cubicBezTo>
                            <a:cubicBezTo>
                              <a:pt x="-1895" y="335495"/>
                              <a:pt x="-7776" y="236871"/>
                              <a:pt x="0" y="0"/>
                            </a:cubicBezTo>
                            <a:cubicBezTo>
                              <a:pt x="106703" y="-20097"/>
                              <a:pt x="352094" y="-4402"/>
                              <a:pt x="475436" y="0"/>
                            </a:cubicBezTo>
                            <a:cubicBezTo>
                              <a:pt x="598778" y="4402"/>
                              <a:pt x="843721" y="-589"/>
                              <a:pt x="1037315" y="0"/>
                            </a:cubicBezTo>
                            <a:cubicBezTo>
                              <a:pt x="1230909" y="589"/>
                              <a:pt x="1320845" y="3278"/>
                              <a:pt x="1599194" y="0"/>
                            </a:cubicBezTo>
                            <a:cubicBezTo>
                              <a:pt x="1877543" y="-3278"/>
                              <a:pt x="1997946" y="-11176"/>
                              <a:pt x="2161073" y="0"/>
                            </a:cubicBezTo>
                            <a:cubicBezTo>
                              <a:pt x="2164807" y="113130"/>
                              <a:pt x="2180949" y="310402"/>
                              <a:pt x="2161073" y="564731"/>
                            </a:cubicBezTo>
                            <a:cubicBezTo>
                              <a:pt x="2141197" y="819060"/>
                              <a:pt x="2162221" y="909650"/>
                              <a:pt x="2161073" y="1148080"/>
                            </a:cubicBezTo>
                            <a:cubicBezTo>
                              <a:pt x="2159925" y="1386510"/>
                              <a:pt x="2133255" y="1589242"/>
                              <a:pt x="2161073" y="1861751"/>
                            </a:cubicBezTo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Folded Corner 6">
                <a:extLst>
                  <a:ext uri="{FF2B5EF4-FFF2-40B4-BE49-F238E27FC236}">
                    <a16:creationId xmlns:a16="http://schemas.microsoft.com/office/drawing/2014/main" id="{0C61D8C8-BB06-DD4A-910B-58D38B4BE25B}"/>
                  </a:ext>
                </a:extLst>
              </p:cNvPr>
              <p:cNvSpPr/>
              <p:nvPr/>
            </p:nvSpPr>
            <p:spPr>
              <a:xfrm>
                <a:off x="6740069" y="4201087"/>
                <a:ext cx="2161073" cy="2221937"/>
              </a:xfrm>
              <a:custGeom>
                <a:avLst/>
                <a:gdLst>
                  <a:gd name="connsiteX0" fmla="*/ 0 w 2161073"/>
                  <a:gd name="connsiteY0" fmla="*/ 0 h 2221937"/>
                  <a:gd name="connsiteX1" fmla="*/ 497047 w 2161073"/>
                  <a:gd name="connsiteY1" fmla="*/ 0 h 2221937"/>
                  <a:gd name="connsiteX2" fmla="*/ 1037315 w 2161073"/>
                  <a:gd name="connsiteY2" fmla="*/ 0 h 2221937"/>
                  <a:gd name="connsiteX3" fmla="*/ 1512751 w 2161073"/>
                  <a:gd name="connsiteY3" fmla="*/ 0 h 2221937"/>
                  <a:gd name="connsiteX4" fmla="*/ 2161073 w 2161073"/>
                  <a:gd name="connsiteY4" fmla="*/ 0 h 2221937"/>
                  <a:gd name="connsiteX5" fmla="*/ 2161073 w 2161073"/>
                  <a:gd name="connsiteY5" fmla="*/ 639201 h 2221937"/>
                  <a:gd name="connsiteX6" fmla="*/ 2161073 w 2161073"/>
                  <a:gd name="connsiteY6" fmla="*/ 1297020 h 2221937"/>
                  <a:gd name="connsiteX7" fmla="*/ 2161073 w 2161073"/>
                  <a:gd name="connsiteY7" fmla="*/ 1861751 h 2221937"/>
                  <a:gd name="connsiteX8" fmla="*/ 1800887 w 2161073"/>
                  <a:gd name="connsiteY8" fmla="*/ 2221937 h 2221937"/>
                  <a:gd name="connsiteX9" fmla="*/ 1218600 w 2161073"/>
                  <a:gd name="connsiteY9" fmla="*/ 2221937 h 2221937"/>
                  <a:gd name="connsiteX10" fmla="*/ 672331 w 2161073"/>
                  <a:gd name="connsiteY10" fmla="*/ 2221937 h 2221937"/>
                  <a:gd name="connsiteX11" fmla="*/ 0 w 2161073"/>
                  <a:gd name="connsiteY11" fmla="*/ 2221937 h 2221937"/>
                  <a:gd name="connsiteX12" fmla="*/ 0 w 2161073"/>
                  <a:gd name="connsiteY12" fmla="*/ 1622014 h 2221937"/>
                  <a:gd name="connsiteX13" fmla="*/ 0 w 2161073"/>
                  <a:gd name="connsiteY13" fmla="*/ 1066530 h 2221937"/>
                  <a:gd name="connsiteX14" fmla="*/ 0 w 2161073"/>
                  <a:gd name="connsiteY14" fmla="*/ 511046 h 2221937"/>
                  <a:gd name="connsiteX15" fmla="*/ 0 w 2161073"/>
                  <a:gd name="connsiteY15" fmla="*/ 0 h 2221937"/>
                  <a:gd name="connsiteX0" fmla="*/ 1800887 w 2161073"/>
                  <a:gd name="connsiteY0" fmla="*/ 2221937 h 2221937"/>
                  <a:gd name="connsiteX1" fmla="*/ 1872924 w 2161073"/>
                  <a:gd name="connsiteY1" fmla="*/ 1933788 h 2221937"/>
                  <a:gd name="connsiteX2" fmla="*/ 2161073 w 2161073"/>
                  <a:gd name="connsiteY2" fmla="*/ 1861751 h 2221937"/>
                  <a:gd name="connsiteX3" fmla="*/ 1800887 w 2161073"/>
                  <a:gd name="connsiteY3" fmla="*/ 2221937 h 2221937"/>
                  <a:gd name="connsiteX0" fmla="*/ 1800887 w 2161073"/>
                  <a:gd name="connsiteY0" fmla="*/ 2221937 h 2221937"/>
                  <a:gd name="connsiteX1" fmla="*/ 1872924 w 2161073"/>
                  <a:gd name="connsiteY1" fmla="*/ 1933788 h 2221937"/>
                  <a:gd name="connsiteX2" fmla="*/ 2161073 w 2161073"/>
                  <a:gd name="connsiteY2" fmla="*/ 1861751 h 2221937"/>
                  <a:gd name="connsiteX3" fmla="*/ 1800887 w 2161073"/>
                  <a:gd name="connsiteY3" fmla="*/ 2221937 h 2221937"/>
                  <a:gd name="connsiteX4" fmla="*/ 1254618 w 2161073"/>
                  <a:gd name="connsiteY4" fmla="*/ 2221937 h 2221937"/>
                  <a:gd name="connsiteX5" fmla="*/ 618305 w 2161073"/>
                  <a:gd name="connsiteY5" fmla="*/ 2221937 h 2221937"/>
                  <a:gd name="connsiteX6" fmla="*/ 0 w 2161073"/>
                  <a:gd name="connsiteY6" fmla="*/ 2221937 h 2221937"/>
                  <a:gd name="connsiteX7" fmla="*/ 0 w 2161073"/>
                  <a:gd name="connsiteY7" fmla="*/ 1666453 h 2221937"/>
                  <a:gd name="connsiteX8" fmla="*/ 0 w 2161073"/>
                  <a:gd name="connsiteY8" fmla="*/ 1177627 h 2221937"/>
                  <a:gd name="connsiteX9" fmla="*/ 0 w 2161073"/>
                  <a:gd name="connsiteY9" fmla="*/ 666581 h 2221937"/>
                  <a:gd name="connsiteX10" fmla="*/ 0 w 2161073"/>
                  <a:gd name="connsiteY10" fmla="*/ 0 h 2221937"/>
                  <a:gd name="connsiteX11" fmla="*/ 497047 w 2161073"/>
                  <a:gd name="connsiteY11" fmla="*/ 0 h 2221937"/>
                  <a:gd name="connsiteX12" fmla="*/ 1058926 w 2161073"/>
                  <a:gd name="connsiteY12" fmla="*/ 0 h 2221937"/>
                  <a:gd name="connsiteX13" fmla="*/ 1620805 w 2161073"/>
                  <a:gd name="connsiteY13" fmla="*/ 0 h 2221937"/>
                  <a:gd name="connsiteX14" fmla="*/ 2161073 w 2161073"/>
                  <a:gd name="connsiteY14" fmla="*/ 0 h 2221937"/>
                  <a:gd name="connsiteX15" fmla="*/ 2161073 w 2161073"/>
                  <a:gd name="connsiteY15" fmla="*/ 620584 h 2221937"/>
                  <a:gd name="connsiteX16" fmla="*/ 2161073 w 2161073"/>
                  <a:gd name="connsiteY16" fmla="*/ 1259785 h 2221937"/>
                  <a:gd name="connsiteX17" fmla="*/ 2161073 w 2161073"/>
                  <a:gd name="connsiteY17" fmla="*/ 1861751 h 222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61073" h="2221937" stroke="0" extrusionOk="0">
                    <a:moveTo>
                      <a:pt x="0" y="0"/>
                    </a:moveTo>
                    <a:cubicBezTo>
                      <a:pt x="226347" y="-7524"/>
                      <a:pt x="274375" y="17754"/>
                      <a:pt x="497047" y="0"/>
                    </a:cubicBezTo>
                    <a:cubicBezTo>
                      <a:pt x="719719" y="-17754"/>
                      <a:pt x="828387" y="-25344"/>
                      <a:pt x="1037315" y="0"/>
                    </a:cubicBezTo>
                    <a:cubicBezTo>
                      <a:pt x="1246243" y="25344"/>
                      <a:pt x="1346452" y="8259"/>
                      <a:pt x="1512751" y="0"/>
                    </a:cubicBezTo>
                    <a:cubicBezTo>
                      <a:pt x="1679050" y="-8259"/>
                      <a:pt x="1923201" y="-29018"/>
                      <a:pt x="2161073" y="0"/>
                    </a:cubicBezTo>
                    <a:cubicBezTo>
                      <a:pt x="2188752" y="186967"/>
                      <a:pt x="2134359" y="469483"/>
                      <a:pt x="2161073" y="639201"/>
                    </a:cubicBezTo>
                    <a:cubicBezTo>
                      <a:pt x="2187787" y="808919"/>
                      <a:pt x="2172187" y="1033136"/>
                      <a:pt x="2161073" y="1297020"/>
                    </a:cubicBezTo>
                    <a:cubicBezTo>
                      <a:pt x="2149959" y="1560904"/>
                      <a:pt x="2137655" y="1675498"/>
                      <a:pt x="2161073" y="1861751"/>
                    </a:cubicBezTo>
                    <a:cubicBezTo>
                      <a:pt x="2057928" y="1933105"/>
                      <a:pt x="1933884" y="2108971"/>
                      <a:pt x="1800887" y="2221937"/>
                    </a:cubicBezTo>
                    <a:cubicBezTo>
                      <a:pt x="1640519" y="2239722"/>
                      <a:pt x="1412493" y="2199772"/>
                      <a:pt x="1218600" y="2221937"/>
                    </a:cubicBezTo>
                    <a:cubicBezTo>
                      <a:pt x="1024707" y="2244102"/>
                      <a:pt x="811322" y="2213056"/>
                      <a:pt x="672331" y="2221937"/>
                    </a:cubicBezTo>
                    <a:cubicBezTo>
                      <a:pt x="533340" y="2230818"/>
                      <a:pt x="273613" y="2239007"/>
                      <a:pt x="0" y="2221937"/>
                    </a:cubicBezTo>
                    <a:cubicBezTo>
                      <a:pt x="-17633" y="1948544"/>
                      <a:pt x="126" y="1757599"/>
                      <a:pt x="0" y="1622014"/>
                    </a:cubicBezTo>
                    <a:cubicBezTo>
                      <a:pt x="-126" y="1486429"/>
                      <a:pt x="4201" y="1179653"/>
                      <a:pt x="0" y="1066530"/>
                    </a:cubicBezTo>
                    <a:cubicBezTo>
                      <a:pt x="-4201" y="953407"/>
                      <a:pt x="-2036" y="713497"/>
                      <a:pt x="0" y="511046"/>
                    </a:cubicBezTo>
                    <a:cubicBezTo>
                      <a:pt x="2036" y="308595"/>
                      <a:pt x="18227" y="104414"/>
                      <a:pt x="0" y="0"/>
                    </a:cubicBezTo>
                    <a:close/>
                  </a:path>
                  <a:path w="2161073" h="2221937" fill="darkenLess" stroke="0" extrusionOk="0">
                    <a:moveTo>
                      <a:pt x="1800887" y="2221937"/>
                    </a:moveTo>
                    <a:cubicBezTo>
                      <a:pt x="1819188" y="2088004"/>
                      <a:pt x="1838148" y="2067668"/>
                      <a:pt x="1872924" y="1933788"/>
                    </a:cubicBezTo>
                    <a:cubicBezTo>
                      <a:pt x="1967101" y="1901290"/>
                      <a:pt x="2079829" y="1890179"/>
                      <a:pt x="2161073" y="1861751"/>
                    </a:cubicBezTo>
                    <a:cubicBezTo>
                      <a:pt x="2016789" y="1981581"/>
                      <a:pt x="1905060" y="2082993"/>
                      <a:pt x="1800887" y="2221937"/>
                    </a:cubicBezTo>
                    <a:close/>
                  </a:path>
                  <a:path w="2161073" h="2221937" fill="none" extrusionOk="0">
                    <a:moveTo>
                      <a:pt x="1800887" y="2221937"/>
                    </a:moveTo>
                    <a:cubicBezTo>
                      <a:pt x="1822091" y="2143547"/>
                      <a:pt x="1837051" y="2045854"/>
                      <a:pt x="1872924" y="1933788"/>
                    </a:cubicBezTo>
                    <a:cubicBezTo>
                      <a:pt x="1974708" y="1906487"/>
                      <a:pt x="2058135" y="1874639"/>
                      <a:pt x="2161073" y="1861751"/>
                    </a:cubicBezTo>
                    <a:cubicBezTo>
                      <a:pt x="2064451" y="1959651"/>
                      <a:pt x="1892246" y="2148906"/>
                      <a:pt x="1800887" y="2221937"/>
                    </a:cubicBezTo>
                    <a:cubicBezTo>
                      <a:pt x="1631884" y="2227987"/>
                      <a:pt x="1472260" y="2224759"/>
                      <a:pt x="1254618" y="2221937"/>
                    </a:cubicBezTo>
                    <a:cubicBezTo>
                      <a:pt x="1036976" y="2219115"/>
                      <a:pt x="868088" y="2213880"/>
                      <a:pt x="618305" y="2221937"/>
                    </a:cubicBezTo>
                    <a:cubicBezTo>
                      <a:pt x="368522" y="2229994"/>
                      <a:pt x="206806" y="2211370"/>
                      <a:pt x="0" y="2221937"/>
                    </a:cubicBezTo>
                    <a:cubicBezTo>
                      <a:pt x="24551" y="2096888"/>
                      <a:pt x="-25759" y="1800951"/>
                      <a:pt x="0" y="1666453"/>
                    </a:cubicBezTo>
                    <a:cubicBezTo>
                      <a:pt x="25759" y="1531955"/>
                      <a:pt x="16684" y="1382843"/>
                      <a:pt x="0" y="1177627"/>
                    </a:cubicBezTo>
                    <a:cubicBezTo>
                      <a:pt x="-16684" y="972411"/>
                      <a:pt x="12704" y="775138"/>
                      <a:pt x="0" y="666581"/>
                    </a:cubicBezTo>
                    <a:cubicBezTo>
                      <a:pt x="-12704" y="558024"/>
                      <a:pt x="13829" y="310337"/>
                      <a:pt x="0" y="0"/>
                    </a:cubicBezTo>
                    <a:cubicBezTo>
                      <a:pt x="247944" y="5437"/>
                      <a:pt x="320332" y="-7586"/>
                      <a:pt x="497047" y="0"/>
                    </a:cubicBezTo>
                    <a:cubicBezTo>
                      <a:pt x="673762" y="7586"/>
                      <a:pt x="864334" y="10248"/>
                      <a:pt x="1058926" y="0"/>
                    </a:cubicBezTo>
                    <a:cubicBezTo>
                      <a:pt x="1253518" y="-10248"/>
                      <a:pt x="1505940" y="-9240"/>
                      <a:pt x="1620805" y="0"/>
                    </a:cubicBezTo>
                    <a:cubicBezTo>
                      <a:pt x="1735670" y="9240"/>
                      <a:pt x="2047290" y="4850"/>
                      <a:pt x="2161073" y="0"/>
                    </a:cubicBezTo>
                    <a:cubicBezTo>
                      <a:pt x="2174506" y="188996"/>
                      <a:pt x="2160327" y="431807"/>
                      <a:pt x="2161073" y="620584"/>
                    </a:cubicBezTo>
                    <a:cubicBezTo>
                      <a:pt x="2161819" y="809361"/>
                      <a:pt x="2156176" y="965753"/>
                      <a:pt x="2161073" y="1259785"/>
                    </a:cubicBezTo>
                    <a:cubicBezTo>
                      <a:pt x="2165970" y="1553817"/>
                      <a:pt x="2186950" y="1669874"/>
                      <a:pt x="2161073" y="1861751"/>
                    </a:cubicBezTo>
                  </a:path>
                  <a:path w="2161073" h="2221937" fill="none" stroke="0" extrusionOk="0">
                    <a:moveTo>
                      <a:pt x="1800887" y="2221937"/>
                    </a:moveTo>
                    <a:cubicBezTo>
                      <a:pt x="1834776" y="2116833"/>
                      <a:pt x="1854587" y="2053528"/>
                      <a:pt x="1872924" y="1933788"/>
                    </a:cubicBezTo>
                    <a:cubicBezTo>
                      <a:pt x="1968371" y="1916120"/>
                      <a:pt x="2041555" y="1880279"/>
                      <a:pt x="2161073" y="1861751"/>
                    </a:cubicBezTo>
                    <a:cubicBezTo>
                      <a:pt x="2046949" y="2003425"/>
                      <a:pt x="1894873" y="2131756"/>
                      <a:pt x="1800887" y="2221937"/>
                    </a:cubicBezTo>
                    <a:cubicBezTo>
                      <a:pt x="1630212" y="2222743"/>
                      <a:pt x="1411802" y="2193467"/>
                      <a:pt x="1200591" y="2221937"/>
                    </a:cubicBezTo>
                    <a:cubicBezTo>
                      <a:pt x="989380" y="2250407"/>
                      <a:pt x="832804" y="2202895"/>
                      <a:pt x="654322" y="2221937"/>
                    </a:cubicBezTo>
                    <a:cubicBezTo>
                      <a:pt x="475840" y="2240979"/>
                      <a:pt x="193922" y="2202755"/>
                      <a:pt x="0" y="2221937"/>
                    </a:cubicBezTo>
                    <a:cubicBezTo>
                      <a:pt x="16677" y="2052877"/>
                      <a:pt x="26282" y="1928547"/>
                      <a:pt x="0" y="1644233"/>
                    </a:cubicBezTo>
                    <a:cubicBezTo>
                      <a:pt x="-26282" y="1359919"/>
                      <a:pt x="-17897" y="1302341"/>
                      <a:pt x="0" y="1110969"/>
                    </a:cubicBezTo>
                    <a:cubicBezTo>
                      <a:pt x="17897" y="919597"/>
                      <a:pt x="1895" y="775474"/>
                      <a:pt x="0" y="555484"/>
                    </a:cubicBezTo>
                    <a:cubicBezTo>
                      <a:pt x="-1895" y="335495"/>
                      <a:pt x="-7776" y="236871"/>
                      <a:pt x="0" y="0"/>
                    </a:cubicBezTo>
                    <a:cubicBezTo>
                      <a:pt x="106703" y="-20097"/>
                      <a:pt x="352094" y="-4402"/>
                      <a:pt x="475436" y="0"/>
                    </a:cubicBezTo>
                    <a:cubicBezTo>
                      <a:pt x="598778" y="4402"/>
                      <a:pt x="843721" y="-589"/>
                      <a:pt x="1037315" y="0"/>
                    </a:cubicBezTo>
                    <a:cubicBezTo>
                      <a:pt x="1230909" y="589"/>
                      <a:pt x="1320845" y="3278"/>
                      <a:pt x="1599194" y="0"/>
                    </a:cubicBezTo>
                    <a:cubicBezTo>
                      <a:pt x="1877543" y="-3278"/>
                      <a:pt x="1997946" y="-11176"/>
                      <a:pt x="2161073" y="0"/>
                    </a:cubicBezTo>
                    <a:cubicBezTo>
                      <a:pt x="2164807" y="113130"/>
                      <a:pt x="2180949" y="310402"/>
                      <a:pt x="2161073" y="564731"/>
                    </a:cubicBezTo>
                    <a:cubicBezTo>
                      <a:pt x="2141197" y="819060"/>
                      <a:pt x="2162221" y="909650"/>
                      <a:pt x="2161073" y="1148080"/>
                    </a:cubicBezTo>
                    <a:cubicBezTo>
                      <a:pt x="2159925" y="1386510"/>
                      <a:pt x="2133255" y="1589242"/>
                      <a:pt x="2161073" y="1861751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55538766">
                      <a:prstGeom prst="foldedCorner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AU" sz="3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3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AU" sz="3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3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en-AU" sz="320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3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US" sz="3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7" name="Folded Corner 6">
                <a:extLst>
                  <a:ext uri="{FF2B5EF4-FFF2-40B4-BE49-F238E27FC236}">
                    <a16:creationId xmlns:a16="http://schemas.microsoft.com/office/drawing/2014/main" id="{0C61D8C8-BB06-DD4A-910B-58D38B4BE2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0069" y="4201087"/>
                <a:ext cx="2161073" cy="2221937"/>
              </a:xfrm>
              <a:prstGeom prst="foldedCorner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55538766">
                      <a:custGeom>
                        <a:avLst/>
                        <a:gdLst>
                          <a:gd name="connsiteX0" fmla="*/ 0 w 2161073"/>
                          <a:gd name="connsiteY0" fmla="*/ 0 h 2221937"/>
                          <a:gd name="connsiteX1" fmla="*/ 497047 w 2161073"/>
                          <a:gd name="connsiteY1" fmla="*/ 0 h 2221937"/>
                          <a:gd name="connsiteX2" fmla="*/ 1037315 w 2161073"/>
                          <a:gd name="connsiteY2" fmla="*/ 0 h 2221937"/>
                          <a:gd name="connsiteX3" fmla="*/ 1512751 w 2161073"/>
                          <a:gd name="connsiteY3" fmla="*/ 0 h 2221937"/>
                          <a:gd name="connsiteX4" fmla="*/ 2161073 w 2161073"/>
                          <a:gd name="connsiteY4" fmla="*/ 0 h 2221937"/>
                          <a:gd name="connsiteX5" fmla="*/ 2161073 w 2161073"/>
                          <a:gd name="connsiteY5" fmla="*/ 639201 h 2221937"/>
                          <a:gd name="connsiteX6" fmla="*/ 2161073 w 2161073"/>
                          <a:gd name="connsiteY6" fmla="*/ 1297020 h 2221937"/>
                          <a:gd name="connsiteX7" fmla="*/ 2161073 w 2161073"/>
                          <a:gd name="connsiteY7" fmla="*/ 1861751 h 2221937"/>
                          <a:gd name="connsiteX8" fmla="*/ 1800887 w 2161073"/>
                          <a:gd name="connsiteY8" fmla="*/ 2221937 h 2221937"/>
                          <a:gd name="connsiteX9" fmla="*/ 1218600 w 2161073"/>
                          <a:gd name="connsiteY9" fmla="*/ 2221937 h 2221937"/>
                          <a:gd name="connsiteX10" fmla="*/ 672331 w 2161073"/>
                          <a:gd name="connsiteY10" fmla="*/ 2221937 h 2221937"/>
                          <a:gd name="connsiteX11" fmla="*/ 0 w 2161073"/>
                          <a:gd name="connsiteY11" fmla="*/ 2221937 h 2221937"/>
                          <a:gd name="connsiteX12" fmla="*/ 0 w 2161073"/>
                          <a:gd name="connsiteY12" fmla="*/ 1622014 h 2221937"/>
                          <a:gd name="connsiteX13" fmla="*/ 0 w 2161073"/>
                          <a:gd name="connsiteY13" fmla="*/ 1066530 h 2221937"/>
                          <a:gd name="connsiteX14" fmla="*/ 0 w 2161073"/>
                          <a:gd name="connsiteY14" fmla="*/ 511046 h 2221937"/>
                          <a:gd name="connsiteX15" fmla="*/ 0 w 2161073"/>
                          <a:gd name="connsiteY15" fmla="*/ 0 h 2221937"/>
                          <a:gd name="connsiteX0" fmla="*/ 1800887 w 2161073"/>
                          <a:gd name="connsiteY0" fmla="*/ 2221937 h 2221937"/>
                          <a:gd name="connsiteX1" fmla="*/ 1872924 w 2161073"/>
                          <a:gd name="connsiteY1" fmla="*/ 1933788 h 2221937"/>
                          <a:gd name="connsiteX2" fmla="*/ 2161073 w 2161073"/>
                          <a:gd name="connsiteY2" fmla="*/ 1861751 h 2221937"/>
                          <a:gd name="connsiteX3" fmla="*/ 1800887 w 2161073"/>
                          <a:gd name="connsiteY3" fmla="*/ 2221937 h 2221937"/>
                          <a:gd name="connsiteX0" fmla="*/ 1800887 w 2161073"/>
                          <a:gd name="connsiteY0" fmla="*/ 2221937 h 2221937"/>
                          <a:gd name="connsiteX1" fmla="*/ 1872924 w 2161073"/>
                          <a:gd name="connsiteY1" fmla="*/ 1933788 h 2221937"/>
                          <a:gd name="connsiteX2" fmla="*/ 2161073 w 2161073"/>
                          <a:gd name="connsiteY2" fmla="*/ 1861751 h 2221937"/>
                          <a:gd name="connsiteX3" fmla="*/ 1800887 w 2161073"/>
                          <a:gd name="connsiteY3" fmla="*/ 2221937 h 2221937"/>
                          <a:gd name="connsiteX4" fmla="*/ 1254618 w 2161073"/>
                          <a:gd name="connsiteY4" fmla="*/ 2221937 h 2221937"/>
                          <a:gd name="connsiteX5" fmla="*/ 618305 w 2161073"/>
                          <a:gd name="connsiteY5" fmla="*/ 2221937 h 2221937"/>
                          <a:gd name="connsiteX6" fmla="*/ 0 w 2161073"/>
                          <a:gd name="connsiteY6" fmla="*/ 2221937 h 2221937"/>
                          <a:gd name="connsiteX7" fmla="*/ 0 w 2161073"/>
                          <a:gd name="connsiteY7" fmla="*/ 1666453 h 2221937"/>
                          <a:gd name="connsiteX8" fmla="*/ 0 w 2161073"/>
                          <a:gd name="connsiteY8" fmla="*/ 1177627 h 2221937"/>
                          <a:gd name="connsiteX9" fmla="*/ 0 w 2161073"/>
                          <a:gd name="connsiteY9" fmla="*/ 666581 h 2221937"/>
                          <a:gd name="connsiteX10" fmla="*/ 0 w 2161073"/>
                          <a:gd name="connsiteY10" fmla="*/ 0 h 2221937"/>
                          <a:gd name="connsiteX11" fmla="*/ 497047 w 2161073"/>
                          <a:gd name="connsiteY11" fmla="*/ 0 h 2221937"/>
                          <a:gd name="connsiteX12" fmla="*/ 1058926 w 2161073"/>
                          <a:gd name="connsiteY12" fmla="*/ 0 h 2221937"/>
                          <a:gd name="connsiteX13" fmla="*/ 1620805 w 2161073"/>
                          <a:gd name="connsiteY13" fmla="*/ 0 h 2221937"/>
                          <a:gd name="connsiteX14" fmla="*/ 2161073 w 2161073"/>
                          <a:gd name="connsiteY14" fmla="*/ 0 h 2221937"/>
                          <a:gd name="connsiteX15" fmla="*/ 2161073 w 2161073"/>
                          <a:gd name="connsiteY15" fmla="*/ 620584 h 2221937"/>
                          <a:gd name="connsiteX16" fmla="*/ 2161073 w 2161073"/>
                          <a:gd name="connsiteY16" fmla="*/ 1259785 h 2221937"/>
                          <a:gd name="connsiteX17" fmla="*/ 2161073 w 2161073"/>
                          <a:gd name="connsiteY17" fmla="*/ 1861751 h 222193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</a:cxnLst>
                        <a:rect l="l" t="t" r="r" b="b"/>
                        <a:pathLst>
                          <a:path w="2161073" h="2221937" stroke="0" extrusionOk="0">
                            <a:moveTo>
                              <a:pt x="0" y="0"/>
                            </a:moveTo>
                            <a:cubicBezTo>
                              <a:pt x="226347" y="-7524"/>
                              <a:pt x="274375" y="17754"/>
                              <a:pt x="497047" y="0"/>
                            </a:cubicBezTo>
                            <a:cubicBezTo>
                              <a:pt x="719719" y="-17754"/>
                              <a:pt x="828387" y="-25344"/>
                              <a:pt x="1037315" y="0"/>
                            </a:cubicBezTo>
                            <a:cubicBezTo>
                              <a:pt x="1246243" y="25344"/>
                              <a:pt x="1346452" y="8259"/>
                              <a:pt x="1512751" y="0"/>
                            </a:cubicBezTo>
                            <a:cubicBezTo>
                              <a:pt x="1679050" y="-8259"/>
                              <a:pt x="1923201" y="-29018"/>
                              <a:pt x="2161073" y="0"/>
                            </a:cubicBezTo>
                            <a:cubicBezTo>
                              <a:pt x="2188752" y="186967"/>
                              <a:pt x="2134359" y="469483"/>
                              <a:pt x="2161073" y="639201"/>
                            </a:cubicBezTo>
                            <a:cubicBezTo>
                              <a:pt x="2187787" y="808919"/>
                              <a:pt x="2172187" y="1033136"/>
                              <a:pt x="2161073" y="1297020"/>
                            </a:cubicBezTo>
                            <a:cubicBezTo>
                              <a:pt x="2149959" y="1560904"/>
                              <a:pt x="2137655" y="1675498"/>
                              <a:pt x="2161073" y="1861751"/>
                            </a:cubicBezTo>
                            <a:cubicBezTo>
                              <a:pt x="2057928" y="1933105"/>
                              <a:pt x="1933884" y="2108971"/>
                              <a:pt x="1800887" y="2221937"/>
                            </a:cubicBezTo>
                            <a:cubicBezTo>
                              <a:pt x="1640519" y="2239722"/>
                              <a:pt x="1412493" y="2199772"/>
                              <a:pt x="1218600" y="2221937"/>
                            </a:cubicBezTo>
                            <a:cubicBezTo>
                              <a:pt x="1024707" y="2244102"/>
                              <a:pt x="811322" y="2213056"/>
                              <a:pt x="672331" y="2221937"/>
                            </a:cubicBezTo>
                            <a:cubicBezTo>
                              <a:pt x="533340" y="2230818"/>
                              <a:pt x="273613" y="2239007"/>
                              <a:pt x="0" y="2221937"/>
                            </a:cubicBezTo>
                            <a:cubicBezTo>
                              <a:pt x="-17633" y="1948544"/>
                              <a:pt x="126" y="1757599"/>
                              <a:pt x="0" y="1622014"/>
                            </a:cubicBezTo>
                            <a:cubicBezTo>
                              <a:pt x="-126" y="1486429"/>
                              <a:pt x="4201" y="1179653"/>
                              <a:pt x="0" y="1066530"/>
                            </a:cubicBezTo>
                            <a:cubicBezTo>
                              <a:pt x="-4201" y="953407"/>
                              <a:pt x="-2036" y="713497"/>
                              <a:pt x="0" y="511046"/>
                            </a:cubicBezTo>
                            <a:cubicBezTo>
                              <a:pt x="2036" y="308595"/>
                              <a:pt x="18227" y="104414"/>
                              <a:pt x="0" y="0"/>
                            </a:cubicBezTo>
                            <a:close/>
                          </a:path>
                          <a:path w="2161073" h="2221937" fill="darkenLess" stroke="0" extrusionOk="0">
                            <a:moveTo>
                              <a:pt x="1800887" y="2221937"/>
                            </a:moveTo>
                            <a:cubicBezTo>
                              <a:pt x="1819188" y="2088004"/>
                              <a:pt x="1838148" y="2067668"/>
                              <a:pt x="1872924" y="1933788"/>
                            </a:cubicBezTo>
                            <a:cubicBezTo>
                              <a:pt x="1967101" y="1901290"/>
                              <a:pt x="2079829" y="1890179"/>
                              <a:pt x="2161073" y="1861751"/>
                            </a:cubicBezTo>
                            <a:cubicBezTo>
                              <a:pt x="2016789" y="1981581"/>
                              <a:pt x="1905060" y="2082993"/>
                              <a:pt x="1800887" y="2221937"/>
                            </a:cubicBezTo>
                            <a:close/>
                          </a:path>
                          <a:path w="2161073" h="2221937" fill="none" extrusionOk="0">
                            <a:moveTo>
                              <a:pt x="1800887" y="2221937"/>
                            </a:moveTo>
                            <a:cubicBezTo>
                              <a:pt x="1822091" y="2143547"/>
                              <a:pt x="1837051" y="2045854"/>
                              <a:pt x="1872924" y="1933788"/>
                            </a:cubicBezTo>
                            <a:cubicBezTo>
                              <a:pt x="1974708" y="1906487"/>
                              <a:pt x="2058135" y="1874639"/>
                              <a:pt x="2161073" y="1861751"/>
                            </a:cubicBezTo>
                            <a:cubicBezTo>
                              <a:pt x="2064451" y="1959651"/>
                              <a:pt x="1892246" y="2148906"/>
                              <a:pt x="1800887" y="2221937"/>
                            </a:cubicBezTo>
                            <a:cubicBezTo>
                              <a:pt x="1631884" y="2227987"/>
                              <a:pt x="1472260" y="2224759"/>
                              <a:pt x="1254618" y="2221937"/>
                            </a:cubicBezTo>
                            <a:cubicBezTo>
                              <a:pt x="1036976" y="2219115"/>
                              <a:pt x="868088" y="2213880"/>
                              <a:pt x="618305" y="2221937"/>
                            </a:cubicBezTo>
                            <a:cubicBezTo>
                              <a:pt x="368522" y="2229994"/>
                              <a:pt x="206806" y="2211370"/>
                              <a:pt x="0" y="2221937"/>
                            </a:cubicBezTo>
                            <a:cubicBezTo>
                              <a:pt x="24551" y="2096888"/>
                              <a:pt x="-25759" y="1800951"/>
                              <a:pt x="0" y="1666453"/>
                            </a:cubicBezTo>
                            <a:cubicBezTo>
                              <a:pt x="25759" y="1531955"/>
                              <a:pt x="16684" y="1382843"/>
                              <a:pt x="0" y="1177627"/>
                            </a:cubicBezTo>
                            <a:cubicBezTo>
                              <a:pt x="-16684" y="972411"/>
                              <a:pt x="12704" y="775138"/>
                              <a:pt x="0" y="666581"/>
                            </a:cubicBezTo>
                            <a:cubicBezTo>
                              <a:pt x="-12704" y="558024"/>
                              <a:pt x="13829" y="310337"/>
                              <a:pt x="0" y="0"/>
                            </a:cubicBezTo>
                            <a:cubicBezTo>
                              <a:pt x="247944" y="5437"/>
                              <a:pt x="320332" y="-7586"/>
                              <a:pt x="497047" y="0"/>
                            </a:cubicBezTo>
                            <a:cubicBezTo>
                              <a:pt x="673762" y="7586"/>
                              <a:pt x="864334" y="10248"/>
                              <a:pt x="1058926" y="0"/>
                            </a:cubicBezTo>
                            <a:cubicBezTo>
                              <a:pt x="1253518" y="-10248"/>
                              <a:pt x="1505940" y="-9240"/>
                              <a:pt x="1620805" y="0"/>
                            </a:cubicBezTo>
                            <a:cubicBezTo>
                              <a:pt x="1735670" y="9240"/>
                              <a:pt x="2047290" y="4850"/>
                              <a:pt x="2161073" y="0"/>
                            </a:cubicBezTo>
                            <a:cubicBezTo>
                              <a:pt x="2174506" y="188996"/>
                              <a:pt x="2160327" y="431807"/>
                              <a:pt x="2161073" y="620584"/>
                            </a:cubicBezTo>
                            <a:cubicBezTo>
                              <a:pt x="2161819" y="809361"/>
                              <a:pt x="2156176" y="965753"/>
                              <a:pt x="2161073" y="1259785"/>
                            </a:cubicBezTo>
                            <a:cubicBezTo>
                              <a:pt x="2165970" y="1553817"/>
                              <a:pt x="2186950" y="1669874"/>
                              <a:pt x="2161073" y="1861751"/>
                            </a:cubicBezTo>
                          </a:path>
                          <a:path w="2161073" h="2221937" fill="none" stroke="0" extrusionOk="0">
                            <a:moveTo>
                              <a:pt x="1800887" y="2221937"/>
                            </a:moveTo>
                            <a:cubicBezTo>
                              <a:pt x="1834776" y="2116833"/>
                              <a:pt x="1854587" y="2053528"/>
                              <a:pt x="1872924" y="1933788"/>
                            </a:cubicBezTo>
                            <a:cubicBezTo>
                              <a:pt x="1968371" y="1916120"/>
                              <a:pt x="2041555" y="1880279"/>
                              <a:pt x="2161073" y="1861751"/>
                            </a:cubicBezTo>
                            <a:cubicBezTo>
                              <a:pt x="2046949" y="2003425"/>
                              <a:pt x="1894873" y="2131756"/>
                              <a:pt x="1800887" y="2221937"/>
                            </a:cubicBezTo>
                            <a:cubicBezTo>
                              <a:pt x="1630212" y="2222743"/>
                              <a:pt x="1411802" y="2193467"/>
                              <a:pt x="1200591" y="2221937"/>
                            </a:cubicBezTo>
                            <a:cubicBezTo>
                              <a:pt x="989380" y="2250407"/>
                              <a:pt x="832804" y="2202895"/>
                              <a:pt x="654322" y="2221937"/>
                            </a:cubicBezTo>
                            <a:cubicBezTo>
                              <a:pt x="475840" y="2240979"/>
                              <a:pt x="193922" y="2202755"/>
                              <a:pt x="0" y="2221937"/>
                            </a:cubicBezTo>
                            <a:cubicBezTo>
                              <a:pt x="16677" y="2052877"/>
                              <a:pt x="26282" y="1928547"/>
                              <a:pt x="0" y="1644233"/>
                            </a:cubicBezTo>
                            <a:cubicBezTo>
                              <a:pt x="-26282" y="1359919"/>
                              <a:pt x="-17897" y="1302341"/>
                              <a:pt x="0" y="1110969"/>
                            </a:cubicBezTo>
                            <a:cubicBezTo>
                              <a:pt x="17897" y="919597"/>
                              <a:pt x="1895" y="775474"/>
                              <a:pt x="0" y="555484"/>
                            </a:cubicBezTo>
                            <a:cubicBezTo>
                              <a:pt x="-1895" y="335495"/>
                              <a:pt x="-7776" y="236871"/>
                              <a:pt x="0" y="0"/>
                            </a:cubicBezTo>
                            <a:cubicBezTo>
                              <a:pt x="106703" y="-20097"/>
                              <a:pt x="352094" y="-4402"/>
                              <a:pt x="475436" y="0"/>
                            </a:cubicBezTo>
                            <a:cubicBezTo>
                              <a:pt x="598778" y="4402"/>
                              <a:pt x="843721" y="-589"/>
                              <a:pt x="1037315" y="0"/>
                            </a:cubicBezTo>
                            <a:cubicBezTo>
                              <a:pt x="1230909" y="589"/>
                              <a:pt x="1320845" y="3278"/>
                              <a:pt x="1599194" y="0"/>
                            </a:cubicBezTo>
                            <a:cubicBezTo>
                              <a:pt x="1877543" y="-3278"/>
                              <a:pt x="1997946" y="-11176"/>
                              <a:pt x="2161073" y="0"/>
                            </a:cubicBezTo>
                            <a:cubicBezTo>
                              <a:pt x="2164807" y="113130"/>
                              <a:pt x="2180949" y="310402"/>
                              <a:pt x="2161073" y="564731"/>
                            </a:cubicBezTo>
                            <a:cubicBezTo>
                              <a:pt x="2141197" y="819060"/>
                              <a:pt x="2162221" y="909650"/>
                              <a:pt x="2161073" y="1148080"/>
                            </a:cubicBezTo>
                            <a:cubicBezTo>
                              <a:pt x="2159925" y="1386510"/>
                              <a:pt x="2133255" y="1589242"/>
                              <a:pt x="2161073" y="1861751"/>
                            </a:cubicBezTo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41F4BE5-06CC-5C4C-887E-7213EADDD699}"/>
              </a:ext>
            </a:extLst>
          </p:cNvPr>
          <p:cNvSpPr txBox="1"/>
          <p:nvPr/>
        </p:nvSpPr>
        <p:spPr>
          <a:xfrm>
            <a:off x="683568" y="1600200"/>
            <a:ext cx="79675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Choose one of the following questions and answer in your books. 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Show your teacher before packing up your lesson.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B0D494-4FA1-C447-B43F-287F70F7F1B9}"/>
              </a:ext>
            </a:extLst>
          </p:cNvPr>
          <p:cNvSpPr txBox="1"/>
          <p:nvPr/>
        </p:nvSpPr>
        <p:spPr>
          <a:xfrm>
            <a:off x="1305851" y="3629590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9E5D00-7610-E84B-9DAE-0DCDA26DC075}"/>
              </a:ext>
            </a:extLst>
          </p:cNvPr>
          <p:cNvSpPr txBox="1"/>
          <p:nvPr/>
        </p:nvSpPr>
        <p:spPr>
          <a:xfrm>
            <a:off x="4455216" y="3632347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E29387-D39A-BE4B-9867-2D017C5D03F2}"/>
              </a:ext>
            </a:extLst>
          </p:cNvPr>
          <p:cNvSpPr txBox="1"/>
          <p:nvPr/>
        </p:nvSpPr>
        <p:spPr>
          <a:xfrm>
            <a:off x="7604581" y="3632348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1809</TotalTime>
  <Words>281</Words>
  <Application>Microsoft Macintosh PowerPoint</Application>
  <PresentationFormat>On-screen Show (4:3)</PresentationFormat>
  <Paragraphs>74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RULE UP FOR 3 COLOUMN NOTES</vt:lpstr>
      <vt:lpstr>PowerPoint Presentation</vt:lpstr>
      <vt:lpstr>PowerPoint Presentation</vt:lpstr>
      <vt:lpstr>PowerPoint Presentation</vt:lpstr>
      <vt:lpstr>We do</vt:lpstr>
      <vt:lpstr>Task</vt:lpstr>
      <vt:lpstr>PowerPoint Presentation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DIXON Emily [Baldivis Secondary College]</cp:lastModifiedBy>
  <cp:revision>84</cp:revision>
  <dcterms:created xsi:type="dcterms:W3CDTF">2014-05-14T02:58:57Z</dcterms:created>
  <dcterms:modified xsi:type="dcterms:W3CDTF">2021-10-17T13:56:41Z</dcterms:modified>
</cp:coreProperties>
</file>