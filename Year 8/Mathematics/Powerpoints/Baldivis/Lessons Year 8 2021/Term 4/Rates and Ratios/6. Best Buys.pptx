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85" r:id="rId4"/>
    <p:sldId id="287" r:id="rId5"/>
    <p:sldId id="288" r:id="rId6"/>
    <p:sldId id="289" r:id="rId7"/>
    <p:sldId id="29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11/10/21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11/10/21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11/10/21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11/10/21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11/10/21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7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Best Buys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4839" y="452124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best buy?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 able to use rates to find the best buy.</a:t>
            </a:r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Best Buys  </a:t>
            </a:r>
            <a:br>
              <a:rPr lang="en-AU" dirty="0"/>
            </a:br>
            <a:r>
              <a:rPr lang="en-AU" dirty="0"/>
              <a:t>EQ: How do I find the best buy?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Task -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10458994" cy="343376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James earns $15/hr. How much does he earn for an 8 hour shift?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Divide $100 in a ratio of 3 : 7.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What is the complement for the event – wearing a blue T-shirt?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If it cost $10 for 4 bars of chocolate. How much does it cost for 1?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If Michael earns $120 for a 6 hour shift. How much would he earn for a 4 hour shift?</a:t>
            </a:r>
          </a:p>
        </p:txBody>
      </p:sp>
    </p:spTree>
    <p:extLst>
      <p:ext uri="{BB962C8B-B14F-4D97-AF65-F5344CB8AC3E}">
        <p14:creationId xmlns:p14="http://schemas.microsoft.com/office/powerpoint/2010/main" val="388990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51" y="71677"/>
            <a:ext cx="1246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24, 7, 30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07474" y="1807912"/>
            <a:ext cx="13348" cy="50500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365" y="445500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91654" y="-190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Writing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184" y="103938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how do I find the best buy?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8DC6B0-1D35-4631-BA15-E7062C1ACB30}"/>
              </a:ext>
            </a:extLst>
          </p:cNvPr>
          <p:cNvSpPr txBox="1"/>
          <p:nvPr/>
        </p:nvSpPr>
        <p:spPr>
          <a:xfrm>
            <a:off x="34151" y="1885913"/>
            <a:ext cx="1857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unit price?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B822FB-B4E9-4CB5-BAA5-C187FDB5F4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04" t="28591" r="21676" b="61787"/>
          <a:stretch/>
        </p:blipFill>
        <p:spPr>
          <a:xfrm>
            <a:off x="2239345" y="1916083"/>
            <a:ext cx="8606881" cy="9502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3065C9-B56F-4A99-A445-7382DD44ED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87" t="28182" r="70069" b="43684"/>
          <a:stretch/>
        </p:blipFill>
        <p:spPr>
          <a:xfrm>
            <a:off x="3698650" y="3465875"/>
            <a:ext cx="506747" cy="996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203B78-FEC9-473B-B821-02A0B74165E3}"/>
                  </a:ext>
                </a:extLst>
              </p:cNvPr>
              <p:cNvSpPr txBox="1"/>
              <p:nvPr/>
            </p:nvSpPr>
            <p:spPr>
              <a:xfrm>
                <a:off x="4276455" y="3548837"/>
                <a:ext cx="2377459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AU" dirty="0"/>
                  <a:t>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3.80 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AU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AU" b="0" dirty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 $1.90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1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203B78-FEC9-473B-B821-02A0B741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455" y="3548837"/>
                <a:ext cx="2377459" cy="830997"/>
              </a:xfrm>
              <a:prstGeom prst="rect">
                <a:avLst/>
              </a:prstGeom>
              <a:blipFill>
                <a:blip r:embed="rId3"/>
                <a:stretch>
                  <a:fillRect t="-1471" b="-169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C315DB3-4587-4DD3-8279-05429E9F5B24}"/>
              </a:ext>
            </a:extLst>
          </p:cNvPr>
          <p:cNvSpPr txBox="1"/>
          <p:nvPr/>
        </p:nvSpPr>
        <p:spPr>
          <a:xfrm>
            <a:off x="131871" y="4628097"/>
            <a:ext cx="1857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Comparing Unit Price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893A25-C2FB-477C-881C-794DA36AEC4A}"/>
              </a:ext>
            </a:extLst>
          </p:cNvPr>
          <p:cNvSpPr txBox="1"/>
          <p:nvPr/>
        </p:nvSpPr>
        <p:spPr>
          <a:xfrm>
            <a:off x="2471015" y="4715624"/>
            <a:ext cx="8520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Comparing Unit Prices can be a good way of finding which is the "best buy"</a:t>
            </a:r>
            <a:endParaRPr lang="en-AU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1F6E6C-6216-4E15-8AF9-460AE36A14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355" t="37692" r="55387" b="48728"/>
          <a:stretch/>
        </p:blipFill>
        <p:spPr>
          <a:xfrm>
            <a:off x="2499294" y="5225046"/>
            <a:ext cx="3554323" cy="13402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A317F5-E587-43FC-9846-05A59589D2A2}"/>
                  </a:ext>
                </a:extLst>
              </p:cNvPr>
              <p:cNvSpPr txBox="1"/>
              <p:nvPr/>
            </p:nvSpPr>
            <p:spPr>
              <a:xfrm>
                <a:off x="6053617" y="5684363"/>
                <a:ext cx="21288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𝟗𝟎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𝒑𝒆𝒓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𝑳𝒊𝒕𝒓𝒆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A317F5-E587-43FC-9846-05A59589D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617" y="5684363"/>
                <a:ext cx="2128849" cy="400110"/>
              </a:xfrm>
              <a:prstGeom prst="rect">
                <a:avLst/>
              </a:prstGeom>
              <a:blipFill>
                <a:blip r:embed="rId5"/>
                <a:stretch>
                  <a:fillRect r="-8023" b="-75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5E055-4FA8-46A9-9FAD-09A48E5785CC}"/>
                  </a:ext>
                </a:extLst>
              </p:cNvPr>
              <p:cNvSpPr txBox="1"/>
              <p:nvPr/>
            </p:nvSpPr>
            <p:spPr>
              <a:xfrm>
                <a:off x="6053616" y="6172309"/>
                <a:ext cx="21288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𝒑𝒆𝒓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𝑳𝒊𝒕𝒓𝒆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5E055-4FA8-46A9-9FAD-09A48E578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616" y="6172309"/>
                <a:ext cx="2128849" cy="400110"/>
              </a:xfrm>
              <a:prstGeom prst="rect">
                <a:avLst/>
              </a:prstGeom>
              <a:blipFill>
                <a:blip r:embed="rId6"/>
                <a:stretch>
                  <a:fillRect r="-8023" b="-92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97489433-73D2-4A25-9713-81928C6DFDD5}"/>
              </a:ext>
            </a:extLst>
          </p:cNvPr>
          <p:cNvSpPr/>
          <p:nvPr/>
        </p:nvSpPr>
        <p:spPr>
          <a:xfrm>
            <a:off x="2780907" y="6084473"/>
            <a:ext cx="3431356" cy="58886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DE9AE6-95A5-4ED3-BB8E-98A5A96603ED}"/>
                  </a:ext>
                </a:extLst>
              </p:cNvPr>
              <p:cNvSpPr txBox="1"/>
              <p:nvPr/>
            </p:nvSpPr>
            <p:spPr>
              <a:xfrm>
                <a:off x="8547894" y="5418812"/>
                <a:ext cx="2829650" cy="5232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÷ 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DE9AE6-95A5-4ED3-BB8E-98A5A9660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894" y="5418812"/>
                <a:ext cx="282965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8FE4603-82D5-4F66-9D1B-B9A8F9498CE7}"/>
                  </a:ext>
                </a:extLst>
              </p:cNvPr>
              <p:cNvSpPr txBox="1"/>
              <p:nvPr/>
            </p:nvSpPr>
            <p:spPr>
              <a:xfrm>
                <a:off x="8547894" y="6154812"/>
                <a:ext cx="2829650" cy="5232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𝟕𝟎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÷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8FE4603-82D5-4F66-9D1B-B9A8F9498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894" y="6154812"/>
                <a:ext cx="282965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6B34F941-C2BC-4E85-87A1-7F3E36BB565C}"/>
              </a:ext>
            </a:extLst>
          </p:cNvPr>
          <p:cNvSpPr/>
          <p:nvPr/>
        </p:nvSpPr>
        <p:spPr>
          <a:xfrm>
            <a:off x="8625526" y="3372799"/>
            <a:ext cx="26743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Best Buy</a:t>
            </a:r>
          </a:p>
        </p:txBody>
      </p:sp>
    </p:spTree>
    <p:extLst>
      <p:ext uri="{BB962C8B-B14F-4D97-AF65-F5344CB8AC3E}">
        <p14:creationId xmlns:p14="http://schemas.microsoft.com/office/powerpoint/2010/main" val="333396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26" grpId="0"/>
      <p:bldP spid="27" grpId="0" animBg="1"/>
      <p:bldP spid="28" grpId="0" animBg="1"/>
      <p:bldP spid="28" grpId="1" animBg="1"/>
      <p:bldP spid="29" grpId="0" animBg="1"/>
      <p:bldP spid="29" grpId="1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90FD5-9F7B-4EDA-B6AB-2C182B56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 -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8F176E-A67B-43D8-8D2B-51FB0BA38FCB}"/>
                  </a:ext>
                </a:extLst>
              </p:cNvPr>
              <p:cNvSpPr txBox="1"/>
              <p:nvPr/>
            </p:nvSpPr>
            <p:spPr>
              <a:xfrm>
                <a:off x="745126" y="2084342"/>
                <a:ext cx="3876675" cy="2154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AU" sz="2800" b="0" dirty="0">
                    <a:latin typeface="+mj-lt"/>
                  </a:rPr>
                  <a:t>Which is the best buy?</a:t>
                </a:r>
              </a:p>
              <a:p>
                <a:endParaRPr lang="en-AU" sz="2800" b="0" dirty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10 </m:t>
                    </m:r>
                    <m:r>
                      <m:rPr>
                        <m:sty m:val="p"/>
                      </m:rPr>
                      <a:rPr lang="en-AU" sz="2800" b="0" i="0" smtClean="0">
                        <a:latin typeface="Cambria Math" panose="02040503050406030204" pitchFamily="18" charset="0"/>
                      </a:rPr>
                      <m:t>pencils</m:t>
                    </m:r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800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 $4.00</m:t>
                    </m:r>
                  </m:oMath>
                </a14:m>
                <a:r>
                  <a:rPr lang="en-AU" sz="2800" b="0" dirty="0">
                    <a:latin typeface="+mj-lt"/>
                  </a:rPr>
                  <a:t> or</a:t>
                </a:r>
              </a:p>
              <a:p>
                <a:endParaRPr lang="en-AU" sz="28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0" smtClean="0">
                          <a:latin typeface="Cambria Math" panose="02040503050406030204" pitchFamily="18" charset="0"/>
                        </a:rPr>
                        <m:t>6 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Cambria Math" panose="02040503050406030204" pitchFamily="18" charset="0"/>
                        </a:rPr>
                        <m:t>pencils</m:t>
                      </m:r>
                      <m:r>
                        <a:rPr lang="en-AU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AU" sz="2800" b="0" i="0" smtClean="0">
                          <a:latin typeface="Cambria Math" panose="02040503050406030204" pitchFamily="18" charset="0"/>
                        </a:rPr>
                        <m:t> $2.70</m:t>
                      </m:r>
                    </m:oMath>
                  </m:oMathPara>
                </a14:m>
                <a:endParaRPr lang="en-AU" sz="28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8F176E-A67B-43D8-8D2B-51FB0BA38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26" y="2084342"/>
                <a:ext cx="3876675" cy="2154436"/>
              </a:xfrm>
              <a:prstGeom prst="rect">
                <a:avLst/>
              </a:prstGeom>
              <a:blipFill>
                <a:blip r:embed="rId2"/>
                <a:stretch>
                  <a:fillRect l="-5503" t="-48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114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2B60-24C7-42F9-87E6-13F8CBFE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533B7-C91B-4723-A85B-61E1147AD9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07" t="62286" r="35607" b="25416"/>
          <a:stretch/>
        </p:blipFill>
        <p:spPr>
          <a:xfrm>
            <a:off x="322535" y="2195513"/>
            <a:ext cx="11996124" cy="296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8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2B60-24C7-42F9-87E6-13F8CBFE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533B7-C91B-4723-A85B-61E1147AD9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07" t="62286" r="35607" b="25416"/>
          <a:stretch/>
        </p:blipFill>
        <p:spPr>
          <a:xfrm>
            <a:off x="1047749" y="2195513"/>
            <a:ext cx="10353675" cy="25591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4EA90D-C5EA-453D-A294-7F82745B3D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782" t="24105" r="36435" b="73018"/>
          <a:stretch/>
        </p:blipFill>
        <p:spPr>
          <a:xfrm>
            <a:off x="1095375" y="5114925"/>
            <a:ext cx="10306050" cy="60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9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786</TotalTime>
  <Words>232</Words>
  <Application>Microsoft Macintosh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Cambria Math</vt:lpstr>
      <vt:lpstr>Wingdings</vt:lpstr>
      <vt:lpstr>Educational subjects 16x9</vt:lpstr>
      <vt:lpstr>Best Buys </vt:lpstr>
      <vt:lpstr>Learning Objectives </vt:lpstr>
      <vt:lpstr>Best Buys   EQ: How do I find the best buy?</vt:lpstr>
      <vt:lpstr>PowerPoint Presentation</vt:lpstr>
      <vt:lpstr>PRACTICE - TOGETHER</vt:lpstr>
      <vt:lpstr>Your turn</vt:lpstr>
      <vt:lpstr>Your turn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SUMMERS Brad [Baldivis Secondary College]</cp:lastModifiedBy>
  <cp:revision>27</cp:revision>
  <dcterms:created xsi:type="dcterms:W3CDTF">2019-03-18T23:45:29Z</dcterms:created>
  <dcterms:modified xsi:type="dcterms:W3CDTF">2021-11-10T02:12:02Z</dcterms:modified>
</cp:coreProperties>
</file>