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8" r:id="rId2"/>
    <p:sldId id="260" r:id="rId3"/>
    <p:sldId id="285" r:id="rId4"/>
    <p:sldId id="277" r:id="rId5"/>
    <p:sldId id="282" r:id="rId6"/>
    <p:sldId id="283" r:id="rId7"/>
    <p:sldId id="28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3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240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8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BDA6D-DC69-4DCE-BAF7-6763517D3376}" type="datetimeFigureOut">
              <a:rPr lang="en-US"/>
              <a:t>11/10/21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77E94-A6AB-4E02-8E43-E89F9CF4757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F6C43-988E-4257-9A1C-C162EF036D58}" type="datetimeFigureOut">
              <a:rPr lang="en-US"/>
              <a:t>11/10/21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491D0-8E1B-49C7-849B-A28568D9449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832533" y="1371600"/>
            <a:ext cx="9359467" cy="297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32533" y="4462272"/>
            <a:ext cx="9359467" cy="1033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3175199" y="1943842"/>
            <a:ext cx="8500062" cy="2387600"/>
          </a:xfrm>
        </p:spPr>
        <p:txBody>
          <a:bodyPr anchor="b"/>
          <a:lstStyle>
            <a:lvl1pPr algn="l">
              <a:lnSpc>
                <a:spcPct val="9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75199" y="4538659"/>
            <a:ext cx="8500062" cy="86532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CCFE9AC-F15C-4FA0-A6F1-298829FA691D}" type="datetimeFigureOut">
              <a:rPr lang="en-US" smtClean="0"/>
              <a:pPr/>
              <a:t>11/10/21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54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11/10/21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13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502152" y="-20637"/>
            <a:ext cx="7315200" cy="434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02152" y="4462272"/>
            <a:ext cx="7315200" cy="1719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3838015" y="658346"/>
            <a:ext cx="6597464" cy="3664417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5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8014" y="4589463"/>
            <a:ext cx="6597465" cy="150018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CCFE9AC-F15C-4FA0-A6F1-298829FA691D}" type="datetimeFigureOut">
              <a:rPr lang="en-US" smtClean="0"/>
              <a:pPr/>
              <a:t>11/10/21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45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80160" y="2194560"/>
            <a:ext cx="4489704" cy="3986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5368" y="2194560"/>
            <a:ext cx="4493424" cy="3986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11/10/21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104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0160" y="2743194"/>
            <a:ext cx="4489704" cy="343376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9088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9088" y="2743194"/>
            <a:ext cx="4489704" cy="343376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11/10/21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128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11/10/21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161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11/10/21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029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1291818" y="2465294"/>
            <a:ext cx="3834874" cy="3711669"/>
          </a:xfrm>
        </p:spPr>
        <p:txBody>
          <a:bodyPr>
            <a:normAutofit/>
          </a:bodyPr>
          <a:lstStyle>
            <a:lvl1pPr marL="0" indent="0">
              <a:spcBef>
                <a:spcPts val="1500"/>
              </a:spcBef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5518897" y="2465294"/>
            <a:ext cx="5174504" cy="3711669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11/10/21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474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9" y="2465293"/>
            <a:ext cx="3834874" cy="3711669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518896" y="1828456"/>
            <a:ext cx="5389895" cy="5029544"/>
          </a:xfrm>
        </p:spPr>
        <p:txBody>
          <a:bodyPr tIns="13716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11/10/21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136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11/10/21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440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 rot="5400000">
            <a:off x="8267671" y="3370131"/>
            <a:ext cx="6858000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 rot="5400000">
            <a:off x="7523375" y="2743540"/>
            <a:ext cx="6857433" cy="1371487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66348" y="462249"/>
            <a:ext cx="1370886" cy="571471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199" y="462249"/>
            <a:ext cx="9693088" cy="571471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78199" y="6356350"/>
            <a:ext cx="1971947" cy="365125"/>
          </a:xfrm>
        </p:spPr>
        <p:txBody>
          <a:bodyPr/>
          <a:lstStyle/>
          <a:p>
            <a:fld id="{2CCFE9AC-F15C-4FA0-A6F1-298829FA691D}" type="datetimeFigureOut">
              <a:rPr lang="en-US"/>
              <a:t>11/10/21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82374" y="6356350"/>
            <a:ext cx="5687786" cy="365125"/>
          </a:xfrm>
        </p:spPr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02389" y="6356350"/>
            <a:ext cx="1968898" cy="365125"/>
          </a:xfrm>
        </p:spPr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941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347472"/>
            <a:ext cx="12188952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0" y="457200"/>
            <a:ext cx="12188952" cy="137125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280160" y="466343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2190749"/>
            <a:ext cx="9628632" cy="3986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0160" y="6356350"/>
            <a:ext cx="19719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/>
                </a:solidFill>
              </a:defRPr>
            </a:lvl1pPr>
          </a:lstStyle>
          <a:p>
            <a:fld id="{2CCFE9AC-F15C-4FA0-A6F1-298829FA691D}" type="datetimeFigureOut">
              <a:rPr lang="en-US" smtClean="0"/>
              <a:pPr/>
              <a:t>11/10/21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52107" y="6356350"/>
            <a:ext cx="56877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39894" y="6356350"/>
            <a:ext cx="1968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/>
                </a:solidFill>
              </a:defRPr>
            </a:lvl1pPr>
          </a:lstStyle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921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50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Rates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54839" y="452124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solve problems given a rate?</a:t>
            </a:r>
          </a:p>
        </p:txBody>
      </p:sp>
    </p:spTree>
    <p:extLst>
      <p:ext uri="{BB962C8B-B14F-4D97-AF65-F5344CB8AC3E}">
        <p14:creationId xmlns:p14="http://schemas.microsoft.com/office/powerpoint/2010/main" val="173269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 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able to solve problems involving rates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355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Rates </a:t>
            </a:r>
            <a:br>
              <a:rPr lang="en-AU" dirty="0"/>
            </a:br>
            <a:r>
              <a:rPr lang="en-AU" dirty="0"/>
              <a:t>EQ: How do I solve problems given a rate?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Task -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1280160" y="2743194"/>
            <a:ext cx="10458994" cy="3433769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AU" dirty="0"/>
              <a:t>A car travels 200 km in 4 hours. What is the speed of the car? 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Find the missing number 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AU" dirty="0"/>
              <a:t>3 : 7 = 9 : ___			b) 15 : 40 = 12 : ____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If the probability of it raining today is 0.4, what is the probability of it not raining?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If I travel 20 km in 1 hour how far could I travel in 2 hours.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If the ratio of boys to girls in a class is 3 : 2. If there are 18 boys, how many girls are there? </a:t>
            </a:r>
          </a:p>
        </p:txBody>
      </p:sp>
    </p:spTree>
    <p:extLst>
      <p:ext uri="{BB962C8B-B14F-4D97-AF65-F5344CB8AC3E}">
        <p14:creationId xmlns:p14="http://schemas.microsoft.com/office/powerpoint/2010/main" val="3889906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506513" y="181225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80661" y="381893"/>
            <a:ext cx="9837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Rates</a:t>
            </a:r>
            <a:endParaRPr lang="en-AU" sz="2800" dirty="0">
              <a:solidFill>
                <a:schemeClr val="bg2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0661" y="107181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chemeClr val="bg2"/>
                </a:solidFill>
              </a:rPr>
              <a:t>EQ – How do I solve problems given a rate?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48" y="1941161"/>
            <a:ext cx="24856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How do use rates?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84975" y="1941161"/>
            <a:ext cx="597666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Given a rate is for 1 unit, if we have more than 1 of those units we can simply multiply  by how many we have.</a:t>
            </a:r>
          </a:p>
          <a:p>
            <a:endParaRPr lang="en-US" dirty="0"/>
          </a:p>
          <a:p>
            <a:r>
              <a:rPr lang="en-US" dirty="0"/>
              <a:t>For example,</a:t>
            </a:r>
          </a:p>
          <a:p>
            <a:r>
              <a:rPr lang="en-US" dirty="0"/>
              <a:t> How far will we travel  if we drive at 50km/h for 3 hours</a:t>
            </a:r>
          </a:p>
          <a:p>
            <a:pPr algn="ctr"/>
            <a:r>
              <a:rPr lang="en-US" dirty="0"/>
              <a:t>50km/h</a:t>
            </a:r>
          </a:p>
          <a:p>
            <a:endParaRPr lang="en-US" dirty="0"/>
          </a:p>
          <a:p>
            <a:pPr algn="ctr"/>
            <a:r>
              <a:rPr lang="en-US" dirty="0"/>
              <a:t>? Km / 3 hours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Curved Left Arrow 2"/>
          <p:cNvSpPr/>
          <p:nvPr/>
        </p:nvSpPr>
        <p:spPr>
          <a:xfrm>
            <a:off x="6438488" y="3389410"/>
            <a:ext cx="432048" cy="788489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5" name="Curved Right Arrow 4"/>
          <p:cNvSpPr/>
          <p:nvPr/>
        </p:nvSpPr>
        <p:spPr>
          <a:xfrm>
            <a:off x="4494272" y="3376769"/>
            <a:ext cx="451330" cy="714707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70536" y="3549455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X 3</a:t>
            </a:r>
          </a:p>
        </p:txBody>
      </p:sp>
    </p:spTree>
    <p:extLst>
      <p:ext uri="{BB962C8B-B14F-4D97-AF65-F5344CB8AC3E}">
        <p14:creationId xmlns:p14="http://schemas.microsoft.com/office/powerpoint/2010/main" val="102947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506513" y="181225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80661" y="381893"/>
            <a:ext cx="9837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Rates</a:t>
            </a:r>
            <a:endParaRPr lang="en-AU" sz="2800" dirty="0">
              <a:solidFill>
                <a:schemeClr val="bg2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0661" y="107181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chemeClr val="bg2"/>
                </a:solidFill>
              </a:rPr>
              <a:t>EQ – How do I solve problems given a rate?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48" y="1941161"/>
            <a:ext cx="24856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How do use rates?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84975" y="1941161"/>
            <a:ext cx="597666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Given a rate is for 1 unit, if we have more than 1 of those units we can simply multiply  by how many we have.</a:t>
            </a:r>
          </a:p>
          <a:p>
            <a:endParaRPr lang="en-US" dirty="0"/>
          </a:p>
          <a:p>
            <a:r>
              <a:rPr lang="en-US" dirty="0"/>
              <a:t>For example,</a:t>
            </a:r>
          </a:p>
          <a:p>
            <a:r>
              <a:rPr lang="en-US" dirty="0"/>
              <a:t> How far will we travel  if we drive at 50km/h for 3 hours</a:t>
            </a:r>
          </a:p>
          <a:p>
            <a:pPr algn="ctr"/>
            <a:r>
              <a:rPr lang="en-US" dirty="0"/>
              <a:t>50km/h</a:t>
            </a:r>
          </a:p>
          <a:p>
            <a:endParaRPr lang="en-US" dirty="0"/>
          </a:p>
          <a:p>
            <a:pPr algn="ctr"/>
            <a:r>
              <a:rPr lang="en-US" dirty="0"/>
              <a:t>? Km / 3 hours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Curved Left Arrow 2"/>
          <p:cNvSpPr/>
          <p:nvPr/>
        </p:nvSpPr>
        <p:spPr>
          <a:xfrm>
            <a:off x="6438488" y="3389410"/>
            <a:ext cx="432048" cy="788489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5" name="Curved Right Arrow 4"/>
          <p:cNvSpPr/>
          <p:nvPr/>
        </p:nvSpPr>
        <p:spPr>
          <a:xfrm>
            <a:off x="4494272" y="3376769"/>
            <a:ext cx="451330" cy="714707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70536" y="3549455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X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40843" y="3510821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X 3</a:t>
            </a:r>
          </a:p>
        </p:txBody>
      </p:sp>
    </p:spTree>
    <p:extLst>
      <p:ext uri="{BB962C8B-B14F-4D97-AF65-F5344CB8AC3E}">
        <p14:creationId xmlns:p14="http://schemas.microsoft.com/office/powerpoint/2010/main" val="1688219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506513" y="181225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80661" y="381893"/>
            <a:ext cx="9837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Rates</a:t>
            </a:r>
            <a:endParaRPr lang="en-AU" sz="2800" dirty="0">
              <a:solidFill>
                <a:schemeClr val="bg2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0661" y="107181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chemeClr val="bg2"/>
                </a:solidFill>
              </a:rPr>
              <a:t>EQ – How do I solve problems given a rate?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48" y="1941161"/>
            <a:ext cx="24856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How do use rates?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24419" y="1936994"/>
            <a:ext cx="5976664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Given a rate is for 1 unit, if we have more than 1 of those units we can simply multiply  by how many we have.</a:t>
            </a:r>
          </a:p>
          <a:p>
            <a:endParaRPr lang="en-US" dirty="0"/>
          </a:p>
          <a:p>
            <a:r>
              <a:rPr lang="en-US" dirty="0"/>
              <a:t>For example,</a:t>
            </a:r>
          </a:p>
          <a:p>
            <a:r>
              <a:rPr lang="en-US" dirty="0"/>
              <a:t> How far will we travel  if we drive at 50km/h for 3 hours</a:t>
            </a:r>
          </a:p>
          <a:p>
            <a:pPr algn="ctr"/>
            <a:r>
              <a:rPr lang="en-US" dirty="0"/>
              <a:t>50km/h</a:t>
            </a:r>
          </a:p>
          <a:p>
            <a:endParaRPr lang="en-US" dirty="0"/>
          </a:p>
          <a:p>
            <a:pPr algn="ctr"/>
            <a:r>
              <a:rPr lang="en-US" dirty="0"/>
              <a:t>150 Km / 3 hours</a:t>
            </a:r>
          </a:p>
          <a:p>
            <a:endParaRPr lang="en-US" dirty="0"/>
          </a:p>
          <a:p>
            <a:r>
              <a:rPr lang="en-US" dirty="0"/>
              <a:t>So we travel 150km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Curved Left Arrow 2"/>
          <p:cNvSpPr/>
          <p:nvPr/>
        </p:nvSpPr>
        <p:spPr>
          <a:xfrm>
            <a:off x="6675893" y="3404161"/>
            <a:ext cx="432048" cy="788489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5" name="Curved Right Arrow 4"/>
          <p:cNvSpPr/>
          <p:nvPr/>
        </p:nvSpPr>
        <p:spPr>
          <a:xfrm>
            <a:off x="4494272" y="3376769"/>
            <a:ext cx="451330" cy="714707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07941" y="3510821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X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40843" y="3510821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X 3</a:t>
            </a:r>
          </a:p>
        </p:txBody>
      </p:sp>
    </p:spTree>
    <p:extLst>
      <p:ext uri="{BB962C8B-B14F-4D97-AF65-F5344CB8AC3E}">
        <p14:creationId xmlns:p14="http://schemas.microsoft.com/office/powerpoint/2010/main" val="2428085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506513" y="181225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80661" y="381893"/>
            <a:ext cx="9837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Rates</a:t>
            </a:r>
            <a:endParaRPr lang="en-AU" sz="2800" dirty="0">
              <a:solidFill>
                <a:schemeClr val="bg2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0661" y="107181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chemeClr val="bg2"/>
                </a:solidFill>
              </a:rPr>
              <a:t>EQ – How do I solve problems given a rate?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48" y="1941161"/>
            <a:ext cx="24856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How do use rates?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24419" y="1936994"/>
            <a:ext cx="5976664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Given a rate is for 1 unit, if we have more than 1 of those units we can simply multiply  by how many we have.</a:t>
            </a:r>
          </a:p>
          <a:p>
            <a:endParaRPr lang="en-US" dirty="0"/>
          </a:p>
          <a:p>
            <a:r>
              <a:rPr lang="en-US" dirty="0"/>
              <a:t>For example,</a:t>
            </a:r>
          </a:p>
          <a:p>
            <a:r>
              <a:rPr lang="en-US" dirty="0"/>
              <a:t> How far will we travel  if we drive at 50km/h for 3 hours</a:t>
            </a:r>
          </a:p>
          <a:p>
            <a:pPr algn="ctr"/>
            <a:r>
              <a:rPr lang="en-US" dirty="0"/>
              <a:t>50km/h</a:t>
            </a:r>
          </a:p>
          <a:p>
            <a:endParaRPr lang="en-US" dirty="0"/>
          </a:p>
          <a:p>
            <a:pPr algn="ctr"/>
            <a:r>
              <a:rPr lang="en-US" dirty="0"/>
              <a:t>150 Km / 3 hours</a:t>
            </a:r>
          </a:p>
          <a:p>
            <a:endParaRPr lang="en-US" dirty="0"/>
          </a:p>
          <a:p>
            <a:r>
              <a:rPr lang="en-US" dirty="0"/>
              <a:t>So we travel 150km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Curved Left Arrow 2"/>
          <p:cNvSpPr/>
          <p:nvPr/>
        </p:nvSpPr>
        <p:spPr>
          <a:xfrm>
            <a:off x="6675893" y="3404161"/>
            <a:ext cx="432048" cy="788489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5" name="Curved Right Arrow 4"/>
          <p:cNvSpPr/>
          <p:nvPr/>
        </p:nvSpPr>
        <p:spPr>
          <a:xfrm>
            <a:off x="4494272" y="3376769"/>
            <a:ext cx="451330" cy="714707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07941" y="3510821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X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40843" y="3510821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X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24419" y="4734342"/>
            <a:ext cx="578366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Make sure the units match the rate first!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dirty="0"/>
              <a:t> if we drive at 50km/h for 30 minutes</a:t>
            </a:r>
          </a:p>
          <a:p>
            <a:r>
              <a:rPr lang="en-US" dirty="0"/>
              <a:t>30 minutes = 0.5 hours</a:t>
            </a:r>
          </a:p>
          <a:p>
            <a:r>
              <a:rPr lang="en-US" dirty="0"/>
              <a:t>50 x 0.5 = 25km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543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</p:bldLst>
  </p:timing>
</p:sld>
</file>

<file path=ppt/theme/theme1.xml><?xml version="1.0" encoding="utf-8"?>
<a:theme xmlns:a="http://schemas.openxmlformats.org/drawingml/2006/main" name="Educational subjects 16x9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0001127.potx" id="{6B18C398-4F76-4BDC-B8A4-D02A96E0AA82}" vid="{FBF1AC64-E511-41D2-AA23-0E693E79CD77}"/>
    </a:ext>
  </a:extLst>
</a:theme>
</file>

<file path=ppt/theme/theme2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Educational subjects presentation, chalkboard illustrations design (widescreen)</Template>
  <TotalTime>772</TotalTime>
  <Words>479</Words>
  <Application>Microsoft Macintosh PowerPoint</Application>
  <PresentationFormat>Widescreen</PresentationFormat>
  <Paragraphs>76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Calibri</vt:lpstr>
      <vt:lpstr>Wingdings</vt:lpstr>
      <vt:lpstr>Educational subjects 16x9</vt:lpstr>
      <vt:lpstr>Rates </vt:lpstr>
      <vt:lpstr>Learning Objectives </vt:lpstr>
      <vt:lpstr>Rates  EQ: How do I solve problems given a rate?</vt:lpstr>
      <vt:lpstr>PowerPoint Presentation</vt:lpstr>
      <vt:lpstr>PowerPoint Presentation</vt:lpstr>
      <vt:lpstr>PowerPoint Presentation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Revision of Area</dc:title>
  <dc:creator>RUST Joanne [Baldivis Secondary College]</dc:creator>
  <cp:lastModifiedBy>SUMMERS Brad [Baldivis Secondary College]</cp:lastModifiedBy>
  <cp:revision>24</cp:revision>
  <dcterms:created xsi:type="dcterms:W3CDTF">2019-03-18T23:45:29Z</dcterms:created>
  <dcterms:modified xsi:type="dcterms:W3CDTF">2021-11-10T02:11:51Z</dcterms:modified>
</cp:coreProperties>
</file>