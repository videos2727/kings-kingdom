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21" r:id="rId2"/>
    <p:sldId id="322" r:id="rId3"/>
    <p:sldId id="307" r:id="rId4"/>
    <p:sldId id="268" r:id="rId5"/>
    <p:sldId id="308" r:id="rId6"/>
    <p:sldId id="317" r:id="rId7"/>
    <p:sldId id="318" r:id="rId8"/>
    <p:sldId id="315" r:id="rId9"/>
    <p:sldId id="316" r:id="rId10"/>
    <p:sldId id="320" r:id="rId11"/>
    <p:sldId id="319" r:id="rId12"/>
    <p:sldId id="292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9D6"/>
    <a:srgbClr val="D66FFB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68" d="100"/>
          <a:sy n="68" d="100"/>
        </p:scale>
        <p:origin x="748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7753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1/11/2021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F8CD98-2EEA-4F3D-8AD4-C7AB00B17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70" y="0"/>
            <a:ext cx="7187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1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7C2622-1A7B-4725-AFA1-19B64FF8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99" y="0"/>
            <a:ext cx="76060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3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3284984"/>
            <a:ext cx="4455275" cy="25060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3608" y="692696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Rates and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3068960"/>
            <a:ext cx="34563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</a:t>
            </a:r>
          </a:p>
          <a:p>
            <a:endParaRPr lang="en-US" dirty="0"/>
          </a:p>
          <a:p>
            <a:r>
              <a:rPr lang="en-US" dirty="0"/>
              <a:t>Class:</a:t>
            </a:r>
          </a:p>
          <a:p>
            <a:endParaRPr lang="en-US" dirty="0"/>
          </a:p>
          <a:p>
            <a:r>
              <a:rPr lang="en-US" dirty="0"/>
              <a:t>Teacher:</a:t>
            </a:r>
          </a:p>
          <a:p>
            <a:endParaRPr lang="en-US" dirty="0"/>
          </a:p>
          <a:p>
            <a:r>
              <a:rPr lang="en-US" dirty="0"/>
              <a:t>Term 2 Semester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412776"/>
            <a:ext cx="20955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69A3-10CF-4E59-96DB-67250E73A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18" y="1088076"/>
            <a:ext cx="7886700" cy="994172"/>
          </a:xfrm>
        </p:spPr>
        <p:txBody>
          <a:bodyPr>
            <a:normAutofit/>
          </a:bodyPr>
          <a:lstStyle/>
          <a:p>
            <a:pPr algn="l"/>
            <a:r>
              <a:rPr lang="en-US" sz="2700" dirty="0"/>
              <a:t>Have a go at these questions:</a:t>
            </a:r>
            <a:endParaRPr lang="en-AU" sz="2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086E2-2B5D-4C6D-9002-E16A43F81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2992" y="1844824"/>
                <a:ext cx="6525431" cy="4608512"/>
              </a:xfrm>
            </p:spPr>
            <p:txBody>
              <a:bodyPr>
                <a:normAutofit/>
              </a:bodyPr>
              <a:lstStyle/>
              <a:p>
                <a:pPr marL="385763" indent="-385763">
                  <a:buFont typeface="+mj-lt"/>
                  <a:buAutoNum type="arabicPeriod"/>
                </a:pPr>
                <a:r>
                  <a:rPr lang="en-US" sz="2800" dirty="0"/>
                  <a:t>Make sure your summaries from last term are complete. Highlight important information.</a:t>
                </a:r>
              </a:p>
              <a:p>
                <a:pPr marL="385763" indent="-385763">
                  <a:buAutoNum type="arabicPeriod"/>
                </a:pPr>
                <a:r>
                  <a:rPr lang="en-AU" sz="2800" dirty="0"/>
                  <a:t>If </a:t>
                </a:r>
                <a14:m>
                  <m:oMath xmlns:m="http://schemas.openxmlformats.org/officeDocument/2006/math">
                    <m:r>
                      <a:rPr lang="en-AU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800" i="1" dirty="0" smtClean="0">
                        <a:latin typeface="Cambria Math" panose="02040503050406030204" pitchFamily="18" charset="0"/>
                      </a:rPr>
                      <m:t> =3</m:t>
                    </m:r>
                  </m:oMath>
                </a14:m>
                <a:r>
                  <a:rPr lang="en-AU" sz="2800" dirty="0"/>
                  <a:t>, what is </a:t>
                </a:r>
                <a14:m>
                  <m:oMath xmlns:m="http://schemas.openxmlformats.org/officeDocument/2006/math">
                    <m:r>
                      <a:rPr lang="en-AU" sz="28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8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5=</m:t>
                    </m:r>
                  </m:oMath>
                </a14:m>
                <a:endParaRPr lang="en-AU" sz="2800" dirty="0"/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A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AU" sz="2800" dirty="0"/>
                  <a:t>=</a:t>
                </a:r>
              </a:p>
              <a:p>
                <a:pPr marL="385763" indent="-385763">
                  <a:buAutoNum type="arabicPeriod"/>
                </a:pPr>
                <a:r>
                  <a:rPr lang="en-US" sz="2800" dirty="0"/>
                  <a:t>Add the like terms: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800" dirty="0"/>
              </a:p>
              <a:p>
                <a:pPr marL="385763" indent="-385763">
                  <a:buAutoNum type="arabicPeriod"/>
                </a:pPr>
                <a:r>
                  <a:rPr lang="en-AU" sz="2800" dirty="0"/>
                  <a:t>Find the circumference of the semi circle below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086E2-2B5D-4C6D-9002-E16A43F81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2992" y="1844824"/>
                <a:ext cx="6525431" cy="4608512"/>
              </a:xfrm>
              <a:blipFill>
                <a:blip r:embed="rId2"/>
                <a:stretch>
                  <a:fillRect l="-1963" t="-1455" r="-3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BA02223-11AE-4C48-B8BD-6678F67D2348}"/>
              </a:ext>
            </a:extLst>
          </p:cNvPr>
          <p:cNvSpPr txBox="1">
            <a:spLocks/>
          </p:cNvSpPr>
          <p:nvPr/>
        </p:nvSpPr>
        <p:spPr>
          <a:xfrm>
            <a:off x="459872" y="22827"/>
            <a:ext cx="5624296" cy="118922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Topic: Ratios</a:t>
            </a:r>
            <a:br>
              <a:rPr lang="en-US" sz="2400" dirty="0"/>
            </a:br>
            <a:r>
              <a:rPr lang="en-US" sz="2400" b="1" dirty="0"/>
              <a:t>EQ: </a:t>
            </a:r>
            <a:r>
              <a:rPr lang="en-US" sz="2400" dirty="0"/>
              <a:t>What is a ratio and how is it used?</a:t>
            </a:r>
            <a:endParaRPr lang="en-AU" sz="2400" dirty="0"/>
          </a:p>
        </p:txBody>
      </p:sp>
      <p:pic>
        <p:nvPicPr>
          <p:cNvPr id="1026" name="Picture 2" descr="Area of a semicircle">
            <a:extLst>
              <a:ext uri="{FF2B5EF4-FFF2-40B4-BE49-F238E27FC236}">
                <a16:creationId xmlns:a16="http://schemas.microsoft.com/office/drawing/2014/main" id="{45962307-F9F6-4F5C-A741-04B0BE6EBD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6876256" y="5013176"/>
            <a:ext cx="1948767" cy="173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DCE42A-4558-4499-A818-C2AABCD5A1AF}"/>
              </a:ext>
            </a:extLst>
          </p:cNvPr>
          <p:cNvCxnSpPr/>
          <p:nvPr/>
        </p:nvCxnSpPr>
        <p:spPr>
          <a:xfrm>
            <a:off x="0" y="1212052"/>
            <a:ext cx="9144000" cy="0"/>
          </a:xfrm>
          <a:prstGeom prst="line">
            <a:avLst/>
          </a:prstGeom>
          <a:ln w="28575">
            <a:solidFill>
              <a:srgbClr val="D66F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High Five Bee">
            <a:extLst>
              <a:ext uri="{FF2B5EF4-FFF2-40B4-BE49-F238E27FC236}">
                <a16:creationId xmlns:a16="http://schemas.microsoft.com/office/drawing/2014/main" id="{71B11C8C-E085-4354-811D-1ABEF196F2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828" y="793882"/>
            <a:ext cx="1948767" cy="194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87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4279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6525"/>
            <a:ext cx="57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1340768"/>
            <a:ext cx="0" cy="551723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1560" y="173340"/>
            <a:ext cx="2013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Topic: Ratios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" y="787909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a ratio and how is it used?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76" y="1530003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ratio?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7745" y="1517562"/>
            <a:ext cx="57022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Ratios are used to compare quantities with the same units.</a:t>
            </a:r>
          </a:p>
          <a:p>
            <a:r>
              <a:rPr lang="en-AU" dirty="0"/>
              <a:t>The ratio of 2 to 5 is written as </a:t>
            </a:r>
            <a:r>
              <a:rPr lang="en-AU" dirty="0">
                <a:solidFill>
                  <a:srgbClr val="0070C0"/>
                </a:solidFill>
              </a:rPr>
              <a:t>2 : 5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2267745" y="2697525"/>
            <a:ext cx="62281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you are making cordial and you mix one part cordial to four parts water, then the ratio of cordial to water will be 1:4 (1 to 4).</a:t>
            </a:r>
          </a:p>
          <a:p>
            <a:endParaRPr lang="en-US" dirty="0"/>
          </a:p>
          <a:p>
            <a:r>
              <a:rPr lang="en-US" dirty="0"/>
              <a:t>If you use 1L of cordial, you will use 4L of water (1:4).</a:t>
            </a:r>
          </a:p>
          <a:p>
            <a:endParaRPr lang="en-US" dirty="0"/>
          </a:p>
          <a:p>
            <a:r>
              <a:rPr lang="en-US" dirty="0"/>
              <a:t>If you use 2L of cordial, you will use 8L of water (2:8).</a:t>
            </a:r>
          </a:p>
          <a:p>
            <a:endParaRPr lang="en-US" dirty="0"/>
          </a:p>
          <a:p>
            <a:r>
              <a:rPr lang="en-US" dirty="0"/>
              <a:t>If you use 10L of cordial, you will use 40L of water (10:40).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78" y="272033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is a ratio used?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294551" y="5621417"/>
                <a:ext cx="647483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These ratios are all equivalent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:4 = 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:8 = 10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:40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551" y="5621417"/>
                <a:ext cx="6474839" cy="646331"/>
              </a:xfrm>
              <a:prstGeom prst="rect">
                <a:avLst/>
              </a:prstGeom>
              <a:blipFill>
                <a:blip r:embed="rId2"/>
                <a:stretch>
                  <a:fillRect l="-753" t="-47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3124799" y="6338522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495654-B464-482C-AA97-F3E111FA590C}"/>
              </a:ext>
            </a:extLst>
          </p:cNvPr>
          <p:cNvSpPr txBox="1"/>
          <p:nvPr/>
        </p:nvSpPr>
        <p:spPr>
          <a:xfrm>
            <a:off x="93472" y="5462979"/>
            <a:ext cx="188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equivalent ratios?</a:t>
            </a:r>
          </a:p>
        </p:txBody>
      </p:sp>
    </p:spTree>
    <p:extLst>
      <p:ext uri="{BB962C8B-B14F-4D97-AF65-F5344CB8AC3E}">
        <p14:creationId xmlns:p14="http://schemas.microsoft.com/office/powerpoint/2010/main" val="3768113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example…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1417638"/>
            <a:ext cx="8193557" cy="17233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10" y="3573016"/>
            <a:ext cx="8078755" cy="176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3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806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have a try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1430940"/>
            <a:ext cx="7364564" cy="32560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576" y="2204864"/>
            <a:ext cx="7272808" cy="43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3048560"/>
            <a:ext cx="7416824" cy="43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611560" y="3822484"/>
            <a:ext cx="7508580" cy="43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2668285"/>
            <a:ext cx="3713991" cy="39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29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 have a go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406877"/>
            <a:ext cx="7810500" cy="952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69" y="2655280"/>
            <a:ext cx="6800850" cy="619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3603013"/>
            <a:ext cx="7486650" cy="1295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04" y="5133304"/>
            <a:ext cx="8203704" cy="11521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3969" y="1376408"/>
            <a:ext cx="41233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2.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3.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4</a:t>
            </a:r>
            <a:r>
              <a:rPr lang="en-US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85517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F35356-126E-4D5F-ACA7-2D984B2D8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174" y="0"/>
            <a:ext cx="6261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89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536" y="134076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Have YOU been doing your summaries?</a:t>
            </a:r>
            <a:endParaRPr lang="en-AU" dirty="0"/>
          </a:p>
        </p:txBody>
      </p:sp>
      <p:pic>
        <p:nvPicPr>
          <p:cNvPr id="5" name="Picture 4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586" y="270892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8415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2645</TotalTime>
  <Words>325</Words>
  <Application>Microsoft Office PowerPoint</Application>
  <PresentationFormat>On-screen Show (4:3)</PresentationFormat>
  <Paragraphs>71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Have a go at these questions:</vt:lpstr>
      <vt:lpstr>PowerPoint Presentation</vt:lpstr>
      <vt:lpstr>For example…</vt:lpstr>
      <vt:lpstr>Do you understand? Fists of Five</vt:lpstr>
      <vt:lpstr>Let’s have a try together</vt:lpstr>
      <vt:lpstr>Now you have a go</vt:lpstr>
      <vt:lpstr>PowerPoint Presentation</vt:lpstr>
      <vt:lpstr>Have YOU been doing your summaries?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GREGORY Jade [Baldivis Secondary College]</dc:creator>
  <cp:lastModifiedBy>Jade Gregory</cp:lastModifiedBy>
  <cp:revision>102</cp:revision>
  <dcterms:created xsi:type="dcterms:W3CDTF">2014-05-14T02:58:57Z</dcterms:created>
  <dcterms:modified xsi:type="dcterms:W3CDTF">2021-11-01T01:31:34Z</dcterms:modified>
</cp:coreProperties>
</file>