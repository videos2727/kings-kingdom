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8" r:id="rId2"/>
    <p:sldId id="266" r:id="rId3"/>
    <p:sldId id="264" r:id="rId4"/>
    <p:sldId id="267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01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2/11/2021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8" y="1088076"/>
            <a:ext cx="7886700" cy="994172"/>
          </a:xfrm>
        </p:spPr>
        <p:txBody>
          <a:bodyPr>
            <a:normAutofit/>
          </a:bodyPr>
          <a:lstStyle/>
          <a:p>
            <a:pPr algn="l"/>
            <a:r>
              <a:rPr lang="en-US" sz="2700" dirty="0"/>
              <a:t>Have a go at these questions:</a:t>
            </a:r>
            <a:endParaRPr lang="en-AU" sz="2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2992" y="1844824"/>
                <a:ext cx="6525431" cy="4608512"/>
              </a:xfrm>
            </p:spPr>
            <p:txBody>
              <a:bodyPr>
                <a:normAutofit/>
              </a:bodyPr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en-US" sz="2800" dirty="0"/>
                  <a:t>Make sure your summaries from last term are complete. Highlight important information.</a:t>
                </a:r>
              </a:p>
              <a:p>
                <a:pPr marL="385763" indent="-385763">
                  <a:buFont typeface="Arial" pitchFamily="34" charset="0"/>
                  <a:buAutoNum type="arabicPeriod"/>
                </a:pPr>
                <a:r>
                  <a:rPr lang="en-AU" sz="2800" dirty="0"/>
                  <a:t>A Rectangle with a Length of 10 cm and a width of 12cm. What is the area?</a:t>
                </a:r>
              </a:p>
              <a:p>
                <a:pPr marL="385763" indent="-385763">
                  <a:buFont typeface="Arial" pitchFamily="34" charset="0"/>
                  <a:buAutoNum type="arabicPeriod"/>
                </a:pPr>
                <a:r>
                  <a:rPr lang="en-AU" sz="2800" dirty="0"/>
                  <a:t>2 + 9 x 4 – 15 =</a:t>
                </a:r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AU" sz="2800" dirty="0"/>
              </a:p>
              <a:p>
                <a:pPr marL="385763" indent="-385763">
                  <a:buAutoNum type="arabicPeriod"/>
                </a:pPr>
                <a:r>
                  <a:rPr lang="en-AU" sz="2800" dirty="0"/>
                  <a:t>Find the area of the semi circle below.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2992" y="1844824"/>
                <a:ext cx="6525431" cy="4608512"/>
              </a:xfrm>
              <a:blipFill>
                <a:blip r:embed="rId2"/>
                <a:stretch>
                  <a:fillRect l="-1963" t="-1455" r="-2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459872" y="22827"/>
            <a:ext cx="5624296" cy="118922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Topic: Simplifying Ratios</a:t>
            </a:r>
            <a:br>
              <a:rPr lang="en-US" sz="2400" dirty="0"/>
            </a:br>
            <a:r>
              <a:rPr lang="en-US" sz="2400" b="1" dirty="0"/>
              <a:t>EQ: </a:t>
            </a:r>
            <a:r>
              <a:rPr lang="en-US" sz="2400" dirty="0"/>
              <a:t>How do you simplify ratios?</a:t>
            </a:r>
            <a:endParaRPr lang="en-AU" sz="2400" dirty="0"/>
          </a:p>
        </p:txBody>
      </p:sp>
      <p:pic>
        <p:nvPicPr>
          <p:cNvPr id="1026" name="Picture 2" descr="Area of a semicircle">
            <a:extLst>
              <a:ext uri="{FF2B5EF4-FFF2-40B4-BE49-F238E27FC236}">
                <a16:creationId xmlns:a16="http://schemas.microsoft.com/office/drawing/2014/main" id="{45962307-F9F6-4F5C-A741-04B0BE6EBD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876256" y="5013176"/>
            <a:ext cx="1948767" cy="173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DCE42A-4558-4499-A818-C2AABCD5A1AF}"/>
              </a:ext>
            </a:extLst>
          </p:cNvPr>
          <p:cNvCxnSpPr/>
          <p:nvPr/>
        </p:nvCxnSpPr>
        <p:spPr>
          <a:xfrm>
            <a:off x="0" y="1212052"/>
            <a:ext cx="9144000" cy="0"/>
          </a:xfrm>
          <a:prstGeom prst="line">
            <a:avLst/>
          </a:prstGeom>
          <a:ln w="28575">
            <a:solidFill>
              <a:srgbClr val="D66F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High Five Bee">
            <a:extLst>
              <a:ext uri="{FF2B5EF4-FFF2-40B4-BE49-F238E27FC236}">
                <a16:creationId xmlns:a16="http://schemas.microsoft.com/office/drawing/2014/main" id="{71B11C8C-E085-4354-811D-1ABEF196F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828" y="793882"/>
            <a:ext cx="1948767" cy="19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2134" y="452862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Think Pair Share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A1A61-43D7-479D-A307-2E7295BBA80B}"/>
              </a:ext>
            </a:extLst>
          </p:cNvPr>
          <p:cNvSpPr txBox="1"/>
          <p:nvPr/>
        </p:nvSpPr>
        <p:spPr>
          <a:xfrm>
            <a:off x="1331640" y="1351801"/>
            <a:ext cx="655272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a pair create a list ratios that are</a:t>
            </a:r>
            <a:r>
              <a:rPr lang="en-US" dirty="0"/>
              <a:t> equivalent</a:t>
            </a:r>
            <a:r>
              <a:rPr lang="en-AU" dirty="0"/>
              <a:t> to:</a:t>
            </a:r>
          </a:p>
          <a:p>
            <a:r>
              <a:rPr lang="en-AU" dirty="0"/>
              <a:t>Be prepared to share</a:t>
            </a:r>
          </a:p>
          <a:p>
            <a:endParaRPr lang="en-AU" dirty="0"/>
          </a:p>
          <a:p>
            <a:r>
              <a:rPr lang="en-AU" dirty="0"/>
              <a:t>9 : 12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                                             </a:t>
            </a:r>
            <a:r>
              <a:rPr lang="en-AU" sz="4400" dirty="0"/>
              <a:t>18  :   24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8F29CF-072E-4DDA-B1B4-92977FD16CD8}"/>
              </a:ext>
            </a:extLst>
          </p:cNvPr>
          <p:cNvCxnSpPr/>
          <p:nvPr/>
        </p:nvCxnSpPr>
        <p:spPr>
          <a:xfrm>
            <a:off x="4211960" y="4077072"/>
            <a:ext cx="1224136" cy="1091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05163D-9DB3-46C5-8EE7-5608BD158BC0}"/>
              </a:ext>
            </a:extLst>
          </p:cNvPr>
          <p:cNvCxnSpPr/>
          <p:nvPr/>
        </p:nvCxnSpPr>
        <p:spPr>
          <a:xfrm flipV="1">
            <a:off x="5292080" y="2336686"/>
            <a:ext cx="1080120" cy="1092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CE352E-A17F-4026-B3D0-E4714C4C57D1}"/>
              </a:ext>
            </a:extLst>
          </p:cNvPr>
          <p:cNvCxnSpPr/>
          <p:nvPr/>
        </p:nvCxnSpPr>
        <p:spPr>
          <a:xfrm flipH="1" flipV="1">
            <a:off x="2123728" y="2564904"/>
            <a:ext cx="1656184" cy="86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5CF2E4-71D9-43AA-B17C-F9FA73A6355A}"/>
              </a:ext>
            </a:extLst>
          </p:cNvPr>
          <p:cNvCxnSpPr/>
          <p:nvPr/>
        </p:nvCxnSpPr>
        <p:spPr>
          <a:xfrm flipH="1">
            <a:off x="2123728" y="3944094"/>
            <a:ext cx="1512168" cy="709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0AD262-E53D-4FFB-BDCE-DB749A20689B}"/>
              </a:ext>
            </a:extLst>
          </p:cNvPr>
          <p:cNvCxnSpPr/>
          <p:nvPr/>
        </p:nvCxnSpPr>
        <p:spPr>
          <a:xfrm>
            <a:off x="5796136" y="4077072"/>
            <a:ext cx="1800200" cy="95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FA2E79-0FF3-413C-AB97-19C621352EB0}"/>
              </a:ext>
            </a:extLst>
          </p:cNvPr>
          <p:cNvCxnSpPr/>
          <p:nvPr/>
        </p:nvCxnSpPr>
        <p:spPr>
          <a:xfrm flipH="1" flipV="1">
            <a:off x="4572000" y="2420888"/>
            <a:ext cx="72008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2628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2188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9712" y="1484784"/>
            <a:ext cx="0" cy="537321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544" y="182705"/>
            <a:ext cx="3858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 – Simplifying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89346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EQ: How do you simplify ratios?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94F6A-CE35-4F9D-AB63-8CC1490A02FF}"/>
                  </a:ext>
                </a:extLst>
              </p:cNvPr>
              <p:cNvSpPr txBox="1"/>
              <p:nvPr/>
            </p:nvSpPr>
            <p:spPr>
              <a:xfrm>
                <a:off x="2089081" y="1609506"/>
                <a:ext cx="6636743" cy="5416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Firstly simplify means to make something less complex or complicated. In other words to make the numbers smaller.</a:t>
                </a:r>
              </a:p>
              <a:p>
                <a:endParaRPr lang="en-AU" dirty="0"/>
              </a:p>
              <a:p>
                <a:r>
                  <a:rPr lang="en-AU" dirty="0"/>
                  <a:t>The trick with simplifying ratios is to always multiply or divide the numbers by the </a:t>
                </a:r>
                <a:r>
                  <a:rPr lang="en-AU" b="1" dirty="0"/>
                  <a:t>same</a:t>
                </a:r>
                <a:r>
                  <a:rPr lang="en-AU" dirty="0"/>
                  <a:t> </a:t>
                </a:r>
                <a:r>
                  <a:rPr lang="en-AU" b="1" dirty="0"/>
                  <a:t>number</a:t>
                </a:r>
                <a:r>
                  <a:rPr lang="en-AU" dirty="0"/>
                  <a:t>.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sz="2800" dirty="0"/>
                  <a:t>21 : 42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7                             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7</a:t>
                </a:r>
              </a:p>
              <a:p>
                <a:pPr algn="ctr"/>
                <a:endParaRPr lang="en-AU" dirty="0"/>
              </a:p>
              <a:p>
                <a:pPr algn="ctr"/>
                <a:r>
                  <a:rPr lang="en-AU" sz="2800" dirty="0"/>
                  <a:t> 3 : 6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pPr algn="ctr"/>
                <a:r>
                  <a:rPr lang="en-AU" sz="2800" dirty="0"/>
                  <a:t>1 : 2 </a:t>
                </a:r>
              </a:p>
              <a:p>
                <a:pPr algn="ctr"/>
                <a:endParaRPr lang="en-AU" sz="2800" dirty="0"/>
              </a:p>
              <a:p>
                <a:pPr algn="ctr"/>
                <a:r>
                  <a:rPr lang="en-AU" dirty="0"/>
                  <a:t>We have simplified as much as we can.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2094F6A-CE35-4F9D-AB63-8CC1490A0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081" y="1609506"/>
                <a:ext cx="6636743" cy="5416868"/>
              </a:xfrm>
              <a:prstGeom prst="rect">
                <a:avLst/>
              </a:prstGeom>
              <a:blipFill>
                <a:blip r:embed="rId3"/>
                <a:stretch>
                  <a:fillRect l="-827" t="-5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7209933-98D3-4449-98FC-CCFF9A074932}"/>
              </a:ext>
            </a:extLst>
          </p:cNvPr>
          <p:cNvSpPr txBox="1"/>
          <p:nvPr/>
        </p:nvSpPr>
        <p:spPr>
          <a:xfrm>
            <a:off x="119514" y="1609506"/>
            <a:ext cx="1656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simplifying ratios look like?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7257DF-770A-4F4F-83C9-653AB2C57975}"/>
                  </a:ext>
                </a:extLst>
              </p:cNvPr>
              <p:cNvSpPr/>
              <p:nvPr/>
            </p:nvSpPr>
            <p:spPr>
              <a:xfrm>
                <a:off x="3347864" y="4653136"/>
                <a:ext cx="31999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3                    </m:t>
                      </m:r>
                      <m:r>
                        <a:rPr lang="en-A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7257DF-770A-4F4F-83C9-653AB2C579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4653136"/>
                <a:ext cx="31999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9C64A-AD9A-42F4-8CC8-379D17215A52}"/>
              </a:ext>
            </a:extLst>
          </p:cNvPr>
          <p:cNvSpPr txBox="1"/>
          <p:nvPr/>
        </p:nvSpPr>
        <p:spPr>
          <a:xfrm>
            <a:off x="1187624" y="1052736"/>
            <a:ext cx="6624736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Simplify the following ratios? You may need to simplify several times. </a:t>
            </a:r>
          </a:p>
          <a:p>
            <a:endParaRPr lang="en-AU" dirty="0"/>
          </a:p>
          <a:p>
            <a:r>
              <a:rPr lang="en-AU" dirty="0"/>
              <a:t>48 : 12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63 : 27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16m : 40m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600k : 1800k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7.2 : 3.6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668F26-45BB-4597-AED6-FFC5752DB922}"/>
              </a:ext>
            </a:extLst>
          </p:cNvPr>
          <p:cNvCxnSpPr/>
          <p:nvPr/>
        </p:nvCxnSpPr>
        <p:spPr>
          <a:xfrm>
            <a:off x="2123728" y="1822177"/>
            <a:ext cx="1296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501310-23AB-4664-AC1E-E6C3E9051AAA}"/>
              </a:ext>
            </a:extLst>
          </p:cNvPr>
          <p:cNvCxnSpPr/>
          <p:nvPr/>
        </p:nvCxnSpPr>
        <p:spPr>
          <a:xfrm>
            <a:off x="2123728" y="2636912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38797E-8A47-493C-B8AD-2EAA9DCED2A2}"/>
              </a:ext>
            </a:extLst>
          </p:cNvPr>
          <p:cNvCxnSpPr/>
          <p:nvPr/>
        </p:nvCxnSpPr>
        <p:spPr>
          <a:xfrm>
            <a:off x="2483768" y="3429000"/>
            <a:ext cx="1152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5D1561-81A1-48D8-8C1B-2CD3635391A3}"/>
              </a:ext>
            </a:extLst>
          </p:cNvPr>
          <p:cNvCxnSpPr/>
          <p:nvPr/>
        </p:nvCxnSpPr>
        <p:spPr>
          <a:xfrm>
            <a:off x="2627784" y="4293096"/>
            <a:ext cx="1152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66F9A4-89F9-4426-90B6-225A7D1B1AFB}"/>
              </a:ext>
            </a:extLst>
          </p:cNvPr>
          <p:cNvCxnSpPr/>
          <p:nvPr/>
        </p:nvCxnSpPr>
        <p:spPr>
          <a:xfrm>
            <a:off x="2267744" y="5085184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1EA221-3129-4414-87C5-7B06B2566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1376" t="65863" r="33005" b="15045"/>
          <a:stretch/>
        </p:blipFill>
        <p:spPr>
          <a:xfrm>
            <a:off x="611560" y="646331"/>
            <a:ext cx="8229600" cy="193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E19742-CE87-48A7-B43C-9EAF56DDA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70" t="44015" r="21649" b="10251"/>
          <a:stretch/>
        </p:blipFill>
        <p:spPr>
          <a:xfrm>
            <a:off x="683568" y="2864315"/>
            <a:ext cx="8337744" cy="3993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9B6B03-FCC3-4836-8108-78B967BE11B6}"/>
              </a:ext>
            </a:extLst>
          </p:cNvPr>
          <p:cNvSpPr txBox="1"/>
          <p:nvPr/>
        </p:nvSpPr>
        <p:spPr>
          <a:xfrm>
            <a:off x="3131840" y="0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Practice Simplifying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BC02D-3813-4567-AF75-7E794D82F780}"/>
              </a:ext>
            </a:extLst>
          </p:cNvPr>
          <p:cNvSpPr txBox="1"/>
          <p:nvPr/>
        </p:nvSpPr>
        <p:spPr>
          <a:xfrm>
            <a:off x="371751" y="2864315"/>
            <a:ext cx="47961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16.</a:t>
            </a:r>
          </a:p>
          <a:p>
            <a:endParaRPr lang="en-US" b="1" dirty="0"/>
          </a:p>
          <a:p>
            <a:r>
              <a:rPr lang="en-US" b="1" dirty="0"/>
              <a:t>17.</a:t>
            </a:r>
          </a:p>
          <a:p>
            <a:endParaRPr lang="en-US" b="1" dirty="0"/>
          </a:p>
          <a:p>
            <a:r>
              <a:rPr lang="en-US" b="1" dirty="0"/>
              <a:t>18.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19.</a:t>
            </a:r>
          </a:p>
          <a:p>
            <a:endParaRPr lang="en-US" b="1" dirty="0"/>
          </a:p>
          <a:p>
            <a:r>
              <a:rPr lang="en-US" b="1" dirty="0"/>
              <a:t>20.</a:t>
            </a:r>
          </a:p>
          <a:p>
            <a:endParaRPr lang="en-US" b="1" dirty="0"/>
          </a:p>
          <a:p>
            <a:r>
              <a:rPr lang="en-US" b="1" dirty="0"/>
              <a:t>21.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Exit pass – What is the following ratio fully simplified?</a:t>
            </a:r>
          </a:p>
          <a:p>
            <a:pPr marL="0" indent="0">
              <a:buNone/>
            </a:pPr>
            <a:r>
              <a:rPr lang="en-AU" dirty="0"/>
              <a:t>                                  35 : 70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268</Words>
  <Application>Microsoft Office PowerPoint</Application>
  <PresentationFormat>On-screen Show (4:3)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Have a go at these questions: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GREGORY Jade [Baldivis Secondary College]</dc:creator>
  <cp:lastModifiedBy>Jade Gregory</cp:lastModifiedBy>
  <cp:revision>12</cp:revision>
  <dcterms:created xsi:type="dcterms:W3CDTF">2016-10-20T03:14:06Z</dcterms:created>
  <dcterms:modified xsi:type="dcterms:W3CDTF">2021-11-02T00:19:53Z</dcterms:modified>
</cp:coreProperties>
</file>