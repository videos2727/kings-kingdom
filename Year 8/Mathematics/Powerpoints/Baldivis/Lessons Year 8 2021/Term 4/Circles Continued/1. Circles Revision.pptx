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69" r:id="rId2"/>
    <p:sldId id="272" r:id="rId3"/>
    <p:sldId id="266" r:id="rId4"/>
    <p:sldId id="268" r:id="rId5"/>
    <p:sldId id="270" r:id="rId6"/>
    <p:sldId id="267" r:id="rId7"/>
    <p:sldId id="271" r:id="rId8"/>
    <p:sldId id="260" r:id="rId9"/>
    <p:sldId id="265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Cambria Math" panose="02040503050406030204" pitchFamily="18" charset="0"/>
      <p:regular r:id="rId18"/>
    </p:embeddedFont>
    <p:embeddedFont>
      <p:font typeface="Luckiest Guy" panose="02000506000000020004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FFC9"/>
    <a:srgbClr val="FFDFBA"/>
    <a:srgbClr val="BAE1FF"/>
    <a:srgbClr val="FFFFBA"/>
    <a:srgbClr val="FFB3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26" autoAdjust="0"/>
    <p:restoredTop sz="94660"/>
  </p:normalViewPr>
  <p:slideViewPr>
    <p:cSldViewPr snapToGrid="0">
      <p:cViewPr varScale="1">
        <p:scale>
          <a:sx n="68" d="100"/>
          <a:sy n="68" d="100"/>
        </p:scale>
        <p:origin x="224" y="9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11606-EFA7-41DC-AB0A-6DA65BA77C5C}" type="datetimeFigureOut">
              <a:rPr lang="en-US" smtClean="0"/>
              <a:t>10/10/21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764A6-6D6C-4356-AA38-56B831EC8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26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8E566-F249-42DF-8B95-9A116F24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88311-2966-484C-9013-E263432F7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1D8C6-8CCE-4DE5-B8C9-BC9C5B16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0F2D7-E3FF-4727-84C2-87C8B072F849}" type="datetime1">
              <a:rPr lang="en-US" smtClean="0"/>
              <a:t>10/10/21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C6E7C-FBF1-4E69-8984-DE5BE6FF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51B88-0472-471D-82BA-306920D6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98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9A8E-C957-4899-AA5F-2C6A2ED4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5E816-FB0E-4FC9-956C-4FADDB328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AE124-FBF6-4560-B8AA-20B2FD17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B273-464D-4D05-8DDD-8521E316EB9A}" type="datetime1">
              <a:rPr lang="en-US" smtClean="0"/>
              <a:t>10/10/21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4761A-F3F4-4A15-B6FA-4A42C154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5F7B-EB69-4578-A41F-8C636339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2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798D7-E42C-4D93-9FA1-E6DA79E80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12488-B257-41F3-AEBD-51C5FCB6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65B59-5901-420F-8942-9C0D98C6A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33E6-20E2-418E-B571-48F7227880DC}" type="datetime1">
              <a:rPr lang="en-US" smtClean="0"/>
              <a:t>10/10/21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EFBF5-73E3-4B3A-9985-2AA1E29F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DF86D-66F3-4BBA-A8BF-EBCB959F0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3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8B29F-96A1-4916-A5EF-FEF71194A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B9756-DDA5-4FB0-BB96-5763099C6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91503-2A43-40A8-9151-1E5CBBFFE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68AAE-2145-4273-A72D-86BBDFFA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BCC6-70D1-4913-A4FF-11EFA5AA92BB}" type="datetime1">
              <a:rPr lang="en-US" smtClean="0"/>
              <a:t>10/10/21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860CA-D260-4054-B289-475063865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9DDD4-1B17-49E7-845F-35B68F65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A3B16-2DB0-4A98-A12C-981C19BFE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450FB-B4A3-4E02-A50C-07E03E16D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88F19-7A0B-4F91-A1FC-7162D82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72B43-061A-4490-ABE4-2F21A5E5A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D6CB1-03CD-4A24-876A-CBDA6A5BD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7BD4E-BF9F-4D68-8E29-F68DD211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634E2-D21C-46F3-AA0D-490FEA5AE96D}" type="datetime1">
              <a:rPr lang="en-US" smtClean="0"/>
              <a:t>10/10/21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7F79F8-C89C-433C-91C9-CBA113076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428B45-29D5-4F8B-AAA1-EC631F9A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9179D-63BC-4C08-B1F5-04A31D21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7CAA20-0D4D-41DA-A0AE-3C8E1D3C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DAE8-C118-4E9A-A9F3-58E5AC490EF4}" type="datetime1">
              <a:rPr lang="en-US" smtClean="0"/>
              <a:t>10/10/21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506C2-A53C-4F40-8C0B-AE4D8FC4D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CDF8C-07FD-402E-8574-69D643A5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3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BE403-C520-4819-9597-C75E6F6BA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F6B05-425D-4906-88AD-9D7CF88E5705}" type="datetime1">
              <a:rPr lang="en-US" smtClean="0"/>
              <a:t>10/10/21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EC1E3-DBF3-4F7E-91AE-DEAAF1B4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E92C7-0778-423B-BB96-3D298E7F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0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6EE6-5B4F-4DBC-A6F2-2BD438B97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10C20-BECB-4651-894D-C5285239C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30DCE-FCFD-4E29-9DBA-FCC5C2F81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22055-EDD0-4FA7-8599-FA3B43ADC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32BB-B910-4B28-8F6A-E7189620FF3F}" type="datetime1">
              <a:rPr lang="en-US" smtClean="0"/>
              <a:t>10/10/21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2B388-3BC8-4A9C-914E-C22CD8F37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C726A-7E11-4746-801B-727845E1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32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6B662-D40F-406A-9729-70979F49D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AC5071-060D-4290-B693-8F15226D1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6EDF9-F34B-4653-83D0-9D1765576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AB685-850F-439C-8FEA-CE41CD3EB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D64F-33CC-43D6-A523-2019F61B9FAB}" type="datetime1">
              <a:rPr lang="en-US" smtClean="0"/>
              <a:t>10/10/21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32FB4-EE25-494A-B0B9-4DFDDEDC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33326-CECA-4B70-9D1E-E8734E55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0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BB5A2-32FA-4BED-AEFB-7AD31145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E5158-27BD-452D-ABA5-D7787E89B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2E409-356C-4337-B34E-F8E2A629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3C8A-782B-4DD8-A886-7A7C990133C0}" type="datetime1">
              <a:rPr lang="en-US" smtClean="0"/>
              <a:t>10/10/21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4E1ED-553E-4BAC-AF44-88365406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957E9-B90E-4E84-B5A1-1E3D9B6A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2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BDF10F-37C4-4561-87BD-94E6940CA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DA13B-F3AB-41AA-9884-F32C47DE4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C8F8F-0CB9-432A-B019-4563F0EF2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01E2-7543-46DC-A3B9-883495FCF91B}" type="datetime1">
              <a:rPr lang="en-US" smtClean="0"/>
              <a:t>10/10/21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04F25-81C3-45A1-82B1-82D1996C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31962-8730-4ECE-BB52-6E7F610A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8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873248-5609-4E88-B5AF-10833677E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C0DBB-FBFF-46DF-B1E6-1B3832E56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D1F8F-48EF-475C-8925-AFE3D5250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1DBB7-4AD2-444F-AF3F-ECC4E6C52175}" type="datetime1">
              <a:rPr lang="en-US" smtClean="0"/>
              <a:t>10/10/21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8971E-E11A-47CD-AC71-CAB195A33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6375-9BE4-4574-89E8-5BA1692B2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5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3C9B7F7-1FB5-41C0-BD39-31089AA46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35" y="89704"/>
            <a:ext cx="5410325" cy="67682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D40ACB-422B-4E74-92B5-4DB95C7D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357" y="1008041"/>
            <a:ext cx="5098980" cy="25418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147C21-6AF0-4F48-983E-E6C73E006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931" y="3095864"/>
            <a:ext cx="5218042" cy="210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89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F4EA5-7D67-4513-984A-3688FA85B0D3}"/>
              </a:ext>
            </a:extLst>
          </p:cNvPr>
          <p:cNvSpPr txBox="1"/>
          <p:nvPr/>
        </p:nvSpPr>
        <p:spPr>
          <a:xfrm>
            <a:off x="789889" y="970548"/>
            <a:ext cx="54986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Complete the My Goals worksheet and glue into the front or back or your exercise book.</a:t>
            </a:r>
            <a:endParaRPr lang="en-AU" sz="2800" b="1" dirty="0"/>
          </a:p>
        </p:txBody>
      </p:sp>
      <p:pic>
        <p:nvPicPr>
          <p:cNvPr id="6" name="Picture 5" descr="A picture containing text, person, person, standing&#10;&#10;Description automatically generated">
            <a:extLst>
              <a:ext uri="{FF2B5EF4-FFF2-40B4-BE49-F238E27FC236}">
                <a16:creationId xmlns:a16="http://schemas.microsoft.com/office/drawing/2014/main" id="{91F981E9-FAB1-4F67-9EE9-CC0ADCB8C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89" y="3429000"/>
            <a:ext cx="3400926" cy="29680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273DF3-D07E-1A45-A94A-82FE3D5BB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041" y="853531"/>
            <a:ext cx="4284070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2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C80C-3858-4D8B-8335-42E5C508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427959"/>
            <a:ext cx="9922164" cy="120766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Topic: </a:t>
            </a:r>
            <a:r>
              <a:rPr lang="en-US" dirty="0"/>
              <a:t>Circles</a:t>
            </a:r>
            <a:br>
              <a:rPr lang="en-US" dirty="0"/>
            </a:br>
            <a:r>
              <a:rPr lang="en-US" b="1" dirty="0"/>
              <a:t>EQ: </a:t>
            </a:r>
            <a:r>
              <a:rPr lang="en-US" dirty="0"/>
              <a:t>What do I remember about circles?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525F1-D52C-4130-B921-CACDA0006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076" y="0"/>
            <a:ext cx="3821229" cy="8355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5A1DDD-BE93-40FB-A4C1-258B1FD99488}"/>
              </a:ext>
            </a:extLst>
          </p:cNvPr>
          <p:cNvSpPr txBox="1"/>
          <p:nvPr/>
        </p:nvSpPr>
        <p:spPr>
          <a:xfrm>
            <a:off x="4658862" y="699522"/>
            <a:ext cx="6451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c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i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r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c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l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e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s</a:t>
            </a:r>
            <a:endParaRPr lang="en-AU" sz="6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D13165-2570-457A-B643-EF7646D19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289" y="0"/>
            <a:ext cx="3821229" cy="8355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DAFBDD-AFCD-43F1-8666-6EB6A8698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654" y="0"/>
            <a:ext cx="3821229" cy="8355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6F31FC-A8A9-475C-9EA9-7070F9BE9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019" y="-1"/>
            <a:ext cx="3821229" cy="83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50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69A3-10CF-4E59-96DB-67250E73A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29" y="102790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Have a go at these questions:</a:t>
            </a:r>
            <a:endParaRPr lang="en-A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86E2-2B5D-4C6D-9002-E16A43F81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229" y="2263342"/>
                <a:ext cx="11217262" cy="4351338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Cambria Math" panose="02040503050406030204" pitchFamily="18" charset="0"/>
                  </a:rPr>
                  <a:t>Make sure your summaries from last term are complete. Highlight important information.</a:t>
                </a:r>
              </a:p>
              <a:p>
                <a:pPr marL="514350" indent="-514350">
                  <a:buAutoNum type="arabicPeriod"/>
                </a:pPr>
                <a:r>
                  <a:rPr lang="en-AU" dirty="0"/>
                  <a:t>If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= 6</m:t>
                    </m:r>
                  </m:oMath>
                </a14:m>
                <a:r>
                  <a:rPr lang="en-AU" dirty="0"/>
                  <a:t>, what is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dirty="0"/>
              </a:p>
              <a:p>
                <a:pPr marL="514350" indent="-514350">
                  <a:buAutoNum type="arabicPeriod"/>
                </a:pPr>
                <a:r>
                  <a:rPr lang="en-AU" dirty="0"/>
                  <a:t>What is the formula to find the volume of a triangular prism?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Add the like terms: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AU" dirty="0"/>
                  <a:t>Find the median and range for the data below?</a:t>
                </a:r>
              </a:p>
              <a:p>
                <a:pPr marL="0" indent="0">
                  <a:buNone/>
                </a:pPr>
                <a:r>
                  <a:rPr lang="en-AU" dirty="0"/>
                  <a:t>            2, 3, 4, 4, 6, 7, 10, 11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86E2-2B5D-4C6D-9002-E16A43F81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29" y="2263342"/>
                <a:ext cx="11217262" cy="4351338"/>
              </a:xfrm>
              <a:blipFill>
                <a:blip r:embed="rId2"/>
                <a:stretch>
                  <a:fillRect l="-1141" t="-23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8719050-1446-495C-91D1-2826AFFB2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63770">
            <a:off x="-69815" y="159203"/>
            <a:ext cx="4761685" cy="92342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BA02223-11AE-4C48-B8BD-6678F67D2348}"/>
              </a:ext>
            </a:extLst>
          </p:cNvPr>
          <p:cNvSpPr txBox="1">
            <a:spLocks/>
          </p:cNvSpPr>
          <p:nvPr/>
        </p:nvSpPr>
        <p:spPr>
          <a:xfrm>
            <a:off x="4946375" y="66722"/>
            <a:ext cx="5860170" cy="8242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Topic: </a:t>
            </a:r>
            <a:r>
              <a:rPr lang="en-US" sz="2800" dirty="0"/>
              <a:t>Circles</a:t>
            </a:r>
            <a:br>
              <a:rPr lang="en-US" sz="2800" dirty="0"/>
            </a:br>
            <a:r>
              <a:rPr lang="en-US" sz="2800" b="1" dirty="0"/>
              <a:t>EQ: </a:t>
            </a:r>
            <a:r>
              <a:rPr lang="en-US" sz="2800" dirty="0"/>
              <a:t>What do I remember about circles?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179587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C80C-3858-4D8B-8335-42E5C508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82" y="2113923"/>
            <a:ext cx="9922164" cy="120766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Brainstorm: </a:t>
            </a:r>
            <a:br>
              <a:rPr lang="en-US" b="1" dirty="0"/>
            </a:br>
            <a:r>
              <a:rPr lang="en-US" b="1" dirty="0"/>
              <a:t>What do you remember about circles?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525F1-D52C-4130-B921-CACDA0006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076" y="0"/>
            <a:ext cx="3821229" cy="8355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5A1DDD-BE93-40FB-A4C1-258B1FD99488}"/>
              </a:ext>
            </a:extLst>
          </p:cNvPr>
          <p:cNvSpPr txBox="1"/>
          <p:nvPr/>
        </p:nvSpPr>
        <p:spPr>
          <a:xfrm>
            <a:off x="4658862" y="699522"/>
            <a:ext cx="6451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c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i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r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c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l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e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s</a:t>
            </a:r>
            <a:endParaRPr lang="en-AU" sz="6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D13165-2570-457A-B643-EF7646D19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289" y="0"/>
            <a:ext cx="3821229" cy="8355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DAFBDD-AFCD-43F1-8666-6EB6A8698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654" y="0"/>
            <a:ext cx="3821229" cy="8355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6F31FC-A8A9-475C-9EA9-7070F9BE9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019" y="-1"/>
            <a:ext cx="3821229" cy="83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674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C80C-3858-4D8B-8335-42E5C508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38" y="64845"/>
            <a:ext cx="11307618" cy="891020"/>
          </a:xfrm>
        </p:spPr>
        <p:txBody>
          <a:bodyPr>
            <a:normAutofit/>
          </a:bodyPr>
          <a:lstStyle/>
          <a:p>
            <a:r>
              <a:rPr lang="en-US" sz="2800" b="1" dirty="0"/>
              <a:t>Topic: </a:t>
            </a:r>
            <a:r>
              <a:rPr lang="en-US" sz="2800" dirty="0"/>
              <a:t>Circles</a:t>
            </a:r>
            <a:br>
              <a:rPr lang="en-US" sz="2400" dirty="0"/>
            </a:br>
            <a:r>
              <a:rPr lang="en-US" sz="2800" b="1" dirty="0"/>
              <a:t>EQ: What do I remember about circles?</a:t>
            </a:r>
            <a:endParaRPr lang="en-AU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87545D-2270-4C38-8388-B5F655310AAC}"/>
              </a:ext>
            </a:extLst>
          </p:cNvPr>
          <p:cNvCxnSpPr/>
          <p:nvPr/>
        </p:nvCxnSpPr>
        <p:spPr>
          <a:xfrm flipV="1">
            <a:off x="0" y="854645"/>
            <a:ext cx="12192000" cy="9294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E10904-C7C7-48E2-9493-731F05868AFF}"/>
              </a:ext>
            </a:extLst>
          </p:cNvPr>
          <p:cNvCxnSpPr>
            <a:cxnSpLocks/>
          </p:cNvCxnSpPr>
          <p:nvPr/>
        </p:nvCxnSpPr>
        <p:spPr>
          <a:xfrm>
            <a:off x="1690254" y="955865"/>
            <a:ext cx="0" cy="60364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DACDB9-3533-4C8A-8B1A-7C3B8AAF6769}"/>
                  </a:ext>
                </a:extLst>
              </p:cNvPr>
              <p:cNvSpPr txBox="1"/>
              <p:nvPr/>
            </p:nvSpPr>
            <p:spPr>
              <a:xfrm>
                <a:off x="1828799" y="1125842"/>
                <a:ext cx="8072582" cy="4278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Diameter: </a:t>
                </a:r>
                <a:r>
                  <a:rPr lang="en-US" sz="2000" dirty="0"/>
                  <a:t>a line going from the circumference passing through the center of the circle.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b="1" dirty="0"/>
                  <a:t>Radius: </a:t>
                </a:r>
                <a:r>
                  <a:rPr lang="en-US" sz="2000" dirty="0"/>
                  <a:t>half of the diameter, or a line from the center of the circle to the circumference.</a:t>
                </a:r>
                <a:endParaRPr lang="en-AU" sz="2000" dirty="0"/>
              </a:p>
              <a:p>
                <a:endParaRPr lang="en-US" sz="2400" dirty="0"/>
              </a:p>
              <a:p>
                <a:r>
                  <a:rPr lang="en-US" sz="2000" b="1" dirty="0"/>
                  <a:t>Circumference: </a:t>
                </a:r>
                <a:r>
                  <a:rPr lang="en-US" sz="2000" dirty="0">
                    <a:solidFill>
                      <a:srgbClr val="FF0000"/>
                    </a:solidFill>
                  </a:rPr>
                  <a:t>Circumference</a:t>
                </a:r>
                <a:r>
                  <a:rPr lang="en-US" sz="2000" dirty="0"/>
                  <a:t> is the distance around a circle.</a:t>
                </a:r>
              </a:p>
              <a:p>
                <a:pPr lvl="4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400" dirty="0"/>
              </a:p>
              <a:p>
                <a:pPr lvl="6"/>
                <a:r>
                  <a:rPr lang="en-US" sz="2000" dirty="0"/>
                  <a:t> OR</a:t>
                </a:r>
              </a:p>
              <a:p>
                <a:pPr lvl="4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4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DACDB9-3533-4C8A-8B1A-7C3B8AAF6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799" y="1125842"/>
                <a:ext cx="8072582" cy="4278094"/>
              </a:xfrm>
              <a:prstGeom prst="rect">
                <a:avLst/>
              </a:prstGeom>
              <a:blipFill>
                <a:blip r:embed="rId2"/>
                <a:stretch>
                  <a:fillRect l="-755" t="-856" r="-12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1B5E38EA-7230-4D05-BB62-D97AEB1C2452}"/>
              </a:ext>
            </a:extLst>
          </p:cNvPr>
          <p:cNvSpPr/>
          <p:nvPr/>
        </p:nvSpPr>
        <p:spPr>
          <a:xfrm>
            <a:off x="10215418" y="1025237"/>
            <a:ext cx="960581" cy="98829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9BEABA0-C693-468F-90AB-074CCB30AFA1}"/>
              </a:ext>
            </a:extLst>
          </p:cNvPr>
          <p:cNvSpPr/>
          <p:nvPr/>
        </p:nvSpPr>
        <p:spPr>
          <a:xfrm>
            <a:off x="10215418" y="2320419"/>
            <a:ext cx="1099127" cy="109917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9F2500-0FE5-4F76-90C1-94C2F791EDCD}"/>
              </a:ext>
            </a:extLst>
          </p:cNvPr>
          <p:cNvCxnSpPr/>
          <p:nvPr/>
        </p:nvCxnSpPr>
        <p:spPr>
          <a:xfrm flipV="1">
            <a:off x="0" y="399039"/>
            <a:ext cx="12192000" cy="9294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0DFE03-255B-49A1-B42F-EBDC5E092D07}"/>
              </a:ext>
            </a:extLst>
          </p:cNvPr>
          <p:cNvCxnSpPr>
            <a:stCxn id="13" idx="6"/>
          </p:cNvCxnSpPr>
          <p:nvPr/>
        </p:nvCxnSpPr>
        <p:spPr>
          <a:xfrm flipH="1" flipV="1">
            <a:off x="10788073" y="2865407"/>
            <a:ext cx="526472" cy="459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5D7079-C69E-4E5C-A1B0-0D5EA30D3972}"/>
              </a:ext>
            </a:extLst>
          </p:cNvPr>
          <p:cNvCxnSpPr>
            <a:cxnSpLocks/>
            <a:endCxn id="12" idx="2"/>
          </p:cNvCxnSpPr>
          <p:nvPr/>
        </p:nvCxnSpPr>
        <p:spPr>
          <a:xfrm flipH="1">
            <a:off x="10215418" y="1496236"/>
            <a:ext cx="979054" cy="231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0557E0C-6109-431A-B70F-7299157484F0}"/>
              </a:ext>
            </a:extLst>
          </p:cNvPr>
          <p:cNvSpPr txBox="1"/>
          <p:nvPr/>
        </p:nvSpPr>
        <p:spPr>
          <a:xfrm>
            <a:off x="10542461" y="11893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B5CDC7-6927-438B-ABBF-FFAEEC8EF400}"/>
              </a:ext>
            </a:extLst>
          </p:cNvPr>
          <p:cNvSpPr txBox="1"/>
          <p:nvPr/>
        </p:nvSpPr>
        <p:spPr>
          <a:xfrm>
            <a:off x="10929656" y="2526225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C33209-5634-4AE5-B029-FF72368F7012}"/>
                  </a:ext>
                </a:extLst>
              </p:cNvPr>
              <p:cNvSpPr txBox="1"/>
              <p:nvPr/>
            </p:nvSpPr>
            <p:spPr>
              <a:xfrm>
                <a:off x="1858815" y="5077732"/>
                <a:ext cx="602205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Area</a:t>
                </a:r>
              </a:p>
              <a:p>
                <a:r>
                  <a:rPr lang="en-AU" sz="2000" dirty="0"/>
                  <a:t>To find the area of a circle I use the formula:</a:t>
                </a:r>
              </a:p>
              <a:p>
                <a:pPr lvl="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C33209-5634-4AE5-B029-FF72368F7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815" y="5077732"/>
                <a:ext cx="6022059" cy="1077218"/>
              </a:xfrm>
              <a:prstGeom prst="rect">
                <a:avLst/>
              </a:prstGeom>
              <a:blipFill>
                <a:blip r:embed="rId3"/>
                <a:stretch>
                  <a:fillRect l="-1113" t="-33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8BE0FC16-BC34-4D07-A843-4E40CB433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559" y="4784143"/>
            <a:ext cx="2238374" cy="16049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8927D14-8AFF-46E7-8F5F-002C1B2E84BB}"/>
              </a:ext>
            </a:extLst>
          </p:cNvPr>
          <p:cNvSpPr txBox="1"/>
          <p:nvPr/>
        </p:nvSpPr>
        <p:spPr>
          <a:xfrm>
            <a:off x="0" y="1048897"/>
            <a:ext cx="18103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diameter and radius?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do I calculate circumference?</a:t>
            </a:r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185F30-6928-4C5D-AE8C-CD60C726D9C6}"/>
              </a:ext>
            </a:extLst>
          </p:cNvPr>
          <p:cNvSpPr txBox="1"/>
          <p:nvPr/>
        </p:nvSpPr>
        <p:spPr>
          <a:xfrm>
            <a:off x="136237" y="5077732"/>
            <a:ext cx="1433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I find the area of a circle?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9951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69CB4A-829F-4DC7-BA19-B12D9BAD8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60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5BB4EFA-571D-4825-AF2C-80E5B1B77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564" y="635451"/>
            <a:ext cx="4106078" cy="56805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E818461-5746-49DC-9DDA-CD89A2580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73" y="635451"/>
            <a:ext cx="4344554" cy="558709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916370D-9434-44A8-A1A4-A27DA1C175D2}"/>
              </a:ext>
            </a:extLst>
          </p:cNvPr>
          <p:cNvSpPr txBox="1"/>
          <p:nvPr/>
        </p:nvSpPr>
        <p:spPr>
          <a:xfrm>
            <a:off x="1168776" y="1302025"/>
            <a:ext cx="103109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                                      4.                                                         7.                                          10.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AU" dirty="0"/>
              <a:t>2.                                          5.                                                         8.                                           11.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3.                                           6.                                                         9.                                          12.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024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E5941E-41D4-42CB-BD59-A652858BF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9748">
            <a:off x="13108" y="549642"/>
            <a:ext cx="4106224" cy="1118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29DFD5-B429-47BC-BABE-4D8BAADAC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3988">
            <a:off x="8072666" y="640573"/>
            <a:ext cx="4106224" cy="110827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31E223C-1AA4-46F5-9565-0A846B689FFE}"/>
              </a:ext>
            </a:extLst>
          </p:cNvPr>
          <p:cNvSpPr txBox="1">
            <a:spLocks/>
          </p:cNvSpPr>
          <p:nvPr/>
        </p:nvSpPr>
        <p:spPr>
          <a:xfrm>
            <a:off x="2219246" y="385043"/>
            <a:ext cx="7769087" cy="4276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W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h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a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t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 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Q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u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e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s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t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i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o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n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s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 </a:t>
            </a:r>
          </a:p>
          <a:p>
            <a:pPr algn="ctr"/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d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o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 y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o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u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 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h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a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v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e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?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74223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9946</TotalTime>
  <Words>285</Words>
  <Application>Microsoft Macintosh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Luckiest Guy</vt:lpstr>
      <vt:lpstr>Calibri</vt:lpstr>
      <vt:lpstr>Cambria Math</vt:lpstr>
      <vt:lpstr>Arial</vt:lpstr>
      <vt:lpstr>Calibri Light</vt:lpstr>
      <vt:lpstr>Office Theme</vt:lpstr>
      <vt:lpstr>PowerPoint Presentation</vt:lpstr>
      <vt:lpstr>PowerPoint Presentation</vt:lpstr>
      <vt:lpstr>Topic: Circles EQ: What do I remember about circles?</vt:lpstr>
      <vt:lpstr>Have a go at these questions:</vt:lpstr>
      <vt:lpstr>Brainstorm:  What do you remember about circles?</vt:lpstr>
      <vt:lpstr>Topic: Circles EQ: What do I remember about circles?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circles</dc:title>
  <dc:creator>GREGORY Jade [Baldivis Secondary College]</dc:creator>
  <cp:lastModifiedBy>DIXON Emily [Baldivis Secondary College]</cp:lastModifiedBy>
  <cp:revision>48</cp:revision>
  <dcterms:created xsi:type="dcterms:W3CDTF">2018-11-28T12:02:55Z</dcterms:created>
  <dcterms:modified xsi:type="dcterms:W3CDTF">2021-10-10T08:39:03Z</dcterms:modified>
</cp:coreProperties>
</file>