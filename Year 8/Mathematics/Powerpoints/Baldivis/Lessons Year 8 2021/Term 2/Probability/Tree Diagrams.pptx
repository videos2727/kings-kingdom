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7" r:id="rId2"/>
    <p:sldId id="331" r:id="rId3"/>
    <p:sldId id="267" r:id="rId4"/>
    <p:sldId id="323" r:id="rId5"/>
    <p:sldId id="324" r:id="rId6"/>
    <p:sldId id="325" r:id="rId7"/>
    <p:sldId id="260" r:id="rId8"/>
    <p:sldId id="305" r:id="rId9"/>
    <p:sldId id="307" r:id="rId10"/>
    <p:sldId id="308" r:id="rId11"/>
    <p:sldId id="326" r:id="rId12"/>
    <p:sldId id="329" r:id="rId13"/>
    <p:sldId id="33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267"/>
            <p14:sldId id="323"/>
            <p14:sldId id="324"/>
            <p14:sldId id="325"/>
            <p14:sldId id="260"/>
            <p14:sldId id="305"/>
            <p14:sldId id="307"/>
            <p14:sldId id="308"/>
            <p14:sldId id="326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C8005-67D4-448C-880F-E25807C6A6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1E73CEF5-68D2-4E48-9D0C-0CDFBC69B6F8}">
      <dgm:prSet phldrT="[Text]"/>
      <dgm:spPr/>
      <dgm:t>
        <a:bodyPr/>
        <a:lstStyle/>
        <a:p>
          <a:r>
            <a:rPr lang="en-AU" dirty="0"/>
            <a:t>White</a:t>
          </a:r>
        </a:p>
      </dgm:t>
    </dgm:pt>
    <dgm:pt modelId="{B0615F22-A4F1-4EA6-AC46-01DAAC5B4CC9}" type="parTrans" cxnId="{9AC748C7-B18D-43FA-A2BF-38F59F48A923}">
      <dgm:prSet/>
      <dgm:spPr/>
      <dgm:t>
        <a:bodyPr/>
        <a:lstStyle/>
        <a:p>
          <a:endParaRPr lang="en-AU"/>
        </a:p>
      </dgm:t>
    </dgm:pt>
    <dgm:pt modelId="{2F069274-B30F-48C3-9914-133D1811A2C5}" type="sibTrans" cxnId="{9AC748C7-B18D-43FA-A2BF-38F59F48A923}">
      <dgm:prSet/>
      <dgm:spPr/>
      <dgm:t>
        <a:bodyPr/>
        <a:lstStyle/>
        <a:p>
          <a:endParaRPr lang="en-AU"/>
        </a:p>
      </dgm:t>
    </dgm:pt>
    <dgm:pt modelId="{E9CF2C68-789E-47E8-AF8A-63A09BE293AF}">
      <dgm:prSet phldrT="[Text]"/>
      <dgm:spPr/>
      <dgm:t>
        <a:bodyPr/>
        <a:lstStyle/>
        <a:p>
          <a:r>
            <a:rPr lang="en-AU" dirty="0"/>
            <a:t>Red</a:t>
          </a:r>
        </a:p>
      </dgm:t>
    </dgm:pt>
    <dgm:pt modelId="{FC98F0D4-66F4-4FC4-AFAF-519367E8F125}" type="parTrans" cxnId="{7CB0C4AD-E309-4602-A39A-F38A903D0F03}">
      <dgm:prSet/>
      <dgm:spPr/>
      <dgm:t>
        <a:bodyPr/>
        <a:lstStyle/>
        <a:p>
          <a:endParaRPr lang="en-AU"/>
        </a:p>
      </dgm:t>
    </dgm:pt>
    <dgm:pt modelId="{DC0A7A2B-AF1A-4230-BB3F-99D484EED8ED}" type="sibTrans" cxnId="{7CB0C4AD-E309-4602-A39A-F38A903D0F03}">
      <dgm:prSet/>
      <dgm:spPr/>
      <dgm:t>
        <a:bodyPr/>
        <a:lstStyle/>
        <a:p>
          <a:endParaRPr lang="en-AU"/>
        </a:p>
      </dgm:t>
    </dgm:pt>
    <dgm:pt modelId="{40F083C4-92A6-407C-9190-E3781E564B44}">
      <dgm:prSet phldrT="[Text]"/>
      <dgm:spPr/>
      <dgm:t>
        <a:bodyPr/>
        <a:lstStyle/>
        <a:p>
          <a:r>
            <a:rPr lang="en-AU" dirty="0"/>
            <a:t>Blue</a:t>
          </a:r>
        </a:p>
      </dgm:t>
    </dgm:pt>
    <dgm:pt modelId="{955B2A16-C052-4FF2-9152-DD21B32A6313}" type="parTrans" cxnId="{9EA04602-4392-46D2-B1AD-9258AE29866E}">
      <dgm:prSet/>
      <dgm:spPr/>
      <dgm:t>
        <a:bodyPr/>
        <a:lstStyle/>
        <a:p>
          <a:endParaRPr lang="en-AU"/>
        </a:p>
      </dgm:t>
    </dgm:pt>
    <dgm:pt modelId="{FBD8C45B-CE29-4C8F-931A-2A51B9E84ED0}" type="sibTrans" cxnId="{9EA04602-4392-46D2-B1AD-9258AE29866E}">
      <dgm:prSet/>
      <dgm:spPr/>
      <dgm:t>
        <a:bodyPr/>
        <a:lstStyle/>
        <a:p>
          <a:endParaRPr lang="en-AU"/>
        </a:p>
      </dgm:t>
    </dgm:pt>
    <dgm:pt modelId="{FDAAD10D-0D3F-43C6-8344-28ECCFC0499D}">
      <dgm:prSet phldrT="[Text]"/>
      <dgm:spPr/>
      <dgm:t>
        <a:bodyPr/>
        <a:lstStyle/>
        <a:p>
          <a:r>
            <a:rPr lang="en-AU" dirty="0"/>
            <a:t>Yellow</a:t>
          </a:r>
        </a:p>
      </dgm:t>
    </dgm:pt>
    <dgm:pt modelId="{66246A2F-C008-40AD-B1E6-23723C1CDF0C}" type="parTrans" cxnId="{FCC103F4-72AD-47FD-88A9-30FB91F21BB0}">
      <dgm:prSet/>
      <dgm:spPr/>
      <dgm:t>
        <a:bodyPr/>
        <a:lstStyle/>
        <a:p>
          <a:endParaRPr lang="en-AU"/>
        </a:p>
      </dgm:t>
    </dgm:pt>
    <dgm:pt modelId="{1F7D1A8D-C3B2-4E82-A7C2-620D557A45D9}" type="sibTrans" cxnId="{FCC103F4-72AD-47FD-88A9-30FB91F21BB0}">
      <dgm:prSet/>
      <dgm:spPr/>
      <dgm:t>
        <a:bodyPr/>
        <a:lstStyle/>
        <a:p>
          <a:endParaRPr lang="en-AU"/>
        </a:p>
      </dgm:t>
    </dgm:pt>
    <dgm:pt modelId="{85286C91-66EE-4D18-8B4A-B9ECC31262F1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0FD7F17D-D511-4B0D-9559-514F97D4F1ED}" type="parTrans" cxnId="{E1E06ECB-8E38-4CFA-98DB-E792C9134B2A}">
      <dgm:prSet/>
      <dgm:spPr/>
      <dgm:t>
        <a:bodyPr/>
        <a:lstStyle/>
        <a:p>
          <a:endParaRPr lang="en-AU"/>
        </a:p>
      </dgm:t>
    </dgm:pt>
    <dgm:pt modelId="{BC0CDA7A-5A84-4EB9-927C-CC9FB9919816}" type="sibTrans" cxnId="{E1E06ECB-8E38-4CFA-98DB-E792C9134B2A}">
      <dgm:prSet/>
      <dgm:spPr/>
      <dgm:t>
        <a:bodyPr/>
        <a:lstStyle/>
        <a:p>
          <a:endParaRPr lang="en-AU"/>
        </a:p>
      </dgm:t>
    </dgm:pt>
    <dgm:pt modelId="{67DFDE6C-31C7-4D44-A3FA-CFD04A9E92F1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12F79188-732A-4C51-AC69-B62F87F0A279}" type="parTrans" cxnId="{405DB203-E4E0-48AA-9150-0EB98CAFB302}">
      <dgm:prSet/>
      <dgm:spPr/>
      <dgm:t>
        <a:bodyPr/>
        <a:lstStyle/>
        <a:p>
          <a:endParaRPr lang="en-AU"/>
        </a:p>
      </dgm:t>
    </dgm:pt>
    <dgm:pt modelId="{50463AE3-EBA0-464E-B0B1-004773BD4139}" type="sibTrans" cxnId="{405DB203-E4E0-48AA-9150-0EB98CAFB302}">
      <dgm:prSet/>
      <dgm:spPr/>
      <dgm:t>
        <a:bodyPr/>
        <a:lstStyle/>
        <a:p>
          <a:endParaRPr lang="en-AU"/>
        </a:p>
      </dgm:t>
    </dgm:pt>
    <dgm:pt modelId="{D45052DE-41BC-44A7-81FA-962B543F8C96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2D8CE47D-A88F-4E99-8F8D-28AAEF41C020}" type="parTrans" cxnId="{97C5E7F4-1094-4662-BFFA-1CB42E0019B6}">
      <dgm:prSet/>
      <dgm:spPr/>
      <dgm:t>
        <a:bodyPr/>
        <a:lstStyle/>
        <a:p>
          <a:endParaRPr lang="en-AU"/>
        </a:p>
      </dgm:t>
    </dgm:pt>
    <dgm:pt modelId="{76B3F247-7A9F-44D0-88AB-3BC6C987E0CB}" type="sibTrans" cxnId="{97C5E7F4-1094-4662-BFFA-1CB42E0019B6}">
      <dgm:prSet/>
      <dgm:spPr/>
      <dgm:t>
        <a:bodyPr/>
        <a:lstStyle/>
        <a:p>
          <a:endParaRPr lang="en-AU"/>
        </a:p>
      </dgm:t>
    </dgm:pt>
    <dgm:pt modelId="{17DD8E4D-D612-45A6-B951-3B4AB47C83C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BFC9DCB7-FDA4-4210-8479-A2DFCB9AB9E5}" type="parTrans" cxnId="{B50D2137-9CC6-4712-AAD9-D3A7BB4C6E04}">
      <dgm:prSet/>
      <dgm:spPr/>
      <dgm:t>
        <a:bodyPr/>
        <a:lstStyle/>
        <a:p>
          <a:endParaRPr lang="en-AU"/>
        </a:p>
      </dgm:t>
    </dgm:pt>
    <dgm:pt modelId="{2413017E-8499-433D-B7A2-69B99A3D222C}" type="sibTrans" cxnId="{B50D2137-9CC6-4712-AAD9-D3A7BB4C6E04}">
      <dgm:prSet/>
      <dgm:spPr/>
      <dgm:t>
        <a:bodyPr/>
        <a:lstStyle/>
        <a:p>
          <a:endParaRPr lang="en-AU"/>
        </a:p>
      </dgm:t>
    </dgm:pt>
    <dgm:pt modelId="{02A4CE84-EB34-4DC6-9F34-8A26F8A08D1F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E4BACA63-3B93-4B01-BC00-7D78959AF74E}" type="parTrans" cxnId="{74A774BB-8A2E-469C-815E-3C36D3ED1896}">
      <dgm:prSet/>
      <dgm:spPr/>
      <dgm:t>
        <a:bodyPr/>
        <a:lstStyle/>
        <a:p>
          <a:endParaRPr lang="en-AU"/>
        </a:p>
      </dgm:t>
    </dgm:pt>
    <dgm:pt modelId="{030D3125-F729-4A2E-86EE-C1AF78ECC729}" type="sibTrans" cxnId="{74A774BB-8A2E-469C-815E-3C36D3ED1896}">
      <dgm:prSet/>
      <dgm:spPr/>
      <dgm:t>
        <a:bodyPr/>
        <a:lstStyle/>
        <a:p>
          <a:endParaRPr lang="en-AU"/>
        </a:p>
      </dgm:t>
    </dgm:pt>
    <dgm:pt modelId="{1D92B64E-B89B-4325-ADCF-C4C24DD43A4B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4AAF144-99F3-471C-992D-CB4D6FCC74A7}" type="parTrans" cxnId="{6C474233-5561-4315-9A34-2E6D5895812C}">
      <dgm:prSet/>
      <dgm:spPr/>
      <dgm:t>
        <a:bodyPr/>
        <a:lstStyle/>
        <a:p>
          <a:endParaRPr lang="en-AU"/>
        </a:p>
      </dgm:t>
    </dgm:pt>
    <dgm:pt modelId="{3B4BFBED-B41F-4951-872E-6FB5EBB7B735}" type="sibTrans" cxnId="{6C474233-5561-4315-9A34-2E6D5895812C}">
      <dgm:prSet/>
      <dgm:spPr/>
      <dgm:t>
        <a:bodyPr/>
        <a:lstStyle/>
        <a:p>
          <a:endParaRPr lang="en-AU"/>
        </a:p>
      </dgm:t>
    </dgm:pt>
    <dgm:pt modelId="{933E033B-B4D5-40BB-856D-B9DE0E020FFE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1BA5C7ED-0BFB-45A7-89A0-6941164BD4FC}" type="parTrans" cxnId="{4542F498-4F72-4C41-B0AE-E01F3A72681E}">
      <dgm:prSet/>
      <dgm:spPr/>
      <dgm:t>
        <a:bodyPr/>
        <a:lstStyle/>
        <a:p>
          <a:endParaRPr lang="en-AU"/>
        </a:p>
      </dgm:t>
    </dgm:pt>
    <dgm:pt modelId="{745EA180-B87F-4CFA-BABD-64DD58A2C35F}" type="sibTrans" cxnId="{4542F498-4F72-4C41-B0AE-E01F3A72681E}">
      <dgm:prSet/>
      <dgm:spPr/>
      <dgm:t>
        <a:bodyPr/>
        <a:lstStyle/>
        <a:p>
          <a:endParaRPr lang="en-AU"/>
        </a:p>
      </dgm:t>
    </dgm:pt>
    <dgm:pt modelId="{6A5853A1-F019-4F8E-9BE9-13D81CCAF552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8AA20108-6D03-4923-91E5-C53E1CCCD41D}" type="parTrans" cxnId="{26479A28-3880-41D2-8D09-58E5301321E0}">
      <dgm:prSet/>
      <dgm:spPr/>
      <dgm:t>
        <a:bodyPr/>
        <a:lstStyle/>
        <a:p>
          <a:endParaRPr lang="en-AU"/>
        </a:p>
      </dgm:t>
    </dgm:pt>
    <dgm:pt modelId="{2105594B-765A-4131-B22C-110982FCAED3}" type="sibTrans" cxnId="{26479A28-3880-41D2-8D09-58E5301321E0}">
      <dgm:prSet/>
      <dgm:spPr/>
      <dgm:t>
        <a:bodyPr/>
        <a:lstStyle/>
        <a:p>
          <a:endParaRPr lang="en-AU"/>
        </a:p>
      </dgm:t>
    </dgm:pt>
    <dgm:pt modelId="{C072FFC3-87B5-45B9-8B18-0B25BB40A4C9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E9B9069E-EFDE-4572-96B7-A6B2BA244062}" type="parTrans" cxnId="{143E08A8-2C51-4B0C-8CE4-28844248315E}">
      <dgm:prSet/>
      <dgm:spPr/>
      <dgm:t>
        <a:bodyPr/>
        <a:lstStyle/>
        <a:p>
          <a:endParaRPr lang="en-AU"/>
        </a:p>
      </dgm:t>
    </dgm:pt>
    <dgm:pt modelId="{CC97A30A-BE58-4E7E-AAE7-2A175C5A68E4}" type="sibTrans" cxnId="{143E08A8-2C51-4B0C-8CE4-28844248315E}">
      <dgm:prSet/>
      <dgm:spPr/>
      <dgm:t>
        <a:bodyPr/>
        <a:lstStyle/>
        <a:p>
          <a:endParaRPr lang="en-AU"/>
        </a:p>
      </dgm:t>
    </dgm:pt>
    <dgm:pt modelId="{A58F853C-E352-4B4B-87BD-DD6440B0712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556F5F30-7E05-4BAC-AE24-562E0B940027}" type="parTrans" cxnId="{370D65C3-5F44-4CDD-A7C9-92C49270466E}">
      <dgm:prSet/>
      <dgm:spPr/>
      <dgm:t>
        <a:bodyPr/>
        <a:lstStyle/>
        <a:p>
          <a:endParaRPr lang="en-AU"/>
        </a:p>
      </dgm:t>
    </dgm:pt>
    <dgm:pt modelId="{48B122BB-1D7D-4EA2-80E2-A82AF33D26CF}" type="sibTrans" cxnId="{370D65C3-5F44-4CDD-A7C9-92C49270466E}">
      <dgm:prSet/>
      <dgm:spPr/>
      <dgm:t>
        <a:bodyPr/>
        <a:lstStyle/>
        <a:p>
          <a:endParaRPr lang="en-AU"/>
        </a:p>
      </dgm:t>
    </dgm:pt>
    <dgm:pt modelId="{4388A742-DFB7-4C97-8858-D0BE4D2F1153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6398039A-D56A-4175-A4C9-48E612274C7E}" type="parTrans" cxnId="{75798CD4-C61B-4C7A-81ED-9FC654B1105C}">
      <dgm:prSet/>
      <dgm:spPr/>
      <dgm:t>
        <a:bodyPr/>
        <a:lstStyle/>
        <a:p>
          <a:endParaRPr lang="en-AU"/>
        </a:p>
      </dgm:t>
    </dgm:pt>
    <dgm:pt modelId="{D37803FA-DF22-43DA-A7E2-33B95FE20E39}" type="sibTrans" cxnId="{75798CD4-C61B-4C7A-81ED-9FC654B1105C}">
      <dgm:prSet/>
      <dgm:spPr/>
      <dgm:t>
        <a:bodyPr/>
        <a:lstStyle/>
        <a:p>
          <a:endParaRPr lang="en-AU"/>
        </a:p>
      </dgm:t>
    </dgm:pt>
    <dgm:pt modelId="{634C31F6-E755-45E0-9D11-61E74F2A3237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02B8078-26E3-470C-B21E-3E8B04934447}" type="parTrans" cxnId="{032A06A8-D4CC-4ABB-81F1-D298F6A1F0D2}">
      <dgm:prSet/>
      <dgm:spPr/>
      <dgm:t>
        <a:bodyPr/>
        <a:lstStyle/>
        <a:p>
          <a:endParaRPr lang="en-AU"/>
        </a:p>
      </dgm:t>
    </dgm:pt>
    <dgm:pt modelId="{5685E904-C8F5-4FC2-A66C-C3EB7118AE30}" type="sibTrans" cxnId="{032A06A8-D4CC-4ABB-81F1-D298F6A1F0D2}">
      <dgm:prSet/>
      <dgm:spPr/>
      <dgm:t>
        <a:bodyPr/>
        <a:lstStyle/>
        <a:p>
          <a:endParaRPr lang="en-AU"/>
        </a:p>
      </dgm:t>
    </dgm:pt>
    <dgm:pt modelId="{A5177C46-DD60-4532-B938-2A5BA9AC95B0}" type="pres">
      <dgm:prSet presAssocID="{C48C8005-67D4-448C-880F-E25807C6A6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7074B1-ACE9-4AC4-B583-D0A01F2F560A}" type="pres">
      <dgm:prSet presAssocID="{1E73CEF5-68D2-4E48-9D0C-0CDFBC69B6F8}" presName="hierRoot1" presStyleCnt="0"/>
      <dgm:spPr/>
    </dgm:pt>
    <dgm:pt modelId="{BC6D9C92-112D-4521-9F4D-7C791FC7D6EA}" type="pres">
      <dgm:prSet presAssocID="{1E73CEF5-68D2-4E48-9D0C-0CDFBC69B6F8}" presName="composite" presStyleCnt="0"/>
      <dgm:spPr/>
    </dgm:pt>
    <dgm:pt modelId="{7788EA08-842A-467A-B685-2E985BE21498}" type="pres">
      <dgm:prSet presAssocID="{1E73CEF5-68D2-4E48-9D0C-0CDFBC69B6F8}" presName="background" presStyleLbl="node0" presStyleIdx="0" presStyleCnt="4"/>
      <dgm:spPr/>
    </dgm:pt>
    <dgm:pt modelId="{3355CBF3-A671-43B1-9146-21CA92B8E852}" type="pres">
      <dgm:prSet presAssocID="{1E73CEF5-68D2-4E48-9D0C-0CDFBC69B6F8}" presName="text" presStyleLbl="fgAcc0" presStyleIdx="0" presStyleCnt="4">
        <dgm:presLayoutVars>
          <dgm:chPref val="3"/>
        </dgm:presLayoutVars>
      </dgm:prSet>
      <dgm:spPr/>
    </dgm:pt>
    <dgm:pt modelId="{F1A0CEE2-DFAE-41FB-AF1F-131C7CAEB415}" type="pres">
      <dgm:prSet presAssocID="{1E73CEF5-68D2-4E48-9D0C-0CDFBC69B6F8}" presName="hierChild2" presStyleCnt="0"/>
      <dgm:spPr/>
    </dgm:pt>
    <dgm:pt modelId="{C1336278-5BF7-40FD-A727-3E1D20D6F9F5}" type="pres">
      <dgm:prSet presAssocID="{556F5F30-7E05-4BAC-AE24-562E0B940027}" presName="Name10" presStyleLbl="parChTrans1D2" presStyleIdx="0" presStyleCnt="12"/>
      <dgm:spPr/>
    </dgm:pt>
    <dgm:pt modelId="{4A23EC69-C401-46E3-892F-F1CA2566F1AA}" type="pres">
      <dgm:prSet presAssocID="{A58F853C-E352-4B4B-87BD-DD6440B0712A}" presName="hierRoot2" presStyleCnt="0"/>
      <dgm:spPr/>
    </dgm:pt>
    <dgm:pt modelId="{3DB18AC8-A1DB-4F93-9729-30A8F72D9C30}" type="pres">
      <dgm:prSet presAssocID="{A58F853C-E352-4B4B-87BD-DD6440B0712A}" presName="composite2" presStyleCnt="0"/>
      <dgm:spPr/>
    </dgm:pt>
    <dgm:pt modelId="{2928AB1F-0791-47EA-BE15-1F2A87A92B6A}" type="pres">
      <dgm:prSet presAssocID="{A58F853C-E352-4B4B-87BD-DD6440B0712A}" presName="background2" presStyleLbl="node2" presStyleIdx="0" presStyleCnt="12"/>
      <dgm:spPr/>
    </dgm:pt>
    <dgm:pt modelId="{F57C6E9D-AF46-4652-9042-974CEA084475}" type="pres">
      <dgm:prSet presAssocID="{A58F853C-E352-4B4B-87BD-DD6440B0712A}" presName="text2" presStyleLbl="fgAcc2" presStyleIdx="0" presStyleCnt="12">
        <dgm:presLayoutVars>
          <dgm:chPref val="3"/>
        </dgm:presLayoutVars>
      </dgm:prSet>
      <dgm:spPr/>
    </dgm:pt>
    <dgm:pt modelId="{4C13987E-8BE0-4FB5-9521-36819AF5E4D2}" type="pres">
      <dgm:prSet presAssocID="{A58F853C-E352-4B4B-87BD-DD6440B0712A}" presName="hierChild3" presStyleCnt="0"/>
      <dgm:spPr/>
    </dgm:pt>
    <dgm:pt modelId="{9B2ED8D2-C4CA-4F1D-BFBF-F459D32CEF0C}" type="pres">
      <dgm:prSet presAssocID="{6398039A-D56A-4175-A4C9-48E612274C7E}" presName="Name10" presStyleLbl="parChTrans1D2" presStyleIdx="1" presStyleCnt="12"/>
      <dgm:spPr/>
    </dgm:pt>
    <dgm:pt modelId="{F60D2ABD-ABB0-4C7E-9F08-7E0EAEDF90EC}" type="pres">
      <dgm:prSet presAssocID="{4388A742-DFB7-4C97-8858-D0BE4D2F1153}" presName="hierRoot2" presStyleCnt="0"/>
      <dgm:spPr/>
    </dgm:pt>
    <dgm:pt modelId="{18B5C046-7D9E-47A8-B5A4-E45ED95BA893}" type="pres">
      <dgm:prSet presAssocID="{4388A742-DFB7-4C97-8858-D0BE4D2F1153}" presName="composite2" presStyleCnt="0"/>
      <dgm:spPr/>
    </dgm:pt>
    <dgm:pt modelId="{0DAF95A0-8D39-4843-A85B-D32886FB75EC}" type="pres">
      <dgm:prSet presAssocID="{4388A742-DFB7-4C97-8858-D0BE4D2F1153}" presName="background2" presStyleLbl="node2" presStyleIdx="1" presStyleCnt="12"/>
      <dgm:spPr/>
    </dgm:pt>
    <dgm:pt modelId="{8D8BF108-A9D3-41A6-AE09-E1318D44C0B8}" type="pres">
      <dgm:prSet presAssocID="{4388A742-DFB7-4C97-8858-D0BE4D2F1153}" presName="text2" presStyleLbl="fgAcc2" presStyleIdx="1" presStyleCnt="12">
        <dgm:presLayoutVars>
          <dgm:chPref val="3"/>
        </dgm:presLayoutVars>
      </dgm:prSet>
      <dgm:spPr/>
    </dgm:pt>
    <dgm:pt modelId="{08DFF9B3-E53A-45B1-9EC6-E2DF191080B7}" type="pres">
      <dgm:prSet presAssocID="{4388A742-DFB7-4C97-8858-D0BE4D2F1153}" presName="hierChild3" presStyleCnt="0"/>
      <dgm:spPr/>
    </dgm:pt>
    <dgm:pt modelId="{07D69A54-87B8-41ED-802C-00C60044B5C3}" type="pres">
      <dgm:prSet presAssocID="{F02B8078-26E3-470C-B21E-3E8B04934447}" presName="Name10" presStyleLbl="parChTrans1D2" presStyleIdx="2" presStyleCnt="12"/>
      <dgm:spPr/>
    </dgm:pt>
    <dgm:pt modelId="{E63770A3-FA32-4865-B139-A760CE5CD11B}" type="pres">
      <dgm:prSet presAssocID="{634C31F6-E755-45E0-9D11-61E74F2A3237}" presName="hierRoot2" presStyleCnt="0"/>
      <dgm:spPr/>
    </dgm:pt>
    <dgm:pt modelId="{209FC83B-96DA-48A8-A66C-6D39729269CA}" type="pres">
      <dgm:prSet presAssocID="{634C31F6-E755-45E0-9D11-61E74F2A3237}" presName="composite2" presStyleCnt="0"/>
      <dgm:spPr/>
    </dgm:pt>
    <dgm:pt modelId="{ED736320-64E9-48C4-A12B-7DF6D9281C56}" type="pres">
      <dgm:prSet presAssocID="{634C31F6-E755-45E0-9D11-61E74F2A3237}" presName="background2" presStyleLbl="node2" presStyleIdx="2" presStyleCnt="12"/>
      <dgm:spPr/>
    </dgm:pt>
    <dgm:pt modelId="{C97BAE9B-7869-4199-A378-0E1B411D16EB}" type="pres">
      <dgm:prSet presAssocID="{634C31F6-E755-45E0-9D11-61E74F2A3237}" presName="text2" presStyleLbl="fgAcc2" presStyleIdx="2" presStyleCnt="12">
        <dgm:presLayoutVars>
          <dgm:chPref val="3"/>
        </dgm:presLayoutVars>
      </dgm:prSet>
      <dgm:spPr/>
    </dgm:pt>
    <dgm:pt modelId="{DD0C7FDB-1E4B-417D-9295-06CC7FF58CF2}" type="pres">
      <dgm:prSet presAssocID="{634C31F6-E755-45E0-9D11-61E74F2A3237}" presName="hierChild3" presStyleCnt="0"/>
      <dgm:spPr/>
    </dgm:pt>
    <dgm:pt modelId="{9198DCB4-50C0-4B5D-8746-BD2E05B0C5C1}" type="pres">
      <dgm:prSet presAssocID="{E9CF2C68-789E-47E8-AF8A-63A09BE293AF}" presName="hierRoot1" presStyleCnt="0"/>
      <dgm:spPr/>
    </dgm:pt>
    <dgm:pt modelId="{A472B2B7-85F7-4A6A-8C6E-8D95F386A038}" type="pres">
      <dgm:prSet presAssocID="{E9CF2C68-789E-47E8-AF8A-63A09BE293AF}" presName="composite" presStyleCnt="0"/>
      <dgm:spPr/>
    </dgm:pt>
    <dgm:pt modelId="{FB43E865-BDB9-490C-8E6B-14390DB87AA3}" type="pres">
      <dgm:prSet presAssocID="{E9CF2C68-789E-47E8-AF8A-63A09BE293AF}" presName="background" presStyleLbl="node0" presStyleIdx="1" presStyleCnt="4"/>
      <dgm:spPr/>
    </dgm:pt>
    <dgm:pt modelId="{321A618F-46A2-418E-B799-8FDF8D26EDAB}" type="pres">
      <dgm:prSet presAssocID="{E9CF2C68-789E-47E8-AF8A-63A09BE293AF}" presName="text" presStyleLbl="fgAcc0" presStyleIdx="1" presStyleCnt="4">
        <dgm:presLayoutVars>
          <dgm:chPref val="3"/>
        </dgm:presLayoutVars>
      </dgm:prSet>
      <dgm:spPr/>
    </dgm:pt>
    <dgm:pt modelId="{29503F2F-6002-4A24-B565-40798E3366C1}" type="pres">
      <dgm:prSet presAssocID="{E9CF2C68-789E-47E8-AF8A-63A09BE293AF}" presName="hierChild2" presStyleCnt="0"/>
      <dgm:spPr/>
    </dgm:pt>
    <dgm:pt modelId="{383396FF-CA79-4DA3-A9CB-A2676D01765E}" type="pres">
      <dgm:prSet presAssocID="{1BA5C7ED-0BFB-45A7-89A0-6941164BD4FC}" presName="Name10" presStyleLbl="parChTrans1D2" presStyleIdx="3" presStyleCnt="12"/>
      <dgm:spPr/>
    </dgm:pt>
    <dgm:pt modelId="{0EEDCD2B-BC29-4D6B-B0F2-CB267C345B37}" type="pres">
      <dgm:prSet presAssocID="{933E033B-B4D5-40BB-856D-B9DE0E020FFE}" presName="hierRoot2" presStyleCnt="0"/>
      <dgm:spPr/>
    </dgm:pt>
    <dgm:pt modelId="{7B4DB677-3DBE-4755-86F1-CC137B44F3D2}" type="pres">
      <dgm:prSet presAssocID="{933E033B-B4D5-40BB-856D-B9DE0E020FFE}" presName="composite2" presStyleCnt="0"/>
      <dgm:spPr/>
    </dgm:pt>
    <dgm:pt modelId="{8626110F-7293-4911-AA65-5040D4194541}" type="pres">
      <dgm:prSet presAssocID="{933E033B-B4D5-40BB-856D-B9DE0E020FFE}" presName="background2" presStyleLbl="node2" presStyleIdx="3" presStyleCnt="12"/>
      <dgm:spPr/>
    </dgm:pt>
    <dgm:pt modelId="{C103E8A2-C5F9-4664-85A3-7290A36515E9}" type="pres">
      <dgm:prSet presAssocID="{933E033B-B4D5-40BB-856D-B9DE0E020FFE}" presName="text2" presStyleLbl="fgAcc2" presStyleIdx="3" presStyleCnt="12">
        <dgm:presLayoutVars>
          <dgm:chPref val="3"/>
        </dgm:presLayoutVars>
      </dgm:prSet>
      <dgm:spPr/>
    </dgm:pt>
    <dgm:pt modelId="{4601726F-2805-49CA-B7ED-FBA0CC138B97}" type="pres">
      <dgm:prSet presAssocID="{933E033B-B4D5-40BB-856D-B9DE0E020FFE}" presName="hierChild3" presStyleCnt="0"/>
      <dgm:spPr/>
    </dgm:pt>
    <dgm:pt modelId="{1D14B6C6-7AC6-4230-96F4-99E63ED92BF3}" type="pres">
      <dgm:prSet presAssocID="{8AA20108-6D03-4923-91E5-C53E1CCCD41D}" presName="Name10" presStyleLbl="parChTrans1D2" presStyleIdx="4" presStyleCnt="12"/>
      <dgm:spPr/>
    </dgm:pt>
    <dgm:pt modelId="{596A23AF-6230-40E5-87B3-94D79AD9057D}" type="pres">
      <dgm:prSet presAssocID="{6A5853A1-F019-4F8E-9BE9-13D81CCAF552}" presName="hierRoot2" presStyleCnt="0"/>
      <dgm:spPr/>
    </dgm:pt>
    <dgm:pt modelId="{DD83FA9A-51F8-463C-B9B1-8ADABF1275E8}" type="pres">
      <dgm:prSet presAssocID="{6A5853A1-F019-4F8E-9BE9-13D81CCAF552}" presName="composite2" presStyleCnt="0"/>
      <dgm:spPr/>
    </dgm:pt>
    <dgm:pt modelId="{59014E87-968B-4E76-B47E-B3268991BEBB}" type="pres">
      <dgm:prSet presAssocID="{6A5853A1-F019-4F8E-9BE9-13D81CCAF552}" presName="background2" presStyleLbl="node2" presStyleIdx="4" presStyleCnt="12"/>
      <dgm:spPr/>
    </dgm:pt>
    <dgm:pt modelId="{6ADD1827-14B5-4B68-BEB7-C97FB869A1F7}" type="pres">
      <dgm:prSet presAssocID="{6A5853A1-F019-4F8E-9BE9-13D81CCAF552}" presName="text2" presStyleLbl="fgAcc2" presStyleIdx="4" presStyleCnt="12">
        <dgm:presLayoutVars>
          <dgm:chPref val="3"/>
        </dgm:presLayoutVars>
      </dgm:prSet>
      <dgm:spPr/>
    </dgm:pt>
    <dgm:pt modelId="{DADECBA7-53CF-4668-9EDA-832B6E892934}" type="pres">
      <dgm:prSet presAssocID="{6A5853A1-F019-4F8E-9BE9-13D81CCAF552}" presName="hierChild3" presStyleCnt="0"/>
      <dgm:spPr/>
    </dgm:pt>
    <dgm:pt modelId="{174AB56F-6C0A-4FD7-B91C-7B507DD2A90B}" type="pres">
      <dgm:prSet presAssocID="{E9B9069E-EFDE-4572-96B7-A6B2BA244062}" presName="Name10" presStyleLbl="parChTrans1D2" presStyleIdx="5" presStyleCnt="12"/>
      <dgm:spPr/>
    </dgm:pt>
    <dgm:pt modelId="{21493126-1F76-468A-8F00-38893EEC513C}" type="pres">
      <dgm:prSet presAssocID="{C072FFC3-87B5-45B9-8B18-0B25BB40A4C9}" presName="hierRoot2" presStyleCnt="0"/>
      <dgm:spPr/>
    </dgm:pt>
    <dgm:pt modelId="{7FDAC8A7-0D04-4CC1-8AA8-6B91E594CB4C}" type="pres">
      <dgm:prSet presAssocID="{C072FFC3-87B5-45B9-8B18-0B25BB40A4C9}" presName="composite2" presStyleCnt="0"/>
      <dgm:spPr/>
    </dgm:pt>
    <dgm:pt modelId="{3BEFC35B-B374-42E9-8EF6-53DB65DB698A}" type="pres">
      <dgm:prSet presAssocID="{C072FFC3-87B5-45B9-8B18-0B25BB40A4C9}" presName="background2" presStyleLbl="node2" presStyleIdx="5" presStyleCnt="12"/>
      <dgm:spPr/>
    </dgm:pt>
    <dgm:pt modelId="{147EEA20-D030-43FE-9B12-1CD5394C1CFA}" type="pres">
      <dgm:prSet presAssocID="{C072FFC3-87B5-45B9-8B18-0B25BB40A4C9}" presName="text2" presStyleLbl="fgAcc2" presStyleIdx="5" presStyleCnt="12">
        <dgm:presLayoutVars>
          <dgm:chPref val="3"/>
        </dgm:presLayoutVars>
      </dgm:prSet>
      <dgm:spPr/>
    </dgm:pt>
    <dgm:pt modelId="{D1AE9CEB-D77D-46B8-8197-0AA7369EFC71}" type="pres">
      <dgm:prSet presAssocID="{C072FFC3-87B5-45B9-8B18-0B25BB40A4C9}" presName="hierChild3" presStyleCnt="0"/>
      <dgm:spPr/>
    </dgm:pt>
    <dgm:pt modelId="{6E069F8C-A3B7-42E6-B885-2817F9DF9C18}" type="pres">
      <dgm:prSet presAssocID="{40F083C4-92A6-407C-9190-E3781E564B44}" presName="hierRoot1" presStyleCnt="0"/>
      <dgm:spPr/>
    </dgm:pt>
    <dgm:pt modelId="{E9E4F225-0813-4D72-881C-11ADC59EA255}" type="pres">
      <dgm:prSet presAssocID="{40F083C4-92A6-407C-9190-E3781E564B44}" presName="composite" presStyleCnt="0"/>
      <dgm:spPr/>
    </dgm:pt>
    <dgm:pt modelId="{6EAFEBEF-78BA-4DC0-A656-4D2EC096DB60}" type="pres">
      <dgm:prSet presAssocID="{40F083C4-92A6-407C-9190-E3781E564B44}" presName="background" presStyleLbl="node0" presStyleIdx="2" presStyleCnt="4"/>
      <dgm:spPr/>
    </dgm:pt>
    <dgm:pt modelId="{8FF9DC9E-EBA3-4CD0-B12A-C131014DB27E}" type="pres">
      <dgm:prSet presAssocID="{40F083C4-92A6-407C-9190-E3781E564B44}" presName="text" presStyleLbl="fgAcc0" presStyleIdx="2" presStyleCnt="4">
        <dgm:presLayoutVars>
          <dgm:chPref val="3"/>
        </dgm:presLayoutVars>
      </dgm:prSet>
      <dgm:spPr/>
    </dgm:pt>
    <dgm:pt modelId="{48BC410D-27F6-4DF7-99C7-AC3CD897A353}" type="pres">
      <dgm:prSet presAssocID="{40F083C4-92A6-407C-9190-E3781E564B44}" presName="hierChild2" presStyleCnt="0"/>
      <dgm:spPr/>
    </dgm:pt>
    <dgm:pt modelId="{83937AD0-46D0-4AE3-8C7B-BF6B8EFE395A}" type="pres">
      <dgm:prSet presAssocID="{0FD7F17D-D511-4B0D-9559-514F97D4F1ED}" presName="Name10" presStyleLbl="parChTrans1D2" presStyleIdx="6" presStyleCnt="12"/>
      <dgm:spPr/>
    </dgm:pt>
    <dgm:pt modelId="{04E03333-9CDC-4CCE-926F-5022279CFDB2}" type="pres">
      <dgm:prSet presAssocID="{85286C91-66EE-4D18-8B4A-B9ECC31262F1}" presName="hierRoot2" presStyleCnt="0"/>
      <dgm:spPr/>
    </dgm:pt>
    <dgm:pt modelId="{053B26CA-F767-4672-A66E-A181B601122B}" type="pres">
      <dgm:prSet presAssocID="{85286C91-66EE-4D18-8B4A-B9ECC31262F1}" presName="composite2" presStyleCnt="0"/>
      <dgm:spPr/>
    </dgm:pt>
    <dgm:pt modelId="{A3311C7F-C946-466B-A9BA-543AD7B1E41E}" type="pres">
      <dgm:prSet presAssocID="{85286C91-66EE-4D18-8B4A-B9ECC31262F1}" presName="background2" presStyleLbl="node2" presStyleIdx="6" presStyleCnt="12"/>
      <dgm:spPr/>
    </dgm:pt>
    <dgm:pt modelId="{E83323FA-9E6C-4887-86DE-58D78A61577A}" type="pres">
      <dgm:prSet presAssocID="{85286C91-66EE-4D18-8B4A-B9ECC31262F1}" presName="text2" presStyleLbl="fgAcc2" presStyleIdx="6" presStyleCnt="12">
        <dgm:presLayoutVars>
          <dgm:chPref val="3"/>
        </dgm:presLayoutVars>
      </dgm:prSet>
      <dgm:spPr/>
    </dgm:pt>
    <dgm:pt modelId="{ED3701F8-FA92-4184-9B7A-65ED39CD8FEA}" type="pres">
      <dgm:prSet presAssocID="{85286C91-66EE-4D18-8B4A-B9ECC31262F1}" presName="hierChild3" presStyleCnt="0"/>
      <dgm:spPr/>
    </dgm:pt>
    <dgm:pt modelId="{A6DC56EB-65D4-4029-AF1B-6E679B6DDA81}" type="pres">
      <dgm:prSet presAssocID="{12F79188-732A-4C51-AC69-B62F87F0A279}" presName="Name10" presStyleLbl="parChTrans1D2" presStyleIdx="7" presStyleCnt="12"/>
      <dgm:spPr/>
    </dgm:pt>
    <dgm:pt modelId="{8FAD5049-61FC-4A4E-A140-2DC498158A0C}" type="pres">
      <dgm:prSet presAssocID="{67DFDE6C-31C7-4D44-A3FA-CFD04A9E92F1}" presName="hierRoot2" presStyleCnt="0"/>
      <dgm:spPr/>
    </dgm:pt>
    <dgm:pt modelId="{A084BFD8-1CD6-450F-808F-A101117047E8}" type="pres">
      <dgm:prSet presAssocID="{67DFDE6C-31C7-4D44-A3FA-CFD04A9E92F1}" presName="composite2" presStyleCnt="0"/>
      <dgm:spPr/>
    </dgm:pt>
    <dgm:pt modelId="{1918647D-E80D-4F80-A065-5F71FB71A76D}" type="pres">
      <dgm:prSet presAssocID="{67DFDE6C-31C7-4D44-A3FA-CFD04A9E92F1}" presName="background2" presStyleLbl="node2" presStyleIdx="7" presStyleCnt="12"/>
      <dgm:spPr/>
    </dgm:pt>
    <dgm:pt modelId="{340931F5-CCDF-48FD-A4C3-7CDBF4046951}" type="pres">
      <dgm:prSet presAssocID="{67DFDE6C-31C7-4D44-A3FA-CFD04A9E92F1}" presName="text2" presStyleLbl="fgAcc2" presStyleIdx="7" presStyleCnt="12">
        <dgm:presLayoutVars>
          <dgm:chPref val="3"/>
        </dgm:presLayoutVars>
      </dgm:prSet>
      <dgm:spPr/>
    </dgm:pt>
    <dgm:pt modelId="{47A3EAB6-014F-485C-8A0B-3084DB07F25B}" type="pres">
      <dgm:prSet presAssocID="{67DFDE6C-31C7-4D44-A3FA-CFD04A9E92F1}" presName="hierChild3" presStyleCnt="0"/>
      <dgm:spPr/>
    </dgm:pt>
    <dgm:pt modelId="{9B9109DD-A8C8-469F-B4B0-68B4C50F700C}" type="pres">
      <dgm:prSet presAssocID="{2D8CE47D-A88F-4E99-8F8D-28AAEF41C020}" presName="Name10" presStyleLbl="parChTrans1D2" presStyleIdx="8" presStyleCnt="12"/>
      <dgm:spPr/>
    </dgm:pt>
    <dgm:pt modelId="{833F9231-F034-45B8-998A-DBE905FB9179}" type="pres">
      <dgm:prSet presAssocID="{D45052DE-41BC-44A7-81FA-962B543F8C96}" presName="hierRoot2" presStyleCnt="0"/>
      <dgm:spPr/>
    </dgm:pt>
    <dgm:pt modelId="{B43E0FBC-7DB7-4138-9CB5-ECFDA0312AA8}" type="pres">
      <dgm:prSet presAssocID="{D45052DE-41BC-44A7-81FA-962B543F8C96}" presName="composite2" presStyleCnt="0"/>
      <dgm:spPr/>
    </dgm:pt>
    <dgm:pt modelId="{9B43F61E-CEAD-455A-ACB6-027347004BB6}" type="pres">
      <dgm:prSet presAssocID="{D45052DE-41BC-44A7-81FA-962B543F8C96}" presName="background2" presStyleLbl="node2" presStyleIdx="8" presStyleCnt="12"/>
      <dgm:spPr/>
    </dgm:pt>
    <dgm:pt modelId="{4A36B307-C73E-4B76-AB47-EA96EFE2850B}" type="pres">
      <dgm:prSet presAssocID="{D45052DE-41BC-44A7-81FA-962B543F8C96}" presName="text2" presStyleLbl="fgAcc2" presStyleIdx="8" presStyleCnt="12">
        <dgm:presLayoutVars>
          <dgm:chPref val="3"/>
        </dgm:presLayoutVars>
      </dgm:prSet>
      <dgm:spPr/>
    </dgm:pt>
    <dgm:pt modelId="{97534B6A-FBA7-41CE-8BFF-FE69CB1C4C09}" type="pres">
      <dgm:prSet presAssocID="{D45052DE-41BC-44A7-81FA-962B543F8C96}" presName="hierChild3" presStyleCnt="0"/>
      <dgm:spPr/>
    </dgm:pt>
    <dgm:pt modelId="{61155494-2A49-4119-B2FB-FB9F6A3C28E8}" type="pres">
      <dgm:prSet presAssocID="{FDAAD10D-0D3F-43C6-8344-28ECCFC0499D}" presName="hierRoot1" presStyleCnt="0"/>
      <dgm:spPr/>
    </dgm:pt>
    <dgm:pt modelId="{EE74915C-4AEC-4494-8EE4-F885D8BE8DBD}" type="pres">
      <dgm:prSet presAssocID="{FDAAD10D-0D3F-43C6-8344-28ECCFC0499D}" presName="composite" presStyleCnt="0"/>
      <dgm:spPr/>
    </dgm:pt>
    <dgm:pt modelId="{3BB67453-2F52-4B21-A235-1A9CB5ED6AE1}" type="pres">
      <dgm:prSet presAssocID="{FDAAD10D-0D3F-43C6-8344-28ECCFC0499D}" presName="background" presStyleLbl="node0" presStyleIdx="3" presStyleCnt="4"/>
      <dgm:spPr/>
    </dgm:pt>
    <dgm:pt modelId="{791CB606-F96B-4FA5-8E0A-1DD1BAEB41AC}" type="pres">
      <dgm:prSet presAssocID="{FDAAD10D-0D3F-43C6-8344-28ECCFC0499D}" presName="text" presStyleLbl="fgAcc0" presStyleIdx="3" presStyleCnt="4">
        <dgm:presLayoutVars>
          <dgm:chPref val="3"/>
        </dgm:presLayoutVars>
      </dgm:prSet>
      <dgm:spPr/>
    </dgm:pt>
    <dgm:pt modelId="{C3280FBA-B8D8-49D8-A8B2-015A90F12D0D}" type="pres">
      <dgm:prSet presAssocID="{FDAAD10D-0D3F-43C6-8344-28ECCFC0499D}" presName="hierChild2" presStyleCnt="0"/>
      <dgm:spPr/>
    </dgm:pt>
    <dgm:pt modelId="{8FC3C2B8-0367-45AD-8B26-8486F1FB7DD5}" type="pres">
      <dgm:prSet presAssocID="{BFC9DCB7-FDA4-4210-8479-A2DFCB9AB9E5}" presName="Name10" presStyleLbl="parChTrans1D2" presStyleIdx="9" presStyleCnt="12"/>
      <dgm:spPr/>
    </dgm:pt>
    <dgm:pt modelId="{0E941723-7F72-4F5A-859E-54620780D682}" type="pres">
      <dgm:prSet presAssocID="{17DD8E4D-D612-45A6-B951-3B4AB47C83CA}" presName="hierRoot2" presStyleCnt="0"/>
      <dgm:spPr/>
    </dgm:pt>
    <dgm:pt modelId="{C3154936-4A90-4260-9E0E-96C777D6D1DC}" type="pres">
      <dgm:prSet presAssocID="{17DD8E4D-D612-45A6-B951-3B4AB47C83CA}" presName="composite2" presStyleCnt="0"/>
      <dgm:spPr/>
    </dgm:pt>
    <dgm:pt modelId="{FB70F6F6-E2B8-456C-80CA-7CA9A1E9B77A}" type="pres">
      <dgm:prSet presAssocID="{17DD8E4D-D612-45A6-B951-3B4AB47C83CA}" presName="background2" presStyleLbl="node2" presStyleIdx="9" presStyleCnt="12"/>
      <dgm:spPr/>
    </dgm:pt>
    <dgm:pt modelId="{ACB139B7-2509-426F-9525-F14D26483C22}" type="pres">
      <dgm:prSet presAssocID="{17DD8E4D-D612-45A6-B951-3B4AB47C83CA}" presName="text2" presStyleLbl="fgAcc2" presStyleIdx="9" presStyleCnt="12">
        <dgm:presLayoutVars>
          <dgm:chPref val="3"/>
        </dgm:presLayoutVars>
      </dgm:prSet>
      <dgm:spPr/>
    </dgm:pt>
    <dgm:pt modelId="{AB94B3E5-2C8B-40AD-8C15-868EC372D0C3}" type="pres">
      <dgm:prSet presAssocID="{17DD8E4D-D612-45A6-B951-3B4AB47C83CA}" presName="hierChild3" presStyleCnt="0"/>
      <dgm:spPr/>
    </dgm:pt>
    <dgm:pt modelId="{A3F80762-378A-4105-963D-996A3E46C056}" type="pres">
      <dgm:prSet presAssocID="{E4BACA63-3B93-4B01-BC00-7D78959AF74E}" presName="Name10" presStyleLbl="parChTrans1D2" presStyleIdx="10" presStyleCnt="12"/>
      <dgm:spPr/>
    </dgm:pt>
    <dgm:pt modelId="{35F6B16E-8839-425E-9FCA-CD63A6AB9BA3}" type="pres">
      <dgm:prSet presAssocID="{02A4CE84-EB34-4DC6-9F34-8A26F8A08D1F}" presName="hierRoot2" presStyleCnt="0"/>
      <dgm:spPr/>
    </dgm:pt>
    <dgm:pt modelId="{54A800EC-284A-4B3E-B3E8-148931C78E22}" type="pres">
      <dgm:prSet presAssocID="{02A4CE84-EB34-4DC6-9F34-8A26F8A08D1F}" presName="composite2" presStyleCnt="0"/>
      <dgm:spPr/>
    </dgm:pt>
    <dgm:pt modelId="{F9736690-F244-4F66-B1AB-A11117EA9195}" type="pres">
      <dgm:prSet presAssocID="{02A4CE84-EB34-4DC6-9F34-8A26F8A08D1F}" presName="background2" presStyleLbl="node2" presStyleIdx="10" presStyleCnt="12"/>
      <dgm:spPr/>
    </dgm:pt>
    <dgm:pt modelId="{27EA6531-BD51-426A-80D1-9A7C66190138}" type="pres">
      <dgm:prSet presAssocID="{02A4CE84-EB34-4DC6-9F34-8A26F8A08D1F}" presName="text2" presStyleLbl="fgAcc2" presStyleIdx="10" presStyleCnt="12">
        <dgm:presLayoutVars>
          <dgm:chPref val="3"/>
        </dgm:presLayoutVars>
      </dgm:prSet>
      <dgm:spPr/>
    </dgm:pt>
    <dgm:pt modelId="{4D5ED44E-CAB5-4E16-9F26-E68076F73445}" type="pres">
      <dgm:prSet presAssocID="{02A4CE84-EB34-4DC6-9F34-8A26F8A08D1F}" presName="hierChild3" presStyleCnt="0"/>
      <dgm:spPr/>
    </dgm:pt>
    <dgm:pt modelId="{8D4462CC-C015-4C05-940D-0E7A279CEB58}" type="pres">
      <dgm:prSet presAssocID="{F4AAF144-99F3-471C-992D-CB4D6FCC74A7}" presName="Name10" presStyleLbl="parChTrans1D2" presStyleIdx="11" presStyleCnt="12"/>
      <dgm:spPr/>
    </dgm:pt>
    <dgm:pt modelId="{8CF00E88-240A-4DE8-8A73-F4AAF8E4D6CF}" type="pres">
      <dgm:prSet presAssocID="{1D92B64E-B89B-4325-ADCF-C4C24DD43A4B}" presName="hierRoot2" presStyleCnt="0"/>
      <dgm:spPr/>
    </dgm:pt>
    <dgm:pt modelId="{C2E814BC-FA09-4755-BB0B-3D86C4A0F1F4}" type="pres">
      <dgm:prSet presAssocID="{1D92B64E-B89B-4325-ADCF-C4C24DD43A4B}" presName="composite2" presStyleCnt="0"/>
      <dgm:spPr/>
    </dgm:pt>
    <dgm:pt modelId="{AF6E7068-E911-479A-AC66-A1B5E53E48B7}" type="pres">
      <dgm:prSet presAssocID="{1D92B64E-B89B-4325-ADCF-C4C24DD43A4B}" presName="background2" presStyleLbl="node2" presStyleIdx="11" presStyleCnt="12"/>
      <dgm:spPr/>
    </dgm:pt>
    <dgm:pt modelId="{368C5C1E-E025-4FF0-A341-ECF6BB68FE26}" type="pres">
      <dgm:prSet presAssocID="{1D92B64E-B89B-4325-ADCF-C4C24DD43A4B}" presName="text2" presStyleLbl="fgAcc2" presStyleIdx="11" presStyleCnt="12">
        <dgm:presLayoutVars>
          <dgm:chPref val="3"/>
        </dgm:presLayoutVars>
      </dgm:prSet>
      <dgm:spPr/>
    </dgm:pt>
    <dgm:pt modelId="{E628E1E0-B1E1-4C28-8652-6484AF85A67B}" type="pres">
      <dgm:prSet presAssocID="{1D92B64E-B89B-4325-ADCF-C4C24DD43A4B}" presName="hierChild3" presStyleCnt="0"/>
      <dgm:spPr/>
    </dgm:pt>
  </dgm:ptLst>
  <dgm:cxnLst>
    <dgm:cxn modelId="{9EA04602-4392-46D2-B1AD-9258AE29866E}" srcId="{C48C8005-67D4-448C-880F-E25807C6A6A3}" destId="{40F083C4-92A6-407C-9190-E3781E564B44}" srcOrd="2" destOrd="0" parTransId="{955B2A16-C052-4FF2-9152-DD21B32A6313}" sibTransId="{FBD8C45B-CE29-4C8F-931A-2A51B9E84ED0}"/>
    <dgm:cxn modelId="{377C4902-2909-4224-A372-5F13E6510A06}" type="presOf" srcId="{17DD8E4D-D612-45A6-B951-3B4AB47C83CA}" destId="{ACB139B7-2509-426F-9525-F14D26483C22}" srcOrd="0" destOrd="0" presId="urn:microsoft.com/office/officeart/2005/8/layout/hierarchy1"/>
    <dgm:cxn modelId="{405DB203-E4E0-48AA-9150-0EB98CAFB302}" srcId="{40F083C4-92A6-407C-9190-E3781E564B44}" destId="{67DFDE6C-31C7-4D44-A3FA-CFD04A9E92F1}" srcOrd="1" destOrd="0" parTransId="{12F79188-732A-4C51-AC69-B62F87F0A279}" sibTransId="{50463AE3-EBA0-464E-B0B1-004773BD4139}"/>
    <dgm:cxn modelId="{601F8E07-D769-427F-95E5-99611AD12C76}" type="presOf" srcId="{1E73CEF5-68D2-4E48-9D0C-0CDFBC69B6F8}" destId="{3355CBF3-A671-43B1-9146-21CA92B8E852}" srcOrd="0" destOrd="0" presId="urn:microsoft.com/office/officeart/2005/8/layout/hierarchy1"/>
    <dgm:cxn modelId="{5B6ADF19-4176-4135-82E0-2436021C33EE}" type="presOf" srcId="{6A5853A1-F019-4F8E-9BE9-13D81CCAF552}" destId="{6ADD1827-14B5-4B68-BEB7-C97FB869A1F7}" srcOrd="0" destOrd="0" presId="urn:microsoft.com/office/officeart/2005/8/layout/hierarchy1"/>
    <dgm:cxn modelId="{3E18FA1D-8D59-4869-9124-2F3DAF34DFA9}" type="presOf" srcId="{1BA5C7ED-0BFB-45A7-89A0-6941164BD4FC}" destId="{383396FF-CA79-4DA3-A9CB-A2676D01765E}" srcOrd="0" destOrd="0" presId="urn:microsoft.com/office/officeart/2005/8/layout/hierarchy1"/>
    <dgm:cxn modelId="{26479A28-3880-41D2-8D09-58E5301321E0}" srcId="{E9CF2C68-789E-47E8-AF8A-63A09BE293AF}" destId="{6A5853A1-F019-4F8E-9BE9-13D81CCAF552}" srcOrd="1" destOrd="0" parTransId="{8AA20108-6D03-4923-91E5-C53E1CCCD41D}" sibTransId="{2105594B-765A-4131-B22C-110982FCAED3}"/>
    <dgm:cxn modelId="{9E825430-5419-4DCC-9F1F-EDBAE817F23B}" type="presOf" srcId="{12F79188-732A-4C51-AC69-B62F87F0A279}" destId="{A6DC56EB-65D4-4029-AF1B-6E679B6DDA81}" srcOrd="0" destOrd="0" presId="urn:microsoft.com/office/officeart/2005/8/layout/hierarchy1"/>
    <dgm:cxn modelId="{6C474233-5561-4315-9A34-2E6D5895812C}" srcId="{FDAAD10D-0D3F-43C6-8344-28ECCFC0499D}" destId="{1D92B64E-B89B-4325-ADCF-C4C24DD43A4B}" srcOrd="2" destOrd="0" parTransId="{F4AAF144-99F3-471C-992D-CB4D6FCC74A7}" sibTransId="{3B4BFBED-B41F-4951-872E-6FB5EBB7B735}"/>
    <dgm:cxn modelId="{A6EE1636-EE9A-4736-8DE0-A4EF3A046964}" type="presOf" srcId="{E4BACA63-3B93-4B01-BC00-7D78959AF74E}" destId="{A3F80762-378A-4105-963D-996A3E46C056}" srcOrd="0" destOrd="0" presId="urn:microsoft.com/office/officeart/2005/8/layout/hierarchy1"/>
    <dgm:cxn modelId="{B50D2137-9CC6-4712-AAD9-D3A7BB4C6E04}" srcId="{FDAAD10D-0D3F-43C6-8344-28ECCFC0499D}" destId="{17DD8E4D-D612-45A6-B951-3B4AB47C83CA}" srcOrd="0" destOrd="0" parTransId="{BFC9DCB7-FDA4-4210-8479-A2DFCB9AB9E5}" sibTransId="{2413017E-8499-433D-B7A2-69B99A3D222C}"/>
    <dgm:cxn modelId="{1F58233C-6D25-42E0-831E-9D599B822D3B}" type="presOf" srcId="{FDAAD10D-0D3F-43C6-8344-28ECCFC0499D}" destId="{791CB606-F96B-4FA5-8E0A-1DD1BAEB41AC}" srcOrd="0" destOrd="0" presId="urn:microsoft.com/office/officeart/2005/8/layout/hierarchy1"/>
    <dgm:cxn modelId="{B65BBB3E-0F03-4753-9998-51315CE1B698}" type="presOf" srcId="{40F083C4-92A6-407C-9190-E3781E564B44}" destId="{8FF9DC9E-EBA3-4CD0-B12A-C131014DB27E}" srcOrd="0" destOrd="0" presId="urn:microsoft.com/office/officeart/2005/8/layout/hierarchy1"/>
    <dgm:cxn modelId="{26DDE842-2F42-4088-9A2C-D5B6AE0C626E}" type="presOf" srcId="{6398039A-D56A-4175-A4C9-48E612274C7E}" destId="{9B2ED8D2-C4CA-4F1D-BFBF-F459D32CEF0C}" srcOrd="0" destOrd="0" presId="urn:microsoft.com/office/officeart/2005/8/layout/hierarchy1"/>
    <dgm:cxn modelId="{29C5FE45-F965-4FCE-BDC0-58141A716241}" type="presOf" srcId="{4388A742-DFB7-4C97-8858-D0BE4D2F1153}" destId="{8D8BF108-A9D3-41A6-AE09-E1318D44C0B8}" srcOrd="0" destOrd="0" presId="urn:microsoft.com/office/officeart/2005/8/layout/hierarchy1"/>
    <dgm:cxn modelId="{FD67AE4F-F703-4576-B3F0-B8D2D3C2DC04}" type="presOf" srcId="{0FD7F17D-D511-4B0D-9559-514F97D4F1ED}" destId="{83937AD0-46D0-4AE3-8C7B-BF6B8EFE395A}" srcOrd="0" destOrd="0" presId="urn:microsoft.com/office/officeart/2005/8/layout/hierarchy1"/>
    <dgm:cxn modelId="{27302057-CA33-4F8F-B0AB-9C8B711DE8FB}" type="presOf" srcId="{634C31F6-E755-45E0-9D11-61E74F2A3237}" destId="{C97BAE9B-7869-4199-A378-0E1B411D16EB}" srcOrd="0" destOrd="0" presId="urn:microsoft.com/office/officeart/2005/8/layout/hierarchy1"/>
    <dgm:cxn modelId="{EB612158-17F2-4A98-97A3-159494AD34B6}" type="presOf" srcId="{E9B9069E-EFDE-4572-96B7-A6B2BA244062}" destId="{174AB56F-6C0A-4FD7-B91C-7B507DD2A90B}" srcOrd="0" destOrd="0" presId="urn:microsoft.com/office/officeart/2005/8/layout/hierarchy1"/>
    <dgm:cxn modelId="{A525B25A-4704-42FD-9981-09B2A2AFCA5E}" type="presOf" srcId="{F02B8078-26E3-470C-B21E-3E8B04934447}" destId="{07D69A54-87B8-41ED-802C-00C60044B5C3}" srcOrd="0" destOrd="0" presId="urn:microsoft.com/office/officeart/2005/8/layout/hierarchy1"/>
    <dgm:cxn modelId="{A8BF507B-0A8B-42E7-A0AA-D7158FDE5327}" type="presOf" srcId="{67DFDE6C-31C7-4D44-A3FA-CFD04A9E92F1}" destId="{340931F5-CCDF-48FD-A4C3-7CDBF4046951}" srcOrd="0" destOrd="0" presId="urn:microsoft.com/office/officeart/2005/8/layout/hierarchy1"/>
    <dgm:cxn modelId="{B1FCD386-2046-4D46-9610-2F490F1666B8}" type="presOf" srcId="{C48C8005-67D4-448C-880F-E25807C6A6A3}" destId="{A5177C46-DD60-4532-B938-2A5BA9AC95B0}" srcOrd="0" destOrd="0" presId="urn:microsoft.com/office/officeart/2005/8/layout/hierarchy1"/>
    <dgm:cxn modelId="{5D5A9F8C-F908-4208-B1D7-61D5B5ABBB5D}" type="presOf" srcId="{556F5F30-7E05-4BAC-AE24-562E0B940027}" destId="{C1336278-5BF7-40FD-A727-3E1D20D6F9F5}" srcOrd="0" destOrd="0" presId="urn:microsoft.com/office/officeart/2005/8/layout/hierarchy1"/>
    <dgm:cxn modelId="{B0FC1490-EBEC-4B72-959A-EF19CA5BC8FD}" type="presOf" srcId="{BFC9DCB7-FDA4-4210-8479-A2DFCB9AB9E5}" destId="{8FC3C2B8-0367-45AD-8B26-8486F1FB7DD5}" srcOrd="0" destOrd="0" presId="urn:microsoft.com/office/officeart/2005/8/layout/hierarchy1"/>
    <dgm:cxn modelId="{A5095195-4348-4377-850A-BEA2C3AAB5D1}" type="presOf" srcId="{933E033B-B4D5-40BB-856D-B9DE0E020FFE}" destId="{C103E8A2-C5F9-4664-85A3-7290A36515E9}" srcOrd="0" destOrd="0" presId="urn:microsoft.com/office/officeart/2005/8/layout/hierarchy1"/>
    <dgm:cxn modelId="{4A348998-5FCA-496E-B7B4-D0458A045B43}" type="presOf" srcId="{1D92B64E-B89B-4325-ADCF-C4C24DD43A4B}" destId="{368C5C1E-E025-4FF0-A341-ECF6BB68FE26}" srcOrd="0" destOrd="0" presId="urn:microsoft.com/office/officeart/2005/8/layout/hierarchy1"/>
    <dgm:cxn modelId="{4542F498-4F72-4C41-B0AE-E01F3A72681E}" srcId="{E9CF2C68-789E-47E8-AF8A-63A09BE293AF}" destId="{933E033B-B4D5-40BB-856D-B9DE0E020FFE}" srcOrd="0" destOrd="0" parTransId="{1BA5C7ED-0BFB-45A7-89A0-6941164BD4FC}" sibTransId="{745EA180-B87F-4CFA-BABD-64DD58A2C35F}"/>
    <dgm:cxn modelId="{64888A9F-E7AF-4A8A-83CC-19E7EAFCAAB0}" type="presOf" srcId="{8AA20108-6D03-4923-91E5-C53E1CCCD41D}" destId="{1D14B6C6-7AC6-4230-96F4-99E63ED92BF3}" srcOrd="0" destOrd="0" presId="urn:microsoft.com/office/officeart/2005/8/layout/hierarchy1"/>
    <dgm:cxn modelId="{3AE323A3-CF14-442D-954A-73F50FF9EAD7}" type="presOf" srcId="{D45052DE-41BC-44A7-81FA-962B543F8C96}" destId="{4A36B307-C73E-4B76-AB47-EA96EFE2850B}" srcOrd="0" destOrd="0" presId="urn:microsoft.com/office/officeart/2005/8/layout/hierarchy1"/>
    <dgm:cxn modelId="{032A06A8-D4CC-4ABB-81F1-D298F6A1F0D2}" srcId="{1E73CEF5-68D2-4E48-9D0C-0CDFBC69B6F8}" destId="{634C31F6-E755-45E0-9D11-61E74F2A3237}" srcOrd="2" destOrd="0" parTransId="{F02B8078-26E3-470C-B21E-3E8B04934447}" sibTransId="{5685E904-C8F5-4FC2-A66C-C3EB7118AE30}"/>
    <dgm:cxn modelId="{143E08A8-2C51-4B0C-8CE4-28844248315E}" srcId="{E9CF2C68-789E-47E8-AF8A-63A09BE293AF}" destId="{C072FFC3-87B5-45B9-8B18-0B25BB40A4C9}" srcOrd="2" destOrd="0" parTransId="{E9B9069E-EFDE-4572-96B7-A6B2BA244062}" sibTransId="{CC97A30A-BE58-4E7E-AAE7-2A175C5A68E4}"/>
    <dgm:cxn modelId="{7CB0C4AD-E309-4602-A39A-F38A903D0F03}" srcId="{C48C8005-67D4-448C-880F-E25807C6A6A3}" destId="{E9CF2C68-789E-47E8-AF8A-63A09BE293AF}" srcOrd="1" destOrd="0" parTransId="{FC98F0D4-66F4-4FC4-AFAF-519367E8F125}" sibTransId="{DC0A7A2B-AF1A-4230-BB3F-99D484EED8ED}"/>
    <dgm:cxn modelId="{D00E58AF-C84E-48FD-A855-A055E455B235}" type="presOf" srcId="{F4AAF144-99F3-471C-992D-CB4D6FCC74A7}" destId="{8D4462CC-C015-4C05-940D-0E7A279CEB58}" srcOrd="0" destOrd="0" presId="urn:microsoft.com/office/officeart/2005/8/layout/hierarchy1"/>
    <dgm:cxn modelId="{74A774BB-8A2E-469C-815E-3C36D3ED1896}" srcId="{FDAAD10D-0D3F-43C6-8344-28ECCFC0499D}" destId="{02A4CE84-EB34-4DC6-9F34-8A26F8A08D1F}" srcOrd="1" destOrd="0" parTransId="{E4BACA63-3B93-4B01-BC00-7D78959AF74E}" sibTransId="{030D3125-F729-4A2E-86EE-C1AF78ECC729}"/>
    <dgm:cxn modelId="{370D65C3-5F44-4CDD-A7C9-92C49270466E}" srcId="{1E73CEF5-68D2-4E48-9D0C-0CDFBC69B6F8}" destId="{A58F853C-E352-4B4B-87BD-DD6440B0712A}" srcOrd="0" destOrd="0" parTransId="{556F5F30-7E05-4BAC-AE24-562E0B940027}" sibTransId="{48B122BB-1D7D-4EA2-80E2-A82AF33D26CF}"/>
    <dgm:cxn modelId="{6B9812C4-4A91-43D8-A9BB-465607B5483A}" type="presOf" srcId="{C072FFC3-87B5-45B9-8B18-0B25BB40A4C9}" destId="{147EEA20-D030-43FE-9B12-1CD5394C1CFA}" srcOrd="0" destOrd="0" presId="urn:microsoft.com/office/officeart/2005/8/layout/hierarchy1"/>
    <dgm:cxn modelId="{9AC748C7-B18D-43FA-A2BF-38F59F48A923}" srcId="{C48C8005-67D4-448C-880F-E25807C6A6A3}" destId="{1E73CEF5-68D2-4E48-9D0C-0CDFBC69B6F8}" srcOrd="0" destOrd="0" parTransId="{B0615F22-A4F1-4EA6-AC46-01DAAC5B4CC9}" sibTransId="{2F069274-B30F-48C3-9914-133D1811A2C5}"/>
    <dgm:cxn modelId="{0E7836CB-59FC-4652-96AD-F443B876EC25}" type="presOf" srcId="{85286C91-66EE-4D18-8B4A-B9ECC31262F1}" destId="{E83323FA-9E6C-4887-86DE-58D78A61577A}" srcOrd="0" destOrd="0" presId="urn:microsoft.com/office/officeart/2005/8/layout/hierarchy1"/>
    <dgm:cxn modelId="{E1E06ECB-8E38-4CFA-98DB-E792C9134B2A}" srcId="{40F083C4-92A6-407C-9190-E3781E564B44}" destId="{85286C91-66EE-4D18-8B4A-B9ECC31262F1}" srcOrd="0" destOrd="0" parTransId="{0FD7F17D-D511-4B0D-9559-514F97D4F1ED}" sibTransId="{BC0CDA7A-5A84-4EB9-927C-CC9FB9919816}"/>
    <dgm:cxn modelId="{4F944ECC-6306-47DD-98E5-B1202173A4F1}" type="presOf" srcId="{02A4CE84-EB34-4DC6-9F34-8A26F8A08D1F}" destId="{27EA6531-BD51-426A-80D1-9A7C66190138}" srcOrd="0" destOrd="0" presId="urn:microsoft.com/office/officeart/2005/8/layout/hierarchy1"/>
    <dgm:cxn modelId="{C2DCB0D0-D514-494A-9243-7F499B301ED2}" type="presOf" srcId="{A58F853C-E352-4B4B-87BD-DD6440B0712A}" destId="{F57C6E9D-AF46-4652-9042-974CEA084475}" srcOrd="0" destOrd="0" presId="urn:microsoft.com/office/officeart/2005/8/layout/hierarchy1"/>
    <dgm:cxn modelId="{75798CD4-C61B-4C7A-81ED-9FC654B1105C}" srcId="{1E73CEF5-68D2-4E48-9D0C-0CDFBC69B6F8}" destId="{4388A742-DFB7-4C97-8858-D0BE4D2F1153}" srcOrd="1" destOrd="0" parTransId="{6398039A-D56A-4175-A4C9-48E612274C7E}" sibTransId="{D37803FA-DF22-43DA-A7E2-33B95FE20E39}"/>
    <dgm:cxn modelId="{FCC103F4-72AD-47FD-88A9-30FB91F21BB0}" srcId="{C48C8005-67D4-448C-880F-E25807C6A6A3}" destId="{FDAAD10D-0D3F-43C6-8344-28ECCFC0499D}" srcOrd="3" destOrd="0" parTransId="{66246A2F-C008-40AD-B1E6-23723C1CDF0C}" sibTransId="{1F7D1A8D-C3B2-4E82-A7C2-620D557A45D9}"/>
    <dgm:cxn modelId="{8F8139F4-9E0D-4749-A9B8-F7A66418D900}" type="presOf" srcId="{2D8CE47D-A88F-4E99-8F8D-28AAEF41C020}" destId="{9B9109DD-A8C8-469F-B4B0-68B4C50F700C}" srcOrd="0" destOrd="0" presId="urn:microsoft.com/office/officeart/2005/8/layout/hierarchy1"/>
    <dgm:cxn modelId="{97C5E7F4-1094-4662-BFFA-1CB42E0019B6}" srcId="{40F083C4-92A6-407C-9190-E3781E564B44}" destId="{D45052DE-41BC-44A7-81FA-962B543F8C96}" srcOrd="2" destOrd="0" parTransId="{2D8CE47D-A88F-4E99-8F8D-28AAEF41C020}" sibTransId="{76B3F247-7A9F-44D0-88AB-3BC6C987E0CB}"/>
    <dgm:cxn modelId="{EA8249F8-92C5-4795-8615-EC7C05CAB330}" type="presOf" srcId="{E9CF2C68-789E-47E8-AF8A-63A09BE293AF}" destId="{321A618F-46A2-418E-B799-8FDF8D26EDAB}" srcOrd="0" destOrd="0" presId="urn:microsoft.com/office/officeart/2005/8/layout/hierarchy1"/>
    <dgm:cxn modelId="{12688FB9-E03F-4879-B598-5D878456B4DE}" type="presParOf" srcId="{A5177C46-DD60-4532-B938-2A5BA9AC95B0}" destId="{607074B1-ACE9-4AC4-B583-D0A01F2F560A}" srcOrd="0" destOrd="0" presId="urn:microsoft.com/office/officeart/2005/8/layout/hierarchy1"/>
    <dgm:cxn modelId="{8B08C49C-014F-49A4-B9B9-36A5E638EC9C}" type="presParOf" srcId="{607074B1-ACE9-4AC4-B583-D0A01F2F560A}" destId="{BC6D9C92-112D-4521-9F4D-7C791FC7D6EA}" srcOrd="0" destOrd="0" presId="urn:microsoft.com/office/officeart/2005/8/layout/hierarchy1"/>
    <dgm:cxn modelId="{54F77C1C-B321-4C93-B11C-8FB13EA32332}" type="presParOf" srcId="{BC6D9C92-112D-4521-9F4D-7C791FC7D6EA}" destId="{7788EA08-842A-467A-B685-2E985BE21498}" srcOrd="0" destOrd="0" presId="urn:microsoft.com/office/officeart/2005/8/layout/hierarchy1"/>
    <dgm:cxn modelId="{128767D1-218C-4E21-8A3A-161944215C6F}" type="presParOf" srcId="{BC6D9C92-112D-4521-9F4D-7C791FC7D6EA}" destId="{3355CBF3-A671-43B1-9146-21CA92B8E852}" srcOrd="1" destOrd="0" presId="urn:microsoft.com/office/officeart/2005/8/layout/hierarchy1"/>
    <dgm:cxn modelId="{62F9DB05-E378-4103-84A5-9A127219BBCF}" type="presParOf" srcId="{607074B1-ACE9-4AC4-B583-D0A01F2F560A}" destId="{F1A0CEE2-DFAE-41FB-AF1F-131C7CAEB415}" srcOrd="1" destOrd="0" presId="urn:microsoft.com/office/officeart/2005/8/layout/hierarchy1"/>
    <dgm:cxn modelId="{417BACBC-EFE8-4842-AD98-B85D2C905DE0}" type="presParOf" srcId="{F1A0CEE2-DFAE-41FB-AF1F-131C7CAEB415}" destId="{C1336278-5BF7-40FD-A727-3E1D20D6F9F5}" srcOrd="0" destOrd="0" presId="urn:microsoft.com/office/officeart/2005/8/layout/hierarchy1"/>
    <dgm:cxn modelId="{B7CFA308-FE0F-47B7-8A6F-997EF3C97EC9}" type="presParOf" srcId="{F1A0CEE2-DFAE-41FB-AF1F-131C7CAEB415}" destId="{4A23EC69-C401-46E3-892F-F1CA2566F1AA}" srcOrd="1" destOrd="0" presId="urn:microsoft.com/office/officeart/2005/8/layout/hierarchy1"/>
    <dgm:cxn modelId="{6F5D59E2-DE01-435D-83F4-D0E54D9A24BE}" type="presParOf" srcId="{4A23EC69-C401-46E3-892F-F1CA2566F1AA}" destId="{3DB18AC8-A1DB-4F93-9729-30A8F72D9C30}" srcOrd="0" destOrd="0" presId="urn:microsoft.com/office/officeart/2005/8/layout/hierarchy1"/>
    <dgm:cxn modelId="{AC5D1638-7F38-4EDC-A462-391C9EB7C9E3}" type="presParOf" srcId="{3DB18AC8-A1DB-4F93-9729-30A8F72D9C30}" destId="{2928AB1F-0791-47EA-BE15-1F2A87A92B6A}" srcOrd="0" destOrd="0" presId="urn:microsoft.com/office/officeart/2005/8/layout/hierarchy1"/>
    <dgm:cxn modelId="{CD5851ED-923B-49D2-ABA7-441280DA7E63}" type="presParOf" srcId="{3DB18AC8-A1DB-4F93-9729-30A8F72D9C30}" destId="{F57C6E9D-AF46-4652-9042-974CEA084475}" srcOrd="1" destOrd="0" presId="urn:microsoft.com/office/officeart/2005/8/layout/hierarchy1"/>
    <dgm:cxn modelId="{AFFA1347-382E-4CBB-863E-8B7F7A47D8D5}" type="presParOf" srcId="{4A23EC69-C401-46E3-892F-F1CA2566F1AA}" destId="{4C13987E-8BE0-4FB5-9521-36819AF5E4D2}" srcOrd="1" destOrd="0" presId="urn:microsoft.com/office/officeart/2005/8/layout/hierarchy1"/>
    <dgm:cxn modelId="{FC4B0D26-D6DE-4D6C-9B1E-C70AF78ACCCE}" type="presParOf" srcId="{F1A0CEE2-DFAE-41FB-AF1F-131C7CAEB415}" destId="{9B2ED8D2-C4CA-4F1D-BFBF-F459D32CEF0C}" srcOrd="2" destOrd="0" presId="urn:microsoft.com/office/officeart/2005/8/layout/hierarchy1"/>
    <dgm:cxn modelId="{1E962299-FA76-413C-AD09-C51768A9C7AD}" type="presParOf" srcId="{F1A0CEE2-DFAE-41FB-AF1F-131C7CAEB415}" destId="{F60D2ABD-ABB0-4C7E-9F08-7E0EAEDF90EC}" srcOrd="3" destOrd="0" presId="urn:microsoft.com/office/officeart/2005/8/layout/hierarchy1"/>
    <dgm:cxn modelId="{7C296B50-1DB9-4D98-9C15-6E07BA8D4D13}" type="presParOf" srcId="{F60D2ABD-ABB0-4C7E-9F08-7E0EAEDF90EC}" destId="{18B5C046-7D9E-47A8-B5A4-E45ED95BA893}" srcOrd="0" destOrd="0" presId="urn:microsoft.com/office/officeart/2005/8/layout/hierarchy1"/>
    <dgm:cxn modelId="{5524A412-9405-4C1F-858C-8531B258C053}" type="presParOf" srcId="{18B5C046-7D9E-47A8-B5A4-E45ED95BA893}" destId="{0DAF95A0-8D39-4843-A85B-D32886FB75EC}" srcOrd="0" destOrd="0" presId="urn:microsoft.com/office/officeart/2005/8/layout/hierarchy1"/>
    <dgm:cxn modelId="{07E64641-602F-4203-8A82-C029DAD0792B}" type="presParOf" srcId="{18B5C046-7D9E-47A8-B5A4-E45ED95BA893}" destId="{8D8BF108-A9D3-41A6-AE09-E1318D44C0B8}" srcOrd="1" destOrd="0" presId="urn:microsoft.com/office/officeart/2005/8/layout/hierarchy1"/>
    <dgm:cxn modelId="{2DEC0463-739D-4C4C-885B-828219CF4BCE}" type="presParOf" srcId="{F60D2ABD-ABB0-4C7E-9F08-7E0EAEDF90EC}" destId="{08DFF9B3-E53A-45B1-9EC6-E2DF191080B7}" srcOrd="1" destOrd="0" presId="urn:microsoft.com/office/officeart/2005/8/layout/hierarchy1"/>
    <dgm:cxn modelId="{D2F95415-6E96-4A09-9E70-52E8E4DD2061}" type="presParOf" srcId="{F1A0CEE2-DFAE-41FB-AF1F-131C7CAEB415}" destId="{07D69A54-87B8-41ED-802C-00C60044B5C3}" srcOrd="4" destOrd="0" presId="urn:microsoft.com/office/officeart/2005/8/layout/hierarchy1"/>
    <dgm:cxn modelId="{83E0CD78-EEF9-43F7-8B74-B04F64F051D4}" type="presParOf" srcId="{F1A0CEE2-DFAE-41FB-AF1F-131C7CAEB415}" destId="{E63770A3-FA32-4865-B139-A760CE5CD11B}" srcOrd="5" destOrd="0" presId="urn:microsoft.com/office/officeart/2005/8/layout/hierarchy1"/>
    <dgm:cxn modelId="{9F35C7FF-E8F4-4B84-9FF7-302FDBCF042A}" type="presParOf" srcId="{E63770A3-FA32-4865-B139-A760CE5CD11B}" destId="{209FC83B-96DA-48A8-A66C-6D39729269CA}" srcOrd="0" destOrd="0" presId="urn:microsoft.com/office/officeart/2005/8/layout/hierarchy1"/>
    <dgm:cxn modelId="{724CBAA1-F2F4-449E-959A-012F109E1836}" type="presParOf" srcId="{209FC83B-96DA-48A8-A66C-6D39729269CA}" destId="{ED736320-64E9-48C4-A12B-7DF6D9281C56}" srcOrd="0" destOrd="0" presId="urn:microsoft.com/office/officeart/2005/8/layout/hierarchy1"/>
    <dgm:cxn modelId="{8574C8D2-8ADC-4CCD-BE19-C079643BCC50}" type="presParOf" srcId="{209FC83B-96DA-48A8-A66C-6D39729269CA}" destId="{C97BAE9B-7869-4199-A378-0E1B411D16EB}" srcOrd="1" destOrd="0" presId="urn:microsoft.com/office/officeart/2005/8/layout/hierarchy1"/>
    <dgm:cxn modelId="{A3D2B7CD-BCF0-4533-8663-CD8965000FA0}" type="presParOf" srcId="{E63770A3-FA32-4865-B139-A760CE5CD11B}" destId="{DD0C7FDB-1E4B-417D-9295-06CC7FF58CF2}" srcOrd="1" destOrd="0" presId="urn:microsoft.com/office/officeart/2005/8/layout/hierarchy1"/>
    <dgm:cxn modelId="{2F35E3AF-9A6E-4943-95F1-1C24B647149C}" type="presParOf" srcId="{A5177C46-DD60-4532-B938-2A5BA9AC95B0}" destId="{9198DCB4-50C0-4B5D-8746-BD2E05B0C5C1}" srcOrd="1" destOrd="0" presId="urn:microsoft.com/office/officeart/2005/8/layout/hierarchy1"/>
    <dgm:cxn modelId="{C73F179F-A0AD-4A86-B807-358D0548C863}" type="presParOf" srcId="{9198DCB4-50C0-4B5D-8746-BD2E05B0C5C1}" destId="{A472B2B7-85F7-4A6A-8C6E-8D95F386A038}" srcOrd="0" destOrd="0" presId="urn:microsoft.com/office/officeart/2005/8/layout/hierarchy1"/>
    <dgm:cxn modelId="{F2179D97-CD7D-41A5-B779-FE5A93247777}" type="presParOf" srcId="{A472B2B7-85F7-4A6A-8C6E-8D95F386A038}" destId="{FB43E865-BDB9-490C-8E6B-14390DB87AA3}" srcOrd="0" destOrd="0" presId="urn:microsoft.com/office/officeart/2005/8/layout/hierarchy1"/>
    <dgm:cxn modelId="{C78DB7C0-1B65-4532-80FF-F7D0C29F44A8}" type="presParOf" srcId="{A472B2B7-85F7-4A6A-8C6E-8D95F386A038}" destId="{321A618F-46A2-418E-B799-8FDF8D26EDAB}" srcOrd="1" destOrd="0" presId="urn:microsoft.com/office/officeart/2005/8/layout/hierarchy1"/>
    <dgm:cxn modelId="{054D8046-EF9F-44FE-A9C0-ECABD256BD66}" type="presParOf" srcId="{9198DCB4-50C0-4B5D-8746-BD2E05B0C5C1}" destId="{29503F2F-6002-4A24-B565-40798E3366C1}" srcOrd="1" destOrd="0" presId="urn:microsoft.com/office/officeart/2005/8/layout/hierarchy1"/>
    <dgm:cxn modelId="{5F99F810-70D8-40A7-9835-377ADDA45368}" type="presParOf" srcId="{29503F2F-6002-4A24-B565-40798E3366C1}" destId="{383396FF-CA79-4DA3-A9CB-A2676D01765E}" srcOrd="0" destOrd="0" presId="urn:microsoft.com/office/officeart/2005/8/layout/hierarchy1"/>
    <dgm:cxn modelId="{BA6E55A2-33C9-4E0B-884B-88B141B749B6}" type="presParOf" srcId="{29503F2F-6002-4A24-B565-40798E3366C1}" destId="{0EEDCD2B-BC29-4D6B-B0F2-CB267C345B37}" srcOrd="1" destOrd="0" presId="urn:microsoft.com/office/officeart/2005/8/layout/hierarchy1"/>
    <dgm:cxn modelId="{DEAEAAC6-5B48-4CD4-A348-22FAAD1BADAE}" type="presParOf" srcId="{0EEDCD2B-BC29-4D6B-B0F2-CB267C345B37}" destId="{7B4DB677-3DBE-4755-86F1-CC137B44F3D2}" srcOrd="0" destOrd="0" presId="urn:microsoft.com/office/officeart/2005/8/layout/hierarchy1"/>
    <dgm:cxn modelId="{19AC1DE7-F867-4BA9-90B3-E29C4DCF3DC1}" type="presParOf" srcId="{7B4DB677-3DBE-4755-86F1-CC137B44F3D2}" destId="{8626110F-7293-4911-AA65-5040D4194541}" srcOrd="0" destOrd="0" presId="urn:microsoft.com/office/officeart/2005/8/layout/hierarchy1"/>
    <dgm:cxn modelId="{80BDA438-401E-4B17-86FC-599E609DBD4D}" type="presParOf" srcId="{7B4DB677-3DBE-4755-86F1-CC137B44F3D2}" destId="{C103E8A2-C5F9-4664-85A3-7290A36515E9}" srcOrd="1" destOrd="0" presId="urn:microsoft.com/office/officeart/2005/8/layout/hierarchy1"/>
    <dgm:cxn modelId="{03770133-58B9-41DB-8A7A-05182562986E}" type="presParOf" srcId="{0EEDCD2B-BC29-4D6B-B0F2-CB267C345B37}" destId="{4601726F-2805-49CA-B7ED-FBA0CC138B97}" srcOrd="1" destOrd="0" presId="urn:microsoft.com/office/officeart/2005/8/layout/hierarchy1"/>
    <dgm:cxn modelId="{D007DE3D-E7A1-4EFA-8E54-720766958BC1}" type="presParOf" srcId="{29503F2F-6002-4A24-B565-40798E3366C1}" destId="{1D14B6C6-7AC6-4230-96F4-99E63ED92BF3}" srcOrd="2" destOrd="0" presId="urn:microsoft.com/office/officeart/2005/8/layout/hierarchy1"/>
    <dgm:cxn modelId="{9912F387-CC78-43CF-8CBD-8BC4860F3609}" type="presParOf" srcId="{29503F2F-6002-4A24-B565-40798E3366C1}" destId="{596A23AF-6230-40E5-87B3-94D79AD9057D}" srcOrd="3" destOrd="0" presId="urn:microsoft.com/office/officeart/2005/8/layout/hierarchy1"/>
    <dgm:cxn modelId="{AFE3A04A-AB5F-402B-8B56-9F810B21A83D}" type="presParOf" srcId="{596A23AF-6230-40E5-87B3-94D79AD9057D}" destId="{DD83FA9A-51F8-463C-B9B1-8ADABF1275E8}" srcOrd="0" destOrd="0" presId="urn:microsoft.com/office/officeart/2005/8/layout/hierarchy1"/>
    <dgm:cxn modelId="{750308AF-FC80-436D-BD3B-80A6F1026089}" type="presParOf" srcId="{DD83FA9A-51F8-463C-B9B1-8ADABF1275E8}" destId="{59014E87-968B-4E76-B47E-B3268991BEBB}" srcOrd="0" destOrd="0" presId="urn:microsoft.com/office/officeart/2005/8/layout/hierarchy1"/>
    <dgm:cxn modelId="{6031888F-0AD3-40CE-9C23-78F04206B9BF}" type="presParOf" srcId="{DD83FA9A-51F8-463C-B9B1-8ADABF1275E8}" destId="{6ADD1827-14B5-4B68-BEB7-C97FB869A1F7}" srcOrd="1" destOrd="0" presId="urn:microsoft.com/office/officeart/2005/8/layout/hierarchy1"/>
    <dgm:cxn modelId="{2E7575DF-8F62-4CB4-A890-F0C7169FCF46}" type="presParOf" srcId="{596A23AF-6230-40E5-87B3-94D79AD9057D}" destId="{DADECBA7-53CF-4668-9EDA-832B6E892934}" srcOrd="1" destOrd="0" presId="urn:microsoft.com/office/officeart/2005/8/layout/hierarchy1"/>
    <dgm:cxn modelId="{BE0F1CE3-20C4-4B7A-A22D-0DE19E60A352}" type="presParOf" srcId="{29503F2F-6002-4A24-B565-40798E3366C1}" destId="{174AB56F-6C0A-4FD7-B91C-7B507DD2A90B}" srcOrd="4" destOrd="0" presId="urn:microsoft.com/office/officeart/2005/8/layout/hierarchy1"/>
    <dgm:cxn modelId="{69EEBEE2-1EE6-4D65-A965-9EC9609E61E3}" type="presParOf" srcId="{29503F2F-6002-4A24-B565-40798E3366C1}" destId="{21493126-1F76-468A-8F00-38893EEC513C}" srcOrd="5" destOrd="0" presId="urn:microsoft.com/office/officeart/2005/8/layout/hierarchy1"/>
    <dgm:cxn modelId="{52757673-730A-4D59-922F-FEC44941D16E}" type="presParOf" srcId="{21493126-1F76-468A-8F00-38893EEC513C}" destId="{7FDAC8A7-0D04-4CC1-8AA8-6B91E594CB4C}" srcOrd="0" destOrd="0" presId="urn:microsoft.com/office/officeart/2005/8/layout/hierarchy1"/>
    <dgm:cxn modelId="{5D2C8E25-5604-4403-B02F-7F82EF931BAC}" type="presParOf" srcId="{7FDAC8A7-0D04-4CC1-8AA8-6B91E594CB4C}" destId="{3BEFC35B-B374-42E9-8EF6-53DB65DB698A}" srcOrd="0" destOrd="0" presId="urn:microsoft.com/office/officeart/2005/8/layout/hierarchy1"/>
    <dgm:cxn modelId="{CF17BDBB-D1A2-410C-A56F-1408A1BBE2E0}" type="presParOf" srcId="{7FDAC8A7-0D04-4CC1-8AA8-6B91E594CB4C}" destId="{147EEA20-D030-43FE-9B12-1CD5394C1CFA}" srcOrd="1" destOrd="0" presId="urn:microsoft.com/office/officeart/2005/8/layout/hierarchy1"/>
    <dgm:cxn modelId="{364E259B-3643-4933-B787-187940CD9A57}" type="presParOf" srcId="{21493126-1F76-468A-8F00-38893EEC513C}" destId="{D1AE9CEB-D77D-46B8-8197-0AA7369EFC71}" srcOrd="1" destOrd="0" presId="urn:microsoft.com/office/officeart/2005/8/layout/hierarchy1"/>
    <dgm:cxn modelId="{95EAA91B-1A5E-430E-A543-84E353F1CBE6}" type="presParOf" srcId="{A5177C46-DD60-4532-B938-2A5BA9AC95B0}" destId="{6E069F8C-A3B7-42E6-B885-2817F9DF9C18}" srcOrd="2" destOrd="0" presId="urn:microsoft.com/office/officeart/2005/8/layout/hierarchy1"/>
    <dgm:cxn modelId="{87B56402-F686-44DD-A83D-D4A8A73DDEE6}" type="presParOf" srcId="{6E069F8C-A3B7-42E6-B885-2817F9DF9C18}" destId="{E9E4F225-0813-4D72-881C-11ADC59EA255}" srcOrd="0" destOrd="0" presId="urn:microsoft.com/office/officeart/2005/8/layout/hierarchy1"/>
    <dgm:cxn modelId="{E352C735-0603-4F62-A580-C58477FA8430}" type="presParOf" srcId="{E9E4F225-0813-4D72-881C-11ADC59EA255}" destId="{6EAFEBEF-78BA-4DC0-A656-4D2EC096DB60}" srcOrd="0" destOrd="0" presId="urn:microsoft.com/office/officeart/2005/8/layout/hierarchy1"/>
    <dgm:cxn modelId="{627B5B43-B221-44BD-BACF-D4B13382F896}" type="presParOf" srcId="{E9E4F225-0813-4D72-881C-11ADC59EA255}" destId="{8FF9DC9E-EBA3-4CD0-B12A-C131014DB27E}" srcOrd="1" destOrd="0" presId="urn:microsoft.com/office/officeart/2005/8/layout/hierarchy1"/>
    <dgm:cxn modelId="{E9143A2C-826A-4513-9CA0-2890E8C158F5}" type="presParOf" srcId="{6E069F8C-A3B7-42E6-B885-2817F9DF9C18}" destId="{48BC410D-27F6-4DF7-99C7-AC3CD897A353}" srcOrd="1" destOrd="0" presId="urn:microsoft.com/office/officeart/2005/8/layout/hierarchy1"/>
    <dgm:cxn modelId="{65F00964-063E-4BCB-88A5-B81B839DBEC3}" type="presParOf" srcId="{48BC410D-27F6-4DF7-99C7-AC3CD897A353}" destId="{83937AD0-46D0-4AE3-8C7B-BF6B8EFE395A}" srcOrd="0" destOrd="0" presId="urn:microsoft.com/office/officeart/2005/8/layout/hierarchy1"/>
    <dgm:cxn modelId="{7D56C5A7-C737-4186-A078-A206AC2AD2C8}" type="presParOf" srcId="{48BC410D-27F6-4DF7-99C7-AC3CD897A353}" destId="{04E03333-9CDC-4CCE-926F-5022279CFDB2}" srcOrd="1" destOrd="0" presId="urn:microsoft.com/office/officeart/2005/8/layout/hierarchy1"/>
    <dgm:cxn modelId="{DE71F698-F1B2-43EE-9AA9-BB7CBFE531EB}" type="presParOf" srcId="{04E03333-9CDC-4CCE-926F-5022279CFDB2}" destId="{053B26CA-F767-4672-A66E-A181B601122B}" srcOrd="0" destOrd="0" presId="urn:microsoft.com/office/officeart/2005/8/layout/hierarchy1"/>
    <dgm:cxn modelId="{C3440379-6D28-4F26-807F-8873CBC20D04}" type="presParOf" srcId="{053B26CA-F767-4672-A66E-A181B601122B}" destId="{A3311C7F-C946-466B-A9BA-543AD7B1E41E}" srcOrd="0" destOrd="0" presId="urn:microsoft.com/office/officeart/2005/8/layout/hierarchy1"/>
    <dgm:cxn modelId="{33CB14E6-7EF6-4212-8877-CAFD2B510475}" type="presParOf" srcId="{053B26CA-F767-4672-A66E-A181B601122B}" destId="{E83323FA-9E6C-4887-86DE-58D78A61577A}" srcOrd="1" destOrd="0" presId="urn:microsoft.com/office/officeart/2005/8/layout/hierarchy1"/>
    <dgm:cxn modelId="{3557A8CF-74FE-4C17-8B83-08C4C23BAA96}" type="presParOf" srcId="{04E03333-9CDC-4CCE-926F-5022279CFDB2}" destId="{ED3701F8-FA92-4184-9B7A-65ED39CD8FEA}" srcOrd="1" destOrd="0" presId="urn:microsoft.com/office/officeart/2005/8/layout/hierarchy1"/>
    <dgm:cxn modelId="{644B9524-E6BB-4C98-AD22-E3868D8F1F13}" type="presParOf" srcId="{48BC410D-27F6-4DF7-99C7-AC3CD897A353}" destId="{A6DC56EB-65D4-4029-AF1B-6E679B6DDA81}" srcOrd="2" destOrd="0" presId="urn:microsoft.com/office/officeart/2005/8/layout/hierarchy1"/>
    <dgm:cxn modelId="{FD4B37C5-5F69-4DAA-9BE2-E28E07A5FA74}" type="presParOf" srcId="{48BC410D-27F6-4DF7-99C7-AC3CD897A353}" destId="{8FAD5049-61FC-4A4E-A140-2DC498158A0C}" srcOrd="3" destOrd="0" presId="urn:microsoft.com/office/officeart/2005/8/layout/hierarchy1"/>
    <dgm:cxn modelId="{2B8FFBD8-4F72-44D6-9481-FBCBA6EA79CF}" type="presParOf" srcId="{8FAD5049-61FC-4A4E-A140-2DC498158A0C}" destId="{A084BFD8-1CD6-450F-808F-A101117047E8}" srcOrd="0" destOrd="0" presId="urn:microsoft.com/office/officeart/2005/8/layout/hierarchy1"/>
    <dgm:cxn modelId="{A2BD7234-7281-4F81-AFC0-6D43AC0E5543}" type="presParOf" srcId="{A084BFD8-1CD6-450F-808F-A101117047E8}" destId="{1918647D-E80D-4F80-A065-5F71FB71A76D}" srcOrd="0" destOrd="0" presId="urn:microsoft.com/office/officeart/2005/8/layout/hierarchy1"/>
    <dgm:cxn modelId="{4C8410CB-0996-49F6-B54E-F4EA119A7C28}" type="presParOf" srcId="{A084BFD8-1CD6-450F-808F-A101117047E8}" destId="{340931F5-CCDF-48FD-A4C3-7CDBF4046951}" srcOrd="1" destOrd="0" presId="urn:microsoft.com/office/officeart/2005/8/layout/hierarchy1"/>
    <dgm:cxn modelId="{2F67CBA5-9564-46B4-B178-7F3153DAEDCB}" type="presParOf" srcId="{8FAD5049-61FC-4A4E-A140-2DC498158A0C}" destId="{47A3EAB6-014F-485C-8A0B-3084DB07F25B}" srcOrd="1" destOrd="0" presId="urn:microsoft.com/office/officeart/2005/8/layout/hierarchy1"/>
    <dgm:cxn modelId="{0F5EC216-BE49-4EDB-9037-BCD7398B056A}" type="presParOf" srcId="{48BC410D-27F6-4DF7-99C7-AC3CD897A353}" destId="{9B9109DD-A8C8-469F-B4B0-68B4C50F700C}" srcOrd="4" destOrd="0" presId="urn:microsoft.com/office/officeart/2005/8/layout/hierarchy1"/>
    <dgm:cxn modelId="{6C4448AE-1124-4BF1-B783-6EE3E372B1B6}" type="presParOf" srcId="{48BC410D-27F6-4DF7-99C7-AC3CD897A353}" destId="{833F9231-F034-45B8-998A-DBE905FB9179}" srcOrd="5" destOrd="0" presId="urn:microsoft.com/office/officeart/2005/8/layout/hierarchy1"/>
    <dgm:cxn modelId="{66D3D119-968F-47D6-9720-D01BF5683984}" type="presParOf" srcId="{833F9231-F034-45B8-998A-DBE905FB9179}" destId="{B43E0FBC-7DB7-4138-9CB5-ECFDA0312AA8}" srcOrd="0" destOrd="0" presId="urn:microsoft.com/office/officeart/2005/8/layout/hierarchy1"/>
    <dgm:cxn modelId="{5C8F5283-F7C9-48FF-93D2-509AFEC3B4D5}" type="presParOf" srcId="{B43E0FBC-7DB7-4138-9CB5-ECFDA0312AA8}" destId="{9B43F61E-CEAD-455A-ACB6-027347004BB6}" srcOrd="0" destOrd="0" presId="urn:microsoft.com/office/officeart/2005/8/layout/hierarchy1"/>
    <dgm:cxn modelId="{016D2DE8-D3BE-4593-84E7-AB98782B4AFF}" type="presParOf" srcId="{B43E0FBC-7DB7-4138-9CB5-ECFDA0312AA8}" destId="{4A36B307-C73E-4B76-AB47-EA96EFE2850B}" srcOrd="1" destOrd="0" presId="urn:microsoft.com/office/officeart/2005/8/layout/hierarchy1"/>
    <dgm:cxn modelId="{3B730946-7FE9-46DB-8CC9-280A5E2CB60F}" type="presParOf" srcId="{833F9231-F034-45B8-998A-DBE905FB9179}" destId="{97534B6A-FBA7-41CE-8BFF-FE69CB1C4C09}" srcOrd="1" destOrd="0" presId="urn:microsoft.com/office/officeart/2005/8/layout/hierarchy1"/>
    <dgm:cxn modelId="{0C50382F-97A7-49BA-AC00-B2D8E9E0ECB6}" type="presParOf" srcId="{A5177C46-DD60-4532-B938-2A5BA9AC95B0}" destId="{61155494-2A49-4119-B2FB-FB9F6A3C28E8}" srcOrd="3" destOrd="0" presId="urn:microsoft.com/office/officeart/2005/8/layout/hierarchy1"/>
    <dgm:cxn modelId="{60BD5BA8-D9E0-4D92-B9C0-241EE06D423E}" type="presParOf" srcId="{61155494-2A49-4119-B2FB-FB9F6A3C28E8}" destId="{EE74915C-4AEC-4494-8EE4-F885D8BE8DBD}" srcOrd="0" destOrd="0" presId="urn:microsoft.com/office/officeart/2005/8/layout/hierarchy1"/>
    <dgm:cxn modelId="{2470AEBA-19E7-44B1-BA14-CF220769BB63}" type="presParOf" srcId="{EE74915C-4AEC-4494-8EE4-F885D8BE8DBD}" destId="{3BB67453-2F52-4B21-A235-1A9CB5ED6AE1}" srcOrd="0" destOrd="0" presId="urn:microsoft.com/office/officeart/2005/8/layout/hierarchy1"/>
    <dgm:cxn modelId="{FE9B99F3-DCEA-48D9-8943-28671041F3BE}" type="presParOf" srcId="{EE74915C-4AEC-4494-8EE4-F885D8BE8DBD}" destId="{791CB606-F96B-4FA5-8E0A-1DD1BAEB41AC}" srcOrd="1" destOrd="0" presId="urn:microsoft.com/office/officeart/2005/8/layout/hierarchy1"/>
    <dgm:cxn modelId="{5432CAFE-4E9E-4FF2-81BE-2F95B1243100}" type="presParOf" srcId="{61155494-2A49-4119-B2FB-FB9F6A3C28E8}" destId="{C3280FBA-B8D8-49D8-A8B2-015A90F12D0D}" srcOrd="1" destOrd="0" presId="urn:microsoft.com/office/officeart/2005/8/layout/hierarchy1"/>
    <dgm:cxn modelId="{C7F6FDD4-BA0A-4AAA-85CD-BEB93B3EC891}" type="presParOf" srcId="{C3280FBA-B8D8-49D8-A8B2-015A90F12D0D}" destId="{8FC3C2B8-0367-45AD-8B26-8486F1FB7DD5}" srcOrd="0" destOrd="0" presId="urn:microsoft.com/office/officeart/2005/8/layout/hierarchy1"/>
    <dgm:cxn modelId="{B6CBBD5A-2E35-46C2-9D98-15697D0C5F3E}" type="presParOf" srcId="{C3280FBA-B8D8-49D8-A8B2-015A90F12D0D}" destId="{0E941723-7F72-4F5A-859E-54620780D682}" srcOrd="1" destOrd="0" presId="urn:microsoft.com/office/officeart/2005/8/layout/hierarchy1"/>
    <dgm:cxn modelId="{D5032645-7297-40B8-A994-D6BD680C7957}" type="presParOf" srcId="{0E941723-7F72-4F5A-859E-54620780D682}" destId="{C3154936-4A90-4260-9E0E-96C777D6D1DC}" srcOrd="0" destOrd="0" presId="urn:microsoft.com/office/officeart/2005/8/layout/hierarchy1"/>
    <dgm:cxn modelId="{435B4F4C-39A2-4F20-AEC2-9FFD234EB7E4}" type="presParOf" srcId="{C3154936-4A90-4260-9E0E-96C777D6D1DC}" destId="{FB70F6F6-E2B8-456C-80CA-7CA9A1E9B77A}" srcOrd="0" destOrd="0" presId="urn:microsoft.com/office/officeart/2005/8/layout/hierarchy1"/>
    <dgm:cxn modelId="{AF7AC84A-6C63-461A-AFBF-3A7052E1D8E1}" type="presParOf" srcId="{C3154936-4A90-4260-9E0E-96C777D6D1DC}" destId="{ACB139B7-2509-426F-9525-F14D26483C22}" srcOrd="1" destOrd="0" presId="urn:microsoft.com/office/officeart/2005/8/layout/hierarchy1"/>
    <dgm:cxn modelId="{637077B4-230C-467A-A403-A7F8D378BF1E}" type="presParOf" srcId="{0E941723-7F72-4F5A-859E-54620780D682}" destId="{AB94B3E5-2C8B-40AD-8C15-868EC372D0C3}" srcOrd="1" destOrd="0" presId="urn:microsoft.com/office/officeart/2005/8/layout/hierarchy1"/>
    <dgm:cxn modelId="{14C7C163-5575-457D-8F95-6A6CEA688BC0}" type="presParOf" srcId="{C3280FBA-B8D8-49D8-A8B2-015A90F12D0D}" destId="{A3F80762-378A-4105-963D-996A3E46C056}" srcOrd="2" destOrd="0" presId="urn:microsoft.com/office/officeart/2005/8/layout/hierarchy1"/>
    <dgm:cxn modelId="{D7B8856D-49DB-472C-B1D7-4CEE3471D174}" type="presParOf" srcId="{C3280FBA-B8D8-49D8-A8B2-015A90F12D0D}" destId="{35F6B16E-8839-425E-9FCA-CD63A6AB9BA3}" srcOrd="3" destOrd="0" presId="urn:microsoft.com/office/officeart/2005/8/layout/hierarchy1"/>
    <dgm:cxn modelId="{0F0B8F3E-42A8-45AF-BFEB-64B0EB073170}" type="presParOf" srcId="{35F6B16E-8839-425E-9FCA-CD63A6AB9BA3}" destId="{54A800EC-284A-4B3E-B3E8-148931C78E22}" srcOrd="0" destOrd="0" presId="urn:microsoft.com/office/officeart/2005/8/layout/hierarchy1"/>
    <dgm:cxn modelId="{16C1A782-5A02-483F-AA59-AB614CB6D4BC}" type="presParOf" srcId="{54A800EC-284A-4B3E-B3E8-148931C78E22}" destId="{F9736690-F244-4F66-B1AB-A11117EA9195}" srcOrd="0" destOrd="0" presId="urn:microsoft.com/office/officeart/2005/8/layout/hierarchy1"/>
    <dgm:cxn modelId="{24506832-2016-4DFC-B091-A229E76D9256}" type="presParOf" srcId="{54A800EC-284A-4B3E-B3E8-148931C78E22}" destId="{27EA6531-BD51-426A-80D1-9A7C66190138}" srcOrd="1" destOrd="0" presId="urn:microsoft.com/office/officeart/2005/8/layout/hierarchy1"/>
    <dgm:cxn modelId="{B265C8E5-29D1-4F00-8587-8A90F1F1FBDF}" type="presParOf" srcId="{35F6B16E-8839-425E-9FCA-CD63A6AB9BA3}" destId="{4D5ED44E-CAB5-4E16-9F26-E68076F73445}" srcOrd="1" destOrd="0" presId="urn:microsoft.com/office/officeart/2005/8/layout/hierarchy1"/>
    <dgm:cxn modelId="{A0DFC482-F329-4EB3-9B85-534D4083D6E6}" type="presParOf" srcId="{C3280FBA-B8D8-49D8-A8B2-015A90F12D0D}" destId="{8D4462CC-C015-4C05-940D-0E7A279CEB58}" srcOrd="4" destOrd="0" presId="urn:microsoft.com/office/officeart/2005/8/layout/hierarchy1"/>
    <dgm:cxn modelId="{49794A98-9004-47DC-8306-4D5E0CB99B1A}" type="presParOf" srcId="{C3280FBA-B8D8-49D8-A8B2-015A90F12D0D}" destId="{8CF00E88-240A-4DE8-8A73-F4AAF8E4D6CF}" srcOrd="5" destOrd="0" presId="urn:microsoft.com/office/officeart/2005/8/layout/hierarchy1"/>
    <dgm:cxn modelId="{78C4B07C-EC3C-4C1E-AE55-ADDE2F99654F}" type="presParOf" srcId="{8CF00E88-240A-4DE8-8A73-F4AAF8E4D6CF}" destId="{C2E814BC-FA09-4755-BB0B-3D86C4A0F1F4}" srcOrd="0" destOrd="0" presId="urn:microsoft.com/office/officeart/2005/8/layout/hierarchy1"/>
    <dgm:cxn modelId="{B5D1AAE9-293F-4576-847D-FEA58C687A34}" type="presParOf" srcId="{C2E814BC-FA09-4755-BB0B-3D86C4A0F1F4}" destId="{AF6E7068-E911-479A-AC66-A1B5E53E48B7}" srcOrd="0" destOrd="0" presId="urn:microsoft.com/office/officeart/2005/8/layout/hierarchy1"/>
    <dgm:cxn modelId="{8524C7F0-D3A5-4E2A-A116-FB9A921A362D}" type="presParOf" srcId="{C2E814BC-FA09-4755-BB0B-3D86C4A0F1F4}" destId="{368C5C1E-E025-4FF0-A341-ECF6BB68FE26}" srcOrd="1" destOrd="0" presId="urn:microsoft.com/office/officeart/2005/8/layout/hierarchy1"/>
    <dgm:cxn modelId="{ECC86EE8-EB7D-48B6-BEB1-5E374B15F778}" type="presParOf" srcId="{8CF00E88-240A-4DE8-8A73-F4AAF8E4D6CF}" destId="{E628E1E0-B1E1-4C28-8652-6484AF85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62CC-C015-4C05-940D-0E7A279CEB58}">
      <dsp:nvSpPr>
        <dsp:cNvPr id="0" name=""/>
        <dsp:cNvSpPr/>
      </dsp:nvSpPr>
      <dsp:spPr>
        <a:xfrm>
          <a:off x="710257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80762-378A-4105-963D-996A3E46C056}">
      <dsp:nvSpPr>
        <dsp:cNvPr id="0" name=""/>
        <dsp:cNvSpPr/>
      </dsp:nvSpPr>
      <dsp:spPr>
        <a:xfrm>
          <a:off x="705685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3C2B8-0367-45AD-8B26-8486F1FB7DD5}">
      <dsp:nvSpPr>
        <dsp:cNvPr id="0" name=""/>
        <dsp:cNvSpPr/>
      </dsp:nvSpPr>
      <dsp:spPr>
        <a:xfrm>
          <a:off x="642044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109DD-A8C8-469F-B4B0-68B4C50F700C}">
      <dsp:nvSpPr>
        <dsp:cNvPr id="0" name=""/>
        <dsp:cNvSpPr/>
      </dsp:nvSpPr>
      <dsp:spPr>
        <a:xfrm>
          <a:off x="5056187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C56EB-65D4-4029-AF1B-6E679B6DDA81}">
      <dsp:nvSpPr>
        <dsp:cNvPr id="0" name=""/>
        <dsp:cNvSpPr/>
      </dsp:nvSpPr>
      <dsp:spPr>
        <a:xfrm>
          <a:off x="5010467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37AD0-46D0-4AE3-8C7B-BF6B8EFE395A}">
      <dsp:nvSpPr>
        <dsp:cNvPr id="0" name=""/>
        <dsp:cNvSpPr/>
      </dsp:nvSpPr>
      <dsp:spPr>
        <a:xfrm>
          <a:off x="4374058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B56F-6C0A-4FD7-B91C-7B507DD2A90B}">
      <dsp:nvSpPr>
        <dsp:cNvPr id="0" name=""/>
        <dsp:cNvSpPr/>
      </dsp:nvSpPr>
      <dsp:spPr>
        <a:xfrm>
          <a:off x="3009800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4B6C6-7AC6-4230-96F4-99E63ED92BF3}">
      <dsp:nvSpPr>
        <dsp:cNvPr id="0" name=""/>
        <dsp:cNvSpPr/>
      </dsp:nvSpPr>
      <dsp:spPr>
        <a:xfrm>
          <a:off x="2964080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396FF-CA79-4DA3-A9CB-A2676D01765E}">
      <dsp:nvSpPr>
        <dsp:cNvPr id="0" name=""/>
        <dsp:cNvSpPr/>
      </dsp:nvSpPr>
      <dsp:spPr>
        <a:xfrm>
          <a:off x="2327671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69A54-87B8-41ED-802C-00C60044B5C3}">
      <dsp:nvSpPr>
        <dsp:cNvPr id="0" name=""/>
        <dsp:cNvSpPr/>
      </dsp:nvSpPr>
      <dsp:spPr>
        <a:xfrm>
          <a:off x="96341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ED8D2-C4CA-4F1D-BFBF-F459D32CEF0C}">
      <dsp:nvSpPr>
        <dsp:cNvPr id="0" name=""/>
        <dsp:cNvSpPr/>
      </dsp:nvSpPr>
      <dsp:spPr>
        <a:xfrm>
          <a:off x="91769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36278-5BF7-40FD-A727-3E1D20D6F9F5}">
      <dsp:nvSpPr>
        <dsp:cNvPr id="0" name=""/>
        <dsp:cNvSpPr/>
      </dsp:nvSpPr>
      <dsp:spPr>
        <a:xfrm>
          <a:off x="28128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8EA08-842A-467A-B685-2E985BE21498}">
      <dsp:nvSpPr>
        <dsp:cNvPr id="0" name=""/>
        <dsp:cNvSpPr/>
      </dsp:nvSpPr>
      <dsp:spPr>
        <a:xfrm>
          <a:off x="68436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5CBF3-A671-43B1-9146-21CA92B8E852}">
      <dsp:nvSpPr>
        <dsp:cNvPr id="0" name=""/>
        <dsp:cNvSpPr/>
      </dsp:nvSpPr>
      <dsp:spPr>
        <a:xfrm>
          <a:off x="74637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White</a:t>
          </a:r>
        </a:p>
      </dsp:txBody>
      <dsp:txXfrm>
        <a:off x="756753" y="2313614"/>
        <a:ext cx="537345" cy="333636"/>
      </dsp:txXfrm>
    </dsp:sp>
    <dsp:sp modelId="{2928AB1F-0791-47EA-BE15-1F2A87A92B6A}">
      <dsp:nvSpPr>
        <dsp:cNvPr id="0" name=""/>
        <dsp:cNvSpPr/>
      </dsp:nvSpPr>
      <dsp:spPr>
        <a:xfrm>
          <a:off x="223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C6E9D-AF46-4652-9042-974CEA084475}">
      <dsp:nvSpPr>
        <dsp:cNvPr id="0" name=""/>
        <dsp:cNvSpPr/>
      </dsp:nvSpPr>
      <dsp:spPr>
        <a:xfrm>
          <a:off x="6424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74624" y="2830326"/>
        <a:ext cx="537345" cy="333636"/>
      </dsp:txXfrm>
    </dsp:sp>
    <dsp:sp modelId="{0DAF95A0-8D39-4843-A85B-D32886FB75EC}">
      <dsp:nvSpPr>
        <dsp:cNvPr id="0" name=""/>
        <dsp:cNvSpPr/>
      </dsp:nvSpPr>
      <dsp:spPr>
        <a:xfrm>
          <a:off x="68436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F108-A9D3-41A6-AE09-E1318D44C0B8}">
      <dsp:nvSpPr>
        <dsp:cNvPr id="0" name=""/>
        <dsp:cNvSpPr/>
      </dsp:nvSpPr>
      <dsp:spPr>
        <a:xfrm>
          <a:off x="74637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756753" y="2830326"/>
        <a:ext cx="537345" cy="333636"/>
      </dsp:txXfrm>
    </dsp:sp>
    <dsp:sp modelId="{ED736320-64E9-48C4-A12B-7DF6D9281C56}">
      <dsp:nvSpPr>
        <dsp:cNvPr id="0" name=""/>
        <dsp:cNvSpPr/>
      </dsp:nvSpPr>
      <dsp:spPr>
        <a:xfrm>
          <a:off x="136649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AE9B-7869-4199-A378-0E1B411D16EB}">
      <dsp:nvSpPr>
        <dsp:cNvPr id="0" name=""/>
        <dsp:cNvSpPr/>
      </dsp:nvSpPr>
      <dsp:spPr>
        <a:xfrm>
          <a:off x="1428501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1438881" y="2830326"/>
        <a:ext cx="537345" cy="333636"/>
      </dsp:txXfrm>
    </dsp:sp>
    <dsp:sp modelId="{FB43E865-BDB9-490C-8E6B-14390DB87AA3}">
      <dsp:nvSpPr>
        <dsp:cNvPr id="0" name=""/>
        <dsp:cNvSpPr/>
      </dsp:nvSpPr>
      <dsp:spPr>
        <a:xfrm>
          <a:off x="2730748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A618F-46A2-418E-B799-8FDF8D26EDAB}">
      <dsp:nvSpPr>
        <dsp:cNvPr id="0" name=""/>
        <dsp:cNvSpPr/>
      </dsp:nvSpPr>
      <dsp:spPr>
        <a:xfrm>
          <a:off x="2792759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Red</a:t>
          </a:r>
        </a:p>
      </dsp:txBody>
      <dsp:txXfrm>
        <a:off x="2803139" y="2313614"/>
        <a:ext cx="537345" cy="333636"/>
      </dsp:txXfrm>
    </dsp:sp>
    <dsp:sp modelId="{8626110F-7293-4911-AA65-5040D4194541}">
      <dsp:nvSpPr>
        <dsp:cNvPr id="0" name=""/>
        <dsp:cNvSpPr/>
      </dsp:nvSpPr>
      <dsp:spPr>
        <a:xfrm>
          <a:off x="2048619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E8A2-C5F9-4664-85A3-7290A36515E9}">
      <dsp:nvSpPr>
        <dsp:cNvPr id="0" name=""/>
        <dsp:cNvSpPr/>
      </dsp:nvSpPr>
      <dsp:spPr>
        <a:xfrm>
          <a:off x="2110630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2121010" y="2830326"/>
        <a:ext cx="537345" cy="333636"/>
      </dsp:txXfrm>
    </dsp:sp>
    <dsp:sp modelId="{59014E87-968B-4E76-B47E-B3268991BEBB}">
      <dsp:nvSpPr>
        <dsp:cNvPr id="0" name=""/>
        <dsp:cNvSpPr/>
      </dsp:nvSpPr>
      <dsp:spPr>
        <a:xfrm>
          <a:off x="2730748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1827-14B5-4B68-BEB7-C97FB869A1F7}">
      <dsp:nvSpPr>
        <dsp:cNvPr id="0" name=""/>
        <dsp:cNvSpPr/>
      </dsp:nvSpPr>
      <dsp:spPr>
        <a:xfrm>
          <a:off x="2792759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2803139" y="2830326"/>
        <a:ext cx="537345" cy="333636"/>
      </dsp:txXfrm>
    </dsp:sp>
    <dsp:sp modelId="{3BEFC35B-B374-42E9-8EF6-53DB65DB698A}">
      <dsp:nvSpPr>
        <dsp:cNvPr id="0" name=""/>
        <dsp:cNvSpPr/>
      </dsp:nvSpPr>
      <dsp:spPr>
        <a:xfrm>
          <a:off x="3412876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EEA20-D030-43FE-9B12-1CD5394C1CFA}">
      <dsp:nvSpPr>
        <dsp:cNvPr id="0" name=""/>
        <dsp:cNvSpPr/>
      </dsp:nvSpPr>
      <dsp:spPr>
        <a:xfrm>
          <a:off x="3474888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3485268" y="2830326"/>
        <a:ext cx="537345" cy="333636"/>
      </dsp:txXfrm>
    </dsp:sp>
    <dsp:sp modelId="{6EAFEBEF-78BA-4DC0-A656-4D2EC096DB60}">
      <dsp:nvSpPr>
        <dsp:cNvPr id="0" name=""/>
        <dsp:cNvSpPr/>
      </dsp:nvSpPr>
      <dsp:spPr>
        <a:xfrm>
          <a:off x="4777134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DC9E-EBA3-4CD0-B12A-C131014DB27E}">
      <dsp:nvSpPr>
        <dsp:cNvPr id="0" name=""/>
        <dsp:cNvSpPr/>
      </dsp:nvSpPr>
      <dsp:spPr>
        <a:xfrm>
          <a:off x="4839146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Blue</a:t>
          </a:r>
        </a:p>
      </dsp:txBody>
      <dsp:txXfrm>
        <a:off x="4849526" y="2313614"/>
        <a:ext cx="537345" cy="333636"/>
      </dsp:txXfrm>
    </dsp:sp>
    <dsp:sp modelId="{A3311C7F-C946-466B-A9BA-543AD7B1E41E}">
      <dsp:nvSpPr>
        <dsp:cNvPr id="0" name=""/>
        <dsp:cNvSpPr/>
      </dsp:nvSpPr>
      <dsp:spPr>
        <a:xfrm>
          <a:off x="4095005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23FA-9E6C-4887-86DE-58D78A61577A}">
      <dsp:nvSpPr>
        <dsp:cNvPr id="0" name=""/>
        <dsp:cNvSpPr/>
      </dsp:nvSpPr>
      <dsp:spPr>
        <a:xfrm>
          <a:off x="4157017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4167397" y="2830326"/>
        <a:ext cx="537345" cy="333636"/>
      </dsp:txXfrm>
    </dsp:sp>
    <dsp:sp modelId="{1918647D-E80D-4F80-A065-5F71FB71A76D}">
      <dsp:nvSpPr>
        <dsp:cNvPr id="0" name=""/>
        <dsp:cNvSpPr/>
      </dsp:nvSpPr>
      <dsp:spPr>
        <a:xfrm>
          <a:off x="4777134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31F5-CCDF-48FD-A4C3-7CDBF4046951}">
      <dsp:nvSpPr>
        <dsp:cNvPr id="0" name=""/>
        <dsp:cNvSpPr/>
      </dsp:nvSpPr>
      <dsp:spPr>
        <a:xfrm>
          <a:off x="4839146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4849526" y="2830326"/>
        <a:ext cx="537345" cy="333636"/>
      </dsp:txXfrm>
    </dsp:sp>
    <dsp:sp modelId="{9B43F61E-CEAD-455A-ACB6-027347004BB6}">
      <dsp:nvSpPr>
        <dsp:cNvPr id="0" name=""/>
        <dsp:cNvSpPr/>
      </dsp:nvSpPr>
      <dsp:spPr>
        <a:xfrm>
          <a:off x="5459263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6B307-C73E-4B76-AB47-EA96EFE2850B}">
      <dsp:nvSpPr>
        <dsp:cNvPr id="0" name=""/>
        <dsp:cNvSpPr/>
      </dsp:nvSpPr>
      <dsp:spPr>
        <a:xfrm>
          <a:off x="5521275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5531655" y="2830326"/>
        <a:ext cx="537345" cy="333636"/>
      </dsp:txXfrm>
    </dsp:sp>
    <dsp:sp modelId="{3BB67453-2F52-4B21-A235-1A9CB5ED6AE1}">
      <dsp:nvSpPr>
        <dsp:cNvPr id="0" name=""/>
        <dsp:cNvSpPr/>
      </dsp:nvSpPr>
      <dsp:spPr>
        <a:xfrm>
          <a:off x="682352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B606-F96B-4FA5-8E0A-1DD1BAEB41AC}">
      <dsp:nvSpPr>
        <dsp:cNvPr id="0" name=""/>
        <dsp:cNvSpPr/>
      </dsp:nvSpPr>
      <dsp:spPr>
        <a:xfrm>
          <a:off x="688553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Yellow</a:t>
          </a:r>
        </a:p>
      </dsp:txBody>
      <dsp:txXfrm>
        <a:off x="6895913" y="2313614"/>
        <a:ext cx="537345" cy="333636"/>
      </dsp:txXfrm>
    </dsp:sp>
    <dsp:sp modelId="{FB70F6F6-E2B8-456C-80CA-7CA9A1E9B77A}">
      <dsp:nvSpPr>
        <dsp:cNvPr id="0" name=""/>
        <dsp:cNvSpPr/>
      </dsp:nvSpPr>
      <dsp:spPr>
        <a:xfrm>
          <a:off x="614139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139B7-2509-426F-9525-F14D26483C22}">
      <dsp:nvSpPr>
        <dsp:cNvPr id="0" name=""/>
        <dsp:cNvSpPr/>
      </dsp:nvSpPr>
      <dsp:spPr>
        <a:xfrm>
          <a:off x="620340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6213784" y="2830326"/>
        <a:ext cx="537345" cy="333636"/>
      </dsp:txXfrm>
    </dsp:sp>
    <dsp:sp modelId="{F9736690-F244-4F66-B1AB-A11117EA9195}">
      <dsp:nvSpPr>
        <dsp:cNvPr id="0" name=""/>
        <dsp:cNvSpPr/>
      </dsp:nvSpPr>
      <dsp:spPr>
        <a:xfrm>
          <a:off x="682352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6531-BD51-426A-80D1-9A7C66190138}">
      <dsp:nvSpPr>
        <dsp:cNvPr id="0" name=""/>
        <dsp:cNvSpPr/>
      </dsp:nvSpPr>
      <dsp:spPr>
        <a:xfrm>
          <a:off x="688553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6895913" y="2830326"/>
        <a:ext cx="537345" cy="333636"/>
      </dsp:txXfrm>
    </dsp:sp>
    <dsp:sp modelId="{AF6E7068-E911-479A-AC66-A1B5E53E48B7}">
      <dsp:nvSpPr>
        <dsp:cNvPr id="0" name=""/>
        <dsp:cNvSpPr/>
      </dsp:nvSpPr>
      <dsp:spPr>
        <a:xfrm>
          <a:off x="750565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5C1E-E025-4FF0-A341-ECF6BB68FE26}">
      <dsp:nvSpPr>
        <dsp:cNvPr id="0" name=""/>
        <dsp:cNvSpPr/>
      </dsp:nvSpPr>
      <dsp:spPr>
        <a:xfrm>
          <a:off x="7567662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7578042" y="2830326"/>
        <a:ext cx="537345" cy="333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5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2403762"/>
            <a:ext cx="9448800" cy="1025238"/>
          </a:xfrm>
        </p:spPr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Tree Diagrams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EQ: </a:t>
            </a:r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32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842F-32CC-4561-A470-9CD227FE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745900"/>
            <a:ext cx="1854200" cy="129302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</a:t>
            </a:r>
            <a:br>
              <a:rPr lang="en-US" dirty="0"/>
            </a:br>
            <a:r>
              <a:rPr lang="en-US" dirty="0"/>
              <a:t>EQ:</a:t>
            </a:r>
            <a:br>
              <a:rPr lang="en-US" dirty="0"/>
            </a:b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5E98C-A730-4A2F-9498-5074C6984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038928"/>
                <a:ext cx="10820400" cy="4179757"/>
              </a:xfrm>
            </p:spPr>
            <p:txBody>
              <a:bodyPr>
                <a:normAutofit fontScale="92500" lnSpcReduction="20000"/>
              </a:bodyPr>
              <a:lstStyle/>
              <a:p>
                <a:pPr marL="457200" indent="-4572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What is Quantitative data?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What is the theoretical probability that I will roll 3 on a dice after 30 rolls?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What is the area of the following shape: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</a:pPr>
                <a:endParaRPr lang="en-US" dirty="0"/>
              </a:p>
              <a:p>
                <a:pPr marL="457200" indent="-4572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as a decimal and a percentage?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5E98C-A730-4A2F-9498-5074C6984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038928"/>
                <a:ext cx="10820400" cy="4179757"/>
              </a:xfrm>
              <a:blipFill>
                <a:blip r:embed="rId2"/>
                <a:stretch>
                  <a:fillRect l="-620" b="-2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>
            <a:extLst>
              <a:ext uri="{FF2B5EF4-FFF2-40B4-BE49-F238E27FC236}">
                <a16:creationId xmlns:a16="http://schemas.microsoft.com/office/drawing/2014/main" id="{4DCED3C7-0E88-432D-9F5B-DC8791F9F7BE}"/>
              </a:ext>
            </a:extLst>
          </p:cNvPr>
          <p:cNvSpPr txBox="1">
            <a:spLocks/>
          </p:cNvSpPr>
          <p:nvPr/>
        </p:nvSpPr>
        <p:spPr>
          <a:xfrm>
            <a:off x="5816601" y="1173767"/>
            <a:ext cx="5935846" cy="138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8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r>
              <a:rPr lang="en-AU" sz="28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F04C0-E369-4189-A37D-6B3851510BB6}"/>
              </a:ext>
            </a:extLst>
          </p:cNvPr>
          <p:cNvSpPr txBox="1"/>
          <p:nvPr/>
        </p:nvSpPr>
        <p:spPr>
          <a:xfrm>
            <a:off x="5735722" y="469008"/>
            <a:ext cx="6097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cap="none" dirty="0">
                <a:latin typeface="DJB Fancy Nancy" panose="02000500000000000000" pitchFamily="2" charset="0"/>
              </a:rPr>
              <a:t>Tree Diagrams</a:t>
            </a:r>
            <a:endParaRPr lang="en-AU" sz="4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838AA7-9626-45F6-94D1-62C1B98F2B0F}"/>
              </a:ext>
            </a:extLst>
          </p:cNvPr>
          <p:cNvSpPr/>
          <p:nvPr/>
        </p:nvSpPr>
        <p:spPr>
          <a:xfrm>
            <a:off x="6741693" y="3801422"/>
            <a:ext cx="1193533" cy="117428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0F308F-3E1B-4B1B-842A-30256E697008}"/>
              </a:ext>
            </a:extLst>
          </p:cNvPr>
          <p:cNvCxnSpPr>
            <a:stCxn id="7" idx="6"/>
            <a:endCxn id="7" idx="2"/>
          </p:cNvCxnSpPr>
          <p:nvPr/>
        </p:nvCxnSpPr>
        <p:spPr>
          <a:xfrm flipH="1">
            <a:off x="6741693" y="4388563"/>
            <a:ext cx="1193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1187F2-4242-4673-9DBF-2247A0893D8A}"/>
              </a:ext>
            </a:extLst>
          </p:cNvPr>
          <p:cNvSpPr txBox="1"/>
          <p:nvPr/>
        </p:nvSpPr>
        <p:spPr>
          <a:xfrm>
            <a:off x="6936204" y="4038483"/>
            <a:ext cx="1122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191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582" y="86223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 way of writing the sample space for a particular event.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3922996"/>
            <a:ext cx="2108281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932115"/>
            <a:ext cx="986236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6827001" y="3429000"/>
            <a:ext cx="6125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200" dirty="0"/>
              <a:t>Heads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Heads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BFB18-9783-4F1E-A293-ACF863FEEB53}"/>
              </a:ext>
            </a:extLst>
          </p:cNvPr>
          <p:cNvSpPr txBox="1"/>
          <p:nvPr/>
        </p:nvSpPr>
        <p:spPr>
          <a:xfrm>
            <a:off x="6827001" y="5959543"/>
            <a:ext cx="466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What is the probability of getting one of these outcomes?</a:t>
            </a:r>
          </a:p>
        </p:txBody>
      </p:sp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given a spot to stand in the room</a:t>
            </a:r>
          </a:p>
          <a:p>
            <a:r>
              <a:rPr lang="en-AU" dirty="0"/>
              <a:t>You need to work out why you are standing there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48205E-E940-4C02-835B-D3DF3ACC481D}"/>
              </a:ext>
            </a:extLst>
          </p:cNvPr>
          <p:cNvSpPr txBox="1"/>
          <p:nvPr/>
        </p:nvSpPr>
        <p:spPr>
          <a:xfrm>
            <a:off x="3503712" y="28864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F404-C55D-4E0A-9DAC-4715CD290255}"/>
              </a:ext>
            </a:extLst>
          </p:cNvPr>
          <p:cNvSpPr txBox="1"/>
          <p:nvPr/>
        </p:nvSpPr>
        <p:spPr>
          <a:xfrm>
            <a:off x="3503712" y="485435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3751547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AD68-9873-4423-9558-9BDE0742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075" y="-102402"/>
            <a:ext cx="8610600" cy="1293028"/>
          </a:xfrm>
        </p:spPr>
        <p:txBody>
          <a:bodyPr/>
          <a:lstStyle/>
          <a:p>
            <a:r>
              <a:rPr lang="en-AU" dirty="0"/>
              <a:t>Worked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A8F27B-C184-491F-B5D5-07EA661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237" t="52702" r="24038" b="19842"/>
          <a:stretch/>
        </p:blipFill>
        <p:spPr>
          <a:xfrm>
            <a:off x="238125" y="885825"/>
            <a:ext cx="7445764" cy="22669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69B750-6984-4C8F-A44E-45C4CAB13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820221"/>
              </p:ext>
            </p:extLst>
          </p:nvPr>
        </p:nvGraphicFramePr>
        <p:xfrm>
          <a:off x="695325" y="9958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00902-C43B-4CF4-B886-D3ED34872CB4}"/>
              </a:ext>
            </a:extLst>
          </p:cNvPr>
          <p:cNvGrpSpPr/>
          <p:nvPr/>
        </p:nvGrpSpPr>
        <p:grpSpPr>
          <a:xfrm>
            <a:off x="868973" y="3003540"/>
            <a:ext cx="1821537" cy="1432755"/>
            <a:chOff x="868973" y="3003540"/>
            <a:chExt cx="1821537" cy="14327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5D0514-1598-4868-8CCF-56E8D164B925}"/>
                </a:ext>
              </a:extLst>
            </p:cNvPr>
            <p:cNvSpPr txBox="1"/>
            <p:nvPr/>
          </p:nvSpPr>
          <p:spPr>
            <a:xfrm>
              <a:off x="2061796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DEDFFB-293F-4FD4-80B0-7433E7D4184D}"/>
                </a:ext>
              </a:extLst>
            </p:cNvPr>
            <p:cNvSpPr txBox="1"/>
            <p:nvPr/>
          </p:nvSpPr>
          <p:spPr>
            <a:xfrm>
              <a:off x="868973" y="4159296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W1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99F04-EB35-4D93-A970-F6BC54478CC5}"/>
                </a:ext>
              </a:extLst>
            </p:cNvPr>
            <p:cNvSpPr txBox="1"/>
            <p:nvPr/>
          </p:nvSpPr>
          <p:spPr>
            <a:xfrm>
              <a:off x="1654419" y="4141003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W2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6F64FE-0B21-4716-B858-E838D573FD10}"/>
                </a:ext>
              </a:extLst>
            </p:cNvPr>
            <p:cNvSpPr txBox="1"/>
            <p:nvPr/>
          </p:nvSpPr>
          <p:spPr>
            <a:xfrm>
              <a:off x="2341055" y="4141002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W3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AA248D-6E18-4312-9597-2B7B70DC8D4E}"/>
              </a:ext>
            </a:extLst>
          </p:cNvPr>
          <p:cNvGrpSpPr/>
          <p:nvPr/>
        </p:nvGrpSpPr>
        <p:grpSpPr>
          <a:xfrm>
            <a:off x="2990615" y="4185593"/>
            <a:ext cx="1627341" cy="296046"/>
            <a:chOff x="2990615" y="4185593"/>
            <a:chExt cx="1627341" cy="2960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6F7FB8-62B8-477D-A682-D3A0F7123AF4}"/>
                </a:ext>
              </a:extLst>
            </p:cNvPr>
            <p:cNvSpPr txBox="1"/>
            <p:nvPr/>
          </p:nvSpPr>
          <p:spPr>
            <a:xfrm>
              <a:off x="2990615" y="4195943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R1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C318B9-3E86-4C62-8CC5-587C13FC3F3D}"/>
                </a:ext>
              </a:extLst>
            </p:cNvPr>
            <p:cNvSpPr txBox="1"/>
            <p:nvPr/>
          </p:nvSpPr>
          <p:spPr>
            <a:xfrm>
              <a:off x="3689148" y="4185593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R2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5D4307-C06B-4CAB-B005-4D0FC0B25674}"/>
                </a:ext>
              </a:extLst>
            </p:cNvPr>
            <p:cNvSpPr txBox="1"/>
            <p:nvPr/>
          </p:nvSpPr>
          <p:spPr>
            <a:xfrm>
              <a:off x="4350254" y="4204640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R3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001C3A-31E7-470D-B8BA-4A10912B90CB}"/>
              </a:ext>
            </a:extLst>
          </p:cNvPr>
          <p:cNvGrpSpPr/>
          <p:nvPr/>
        </p:nvGrpSpPr>
        <p:grpSpPr>
          <a:xfrm>
            <a:off x="5048787" y="3003540"/>
            <a:ext cx="1623347" cy="1469402"/>
            <a:chOff x="5048787" y="3003540"/>
            <a:chExt cx="1623347" cy="14694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C264A3-3A20-493C-A64D-27942BC102BF}"/>
                </a:ext>
              </a:extLst>
            </p:cNvPr>
            <p:cNvSpPr txBox="1"/>
            <p:nvPr/>
          </p:nvSpPr>
          <p:spPr>
            <a:xfrm>
              <a:off x="6179382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8F4104-DDD6-4B47-9468-31AC4F4CCEEF}"/>
                </a:ext>
              </a:extLst>
            </p:cNvPr>
            <p:cNvSpPr txBox="1"/>
            <p:nvPr/>
          </p:nvSpPr>
          <p:spPr>
            <a:xfrm>
              <a:off x="5048787" y="4195943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B1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00BD91-99C2-4B83-9EBB-2282C78E622D}"/>
                </a:ext>
              </a:extLst>
            </p:cNvPr>
            <p:cNvSpPr txBox="1"/>
            <p:nvPr/>
          </p:nvSpPr>
          <p:spPr>
            <a:xfrm>
              <a:off x="5729417" y="4159296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B2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C0F7D7-58D3-4E54-878F-B749AD67B307}"/>
                </a:ext>
              </a:extLst>
            </p:cNvPr>
            <p:cNvSpPr txBox="1"/>
            <p:nvPr/>
          </p:nvSpPr>
          <p:spPr>
            <a:xfrm>
              <a:off x="6410844" y="4159295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B3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C15BAE-01A3-4248-A687-F6A7B3B86868}"/>
              </a:ext>
            </a:extLst>
          </p:cNvPr>
          <p:cNvGrpSpPr/>
          <p:nvPr/>
        </p:nvGrpSpPr>
        <p:grpSpPr>
          <a:xfrm>
            <a:off x="7060404" y="3003540"/>
            <a:ext cx="1683989" cy="1459052"/>
            <a:chOff x="7060404" y="3003540"/>
            <a:chExt cx="1683989" cy="14590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33FA4-6F3D-4496-A707-EC2CB21DBA29}"/>
                </a:ext>
              </a:extLst>
            </p:cNvPr>
            <p:cNvSpPr txBox="1"/>
            <p:nvPr/>
          </p:nvSpPr>
          <p:spPr>
            <a:xfrm>
              <a:off x="8238175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1FF507-7B92-46BE-B2EF-D6A1EE07D16D}"/>
                </a:ext>
              </a:extLst>
            </p:cNvPr>
            <p:cNvSpPr txBox="1"/>
            <p:nvPr/>
          </p:nvSpPr>
          <p:spPr>
            <a:xfrm>
              <a:off x="8479897" y="4185592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Y3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A9F32B-8175-40E2-83F1-313C7E7F1488}"/>
                </a:ext>
              </a:extLst>
            </p:cNvPr>
            <p:cNvSpPr txBox="1"/>
            <p:nvPr/>
          </p:nvSpPr>
          <p:spPr>
            <a:xfrm>
              <a:off x="7771151" y="4185592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Y2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0EF9CE-FE05-43FC-B6F1-BAF66CEB684E}"/>
                </a:ext>
              </a:extLst>
            </p:cNvPr>
            <p:cNvSpPr txBox="1"/>
            <p:nvPr/>
          </p:nvSpPr>
          <p:spPr>
            <a:xfrm>
              <a:off x="7060404" y="4185593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AU" dirty="0"/>
                <a:t>Y2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F3C26EE-888A-4798-BAB3-F4FDEF3CB2C6}"/>
              </a:ext>
            </a:extLst>
          </p:cNvPr>
          <p:cNvSpPr txBox="1"/>
          <p:nvPr/>
        </p:nvSpPr>
        <p:spPr>
          <a:xfrm>
            <a:off x="501162" y="5073162"/>
            <a:ext cx="3930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 (Blue and 2) =   </a:t>
            </a:r>
          </a:p>
          <a:p>
            <a:endParaRPr lang="en-AU" dirty="0"/>
          </a:p>
          <a:p>
            <a:r>
              <a:rPr lang="en-AU" dirty="0"/>
              <a:t>P(Yellow)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/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/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874F3-DF68-4300-8952-480BF92DC1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48" t="19743" r="25360" b="10128"/>
          <a:stretch/>
        </p:blipFill>
        <p:spPr>
          <a:xfrm>
            <a:off x="1740877" y="422030"/>
            <a:ext cx="8322761" cy="601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361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7704</TotalTime>
  <Words>560</Words>
  <Application>Microsoft Office PowerPoint</Application>
  <PresentationFormat>Widescreen</PresentationFormat>
  <Paragraphs>126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Tree Diagrams</vt:lpstr>
      <vt:lpstr>Topic: EQ: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Worked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Jade Gregory</cp:lastModifiedBy>
  <cp:revision>31</cp:revision>
  <dcterms:created xsi:type="dcterms:W3CDTF">2017-10-15T23:31:24Z</dcterms:created>
  <dcterms:modified xsi:type="dcterms:W3CDTF">2021-05-31T01:32:58Z</dcterms:modified>
</cp:coreProperties>
</file>