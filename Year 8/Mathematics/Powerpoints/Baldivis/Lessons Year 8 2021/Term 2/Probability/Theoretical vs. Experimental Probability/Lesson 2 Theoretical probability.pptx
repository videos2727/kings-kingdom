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59" r:id="rId3"/>
    <p:sldId id="258" r:id="rId4"/>
    <p:sldId id="324" r:id="rId5"/>
    <p:sldId id="325" r:id="rId6"/>
    <p:sldId id="322" r:id="rId7"/>
    <p:sldId id="323" r:id="rId8"/>
    <p:sldId id="320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8401" autoAdjust="0"/>
  </p:normalViewPr>
  <p:slideViewPr>
    <p:cSldViewPr>
      <p:cViewPr>
        <p:scale>
          <a:sx n="53" d="100"/>
          <a:sy n="53" d="100"/>
        </p:scale>
        <p:origin x="-1848" y="-5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6599168"/>
        <c:axId val="66613248"/>
      </c:barChart>
      <c:catAx>
        <c:axId val="665991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66613248"/>
        <c:crosses val="autoZero"/>
        <c:auto val="1"/>
        <c:lblAlgn val="ctr"/>
        <c:lblOffset val="100"/>
        <c:noMultiLvlLbl val="0"/>
      </c:catAx>
      <c:valAx>
        <c:axId val="66613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6659916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23/03/2018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Probability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6650951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AutoShape 2" descr="Image result for di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844824"/>
            <a:ext cx="3681760" cy="275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1556792"/>
            <a:ext cx="4335164" cy="43528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75656" y="363470"/>
            <a:ext cx="71626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b="1" dirty="0" smtClean="0"/>
              <a:t>How many squares are there?</a:t>
            </a:r>
            <a:endParaRPr lang="en-AU" sz="4400" b="1" dirty="0"/>
          </a:p>
        </p:txBody>
      </p:sp>
    </p:spTree>
    <p:extLst>
      <p:ext uri="{BB962C8B-B14F-4D97-AF65-F5344CB8AC3E}">
        <p14:creationId xmlns:p14="http://schemas.microsoft.com/office/powerpoint/2010/main" val="322219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27632"/>
            <a:ext cx="7632848" cy="56952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97189" y="6181270"/>
            <a:ext cx="1197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40 squares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82593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954850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730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Theoretical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you determine theoretical probability?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819194" y="2132856"/>
            <a:ext cx="5632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Theoretical probability is the chance of an event occurring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979712" y="2891181"/>
                <a:ext cx="7164288" cy="85921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AU" sz="24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sz="2400" b="1" i="1" smtClean="0">
                              <a:latin typeface="Cambria Math"/>
                            </a:rPr>
                            <m:t>𝒆𝒗𝒆𝒏𝒕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AU" sz="24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/>
                            </a:rPr>
                            <m:t>𝒏𝒖𝒎𝒃𝒆𝒓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𝒐𝒇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𝒕𝒊𝒎𝒆𝒔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𝒆𝒗𝒆𝒏𝒕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𝑨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𝒐𝒄𝒄𝒖𝒓𝒔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/>
                            </a:rPr>
                            <m:t>𝒏𝒖𝒎𝒃𝒆𝒓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𝒐𝒇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𝒑𝒐𝒔𝒔𝒊𝒃𝒍𝒆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AU" sz="2400" b="1" i="1" smtClean="0">
                              <a:latin typeface="Cambria Math"/>
                            </a:rPr>
                            <m:t>𝒐𝒖𝒕𝒄𝒐𝒎𝒆𝒔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2891181"/>
                <a:ext cx="7164288" cy="8592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188010" y="3765600"/>
            <a:ext cx="68018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Example: if there are 10 marbles in a bag, 6 are red, 3 are green and 1 is blue.</a:t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If a marble is randomly pulled out of the bag determine the following</a:t>
            </a:r>
          </a:p>
          <a:p>
            <a:endParaRPr lang="en-AU" dirty="0"/>
          </a:p>
          <a:p>
            <a:pPr marL="342900" indent="-342900">
              <a:buAutoNum type="alphaLcParenR"/>
            </a:pPr>
            <a:r>
              <a:rPr lang="en-AU" dirty="0" smtClean="0"/>
              <a:t>P(red marble) =</a:t>
            </a:r>
          </a:p>
          <a:p>
            <a:endParaRPr lang="en-AU" dirty="0" smtClean="0"/>
          </a:p>
          <a:p>
            <a:pPr marL="342900" indent="-342900">
              <a:buAutoNum type="alphaLcParenR"/>
            </a:pPr>
            <a:r>
              <a:rPr lang="en-AU" dirty="0" smtClean="0"/>
              <a:t>P(Green marble) =</a:t>
            </a:r>
          </a:p>
          <a:p>
            <a:endParaRPr lang="en-AU" dirty="0" smtClean="0"/>
          </a:p>
          <a:p>
            <a:pPr marL="342900" indent="-342900">
              <a:buAutoNum type="alphaLcParenR"/>
            </a:pPr>
            <a:r>
              <a:rPr lang="en-AU" dirty="0" smtClean="0"/>
              <a:t>P(yellow marble) =</a:t>
            </a:r>
          </a:p>
          <a:p>
            <a:pPr marL="342900" indent="-342900">
              <a:buAutoNum type="alphaLcParenR"/>
            </a:pPr>
            <a:endParaRPr lang="en-AU" dirty="0" smtClean="0"/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24958" y="1967851"/>
            <a:ext cx="1742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theoretical probability?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49637" y="3765600"/>
            <a:ext cx="1092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096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87824" y="508030"/>
            <a:ext cx="3643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 smtClean="0"/>
              <a:t>Let’s try these together</a:t>
            </a:r>
            <a:endParaRPr lang="en-AU" sz="2800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94" y="1268760"/>
            <a:ext cx="8048625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317794" y="3159472"/>
            <a:ext cx="3678142" cy="189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3995936" y="3159472"/>
            <a:ext cx="4370483" cy="189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202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Dwyer text book</a:t>
            </a:r>
          </a:p>
          <a:p>
            <a:pPr marL="0" indent="0">
              <a:buNone/>
            </a:pPr>
            <a:r>
              <a:rPr lang="en-AU" dirty="0" smtClean="0"/>
              <a:t>Page 54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55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133</Words>
  <Application>Microsoft Office PowerPoint</Application>
  <PresentationFormat>On-screen Show (4:3)</PresentationFormat>
  <Paragraphs>49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Probability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MORGAN Adam</cp:lastModifiedBy>
  <cp:revision>79</cp:revision>
  <dcterms:created xsi:type="dcterms:W3CDTF">2014-05-14T02:58:57Z</dcterms:created>
  <dcterms:modified xsi:type="dcterms:W3CDTF">2018-03-23T04:54:30Z</dcterms:modified>
</cp:coreProperties>
</file>