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24" r:id="rId5"/>
    <p:sldId id="325" r:id="rId6"/>
    <p:sldId id="322" r:id="rId7"/>
    <p:sldId id="323" r:id="rId8"/>
    <p:sldId id="320" r:id="rId9"/>
    <p:sldId id="326" r:id="rId10"/>
    <p:sldId id="327" r:id="rId11"/>
    <p:sldId id="328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 varScale="1">
        <p:scale>
          <a:sx n="82" d="100"/>
          <a:sy n="82" d="100"/>
        </p:scale>
        <p:origin x="146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6599168"/>
        <c:axId val="66613248"/>
      </c:barChart>
      <c:catAx>
        <c:axId val="66599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6613248"/>
        <c:crosses val="autoZero"/>
        <c:auto val="1"/>
        <c:lblAlgn val="ctr"/>
        <c:lblOffset val="100"/>
        <c:noMultiLvlLbl val="0"/>
      </c:catAx>
      <c:valAx>
        <c:axId val="66613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65991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650951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utoShape 2" descr="Image result for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44824"/>
            <a:ext cx="3681760" cy="275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D80A39-1617-4146-9DFC-C7DF9D412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9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3E2E65-CA9F-4AB5-81A9-695ECBF8A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60648"/>
            <a:ext cx="6381328" cy="638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9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95485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73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Theoretical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experimental and theoretical probability?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13669" y="2244850"/>
            <a:ext cx="670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Theoretical probability is the theoretical chance of an event occurring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8" y="1967851"/>
            <a:ext cx="1742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theoretical probability?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8EFB2-CE84-4673-B6A1-F65998338604}"/>
              </a:ext>
            </a:extLst>
          </p:cNvPr>
          <p:cNvSpPr txBox="1"/>
          <p:nvPr/>
        </p:nvSpPr>
        <p:spPr>
          <a:xfrm>
            <a:off x="2327868" y="3746648"/>
            <a:ext cx="6171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Experimental</a:t>
            </a:r>
            <a:r>
              <a:rPr lang="en-US" dirty="0"/>
              <a:t> </a:t>
            </a:r>
            <a:r>
              <a:rPr lang="en-US" b="1" dirty="0"/>
              <a:t>probability</a:t>
            </a:r>
            <a:r>
              <a:rPr lang="en-US" dirty="0"/>
              <a:t> is the ratio of the number of times an event occurs to the total number of trials or times the activity is performed.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A3DCF-CD65-4645-B2EF-F754F6FFF067}"/>
              </a:ext>
            </a:extLst>
          </p:cNvPr>
          <p:cNvSpPr txBox="1"/>
          <p:nvPr/>
        </p:nvSpPr>
        <p:spPr>
          <a:xfrm>
            <a:off x="119514" y="3746648"/>
            <a:ext cx="1747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Experimental Probability?</a:t>
            </a:r>
          </a:p>
        </p:txBody>
      </p:sp>
    </p:spTree>
    <p:extLst>
      <p:ext uri="{BB962C8B-B14F-4D97-AF65-F5344CB8AC3E}">
        <p14:creationId xmlns:p14="http://schemas.microsoft.com/office/powerpoint/2010/main" val="286096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776" y="476672"/>
            <a:ext cx="4471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Copy and complete the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BF811C-2353-491A-9057-0B7E59668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544524"/>
              </p:ext>
            </p:extLst>
          </p:nvPr>
        </p:nvGraphicFramePr>
        <p:xfrm>
          <a:off x="1524000" y="1397000"/>
          <a:ext cx="6504384" cy="3832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28">
                  <a:extLst>
                    <a:ext uri="{9D8B030D-6E8A-4147-A177-3AD203B41FA5}">
                      <a16:colId xmlns:a16="http://schemas.microsoft.com/office/drawing/2014/main" val="2120416346"/>
                    </a:ext>
                  </a:extLst>
                </a:gridCol>
                <a:gridCol w="2168128">
                  <a:extLst>
                    <a:ext uri="{9D8B030D-6E8A-4147-A177-3AD203B41FA5}">
                      <a16:colId xmlns:a16="http://schemas.microsoft.com/office/drawing/2014/main" val="2633455394"/>
                    </a:ext>
                  </a:extLst>
                </a:gridCol>
                <a:gridCol w="2168128">
                  <a:extLst>
                    <a:ext uri="{9D8B030D-6E8A-4147-A177-3AD203B41FA5}">
                      <a16:colId xmlns:a16="http://schemas.microsoft.com/office/drawing/2014/main" val="3705490846"/>
                    </a:ext>
                  </a:extLst>
                </a:gridCol>
              </a:tblGrid>
              <a:tr h="1116175">
                <a:tc>
                  <a:txBody>
                    <a:bodyPr/>
                    <a:lstStyle/>
                    <a:p>
                      <a:r>
                        <a:rPr lang="en-AU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Theoretical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Expected result from 30 rolls?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37136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129165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039262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026230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838273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81069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398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ECDA57-EBA9-47BA-B07A-4179E2817549}"/>
              </a:ext>
            </a:extLst>
          </p:cNvPr>
          <p:cNvSpPr txBox="1"/>
          <p:nvPr/>
        </p:nvSpPr>
        <p:spPr>
          <a:xfrm>
            <a:off x="2195736" y="5805264"/>
            <a:ext cx="558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Expected result= theoretical probability x amount of trials</a:t>
            </a:r>
          </a:p>
        </p:txBody>
      </p:sp>
    </p:spTree>
    <p:extLst>
      <p:ext uri="{BB962C8B-B14F-4D97-AF65-F5344CB8AC3E}">
        <p14:creationId xmlns:p14="http://schemas.microsoft.com/office/powerpoint/2010/main" val="275202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Roll a di 30 times and record your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773610-B3C7-4F3A-896C-6686BA5F1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96867"/>
              </p:ext>
            </p:extLst>
          </p:nvPr>
        </p:nvGraphicFramePr>
        <p:xfrm>
          <a:off x="1524000" y="2564904"/>
          <a:ext cx="6096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4016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8030097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7655397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9433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total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Experimental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74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57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0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928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93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339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83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E1CA-B4EC-482A-BD6B-227EB4A3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Combine the results for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F044D-85EE-48FB-A1C4-494D39136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If we combine the results of the class (increase the number of trials), what do you think will happen to the experimental probability?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Think, Pair, Share</a:t>
            </a:r>
          </a:p>
        </p:txBody>
      </p:sp>
    </p:spTree>
    <p:extLst>
      <p:ext uri="{BB962C8B-B14F-4D97-AF65-F5344CB8AC3E}">
        <p14:creationId xmlns:p14="http://schemas.microsoft.com/office/powerpoint/2010/main" val="68002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954850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73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Theoretical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experimental and theoretical probability?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13669" y="2244850"/>
            <a:ext cx="670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Theoretical probability is the theoretical chance of an event occurring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8" y="1967851"/>
            <a:ext cx="1742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theoretical probability?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8EFB2-CE84-4673-B6A1-F65998338604}"/>
              </a:ext>
            </a:extLst>
          </p:cNvPr>
          <p:cNvSpPr txBox="1"/>
          <p:nvPr/>
        </p:nvSpPr>
        <p:spPr>
          <a:xfrm>
            <a:off x="2327868" y="3746648"/>
            <a:ext cx="6171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Experimental</a:t>
            </a:r>
            <a:r>
              <a:rPr lang="en-US" dirty="0"/>
              <a:t> </a:t>
            </a:r>
            <a:r>
              <a:rPr lang="en-US" b="1" dirty="0"/>
              <a:t>probability</a:t>
            </a:r>
            <a:r>
              <a:rPr lang="en-US" dirty="0"/>
              <a:t> is the ratio of the number of times an event occurs to the total number of trials or times the activity is performed.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A3DCF-CD65-4645-B2EF-F754F6FFF067}"/>
              </a:ext>
            </a:extLst>
          </p:cNvPr>
          <p:cNvSpPr txBox="1"/>
          <p:nvPr/>
        </p:nvSpPr>
        <p:spPr>
          <a:xfrm>
            <a:off x="119514" y="3746648"/>
            <a:ext cx="1747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Experimental Probability?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616FF-B853-438D-A19B-7D14C7AF25DD}"/>
              </a:ext>
            </a:extLst>
          </p:cNvPr>
          <p:cNvSpPr txBox="1"/>
          <p:nvPr/>
        </p:nvSpPr>
        <p:spPr>
          <a:xfrm>
            <a:off x="251520" y="5229200"/>
            <a:ext cx="1615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happens when we increase the number of trials?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2B6E7-9A73-4F74-B2CD-7BE1D0C4A928}"/>
              </a:ext>
            </a:extLst>
          </p:cNvPr>
          <p:cNvSpPr txBox="1"/>
          <p:nvPr/>
        </p:nvSpPr>
        <p:spPr>
          <a:xfrm>
            <a:off x="2555776" y="5517232"/>
            <a:ext cx="612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As we increase the number of trails the Experimental probability should get closer to the Theoretical probability</a:t>
            </a:r>
          </a:p>
        </p:txBody>
      </p:sp>
    </p:spTree>
    <p:extLst>
      <p:ext uri="{BB962C8B-B14F-4D97-AF65-F5344CB8AC3E}">
        <p14:creationId xmlns:p14="http://schemas.microsoft.com/office/powerpoint/2010/main" val="405386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2811C-5B95-4C13-9867-17290C54D77C}"/>
              </a:ext>
            </a:extLst>
          </p:cNvPr>
          <p:cNvSpPr txBox="1"/>
          <p:nvPr/>
        </p:nvSpPr>
        <p:spPr>
          <a:xfrm>
            <a:off x="2051720" y="286003"/>
            <a:ext cx="6768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Quick review of the lesson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0BF79-66E3-41E6-ADFC-1D925687C059}"/>
              </a:ext>
            </a:extLst>
          </p:cNvPr>
          <p:cNvSpPr txBox="1"/>
          <p:nvPr/>
        </p:nvSpPr>
        <p:spPr>
          <a:xfrm>
            <a:off x="605200" y="1124744"/>
            <a:ext cx="821527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/>
              <a:t>What is experimental probability?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/>
              <a:t>What is theoretical probability?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/>
              <a:t>How do we calculate theoretical probability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/>
              <a:t>What happens to Experimental Probability when we increase the number of trials?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/>
              <a:t>What is the difference between theoretical and experimental probability? 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494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330</Words>
  <Application>Microsoft Office PowerPoint</Application>
  <PresentationFormat>On-screen Show (4:3)</PresentationFormat>
  <Paragraphs>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</vt:lpstr>
      <vt:lpstr>Combine the results for the class</vt:lpstr>
      <vt:lpstr>PowerPoint Presentation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Shanna Moneypenny</cp:lastModifiedBy>
  <cp:revision>82</cp:revision>
  <dcterms:created xsi:type="dcterms:W3CDTF">2014-05-14T02:58:57Z</dcterms:created>
  <dcterms:modified xsi:type="dcterms:W3CDTF">2018-03-27T13:18:29Z</dcterms:modified>
</cp:coreProperties>
</file>