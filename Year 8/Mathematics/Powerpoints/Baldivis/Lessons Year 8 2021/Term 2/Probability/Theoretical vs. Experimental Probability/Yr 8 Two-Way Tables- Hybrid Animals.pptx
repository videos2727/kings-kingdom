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2" r:id="rId3"/>
    <p:sldId id="271" r:id="rId4"/>
    <p:sldId id="274" r:id="rId5"/>
    <p:sldId id="275" r:id="rId6"/>
  </p:sldIdLst>
  <p:sldSz cx="7620000" cy="571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935303"/>
            <a:ext cx="5715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500" y="3001698"/>
            <a:ext cx="5715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7" y="1424783"/>
            <a:ext cx="657225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07" y="3824553"/>
            <a:ext cx="657225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3875" y="1521355"/>
            <a:ext cx="32385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7625" y="1521355"/>
            <a:ext cx="32385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7" y="304271"/>
            <a:ext cx="657225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868" y="1400970"/>
            <a:ext cx="3223617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868" y="2087563"/>
            <a:ext cx="3223617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57625" y="1400970"/>
            <a:ext cx="3239493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57625" y="2087563"/>
            <a:ext cx="3239493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8" y="381000"/>
            <a:ext cx="245764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9493" y="822855"/>
            <a:ext cx="3857625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868" y="1714500"/>
            <a:ext cx="245764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8" y="381000"/>
            <a:ext cx="245764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39493" y="822855"/>
            <a:ext cx="3857625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868" y="1714500"/>
            <a:ext cx="245764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53063" y="304271"/>
            <a:ext cx="1643063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875" y="304271"/>
            <a:ext cx="4833938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875" y="304271"/>
            <a:ext cx="657225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875" y="1521355"/>
            <a:ext cx="657225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3875" y="5296960"/>
            <a:ext cx="17145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25" y="5296960"/>
            <a:ext cx="257175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81625" y="5296960"/>
            <a:ext cx="17145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633" y="277215"/>
            <a:ext cx="6477000" cy="1225021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9640" y="3757600"/>
            <a:ext cx="5334000" cy="1460500"/>
          </a:xfrm>
        </p:spPr>
        <p:txBody>
          <a:bodyPr>
            <a:normAutofit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Semester </a:t>
            </a:r>
            <a:r>
              <a:rPr lang="en-AU" dirty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7290389" y="5407224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1</a:t>
            </a:r>
          </a:p>
        </p:txBody>
      </p:sp>
      <p:pic>
        <p:nvPicPr>
          <p:cNvPr id="1028" name="Picture 4" descr="Image result for australian coi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22" y="2074471"/>
            <a:ext cx="2280254" cy="77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Image result for cards"/>
          <p:cNvSpPr>
            <a:spLocks noChangeAspect="1" noChangeArrowheads="1"/>
          </p:cNvSpPr>
          <p:nvPr/>
        </p:nvSpPr>
        <p:spPr bwMode="auto">
          <a:xfrm>
            <a:off x="129646" y="-120385"/>
            <a:ext cx="1297695" cy="129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en-AU" sz="1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3" y="2773563"/>
            <a:ext cx="2632212" cy="2043835"/>
          </a:xfrm>
          <a:prstGeom prst="rect">
            <a:avLst/>
          </a:prstGeom>
        </p:spPr>
      </p:pic>
      <p:pic>
        <p:nvPicPr>
          <p:cNvPr id="1032" name="Picture 8" descr="Image result for d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13" y="1728301"/>
            <a:ext cx="2419905" cy="161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97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3875" y="78360"/>
            <a:ext cx="6802083" cy="1104636"/>
          </a:xfrm>
        </p:spPr>
        <p:txBody>
          <a:bodyPr/>
          <a:lstStyle/>
          <a:p>
            <a:r>
              <a:rPr lang="en-US" dirty="0" smtClean="0"/>
              <a:t>Theoretical Vs Experimental Probability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3875" y="2005449"/>
            <a:ext cx="6572250" cy="362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Theoretical: What should happen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 smtClean="0"/>
              <a:t>Experimental: What did happen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74433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4787" y="-6959"/>
            <a:ext cx="7886700" cy="739221"/>
          </a:xfrm>
        </p:spPr>
        <p:txBody>
          <a:bodyPr/>
          <a:lstStyle/>
          <a:p>
            <a:pPr algn="ctr"/>
            <a:r>
              <a:rPr lang="en-US" dirty="0" smtClean="0"/>
              <a:t>Which hybrid creature are you?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34702" y="732262"/>
            <a:ext cx="59167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You are about to become a mythical hybrid creature (</a:t>
            </a:r>
            <a:r>
              <a:rPr lang="en-US" sz="2000" dirty="0" err="1" smtClean="0"/>
              <a:t>eg</a:t>
            </a:r>
            <a:r>
              <a:rPr lang="en-US" sz="2000" dirty="0" smtClean="0"/>
              <a:t>; half human, half fish is a mermaid/merman)</a:t>
            </a:r>
          </a:p>
          <a:p>
            <a:endParaRPr lang="en-US" sz="2000" dirty="0"/>
          </a:p>
          <a:p>
            <a:r>
              <a:rPr lang="en-US" sz="2000" dirty="0" smtClean="0"/>
              <a:t>To find out which one you’ll become you need 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Roll the dice once to see what your body will be</a:t>
            </a:r>
          </a:p>
          <a:p>
            <a:r>
              <a:rPr lang="en-US" sz="2000" dirty="0" smtClean="0"/>
              <a:t>	- Even: Horse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 Odd: 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Roll the dice a second time to see what head you will get</a:t>
            </a:r>
          </a:p>
          <a:p>
            <a:r>
              <a:rPr lang="en-US" sz="2000" dirty="0" smtClean="0"/>
              <a:t>	- Even: Human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 Odd: Eagle</a:t>
            </a:r>
          </a:p>
          <a:p>
            <a:endParaRPr lang="en-US" sz="2000" dirty="0"/>
          </a:p>
          <a:p>
            <a:r>
              <a:rPr lang="en-US" sz="2000" dirty="0" smtClean="0"/>
              <a:t>And this is what you’ll become…</a:t>
            </a:r>
          </a:p>
        </p:txBody>
      </p:sp>
    </p:spTree>
    <p:extLst>
      <p:ext uri="{BB962C8B-B14F-4D97-AF65-F5344CB8AC3E}">
        <p14:creationId xmlns:p14="http://schemas.microsoft.com/office/powerpoint/2010/main" val="330589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4787" y="-6959"/>
            <a:ext cx="7886700" cy="739221"/>
          </a:xfrm>
        </p:spPr>
        <p:txBody>
          <a:bodyPr/>
          <a:lstStyle/>
          <a:p>
            <a:pPr algn="ctr"/>
            <a:r>
              <a:rPr lang="en-US" dirty="0" smtClean="0"/>
              <a:t>Which hybrid creature are you?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780962"/>
              </p:ext>
            </p:extLst>
          </p:nvPr>
        </p:nvGraphicFramePr>
        <p:xfrm>
          <a:off x="253926" y="732262"/>
          <a:ext cx="6837156" cy="469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80"/>
                <a:gridCol w="999880"/>
                <a:gridCol w="2381590"/>
                <a:gridCol w="2455806"/>
              </a:tblGrid>
              <a:tr h="419548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Body </a:t>
                      </a:r>
                      <a:r>
                        <a:rPr lang="en-US" sz="1600" dirty="0" smtClean="0"/>
                        <a:t>(Dice </a:t>
                      </a:r>
                      <a:r>
                        <a:rPr lang="en-US" sz="1600" dirty="0" smtClean="0"/>
                        <a:t>1)</a:t>
                      </a:r>
                      <a:endParaRPr lang="en-AU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</a:tr>
              <a:tr h="505609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Horse</a:t>
                      </a:r>
                    </a:p>
                    <a:p>
                      <a:pPr algn="ctr"/>
                      <a:r>
                        <a:rPr lang="en-US" sz="1600" dirty="0" smtClean="0"/>
                        <a:t>(Even)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Lion</a:t>
                      </a:r>
                    </a:p>
                    <a:p>
                      <a:pPr algn="ctr"/>
                      <a:r>
                        <a:rPr lang="en-US" sz="1600" dirty="0" smtClean="0"/>
                        <a:t>(Odd)</a:t>
                      </a:r>
                      <a:endParaRPr lang="en-AU" sz="1600" dirty="0"/>
                    </a:p>
                  </a:txBody>
                  <a:tcPr/>
                </a:tc>
              </a:tr>
              <a:tr h="1850645">
                <a:tc rowSpan="2"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Head</a:t>
                      </a:r>
                    </a:p>
                    <a:p>
                      <a:pPr algn="ctr"/>
                      <a:r>
                        <a:rPr lang="en-US" sz="1600" dirty="0" smtClean="0"/>
                        <a:t>(Dice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2</a:t>
                      </a:r>
                      <a:r>
                        <a:rPr lang="en-US" sz="1600" dirty="0" smtClean="0"/>
                        <a:t>)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Human</a:t>
                      </a:r>
                    </a:p>
                    <a:p>
                      <a:pPr algn="ctr"/>
                      <a:r>
                        <a:rPr lang="en-US" sz="1600" dirty="0" smtClean="0"/>
                        <a:t>(Even)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</a:tr>
              <a:tr h="1850645">
                <a:tc vMerge="1"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Eagle</a:t>
                      </a:r>
                    </a:p>
                    <a:p>
                      <a:pPr algn="ctr"/>
                      <a:r>
                        <a:rPr lang="en-US" sz="1600" dirty="0" smtClean="0"/>
                        <a:t>(Odd)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819" y="1797622"/>
            <a:ext cx="1882301" cy="16470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66" y="1844605"/>
            <a:ext cx="2116287" cy="15530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819" y="3704527"/>
            <a:ext cx="1882301" cy="16248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63" y="3825802"/>
            <a:ext cx="2036074" cy="13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5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3875" y="78360"/>
            <a:ext cx="6802083" cy="1104636"/>
          </a:xfrm>
        </p:spPr>
        <p:txBody>
          <a:bodyPr/>
          <a:lstStyle/>
          <a:p>
            <a:r>
              <a:rPr lang="en-US" dirty="0" smtClean="0"/>
              <a:t>Theoretical Vs Experimental Probability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3874" y="1359990"/>
            <a:ext cx="6683749" cy="362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i="1" dirty="0" smtClean="0"/>
              <a:t>Why is the experimental probability different to the theoretical probability?</a:t>
            </a:r>
          </a:p>
          <a:p>
            <a:pPr marL="0" indent="0">
              <a:buNone/>
            </a:pPr>
            <a:endParaRPr lang="en-US" sz="3200" i="1" dirty="0"/>
          </a:p>
          <a:p>
            <a:pPr marL="0" indent="0">
              <a:buNone/>
            </a:pPr>
            <a:r>
              <a:rPr lang="en-US" sz="3200" i="1" dirty="0" smtClean="0"/>
              <a:t>What can we do to get these numbers </a:t>
            </a:r>
            <a:r>
              <a:rPr lang="en-US" sz="3200" i="1" smtClean="0"/>
              <a:t>closer together?</a:t>
            </a:r>
            <a:endParaRPr lang="en-US" sz="3200" i="1" dirty="0" smtClean="0"/>
          </a:p>
        </p:txBody>
      </p:sp>
    </p:spTree>
    <p:extLst>
      <p:ext uri="{BB962C8B-B14F-4D97-AF65-F5344CB8AC3E}">
        <p14:creationId xmlns:p14="http://schemas.microsoft.com/office/powerpoint/2010/main" val="1765167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1669</TotalTime>
  <Words>131</Words>
  <Application>Microsoft Office PowerPoint</Application>
  <PresentationFormat>Custom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My Probability Interactive Notebook</vt:lpstr>
      <vt:lpstr>Theoretical Vs Experimental Probability</vt:lpstr>
      <vt:lpstr>Which hybrid creature are you?</vt:lpstr>
      <vt:lpstr>Which hybrid creature are you?</vt:lpstr>
      <vt:lpstr>Theoretical Vs Experimental Probability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Way Tables</dc:title>
  <dc:creator>WILSON James [Baldivis Secondary College]</dc:creator>
  <cp:lastModifiedBy>e4057735</cp:lastModifiedBy>
  <cp:revision>42</cp:revision>
  <dcterms:created xsi:type="dcterms:W3CDTF">2017-10-15T08:38:07Z</dcterms:created>
  <dcterms:modified xsi:type="dcterms:W3CDTF">2017-10-27T03:43:55Z</dcterms:modified>
</cp:coreProperties>
</file>