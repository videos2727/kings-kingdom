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315" r:id="rId3"/>
    <p:sldId id="259" r:id="rId4"/>
    <p:sldId id="258" r:id="rId5"/>
    <p:sldId id="303" r:id="rId6"/>
    <p:sldId id="328" r:id="rId7"/>
    <p:sldId id="330" r:id="rId8"/>
    <p:sldId id="329" r:id="rId9"/>
    <p:sldId id="33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69" d="100"/>
          <a:sy n="69" d="100"/>
        </p:scale>
        <p:origin x="141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19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23/10/2017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4 Semester </a:t>
            </a:r>
            <a:r>
              <a:rPr lang="en-AU" dirty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8" name="Picture 4" descr="Image result for australian coi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489363"/>
            <a:ext cx="2736305" cy="93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Image result for cards"/>
          <p:cNvSpPr>
            <a:spLocks noChangeAspect="1" noChangeArrowheads="1"/>
          </p:cNvSpPr>
          <p:nvPr/>
        </p:nvSpPr>
        <p:spPr bwMode="auto">
          <a:xfrm>
            <a:off x="155575" y="-144463"/>
            <a:ext cx="1557234" cy="155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56" y="3328276"/>
            <a:ext cx="3158654" cy="2452602"/>
          </a:xfrm>
          <a:prstGeom prst="rect">
            <a:avLst/>
          </a:prstGeom>
        </p:spPr>
      </p:pic>
      <p:pic>
        <p:nvPicPr>
          <p:cNvPr id="1032" name="Picture 8" descr="Image result for dic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73961"/>
            <a:ext cx="2903886" cy="193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Warm Up Dice Bingo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a 3 x 3 table.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Two dice will be rolled. The uppermost faces then added together. Write the totals you think will come up. </a:t>
            </a:r>
          </a:p>
          <a:p>
            <a:r>
              <a:rPr lang="en-AU" dirty="0" smtClean="0"/>
              <a:t>You may use the same number more than once, but can only cross one number each go.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377041"/>
              </p:ext>
            </p:extLst>
          </p:nvPr>
        </p:nvGraphicFramePr>
        <p:xfrm>
          <a:off x="4499992" y="1340768"/>
          <a:ext cx="2232249" cy="12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83"/>
                <a:gridCol w="744083"/>
                <a:gridCol w="744083"/>
              </a:tblGrid>
              <a:tr h="43204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00081" y="5373216"/>
            <a:ext cx="479815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0907" y="1700808"/>
            <a:ext cx="4684" cy="5157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3006" y="348841"/>
            <a:ext cx="1092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351" y="112927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</a:t>
            </a:r>
            <a:r>
              <a:rPr lang="en-AU" sz="2400" dirty="0" smtClean="0"/>
              <a:t>multiple experiments?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245308" y="1829532"/>
            <a:ext cx="6503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there is two probability experiments, we can use </a:t>
            </a:r>
            <a:r>
              <a:rPr lang="en-US" dirty="0" smtClean="0"/>
              <a:t>a table </a:t>
            </a:r>
            <a:r>
              <a:rPr lang="en-US" dirty="0" smtClean="0"/>
              <a:t>to represent all the possible__________.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5351" y="183203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Insert Question Here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245308" y="2527326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example;</a:t>
            </a:r>
          </a:p>
          <a:p>
            <a:r>
              <a:rPr lang="en-US" dirty="0" smtClean="0"/>
              <a:t>If we toss two coins, what is the probability of getting tails on both coins?</a:t>
            </a:r>
            <a:endParaRPr lang="en-AU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526325"/>
              </p:ext>
            </p:extLst>
          </p:nvPr>
        </p:nvGraphicFramePr>
        <p:xfrm>
          <a:off x="2466501" y="4729118"/>
          <a:ext cx="272344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569634"/>
                <a:gridCol w="680861"/>
                <a:gridCol w="680861"/>
              </a:tblGrid>
              <a:tr h="486054">
                <a:tc rowSpan="2" gridSpan="2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aseline="30000" dirty="0" smtClean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Coin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 gridSpan="2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2400" b="1" baseline="30000" dirty="0" smtClean="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 Coin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Up Arrow 14"/>
          <p:cNvSpPr/>
          <p:nvPr/>
        </p:nvSpPr>
        <p:spPr>
          <a:xfrm rot="7572596">
            <a:off x="3593929" y="3879501"/>
            <a:ext cx="504056" cy="116916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Up Arrow 17"/>
          <p:cNvSpPr/>
          <p:nvPr/>
        </p:nvSpPr>
        <p:spPr>
          <a:xfrm rot="11782173">
            <a:off x="2740577" y="4349517"/>
            <a:ext cx="504056" cy="116916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2209482" y="3442386"/>
            <a:ext cx="4162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One experiment goes across the horizontal and the other goes down the vertical</a:t>
            </a:r>
            <a:endParaRPr lang="en-AU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5274680" y="4551106"/>
            <a:ext cx="12673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Write the outcomes in the table</a:t>
            </a:r>
            <a:endParaRPr lang="en-AU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3872754" y="5724815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HH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3883277" y="6151749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HT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60119" y="5724815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4569449" y="6165044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</a:t>
            </a:r>
            <a:r>
              <a:rPr lang="en-US" sz="2400" dirty="0" smtClean="0"/>
              <a:t>T</a:t>
            </a:r>
            <a:endParaRPr lang="en-AU" sz="2400" dirty="0"/>
          </a:p>
        </p:txBody>
      </p:sp>
      <p:sp>
        <p:nvSpPr>
          <p:cNvPr id="26" name="Up Arrow 25"/>
          <p:cNvSpPr/>
          <p:nvPr/>
        </p:nvSpPr>
        <p:spPr>
          <a:xfrm rot="13598648">
            <a:off x="5112139" y="5448696"/>
            <a:ext cx="504056" cy="79229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456934" y="3463290"/>
                <a:ext cx="2592288" cy="1591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The sample space for these events would be:</a:t>
                </a:r>
              </a:p>
              <a:p>
                <a:r>
                  <a:rPr lang="en-US" dirty="0" smtClean="0"/>
                  <a:t>HH, TH, HT, TT</a:t>
                </a:r>
              </a:p>
              <a:p>
                <a:r>
                  <a:rPr lang="en-US" dirty="0" smtClean="0"/>
                  <a:t>Therefore the probability of the event P(TT)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 smtClean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934" y="3463290"/>
                <a:ext cx="2592288" cy="1591461"/>
              </a:xfrm>
              <a:prstGeom prst="rect">
                <a:avLst/>
              </a:prstGeom>
              <a:blipFill rotWithShape="0">
                <a:blip r:embed="rId2"/>
                <a:stretch>
                  <a:fillRect l="-1882" t="-1916" r="-1176" b="-19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6057962" y="5575373"/>
            <a:ext cx="2762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about the probability of getting one of each?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057962" y="6112107"/>
                <a:ext cx="2292428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P(HT, TH)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62" y="6112107"/>
                <a:ext cx="2292428" cy="484043"/>
              </a:xfrm>
              <a:prstGeom prst="rect">
                <a:avLst/>
              </a:prstGeom>
              <a:blipFill rotWithShape="0">
                <a:blip r:embed="rId3"/>
                <a:stretch>
                  <a:fillRect l="-239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1" grpId="0"/>
      <p:bldP spid="23" grpId="0"/>
      <p:bldP spid="24" grpId="0"/>
      <p:bldP spid="25" grpId="0"/>
      <p:bldP spid="26" grpId="0" animBg="1"/>
      <p:bldP spid="22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Let’s try this together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19" y="1052736"/>
            <a:ext cx="8404362" cy="13681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20" y="2420888"/>
            <a:ext cx="8404361" cy="20655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19" y="4486458"/>
            <a:ext cx="8427472" cy="5267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17" y="5013175"/>
            <a:ext cx="8404364" cy="6675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817" y="5680709"/>
            <a:ext cx="8404364" cy="64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60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 you understand? </a:t>
            </a:r>
            <a:endParaRPr lang="en-AU" dirty="0"/>
          </a:p>
        </p:txBody>
      </p:sp>
      <p:pic>
        <p:nvPicPr>
          <p:cNvPr id="3074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307" y="2204864"/>
            <a:ext cx="5423385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49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Turn to page 250 in the Dwyer Book and complete Exercise 18.5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112" y="2589046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9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328514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Challenge for fast finishers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4744"/>
            <a:ext cx="6543675" cy="571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692052"/>
            <a:ext cx="6905625" cy="47339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15" y="210344"/>
            <a:ext cx="2000250" cy="2400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1115" y="2623964"/>
            <a:ext cx="1781175" cy="2381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112" y="4509120"/>
            <a:ext cx="18288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247</Words>
  <Application>Microsoft Office PowerPoint</Application>
  <PresentationFormat>On-screen Show (4:3)</PresentationFormat>
  <Paragraphs>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Impact</vt:lpstr>
      <vt:lpstr>Office Theme</vt:lpstr>
      <vt:lpstr>My Probability Interactive Notebook</vt:lpstr>
      <vt:lpstr>Warm Up Dice Bingo</vt:lpstr>
      <vt:lpstr>PowerPoint Presentation</vt:lpstr>
      <vt:lpstr>PowerPoint Presentation</vt:lpstr>
      <vt:lpstr>PowerPoint Presentation</vt:lpstr>
      <vt:lpstr>Let’s try this together</vt:lpstr>
      <vt:lpstr>Do you understand? </vt:lpstr>
      <vt:lpstr>Your Turn</vt:lpstr>
      <vt:lpstr>Challenge for fast finishers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90</cp:revision>
  <dcterms:created xsi:type="dcterms:W3CDTF">2014-05-14T02:58:57Z</dcterms:created>
  <dcterms:modified xsi:type="dcterms:W3CDTF">2017-10-23T02:29:49Z</dcterms:modified>
</cp:coreProperties>
</file>