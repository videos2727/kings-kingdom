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23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440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39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451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08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845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714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0656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695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270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185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880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D60BD-DAC0-408E-AF07-75F5A0CD17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08ED1-AD72-4C83-9AFA-F58BCBFAFC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799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FB9BFB-4C59-47CD-BA38-36DAAA318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049"/>
            <a:ext cx="6858000" cy="66566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1425B5-6F4B-4EBE-946C-7E70B18A8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7001054"/>
            <a:ext cx="6548437" cy="240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90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</cp:revision>
  <dcterms:created xsi:type="dcterms:W3CDTF">2019-05-23T13:39:35Z</dcterms:created>
  <dcterms:modified xsi:type="dcterms:W3CDTF">2019-05-23T13:48:32Z</dcterms:modified>
</cp:coreProperties>
</file>