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66" r:id="rId3"/>
    <p:sldId id="267" r:id="rId4"/>
    <p:sldId id="273" r:id="rId5"/>
    <p:sldId id="274" r:id="rId6"/>
    <p:sldId id="275" r:id="rId7"/>
    <p:sldId id="276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6-08T04:31:04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8006 11337 730 0,'0'0'16'0,"0"0"3"0,0 0 1 0,12-15 1 0,-12 5-21 0,0-5 0 0,5 5 0 0,1-5 0 15,0-1 102-15,-6 6 16 0,5-5 3 0,-5 5 1 16,0-5-33-16,0 5-6 0,0-1-2 0,0 11 0 15,0-10-30-15,0-5-7 0,0 15 0 0,0-5-1 16,-5-5 5-16,5 10 2 0,-6-10 0 0,6 10 0 16,-6-10-21-16,1 0-4 0,5-1-1 0,0 11 0 15,0 0 8-15,0-5 2 0,-12-5 0 0,12 10 0 16,0 0 3-16,0 0 1 0,0 0 0 0,-11 0 0 16,11 0-6-16,-12 0-2 0,12 0 0 0,-11 5 0 15,0 0-21-15,5 11-9 0,-5-6 8 0,5 0-8 16,0 5 9-16,-5 0-9 0,11 5 10 0,-12-4-10 15,7-1 0-15,-1 5 0 0,6-5 0 0,0-5 0 16,0 6 0-16,0-1 0 0,6-5 0 0,-6-10 0 16,5 10 0-16,7 0 0 0,-1 0 0 0,1-5 0 0,-1-5 0 15,6 0 11-15,-6 0-11 0,7 0 10 0,-1 0-2 0,-6 0 0 16,6 0 0-16,-5-5 0 0,-1 0 6 16,6 0 1-16,-11 0 0 0,5 0 0 0,-11 5-6 0,12-10-1 15,-1-5 0-15,-5 5 0 0,-6 10-8 16,5-11 10-16,1-4-10 0,0 0 10 0,-1 0-10 0,-5 0 10 15,0 0-10-15,0-1 10 0,6-4-10 0,-6 5 12 16,-6 0-12-16,6 0 12 0,0-1-2 0,-5 1 0 16,5 5 0-16,-6 0 0 0,-5 0 3 0,5 0 1 15,-5-1 0-15,11 6 0 0,-12 0-1 0,1 0 0 0,-1 0 0 16,1 0 0-16,0 5 0 0,-1 0 0 0,-5 0 0 16,6 5 0-16,-1 0-13 0,1 5 0 0,-6 1-9 0,11-1 9 15,-11 0-8-15,11 0 8 0,-5 5 0 0,-1-5-9 16,7 5 9-16,5 1 0 0,-17-1 0 0,11 0-8 15,0 5 8-15,1 1 0 0,-1-1 0 0,6 5 0 16,0-5 0-16,0 1 0 0,0-6 0 0,0 0 0 16,6 5 0-16,-1-10 0 0,1 6 0 0,5-6 0 15,1 0 0-15,-1-5 0 0,1 0 0 0,5-5 0 16,0 0 0-16,6-5 9 0,-6 0-1 0,5 0-8 16,1 0 8-16,0-10-8 0,-6 4 0 0,6 1 0 15,-6 0 12-15,0 0-12 0,-6-5 12 0,7 0-12 16,-7-1 16-16,-5 1-3 0,-1-5-1 0,1 5 0 15,0 0 6-15,-1-1 1 0,-5 1 0 0,0 0 0 16,0 0-3-16,-5 0 0 0,-1 5 0 0,0-6 0 0,1 1-16 16,-1 0 0-16,-5 0 0 0,5 0 0 15,-6 4 28-15,1-4 3 0,0 5 0 0,-1 0 0 0,1 0-31 16,0 0 8-16,-1 5-8 0,1 0 0 16,-1 5-23-16,1 0-7 0,-6 0-2 0,0 5 0 0,5-5 32 0,7 10 12 15,-18-5-1-15,11 5 0 0,1 5-11 0,-6 0-16 16,6 1 4-16,-1-1 1 0,1 5 11 0,-1 0 0 15,1 1 8-15,5 4-8 0,1 0 0 0,-1 0 0 16,0-4 0-16,1 4 0 0,-1 0 0 0,6-4 0 16,0-1 0-16,6 0-8 0,-6 0 8 0,5-4 0 15,1-1 0-15,5-5 0 0,1 0 0 0,5 0 0 0,-12-5 0 16,7 0-8-16,5 0 8 0,-6-5 0 0,6 0 0 0,1 0 0 16,-1-5 0-16,5-5 0 0,-4 5 0 0,-1-5 0 15,5 0 0-15,-4 0 0 0,-1-5 0 0,0-1 0 16,-6 1 11-16,0 0-3 0,1-5 0 0,-1-1 0 15,-5 1-8-15,0 0-11 0,-1 0 3 0,1 4 0 16,0-4 32-16,-6 5 6 0,-6-5 2 0,6 5 0 16,-6-1-32-16,6 1 0 0,-5 0 0 0,-1 5 0 15,-5-5 0-15,-1 5 0 0,1-1 0 0,-6 6 0 16,5 0 0-16,-5-5 0 0,0 5-13 0,0 5 4 16,0 0 9-16,-6 0 11 0,6 0-3 0,6 0 0 15,-12 0-8-15,6 5 0 0,0 0 0 0,0 0 0 16,-1 0 0-16,1 0 0 0,6 6 0 0,-6-1 0 15,6 5 0-15,-1 0 0 0,-5 0 0 0,11 0 0 16,-5 6-20-16,0-1 1 0,5 5 0 0,0-4 0 0,-5 4 19 16,5 0-10-16,6-5 10 0,0 1-8 0,0-1 8 15,0 0 0-15,6-5-9 0,-1 1 9 0,1-6 0 0,6 5 0 16,-7-5 0-16,12-5 0 0,-5 0-8 0,-1-5 8 16,6 5 0-16,6-5 0 0,0-5 0 0,-6 0 0 15,6 0 0-15,-1 0 0 0,1-5 0 0,0 0 10 16,0 0-2-16,-6-1-8 0,6 1 0 0,0 0-9 15,-18-5-1-15,7 5 0 0,-1-5 10 0,0 5 0 16,1-6 0-16,-7 1 0 0,-5 0 23 0,6 0 6 16,-6 5 2-16,0-6 0 0,-6 1-31 0,6 0 8 15,-5 0-8-15,5 0 0 0,-6 0 0 0,0-1 0 16,1 1 0-16,-1 0 0 0,0 0 0 0,-5 5 0 0,5-6 0 16,1 6 0-16,-7-5-9 0,1 5-2 0,-1 0 0 0,1 0 0 15,0 5 11-15,-1-5 16 0,1 10-4 0,-6-6-1 16,5 6-21-16,1 6-4 0,-1-1-1 0,1 0 0 15,-6 5-1-15,6 5 0 0,-1-5 0 0,1 10 0 16,-1-4 16-16,1 4 8 0,5 0 0 0,-5 5-8 16,5 1 0-16,1-1 0 0,-1 5 0 0,6-4 0 15,-6-1 0-15,6 0 0 0,6-4 0 0,0 4 0 16,-1-10 0-16,1 0 0 0,5 1-8 0,-5-1 8 16,17-5 0-16,-18-5 0 0,13 5 0 0,-1-5-9 15,0-5 9-15,0 5 0 0,6-5 0 0,-12-5 0 16,6 0 0-16,0 5 0 0,6-10 0 0,-6 5 8 15,-5 0-8-15,5 0 8 0,-6-5-8 0,0-1 8 16,1 6-8-16,-7-5 9 0,1 0-9 0,0 0 10 16,0 0 7-16,-1-5 2 0,1-1 0 0,-6 1 0 15,0 0-19-15,0 0-16 0,-6 0 4 0,1 0 0 0,-1-1 20 16,6 1 4-16,-12 0 0 0,7 0 1 0,-1 0-13 0,-5-1 0 16,5 6 0-16,-5 0 0 0,5 0 0 0,-5 5 0 15,-7-5 0-15,7 5 0 0,0 5 0 0,-6 0 0 16,5 0 0-16,-5 0 0 0,6 5 0 0,-1 0 0 15,-5 0 0-15,0 0 0 0,6 0-8 0,-1 5-5 16,-5 0-1-16,6 6 0 0,-1-1-3 0,1 5-1 16,0 0 0-16,-1 0 0 0,7 6 18 0,-7-1 14 15,6-5-2-15,-5 6-1 0,11-6-11 0,0 5 0 16,0-10 0-16,0 6-11 0,6-6 11 0,-1 5-13 0,1-5 5 16,6-5 8-16,-1 1 0 0,6-6 0 0,6 0 0 15,-12 0 0-15,6-5 0 0,0-5 0 0,6 0 0 0,-6 0 0 16,0 0 0-16,6-6 0 0,-6 1 0 0,-5 0 0 15,5 0 18-15,6-5 11 0,-18 5 3 16,7-5 0-16,-1-1-32 0,0-4 0 0,-5 5 0 0,0 0 0 16,-6-6 0-16,0 6 0 0,0 0 0 0,0-5 0 15,-6 5 8-15,0-1-8 0,1 6 11 0,-1 0-11 16,0 0 8-16,-5 0-8 0,0 5 0 0,11 0 0 16,-18 0 0-16,7 5 0 0,-6 0 0 0,6 0 0 15,-1 0 0-15,1 0 0 0,-6 5 0 0,5 0 0 16,1 0 0-16,-6 5 0 0,5-5 0 0,1 10 0 15,0 0 0-15,-1 1 0 0,1 4-12 0,11 0 3 16,-17 0 9-16,11 1 0 0,0-1 0 0,1 0 0 16,5 0-11-16,0 1 0 0,0-6 0 0,5 0 0 15,-5-5 11-15,6 5 0 0,5-4 0 0,-11-11 0 0,12 10 0 16,5-10 0-16,-6 5 0 0,6-5 0 0,-5-5 0 0,5 5 0 16,6-10 0-16,-12 4 0 0,0-4 8 0,7 5 3 15,-7-5 1-15,0 0 0 0,1-5-12 0,-7 0 0 16,1 5 0-16,6-6-11 0,-12 6 11 0,0-5 9 15,0-5-1-15,0 10-8 0,-12-6 8 0,6 1-8 16,1 5 0-16,-1-5 0 0,-5 5 9 0,5 0-9 16,-5 5 0-16,-1-6 9 0,1 6-9 0,5 0 0 15,-5 5 0-15,-1-5 0 0,1 5 0 0,-1-5 0 16,1 5 0-16,5 5 0 0,-5 0 0 0,0 0 0 16,-1 0-8-16,1 6 8 0,-1-6 0 0,1 5 0 0,5 5 0 15,-5-5 0-15,5 5-11 0,1-5 11 0,-7 6-8 0,6-1 8 16,1 0 0-16,-1-5 0 0,6 5 0 0,0-5 0 15,0-10 0-15,0 16-10 0,0-16 10 0,0 0-10 16,6 10 10-16,-6-10 0 0,0 0 0 0,11 10 0 16,1-5 0-16,-1 0 0 0,-11-5 0 0,11 0 8 15,6-5-8-15,-5 0 0 0,-1 0 0 0,1-5-8 16,-7 5 8-16,7-5 0 0,-7-1 8 0,1 1-8 16,0 0 8-16,-6 10-8 0,0-10 8 0,0 0-8 15,0 0 9-15,0 0-9 0,0-1 12 0,-6 1-12 16,0 0 11-16,1 0-11 0,-1 0 10 0,0-5-10 15,-5 10 8-15,5 0-8 0,0-5 0 0,1 4 9 16,-7 1-9-16,12 5 0 0,-11 0 0 0,5 0 0 16,-5 5-9-16,0 1 9 0,-1-1 0 0,6 5 0 15,1 0-10-15,-1 0 10 0,0 5-8 0,-5 0 8 16,5 1-8-16,6-1 8 0,-5 0-8 0,5 0 8 0,-6 0 0 0,6 1 0 16,0-6 0-16,6 5-8 0,-6-5 8 0,0-10 0 15,11 10 0-15,0 0 0 0,-11-10 0 0,12 5 0 16,5 0 0-16,0-5-12 0,0 0 12 0,6-5 0 15,-12 0 10-15,6 0-10 0,-5-5 8 0,5 0-8 16,-6 0 0-16,6 0 9 0,-5 0-9 0,-1-1 0 16,-5-4 0-16,5 0 0 0,-5 0 0 0,0 0 8 15,-6-1-8-15,0 1 8 0,0 0-8 0,0 0 0 16,-6 0 0-16,0 5 8 0,0-6-8 0,1 6 0 16,-7 5 9-16,7-5-9 0,-7 0 0 0,1 5 0 0,-1-5 0 15,1 10 8-15,5-5-8 0,-5 5 0 0,0 0 0 0,-1 5 0 16,1 0 0-16,11 5-8 0,-12 0 8 0,1 0-8 15,5 0 8-15,-5 5-10 0,5 1 10 16,1-6-10-16,5 5 10 0,-6 0 0 0,6-15-9 0,0 10 9 16,0 5-24-16,0-15-1 0,6 11 0 0,5-1-839 15,0-5-168-15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5-20T02:39:02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227 140 2304 0 0,'0'0'101'0'0,"0"0"149"0"0,0 0 536 0 0,0 0 234 0 0,5-7 1956 0 0,-5-9-2188 0 0,-1 14-533 0 0,1 2 22 0 0,0 0 90 0 0,-15-35 2154 0 0,15 34-2422 0 0,-6-3 310 0 0,-14 3 398 0 0,11 2-785 0 0,-6 8 549 0 0,-17 27-562 0 0,31-35 55 0 0,1-1 51 0 0,0 0 0 0 0,1 2-3 0 0,4 9-19 0 0,0-1-74 0 0,5 2-19 0 0,11 2 0 0 0,15-3 53 0 0,-32-10-6 0 0,1-1 0 0 0,-1 1-1 0 0,0-1 1 0 0,0 0 0 0 0,0 0 0 0 0,0-1 0 0 0,0 1-1 0 0,0-1 1 0 0,0 0 0 0 0,0 0 0 0 0,0 0 0 0 0,0 0-1 0 0,0-1 1 0 0,0 1 0 0 0,0-1 0 0 0,-1 0 0 0 0,1-1 0 0 0,1-1-47 0 0,0 1 92 0 0,-1 0 0 0 0,-1-1 1 0 0,1 0-1 0 0,0 1 1 0 0,-1-1-1 0 0,0 0 0 0 0,0-1 1 0 0,0 1-1 0 0,-1-1 1 0 0,1 1-1 0 0,-1-1 0 0 0,0 0 1 0 0,0 0-1 0 0,-1 0 1 0 0,0 0-1 0 0,1 0 0 0 0,-2 0 1 0 0,1 0-1 0 0,0 0 1 0 0,-1 0-1 0 0,0 0 0 0 0,-1-1 1 0 0,1 1-93 0 0,-23-21 506 0 0,23 26-505 0 0,-3-1 21 0 0,0-1 0 0 0,0 1 0 0 0,0 0 0 0 0,0 0 0 0 0,0 0 0 0 0,0 1 0 0 0,0-1 0 0 0,-1 1 0 0 0,1 0 0 0 0,0 0 0 0 0,0 0 0 0 0,0 0 0 0 0,-1 0-1 0 0,1 1 1 0 0,0-1 0 0 0,-2 2-22 0 0,-24 4 176 0 0,27-6-100 0 0,-5 4 72 0 0,-13 9-16 0 0,1 2-120 0 0,-12 53-84 0 0,31-56 62 0 0,5 11-44 0 0,17 8 64 0 0,20-10 383 0 0,-18-15-273 0 0,26-19 112 0 0,-34 7-96 0 0,-9 1-93 0 0,2-15 287 0 0,-7 19-324 0 0,-1 0 1 0 0,0-1-1 0 0,-1 1 0 0 0,1-1 0 0 0,0 1 0 0 0,0-1 0 0 0,-1 1 0 0 0,1-1 0 0 0,-1 0 0 0 0,1 1 0 0 0,-1-1 0 0 0,1 0 0 0 0,-1 0 1 0 0,0 1-1 0 0,0-1 0 0 0,0 0 0 0 0,0 0 0 0 0,0 1 0 0 0,-1-1 0 0 0,1 0 0 0 0,0 1 0 0 0,-1-1 0 0 0,1 0 0 0 0,-1 1 0 0 0,0-1-6 0 0,-5-19 388 0 0,5 13-368 0 0,-5 0-20 0 0,-1 2-14 0 0,-16 5-153 0 0,7 11 34 0 0,-20 19 47 0 0,12-3 86 0 0,17-20 0 0 0,-13 21 64 0 0,6 1-224 0 0,14-16 160 0 0,8-2 0 0 0,-1-2 0 0 0,2-2 0 0 0,25 2 64 0 0,-31-8-47 0 0,0-1 0 0 0,0 1-1 0 0,0-1 1 0 0,0 0 0 0 0,0 0-1 0 0,0 0 1 0 0,0 0 0 0 0,0-1-1 0 0,-1 1 1 0 0,1-1 0 0 0,0 1-1 0 0,-1-1 1 0 0,0 0 0 0 0,1 0-1 0 0,-1 0 1 0 0,0 0 0 0 0,0-1-1 0 0,0 1 1 0 0,0-1 0 0 0,0 1-1 0 0,-1-1 1 0 0,1 0 0 0 0,-1 1-1 0 0,1-3-16 0 0,12-18 200 0 0,-13-18-12 0 0,-2 12-112 0 0,-14 3-12 0 0,10 17-53 0 0,-1 4 32 0 0,5 4-43 0 0,-1 0 1 0 0,0 0-1 0 0,1 0 1 0 0,-1 0-1 0 0,0 0 0 0 0,0 1 1 0 0,0-1-1 0 0,1 0 1 0 0,-1 1-1 0 0,0 0 1 0 0,0-1-1 0 0,0 1 1 0 0,0 0-1 0 0,0 0 0 0 0,0 0 1 0 0,0 0-1 0 0,0 0 1 0 0,0 1-1 0 0,0-1 1 0 0,0 1-1 0 0,0-1 1 0 0,1 1-1 0 0,-3 0 0 0 0,4-1 0 0 0,-36 15 0 0 0,-9 26-76 0 0,38-36 28 0 0,4 4 36 0 0,-5 23 0 0 0,5-20-36 0 0,2-4 26 0 0,6 18-32 0 0,10-4 54 0 0,12 6-64 0 0,-16-24 64 0 0,3 0 0 0 0,1-4 0 0 0,-11-1 24 0 0,1-1 0 0 0,-1 1 0 0 0,0 0 0 0 0,1-1 0 0 0,-1 0 0 0 0,0 0 0 0 0,0 0 0 0 0,0 0 0 0 0,-1-1 0 0 0,1 0 0 0 0,-1 0 0 0 0,1 0 0 0 0,-1 0 0 0 0,0 0 0 0 0,2-2-24 0 0,16-41 384 0 0,-25 32-320 0 0,-4-29 83 0 0,-11 20-94 0 0,-2 10-53 0 0,-5 12-53 0 0,6 1 42 0 0,-1 0 11 0 0,-19 9-64 0 0,17 10 64 0 0,9-6-66 0 0,3 6-12 0 0,1 6 25 0 0,11 10-11 0 0,3-22 53 0 0,12 23-42 0 0,-6-30 42 0 0,2 2 11 0 0,2-3 0 0 0,47 0 0 0 0,-56-5 15 0 0,0 0-1 0 0,0-1 0 0 0,0 0 0 0 0,0 0 1 0 0,-1 0-1 0 0,1-1 0 0 0,0 0 0 0 0,-1 1 1 0 0,1-2-1 0 0,-1 1 0 0 0,0 0 1 0 0,0-1-1 0 0,0 0 0 0 0,0 0 0 0 0,0 0 1 0 0,-1 0-1 0 0,1-1 0 0 0,-1 0 0 0 0,0 1 1 0 0,0-2-15 0 0,7-8 36 0 0,0 0-1 0 0,-1-1 1 0 0,-1 0 0 0 0,-1 0 0 0 0,0-1 0 0 0,4-13-36 0 0,-10 27 6 0 0,8-33 47 0 0,-8 25-53 0 0,-1-12 54 0 0,0 19-54 0 0,-1 1 1 0 0,1-1 0 0 0,0 0 0 0 0,-1 0-1 0 0,1 1 1 0 0,-1-1 0 0 0,0 0 0 0 0,1 1-1 0 0,-1-1 1 0 0,0 0 0 0 0,0 1 0 0 0,0-1-1 0 0,0 1 1 0 0,0 0 0 0 0,-1-1-1 0 0,1 1 1 0 0,0 0 0 0 0,-1-1 0 0 0,1 1-1 0 0,-1 0 1 0 0,1 0 0 0 0,-1 0 0 0 0,1 1-1 0 0,-2-2 0 0 0,-4-2 47 0 0,-17-13-26 0 0,8 7 32 0 0,-21 1-53 0 0,28 8 15 0 0,-52 17 58 0 0,40 0-185 0 0,-27 18 52 0 0,40-24 38 0 0,1 12-32 0 0,1-12 29 0 0,5-6 6 0 0,2 14-27 0 0,-1 19-18 0 0,21 22-43 0 0,-5-36 96 0 0,36 37 11 0 0,-1-29 0 0 0,-25-26 0 0 0,-22-4 12 0 0,1 0 0 0 0,-1-1-1 0 0,0 0 1 0 0,1 0-1 0 0,-1 0 1 0 0,1-1 0 0 0,-1 1-1 0 0,1-1 1 0 0,-1 0-1 0 0,0 0 1 0 0,1-1-1 0 0,-1 1 1 0 0,0-1 0 0 0,0 0-1 0 0,0 0 1 0 0,0 0-1 0 0,-1-1 1 0 0,1 1 0 0 0,0-1-1 0 0,-1 0 1 0 0,0 0-1 0 0,0 0 1 0 0,2-3-12 0 0,32-45 461 0 0,-26 14-189 0 0,-9 15-154 0 0,-20-32 20 0 0,-9 24-138 0 0,23 26-15 0 0,-1 1 0 0 0,0 0-1 0 0,1 0 1 0 0,-1 0-1 0 0,0 0 1 0 0,-1 1 0 0 0,1 0-1 0 0,0 0 1 0 0,-1 0 0 0 0,1 1-1 0 0,-1 0 1 0 0,1 0 0 0 0,-1 0-1 0 0,0 1 1 0 0,1 0-1 0 0,-1 0 1 0 0,0 0 0 0 0,1 1-1 0 0,-1 0 1 0 0,0 0 0 0 0,0 0 15 0 0,-31 13-128 0 0,17-8 74 0 0,-12 17-10 0 0,-23 34-10 0 0,54-54 31 0 0,0 6 20 0 0,-4 39-109 0 0,7-38 132 0 0,23 17-133 0 0,-23-24 133 0 0,0-1-1 0 0,1 0 1 0 0,-1-1-1 0 0,1 1 1 0 0,0 0-1 0 0,0-1 1 0 0,-1 1-1 0 0,1-1 1 0 0,0 0-1 0 0,0 0 1 0 0,0 0-1 0 0,0 0 1 0 0,0-1-1 0 0,1 1 1 0 0,-1-1-1 0 0,0 0 1 0 0,0 0-1 0 0,0 0 1 0 0,0 0-1 0 0,3-1 1 0 0,9 0-1 0 0,-9 1 4 0 0,1 0 0 0 0,-1-1 0 0 0,0 0 0 0 0,1 0 0 0 0,-1-1 0 0 0,0 1 0 0 0,0-1 0 0 0,0-1 0 0 0,0 1 0 0 0,-1-1 0 0 0,1 0 0 0 0,0-1 0 0 0,-1 1 0 0 0,0-1 0 0 0,0 0 0 0 0,0 0 0 0 0,-1 0 0 0 0,1-1 0 0 0,-1 0 0 0 0,2-2-3 0 0,-4 4 15 0 0,1 0-1 0 0,-1 0 0 0 0,1 0 0 0 0,-1 0 0 0 0,0-1 1 0 0,-1 1-1 0 0,1 0 0 0 0,0-1 0 0 0,-1 0 1 0 0,0 1-1 0 0,0-1 0 0 0,0 0 0 0 0,0 0 0 0 0,0 1 1 0 0,-1-1-1 0 0,0 0 0 0 0,0 0 0 0 0,0 0 1 0 0,0 0-1 0 0,-1 0 0 0 0,1 0 0 0 0,-1 1 0 0 0,0-1 1 0 0,0 0-1 0 0,0 1 0 0 0,-1-1 0 0 0,0 0-14 0 0,-33-56 191 0 0,-7 32-84 0 0,10 14-150 0 0,-5 11-32 0 0,17 3 65 0 0,10 0-33 0 0,-1 4 32 0 0,-56 37-117 0 0,7 39-69 0 0,47-43 470 0 0,10-3-557 0 0,7-20 184 0 0,23 45-2 0 0,-22-54 99 0 0,0 0 0 0 0,0-1 0 0 0,0 0 0 0 0,1 0 1 0 0,-1-1-1 0 0,1 1 0 0 0,0-1 0 0 0,0-1 0 0 0,1 1 0 0 0,-1-1 1 0 0,0 0-1 0 0,1 0 0 0 0,-1-1 0 0 0,6 1 3 0 0,-7-1 1 0 0,1 0 41 0 0,1-1-1 0 0,0 0 1 0 0,-1 0 0 0 0,1-1 0 0 0,-1 0-1 0 0,1 0 1 0 0,-1 0 0 0 0,1-1-1 0 0,-1 0 1 0 0,0 0 0 0 0,1-1-42 0 0,14-3-226 0 0,9-14 285 0 0,11-39 386 0 0,-24 17-181 0 0,-3-21-116 0 0,-14 20-88 0 0,-1 35-49 0 0,-4-13 9 0 0,-14-7 13 0 0,18 27-33 0 0,-9-12 0 0 0,7 11 0 0 0,1 0 0 0 0,-1 0 0 0 0,0 0 0 0 0,0 1 0 0 0,1-1 0 0 0,-1 1 0 0 0,0-1 0 0 0,-1 1 0 0 0,1 0 0 0 0,0 0 0 0 0,0 1 0 0 0,0-1 0 0 0,-1 1 0 0 0,1-1 0 0 0,0 1 0 0 0,0 0 0 0 0,-1 0 0 0 0,1 1 0 0 0,0-1 0 0 0,0 1 0 0 0,-1-1 0 0 0,0 2 0 0 0,-44 14 0 0 0,-20 31-60 0 0,49-18-18 0 0,5 32-80 0 0,13-59 154 0 0,1 0 0 0 0,-1-1 0 0 0,1 1-1 0 0,-1 0 1 0 0,1 0 0 0 0,0 0-1 0 0,0 0 1 0 0,0 0 0 0 0,0 0 0 0 0,0 0-1 0 0,0 0 1 0 0,0 0 0 0 0,1 0 0 0 0,-1-1-1 0 0,1 1 1 0 0,0 0 0 0 0,-1 0 0 0 0,1 0-1 0 0,0-1 1 0 0,0 1 0 0 0,0 0 0 0 0,0-1-1 0 0,0 1 1 0 0,0-1 0 0 0,1 1 4 0 0,13 19-42 0 0,-11-16 34 0 0,1 1 0 0 0,0-1 0 0 0,0-1-1 0 0,0 1 1 0 0,1-1 0 0 0,-1 0-1 0 0,1 0 1 0 0,0 0 0 0 0,0-1 0 0 0,0 0-1 0 0,1 0 1 0 0,-1-1 0 0 0,1 1 0 0 0,0-1-1 0 0,5 0 9 0 0,72 8 0 0 0,-33-20 12 0 0,-6-9 238 0 0,-17-8-16 0 0,-14-18 126 0 0,-23-39 20 0 0,-12 16-256 0 0,16 60-124 0 0,-15-11-72 0 0,11 23-16 0 0,-35 5-104 0 0,-28 28 48 0 0,45-19 80 0 0,-13 14 52 0 0,35-26-3 0 0,1-1-1 0 0,-1 1 1 0 0,1 1 0 0 0,0-1-1 0 0,0 0 1 0 0,1 1-1 0 0,-1 0 1 0 0,2 0-1 0 0,-1 0 1 0 0,1 0 0 0 0,0 0-1 0 0,0 0 1 0 0,1 1-1 0 0,0 1 16 0 0,6 31-60 0 0,0-31 60 0 0,-3-6-102 0 0,0 0 0 0 0,1 0-1 0 0,-1-1 1 0 0,1 1 0 0 0,-1-1-1 0 0,1 0 1 0 0,0 0 0 0 0,0 0-1 0 0,0 0 1 0 0,0 0 0 0 0,0-1-1 0 0,0 1 1 0 0,0-1-1 0 0,0 0 1 0 0,1 0 0 0 0,-1 0-1 0 0,1-1 1 0 0,-1 1 0 0 0,1-1-1 0 0,-1 1 1 0 0,1-1 0 0 0,-1 0-1 0 0,0-1 1 0 0,1 1 0 0 0,2-1 102 0 0,6-4-4969 0 0,2 0-1583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5-20T02:39:18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367 125 3224 0 0,'0'0'461'0'0,"0"0"729"0"0,0 0 319 0 0,0 0 68 0 0,0 0-126 0 0,0 0-587 0 0,0 0-258 0 0,0 0-50 0 0,0 0-25 0 0,0 0-63 0 0,0 0-27 0 0,0 0-7 0 0,-2-2-5 0 0,-19-31 2142 0 0,4 5-468 0 0,15 19-1403 0 0,-28-12 136 0 0,-36-9-428 0 0,53 28-290 0 0,-22 2-97 0 0,-22 10 32 0 0,46-3-53 0 0,15 3-12 0 0,-5-6-36 0 0,-16 18 36 0 0,-15 32-41 0 0,2 10-11 0 0,23-49 51 0 0,1 0-1 0 0,1 0 0 0 0,0 1 1 0 0,1 0-1 0 0,1 0 1 0 0,0 0-1 0 0,0 14 14 0 0,7 55-60 0 0,-5-79 60 0 0,1 0 0 0 0,0 1 0 0 0,0-1 0 0 0,0 0 0 0 0,1 0 0 0 0,0 0 0 0 0,0 0 0 0 0,1 0 0 0 0,-1 0 0 0 0,1-1 0 0 0,2 3 0 0 0,17 76 95 0 0,8-39 141 0 0,-9-18-127 0 0,-19-16 41 0 0,4-10-147 0 0,0 1 1 0 0,0-1-1 0 0,0 0 1 0 0,0-1-1 0 0,1 1 1 0 0,-1-1-1 0 0,0 0 1 0 0,0 0-1 0 0,1-1 1 0 0,-1 0-1 0 0,0 1 1 0 0,0-2 0 0 0,0 1-1 0 0,3-2-3 0 0,87-37-2249 0 0,-67 16-1222 0 0,-18 10 1681 0 0</inkml:trace>
  <inkml:trace contextRef="#ctx0" brushRef="#br0" timeOffset="1014.288">652 84 7856 0 0,'0'0'362'0'0,"0"0"-11"0"0,0 0-223 0 0,4-4-21 0 0,-3 3 369 0 0,-1 1 160 0 0,0 0 32 0 0,0 0-16 0 0,0 0-83 0 0,0 0-32 0 0,0 0-7 0 0,0 0-13 0 0,0 0-45 0 0,0 0-21 0 0,0 0-3 0 0,0 0-22 0 0,0 0-90 0 0,0 0-44 0 0,0 0-10 0 0,1 1-23 0 0,19 73 657 0 0,-5 40-276 0 0,-5 66-400 0 0,-4-75-240 0 0,-5-46 54 0 0,3-45-32 0 0,0-7 42 0 0,-4-5 24 0 0,0-2-12 0 0,0 0-4 0 0,0 0 4 0 0,0 0 18 0 0,0 0 8 0 0,0 0 2 0 0,0 0 12 0 0,0-2 51 0 0,-8-142 941 0 0,7-12-760 0 0,11 64-279 0 0,-8 82-69 0 0,0 1 0 0 0,0 0 0 0 0,0 1 0 0 0,1-1 0 0 0,1 0 0 0 0,-1 1 0 0 0,1 0 0 0 0,1-1 0 0 0,-1 2 0 0 0,2-1 0 0 0,-1 0 0 0 0,1 1 0 0 0,0 0 0 0 0,0 1 0 0 0,6-6 0 0 0,-8 9 19 0 0,-1-1 0 0 0,1 1 0 0 0,0 0 0 0 0,0 0-1 0 0,0 0 1 0 0,1 1 0 0 0,-1-1 0 0 0,1 1 0 0 0,-1 0-1 0 0,1 0 1 0 0,0 1 0 0 0,0 0 0 0 0,-1-1 0 0 0,1 1-1 0 0,0 1 1 0 0,0-1 0 0 0,0 1 0 0 0,0 0 0 0 0,0 0-1 0 0,0 0 1 0 0,0 1 0 0 0,0 0 0 0 0,0 0 0 0 0,0 0-1 0 0,0 0 1 0 0,0 1 0 0 0,-1 0 0 0 0,1 0 0 0 0,1 1-19 0 0,15 12 12 0 0,-14-11-13 0 0,-1 0 0 0 0,1 0 0 0 0,-1 1 0 0 0,0 0 0 0 0,-1 0 0 0 0,1 1 0 0 0,-1 0 0 0 0,0 0 0 0 0,0 0 0 0 0,-1 0 1 0 0,64 115-198 0 0,-16 10 144 0 0,-28-47 54 0 0,-18-36-78 0 0,-6-46 4 0 0,0-2 4 0 0,0 0 4 0 0,1-2 13 0 0,10-92 325 0 0,-2-49 469 0 0,-10 129-715 0 0,2 1 0 0 0,-1 0-1 0 0,2 0 1 0 0,0 0-1 0 0,0-1 1 0 0,1 2 0 0 0,1-1-1 0 0,0 0 1 0 0,1 1-1 0 0,0 0 1 0 0,1 0 0 0 0,1 0-1 0 0,0 1 1 0 0,0 0-1 0 0,6-7-25 0 0,-7 12 0 0 0,-1 1 0 0 0,1-1 0 0 0,0 1 0 0 0,1 0 0 0 0,-1 1 0 0 0,1 0 0 0 0,0 0 0 0 0,0 0 0 0 0,0 1 0 0 0,0 0 0 0 0,1 0 0 0 0,-1 1 0 0 0,1 0 0 0 0,0 0 0 0 0,-1 1 0 0 0,3 0 0 0 0,41 1 0 0 0,-44 2 0 0 0,-1 0 0 0 0,0 0 0 0 0,1 0 0 0 0,-1 0 0 0 0,0 1 0 0 0,-1 0 0 0 0,1 1 0 0 0,0-1 0 0 0,-1 1 0 0 0,0 0 0 0 0,3 3 0 0 0,9 10-7 0 0,-1 1-1 0 0,-1 0 0 0 0,-1 1 1 0 0,-1 1-1 0 0,0 0 1 0 0,-1 1-1 0 0,1 5 8 0 0,23 53 141 0 0,-10-1-77 0 0,1 1 0 0 0,-12-27-148 0 0,-15-49 16 0 0,4 3 51 0 0,-2-5-4324 0 0,-2-1 3282 0 0,0 0-411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9-05-20T02:39:16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1376 0 0,'0'0'65'0'0,"0"0"263"0"0,0 0 1082 0 0,0 0 470 0 0,0 0 95 0 0,0 0-232 0 0,0 0-1068 0 0,0 0-473 0 0,0 0-90 0 0,-3 0-30 0 0,-7 0-50 0 0,7 0 48 0 0,3 0 29 0 0,0 0 56 0 0,0 0 26 0 0,0 0 8 0 0,0 0 25 0 0,0 0 100 0 0,0 0 41 0 0,0 0 10 0 0,0 0-1 0 0,1 0-317 0 0,0 0 0 0 0,0 0-1 0 0,0 1 1 0 0,0-1 0 0 0,-1 0 0 0 0,1 1-1 0 0,0-1 1 0 0,0 0 0 0 0,-1 1 0 0 0,1-1-1 0 0,0 1 1 0 0,0-1 0 0 0,-1 1-1 0 0,1 0 1 0 0,-1-1 0 0 0,1 1 0 0 0,-1 0-1 0 0,1-1 1 0 0,-1 1 0 0 0,1 0-1 0 0,-1-1 1 0 0,1 1 0 0 0,-1 0 0 0 0,0 0-1 0 0,1 0 1 0 0,-1-1 0 0 0,0 1 0 0 0,0 0-1 0 0,0 0 1 0 0,0 0 0 0 0,0 0-1 0 0,0 0 1 0 0,0-1 0 0 0,0 1 0 0 0,0 0-1 0 0,0 0 1 0 0,0 0 0 0 0,0 0 0 0 0,0 0-1 0 0,-1-1 1 0 0,1 1 0 0 0,0 0-1 0 0,-1 0 1 0 0,1-1 0 0 0,-1 2-57 0 0,0 13 231 0 0,5 25-5 0 0,5 35-162 0 0,2 25-64 0 0,-5-3 10 0 0,2-23 150 0 0,-6 35 238 0 0,14-48-158 0 0,-11-9-127 0 0,-6-51-157 0 0,1-1 99 0 0,0 0 13 0 0,0 0 6 0 0,0 0 43 0 0,0 0 13 0 0,0 0 4 0 0,0 0 8 0 0,0 0 22 0 0,3 1 10 0 0,9 4 173 0 0,-4-10-62 0 0,50-3 219 0 0,-43 2-285 0 0,95-18 242 0 0,7 3-301 0 0,-21 10-16 0 0,-26 5 192 0 0,-49 4 314 0 0,2 3-6050 0 0,-23-1-113 0 0</inkml:trace>
  <inkml:trace contextRef="#ctx0" brushRef="#br0" timeOffset="480.713">409 257 2760 0 0,'-17'0'377'0'0,"13"0"543"0"0,4 0 236 0 0,2 0 48 0 0,17 0 1240 0 0,-19 0-1899 0 0,2 0-19 0 0,-2 0-475 0 0,0 0 1 0 0,0 0 0 0 0,0 1 0 0 0,0-1 0 0 0,-1 0-1 0 0,1 0 1 0 0,0 0 0 0 0,0 0 0 0 0,0 1 0 0 0,0-1-1 0 0,0 0 1 0 0,0 0 0 0 0,0 0 0 0 0,0 1 0 0 0,0-1-1 0 0,0 0 1 0 0,-1 0 0 0 0,1 0 0 0 0,0 1 0 0 0,0-1-1 0 0,0 0 1 0 0,0 0 0 0 0,0 0 0 0 0,1 1 0 0 0,-1-1-1 0 0,0 0 1 0 0,0 0 0 0 0,0 0 0 0 0,0 0-1 0 0,0 1 1 0 0,0-1 0 0 0,0 0 0 0 0,0 0 0 0 0,0 0-1 0 0,0 1 1 0 0,1-1 0 0 0,-1 0 0 0 0,0 0 0 0 0,0 0-1 0 0,0 0 1 0 0,0 0 0 0 0,0 1 0 0 0,1-1 0 0 0,-1 0-1 0 0,0 0 1 0 0,0 0 0 0 0,0 0 0 0 0,1 0 0 0 0,-1 0-1 0 0,0 0 1 0 0,0 0 0 0 0,0 0 0 0 0,1 0 0 0 0,-1 0-1 0 0,0 0 1 0 0,0 0 0 0 0,0 0 0 0 0,1 0 0 0 0,-1 0-1 0 0,0 0 1 0 0,0 0 0 0 0,0 0 0 0 0,1 0-1 0 0,-1 0 1 0 0,0 0-52 0 0,4 15 734 0 0,-18 22 498 0 0,22 5 6 0 0,-11-9-541 0 0,23 47 215 0 0,5-10-682 0 0,-14 36-145 0 0,-10-23 63 0 0,11-1 103 0 0,-10-13 11 0 0,13-14-30 0 0,5-24 43 0 0,-19-29-134 0 0,-1-2 3 0 0,4 7 52 0 0,-3-6-6921 0 0,-6-6 983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B2E5-0E49-4534-8632-6A439051BBCA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04F66-E662-4E90-AEF9-4849296DB10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62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3441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9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C2D9-807E-4214-880F-ABE2A04F9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5DFB7-1587-4191-8F33-E57C1E964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3CD3B-2ED2-41D9-8764-DE8BA1973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01A91-3349-49EE-9445-9698DC42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447CC-D5F4-4C59-A7E6-40CEEE767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785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8D6D-56AF-4428-B553-1F8ED5D34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70FD-DDE8-4C1C-B923-EE9C960CC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C0D1E-2E3B-4A44-86B3-B188038A5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6286-F3FE-48A5-A602-8AA7CEA98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BE800-DED8-4AAB-8A8E-5FCAF8E5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1227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2E3C-339C-49CC-AB03-8176C2F7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278C5-DB12-4F7B-8924-661D4BC48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10545-AF28-4E25-9456-58D2B6DB3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82361-19BB-4458-BC90-B168B9E48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144B9-40FC-41D4-AB3B-53A77348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63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AD3F-2FAA-48C5-96ED-12D2E1C8C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0CC04-497D-4930-A7E2-975796012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D8B8C-4C0D-489C-92A4-3937F9D2E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1236E-7589-42B1-BC4D-8325823D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80797-B61E-4C7D-9B8C-4540B982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88D48-9870-4F10-B551-4BA9180C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866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9D65-981B-454D-8F4B-8AF162A9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42906-EB34-4D71-8975-8926C0D2B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A1C6F-887D-4935-8D8B-394FB66B1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79AA5-6639-4CD1-B4CE-5A98EA95D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5BAA8-FB5C-4E72-924C-5E7F4C7937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C22CD-10A9-40C5-ABD5-EA491142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AE5DC-C369-49F6-9B81-653D6FC0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C1DDC2-D1CE-49CC-BEFD-E888EC0E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9093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83C7-8937-42C8-8769-6D5EC458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C6154-E8C7-4ECD-B0B7-41F72E54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17A1A-BB35-441C-BDF6-BFAE1C607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D70DE-8C43-4352-BAB6-C05A1E09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11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EC770D-4641-471D-ABFD-A442A07C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A68C4-56A2-490D-B917-30AF905E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4E335-B8C9-4978-9FF9-3F891E45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73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A63F-70A2-470B-B005-0810BA29D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52131-F777-4066-84A6-5CDA4CC5C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552CA-197F-485A-BB86-202BA1674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E9CA2-38F2-4922-A1BD-F0DA1F85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D91AA-34E7-4693-BABF-80CD698E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12D65-554F-4F60-ACD7-F038BB4F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730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2016-878F-49F6-93FB-8FE6DA7E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DAEB38-A04E-4FE6-8159-7CFD176CF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AD616-3573-4E22-B4C6-F9F758371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9C675-2B5D-44C2-BD05-6F0F9126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3E485-4B6F-494E-9FBA-A44383AB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E9BC3-3A29-4DDB-AE42-99524E0F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472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9D65-FC57-46A0-80CD-2D5E3CC0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CD9E5-8D28-4B6A-AE2B-98BC03041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E2741-C35B-4002-B2CF-57A0032B2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7B98C-F953-43DF-8730-77E8E90B5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E8451-4E0F-4D57-8B7F-88A76FB4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7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D0BBB-D804-444D-B139-6F0BD0188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E3A6D4-0B40-4207-9966-C5464D50B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CE1CD-9C4F-4512-B778-DF34A5D8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3BBE1-9670-4FDF-A50C-3F28936C4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0413B-4A08-401F-94C3-09728ED9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147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0412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C5141-2243-4025-B9F0-D1C0EC7C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59ADD-0770-4D4C-B781-B89A84EDE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95C94-50C7-43F9-9D0B-B383F5A62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58C98-802C-41D4-ADD4-60D413F2FE70}" type="datetimeFigureOut">
              <a:rPr lang="en-AU" smtClean="0"/>
              <a:t>20/05/2019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C5EA8-F198-417B-ACB4-E9BAAA8A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E1DD0-3C85-496E-8A40-2FCDF83DE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6D6B3-F0C7-4A68-8478-6DCB7303067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0751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Mrs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29" y="842553"/>
            <a:ext cx="9446339" cy="166716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Circle Revision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29C3D-D49B-46BF-9435-E556EA1D3AB6}"/>
              </a:ext>
            </a:extLst>
          </p:cNvPr>
          <p:cNvSpPr txBox="1"/>
          <p:nvPr/>
        </p:nvSpPr>
        <p:spPr>
          <a:xfrm>
            <a:off x="1244717" y="3076816"/>
            <a:ext cx="97025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label a circle and find the circumference and area of a circle?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34512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Circle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1924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label a circle and find the circumference and area of a circle?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6842716A-683D-4DDF-9774-781ADAA16883}"/>
              </a:ext>
            </a:extLst>
          </p:cNvPr>
          <p:cNvSpPr/>
          <p:nvPr/>
        </p:nvSpPr>
        <p:spPr>
          <a:xfrm>
            <a:off x="418353" y="1602135"/>
            <a:ext cx="4966447" cy="4942541"/>
          </a:xfrm>
          <a:prstGeom prst="ellips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734599B-E0D5-4083-9DD4-EB6429480F21}"/>
              </a:ext>
            </a:extLst>
          </p:cNvPr>
          <p:cNvCxnSpPr>
            <a:cxnSpLocks/>
          </p:cNvCxnSpPr>
          <p:nvPr/>
        </p:nvCxnSpPr>
        <p:spPr>
          <a:xfrm flipH="1">
            <a:off x="5139765" y="1864659"/>
            <a:ext cx="2073836" cy="99209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45CFD13-3AC8-4C73-856D-3626383DB490}"/>
              </a:ext>
            </a:extLst>
          </p:cNvPr>
          <p:cNvSpPr/>
          <p:nvPr/>
        </p:nvSpPr>
        <p:spPr>
          <a:xfrm>
            <a:off x="7428754" y="1423916"/>
            <a:ext cx="43508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The </a:t>
            </a:r>
            <a:r>
              <a:rPr lang="en-AU" sz="2400" b="1" dirty="0">
                <a:solidFill>
                  <a:srgbClr val="0070C0"/>
                </a:solidFill>
              </a:rPr>
              <a:t>circumference</a:t>
            </a:r>
            <a:r>
              <a:rPr lang="en-AU" sz="2400" dirty="0">
                <a:solidFill>
                  <a:srgbClr val="7030A0"/>
                </a:solidFill>
              </a:rPr>
              <a:t> </a:t>
            </a:r>
            <a:r>
              <a:rPr lang="en-AU" sz="2400" dirty="0"/>
              <a:t>of a circle is the boundary of the circle.</a:t>
            </a:r>
          </a:p>
          <a:p>
            <a:endParaRPr lang="en-AU" sz="2400" dirty="0"/>
          </a:p>
          <a:p>
            <a:r>
              <a:rPr lang="en-AU" sz="2400" dirty="0"/>
              <a:t>The perimeter of a circle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1CCACB-C29C-4DD1-BEFA-5EB0509A6549}"/>
              </a:ext>
            </a:extLst>
          </p:cNvPr>
          <p:cNvCxnSpPr>
            <a:stCxn id="2" idx="3"/>
          </p:cNvCxnSpPr>
          <p:nvPr/>
        </p:nvCxnSpPr>
        <p:spPr>
          <a:xfrm flipV="1">
            <a:off x="1145672" y="4069976"/>
            <a:ext cx="1705104" cy="1750882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3480144-EE2F-411F-9E10-14A49763C50D}"/>
              </a:ext>
            </a:extLst>
          </p:cNvPr>
          <p:cNvCxnSpPr>
            <a:cxnSpLocks/>
          </p:cNvCxnSpPr>
          <p:nvPr/>
        </p:nvCxnSpPr>
        <p:spPr>
          <a:xfrm flipH="1" flipV="1">
            <a:off x="2743200" y="4490100"/>
            <a:ext cx="3615766" cy="3408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DD2E2BF-E37F-40E2-8E6B-8B796F455FBF}"/>
              </a:ext>
            </a:extLst>
          </p:cNvPr>
          <p:cNvSpPr/>
          <p:nvPr/>
        </p:nvSpPr>
        <p:spPr>
          <a:xfrm>
            <a:off x="6801224" y="3977358"/>
            <a:ext cx="45600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A line drawn from the centre of a circle to the circumference is the </a:t>
            </a:r>
            <a:r>
              <a:rPr lang="en-AU" sz="2400" b="1" dirty="0">
                <a:solidFill>
                  <a:srgbClr val="7030A0"/>
                </a:solidFill>
              </a:rPr>
              <a:t>radius</a:t>
            </a:r>
            <a:r>
              <a:rPr lang="en-AU" sz="2400" dirty="0">
                <a:solidFill>
                  <a:srgbClr val="7030A0"/>
                </a:solidFill>
              </a:rPr>
              <a:t>. </a:t>
            </a:r>
          </a:p>
          <a:p>
            <a:endParaRPr lang="en-AU" sz="2400" dirty="0">
              <a:solidFill>
                <a:srgbClr val="7030A0"/>
              </a:solidFill>
            </a:endParaRPr>
          </a:p>
          <a:p>
            <a:r>
              <a:rPr lang="en-AU" sz="2400" dirty="0"/>
              <a:t>Every radius in a circle is equal in length.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0A2CF6-0B37-4A4D-95A0-4EE80E5F74EE}"/>
                  </a:ext>
                </a:extLst>
              </p14:cNvPr>
              <p14:cNvContentPartPr/>
              <p14:nvPr/>
            </p14:nvContentPartPr>
            <p14:xfrm>
              <a:off x="2802240" y="3940920"/>
              <a:ext cx="160200" cy="181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0A2CF6-0B37-4A4D-95A0-4EE80E5F74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92880" y="3931560"/>
                <a:ext cx="178920" cy="19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658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6842716A-683D-4DDF-9774-781ADAA16883}"/>
              </a:ext>
            </a:extLst>
          </p:cNvPr>
          <p:cNvSpPr/>
          <p:nvPr/>
        </p:nvSpPr>
        <p:spPr>
          <a:xfrm>
            <a:off x="418353" y="1602135"/>
            <a:ext cx="4966447" cy="4942541"/>
          </a:xfrm>
          <a:prstGeom prst="ellipse">
            <a:avLst/>
          </a:prstGeom>
          <a:ln w="57150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F7C97B-7130-4DDD-AE81-8EC7B4973F60}"/>
              </a:ext>
            </a:extLst>
          </p:cNvPr>
          <p:cNvCxnSpPr>
            <a:stCxn id="2" idx="1"/>
            <a:endCxn id="2" idx="5"/>
          </p:cNvCxnSpPr>
          <p:nvPr/>
        </p:nvCxnSpPr>
        <p:spPr>
          <a:xfrm>
            <a:off x="1145672" y="2325953"/>
            <a:ext cx="3511809" cy="349490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A17DC7-2A7F-4888-96D5-8AFB156FC227}"/>
              </a:ext>
            </a:extLst>
          </p:cNvPr>
          <p:cNvCxnSpPr>
            <a:cxnSpLocks/>
          </p:cNvCxnSpPr>
          <p:nvPr/>
        </p:nvCxnSpPr>
        <p:spPr>
          <a:xfrm flipH="1">
            <a:off x="3830918" y="2994212"/>
            <a:ext cx="3544048" cy="180879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9D3AD1E-7195-4B52-9B9B-A8DD7C6099C8}"/>
              </a:ext>
            </a:extLst>
          </p:cNvPr>
          <p:cNvSpPr/>
          <p:nvPr/>
        </p:nvSpPr>
        <p:spPr>
          <a:xfrm>
            <a:off x="7488518" y="2125355"/>
            <a:ext cx="39863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A line drawn through the centre from one side of a circle to its opposite side is called the </a:t>
            </a:r>
            <a:r>
              <a:rPr lang="en-AU" sz="2400" b="1" dirty="0">
                <a:solidFill>
                  <a:srgbClr val="00B050"/>
                </a:solidFill>
              </a:rPr>
              <a:t>diameter.</a:t>
            </a:r>
            <a:r>
              <a:rPr lang="en-AU" sz="2400" dirty="0">
                <a:solidFill>
                  <a:srgbClr val="00B050"/>
                </a:solidFill>
              </a:rPr>
              <a:t>  </a:t>
            </a:r>
          </a:p>
          <a:p>
            <a:endParaRPr lang="en-AU" sz="2400" dirty="0">
              <a:solidFill>
                <a:srgbClr val="00B050"/>
              </a:solidFill>
            </a:endParaRPr>
          </a:p>
          <a:p>
            <a:r>
              <a:rPr lang="en-AU" sz="2400" dirty="0"/>
              <a:t>It is double the length of the radius.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FC8208-50B3-4435-A035-4244755D8E8C}"/>
              </a:ext>
            </a:extLst>
          </p:cNvPr>
          <p:cNvCxnSpPr/>
          <p:nvPr/>
        </p:nvCxnSpPr>
        <p:spPr>
          <a:xfrm flipV="1">
            <a:off x="1145672" y="4069976"/>
            <a:ext cx="1705104" cy="1750882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09C0C73-5B4E-4733-9157-C9798273DFA9}"/>
              </a:ext>
            </a:extLst>
          </p:cNvPr>
          <p:cNvSpPr txBox="1"/>
          <p:nvPr/>
        </p:nvSpPr>
        <p:spPr>
          <a:xfrm>
            <a:off x="577502" y="69868"/>
            <a:ext cx="34512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Circle Revision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84EE3A-33E5-44F4-ACC5-C89FA23ED759}"/>
              </a:ext>
            </a:extLst>
          </p:cNvPr>
          <p:cNvSpPr txBox="1"/>
          <p:nvPr/>
        </p:nvSpPr>
        <p:spPr>
          <a:xfrm>
            <a:off x="191345" y="777754"/>
            <a:ext cx="11924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label a circle and find the circumference and area of a circle? </a:t>
            </a:r>
          </a:p>
        </p:txBody>
      </p:sp>
    </p:spTree>
    <p:extLst>
      <p:ext uri="{BB962C8B-B14F-4D97-AF65-F5344CB8AC3E}">
        <p14:creationId xmlns:p14="http://schemas.microsoft.com/office/powerpoint/2010/main" val="380559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1F994C-C6D3-41E2-A0A6-B335D6C494A2}"/>
              </a:ext>
            </a:extLst>
          </p:cNvPr>
          <p:cNvSpPr txBox="1"/>
          <p:nvPr/>
        </p:nvSpPr>
        <p:spPr>
          <a:xfrm>
            <a:off x="0" y="153769"/>
            <a:ext cx="7648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I find the circumference of a full circle?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135D6-ADBE-4CC7-918B-180DA0C1F7FA}"/>
              </a:ext>
            </a:extLst>
          </p:cNvPr>
          <p:cNvSpPr txBox="1"/>
          <p:nvPr/>
        </p:nvSpPr>
        <p:spPr>
          <a:xfrm>
            <a:off x="191344" y="815488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0070C0"/>
                </a:solidFill>
              </a:rPr>
              <a:t>Circumference = </a:t>
            </a:r>
            <a:r>
              <a:rPr lang="el-GR" sz="2800" dirty="0">
                <a:solidFill>
                  <a:srgbClr val="0070C0"/>
                </a:solidFill>
              </a:rPr>
              <a:t>π</a:t>
            </a:r>
            <a:r>
              <a:rPr lang="en-AU" sz="2800" dirty="0">
                <a:solidFill>
                  <a:srgbClr val="0070C0"/>
                </a:solidFill>
              </a:rPr>
              <a:t> x diameter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33EE3B-E7F7-4AB6-A534-CFC3430769FC}"/>
                  </a:ext>
                </a:extLst>
              </p:cNvPr>
              <p:cNvSpPr txBox="1"/>
              <p:nvPr/>
            </p:nvSpPr>
            <p:spPr>
              <a:xfrm>
                <a:off x="781596" y="1241900"/>
                <a:ext cx="362414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AU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AU" sz="3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33EE3B-E7F7-4AB6-A534-CFC34307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96" y="1241900"/>
                <a:ext cx="362414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2473EE9-C1FE-4AAE-9EA5-5B16C1073DC2}"/>
              </a:ext>
            </a:extLst>
          </p:cNvPr>
          <p:cNvSpPr txBox="1"/>
          <p:nvPr/>
        </p:nvSpPr>
        <p:spPr>
          <a:xfrm>
            <a:off x="6719392" y="865702"/>
            <a:ext cx="547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7030A0"/>
                </a:solidFill>
              </a:rPr>
              <a:t>Circumference = </a:t>
            </a:r>
            <a:r>
              <a:rPr lang="el-GR" sz="2800" dirty="0">
                <a:solidFill>
                  <a:srgbClr val="7030A0"/>
                </a:solidFill>
              </a:rPr>
              <a:t>π</a:t>
            </a:r>
            <a:r>
              <a:rPr lang="en-AU" sz="2800" dirty="0">
                <a:solidFill>
                  <a:srgbClr val="7030A0"/>
                </a:solidFill>
              </a:rPr>
              <a:t> x 2 x radius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C74D3E-7986-4B59-9C9F-21CF6BCAF20D}"/>
                  </a:ext>
                </a:extLst>
              </p:cNvPr>
              <p:cNvSpPr txBox="1"/>
              <p:nvPr/>
            </p:nvSpPr>
            <p:spPr>
              <a:xfrm>
                <a:off x="8272172" y="1338708"/>
                <a:ext cx="236704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l-GR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AU" sz="3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32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C74D3E-7986-4B59-9C9F-21CF6BCAF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2172" y="1338708"/>
                <a:ext cx="236704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D339186-F96C-43D7-9D59-56335E04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3483"/>
            <a:ext cx="5750927" cy="2633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75F2C1-65D8-4C50-B62D-4E90C7B7D7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619"/>
          <a:stretch/>
        </p:blipFill>
        <p:spPr>
          <a:xfrm>
            <a:off x="8988509" y="1826675"/>
            <a:ext cx="3057915" cy="2492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D1C8C5-CDD2-408D-965A-E9E25D6EF7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0600"/>
          <a:stretch/>
        </p:blipFill>
        <p:spPr>
          <a:xfrm>
            <a:off x="6333487" y="1993832"/>
            <a:ext cx="2072462" cy="249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87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B2696F-F705-418C-B177-AE2C02EE24CA}"/>
              </a:ext>
            </a:extLst>
          </p:cNvPr>
          <p:cNvSpPr txBox="1"/>
          <p:nvPr/>
        </p:nvSpPr>
        <p:spPr>
          <a:xfrm>
            <a:off x="65313" y="153127"/>
            <a:ext cx="10659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I find the circumference of a semi circle?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10E2E-0AC9-4682-9710-E931475D03A5}"/>
                  </a:ext>
                </a:extLst>
              </p:cNvPr>
              <p:cNvSpPr txBox="1"/>
              <p:nvPr/>
            </p:nvSpPr>
            <p:spPr>
              <a:xfrm>
                <a:off x="263351" y="1006297"/>
                <a:ext cx="5832649" cy="787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AU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l-GR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AU" sz="3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AU" sz="3200" b="1" dirty="0">
                    <a:solidFill>
                      <a:srgbClr val="0070C0"/>
                    </a:solidFill>
                  </a:rPr>
                  <a:t> + straight line section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10E2E-0AC9-4682-9710-E931475D0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1" y="1006297"/>
                <a:ext cx="5832649" cy="787716"/>
              </a:xfrm>
              <a:prstGeom prst="rect">
                <a:avLst/>
              </a:prstGeom>
              <a:blipFill>
                <a:blip r:embed="rId2"/>
                <a:stretch>
                  <a:fillRect b="-124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CEBFEC-2CA0-453A-B489-545ABCDB43CC}"/>
                  </a:ext>
                </a:extLst>
              </p:cNvPr>
              <p:cNvSpPr txBox="1"/>
              <p:nvPr/>
            </p:nvSpPr>
            <p:spPr>
              <a:xfrm>
                <a:off x="6359351" y="992703"/>
                <a:ext cx="5832649" cy="80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l-GR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AU" sz="3200" b="1" dirty="0">
                    <a:solidFill>
                      <a:srgbClr val="7030A0"/>
                    </a:solidFill>
                  </a:rPr>
                  <a:t> + straight line section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CEBFEC-2CA0-453A-B489-545ABCDB4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351" y="992703"/>
                <a:ext cx="5832649" cy="801310"/>
              </a:xfrm>
              <a:prstGeom prst="rect">
                <a:avLst/>
              </a:prstGeom>
              <a:blipFill>
                <a:blip r:embed="rId3"/>
                <a:stretch>
                  <a:fillRect r="-940" b="-129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BF2B744-FE4F-4E0A-9AB3-DA6BE414A1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54"/>
          <a:stretch/>
        </p:blipFill>
        <p:spPr>
          <a:xfrm>
            <a:off x="652462" y="1900645"/>
            <a:ext cx="10887075" cy="2929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277230-8BA4-4D7E-84E8-9092A605F453}"/>
              </a:ext>
            </a:extLst>
          </p:cNvPr>
          <p:cNvSpPr/>
          <p:nvPr/>
        </p:nvSpPr>
        <p:spPr>
          <a:xfrm>
            <a:off x="8569234" y="4415246"/>
            <a:ext cx="1077686" cy="4153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D4DDEDC-BF37-4878-AA48-D54154965785}"/>
                  </a:ext>
                </a:extLst>
              </p14:cNvPr>
              <p14:cNvContentPartPr/>
              <p14:nvPr/>
            </p14:nvContentPartPr>
            <p14:xfrm>
              <a:off x="8880223" y="4266977"/>
              <a:ext cx="150480" cy="128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D4DDEDC-BF37-4878-AA48-D541549657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62223" y="4248977"/>
                <a:ext cx="18612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1DA959F-CC28-45BC-91D8-CA3E9A634946}"/>
                  </a:ext>
                </a:extLst>
              </p14:cNvPr>
              <p14:cNvContentPartPr/>
              <p14:nvPr/>
            </p14:nvContentPartPr>
            <p14:xfrm>
              <a:off x="7976983" y="4606097"/>
              <a:ext cx="618480" cy="231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1DA959F-CC28-45BC-91D8-CA3E9A63494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59343" y="4588097"/>
                <a:ext cx="65412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E3E1043-A5B8-489E-A0C3-008AA538E5CC}"/>
                  </a:ext>
                </a:extLst>
              </p14:cNvPr>
              <p14:cNvContentPartPr/>
              <p14:nvPr/>
            </p14:nvContentPartPr>
            <p14:xfrm>
              <a:off x="7634263" y="4447697"/>
              <a:ext cx="218520" cy="352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E3E1043-A5B8-489E-A0C3-008AA538E5C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16263" y="4430057"/>
                <a:ext cx="254160" cy="38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045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E5FE7-0B02-4D8C-98F6-4B9B78369775}"/>
              </a:ext>
            </a:extLst>
          </p:cNvPr>
          <p:cNvSpPr txBox="1"/>
          <p:nvPr/>
        </p:nvSpPr>
        <p:spPr>
          <a:xfrm>
            <a:off x="241663" y="224972"/>
            <a:ext cx="4937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Area of a Full Circle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570123-C4AE-4CE0-9191-FD80FA63F25C}"/>
                  </a:ext>
                </a:extLst>
              </p:cNvPr>
              <p:cNvSpPr txBox="1"/>
              <p:nvPr/>
            </p:nvSpPr>
            <p:spPr>
              <a:xfrm>
                <a:off x="6472854" y="219393"/>
                <a:ext cx="4155965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570123-C4AE-4CE0-9191-FD80FA63F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854" y="219393"/>
                <a:ext cx="4155965" cy="5959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94F39B4-11C4-4C7C-9C61-FE5DA2E8D0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98"/>
          <a:stretch/>
        </p:blipFill>
        <p:spPr>
          <a:xfrm>
            <a:off x="483054" y="940525"/>
            <a:ext cx="11029950" cy="2286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5700A6-2483-4E76-95CF-6517A789CB79}"/>
              </a:ext>
            </a:extLst>
          </p:cNvPr>
          <p:cNvSpPr txBox="1"/>
          <p:nvPr/>
        </p:nvSpPr>
        <p:spPr>
          <a:xfrm>
            <a:off x="3837119" y="5918279"/>
            <a:ext cx="8159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If you have a circle with a diameter you will need to half it in order to find the radius. </a:t>
            </a:r>
          </a:p>
        </p:txBody>
      </p:sp>
    </p:spTree>
    <p:extLst>
      <p:ext uri="{BB962C8B-B14F-4D97-AF65-F5344CB8AC3E}">
        <p14:creationId xmlns:p14="http://schemas.microsoft.com/office/powerpoint/2010/main" val="215458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CD213E-2B83-46C0-9D7C-7677DA4F6658}"/>
              </a:ext>
            </a:extLst>
          </p:cNvPr>
          <p:cNvSpPr txBox="1"/>
          <p:nvPr/>
        </p:nvSpPr>
        <p:spPr>
          <a:xfrm>
            <a:off x="587829" y="309881"/>
            <a:ext cx="562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Area of a Semi Circle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EB2331-DC9D-44F8-81F7-E9B08B9CCC9A}"/>
                  </a:ext>
                </a:extLst>
              </p:cNvPr>
              <p:cNvSpPr txBox="1"/>
              <p:nvPr/>
            </p:nvSpPr>
            <p:spPr>
              <a:xfrm>
                <a:off x="6342226" y="159658"/>
                <a:ext cx="4155965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l-GR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EB2331-DC9D-44F8-81F7-E9B08B9CC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226" y="159658"/>
                <a:ext cx="4155965" cy="10143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6B7237C-3004-46A0-BF30-343C304D8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218" y="1657758"/>
            <a:ext cx="86391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3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93345-4723-41E7-8C47-5BB8C337C46D}"/>
              </a:ext>
            </a:extLst>
          </p:cNvPr>
          <p:cNvSpPr txBox="1"/>
          <p:nvPr/>
        </p:nvSpPr>
        <p:spPr>
          <a:xfrm>
            <a:off x="217126" y="251098"/>
            <a:ext cx="6107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3600" b="1" dirty="0">
                <a:solidFill>
                  <a:prstClr val="black"/>
                </a:solidFill>
                <a:latin typeface="Fragment Core" panose="02000504040000020003" pitchFamily="50" charset="0"/>
              </a:rPr>
              <a:t>Area of a Quadrant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7313AD-E280-4CFD-8204-1CF4F59E1ACC}"/>
                  </a:ext>
                </a:extLst>
              </p:cNvPr>
              <p:cNvSpPr txBox="1"/>
              <p:nvPr/>
            </p:nvSpPr>
            <p:spPr>
              <a:xfrm>
                <a:off x="6916991" y="113938"/>
                <a:ext cx="4155965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l-GR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7313AD-E280-4CFD-8204-1CF4F59E1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991" y="113938"/>
                <a:ext cx="4155965" cy="10143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A5744BD-CC5D-4C3C-9F14-D0E8C3E92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777" y="1545227"/>
            <a:ext cx="93821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1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258</Words>
  <Application>Microsoft Office PowerPoint</Application>
  <PresentationFormat>Widescreen</PresentationFormat>
  <Paragraphs>42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Fragment Core</vt:lpstr>
      <vt:lpstr>Office Theme</vt:lpstr>
      <vt:lpstr>Circle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 Revision</dc:title>
  <dc:creator>LABUSCHAGNE Nine [Baldivis Secondary College]</dc:creator>
  <cp:lastModifiedBy>STRETCH Nine [Baldivis Secondary College]</cp:lastModifiedBy>
  <cp:revision>14</cp:revision>
  <dcterms:created xsi:type="dcterms:W3CDTF">2018-06-25T03:37:19Z</dcterms:created>
  <dcterms:modified xsi:type="dcterms:W3CDTF">2019-05-20T02:39:47Z</dcterms:modified>
</cp:coreProperties>
</file>