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/>
    <p:restoredTop sz="94674"/>
  </p:normalViewPr>
  <p:slideViewPr>
    <p:cSldViewPr snapToGrid="0" snapToObjects="1">
      <p:cViewPr varScale="1">
        <p:scale>
          <a:sx n="55" d="100"/>
          <a:sy n="55" d="100"/>
        </p:scale>
        <p:origin x="200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D67534-95FB-A842-8F5C-F2848A35C063}" type="datetimeFigureOut">
              <a:rPr lang="en-US" smtClean="0"/>
              <a:t>3/12/18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370D481-931E-FD4B-8AA9-32248C1E8F5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46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Volume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89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With a partner draw two different conversion caterpillars </a:t>
            </a:r>
          </a:p>
          <a:p>
            <a:r>
              <a:rPr lang="en-US" dirty="0" smtClean="0"/>
              <a:t>1 for conversion of length</a:t>
            </a:r>
          </a:p>
          <a:p>
            <a:r>
              <a:rPr lang="en-US" dirty="0" smtClean="0"/>
              <a:t>1 for conversion of area.</a:t>
            </a:r>
          </a:p>
          <a:p>
            <a:endParaRPr lang="en-US" dirty="0"/>
          </a:p>
          <a:p>
            <a:r>
              <a:rPr lang="en-US" dirty="0" smtClean="0"/>
              <a:t>Discuss the main difference</a:t>
            </a:r>
          </a:p>
          <a:p>
            <a:endParaRPr lang="en-US" dirty="0"/>
          </a:p>
          <a:p>
            <a:r>
              <a:rPr lang="en-US" dirty="0" smtClean="0"/>
              <a:t>Once complete check with your teacher to see if you are correct. </a:t>
            </a:r>
          </a:p>
          <a:p>
            <a:endParaRPr lang="en-US" dirty="0"/>
          </a:p>
          <a:p>
            <a:r>
              <a:rPr lang="en-US" dirty="0" smtClean="0"/>
              <a:t>Take turns at Quizzing each other with some unit conversion of both length and area.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0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Watch the following video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27370" y="3244334"/>
            <a:ext cx="473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</a:t>
            </a:r>
            <a:r>
              <a:rPr lang="en-US" dirty="0" err="1" smtClean="0"/>
              <a:t>www.youtube.com</a:t>
            </a:r>
            <a:r>
              <a:rPr lang="en-US" dirty="0" smtClean="0"/>
              <a:t>/</a:t>
            </a:r>
            <a:r>
              <a:rPr lang="en-US" dirty="0" err="1" smtClean="0"/>
              <a:t>watch?v</a:t>
            </a:r>
            <a:r>
              <a:rPr lang="en-US" dirty="0" smtClean="0"/>
              <a:t>=qJwecTgce6c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1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through the </a:t>
            </a:r>
            <a:r>
              <a:rPr lang="en-US" dirty="0" err="1" smtClean="0"/>
              <a:t>Mathantics</a:t>
            </a:r>
            <a:r>
              <a:rPr lang="en-US" dirty="0" smtClean="0"/>
              <a:t> Volume worksheets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66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ExIt</a:t>
            </a:r>
            <a:r>
              <a:rPr lang="en-US" dirty="0" smtClean="0"/>
              <a:t>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the exit pass and hand it to your teachers before leaving.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66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</TotalTime>
  <Words>88</Words>
  <Application>Microsoft Macintosh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Tw Cen MT</vt:lpstr>
      <vt:lpstr>Tw Cen MT Condensed</vt:lpstr>
      <vt:lpstr>Wingdings 3</vt:lpstr>
      <vt:lpstr>Integral</vt:lpstr>
      <vt:lpstr>Introduction to Volume</vt:lpstr>
      <vt:lpstr>Introduction</vt:lpstr>
      <vt:lpstr>Watch the following video</vt:lpstr>
      <vt:lpstr>Your turn</vt:lpstr>
      <vt:lpstr>ExIt Pass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Volume</dc:title>
  <dc:creator>Kath Farmer</dc:creator>
  <cp:lastModifiedBy>Kath Farmer</cp:lastModifiedBy>
  <cp:revision>5</cp:revision>
  <dcterms:created xsi:type="dcterms:W3CDTF">2018-03-12T01:23:17Z</dcterms:created>
  <dcterms:modified xsi:type="dcterms:W3CDTF">2018-03-12T02:51:20Z</dcterms:modified>
</cp:coreProperties>
</file>