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69" r:id="rId3"/>
    <p:sldId id="27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548" autoAdjust="0"/>
  </p:normalViewPr>
  <p:slideViewPr>
    <p:cSldViewPr snapToGrid="0" snapToObjects="1">
      <p:cViewPr varScale="1">
        <p:scale>
          <a:sx n="114" d="100"/>
          <a:sy n="114" d="100"/>
        </p:scale>
        <p:origin x="15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4560-677A-D941-A6E1-13E268F268AC}" type="datetimeFigureOut">
              <a:rPr lang="en-US" smtClean="0"/>
              <a:t>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pPr eaLnBrk="1" hangingPunct="1"/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Name 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Class: 8-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Teacher: Mr Evans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Term 1 Semester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C38E07-BA7A-4902-95BA-09BA78FE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03" y="4191888"/>
            <a:ext cx="2723085" cy="22692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4D5330-4D57-44F7-AC79-9DB93240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33" y="2035175"/>
            <a:ext cx="1879934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3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390581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76109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is perimeter?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714" y="128751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Glossary Word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Perimeter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Perimeter</a:t>
            </a:r>
          </a:p>
          <a:p>
            <a:endParaRPr lang="en-US" sz="2800" dirty="0"/>
          </a:p>
          <a:p>
            <a:r>
              <a:rPr lang="en-US" sz="2800" dirty="0"/>
              <a:t>Is the distance along the boundary of a shape</a:t>
            </a:r>
          </a:p>
          <a:p>
            <a:endParaRPr lang="en-US" sz="2800" dirty="0"/>
          </a:p>
          <a:p>
            <a:r>
              <a:rPr lang="en-US" sz="2400" dirty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soccer pitch has boundary lines along the perimeter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98" y="4582321"/>
            <a:ext cx="2992235" cy="2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To find the perimeter we add up the lengths of the sides.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20 + 10 + 20 + 10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03" y="3163480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 we can use the formula </a:t>
            </a:r>
            <a:r>
              <a:rPr lang="en-US" sz="2800" i="1" dirty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l = length</a:t>
            </a:r>
          </a:p>
          <a:p>
            <a:r>
              <a:rPr lang="en-US" sz="2800" dirty="0">
                <a:latin typeface="Chalkboard"/>
                <a:cs typeface="Chalkboard"/>
              </a:rPr>
              <a:t>w = width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= 20 x 2 + 10 x 2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689" y="3152242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14" y="1487511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</p:spTree>
    <p:extLst>
      <p:ext uri="{BB962C8B-B14F-4D97-AF65-F5344CB8AC3E}">
        <p14:creationId xmlns:p14="http://schemas.microsoft.com/office/powerpoint/2010/main" val="45532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15 + 15 + 15 + 15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4 x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5534304" y="3176578"/>
            <a:ext cx="3296698" cy="30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First find the length of the</a:t>
            </a:r>
          </a:p>
          <a:p>
            <a:r>
              <a:rPr lang="en-US" sz="2400" dirty="0">
                <a:latin typeface="Chalkboard"/>
                <a:cs typeface="Chalkboard"/>
              </a:rPr>
              <a:t>unmarked sides.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a = 6 – 2</a:t>
            </a:r>
          </a:p>
          <a:p>
            <a:r>
              <a:rPr lang="en-US" sz="2400" dirty="0">
                <a:latin typeface="Chalkboard"/>
                <a:cs typeface="Chalkboard"/>
              </a:rPr>
              <a:t>a = 4 cm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b = 4 + 3</a:t>
            </a:r>
          </a:p>
          <a:p>
            <a:r>
              <a:rPr lang="en-US" sz="2400" dirty="0">
                <a:latin typeface="Chalkboard"/>
                <a:cs typeface="Chalkboard"/>
              </a:rPr>
              <a:t>b = 7 cm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3110" y="5857996"/>
            <a:ext cx="307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1805" y="4512751"/>
            <a:ext cx="319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88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47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Then add up all the sides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6 + 4 + 2 + 3</a:t>
            </a:r>
          </a:p>
          <a:p>
            <a:r>
              <a:rPr lang="en-US" sz="2800" dirty="0">
                <a:latin typeface="Chalkboard"/>
                <a:cs typeface="Chalkboard"/>
              </a:rPr>
              <a:t>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54531" y="5826240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6850" y="4312696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 cm</a:t>
            </a:r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92621" y="43579"/>
            <a:ext cx="3191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Task- D/C Level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640767"/>
            <a:ext cx="8391525" cy="407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0" y="4717467"/>
            <a:ext cx="285750" cy="30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398" y="4574592"/>
            <a:ext cx="238125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9469" y="4717467"/>
            <a:ext cx="19050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42" y="4984167"/>
            <a:ext cx="3142185" cy="16190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9941" y="4595022"/>
            <a:ext cx="2466315" cy="20148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55" y="4595022"/>
            <a:ext cx="2851506" cy="208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0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75411" y="-29980"/>
            <a:ext cx="31688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Task- C/B Level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488514"/>
            <a:ext cx="8304123" cy="46679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062" y="5059597"/>
            <a:ext cx="238125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377" y="4990197"/>
            <a:ext cx="190500" cy="26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72" y="5060947"/>
            <a:ext cx="285750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89" y="5125516"/>
            <a:ext cx="1487680" cy="17221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836" y="5134507"/>
            <a:ext cx="1968892" cy="1615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4292" y="4789471"/>
            <a:ext cx="1805003" cy="196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15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95545" y="30983"/>
            <a:ext cx="2987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 B/A Level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8" y="1285273"/>
            <a:ext cx="4641470" cy="519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5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386</Words>
  <Application>Microsoft Office PowerPoint</Application>
  <PresentationFormat>On-screen Show (4:3)</PresentationFormat>
  <Paragraphs>160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Chalkboard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</dc:title>
  <dc:creator>E4093549</dc:creator>
  <cp:lastModifiedBy>Clem</cp:lastModifiedBy>
  <cp:revision>15</cp:revision>
  <dcterms:created xsi:type="dcterms:W3CDTF">2017-02-27T05:52:32Z</dcterms:created>
  <dcterms:modified xsi:type="dcterms:W3CDTF">2018-02-25T03:51:53Z</dcterms:modified>
</cp:coreProperties>
</file>