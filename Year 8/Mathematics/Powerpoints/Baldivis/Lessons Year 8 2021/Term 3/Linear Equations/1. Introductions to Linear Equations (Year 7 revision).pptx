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63" r:id="rId2"/>
    <p:sldId id="266" r:id="rId3"/>
    <p:sldId id="286" r:id="rId4"/>
    <p:sldId id="280" r:id="rId5"/>
    <p:sldId id="279" r:id="rId6"/>
    <p:sldId id="281" r:id="rId7"/>
    <p:sldId id="285" r:id="rId8"/>
    <p:sldId id="277" r:id="rId9"/>
    <p:sldId id="284" r:id="rId10"/>
    <p:sldId id="271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3132" autoAdjust="0"/>
  </p:normalViewPr>
  <p:slideViewPr>
    <p:cSldViewPr snapToGrid="0">
      <p:cViewPr varScale="1">
        <p:scale>
          <a:sx n="54" d="100"/>
          <a:sy n="54" d="100"/>
        </p:scale>
        <p:origin x="1900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4FA37-DCEE-4A8B-895D-A9C4F8DA3AB0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21593-C239-4F23-953F-DEA9A7F7D4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223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Give</a:t>
            </a:r>
            <a:r>
              <a:rPr lang="en-AU" baseline="0" dirty="0"/>
              <a:t> them time to write what they know on the left hand side.</a:t>
            </a:r>
          </a:p>
          <a:p>
            <a:r>
              <a:rPr lang="en-AU" baseline="0" dirty="0"/>
              <a:t>How you get the info off them is up to you, TPS, popcorn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4382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268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worksheets available on connect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21593-C239-4F23-953F-DEA9A7F7D4E6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0494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AF890-0C09-4D01-8DEE-9DE3DC483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A4E02-2836-416C-A135-923EACB5C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A95CE-E2A8-4580-8D1C-4E3A801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02366-9D04-4729-A1A7-9B9AD3390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D76D5-1896-4592-B880-E890EAEA7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459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1EFF4-415A-498E-80C6-C5A300540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BDBF3-5E5B-42FA-B18D-E834FD232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81188-0E3C-403E-A9AE-4AE530C89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5CFC9-0E07-4998-BD97-5F5360F17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B62B6-9086-4E1B-9373-A6E28BC24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0993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7184E-7ABC-47B1-96D6-9CAAA7C7D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A39A2-671B-4AE3-BA1C-5BA7C45AA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37ACC-CB95-44B8-A8F2-0330C5A0C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92E6A-D1EE-41C7-85EC-5E803558F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A7E5B-B85F-45A4-A9B5-02388C01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5066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E4C9D-B499-4863-BCAF-DFFE1FAD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4F9D8-7378-439F-9974-792A80C351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418D29-7FB2-419E-B312-F45B98F46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81311-D3E3-43F8-88A6-2B6B2CF84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17455-931C-45B2-BC86-4A3EAF734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723BF-D408-4207-8CA6-E421E71A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7141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5E537-700E-40F4-A392-45A456D6E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2D81E-FADF-4774-BD18-44B3A62CE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35DF3-EB01-4479-8CF7-CAD3E5CD1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C09377-0E0B-4762-8F39-214962AE3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EEDF60-8F19-484C-98AD-A1779831C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285EE8-75A1-407C-81AA-108DD1605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AE9B1D-BC12-4ECB-8323-F26973612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34468F-5E77-4521-922B-76CC971AB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8245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EA0B0-F420-4ACE-A4A2-8E95B758F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E7178-FC2C-45A7-A984-861B7E76D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27BF3-2904-4C18-A1A4-4541F47CC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ACB10-4DCE-4230-AF0D-FC49E6104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6601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B6C5EF-9D57-45E9-A668-12B488522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67C2F8-A5B3-4A19-98B2-71399F8E1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E8B4A-4D08-4695-85F6-6B3608BE0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661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A5F55-B1F4-4C67-8A27-B490AD98C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B641A-3961-4781-9E74-B3047B27A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E0116F-83D7-434D-AABE-A82757DAC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1ED56-1188-4C9B-A9C9-CE4EED12E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585D6-FD2E-4B65-8D75-B86B0A989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3AE8D-98BB-4359-A42F-4464A1F0A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7975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79215-CE5B-4BC4-AA3A-A73932349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59297D-36F3-4D68-AB98-BB03D5F2C0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2CB27-6FFE-43F6-8EDF-7563A437C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DF89B-98EF-498C-8B3A-BC841611D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25DAA-5CF3-4E26-AFF4-D7C48F098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98F61-C011-4E4C-9827-2782F86B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9419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74CBE-F9AB-4ED7-B79C-F4B92C3E3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CE405-2B20-42B7-AD64-4C400D1E7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AB79F-2EB5-4A47-9980-E194B0141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18048-1DE1-489D-86A4-E67FB789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5B302-D763-4F2C-8FA7-781EDF213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7556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9E0933-B9C9-4752-9594-3556B72C75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A9A327-1A8C-47CB-8706-ED4495CD8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2096D-FD51-45D9-9E54-05DE26141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824FA-4CDB-4A24-AA8F-C325764FE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A34BF-6C37-428D-AE83-1171009B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0052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89560B-7699-4D73-ACDA-DB87AD06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27B68-EB58-4F27-96B4-47E2B1764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7BF81-CE7F-4530-BF12-0077A69116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7BE6B-52E9-4DB5-9634-6473640C7AC5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9B888-80AE-460B-B50C-FAC3491C9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83F1C-BD85-43AA-B300-D1FBB6622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162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hinkinghumanity.com/2015/07/80-motivational-wallpapers-for-your-desktop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181" y="856328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>
                <a:latin typeface="+mn-lt"/>
              </a:rPr>
              <a:t>My Linear Relationships</a:t>
            </a:r>
            <a:br>
              <a:rPr lang="en-AU" sz="4800" dirty="0">
                <a:latin typeface="+mn-lt"/>
              </a:rPr>
            </a:br>
            <a:r>
              <a:rPr lang="en-AU" sz="4800" dirty="0">
                <a:latin typeface="+mn-lt"/>
              </a:rPr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3081" y="4078694"/>
            <a:ext cx="6858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AU" dirty="0"/>
              <a:t>Name: </a:t>
            </a:r>
          </a:p>
          <a:p>
            <a:pPr algn="l"/>
            <a:r>
              <a:rPr lang="en-AU" dirty="0"/>
              <a:t>Class: </a:t>
            </a:r>
          </a:p>
          <a:p>
            <a:pPr algn="l"/>
            <a:r>
              <a:rPr lang="en-AU" dirty="0"/>
              <a:t>Teacher: </a:t>
            </a:r>
          </a:p>
          <a:p>
            <a:pPr algn="l"/>
            <a:r>
              <a:rPr lang="en-AU" dirty="0"/>
              <a:t>Semester 2</a:t>
            </a:r>
          </a:p>
          <a:p>
            <a:pPr algn="l"/>
            <a:r>
              <a:rPr lang="en-AU" dirty="0"/>
              <a:t>Term 3</a:t>
            </a:r>
          </a:p>
          <a:p>
            <a:pPr algn="l"/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672" y="2511362"/>
            <a:ext cx="4132303" cy="3418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0841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49865"/>
            <a:ext cx="7886700" cy="5177342"/>
          </a:xfrm>
        </p:spPr>
        <p:txBody>
          <a:bodyPr>
            <a:normAutofit/>
          </a:bodyPr>
          <a:lstStyle/>
          <a:p>
            <a:r>
              <a:rPr lang="en-US" dirty="0"/>
              <a:t>Cover Page</a:t>
            </a:r>
          </a:p>
          <a:p>
            <a:r>
              <a:rPr lang="en-US" dirty="0"/>
              <a:t>Contents Page</a:t>
            </a:r>
          </a:p>
          <a:p>
            <a:r>
              <a:rPr lang="en-US" dirty="0"/>
              <a:t>Glossary</a:t>
            </a:r>
          </a:p>
          <a:p>
            <a:r>
              <a:rPr lang="en-US" dirty="0"/>
              <a:t>24/7/30</a:t>
            </a:r>
          </a:p>
          <a:p>
            <a:r>
              <a:rPr lang="en-US" dirty="0"/>
              <a:t>EQ</a:t>
            </a:r>
          </a:p>
          <a:p>
            <a:r>
              <a:rPr lang="en-US" dirty="0"/>
              <a:t>Questions</a:t>
            </a:r>
          </a:p>
          <a:p>
            <a:r>
              <a:rPr lang="en-US" dirty="0"/>
              <a:t>Notes</a:t>
            </a:r>
          </a:p>
          <a:p>
            <a:r>
              <a:rPr lang="en-US" dirty="0"/>
              <a:t>Summaries</a:t>
            </a:r>
          </a:p>
          <a:p>
            <a:r>
              <a:rPr lang="en-US" dirty="0"/>
              <a:t>Work page</a:t>
            </a:r>
          </a:p>
          <a:p>
            <a:r>
              <a:rPr lang="en-US" dirty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479" y="1911828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3186109" y="2741325"/>
            <a:ext cx="475042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</a:p>
        </p:txBody>
      </p:sp>
    </p:spTree>
    <p:extLst>
      <p:ext uri="{BB962C8B-B14F-4D97-AF65-F5344CB8AC3E}">
        <p14:creationId xmlns:p14="http://schemas.microsoft.com/office/powerpoint/2010/main" val="398415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40F7A-6204-40A8-AB42-C449ADF43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86" y="365126"/>
            <a:ext cx="2641023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5 Questions</a:t>
            </a:r>
            <a:endParaRPr lang="en-AU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A36BF3-D63D-44B9-A6B5-7DF670A710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4867582" cy="4351338"/>
              </a:xfrm>
            </p:spPr>
            <p:txBody>
              <a:bodyPr/>
              <a:lstStyle/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dirty="0"/>
                  <a:t>Complete your summary for yesterday's lesson 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 3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solve: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endParaRPr lang="en-US" dirty="0"/>
              </a:p>
              <a:p>
                <a:pPr marL="457200" indent="-457200">
                  <a:lnSpc>
                    <a:spcPct val="150000"/>
                  </a:lnSpc>
                  <a:buAutoNum type="arabicPeriod" startAt="3"/>
                </a:pPr>
                <a:r>
                  <a:rPr lang="en-US" dirty="0"/>
                  <a:t>Expand the brackets: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+2)</m:t>
                    </m:r>
                  </m:oMath>
                </a14:m>
                <a:endParaRPr lang="en-US" dirty="0"/>
              </a:p>
              <a:p>
                <a:pPr marL="457200" indent="-457200">
                  <a:lnSpc>
                    <a:spcPct val="150000"/>
                  </a:lnSpc>
                  <a:buAutoNum type="arabicPeriod" startAt="3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5 – (2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10)+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indent="-457200">
                  <a:lnSpc>
                    <a:spcPct val="150000"/>
                  </a:lnSpc>
                  <a:buAutoNum type="arabicPeriod" startAt="3"/>
                </a:pPr>
                <a:r>
                  <a:rPr lang="en-US" dirty="0"/>
                  <a:t> Find the area of the rectangle below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A36BF3-D63D-44B9-A6B5-7DF670A71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4867582" cy="4351338"/>
              </a:xfrm>
              <a:blipFill>
                <a:blip r:embed="rId2"/>
                <a:stretch>
                  <a:fillRect l="-15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A24534D-ACD5-4B94-B61F-18546F0EEDD2}"/>
              </a:ext>
            </a:extLst>
          </p:cNvPr>
          <p:cNvSpPr/>
          <p:nvPr/>
        </p:nvSpPr>
        <p:spPr>
          <a:xfrm>
            <a:off x="1669697" y="5882736"/>
            <a:ext cx="1828800" cy="7772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DC10C9-B584-4051-A6E6-5F091DCED3C2}"/>
              </a:ext>
            </a:extLst>
          </p:cNvPr>
          <p:cNvSpPr txBox="1"/>
          <p:nvPr/>
        </p:nvSpPr>
        <p:spPr>
          <a:xfrm>
            <a:off x="2381911" y="5513404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 m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D48713-770A-421A-833E-3BEAFF7B971F}"/>
              </a:ext>
            </a:extLst>
          </p:cNvPr>
          <p:cNvSpPr txBox="1"/>
          <p:nvPr/>
        </p:nvSpPr>
        <p:spPr>
          <a:xfrm>
            <a:off x="3473945" y="6042027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m</a:t>
            </a:r>
            <a:endParaRPr lang="en-AU" dirty="0"/>
          </a:p>
        </p:txBody>
      </p:sp>
      <p:pic>
        <p:nvPicPr>
          <p:cNvPr id="8" name="Picture 7" descr="A picture containing text, nature, night sky&#10;&#10;Description automatically generated">
            <a:extLst>
              <a:ext uri="{FF2B5EF4-FFF2-40B4-BE49-F238E27FC236}">
                <a16:creationId xmlns:a16="http://schemas.microsoft.com/office/drawing/2014/main" id="{BC0561CD-EE05-4D7D-B983-E6C98A4900B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9362" r="19669"/>
          <a:stretch/>
        </p:blipFill>
        <p:spPr>
          <a:xfrm>
            <a:off x="5279923" y="186292"/>
            <a:ext cx="3677264" cy="33926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697B46-67EF-4A93-920D-51BB6BC7CBAC}"/>
              </a:ext>
            </a:extLst>
          </p:cNvPr>
          <p:cNvSpPr txBox="1"/>
          <p:nvPr/>
        </p:nvSpPr>
        <p:spPr>
          <a:xfrm>
            <a:off x="6049818" y="4904509"/>
            <a:ext cx="23368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First 10 to finish get VIVOs</a:t>
            </a:r>
          </a:p>
          <a:p>
            <a:pPr algn="ctr"/>
            <a:r>
              <a:rPr lang="en-US" sz="2400" b="1" dirty="0"/>
              <a:t>Let’s go!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989791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err="1">
                <a:latin typeface="Abadi" panose="020B0604020104020204" pitchFamily="34" charset="0"/>
              </a:rPr>
              <a:t>Quickwrite</a:t>
            </a:r>
            <a:endParaRPr lang="en-AU" b="1" dirty="0">
              <a:latin typeface="Abadi" panose="020B0604020104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What do you know about plotting points on a graph.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You have 2 minutes to write all you can remember</a:t>
            </a:r>
          </a:p>
        </p:txBody>
      </p:sp>
      <p:pic>
        <p:nvPicPr>
          <p:cNvPr id="6146" name="Picture 2" descr="C:\Users\e4075868\AppData\Local\Microsoft\Windows\Temporary Internet Files\Content.IE5\RP2BT71J\Writing-writing-31277215-579-612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5774" y="4154071"/>
            <a:ext cx="2092451" cy="221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points on a Cartesian Plane?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794600" y="1229950"/>
                <a:ext cx="5219263" cy="2908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The Cartesian Plane has 4 quadrants, split up by the</a:t>
                </a:r>
              </a:p>
              <a:p>
                <a:r>
                  <a:rPr lang="en-AU" sz="2000" dirty="0"/>
                  <a:t> 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000" dirty="0"/>
                  <a:t>  -axis (horizontal)</a:t>
                </a:r>
              </a:p>
              <a:p>
                <a:r>
                  <a:rPr lang="en-AU" sz="2000" dirty="0"/>
                  <a:t> 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000" dirty="0"/>
                  <a:t> -axis (vertical).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The center, where the axis meet, is called the origin.</a:t>
                </a:r>
              </a:p>
              <a:p>
                <a:r>
                  <a:rPr lang="en-US" sz="1600" dirty="0"/>
                  <a:t> </a:t>
                </a:r>
              </a:p>
              <a:p>
                <a:endParaRPr lang="en-AU" sz="1350" dirty="0"/>
              </a:p>
              <a:p>
                <a:endParaRPr lang="en-AU" sz="135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600" y="1229950"/>
                <a:ext cx="5219263" cy="2908489"/>
              </a:xfrm>
              <a:prstGeom prst="rect">
                <a:avLst/>
              </a:prstGeom>
              <a:blipFill>
                <a:blip r:embed="rId2"/>
                <a:stretch>
                  <a:fillRect l="-1167" t="-1258" r="-2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34192" y="1229948"/>
            <a:ext cx="16451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Cartesian Plane?</a:t>
            </a: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9A8DA023-62A9-4A3A-8268-E993ED461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857" y="3522159"/>
            <a:ext cx="266700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E30BE6-A360-4D9B-A3E3-70E5EB4F7B52}"/>
                  </a:ext>
                </a:extLst>
              </p:cNvPr>
              <p:cNvSpPr txBox="1"/>
              <p:nvPr/>
            </p:nvSpPr>
            <p:spPr>
              <a:xfrm>
                <a:off x="2414823" y="5972382"/>
                <a:ext cx="27310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latin typeface="Cambria Math"/>
                        </a:rPr>
                        <m:t>𝑪𝒐𝒐𝒓𝒅𝒊𝒏𝒂𝒕𝒆𝒔</m:t>
                      </m:r>
                      <m:r>
                        <a:rPr lang="en-AU" b="1" i="1" smtClean="0">
                          <a:latin typeface="Cambria Math"/>
                        </a:rPr>
                        <m:t> </m:t>
                      </m:r>
                      <m:r>
                        <a:rPr lang="en-AU" b="1" i="1" smtClean="0">
                          <a:latin typeface="Cambria Math"/>
                        </a:rPr>
                        <m:t>𝒂𝒓𝒆</m:t>
                      </m:r>
                      <m:r>
                        <a:rPr lang="en-AU" b="1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AU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E30BE6-A360-4D9B-A3E3-70E5EB4F7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823" y="5972382"/>
                <a:ext cx="2731069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54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847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points on a Cartesian Plane?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34192" y="1229948"/>
            <a:ext cx="16451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you plot points on a Cartesian Plane?</a:t>
            </a: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35E016F5-4B64-4920-8DA5-9FEEC67D8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009" y="1264779"/>
            <a:ext cx="5688809" cy="4076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1C468E9-F86F-42B4-97B5-283EE53E0F3C}"/>
              </a:ext>
            </a:extLst>
          </p:cNvPr>
          <p:cNvSpPr/>
          <p:nvPr/>
        </p:nvSpPr>
        <p:spPr>
          <a:xfrm>
            <a:off x="5218281" y="2745640"/>
            <a:ext cx="2342248" cy="5903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887DE6-FCCA-4CD3-8380-1B4B120381AC}"/>
              </a:ext>
            </a:extLst>
          </p:cNvPr>
          <p:cNvSpPr/>
          <p:nvPr/>
        </p:nvSpPr>
        <p:spPr>
          <a:xfrm>
            <a:off x="5291018" y="3827211"/>
            <a:ext cx="2342248" cy="5903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0313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582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points on a Cartesian Plane?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34192" y="1229948"/>
            <a:ext cx="1645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How do you plot points on a Cartesian Plane?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C6DE4F3-92AD-4E6D-84DB-D4E9CCD53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402" y="1404765"/>
            <a:ext cx="6024563" cy="431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656A52B-13C7-4199-820C-A936E73D78BE}"/>
              </a:ext>
            </a:extLst>
          </p:cNvPr>
          <p:cNvSpPr/>
          <p:nvPr/>
        </p:nvSpPr>
        <p:spPr>
          <a:xfrm>
            <a:off x="2150202" y="3268627"/>
            <a:ext cx="946289" cy="576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93FC46-648B-4148-9905-D8AEBF91DA94}"/>
              </a:ext>
            </a:extLst>
          </p:cNvPr>
          <p:cNvSpPr/>
          <p:nvPr/>
        </p:nvSpPr>
        <p:spPr>
          <a:xfrm>
            <a:off x="6960069" y="2548548"/>
            <a:ext cx="1069935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8FAB30-5130-45EA-98E5-884BB2E4B8BB}"/>
              </a:ext>
            </a:extLst>
          </p:cNvPr>
          <p:cNvSpPr/>
          <p:nvPr/>
        </p:nvSpPr>
        <p:spPr>
          <a:xfrm>
            <a:off x="2269364" y="5068828"/>
            <a:ext cx="946289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178975-4EFC-4E8C-9E28-93C5F3FB2A4F}"/>
              </a:ext>
            </a:extLst>
          </p:cNvPr>
          <p:cNvSpPr/>
          <p:nvPr/>
        </p:nvSpPr>
        <p:spPr>
          <a:xfrm>
            <a:off x="7104085" y="4636780"/>
            <a:ext cx="925919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97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87156"/>
          </a:xfrm>
        </p:spPr>
        <p:txBody>
          <a:bodyPr/>
          <a:lstStyle/>
          <a:p>
            <a:pPr algn="ctr"/>
            <a:r>
              <a:rPr lang="en-US" dirty="0"/>
              <a:t>Let’s try one together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4559" y="1813948"/>
            <a:ext cx="4765183" cy="47485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8650" y="1352283"/>
            <a:ext cx="5772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Write down the coordinates for A-F</a:t>
            </a:r>
            <a:endParaRPr lang="en-AU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813" y="1799096"/>
            <a:ext cx="1519091" cy="5557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813" y="2354860"/>
            <a:ext cx="1484309" cy="4947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4921" y="2834947"/>
            <a:ext cx="1453933" cy="4473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560" y="3265348"/>
            <a:ext cx="1432813" cy="39363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721" y="3622107"/>
            <a:ext cx="1526489" cy="4721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4921" y="4015737"/>
            <a:ext cx="1424452" cy="53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4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E071D5-89F5-45A5-9CBF-E802BC2D0A4C}"/>
              </a:ext>
            </a:extLst>
          </p:cNvPr>
          <p:cNvSpPr txBox="1"/>
          <p:nvPr/>
        </p:nvSpPr>
        <p:spPr>
          <a:xfrm>
            <a:off x="1923068" y="367645"/>
            <a:ext cx="5533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Your turn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9301B1-DE75-4015-814F-99A04421A8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309" t="40463" r="63206" b="31443"/>
          <a:stretch/>
        </p:blipFill>
        <p:spPr>
          <a:xfrm>
            <a:off x="546755" y="1875934"/>
            <a:ext cx="4078002" cy="3909316"/>
          </a:xfrm>
          <a:prstGeom prst="rect">
            <a:avLst/>
          </a:prstGeom>
        </p:spPr>
      </p:pic>
      <p:pic>
        <p:nvPicPr>
          <p:cNvPr id="1026" name="Picture 2" descr="steve austin thumbs up GIF">
            <a:extLst>
              <a:ext uri="{FF2B5EF4-FFF2-40B4-BE49-F238E27FC236}">
                <a16:creationId xmlns:a16="http://schemas.microsoft.com/office/drawing/2014/main" id="{AF54F955-CE48-44A9-B36B-562C5516B6D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747" y="4446702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48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27044" y="330575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Do you understand? 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026" name="Picture 2" descr="Image result for i understa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431" y="1825625"/>
            <a:ext cx="4396449" cy="400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Thumbs Check for Understanding by Unconquered Learning | TpT">
            <a:extLst>
              <a:ext uri="{FF2B5EF4-FFF2-40B4-BE49-F238E27FC236}">
                <a16:creationId xmlns:a16="http://schemas.microsoft.com/office/drawing/2014/main" id="{8671E9AC-0123-4476-98CF-8C29E9FBE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20" y="2207374"/>
            <a:ext cx="4057280" cy="304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972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44915"/>
            <a:ext cx="805815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WORKSHEETS</a:t>
            </a:r>
            <a:endParaRPr lang="en-AU" sz="3600" dirty="0"/>
          </a:p>
        </p:txBody>
      </p:sp>
      <p:pic>
        <p:nvPicPr>
          <p:cNvPr id="4" name="Picture 2" descr="Image result for open notebook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400" y="3129307"/>
            <a:ext cx="272296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1313713" y="3911865"/>
            <a:ext cx="3024336" cy="180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1064641" y="2989587"/>
            <a:ext cx="3826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70C0"/>
                </a:solidFill>
                <a:latin typeface="Impact" panose="020B0806030902050204" pitchFamily="34" charset="0"/>
              </a:rPr>
              <a:t>Left Hand Side</a:t>
            </a:r>
            <a:endParaRPr lang="en-AU" sz="4800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32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3123</TotalTime>
  <Words>318</Words>
  <Application>Microsoft Office PowerPoint</Application>
  <PresentationFormat>On-screen Show (4:3)</PresentationFormat>
  <Paragraphs>76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Abadi</vt:lpstr>
      <vt:lpstr>Arial</vt:lpstr>
      <vt:lpstr>Calibri</vt:lpstr>
      <vt:lpstr>Calibri Light</vt:lpstr>
      <vt:lpstr>Cambria Math</vt:lpstr>
      <vt:lpstr>Impact</vt:lpstr>
      <vt:lpstr>Office Theme</vt:lpstr>
      <vt:lpstr>My Linear Relationships Interactive Notebook</vt:lpstr>
      <vt:lpstr>Interactive Notebooks!</vt:lpstr>
      <vt:lpstr>5 Questions</vt:lpstr>
      <vt:lpstr>Quickwrite</vt:lpstr>
      <vt:lpstr>PowerPoint Presentation</vt:lpstr>
      <vt:lpstr>PowerPoint Presentation</vt:lpstr>
      <vt:lpstr>PowerPoint Presentation</vt:lpstr>
      <vt:lpstr>Let’s try one together</vt:lpstr>
      <vt:lpstr>PowerPoint Presentation</vt:lpstr>
      <vt:lpstr>Do you understand?  </vt:lpstr>
      <vt:lpstr>Your Turn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Jade Gregory</cp:lastModifiedBy>
  <cp:revision>78</cp:revision>
  <dcterms:created xsi:type="dcterms:W3CDTF">2016-04-30T07:20:25Z</dcterms:created>
  <dcterms:modified xsi:type="dcterms:W3CDTF">2021-08-06T08:02:34Z</dcterms:modified>
</cp:coreProperties>
</file>