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7"/>
  </p:notesMasterIdLst>
  <p:sldIdLst>
    <p:sldId id="256" r:id="rId3"/>
    <p:sldId id="309" r:id="rId4"/>
    <p:sldId id="331" r:id="rId5"/>
    <p:sldId id="257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6" d="100"/>
          <a:sy n="86" d="100"/>
        </p:scale>
        <p:origin x="56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tableStyles" Target="tableStyles.xml"/><Relationship Id="rId5" Type="http://schemas.openxmlformats.org/officeDocument/2006/relationships/slide" Target="slides/slide3.xml"/><Relationship Id="rId10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E5E44BF-B594-4495-92D3-E7F5B97362EA}" type="datetimeFigureOut">
              <a:rPr lang="en-AU" smtClean="0"/>
              <a:t>27/06/2022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C721065-8E4E-4246-92BE-5D3CD5225B6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518467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lang="en-GB" b="0" dirty="0">
              <a:solidFill>
                <a:schemeClr val="tx1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3873E03-7F6C-40B1-9C82-92C8804404E5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69466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lang="en-GB" b="0" dirty="0">
              <a:solidFill>
                <a:schemeClr val="tx1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3873E03-7F6C-40B1-9C82-92C8804404E5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81089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253A91-EC16-553A-E645-FD9BEFF3A6F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3721014-89AD-D2B4-4603-C7DCBDA4690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C3AB7B-4DBC-38B6-9344-13A585537E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7264B2-771F-44FB-A130-24839B7BBE72}" type="datetimeFigureOut">
              <a:rPr lang="en-AU" smtClean="0"/>
              <a:t>27/06/2022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83FB87-9C92-529B-B61B-8B58F94167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2050BD-F2F1-0257-E612-1DDCAFD131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99F183-BBF5-4470-9618-BFCBFCEC891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070141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6F90E8-F5C6-39B7-96E6-951F2E30AE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921212-37BF-01BC-9B4A-75E7EDB8D5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AEC679-57C2-1CA3-787E-1D543BE913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7264B2-771F-44FB-A130-24839B7BBE72}" type="datetimeFigureOut">
              <a:rPr lang="en-AU" smtClean="0"/>
              <a:t>27/06/2022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ADEFF8-1A56-F865-EB58-E5D704470F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124F45-2DFD-A1D4-CDBA-7CE98D222E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99F183-BBF5-4470-9618-BFCBFCEC891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454333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C63A63-D526-6C44-536D-E5D14AAD8B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FCCFBE-F424-A552-7457-8CA0C7B2B8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07028B-34F2-1C28-6645-B76DD67353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7264B2-771F-44FB-A130-24839B7BBE72}" type="datetimeFigureOut">
              <a:rPr lang="en-AU" smtClean="0"/>
              <a:t>27/06/2022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103416-D4FD-38AD-3540-F12D95F226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BF63FF-A488-65C5-C24B-03C0F7DE9B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99F183-BBF5-4470-9618-BFCBFCEC891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877859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50252E-65F7-9AF4-7BC2-5D555A3CE4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28D82C-C342-CF41-3445-7D6A7902C64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E3CDD3F-7016-017A-48E7-5BB01458F1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A9EDD7-80D7-6A7B-F5B3-1BEB65D6E2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7264B2-771F-44FB-A130-24839B7BBE72}" type="datetimeFigureOut">
              <a:rPr lang="en-AU" smtClean="0"/>
              <a:t>27/06/2022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1178BA-1E67-E9E2-1A4B-E35606D31C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AC59B4-6A41-5016-9F7B-F549E172E9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99F183-BBF5-4470-9618-BFCBFCEC891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690738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969FD6-C56A-B46E-0682-630C9E32F8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48316C-70B1-E1A3-3EE2-02146C3373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4E455CB-6C62-193C-E1B5-CF4F6AFB2E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720C55C-89EB-F788-CA91-F10CC30781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1268D35-DE15-04B1-3D07-19A334EB5AF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8869A2D-F02F-DAB2-4E87-DCCB5CF072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7264B2-771F-44FB-A130-24839B7BBE72}" type="datetimeFigureOut">
              <a:rPr lang="en-AU" smtClean="0"/>
              <a:t>27/06/2022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E8C5184-6C52-6226-B657-599420E5D1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29287B7-50BB-E689-63E7-602961EC3F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99F183-BBF5-4470-9618-BFCBFCEC891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005750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5452ED-8056-3E94-7B18-078B20EF6D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BCF6075-613E-6748-F68E-348C1D669C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7264B2-771F-44FB-A130-24839B7BBE72}" type="datetimeFigureOut">
              <a:rPr lang="en-AU" smtClean="0"/>
              <a:t>27/06/2022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34F78D-8CD3-DD73-0C5D-91399DF641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60FF281-F14D-1674-0F81-52A19ECC77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99F183-BBF5-4470-9618-BFCBFCEC891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528115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6E17B8C-B700-EA88-5FEC-21785B1105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7264B2-771F-44FB-A130-24839B7BBE72}" type="datetimeFigureOut">
              <a:rPr lang="en-AU" smtClean="0"/>
              <a:t>27/06/2022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4228A53-A38B-C886-2D9E-D4447FA0C9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5B661E-A6F2-61C4-8CF5-14765C6E59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99F183-BBF5-4470-9618-BFCBFCEC891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043755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701FEE-7F6D-28FF-5016-4BF10F41F1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A0910A-F244-8C87-E95C-1E3A101001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786EF75-B2B8-1565-A5D6-8ACFBF2CDF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1C121A-05FD-5788-3DEF-EEECBD4334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7264B2-771F-44FB-A130-24839B7BBE72}" type="datetimeFigureOut">
              <a:rPr lang="en-AU" smtClean="0"/>
              <a:t>27/06/2022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927ED6-2789-C22B-DCFD-C739423127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22C272-9219-CE34-D22E-D66775D53D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99F183-BBF5-4470-9618-BFCBFCEC891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021773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DDC6E5-9BAF-C56C-40EC-7FB77BE41C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651EB42-ED21-3D7B-543B-AB0F993BAC3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22E559B-97F2-16D1-3042-72145C52EA1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AAD88F-4A46-1E91-C26C-F63CBBCF2A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7264B2-771F-44FB-A130-24839B7BBE72}" type="datetimeFigureOut">
              <a:rPr lang="en-AU" smtClean="0"/>
              <a:t>27/06/2022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F5669F5-0A14-EFF2-E8D9-2595332362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74F4EE-2CD7-68BB-4C31-52A9E5977B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99F183-BBF5-4470-9618-BFCBFCEC891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925635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4622C8-8866-25C8-C3DC-C6DBD81B32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5BC04DE-D3CD-1A8A-2457-3B3AD08EEF1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095B3A-E199-13F3-D259-E22CC6B875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7264B2-771F-44FB-A130-24839B7BBE72}" type="datetimeFigureOut">
              <a:rPr lang="en-AU" smtClean="0"/>
              <a:t>27/06/2022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FBCF3C-B918-8F44-8042-B48240D6EF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662E93-9E51-DE5A-E4CD-FB3B2D16F3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99F183-BBF5-4470-9618-BFCBFCEC891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139939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06024DC-A6D0-579B-9597-892463A684D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44604EA-FAA2-B9E5-E6B3-F83AA2FE39A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A40961-C457-A0C3-7542-8E06641147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7264B2-771F-44FB-A130-24839B7BBE72}" type="datetimeFigureOut">
              <a:rPr lang="en-AU" smtClean="0"/>
              <a:t>27/06/2022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492451-DA6C-9FAC-30E3-60206CED32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E3ED5E-5F24-BF36-9250-818D1EF3BC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99F183-BBF5-4470-9618-BFCBFCEC891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1906519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413BC91-F6D0-4DC8-B0B8-6E7E7FAB66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052127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052F4D2-FDF9-2265-7BE1-88CB2DE8B2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949A78-F270-B287-3745-BC926C98B8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6BBF13-9831-03B4-8C6C-72E0DC59E67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7264B2-771F-44FB-A130-24839B7BBE72}" type="datetimeFigureOut">
              <a:rPr lang="en-AU" smtClean="0"/>
              <a:t>27/06/2022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9FF9EE-ABCE-8109-0BB6-82AC29DA5E3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A74A5A-8B4A-2914-9BC4-12D39FEF1E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99F183-BBF5-4470-9618-BFCBFCEC891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519230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21000">
              <a:schemeClr val="bg1">
                <a:lumMod val="95000"/>
              </a:schemeClr>
            </a:gs>
            <a:gs pos="0">
              <a:schemeClr val="accent1">
                <a:lumMod val="20000"/>
                <a:lumOff val="80000"/>
              </a:schemeClr>
            </a:gs>
            <a:gs pos="100000">
              <a:schemeClr val="accent1">
                <a:lumMod val="40000"/>
                <a:lumOff val="6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GB">
                <a:solidFill>
                  <a:prstClr val="black">
                    <a:tint val="75000"/>
                  </a:prstClr>
                </a:solidFill>
              </a:rPr>
              <a:t>Year 5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A0EE811-478C-4958-8104-2A70B5A19611}" type="slidenum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02389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F13AEDD1-9089-4057-231E-8B887FB011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Lesson objective </a:t>
            </a:r>
            <a:endParaRPr lang="en-AU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1F53401-E32A-C845-298C-C64E1B5440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Title: </a:t>
            </a:r>
            <a:r>
              <a:rPr lang="en-US" b="1" dirty="0">
                <a:solidFill>
                  <a:srgbClr val="00B0F0"/>
                </a:solidFill>
              </a:rPr>
              <a:t>Time conversions </a:t>
            </a:r>
          </a:p>
          <a:p>
            <a:pPr marL="0" indent="0">
              <a:buNone/>
            </a:pPr>
            <a:endParaRPr lang="en-US" b="1" dirty="0">
              <a:solidFill>
                <a:srgbClr val="00B0F0"/>
              </a:solidFill>
            </a:endParaRPr>
          </a:p>
          <a:p>
            <a:pPr marL="0" indent="0">
              <a:buNone/>
            </a:pPr>
            <a:r>
              <a:rPr lang="en-US" b="1" dirty="0">
                <a:solidFill>
                  <a:srgbClr val="00B0F0"/>
                </a:solidFill>
              </a:rPr>
              <a:t>Aim:</a:t>
            </a:r>
          </a:p>
          <a:p>
            <a:pPr>
              <a:buFontTx/>
              <a:buChar char="-"/>
            </a:pPr>
            <a:r>
              <a:rPr lang="en-US" b="1" dirty="0">
                <a:solidFill>
                  <a:srgbClr val="00B0F0"/>
                </a:solidFill>
              </a:rPr>
              <a:t>Convert time using multiplication and division </a:t>
            </a:r>
          </a:p>
          <a:p>
            <a:pPr>
              <a:buFontTx/>
              <a:buChar char="-"/>
            </a:pPr>
            <a:r>
              <a:rPr lang="en-US" b="1" dirty="0">
                <a:solidFill>
                  <a:srgbClr val="00B0F0"/>
                </a:solidFill>
              </a:rPr>
              <a:t>Compare lengths of time by converting to similar </a:t>
            </a:r>
            <a:r>
              <a:rPr lang="en-US" b="1" dirty="0" err="1">
                <a:solidFill>
                  <a:srgbClr val="00B0F0"/>
                </a:solidFill>
              </a:rPr>
              <a:t>untis</a:t>
            </a:r>
            <a:endParaRPr lang="en-US" b="1" dirty="0">
              <a:solidFill>
                <a:srgbClr val="00B0F0"/>
              </a:solidFill>
            </a:endParaRPr>
          </a:p>
          <a:p>
            <a:pPr marL="0" indent="0">
              <a:buNone/>
            </a:pPr>
            <a:r>
              <a:rPr lang="en-US" b="1" dirty="0">
                <a:solidFill>
                  <a:srgbClr val="00B0F0"/>
                </a:solidFill>
              </a:rPr>
              <a:t>Plan: </a:t>
            </a:r>
          </a:p>
          <a:p>
            <a:pPr>
              <a:buFontTx/>
              <a:buChar char="-"/>
            </a:pPr>
            <a:r>
              <a:rPr lang="en-AU" b="1" dirty="0">
                <a:solidFill>
                  <a:srgbClr val="00B0F0"/>
                </a:solidFill>
              </a:rPr>
              <a:t>Review timetables </a:t>
            </a:r>
          </a:p>
          <a:p>
            <a:pPr>
              <a:buFontTx/>
              <a:buChar char="-"/>
            </a:pPr>
            <a:r>
              <a:rPr lang="en-AU" b="1" dirty="0">
                <a:solidFill>
                  <a:srgbClr val="00B0F0"/>
                </a:solidFill>
              </a:rPr>
              <a:t>Time conversions </a:t>
            </a:r>
          </a:p>
        </p:txBody>
      </p:sp>
    </p:spTree>
    <p:extLst>
      <p:ext uri="{BB962C8B-B14F-4D97-AF65-F5344CB8AC3E}">
        <p14:creationId xmlns:p14="http://schemas.microsoft.com/office/powerpoint/2010/main" val="12892708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CEC2F06-FA07-421C-9E8C-C3D9827F8F64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5709488" y="6367376"/>
            <a:ext cx="719921" cy="365125"/>
          </a:xfr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A0EE811-478C-4958-8104-2A70B5A19611}" type="slidenum"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rgbClr val="EA76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srgbClr val="EA76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5C486FE-0542-4482-AD40-87B16F714A61}"/>
              </a:ext>
            </a:extLst>
          </p:cNvPr>
          <p:cNvSpPr/>
          <p:nvPr/>
        </p:nvSpPr>
        <p:spPr>
          <a:xfrm>
            <a:off x="2855887" y="125500"/>
            <a:ext cx="6480618" cy="6014675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66675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Problem solving and reasoning questions</a:t>
            </a:r>
          </a:p>
          <a:p>
            <a:pPr marL="66675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True or false?</a:t>
            </a:r>
          </a:p>
          <a:p>
            <a:pPr marL="66675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•	13:40 is twenty to two in the afternoon. </a:t>
            </a:r>
          </a:p>
          <a:p>
            <a:pPr marL="66675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•	Midnight is 00:00 </a:t>
            </a:r>
          </a:p>
          <a:p>
            <a:pPr marL="66675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•	Midday is 12:00 on 24 hour clock</a:t>
            </a:r>
          </a:p>
          <a:p>
            <a:pPr marL="66675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•	19:15 is quarter past 7 in the morning.</a:t>
            </a:r>
          </a:p>
          <a:p>
            <a:pPr marL="66675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•	1 hour after 15:00 is six o’clock pm.   </a:t>
            </a:r>
          </a:p>
          <a:p>
            <a:pPr marL="66675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66675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Calculate how long it is between…</a:t>
            </a:r>
          </a:p>
          <a:p>
            <a:pPr marL="66675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•	13:40 and five to 5 in the afternoon</a:t>
            </a:r>
          </a:p>
          <a:p>
            <a:pPr marL="66675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•	Quarter to midday and 17:23</a:t>
            </a:r>
          </a:p>
          <a:p>
            <a:pPr marL="66675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•	Five past midnight and ten to midday</a:t>
            </a:r>
          </a:p>
          <a:p>
            <a:pPr marL="66675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66675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If each bus is 40 minutes late, write its new arrival time.</a:t>
            </a:r>
          </a:p>
          <a:p>
            <a:pPr marL="66675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</a:t>
            </a:r>
            <a:r>
              <a:rPr kumimoji="0" lang="en-GB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</a:t>
            </a: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) No. 31 bus due at 12:55</a:t>
            </a:r>
          </a:p>
          <a:p>
            <a:pPr marL="66675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(ii)  No. 22 bus due at 13:04 </a:t>
            </a:r>
          </a:p>
          <a:p>
            <a:pPr marL="66675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(iii)  No. 15 bus due at 14:44 </a:t>
            </a:r>
          </a:p>
          <a:p>
            <a:pPr marL="66675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The number 4A bus arrived 27 minutes late at 00:14. What time was it due?</a:t>
            </a:r>
          </a:p>
          <a:p>
            <a:pPr marL="66675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6489380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CEC2F06-FA07-421C-9E8C-C3D9827F8F64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5709488" y="6367376"/>
            <a:ext cx="719921" cy="365125"/>
          </a:xfr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A0EE811-478C-4958-8104-2A70B5A19611}" type="slidenum"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rgbClr val="EA76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srgbClr val="EA76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5C486FE-0542-4482-AD40-87B16F714A61}"/>
              </a:ext>
            </a:extLst>
          </p:cNvPr>
          <p:cNvSpPr/>
          <p:nvPr/>
        </p:nvSpPr>
        <p:spPr>
          <a:xfrm>
            <a:off x="2855691" y="345633"/>
            <a:ext cx="6480618" cy="5428634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66675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Problem solving and reasoning: Answers</a:t>
            </a:r>
          </a:p>
          <a:p>
            <a:pPr marL="66675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True or false?</a:t>
            </a:r>
          </a:p>
          <a:p>
            <a:pPr marL="66675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•	13:40 is twenty to two in the afternoon.   </a:t>
            </a:r>
            <a:r>
              <a:rPr kumimoji="0" lang="en-GB" sz="15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True</a:t>
            </a:r>
            <a:endParaRPr kumimoji="0" lang="en-GB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66675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•	Midnight is 00:00   </a:t>
            </a:r>
            <a:r>
              <a:rPr kumimoji="0" lang="en-GB" sz="15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True</a:t>
            </a:r>
            <a:endParaRPr kumimoji="0" lang="en-GB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66675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•	Midday is 12:00 on 24 hour clock   </a:t>
            </a:r>
            <a:r>
              <a:rPr kumimoji="0" lang="en-GB" sz="15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True</a:t>
            </a:r>
            <a:endParaRPr kumimoji="0" lang="en-GB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66675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•	19:15 is quarter past 7 in the morning. </a:t>
            </a: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alibri" panose="020F050202020403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False - it is in the evening</a:t>
            </a:r>
            <a:endParaRPr kumimoji="0" lang="en-GB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66675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•	1 hour after 15:00 is six o’clock pm. </a:t>
            </a: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alibri" panose="020F050202020403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False - it is four o’clock pm</a:t>
            </a:r>
            <a:endParaRPr kumimoji="0" lang="en-GB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66675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66675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Calculate how long it is between…</a:t>
            </a:r>
          </a:p>
          <a:p>
            <a:pPr marL="66675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•	13:40 and five to 5 in the afternoon   </a:t>
            </a: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alibri" panose="020F050202020403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3 hours 15 minutes</a:t>
            </a:r>
            <a:endParaRPr kumimoji="0" lang="en-GB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66675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•	Quarter to midday and 17:23   </a:t>
            </a: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alibri" panose="020F050202020403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5 hours and 38 minutes</a:t>
            </a:r>
            <a:endParaRPr kumimoji="0" lang="en-GB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Symbol" panose="05050102010706020507" pitchFamily="18" charset="2"/>
              <a:buChar char=""/>
              <a:tabLst/>
              <a:defRPr/>
            </a:pPr>
            <a:r>
              <a:rPr kumimoji="0" lang="en-GB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•	Five past midnight and ten to midday   </a:t>
            </a: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alibri" panose="020F050202020403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11 hours and 45 minutes.</a:t>
            </a: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    </a:t>
            </a:r>
            <a:endParaRPr kumimoji="0" lang="en-GB" sz="1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alibri" panose="020F050202020403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An ENL jotting can help with these calculations, which are probably best-solved by </a:t>
            </a: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alibri" panose="020F050202020403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counting up</a:t>
            </a: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alibri" panose="020F050202020403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 from the earlier to the later time.</a:t>
            </a:r>
            <a:endParaRPr kumimoji="0" lang="en-GB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66675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66675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If each bus is 40 minutes late, write its new arrival time.</a:t>
            </a:r>
          </a:p>
          <a:p>
            <a:pPr marL="66675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</a:t>
            </a:r>
            <a:r>
              <a:rPr kumimoji="0" lang="en-GB" sz="15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</a:t>
            </a:r>
            <a:r>
              <a:rPr kumimoji="0" lang="en-GB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) No. 31 bus due at 12:55	  </a:t>
            </a: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alibri" panose="020F050202020403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13:35</a:t>
            </a:r>
            <a:endParaRPr kumimoji="0" lang="en-GB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66675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(ii)  No. 22 bus due at 13:04	  </a:t>
            </a: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alibri" panose="020F050202020403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13:44</a:t>
            </a:r>
            <a:endParaRPr kumimoji="0" lang="en-GB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466725" marR="0" lvl="0" indent="-4000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romanLcParenBoth" startAt="3"/>
              <a:tabLst/>
              <a:defRPr/>
            </a:pPr>
            <a:r>
              <a:rPr kumimoji="0" lang="en-GB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No. 15 bus due at 14:44	  </a:t>
            </a: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alibri" panose="020F050202020403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15:24</a:t>
            </a:r>
          </a:p>
          <a:p>
            <a:pPr marL="66675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alibri" panose="020F050202020403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Answers of 12:95 and 14:84 for (</a:t>
            </a:r>
            <a:r>
              <a:rPr kumimoji="0" lang="en-GB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alibri" panose="020F050202020403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i</a:t>
            </a: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alibri" panose="020F050202020403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) and (iii) respectively suggest child had added the minutes but forgotten that there are only 60mins in an hour.</a:t>
            </a:r>
            <a:endParaRPr kumimoji="0" lang="en-GB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66675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The number 4A bus arrived 27 minutes late at 00:14. What time was it due?</a:t>
            </a:r>
          </a:p>
          <a:p>
            <a:pPr marL="66675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alibri" panose="020F050202020403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23:47</a:t>
            </a:r>
            <a:endParaRPr kumimoji="0" lang="en-GB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754647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70CAEE-BBD1-EB60-7F92-234779EFA1C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US" dirty="0"/>
              <a:t>Time conversions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E191B1-FBC2-E378-A338-6CB11F35C62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Walk through “time booklet 1”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729831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Custom 6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EA7600"/>
      </a:hlink>
      <a:folHlink>
        <a:srgbClr val="EA7600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714</TotalTime>
  <Words>438</Words>
  <Application>Microsoft Office PowerPoint</Application>
  <PresentationFormat>Widescreen</PresentationFormat>
  <Paragraphs>55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4</vt:i4>
      </vt:variant>
    </vt:vector>
  </HeadingPairs>
  <TitlesOfParts>
    <vt:vector size="11" baseType="lpstr">
      <vt:lpstr>Arial</vt:lpstr>
      <vt:lpstr>Calibri</vt:lpstr>
      <vt:lpstr>Calibri Light</vt:lpstr>
      <vt:lpstr>Cambria</vt:lpstr>
      <vt:lpstr>Symbol</vt:lpstr>
      <vt:lpstr>Office Theme</vt:lpstr>
      <vt:lpstr>1_Office Theme</vt:lpstr>
      <vt:lpstr>Lesson objective </vt:lpstr>
      <vt:lpstr>PowerPoint Presentation</vt:lpstr>
      <vt:lpstr>PowerPoint Presentation</vt:lpstr>
      <vt:lpstr>Time conversions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Lesson objective </dc:title>
  <dc:creator>DAVIES Rhys [Busselton Senior High School]</dc:creator>
  <cp:lastModifiedBy>DAVIES Rhys [Busselton Senior High School]</cp:lastModifiedBy>
  <cp:revision>2</cp:revision>
  <dcterms:created xsi:type="dcterms:W3CDTF">2022-06-27T02:24:48Z</dcterms:created>
  <dcterms:modified xsi:type="dcterms:W3CDTF">2022-06-27T14:18:59Z</dcterms:modified>
</cp:coreProperties>
</file>