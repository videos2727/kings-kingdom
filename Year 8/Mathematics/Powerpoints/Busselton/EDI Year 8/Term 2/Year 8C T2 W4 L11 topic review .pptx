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9E1D7-922F-4ECD-95A0-0654233BEC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66653E-4995-4311-8AAC-7B18F351AE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45709-949A-4D39-AAAD-D5A9B62E1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E4710-D30F-4613-93BE-B58D2E4DA7CB}" type="datetimeFigureOut">
              <a:rPr lang="en-AU" smtClean="0"/>
              <a:t>18/05/2022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E66CE-449B-42DF-AFF2-B90276918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D53DE-1093-4584-BCF9-109A0EEE6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84553-D636-42E9-856C-D9A6CC67E1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6036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0BDCA-8332-4F7A-BAF8-38451FCA8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2D0A9-3C3B-4937-92B4-BCE658858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33D07-F341-467B-B2A8-1A2CFA658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E4710-D30F-4613-93BE-B58D2E4DA7CB}" type="datetimeFigureOut">
              <a:rPr lang="en-AU" smtClean="0"/>
              <a:t>18/05/2022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D648C-B080-4BD4-A12A-61A8F75E8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66EE2-ABD6-4D2C-B733-401A24172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84553-D636-42E9-856C-D9A6CC67E1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557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995AE-5AC4-4686-B95B-67A1D53B4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9CA988-70A5-40B3-8EB2-4FF22F38F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510AA-5D68-49D3-90B9-3F79D18F6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E4710-D30F-4613-93BE-B58D2E4DA7CB}" type="datetimeFigureOut">
              <a:rPr lang="en-AU" smtClean="0"/>
              <a:t>18/05/2022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40798-1BF8-47E9-8EBF-3D0D90863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12FD3-44F4-488F-AE08-B44238AAC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84553-D636-42E9-856C-D9A6CC67E1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6090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DA73B-857F-4CD0-80D0-BE01AD8DF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9CC97-9455-4391-9B02-CCA57DF76E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87D8BF-A1FB-49FD-B49F-C2EA42F04B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F168FD-5392-40A2-978A-A1F37266E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E4710-D30F-4613-93BE-B58D2E4DA7CB}" type="datetimeFigureOut">
              <a:rPr lang="en-AU" smtClean="0"/>
              <a:t>18/05/2022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694A07-F34A-436E-8447-334EECC0B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B926C5-FD53-4294-8E16-9EEE74E4E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84553-D636-42E9-856C-D9A6CC67E1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0337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D27D4-482D-400F-BB36-E828F32BE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91982B-3A6F-43D9-8CDA-2AE46C6ED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37037B-A79B-4688-BE5C-3AF6D77E95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6A343B-6208-4734-A01A-9E79EEFDBA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999FCB-C440-4292-8D65-387FEE8BDB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DD9FF8-7B03-48F5-A30D-2CBC84564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E4710-D30F-4613-93BE-B58D2E4DA7CB}" type="datetimeFigureOut">
              <a:rPr lang="en-AU" smtClean="0"/>
              <a:t>18/05/2022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AADE0D-F87F-4154-96CF-58127E556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4099FA-502D-4148-BD1A-BE12D3F5F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84553-D636-42E9-856C-D9A6CC67E1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752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F858B-04B4-445D-A04E-DEE514110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15A414-D5EB-453E-BD59-A803CA31F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E4710-D30F-4613-93BE-B58D2E4DA7CB}" type="datetimeFigureOut">
              <a:rPr lang="en-AU" smtClean="0"/>
              <a:t>18/05/2022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1F7F02-6DB6-4857-8DBD-D72577E7E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0E76F5-48BA-4C53-B632-1AB10F4E1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84553-D636-42E9-856C-D9A6CC67E1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4718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F0D7C1-2084-4FD7-8F45-3A829D500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E4710-D30F-4613-93BE-B58D2E4DA7CB}" type="datetimeFigureOut">
              <a:rPr lang="en-AU" smtClean="0"/>
              <a:t>18/05/2022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083723-3623-4E97-9B3C-DBFB6D12F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97C61-C03C-455A-8B9F-FB6D8BB71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84553-D636-42E9-856C-D9A6CC67E1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5588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78783-8095-45B7-8F80-34CF319C1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87F87-046F-4F87-9E1E-4F27FD297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39194F-C33B-4691-9B24-1AA032D6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E9FCF8-47F9-4A1D-A338-ADAEB8A2E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E4710-D30F-4613-93BE-B58D2E4DA7CB}" type="datetimeFigureOut">
              <a:rPr lang="en-AU" smtClean="0"/>
              <a:t>18/05/2022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47A8FD-CEC9-4FEF-864E-EDE856C5E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096576-4336-40B3-827B-A32D02C68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84553-D636-42E9-856C-D9A6CC67E1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4582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F122D-327C-47D5-9F99-2156E377C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34110A-E3DA-4C91-B44A-3A19F36932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EC7A61-AB7A-4E85-BADB-1E3894F557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0592DC-213E-4838-8754-AA548120F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E4710-D30F-4613-93BE-B58D2E4DA7CB}" type="datetimeFigureOut">
              <a:rPr lang="en-AU" smtClean="0"/>
              <a:t>18/05/2022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9E2B2E-4EF7-4571-89B7-3A6E0D789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F473EC-C890-4294-97A3-40087C816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84553-D636-42E9-856C-D9A6CC67E1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9668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B1746-9E9D-4AA0-BE1A-74DD3986A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A5B3AF-4838-468C-A5AC-EB0EA632D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F02CA-2AD3-48AF-BD82-11ED61A4F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E4710-D30F-4613-93BE-B58D2E4DA7CB}" type="datetimeFigureOut">
              <a:rPr lang="en-AU" smtClean="0"/>
              <a:t>18/05/2022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D4B4F-86F7-45AA-8286-A13D2EB86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10A1A-2000-4717-9BA4-59C8FD88F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84553-D636-42E9-856C-D9A6CC67E1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2988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1C49F7-B61F-42B1-9202-E2ABD8EAE8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BC50C1-79DF-4A3D-B786-E77A8A1B18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1739B-46FE-48C7-BFF0-12EED1075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E4710-D30F-4613-93BE-B58D2E4DA7CB}" type="datetimeFigureOut">
              <a:rPr lang="en-AU" smtClean="0"/>
              <a:t>18/05/2022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C2BE5-E43C-40C2-BE16-D24769BED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44B02-1C71-4C6A-A2AE-1AF507FD9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84553-D636-42E9-856C-D9A6CC67E1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9150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32F555-5A92-4B17-A90C-5CB52B7D1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7919DD-EB0E-4E18-973F-A168CA62B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D0420-B223-4DFD-A5A4-0974D41372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6E4710-D30F-4613-93BE-B58D2E4DA7CB}" type="datetimeFigureOut">
              <a:rPr lang="en-AU" smtClean="0"/>
              <a:t>18/05/2022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CB18A-0C0B-474F-AF3B-86BDAF1EE4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10C8C-6944-495C-B6BC-A1C03E29F3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84553-D636-42E9-856C-D9A6CC67E1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7301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79F5EC-A53E-420E-8806-438E75BBB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FA658C-BEA8-4310-9C68-FD0890AAB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Topic review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Be able to: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Calculate area and perimeter of simple shapes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Survey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Practice test questions </a:t>
            </a:r>
          </a:p>
          <a:p>
            <a:pPr>
              <a:buFontTx/>
              <a:buChar char="-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05696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619CD-40BF-4DDF-A85D-B028B0795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Survey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4B8A3-4497-4A13-A813-74BB00B7B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dirty="0"/>
              <a:t>15 minutes </a:t>
            </a:r>
          </a:p>
          <a:p>
            <a:pPr>
              <a:buFontTx/>
              <a:buChar char="-"/>
            </a:pPr>
            <a:r>
              <a:rPr lang="en-US" dirty="0"/>
              <a:t>Use code and web address</a:t>
            </a:r>
          </a:p>
          <a:p>
            <a:pPr>
              <a:buFontTx/>
              <a:buChar char="-"/>
            </a:pPr>
            <a:r>
              <a:rPr lang="en-US" dirty="0"/>
              <a:t>There will be no time for free time after 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 algn="ctr">
              <a:buNone/>
            </a:pPr>
            <a:r>
              <a:rPr lang="en-US" sz="3600" dirty="0"/>
              <a:t>Mathspace revision </a:t>
            </a:r>
          </a:p>
          <a:p>
            <a:pPr marL="0" indent="0" algn="ctr">
              <a:buNone/>
            </a:pPr>
            <a:endParaRPr lang="en-US" sz="3600" dirty="0"/>
          </a:p>
          <a:p>
            <a:pPr marL="0" indent="0" algn="ctr">
              <a:buNone/>
            </a:pPr>
            <a:r>
              <a:rPr lang="en-AU" sz="2400" b="1" i="0" dirty="0">
                <a:solidFill>
                  <a:srgbClr val="21374D"/>
                </a:solidFill>
                <a:effectLst/>
                <a:latin typeface="Proxima Nova"/>
              </a:rPr>
              <a:t>ADDVKA</a:t>
            </a:r>
            <a:endParaRPr lang="en-US" sz="3600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88046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45</Words>
  <Application>Microsoft Office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Proxima Nova</vt:lpstr>
      <vt:lpstr>Wingdings</vt:lpstr>
      <vt:lpstr>Office Theme</vt:lpstr>
      <vt:lpstr>Lesson objective </vt:lpstr>
      <vt:lpstr>Survey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3</cp:revision>
  <dcterms:created xsi:type="dcterms:W3CDTF">2022-05-17T13:33:13Z</dcterms:created>
  <dcterms:modified xsi:type="dcterms:W3CDTF">2022-05-18T00:26:16Z</dcterms:modified>
</cp:coreProperties>
</file>