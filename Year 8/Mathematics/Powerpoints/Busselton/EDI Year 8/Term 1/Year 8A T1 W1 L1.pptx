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61" r:id="rId4"/>
    <p:sldId id="257" r:id="rId5"/>
    <p:sldId id="259" r:id="rId6"/>
    <p:sldId id="262" r:id="rId7"/>
    <p:sldId id="304" r:id="rId8"/>
    <p:sldId id="305" r:id="rId9"/>
    <p:sldId id="322" r:id="rId10"/>
    <p:sldId id="260" r:id="rId11"/>
    <p:sldId id="263" r:id="rId12"/>
    <p:sldId id="264" r:id="rId13"/>
    <p:sldId id="265" r:id="rId14"/>
    <p:sldId id="271" r:id="rId15"/>
    <p:sldId id="266" r:id="rId16"/>
    <p:sldId id="272" r:id="rId17"/>
    <p:sldId id="273" r:id="rId18"/>
    <p:sldId id="274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BB630F-909C-466F-813B-A741EE09ABF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512FB1E-2AF8-466D-99EF-0F1DF72BC221}">
      <dgm:prSet/>
      <dgm:spPr/>
      <dgm:t>
        <a:bodyPr/>
        <a:lstStyle/>
        <a:p>
          <a:r>
            <a:rPr lang="en-AU"/>
            <a:t>Learn the classroom routines </a:t>
          </a:r>
          <a:endParaRPr lang="en-US"/>
        </a:p>
      </dgm:t>
    </dgm:pt>
    <dgm:pt modelId="{0C008951-32E5-402F-B420-273C4D3ACE01}" type="parTrans" cxnId="{D75DAAB5-8178-4451-8682-B62492527866}">
      <dgm:prSet/>
      <dgm:spPr/>
      <dgm:t>
        <a:bodyPr/>
        <a:lstStyle/>
        <a:p>
          <a:endParaRPr lang="en-US"/>
        </a:p>
      </dgm:t>
    </dgm:pt>
    <dgm:pt modelId="{9C20D5E0-09E1-4491-B9D9-81E11F10AC06}" type="sibTrans" cxnId="{D75DAAB5-8178-4451-8682-B6249252786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FE6257C4-CB27-4F43-B9E4-7BC01BE06B1F}">
      <dgm:prSet/>
      <dgm:spPr/>
      <dgm:t>
        <a:bodyPr/>
        <a:lstStyle/>
        <a:p>
          <a:r>
            <a:rPr lang="en-AU" dirty="0"/>
            <a:t>Entry and exit </a:t>
          </a:r>
          <a:endParaRPr lang="en-US" dirty="0"/>
        </a:p>
      </dgm:t>
    </dgm:pt>
    <dgm:pt modelId="{DCCA161F-BF05-4F03-8AAF-9E5BFC50EEDD}" type="parTrans" cxnId="{9C8A16CC-979D-41B8-ACE8-ECF0584F5ACB}">
      <dgm:prSet/>
      <dgm:spPr/>
      <dgm:t>
        <a:bodyPr/>
        <a:lstStyle/>
        <a:p>
          <a:endParaRPr lang="en-US"/>
        </a:p>
      </dgm:t>
    </dgm:pt>
    <dgm:pt modelId="{B8BB232A-0FA5-4292-904D-A8406476CCD3}" type="sibTrans" cxnId="{9C8A16CC-979D-41B8-ACE8-ECF0584F5ACB}">
      <dgm:prSet/>
      <dgm:spPr/>
      <dgm:t>
        <a:bodyPr/>
        <a:lstStyle/>
        <a:p>
          <a:endParaRPr lang="en-US"/>
        </a:p>
      </dgm:t>
    </dgm:pt>
    <dgm:pt modelId="{B30B80C6-15F4-4C47-977F-8EACEE5F953E}">
      <dgm:prSet/>
      <dgm:spPr/>
      <dgm:t>
        <a:bodyPr/>
        <a:lstStyle/>
        <a:p>
          <a:r>
            <a:rPr lang="en-AU" dirty="0"/>
            <a:t>pop stick names </a:t>
          </a:r>
          <a:endParaRPr lang="en-US" dirty="0"/>
        </a:p>
      </dgm:t>
    </dgm:pt>
    <dgm:pt modelId="{0FD245FF-7C22-4F3C-9D49-280C5565ED19}" type="parTrans" cxnId="{F7E2A8EA-4667-4208-AD08-5A46A718D395}">
      <dgm:prSet/>
      <dgm:spPr/>
      <dgm:t>
        <a:bodyPr/>
        <a:lstStyle/>
        <a:p>
          <a:endParaRPr lang="en-US"/>
        </a:p>
      </dgm:t>
    </dgm:pt>
    <dgm:pt modelId="{84D34F5E-11F1-4174-9130-39022AFF8777}" type="sibTrans" cxnId="{F7E2A8EA-4667-4208-AD08-5A46A718D395}">
      <dgm:prSet/>
      <dgm:spPr/>
      <dgm:t>
        <a:bodyPr/>
        <a:lstStyle/>
        <a:p>
          <a:endParaRPr lang="en-US"/>
        </a:p>
      </dgm:t>
    </dgm:pt>
    <dgm:pt modelId="{74BDFC5F-F93A-4A1B-9B96-16272ACC2FE8}">
      <dgm:prSet/>
      <dgm:spPr/>
      <dgm:t>
        <a:bodyPr/>
        <a:lstStyle/>
        <a:p>
          <a:r>
            <a:rPr lang="en-AU"/>
            <a:t>Organise our workbooks</a:t>
          </a:r>
          <a:endParaRPr lang="en-US"/>
        </a:p>
      </dgm:t>
    </dgm:pt>
    <dgm:pt modelId="{45FB50C5-8779-45AC-B0ED-DF958124BC0A}" type="parTrans" cxnId="{1C04824B-F727-428D-B138-B37F5B5CBCFF}">
      <dgm:prSet/>
      <dgm:spPr/>
      <dgm:t>
        <a:bodyPr/>
        <a:lstStyle/>
        <a:p>
          <a:endParaRPr lang="en-US"/>
        </a:p>
      </dgm:t>
    </dgm:pt>
    <dgm:pt modelId="{9E7AB2E6-20E3-44D3-A7AB-CBB60F0315CB}" type="sibTrans" cxnId="{1C04824B-F727-428D-B138-B37F5B5CBCFF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4702C64F-B35A-42F5-BCEA-2BB8FF78BAF8}">
      <dgm:prSet/>
      <dgm:spPr/>
      <dgm:t>
        <a:bodyPr/>
        <a:lstStyle/>
        <a:p>
          <a:r>
            <a:rPr lang="en-AU" dirty="0"/>
            <a:t>Introduction to our first topic: Integers: 4 Operations  </a:t>
          </a:r>
        </a:p>
      </dgm:t>
    </dgm:pt>
    <dgm:pt modelId="{97B247BA-C556-4FD7-9FDE-9815816D2838}" type="parTrans" cxnId="{3BFCAEB7-7177-4747-9758-29E80AD007EF}">
      <dgm:prSet/>
      <dgm:spPr/>
      <dgm:t>
        <a:bodyPr/>
        <a:lstStyle/>
        <a:p>
          <a:endParaRPr lang="en-US"/>
        </a:p>
      </dgm:t>
    </dgm:pt>
    <dgm:pt modelId="{D81002DF-84AD-4BB6-AC13-E0B69F4C1D63}" type="sibTrans" cxnId="{3BFCAEB7-7177-4747-9758-29E80AD007EF}">
      <dgm:prSet phldrT="03" phldr="0"/>
      <dgm:spPr/>
      <dgm:t>
        <a:bodyPr/>
        <a:lstStyle/>
        <a:p>
          <a:r>
            <a:rPr lang="en-US"/>
            <a:t>03</a:t>
          </a:r>
          <a:endParaRPr lang="en-US" dirty="0"/>
        </a:p>
      </dgm:t>
    </dgm:pt>
    <dgm:pt modelId="{7D1CD91C-B807-41A6-94B6-BB421004783B}">
      <dgm:prSet/>
      <dgm:spPr/>
      <dgm:t>
        <a:bodyPr/>
        <a:lstStyle/>
        <a:p>
          <a:r>
            <a:rPr lang="en-AU" dirty="0"/>
            <a:t>Whiteboards </a:t>
          </a:r>
          <a:endParaRPr lang="en-US" dirty="0"/>
        </a:p>
      </dgm:t>
    </dgm:pt>
    <dgm:pt modelId="{BDD9621E-3B07-4FD8-AC64-FF99CB01ADDD}" type="sibTrans" cxnId="{13B98680-BA64-48E1-9C18-653EF2788F85}">
      <dgm:prSet/>
      <dgm:spPr/>
      <dgm:t>
        <a:bodyPr/>
        <a:lstStyle/>
        <a:p>
          <a:endParaRPr lang="en-US"/>
        </a:p>
      </dgm:t>
    </dgm:pt>
    <dgm:pt modelId="{711F1266-86DE-4E14-845D-DA7E0A8283CB}" type="parTrans" cxnId="{13B98680-BA64-48E1-9C18-653EF2788F85}">
      <dgm:prSet/>
      <dgm:spPr/>
      <dgm:t>
        <a:bodyPr/>
        <a:lstStyle/>
        <a:p>
          <a:endParaRPr lang="en-US"/>
        </a:p>
      </dgm:t>
    </dgm:pt>
    <dgm:pt modelId="{0A208314-3D41-4F3F-9E15-8692BFC5D264}">
      <dgm:prSet/>
      <dgm:spPr/>
      <dgm:t>
        <a:bodyPr/>
        <a:lstStyle/>
        <a:p>
          <a:r>
            <a:rPr lang="en-US" dirty="0"/>
            <a:t>Expectations</a:t>
          </a:r>
        </a:p>
      </dgm:t>
    </dgm:pt>
    <dgm:pt modelId="{590FDB70-3A54-4529-9037-099667533FE4}" type="parTrans" cxnId="{B0D2DD69-F868-4C06-A85B-E63ED05CE047}">
      <dgm:prSet/>
      <dgm:spPr/>
    </dgm:pt>
    <dgm:pt modelId="{0C0E2222-B55E-4A16-A933-460D322B05D8}" type="sibTrans" cxnId="{B0D2DD69-F868-4C06-A85B-E63ED05CE047}">
      <dgm:prSet/>
      <dgm:spPr/>
    </dgm:pt>
    <dgm:pt modelId="{6FE30EB0-2422-42CD-894E-586E44685870}" type="pres">
      <dgm:prSet presAssocID="{9EBB630F-909C-466F-813B-A741EE09ABF6}" presName="Name0" presStyleCnt="0">
        <dgm:presLayoutVars>
          <dgm:animLvl val="lvl"/>
          <dgm:resizeHandles val="exact"/>
        </dgm:presLayoutVars>
      </dgm:prSet>
      <dgm:spPr/>
    </dgm:pt>
    <dgm:pt modelId="{95104CC1-E118-4F0B-8A2C-E74606499B02}" type="pres">
      <dgm:prSet presAssocID="{F512FB1E-2AF8-466D-99EF-0F1DF72BC221}" presName="compositeNode" presStyleCnt="0">
        <dgm:presLayoutVars>
          <dgm:bulletEnabled val="1"/>
        </dgm:presLayoutVars>
      </dgm:prSet>
      <dgm:spPr/>
    </dgm:pt>
    <dgm:pt modelId="{8B1DD723-B132-4433-B8EB-39D31FE3490D}" type="pres">
      <dgm:prSet presAssocID="{F512FB1E-2AF8-466D-99EF-0F1DF72BC221}" presName="bgRect" presStyleLbl="alignNode1" presStyleIdx="0" presStyleCnt="3"/>
      <dgm:spPr/>
    </dgm:pt>
    <dgm:pt modelId="{45C7A507-000F-4D15-BEAC-CD151A6DDCBB}" type="pres">
      <dgm:prSet presAssocID="{9C20D5E0-09E1-4491-B9D9-81E11F10AC06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DC727C56-6094-4821-B2F0-717766D0D16D}" type="pres">
      <dgm:prSet presAssocID="{F512FB1E-2AF8-466D-99EF-0F1DF72BC221}" presName="nodeRect" presStyleLbl="alignNode1" presStyleIdx="0" presStyleCnt="3">
        <dgm:presLayoutVars>
          <dgm:bulletEnabled val="1"/>
        </dgm:presLayoutVars>
      </dgm:prSet>
      <dgm:spPr/>
    </dgm:pt>
    <dgm:pt modelId="{596238E4-25F5-4970-A003-883238332108}" type="pres">
      <dgm:prSet presAssocID="{9C20D5E0-09E1-4491-B9D9-81E11F10AC06}" presName="sibTrans" presStyleCnt="0"/>
      <dgm:spPr/>
    </dgm:pt>
    <dgm:pt modelId="{3FC6BFDA-DADC-40B7-8003-661A670AF4F2}" type="pres">
      <dgm:prSet presAssocID="{74BDFC5F-F93A-4A1B-9B96-16272ACC2FE8}" presName="compositeNode" presStyleCnt="0">
        <dgm:presLayoutVars>
          <dgm:bulletEnabled val="1"/>
        </dgm:presLayoutVars>
      </dgm:prSet>
      <dgm:spPr/>
    </dgm:pt>
    <dgm:pt modelId="{AE9BA9A0-3490-43C6-9093-777AFC98EDCB}" type="pres">
      <dgm:prSet presAssocID="{74BDFC5F-F93A-4A1B-9B96-16272ACC2FE8}" presName="bgRect" presStyleLbl="alignNode1" presStyleIdx="1" presStyleCnt="3"/>
      <dgm:spPr/>
    </dgm:pt>
    <dgm:pt modelId="{EB75F125-54FD-4A6C-9393-3B9C0FAAF884}" type="pres">
      <dgm:prSet presAssocID="{9E7AB2E6-20E3-44D3-A7AB-CBB60F0315CB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634E3BA-FBF0-48CB-9399-93A2CDF53B8D}" type="pres">
      <dgm:prSet presAssocID="{74BDFC5F-F93A-4A1B-9B96-16272ACC2FE8}" presName="nodeRect" presStyleLbl="alignNode1" presStyleIdx="1" presStyleCnt="3">
        <dgm:presLayoutVars>
          <dgm:bulletEnabled val="1"/>
        </dgm:presLayoutVars>
      </dgm:prSet>
      <dgm:spPr/>
    </dgm:pt>
    <dgm:pt modelId="{EC178620-4DBB-4012-9DF9-B7754EBA443B}" type="pres">
      <dgm:prSet presAssocID="{9E7AB2E6-20E3-44D3-A7AB-CBB60F0315CB}" presName="sibTrans" presStyleCnt="0"/>
      <dgm:spPr/>
    </dgm:pt>
    <dgm:pt modelId="{F90C367A-B9D0-42FD-8378-D5E26971079E}" type="pres">
      <dgm:prSet presAssocID="{4702C64F-B35A-42F5-BCEA-2BB8FF78BAF8}" presName="compositeNode" presStyleCnt="0">
        <dgm:presLayoutVars>
          <dgm:bulletEnabled val="1"/>
        </dgm:presLayoutVars>
      </dgm:prSet>
      <dgm:spPr/>
    </dgm:pt>
    <dgm:pt modelId="{BD1B037F-A2AE-4FD5-B880-9FFD9457630B}" type="pres">
      <dgm:prSet presAssocID="{4702C64F-B35A-42F5-BCEA-2BB8FF78BAF8}" presName="bgRect" presStyleLbl="alignNode1" presStyleIdx="2" presStyleCnt="3"/>
      <dgm:spPr/>
    </dgm:pt>
    <dgm:pt modelId="{10EC7DC5-CB3C-4098-981E-D179A1EE5204}" type="pres">
      <dgm:prSet presAssocID="{D81002DF-84AD-4BB6-AC13-E0B69F4C1D63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894484A2-E340-4EDB-BF9E-A001572A3AE2}" type="pres">
      <dgm:prSet presAssocID="{4702C64F-B35A-42F5-BCEA-2BB8FF78BAF8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3AC7A005-4C8D-4B12-B4A2-245887DF52BA}" type="presOf" srcId="{4702C64F-B35A-42F5-BCEA-2BB8FF78BAF8}" destId="{BD1B037F-A2AE-4FD5-B880-9FFD9457630B}" srcOrd="0" destOrd="0" presId="urn:microsoft.com/office/officeart/2016/7/layout/LinearBlockProcessNumbered"/>
    <dgm:cxn modelId="{85CB2811-6B67-4B3A-875A-17C984885DA2}" type="presOf" srcId="{B30B80C6-15F4-4C47-977F-8EACEE5F953E}" destId="{DC727C56-6094-4821-B2F0-717766D0D16D}" srcOrd="0" destOrd="4" presId="urn:microsoft.com/office/officeart/2016/7/layout/LinearBlockProcessNumbered"/>
    <dgm:cxn modelId="{1E086C23-B8E2-4D08-B6D8-01153DD0B106}" type="presOf" srcId="{FE6257C4-CB27-4F43-B9E4-7BC01BE06B1F}" destId="{DC727C56-6094-4821-B2F0-717766D0D16D}" srcOrd="0" destOrd="2" presId="urn:microsoft.com/office/officeart/2016/7/layout/LinearBlockProcessNumbered"/>
    <dgm:cxn modelId="{AACA6F28-A2FD-46F0-AAA4-27E96E64C049}" type="presOf" srcId="{0A208314-3D41-4F3F-9E15-8692BFC5D264}" destId="{DC727C56-6094-4821-B2F0-717766D0D16D}" srcOrd="0" destOrd="1" presId="urn:microsoft.com/office/officeart/2016/7/layout/LinearBlockProcessNumbered"/>
    <dgm:cxn modelId="{4A214E64-5502-4D7D-A245-85BA73958971}" type="presOf" srcId="{F512FB1E-2AF8-466D-99EF-0F1DF72BC221}" destId="{DC727C56-6094-4821-B2F0-717766D0D16D}" srcOrd="1" destOrd="0" presId="urn:microsoft.com/office/officeart/2016/7/layout/LinearBlockProcessNumbered"/>
    <dgm:cxn modelId="{B0D2DD69-F868-4C06-A85B-E63ED05CE047}" srcId="{F512FB1E-2AF8-466D-99EF-0F1DF72BC221}" destId="{0A208314-3D41-4F3F-9E15-8692BFC5D264}" srcOrd="0" destOrd="0" parTransId="{590FDB70-3A54-4529-9037-099667533FE4}" sibTransId="{0C0E2222-B55E-4A16-A933-460D322B05D8}"/>
    <dgm:cxn modelId="{1C04824B-F727-428D-B138-B37F5B5CBCFF}" srcId="{9EBB630F-909C-466F-813B-A741EE09ABF6}" destId="{74BDFC5F-F93A-4A1B-9B96-16272ACC2FE8}" srcOrd="1" destOrd="0" parTransId="{45FB50C5-8779-45AC-B0ED-DF958124BC0A}" sibTransId="{9E7AB2E6-20E3-44D3-A7AB-CBB60F0315CB}"/>
    <dgm:cxn modelId="{2AD0964F-6077-4F99-B35B-E814E8691E4D}" type="presOf" srcId="{7D1CD91C-B807-41A6-94B6-BB421004783B}" destId="{DC727C56-6094-4821-B2F0-717766D0D16D}" srcOrd="0" destOrd="3" presId="urn:microsoft.com/office/officeart/2016/7/layout/LinearBlockProcessNumbered"/>
    <dgm:cxn modelId="{13B98680-BA64-48E1-9C18-653EF2788F85}" srcId="{F512FB1E-2AF8-466D-99EF-0F1DF72BC221}" destId="{7D1CD91C-B807-41A6-94B6-BB421004783B}" srcOrd="2" destOrd="0" parTransId="{711F1266-86DE-4E14-845D-DA7E0A8283CB}" sibTransId="{BDD9621E-3B07-4FD8-AC64-FF99CB01ADDD}"/>
    <dgm:cxn modelId="{F6BB0C91-3BD2-497E-9B97-66A7044F7B61}" type="presOf" srcId="{9C20D5E0-09E1-4491-B9D9-81E11F10AC06}" destId="{45C7A507-000F-4D15-BEAC-CD151A6DDCBB}" srcOrd="0" destOrd="0" presId="urn:microsoft.com/office/officeart/2016/7/layout/LinearBlockProcessNumbered"/>
    <dgm:cxn modelId="{6FCB0F91-18A2-40B3-AD1E-F6CB10E8062B}" type="presOf" srcId="{9E7AB2E6-20E3-44D3-A7AB-CBB60F0315CB}" destId="{EB75F125-54FD-4A6C-9393-3B9C0FAAF884}" srcOrd="0" destOrd="0" presId="urn:microsoft.com/office/officeart/2016/7/layout/LinearBlockProcessNumbered"/>
    <dgm:cxn modelId="{96BC2CA3-0B41-4668-A1E5-CFD8C10FEBE6}" type="presOf" srcId="{9EBB630F-909C-466F-813B-A741EE09ABF6}" destId="{6FE30EB0-2422-42CD-894E-586E44685870}" srcOrd="0" destOrd="0" presId="urn:microsoft.com/office/officeart/2016/7/layout/LinearBlockProcessNumbered"/>
    <dgm:cxn modelId="{BBDB89B2-7D2C-4C2A-AD16-383D529F7BB0}" type="presOf" srcId="{4702C64F-B35A-42F5-BCEA-2BB8FF78BAF8}" destId="{894484A2-E340-4EDB-BF9E-A001572A3AE2}" srcOrd="1" destOrd="0" presId="urn:microsoft.com/office/officeart/2016/7/layout/LinearBlockProcessNumbered"/>
    <dgm:cxn modelId="{D75DAAB5-8178-4451-8682-B62492527866}" srcId="{9EBB630F-909C-466F-813B-A741EE09ABF6}" destId="{F512FB1E-2AF8-466D-99EF-0F1DF72BC221}" srcOrd="0" destOrd="0" parTransId="{0C008951-32E5-402F-B420-273C4D3ACE01}" sibTransId="{9C20D5E0-09E1-4491-B9D9-81E11F10AC06}"/>
    <dgm:cxn modelId="{3BFCAEB7-7177-4747-9758-29E80AD007EF}" srcId="{9EBB630F-909C-466F-813B-A741EE09ABF6}" destId="{4702C64F-B35A-42F5-BCEA-2BB8FF78BAF8}" srcOrd="2" destOrd="0" parTransId="{97B247BA-C556-4FD7-9FDE-9815816D2838}" sibTransId="{D81002DF-84AD-4BB6-AC13-E0B69F4C1D63}"/>
    <dgm:cxn modelId="{9C8A16CC-979D-41B8-ACE8-ECF0584F5ACB}" srcId="{F512FB1E-2AF8-466D-99EF-0F1DF72BC221}" destId="{FE6257C4-CB27-4F43-B9E4-7BC01BE06B1F}" srcOrd="1" destOrd="0" parTransId="{DCCA161F-BF05-4F03-8AAF-9E5BFC50EEDD}" sibTransId="{B8BB232A-0FA5-4292-904D-A8406476CCD3}"/>
    <dgm:cxn modelId="{7DDD47CD-89C0-4C75-91C7-131DF28A0657}" type="presOf" srcId="{74BDFC5F-F93A-4A1B-9B96-16272ACC2FE8}" destId="{2634E3BA-FBF0-48CB-9399-93A2CDF53B8D}" srcOrd="1" destOrd="0" presId="urn:microsoft.com/office/officeart/2016/7/layout/LinearBlockProcessNumbered"/>
    <dgm:cxn modelId="{F7E2A8EA-4667-4208-AD08-5A46A718D395}" srcId="{F512FB1E-2AF8-466D-99EF-0F1DF72BC221}" destId="{B30B80C6-15F4-4C47-977F-8EACEE5F953E}" srcOrd="3" destOrd="0" parTransId="{0FD245FF-7C22-4F3C-9D49-280C5565ED19}" sibTransId="{84D34F5E-11F1-4174-9130-39022AFF8777}"/>
    <dgm:cxn modelId="{0702B3F0-084F-4B01-B4BC-351719A412EA}" type="presOf" srcId="{F512FB1E-2AF8-466D-99EF-0F1DF72BC221}" destId="{8B1DD723-B132-4433-B8EB-39D31FE3490D}" srcOrd="0" destOrd="0" presId="urn:microsoft.com/office/officeart/2016/7/layout/LinearBlockProcessNumbered"/>
    <dgm:cxn modelId="{8C6F90F1-E8BE-4A5C-B2DB-3DCE81D9BDFA}" type="presOf" srcId="{D81002DF-84AD-4BB6-AC13-E0B69F4C1D63}" destId="{10EC7DC5-CB3C-4098-981E-D179A1EE5204}" srcOrd="0" destOrd="0" presId="urn:microsoft.com/office/officeart/2016/7/layout/LinearBlockProcessNumbered"/>
    <dgm:cxn modelId="{4B8E37FB-5AE6-4943-9387-CEE469A66C7C}" type="presOf" srcId="{74BDFC5F-F93A-4A1B-9B96-16272ACC2FE8}" destId="{AE9BA9A0-3490-43C6-9093-777AFC98EDCB}" srcOrd="0" destOrd="0" presId="urn:microsoft.com/office/officeart/2016/7/layout/LinearBlockProcessNumbered"/>
    <dgm:cxn modelId="{7B4570B6-5A26-4ABD-B94D-4F45F449026B}" type="presParOf" srcId="{6FE30EB0-2422-42CD-894E-586E44685870}" destId="{95104CC1-E118-4F0B-8A2C-E74606499B02}" srcOrd="0" destOrd="0" presId="urn:microsoft.com/office/officeart/2016/7/layout/LinearBlockProcessNumbered"/>
    <dgm:cxn modelId="{A9EC3183-7FB6-49E2-8C8F-D55692E8B207}" type="presParOf" srcId="{95104CC1-E118-4F0B-8A2C-E74606499B02}" destId="{8B1DD723-B132-4433-B8EB-39D31FE3490D}" srcOrd="0" destOrd="0" presId="urn:microsoft.com/office/officeart/2016/7/layout/LinearBlockProcessNumbered"/>
    <dgm:cxn modelId="{CDAC4311-D88D-49B4-B28A-AF3B0A75C813}" type="presParOf" srcId="{95104CC1-E118-4F0B-8A2C-E74606499B02}" destId="{45C7A507-000F-4D15-BEAC-CD151A6DDCBB}" srcOrd="1" destOrd="0" presId="urn:microsoft.com/office/officeart/2016/7/layout/LinearBlockProcessNumbered"/>
    <dgm:cxn modelId="{424443E5-DC3D-476C-8570-D608B1682590}" type="presParOf" srcId="{95104CC1-E118-4F0B-8A2C-E74606499B02}" destId="{DC727C56-6094-4821-B2F0-717766D0D16D}" srcOrd="2" destOrd="0" presId="urn:microsoft.com/office/officeart/2016/7/layout/LinearBlockProcessNumbered"/>
    <dgm:cxn modelId="{1692ABE1-CC51-4289-9AFD-795E6E526FC4}" type="presParOf" srcId="{6FE30EB0-2422-42CD-894E-586E44685870}" destId="{596238E4-25F5-4970-A003-883238332108}" srcOrd="1" destOrd="0" presId="urn:microsoft.com/office/officeart/2016/7/layout/LinearBlockProcessNumbered"/>
    <dgm:cxn modelId="{804B536D-9562-4A8E-A52A-F41271E56AC0}" type="presParOf" srcId="{6FE30EB0-2422-42CD-894E-586E44685870}" destId="{3FC6BFDA-DADC-40B7-8003-661A670AF4F2}" srcOrd="2" destOrd="0" presId="urn:microsoft.com/office/officeart/2016/7/layout/LinearBlockProcessNumbered"/>
    <dgm:cxn modelId="{D6CC2E18-6197-43EC-B9D5-E2EB59224B7F}" type="presParOf" srcId="{3FC6BFDA-DADC-40B7-8003-661A670AF4F2}" destId="{AE9BA9A0-3490-43C6-9093-777AFC98EDCB}" srcOrd="0" destOrd="0" presId="urn:microsoft.com/office/officeart/2016/7/layout/LinearBlockProcessNumbered"/>
    <dgm:cxn modelId="{7D80711B-BD36-43C0-A33A-8FA3FF74213F}" type="presParOf" srcId="{3FC6BFDA-DADC-40B7-8003-661A670AF4F2}" destId="{EB75F125-54FD-4A6C-9393-3B9C0FAAF884}" srcOrd="1" destOrd="0" presId="urn:microsoft.com/office/officeart/2016/7/layout/LinearBlockProcessNumbered"/>
    <dgm:cxn modelId="{2AEFE4EC-02FA-46D5-9EB5-C5A1B2D382B4}" type="presParOf" srcId="{3FC6BFDA-DADC-40B7-8003-661A670AF4F2}" destId="{2634E3BA-FBF0-48CB-9399-93A2CDF53B8D}" srcOrd="2" destOrd="0" presId="urn:microsoft.com/office/officeart/2016/7/layout/LinearBlockProcessNumbered"/>
    <dgm:cxn modelId="{37161E10-27BC-4BF6-AAF8-97ECCD7CB5A6}" type="presParOf" srcId="{6FE30EB0-2422-42CD-894E-586E44685870}" destId="{EC178620-4DBB-4012-9DF9-B7754EBA443B}" srcOrd="3" destOrd="0" presId="urn:microsoft.com/office/officeart/2016/7/layout/LinearBlockProcessNumbered"/>
    <dgm:cxn modelId="{A9BB53CF-029B-44B1-A66C-E4A37A0CB5C3}" type="presParOf" srcId="{6FE30EB0-2422-42CD-894E-586E44685870}" destId="{F90C367A-B9D0-42FD-8378-D5E26971079E}" srcOrd="4" destOrd="0" presId="urn:microsoft.com/office/officeart/2016/7/layout/LinearBlockProcessNumbered"/>
    <dgm:cxn modelId="{69F16AD4-5C31-407D-BEAC-CEC29FB5FBD6}" type="presParOf" srcId="{F90C367A-B9D0-42FD-8378-D5E26971079E}" destId="{BD1B037F-A2AE-4FD5-B880-9FFD9457630B}" srcOrd="0" destOrd="0" presId="urn:microsoft.com/office/officeart/2016/7/layout/LinearBlockProcessNumbered"/>
    <dgm:cxn modelId="{5BFA19D8-2102-4ABE-9A66-58C5CB955AD4}" type="presParOf" srcId="{F90C367A-B9D0-42FD-8378-D5E26971079E}" destId="{10EC7DC5-CB3C-4098-981E-D179A1EE5204}" srcOrd="1" destOrd="0" presId="urn:microsoft.com/office/officeart/2016/7/layout/LinearBlockProcessNumbered"/>
    <dgm:cxn modelId="{C6FFBC26-4C38-49B0-B234-F497DCBA775C}" type="presParOf" srcId="{F90C367A-B9D0-42FD-8378-D5E26971079E}" destId="{894484A2-E340-4EDB-BF9E-A001572A3AE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E11AF3-683F-40CB-A3C2-199446D2C40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A9C848F-2522-4125-8526-9BE0354F56CE}">
      <dgm:prSet/>
      <dgm:spPr/>
      <dgm:t>
        <a:bodyPr/>
        <a:lstStyle/>
        <a:p>
          <a:r>
            <a:rPr lang="en-AU" dirty="0"/>
            <a:t>Please no food or phones </a:t>
          </a:r>
          <a:endParaRPr lang="en-US" dirty="0"/>
        </a:p>
      </dgm:t>
    </dgm:pt>
    <dgm:pt modelId="{DA5FE645-FFD6-4B9A-85F4-986FDDCA8DDA}" type="parTrans" cxnId="{0BE21F11-F6BB-4152-9388-D8D1EB753564}">
      <dgm:prSet/>
      <dgm:spPr/>
      <dgm:t>
        <a:bodyPr/>
        <a:lstStyle/>
        <a:p>
          <a:endParaRPr lang="en-US"/>
        </a:p>
      </dgm:t>
    </dgm:pt>
    <dgm:pt modelId="{049B7A9B-0822-49A8-9BD0-E280374AC6E4}" type="sibTrans" cxnId="{0BE21F11-F6BB-4152-9388-D8D1EB753564}">
      <dgm:prSet/>
      <dgm:spPr/>
      <dgm:t>
        <a:bodyPr/>
        <a:lstStyle/>
        <a:p>
          <a:endParaRPr lang="en-US"/>
        </a:p>
      </dgm:t>
    </dgm:pt>
    <dgm:pt modelId="{E177B2D1-FF44-4903-94E0-7EE09DC4D4A8}">
      <dgm:prSet/>
      <dgm:spPr/>
      <dgm:t>
        <a:bodyPr/>
        <a:lstStyle/>
        <a:p>
          <a:r>
            <a:rPr lang="en-AU"/>
            <a:t>Hats off </a:t>
          </a:r>
          <a:endParaRPr lang="en-US"/>
        </a:p>
      </dgm:t>
    </dgm:pt>
    <dgm:pt modelId="{1E6FEC0E-7BE8-4374-9374-51BACC845AA0}" type="parTrans" cxnId="{FABAB014-86ED-4ABB-9D9A-24865CC94928}">
      <dgm:prSet/>
      <dgm:spPr/>
      <dgm:t>
        <a:bodyPr/>
        <a:lstStyle/>
        <a:p>
          <a:endParaRPr lang="en-US"/>
        </a:p>
      </dgm:t>
    </dgm:pt>
    <dgm:pt modelId="{224FFEF3-C3F9-4469-A4D9-F3FB470A8608}" type="sibTrans" cxnId="{FABAB014-86ED-4ABB-9D9A-24865CC94928}">
      <dgm:prSet/>
      <dgm:spPr/>
      <dgm:t>
        <a:bodyPr/>
        <a:lstStyle/>
        <a:p>
          <a:endParaRPr lang="en-US"/>
        </a:p>
      </dgm:t>
    </dgm:pt>
    <dgm:pt modelId="{30817DE7-6D50-4310-9300-13E426C04C52}">
      <dgm:prSet/>
      <dgm:spPr/>
      <dgm:t>
        <a:bodyPr/>
        <a:lstStyle/>
        <a:p>
          <a:r>
            <a:rPr lang="en-AU"/>
            <a:t>Come in quietly, find your file and sit down</a:t>
          </a:r>
          <a:endParaRPr lang="en-US"/>
        </a:p>
      </dgm:t>
    </dgm:pt>
    <dgm:pt modelId="{FCBFC83C-39FC-436C-98E8-78226FBF1719}" type="parTrans" cxnId="{3D2429F3-48B6-46F8-AAF4-43DF47014310}">
      <dgm:prSet/>
      <dgm:spPr/>
      <dgm:t>
        <a:bodyPr/>
        <a:lstStyle/>
        <a:p>
          <a:endParaRPr lang="en-US"/>
        </a:p>
      </dgm:t>
    </dgm:pt>
    <dgm:pt modelId="{C81E3AD7-C31C-437B-8346-C43255A94A88}" type="sibTrans" cxnId="{3D2429F3-48B6-46F8-AAF4-43DF47014310}">
      <dgm:prSet/>
      <dgm:spPr/>
      <dgm:t>
        <a:bodyPr/>
        <a:lstStyle/>
        <a:p>
          <a:endParaRPr lang="en-US"/>
        </a:p>
      </dgm:t>
    </dgm:pt>
    <dgm:pt modelId="{F304F8F7-8908-4F7C-B556-26CE052ED66D}">
      <dgm:prSet/>
      <dgm:spPr/>
      <dgm:t>
        <a:bodyPr/>
        <a:lstStyle/>
        <a:p>
          <a:r>
            <a:rPr lang="en-AU"/>
            <a:t>Write down the lesson purpose/objective (on the board) </a:t>
          </a:r>
          <a:endParaRPr lang="en-US"/>
        </a:p>
      </dgm:t>
    </dgm:pt>
    <dgm:pt modelId="{34180D23-7F2F-4806-A869-5E79372734A8}" type="parTrans" cxnId="{BD19D8AB-97B5-471D-9596-9589CF899C2D}">
      <dgm:prSet/>
      <dgm:spPr/>
      <dgm:t>
        <a:bodyPr/>
        <a:lstStyle/>
        <a:p>
          <a:endParaRPr lang="en-US"/>
        </a:p>
      </dgm:t>
    </dgm:pt>
    <dgm:pt modelId="{0C907007-EFA6-44DA-88D5-BA1E95C22760}" type="sibTrans" cxnId="{BD19D8AB-97B5-471D-9596-9589CF899C2D}">
      <dgm:prSet/>
      <dgm:spPr/>
      <dgm:t>
        <a:bodyPr/>
        <a:lstStyle/>
        <a:p>
          <a:endParaRPr lang="en-US"/>
        </a:p>
      </dgm:t>
    </dgm:pt>
    <dgm:pt modelId="{CF266D43-4342-46D7-A66E-08894343CC83}" type="pres">
      <dgm:prSet presAssocID="{F3E11AF3-683F-40CB-A3C2-199446D2C402}" presName="root" presStyleCnt="0">
        <dgm:presLayoutVars>
          <dgm:dir/>
          <dgm:resizeHandles val="exact"/>
        </dgm:presLayoutVars>
      </dgm:prSet>
      <dgm:spPr/>
    </dgm:pt>
    <dgm:pt modelId="{831F4B78-24BD-457C-B085-8C2677EA9993}" type="pres">
      <dgm:prSet presAssocID="{4A9C848F-2522-4125-8526-9BE0354F56CE}" presName="compNode" presStyleCnt="0"/>
      <dgm:spPr/>
    </dgm:pt>
    <dgm:pt modelId="{9F11A6D4-79C3-45EE-B613-7692A930B9FC}" type="pres">
      <dgm:prSet presAssocID="{4A9C848F-2522-4125-8526-9BE0354F56CE}" presName="bgRect" presStyleLbl="bgShp" presStyleIdx="0" presStyleCnt="4"/>
      <dgm:spPr/>
    </dgm:pt>
    <dgm:pt modelId="{D1921D3E-3B0E-4840-90C4-B129C04FE0E3}" type="pres">
      <dgm:prSet presAssocID="{4A9C848F-2522-4125-8526-9BE0354F56C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1B43037-9F8A-4D70-9991-D8EF81C9DEE3}" type="pres">
      <dgm:prSet presAssocID="{4A9C848F-2522-4125-8526-9BE0354F56CE}" presName="spaceRect" presStyleCnt="0"/>
      <dgm:spPr/>
    </dgm:pt>
    <dgm:pt modelId="{6D99F244-1AF4-4A72-B86C-8D79ADF466E9}" type="pres">
      <dgm:prSet presAssocID="{4A9C848F-2522-4125-8526-9BE0354F56CE}" presName="parTx" presStyleLbl="revTx" presStyleIdx="0" presStyleCnt="4">
        <dgm:presLayoutVars>
          <dgm:chMax val="0"/>
          <dgm:chPref val="0"/>
        </dgm:presLayoutVars>
      </dgm:prSet>
      <dgm:spPr/>
    </dgm:pt>
    <dgm:pt modelId="{16EC825A-145C-4A29-B2DB-01DBE95D52D9}" type="pres">
      <dgm:prSet presAssocID="{049B7A9B-0822-49A8-9BD0-E280374AC6E4}" presName="sibTrans" presStyleCnt="0"/>
      <dgm:spPr/>
    </dgm:pt>
    <dgm:pt modelId="{BD303A64-81CC-42A2-A5C4-D114FFB79921}" type="pres">
      <dgm:prSet presAssocID="{E177B2D1-FF44-4903-94E0-7EE09DC4D4A8}" presName="compNode" presStyleCnt="0"/>
      <dgm:spPr/>
    </dgm:pt>
    <dgm:pt modelId="{EF62115C-2B65-4BB4-B833-9187E168132F}" type="pres">
      <dgm:prSet presAssocID="{E177B2D1-FF44-4903-94E0-7EE09DC4D4A8}" presName="bgRect" presStyleLbl="bgShp" presStyleIdx="1" presStyleCnt="4"/>
      <dgm:spPr/>
    </dgm:pt>
    <dgm:pt modelId="{F85A2670-80A4-4538-B91F-903B02320BC8}" type="pres">
      <dgm:prSet presAssocID="{E177B2D1-FF44-4903-94E0-7EE09DC4D4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ter hat"/>
        </a:ext>
      </dgm:extLst>
    </dgm:pt>
    <dgm:pt modelId="{268B6CBE-579D-4433-A2AB-C6816FF2D9D2}" type="pres">
      <dgm:prSet presAssocID="{E177B2D1-FF44-4903-94E0-7EE09DC4D4A8}" presName="spaceRect" presStyleCnt="0"/>
      <dgm:spPr/>
    </dgm:pt>
    <dgm:pt modelId="{D9D4A18B-955C-45AA-B177-F795F2F7AA8A}" type="pres">
      <dgm:prSet presAssocID="{E177B2D1-FF44-4903-94E0-7EE09DC4D4A8}" presName="parTx" presStyleLbl="revTx" presStyleIdx="1" presStyleCnt="4">
        <dgm:presLayoutVars>
          <dgm:chMax val="0"/>
          <dgm:chPref val="0"/>
        </dgm:presLayoutVars>
      </dgm:prSet>
      <dgm:spPr/>
    </dgm:pt>
    <dgm:pt modelId="{D5E8D2E9-3528-41F8-9BBD-82AE27284B79}" type="pres">
      <dgm:prSet presAssocID="{224FFEF3-C3F9-4469-A4D9-F3FB470A8608}" presName="sibTrans" presStyleCnt="0"/>
      <dgm:spPr/>
    </dgm:pt>
    <dgm:pt modelId="{90438124-6758-4C78-BCB0-610CB9B623C7}" type="pres">
      <dgm:prSet presAssocID="{30817DE7-6D50-4310-9300-13E426C04C52}" presName="compNode" presStyleCnt="0"/>
      <dgm:spPr/>
    </dgm:pt>
    <dgm:pt modelId="{441EC99E-EB01-431E-97CF-89C439393FB1}" type="pres">
      <dgm:prSet presAssocID="{30817DE7-6D50-4310-9300-13E426C04C52}" presName="bgRect" presStyleLbl="bgShp" presStyleIdx="2" presStyleCnt="4"/>
      <dgm:spPr/>
    </dgm:pt>
    <dgm:pt modelId="{AE85AB64-62B3-4EC4-A718-95CAA851A933}" type="pres">
      <dgm:prSet presAssocID="{30817DE7-6D50-4310-9300-13E426C04C5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uch"/>
        </a:ext>
      </dgm:extLst>
    </dgm:pt>
    <dgm:pt modelId="{C411EA3D-DE41-4BE4-9D15-635AC48845BB}" type="pres">
      <dgm:prSet presAssocID="{30817DE7-6D50-4310-9300-13E426C04C52}" presName="spaceRect" presStyleCnt="0"/>
      <dgm:spPr/>
    </dgm:pt>
    <dgm:pt modelId="{6FD43B1C-F52D-47B2-A7F4-C7BCF991D6A5}" type="pres">
      <dgm:prSet presAssocID="{30817DE7-6D50-4310-9300-13E426C04C52}" presName="parTx" presStyleLbl="revTx" presStyleIdx="2" presStyleCnt="4">
        <dgm:presLayoutVars>
          <dgm:chMax val="0"/>
          <dgm:chPref val="0"/>
        </dgm:presLayoutVars>
      </dgm:prSet>
      <dgm:spPr/>
    </dgm:pt>
    <dgm:pt modelId="{02696E30-32D8-4360-9238-77DED30AD826}" type="pres">
      <dgm:prSet presAssocID="{C81E3AD7-C31C-437B-8346-C43255A94A88}" presName="sibTrans" presStyleCnt="0"/>
      <dgm:spPr/>
    </dgm:pt>
    <dgm:pt modelId="{B9028283-2EFD-4E7E-A60B-4B3EC7AE3587}" type="pres">
      <dgm:prSet presAssocID="{F304F8F7-8908-4F7C-B556-26CE052ED66D}" presName="compNode" presStyleCnt="0"/>
      <dgm:spPr/>
    </dgm:pt>
    <dgm:pt modelId="{2B297A67-9834-40DE-AD59-E7CDF2ED9447}" type="pres">
      <dgm:prSet presAssocID="{F304F8F7-8908-4F7C-B556-26CE052ED66D}" presName="bgRect" presStyleLbl="bgShp" presStyleIdx="3" presStyleCnt="4"/>
      <dgm:spPr/>
    </dgm:pt>
    <dgm:pt modelId="{B4A6411B-E730-4EAD-A375-921D329A80A3}" type="pres">
      <dgm:prSet presAssocID="{F304F8F7-8908-4F7C-B556-26CE052ED6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1A335B64-3491-4E16-BA1A-6990DF6089B9}" type="pres">
      <dgm:prSet presAssocID="{F304F8F7-8908-4F7C-B556-26CE052ED66D}" presName="spaceRect" presStyleCnt="0"/>
      <dgm:spPr/>
    </dgm:pt>
    <dgm:pt modelId="{DF6223FD-1CC8-4B4C-A546-950374E4C98D}" type="pres">
      <dgm:prSet presAssocID="{F304F8F7-8908-4F7C-B556-26CE052ED66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BE21F11-F6BB-4152-9388-D8D1EB753564}" srcId="{F3E11AF3-683F-40CB-A3C2-199446D2C402}" destId="{4A9C848F-2522-4125-8526-9BE0354F56CE}" srcOrd="0" destOrd="0" parTransId="{DA5FE645-FFD6-4B9A-85F4-986FDDCA8DDA}" sibTransId="{049B7A9B-0822-49A8-9BD0-E280374AC6E4}"/>
    <dgm:cxn modelId="{FABAB014-86ED-4ABB-9D9A-24865CC94928}" srcId="{F3E11AF3-683F-40CB-A3C2-199446D2C402}" destId="{E177B2D1-FF44-4903-94E0-7EE09DC4D4A8}" srcOrd="1" destOrd="0" parTransId="{1E6FEC0E-7BE8-4374-9374-51BACC845AA0}" sibTransId="{224FFEF3-C3F9-4469-A4D9-F3FB470A8608}"/>
    <dgm:cxn modelId="{67077A22-0856-41CF-A787-CF5795F3C3CD}" type="presOf" srcId="{E177B2D1-FF44-4903-94E0-7EE09DC4D4A8}" destId="{D9D4A18B-955C-45AA-B177-F795F2F7AA8A}" srcOrd="0" destOrd="0" presId="urn:microsoft.com/office/officeart/2018/2/layout/IconVerticalSolidList"/>
    <dgm:cxn modelId="{0006A969-BB57-43D0-BFE1-8B813CB5022C}" type="presOf" srcId="{30817DE7-6D50-4310-9300-13E426C04C52}" destId="{6FD43B1C-F52D-47B2-A7F4-C7BCF991D6A5}" srcOrd="0" destOrd="0" presId="urn:microsoft.com/office/officeart/2018/2/layout/IconVerticalSolidList"/>
    <dgm:cxn modelId="{4218A278-651C-46B6-8FAE-FC93EB7BA3BC}" type="presOf" srcId="{F3E11AF3-683F-40CB-A3C2-199446D2C402}" destId="{CF266D43-4342-46D7-A66E-08894343CC83}" srcOrd="0" destOrd="0" presId="urn:microsoft.com/office/officeart/2018/2/layout/IconVerticalSolidList"/>
    <dgm:cxn modelId="{25B1BC78-7C14-49F4-B911-B8E8702A0296}" type="presOf" srcId="{F304F8F7-8908-4F7C-B556-26CE052ED66D}" destId="{DF6223FD-1CC8-4B4C-A546-950374E4C98D}" srcOrd="0" destOrd="0" presId="urn:microsoft.com/office/officeart/2018/2/layout/IconVerticalSolidList"/>
    <dgm:cxn modelId="{BD19D8AB-97B5-471D-9596-9589CF899C2D}" srcId="{F3E11AF3-683F-40CB-A3C2-199446D2C402}" destId="{F304F8F7-8908-4F7C-B556-26CE052ED66D}" srcOrd="3" destOrd="0" parTransId="{34180D23-7F2F-4806-A869-5E79372734A8}" sibTransId="{0C907007-EFA6-44DA-88D5-BA1E95C22760}"/>
    <dgm:cxn modelId="{58BC1DCC-48D0-4F08-8173-C3F8B3262477}" type="presOf" srcId="{4A9C848F-2522-4125-8526-9BE0354F56CE}" destId="{6D99F244-1AF4-4A72-B86C-8D79ADF466E9}" srcOrd="0" destOrd="0" presId="urn:microsoft.com/office/officeart/2018/2/layout/IconVerticalSolidList"/>
    <dgm:cxn modelId="{3D2429F3-48B6-46F8-AAF4-43DF47014310}" srcId="{F3E11AF3-683F-40CB-A3C2-199446D2C402}" destId="{30817DE7-6D50-4310-9300-13E426C04C52}" srcOrd="2" destOrd="0" parTransId="{FCBFC83C-39FC-436C-98E8-78226FBF1719}" sibTransId="{C81E3AD7-C31C-437B-8346-C43255A94A88}"/>
    <dgm:cxn modelId="{C7EDE22B-9657-4559-826D-64127A3D3AEB}" type="presParOf" srcId="{CF266D43-4342-46D7-A66E-08894343CC83}" destId="{831F4B78-24BD-457C-B085-8C2677EA9993}" srcOrd="0" destOrd="0" presId="urn:microsoft.com/office/officeart/2018/2/layout/IconVerticalSolidList"/>
    <dgm:cxn modelId="{5093CE07-1BA9-4D6B-B9C8-78EF070BCFF3}" type="presParOf" srcId="{831F4B78-24BD-457C-B085-8C2677EA9993}" destId="{9F11A6D4-79C3-45EE-B613-7692A930B9FC}" srcOrd="0" destOrd="0" presId="urn:microsoft.com/office/officeart/2018/2/layout/IconVerticalSolidList"/>
    <dgm:cxn modelId="{95ECE56B-4921-4118-BDBB-BBC9E5CBBD95}" type="presParOf" srcId="{831F4B78-24BD-457C-B085-8C2677EA9993}" destId="{D1921D3E-3B0E-4840-90C4-B129C04FE0E3}" srcOrd="1" destOrd="0" presId="urn:microsoft.com/office/officeart/2018/2/layout/IconVerticalSolidList"/>
    <dgm:cxn modelId="{7AD0FD0C-CB1E-4314-8DCF-2CE4BEEF2F07}" type="presParOf" srcId="{831F4B78-24BD-457C-B085-8C2677EA9993}" destId="{11B43037-9F8A-4D70-9991-D8EF81C9DEE3}" srcOrd="2" destOrd="0" presId="urn:microsoft.com/office/officeart/2018/2/layout/IconVerticalSolidList"/>
    <dgm:cxn modelId="{29104EE0-D078-4EA5-8B3E-01B54F9D5D43}" type="presParOf" srcId="{831F4B78-24BD-457C-B085-8C2677EA9993}" destId="{6D99F244-1AF4-4A72-B86C-8D79ADF466E9}" srcOrd="3" destOrd="0" presId="urn:microsoft.com/office/officeart/2018/2/layout/IconVerticalSolidList"/>
    <dgm:cxn modelId="{228BE7FF-C5B1-4765-A63B-095AB1282C98}" type="presParOf" srcId="{CF266D43-4342-46D7-A66E-08894343CC83}" destId="{16EC825A-145C-4A29-B2DB-01DBE95D52D9}" srcOrd="1" destOrd="0" presId="urn:microsoft.com/office/officeart/2018/2/layout/IconVerticalSolidList"/>
    <dgm:cxn modelId="{815D4D94-FFC8-462F-AC6D-E77DD126D9AD}" type="presParOf" srcId="{CF266D43-4342-46D7-A66E-08894343CC83}" destId="{BD303A64-81CC-42A2-A5C4-D114FFB79921}" srcOrd="2" destOrd="0" presId="urn:microsoft.com/office/officeart/2018/2/layout/IconVerticalSolidList"/>
    <dgm:cxn modelId="{DAB417AE-D289-4CA1-9A57-CDD19BAC2ECD}" type="presParOf" srcId="{BD303A64-81CC-42A2-A5C4-D114FFB79921}" destId="{EF62115C-2B65-4BB4-B833-9187E168132F}" srcOrd="0" destOrd="0" presId="urn:microsoft.com/office/officeart/2018/2/layout/IconVerticalSolidList"/>
    <dgm:cxn modelId="{8F1A6439-C1FA-4958-AF86-DAC0DAB3A33E}" type="presParOf" srcId="{BD303A64-81CC-42A2-A5C4-D114FFB79921}" destId="{F85A2670-80A4-4538-B91F-903B02320BC8}" srcOrd="1" destOrd="0" presId="urn:microsoft.com/office/officeart/2018/2/layout/IconVerticalSolidList"/>
    <dgm:cxn modelId="{2325A25B-8634-40EA-8A59-D4A5AE8636B9}" type="presParOf" srcId="{BD303A64-81CC-42A2-A5C4-D114FFB79921}" destId="{268B6CBE-579D-4433-A2AB-C6816FF2D9D2}" srcOrd="2" destOrd="0" presId="urn:microsoft.com/office/officeart/2018/2/layout/IconVerticalSolidList"/>
    <dgm:cxn modelId="{65339020-7574-4B9D-8832-57AC5D7C2124}" type="presParOf" srcId="{BD303A64-81CC-42A2-A5C4-D114FFB79921}" destId="{D9D4A18B-955C-45AA-B177-F795F2F7AA8A}" srcOrd="3" destOrd="0" presId="urn:microsoft.com/office/officeart/2018/2/layout/IconVerticalSolidList"/>
    <dgm:cxn modelId="{4E723C3C-E8AF-4DDE-BA5E-7AB25388FE6B}" type="presParOf" srcId="{CF266D43-4342-46D7-A66E-08894343CC83}" destId="{D5E8D2E9-3528-41F8-9BBD-82AE27284B79}" srcOrd="3" destOrd="0" presId="urn:microsoft.com/office/officeart/2018/2/layout/IconVerticalSolidList"/>
    <dgm:cxn modelId="{07A8EDEC-66EB-4F10-8CD1-6B8860DA3DB5}" type="presParOf" srcId="{CF266D43-4342-46D7-A66E-08894343CC83}" destId="{90438124-6758-4C78-BCB0-610CB9B623C7}" srcOrd="4" destOrd="0" presId="urn:microsoft.com/office/officeart/2018/2/layout/IconVerticalSolidList"/>
    <dgm:cxn modelId="{1B8FDC52-CA5F-4AE4-B540-6949D74CCDAE}" type="presParOf" srcId="{90438124-6758-4C78-BCB0-610CB9B623C7}" destId="{441EC99E-EB01-431E-97CF-89C439393FB1}" srcOrd="0" destOrd="0" presId="urn:microsoft.com/office/officeart/2018/2/layout/IconVerticalSolidList"/>
    <dgm:cxn modelId="{ADF001F6-3BE3-4A79-A853-1FC5D01AEE36}" type="presParOf" srcId="{90438124-6758-4C78-BCB0-610CB9B623C7}" destId="{AE85AB64-62B3-4EC4-A718-95CAA851A933}" srcOrd="1" destOrd="0" presId="urn:microsoft.com/office/officeart/2018/2/layout/IconVerticalSolidList"/>
    <dgm:cxn modelId="{14D57938-2B37-42F9-9E5B-76820E86E362}" type="presParOf" srcId="{90438124-6758-4C78-BCB0-610CB9B623C7}" destId="{C411EA3D-DE41-4BE4-9D15-635AC48845BB}" srcOrd="2" destOrd="0" presId="urn:microsoft.com/office/officeart/2018/2/layout/IconVerticalSolidList"/>
    <dgm:cxn modelId="{38305198-D7F3-4CE4-AD37-228997128880}" type="presParOf" srcId="{90438124-6758-4C78-BCB0-610CB9B623C7}" destId="{6FD43B1C-F52D-47B2-A7F4-C7BCF991D6A5}" srcOrd="3" destOrd="0" presId="urn:microsoft.com/office/officeart/2018/2/layout/IconVerticalSolidList"/>
    <dgm:cxn modelId="{B49BE184-D765-4A62-B743-F4F72639BF5E}" type="presParOf" srcId="{CF266D43-4342-46D7-A66E-08894343CC83}" destId="{02696E30-32D8-4360-9238-77DED30AD826}" srcOrd="5" destOrd="0" presId="urn:microsoft.com/office/officeart/2018/2/layout/IconVerticalSolidList"/>
    <dgm:cxn modelId="{6FDFB248-14B2-4027-9126-29E79E07AE9E}" type="presParOf" srcId="{CF266D43-4342-46D7-A66E-08894343CC83}" destId="{B9028283-2EFD-4E7E-A60B-4B3EC7AE3587}" srcOrd="6" destOrd="0" presId="urn:microsoft.com/office/officeart/2018/2/layout/IconVerticalSolidList"/>
    <dgm:cxn modelId="{E26CA42B-4435-4381-AF5D-08999A0CB589}" type="presParOf" srcId="{B9028283-2EFD-4E7E-A60B-4B3EC7AE3587}" destId="{2B297A67-9834-40DE-AD59-E7CDF2ED9447}" srcOrd="0" destOrd="0" presId="urn:microsoft.com/office/officeart/2018/2/layout/IconVerticalSolidList"/>
    <dgm:cxn modelId="{D864A142-B73A-41B7-885D-ECF5FA52C876}" type="presParOf" srcId="{B9028283-2EFD-4E7E-A60B-4B3EC7AE3587}" destId="{B4A6411B-E730-4EAD-A375-921D329A80A3}" srcOrd="1" destOrd="0" presId="urn:microsoft.com/office/officeart/2018/2/layout/IconVerticalSolidList"/>
    <dgm:cxn modelId="{CA9012AE-1C93-42F6-A897-C7161DE8E310}" type="presParOf" srcId="{B9028283-2EFD-4E7E-A60B-4B3EC7AE3587}" destId="{1A335B64-3491-4E16-BA1A-6990DF6089B9}" srcOrd="2" destOrd="0" presId="urn:microsoft.com/office/officeart/2018/2/layout/IconVerticalSolidList"/>
    <dgm:cxn modelId="{CE2726AF-A7F2-4FBA-A91D-6347484C7887}" type="presParOf" srcId="{B9028283-2EFD-4E7E-A60B-4B3EC7AE3587}" destId="{DF6223FD-1CC8-4B4C-A546-950374E4C9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1DD723-B132-4433-B8EB-39D31FE3490D}">
      <dsp:nvSpPr>
        <dsp:cNvPr id="0" name=""/>
        <dsp:cNvSpPr/>
      </dsp:nvSpPr>
      <dsp:spPr>
        <a:xfrm>
          <a:off x="821" y="179348"/>
          <a:ext cx="3327201" cy="399264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/>
            <a:t>Learn the classroom routines </a:t>
          </a:r>
          <a:endParaRPr lang="en-US" sz="24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Expectations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900" kern="1200" dirty="0"/>
            <a:t>Entry and exit 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900" kern="1200" dirty="0"/>
            <a:t>Whiteboards 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U" sz="1900" kern="1200" dirty="0"/>
            <a:t>pop stick names </a:t>
          </a:r>
          <a:endParaRPr lang="en-US" sz="1900" kern="1200" dirty="0"/>
        </a:p>
      </dsp:txBody>
      <dsp:txXfrm>
        <a:off x="821" y="1776404"/>
        <a:ext cx="3327201" cy="2395585"/>
      </dsp:txXfrm>
    </dsp:sp>
    <dsp:sp modelId="{45C7A507-000F-4D15-BEAC-CD151A6DDCBB}">
      <dsp:nvSpPr>
        <dsp:cNvPr id="0" name=""/>
        <dsp:cNvSpPr/>
      </dsp:nvSpPr>
      <dsp:spPr>
        <a:xfrm>
          <a:off x="821" y="179348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21" y="179348"/>
        <a:ext cx="3327201" cy="1597056"/>
      </dsp:txXfrm>
    </dsp:sp>
    <dsp:sp modelId="{AE9BA9A0-3490-43C6-9093-777AFC98EDCB}">
      <dsp:nvSpPr>
        <dsp:cNvPr id="0" name=""/>
        <dsp:cNvSpPr/>
      </dsp:nvSpPr>
      <dsp:spPr>
        <a:xfrm>
          <a:off x="3594199" y="179348"/>
          <a:ext cx="3327201" cy="3992641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/>
            <a:t>Organise our workbooks</a:t>
          </a:r>
          <a:endParaRPr lang="en-US" sz="2400" kern="1200"/>
        </a:p>
      </dsp:txBody>
      <dsp:txXfrm>
        <a:off x="3594199" y="1776404"/>
        <a:ext cx="3327201" cy="2395585"/>
      </dsp:txXfrm>
    </dsp:sp>
    <dsp:sp modelId="{EB75F125-54FD-4A6C-9393-3B9C0FAAF884}">
      <dsp:nvSpPr>
        <dsp:cNvPr id="0" name=""/>
        <dsp:cNvSpPr/>
      </dsp:nvSpPr>
      <dsp:spPr>
        <a:xfrm>
          <a:off x="3594199" y="179348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94199" y="179348"/>
        <a:ext cx="3327201" cy="1597056"/>
      </dsp:txXfrm>
    </dsp:sp>
    <dsp:sp modelId="{BD1B037F-A2AE-4FD5-B880-9FFD9457630B}">
      <dsp:nvSpPr>
        <dsp:cNvPr id="0" name=""/>
        <dsp:cNvSpPr/>
      </dsp:nvSpPr>
      <dsp:spPr>
        <a:xfrm>
          <a:off x="7187576" y="179348"/>
          <a:ext cx="3327201" cy="3992641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400" kern="1200" dirty="0"/>
            <a:t>Introduction to our first topic: Integers: 4 Operations  </a:t>
          </a:r>
        </a:p>
      </dsp:txBody>
      <dsp:txXfrm>
        <a:off x="7187576" y="1776404"/>
        <a:ext cx="3327201" cy="2395585"/>
      </dsp:txXfrm>
    </dsp:sp>
    <dsp:sp modelId="{10EC7DC5-CB3C-4098-981E-D179A1EE5204}">
      <dsp:nvSpPr>
        <dsp:cNvPr id="0" name=""/>
        <dsp:cNvSpPr/>
      </dsp:nvSpPr>
      <dsp:spPr>
        <a:xfrm>
          <a:off x="7187576" y="179348"/>
          <a:ext cx="3327201" cy="159705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  <a:endParaRPr lang="en-US" sz="6600" kern="1200" dirty="0"/>
        </a:p>
      </dsp:txBody>
      <dsp:txXfrm>
        <a:off x="7187576" y="179348"/>
        <a:ext cx="3327201" cy="15970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11A6D4-79C3-45EE-B613-7692A930B9FC}">
      <dsp:nvSpPr>
        <dsp:cNvPr id="0" name=""/>
        <dsp:cNvSpPr/>
      </dsp:nvSpPr>
      <dsp:spPr>
        <a:xfrm>
          <a:off x="0" y="2347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921D3E-3B0E-4840-90C4-B129C04FE0E3}">
      <dsp:nvSpPr>
        <dsp:cNvPr id="0" name=""/>
        <dsp:cNvSpPr/>
      </dsp:nvSpPr>
      <dsp:spPr>
        <a:xfrm>
          <a:off x="359915" y="270053"/>
          <a:ext cx="654392" cy="654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99F244-1AF4-4A72-B86C-8D79ADF466E9}">
      <dsp:nvSpPr>
        <dsp:cNvPr id="0" name=""/>
        <dsp:cNvSpPr/>
      </dsp:nvSpPr>
      <dsp:spPr>
        <a:xfrm>
          <a:off x="1374223" y="2347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 dirty="0"/>
            <a:t>Please no food or phones </a:t>
          </a:r>
          <a:endParaRPr lang="en-US" sz="2200" kern="1200" dirty="0"/>
        </a:p>
      </dsp:txBody>
      <dsp:txXfrm>
        <a:off x="1374223" y="2347"/>
        <a:ext cx="4874176" cy="1189803"/>
      </dsp:txXfrm>
    </dsp:sp>
    <dsp:sp modelId="{EF62115C-2B65-4BB4-B833-9187E168132F}">
      <dsp:nvSpPr>
        <dsp:cNvPr id="0" name=""/>
        <dsp:cNvSpPr/>
      </dsp:nvSpPr>
      <dsp:spPr>
        <a:xfrm>
          <a:off x="0" y="1489602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5A2670-80A4-4538-B91F-903B02320BC8}">
      <dsp:nvSpPr>
        <dsp:cNvPr id="0" name=""/>
        <dsp:cNvSpPr/>
      </dsp:nvSpPr>
      <dsp:spPr>
        <a:xfrm>
          <a:off x="359915" y="1757308"/>
          <a:ext cx="654392" cy="654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D4A18B-955C-45AA-B177-F795F2F7AA8A}">
      <dsp:nvSpPr>
        <dsp:cNvPr id="0" name=""/>
        <dsp:cNvSpPr/>
      </dsp:nvSpPr>
      <dsp:spPr>
        <a:xfrm>
          <a:off x="1374223" y="1489602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Hats off </a:t>
          </a:r>
          <a:endParaRPr lang="en-US" sz="2200" kern="1200"/>
        </a:p>
      </dsp:txBody>
      <dsp:txXfrm>
        <a:off x="1374223" y="1489602"/>
        <a:ext cx="4874176" cy="1189803"/>
      </dsp:txXfrm>
    </dsp:sp>
    <dsp:sp modelId="{441EC99E-EB01-431E-97CF-89C439393FB1}">
      <dsp:nvSpPr>
        <dsp:cNvPr id="0" name=""/>
        <dsp:cNvSpPr/>
      </dsp:nvSpPr>
      <dsp:spPr>
        <a:xfrm>
          <a:off x="0" y="2976856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5AB64-62B3-4EC4-A718-95CAA851A933}">
      <dsp:nvSpPr>
        <dsp:cNvPr id="0" name=""/>
        <dsp:cNvSpPr/>
      </dsp:nvSpPr>
      <dsp:spPr>
        <a:xfrm>
          <a:off x="359915" y="3244562"/>
          <a:ext cx="654392" cy="654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D43B1C-F52D-47B2-A7F4-C7BCF991D6A5}">
      <dsp:nvSpPr>
        <dsp:cNvPr id="0" name=""/>
        <dsp:cNvSpPr/>
      </dsp:nvSpPr>
      <dsp:spPr>
        <a:xfrm>
          <a:off x="1374223" y="2976856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Come in quietly, find your file and sit down</a:t>
          </a:r>
          <a:endParaRPr lang="en-US" sz="2200" kern="1200"/>
        </a:p>
      </dsp:txBody>
      <dsp:txXfrm>
        <a:off x="1374223" y="2976856"/>
        <a:ext cx="4874176" cy="1189803"/>
      </dsp:txXfrm>
    </dsp:sp>
    <dsp:sp modelId="{2B297A67-9834-40DE-AD59-E7CDF2ED9447}">
      <dsp:nvSpPr>
        <dsp:cNvPr id="0" name=""/>
        <dsp:cNvSpPr/>
      </dsp:nvSpPr>
      <dsp:spPr>
        <a:xfrm>
          <a:off x="0" y="4464111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A6411B-E730-4EAD-A375-921D329A80A3}">
      <dsp:nvSpPr>
        <dsp:cNvPr id="0" name=""/>
        <dsp:cNvSpPr/>
      </dsp:nvSpPr>
      <dsp:spPr>
        <a:xfrm>
          <a:off x="359915" y="4731817"/>
          <a:ext cx="654392" cy="654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223FD-1CC8-4B4C-A546-950374E4C98D}">
      <dsp:nvSpPr>
        <dsp:cNvPr id="0" name=""/>
        <dsp:cNvSpPr/>
      </dsp:nvSpPr>
      <dsp:spPr>
        <a:xfrm>
          <a:off x="1374223" y="4464111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200" kern="1200"/>
            <a:t>Write down the lesson purpose/objective (on the board) </a:t>
          </a:r>
          <a:endParaRPr lang="en-US" sz="2200" kern="1200"/>
        </a:p>
      </dsp:txBody>
      <dsp:txXfrm>
        <a:off x="1374223" y="4464111"/>
        <a:ext cx="4874176" cy="1189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E8424-1FF8-433B-A594-145BBB6A79B9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C11E30-90DC-40F7-9728-254AFFED90B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969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1E30-90DC-40F7-9728-254AFFED90B1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13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Explain where to start in the book for each lesson (most recent page), the date and topic title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C11E30-90DC-40F7-9728-254AFFED90B1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4591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4820-938D-46A3-8D7C-66CF35D46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9BE14-F1D2-48F1-9B5A-9156F5ED94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2C2DF-18F6-44DD-9552-BE64F5F5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E297F-AD90-4723-B6D7-4DEC50607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B3D80-92BB-438B-B7D4-EB97C4D3E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470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A95E-F5E9-4486-A988-041103DE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8DD41-5D28-406D-9615-C50D34441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7F563-72E1-44C5-934F-7AEC4A637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A003-F0A1-4B08-92B0-6B3FB7F3D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03810-8066-43EF-AE39-AF977708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8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E6D08-B1C2-4D6D-90F6-FFD824566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605D4-C03D-4231-AF2C-958A0D1A4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4A1E0-A57B-4C55-8A72-93CFAF5F7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1AA9E-9A0B-4F33-BA1A-441722A75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1EF91-0C5B-4AB0-BF42-7E7451D8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465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4D9A-9F64-4B71-B11F-6D3173E9D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23F97-C239-4552-A105-7194DB47A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BB07D-F0FD-4031-988C-901653BE1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5BECC-143F-4826-8DD9-93229CA0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504ED-0A1B-4C33-97C2-B1894300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6B770-0600-4B67-80C6-DA6A8C10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0985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508D-FAD5-4B6A-9511-467367FE1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97756-BD0C-4969-A0F9-A37B1B33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0DAF3-251F-4BC7-BCB6-1EAE642DA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8339F-084F-443B-BE05-5D2CC7D99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7DFD1-D036-4780-BC1B-086477F6A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F6EB0-AD1C-463F-89EA-4CFF8AEE8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7B6BAE-2A7C-4AF7-8DC4-2C59F92B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4917E4-473C-4721-A27E-8F9890517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6756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CA89-F79D-460B-BCD4-4E3F77B1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DED8F-70DD-4073-9DCB-2E3A948D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6689D0-2B47-4FC9-AA35-85CCDC20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75A44-F177-453C-93F6-3C1ABFF3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643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5B8E0-0621-4BB2-9516-38B99BCF9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04E49C-501E-4A3B-90AA-76A65685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3F8C0-7AEE-4144-857F-847AF1C1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401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5F6A-22B0-4A0E-951E-EC628661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7B0C6-E1A0-4B4E-BA62-24B717753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3F769-C41E-4792-9E23-70604AA02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2BFF5-5665-4650-8F98-6787E0BC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DACDA-21BF-482B-A3A7-36F3432E4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9F8D8-7A5F-4001-A2AA-765A952F2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37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9C8E-D71F-4D23-BCE0-B54446EB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CC415B-4EE1-49A2-A489-D0B89ACE07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603D0-2A73-4EED-BDBF-F3289CB87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ED8E7-C1ED-494D-9397-AAB165AA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B9F4C-6F4F-48B0-9D78-1B56EE9D1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C4519-DF92-4553-88E0-F205F5B5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10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3AEE4-9B71-47C2-BD6B-53454234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E45E8B-3BED-4FC6-B47B-0AEF14362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4F07B-DDB7-4AE5-999A-6CEA9C455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72CFD-8AEE-4D1F-8D3B-B5BE1084C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90B1C-B2AF-467A-BAC8-B61F8019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2383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99A0D0-4C3D-4081-8C4F-0BBE16167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1633C-A559-4CA3-AF8C-ED4F1BFD8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98BA4-C7B8-43E4-870D-2E3C9C5E8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BEE34-E841-4624-A713-462D433C4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6DB10-5936-4B2B-A2D1-BABC483E8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629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EEBFA2-1287-4BC4-B745-51566406F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E0A88-C897-439B-A89F-2CE4E06E7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DBCB4-04CF-423F-A3A9-BA207301C6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C0153-3EC0-4AA0-9358-2AC2510BB8B6}" type="datetimeFigureOut">
              <a:rPr lang="en-AU" smtClean="0"/>
              <a:t>31/01/2022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60B25-80DD-4D84-B952-91697F83A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73001-ABBB-4658-A736-4C7B57488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D0B12-6121-4B01-B437-BF9B4C28BA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349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parkler at night with Christmas tree">
            <a:extLst>
              <a:ext uri="{FF2B5EF4-FFF2-40B4-BE49-F238E27FC236}">
                <a16:creationId xmlns:a16="http://schemas.microsoft.com/office/drawing/2014/main" id="{8D722485-3C1F-4B67-970C-F0B2E47B5A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6721" b="9009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A4F6-8042-4D45-AF3E-1C400B3B1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Welcome year 8s! </a:t>
            </a:r>
          </a:p>
        </p:txBody>
      </p:sp>
    </p:spTree>
    <p:extLst>
      <p:ext uri="{BB962C8B-B14F-4D97-AF65-F5344CB8AC3E}">
        <p14:creationId xmlns:p14="http://schemas.microsoft.com/office/powerpoint/2010/main" val="2548610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9D005E-B3FA-4F48-B9B8-AECBA4971B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7810" b="792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1D9124-9C3D-4B1C-BF10-60711671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Today we are going to: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9D9A5B-5893-43FA-B8C1-C56F0D075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81533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6870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F84648-FE8D-4C7F-AEE8-0C737B49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000000"/>
                </a:solidFill>
              </a:rPr>
              <a:t>What are our expectations? </a:t>
            </a:r>
          </a:p>
        </p:txBody>
      </p:sp>
      <p:sp>
        <p:nvSpPr>
          <p:cNvPr id="20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Graphic 6" descr="Classroom">
            <a:extLst>
              <a:ext uri="{FF2B5EF4-FFF2-40B4-BE49-F238E27FC236}">
                <a16:creationId xmlns:a16="http://schemas.microsoft.com/office/drawing/2014/main" id="{70CA5FF2-2CA5-48BA-8934-C77E5D02C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54" y="1629089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43B21-32A2-4F7D-B7A9-A05409529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AU" sz="1400">
                <a:solidFill>
                  <a:srgbClr val="000000"/>
                </a:solidFill>
              </a:rPr>
              <a:t>Arrive on time for lessons </a:t>
            </a:r>
          </a:p>
          <a:p>
            <a:r>
              <a:rPr lang="en-AU" sz="1400">
                <a:solidFill>
                  <a:srgbClr val="000000"/>
                </a:solidFill>
              </a:rPr>
              <a:t>Line up sensibly outside and enter the classroom quietly</a:t>
            </a:r>
          </a:p>
          <a:p>
            <a:r>
              <a:rPr lang="en-AU" sz="1400">
                <a:solidFill>
                  <a:srgbClr val="000000"/>
                </a:solidFill>
              </a:rPr>
              <a:t>Make sure you have the correct equipment / books out on the table </a:t>
            </a:r>
          </a:p>
          <a:p>
            <a:r>
              <a:rPr lang="en-AU" sz="1400">
                <a:solidFill>
                  <a:srgbClr val="000000"/>
                </a:solidFill>
              </a:rPr>
              <a:t>Listen carefully to instructions</a:t>
            </a:r>
          </a:p>
          <a:p>
            <a:r>
              <a:rPr lang="en-AU" sz="1400">
                <a:solidFill>
                  <a:srgbClr val="000000"/>
                </a:solidFill>
              </a:rPr>
              <a:t>No shouting out</a:t>
            </a:r>
          </a:p>
          <a:p>
            <a:r>
              <a:rPr lang="en-AU" sz="1400">
                <a:solidFill>
                  <a:srgbClr val="000000"/>
                </a:solidFill>
              </a:rPr>
              <a:t>No talking when others are talking - whether it's the teacher or another member of the class</a:t>
            </a:r>
          </a:p>
          <a:p>
            <a:r>
              <a:rPr lang="en-AU" sz="1400">
                <a:solidFill>
                  <a:srgbClr val="000000"/>
                </a:solidFill>
              </a:rPr>
              <a:t>Be respectful at all times and show empathy to each other</a:t>
            </a:r>
          </a:p>
          <a:p>
            <a:r>
              <a:rPr lang="en-AU" sz="1400">
                <a:solidFill>
                  <a:srgbClr val="000000"/>
                </a:solidFill>
              </a:rPr>
              <a:t>Positive, hard-working attitude - consequences</a:t>
            </a:r>
          </a:p>
          <a:p>
            <a:r>
              <a:rPr lang="en-AU" sz="1400">
                <a:solidFill>
                  <a:srgbClr val="000000"/>
                </a:solidFill>
              </a:rPr>
              <a:t>All lesson tasks / activities must be attempted - effort </a:t>
            </a:r>
          </a:p>
          <a:p>
            <a:r>
              <a:rPr lang="en-AU" sz="1400">
                <a:solidFill>
                  <a:srgbClr val="000000"/>
                </a:solidFill>
              </a:rPr>
              <a:t>All homework must be completed when required </a:t>
            </a:r>
          </a:p>
          <a:p>
            <a:endParaRPr lang="en-AU" sz="1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215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48E8B-9F67-4C03-AD51-1B3181A2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567915" cy="4952492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bg1"/>
                </a:solidFill>
              </a:rPr>
              <a:t>Entering the classroom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CBF831-1ECD-47FA-93EE-F30AAE9B1C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463287"/>
              </p:ext>
            </p:extLst>
          </p:nvPr>
        </p:nvGraphicFramePr>
        <p:xfrm>
          <a:off x="5181600" y="568325"/>
          <a:ext cx="6248400" cy="565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75365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6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324C5-B678-4AF4-BBFE-31D8D3FA9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Please put your name on BOTH folder and exercise book 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37667FAB-4AC8-4D7B-9488-B6BF253038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0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E6085B7-E652-46CF-84DE-464E55F0D307}"/>
              </a:ext>
            </a:extLst>
          </p:cNvPr>
          <p:cNvSpPr/>
          <p:nvPr/>
        </p:nvSpPr>
        <p:spPr>
          <a:xfrm>
            <a:off x="3028949" y="2392254"/>
            <a:ext cx="1895475" cy="147637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3BA0628-5054-4FA3-80C1-63223826E407}"/>
              </a:ext>
            </a:extLst>
          </p:cNvPr>
          <p:cNvSpPr/>
          <p:nvPr/>
        </p:nvSpPr>
        <p:spPr>
          <a:xfrm>
            <a:off x="5538577" y="2393894"/>
            <a:ext cx="1895475" cy="147637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760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E2612-3D1D-439A-808D-0616C1F6C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8464"/>
            <a:ext cx="3807187" cy="2228074"/>
          </a:xfrm>
        </p:spPr>
        <p:txBody>
          <a:bodyPr>
            <a:normAutofit/>
          </a:bodyPr>
          <a:lstStyle/>
          <a:p>
            <a:r>
              <a:rPr lang="en-AU" sz="4000" dirty="0"/>
              <a:t>Standards </a:t>
            </a:r>
          </a:p>
        </p:txBody>
      </p:sp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D4EB1747-6520-48E4-A6EE-E990BEBBD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962279"/>
            <a:ext cx="3799425" cy="3143241"/>
          </a:xfrm>
        </p:spPr>
        <p:txBody>
          <a:bodyPr>
            <a:normAutofit/>
          </a:bodyPr>
          <a:lstStyle/>
          <a:p>
            <a:r>
              <a:rPr lang="en-US" sz="2000" dirty="0"/>
              <a:t>This is how you are expected to complete work and notes.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276A0C-DEB2-4A09-A73E-1683B82B18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74" b="9581"/>
          <a:stretch/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6591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DDABB-212F-4BE1-9DAB-9520E67C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Setting up our personal 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446E3-EF90-42B7-94C4-C324A480F8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person needs:</a:t>
            </a:r>
          </a:p>
          <a:p>
            <a:pPr marL="514350" indent="-514350">
              <a:buAutoNum type="arabicPeriod"/>
            </a:pPr>
            <a:r>
              <a:rPr lang="en-US" dirty="0"/>
              <a:t>Plastic sleeve </a:t>
            </a:r>
          </a:p>
          <a:p>
            <a:pPr marL="514350" indent="-514350">
              <a:buAutoNum type="arabicPeriod"/>
            </a:pPr>
            <a:r>
              <a:rPr lang="en-US" dirty="0"/>
              <a:t>1 piece of card </a:t>
            </a:r>
          </a:p>
          <a:p>
            <a:pPr marL="514350" indent="-514350">
              <a:buAutoNum type="arabicPeriod"/>
            </a:pPr>
            <a:r>
              <a:rPr lang="en-US" dirty="0"/>
              <a:t>1 piece of grid paper </a:t>
            </a:r>
          </a:p>
          <a:p>
            <a:pPr marL="514350" indent="-514350">
              <a:buAutoNum type="arabicPeriod"/>
            </a:pPr>
            <a:r>
              <a:rPr lang="en-US" dirty="0"/>
              <a:t>1 piece of isometric paper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6C76A38-C11A-4945-9D06-4D915FF313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your </a:t>
            </a:r>
            <a:r>
              <a:rPr lang="en-US" dirty="0">
                <a:highlight>
                  <a:srgbClr val="FFFF00"/>
                </a:highlight>
              </a:rPr>
              <a:t>name</a:t>
            </a:r>
            <a:r>
              <a:rPr lang="en-US" dirty="0"/>
              <a:t> on the </a:t>
            </a:r>
            <a:r>
              <a:rPr lang="en-US" b="1" u="sng" dirty="0">
                <a:highlight>
                  <a:srgbClr val="FFFF00"/>
                </a:highlight>
              </a:rPr>
              <a:t>top right </a:t>
            </a:r>
            <a:r>
              <a:rPr lang="en-US" dirty="0"/>
              <a:t>of the </a:t>
            </a:r>
            <a:r>
              <a:rPr lang="en-US" b="1" u="sng" dirty="0">
                <a:highlight>
                  <a:srgbClr val="FFFF00"/>
                </a:highlight>
              </a:rPr>
              <a:t>grid paper</a:t>
            </a:r>
            <a:r>
              <a:rPr lang="en-US" dirty="0"/>
              <a:t>, so you can see it. </a:t>
            </a:r>
          </a:p>
          <a:p>
            <a:pPr marL="0" indent="0">
              <a:buNone/>
            </a:pPr>
            <a:r>
              <a:rPr lang="en-US" dirty="0"/>
              <a:t>Place the paper and card into the plastic sleeve so that the card is in the middle and is covered by the other pieces of paper.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6857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7BCC7-0BB7-420E-9924-E407278D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 routine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B0621-4268-44A7-BCA1-A372CE11F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What 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AE6F2-B084-4C05-8782-DBAAB8779E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>
                <a:highlight>
                  <a:srgbClr val="FF0000"/>
                </a:highlight>
                <a:sym typeface="Wingdings" panose="05000000000000000000" pitchFamily="2" charset="2"/>
              </a:rPr>
              <a:t>Give you the question </a:t>
            </a:r>
          </a:p>
          <a:p>
            <a:pPr marL="0" indent="0" algn="ctr">
              <a:buNone/>
            </a:pPr>
            <a:r>
              <a:rPr lang="en-AU" dirty="0">
                <a:highlight>
                  <a:srgbClr val="00FF00"/>
                </a:highlight>
                <a:sym typeface="Wingdings" panose="05000000000000000000" pitchFamily="2" charset="2"/>
              </a:rPr>
              <a:t>“hover when ready”</a:t>
            </a:r>
          </a:p>
          <a:p>
            <a:pPr marL="0" indent="0" algn="ctr">
              <a:buNone/>
            </a:pPr>
            <a:r>
              <a:rPr lang="en-AU" dirty="0">
                <a:highlight>
                  <a:srgbClr val="FFFF00"/>
                </a:highlight>
                <a:sym typeface="Wingdings" panose="05000000000000000000" pitchFamily="2" charset="2"/>
              </a:rPr>
              <a:t>“chin it”  </a:t>
            </a:r>
          </a:p>
          <a:p>
            <a:pPr marL="0" indent="0" algn="ctr">
              <a:buNone/>
            </a:pPr>
            <a:r>
              <a:rPr lang="en-AU" dirty="0">
                <a:highlight>
                  <a:srgbClr val="00FFFF"/>
                </a:highlight>
                <a:sym typeface="Wingdings" panose="05000000000000000000" pitchFamily="2" charset="2"/>
              </a:rPr>
              <a:t>“bin it”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E4B9D-DBEF-4B6B-B57F-93F8AD45F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What you do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C9B0E-079C-454B-A04B-18AEBE97F9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AU" dirty="0">
                <a:highlight>
                  <a:srgbClr val="FF0000"/>
                </a:highlight>
              </a:rPr>
              <a:t>8 – 10 seconds to write an answer</a:t>
            </a:r>
          </a:p>
          <a:p>
            <a:pPr marL="0" indent="0" algn="ctr">
              <a:buNone/>
            </a:pPr>
            <a:r>
              <a:rPr lang="en-AU" dirty="0">
                <a:highlight>
                  <a:srgbClr val="00FF00"/>
                </a:highlight>
              </a:rPr>
              <a:t>Whiteboard hovering over your desk </a:t>
            </a:r>
          </a:p>
          <a:p>
            <a:pPr marL="0" indent="0" algn="ctr">
              <a:buNone/>
            </a:pPr>
            <a:r>
              <a:rPr lang="en-AU" dirty="0">
                <a:highlight>
                  <a:srgbClr val="FFFF00"/>
                </a:highlight>
              </a:rPr>
              <a:t>Show me your answer </a:t>
            </a:r>
          </a:p>
          <a:p>
            <a:pPr marL="0" indent="0" algn="ctr">
              <a:buNone/>
            </a:pPr>
            <a:r>
              <a:rPr lang="en-AU" dirty="0">
                <a:highlight>
                  <a:srgbClr val="00FFFF"/>
                </a:highlight>
              </a:rPr>
              <a:t>Clear your answer, ready for next question </a:t>
            </a:r>
          </a:p>
        </p:txBody>
      </p:sp>
    </p:spTree>
    <p:extLst>
      <p:ext uri="{BB962C8B-B14F-4D97-AF65-F5344CB8AC3E}">
        <p14:creationId xmlns:p14="http://schemas.microsoft.com/office/powerpoint/2010/main" val="399513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0DD03C-58EC-41E9-AB2B-3EC0AB097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Quick math whiteboard practice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EC2B85-AFC5-48C3-B1CA-AB35735FC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Answer the following questions on your whiteboards: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5 x 5 = </a:t>
            </a:r>
          </a:p>
          <a:p>
            <a:pPr marL="514350" indent="-514350">
              <a:buAutoNum type="alphaLcParenR"/>
            </a:pPr>
            <a:r>
              <a:rPr lang="en-US" dirty="0"/>
              <a:t>How many degrees in a right angle? </a:t>
            </a:r>
          </a:p>
          <a:p>
            <a:pPr marL="514350" indent="-514350">
              <a:buAutoNum type="alphaLcParenR"/>
            </a:pPr>
            <a:r>
              <a:rPr lang="en-US" dirty="0"/>
              <a:t>7 – (-4) = </a:t>
            </a:r>
          </a:p>
          <a:p>
            <a:pPr marL="514350" indent="-514350">
              <a:buAutoNum type="alphaLcParenR"/>
            </a:pPr>
            <a:r>
              <a:rPr lang="en-US" b="0"/>
              <a:t>What is 10% of 350? </a:t>
            </a:r>
            <a:endParaRPr lang="en-US" b="0" dirty="0"/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08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C4A810-C2D3-4E56-A434-590F68ED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Lesson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9EC1-555E-44B1-9B02-3B9C2ED3D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AU" sz="2400" dirty="0">
                <a:solidFill>
                  <a:srgbClr val="000000"/>
                </a:solidFill>
              </a:rPr>
              <a:t>Title: </a:t>
            </a:r>
            <a:r>
              <a:rPr lang="en-AU" sz="2400" u="sng" dirty="0">
                <a:solidFill>
                  <a:schemeClr val="accent1"/>
                </a:solidFill>
              </a:rPr>
              <a:t>Integers: 4 operations </a:t>
            </a:r>
          </a:p>
          <a:p>
            <a:pPr marL="0" indent="0">
              <a:buNone/>
            </a:pPr>
            <a:endParaRPr lang="en-AU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AU" sz="2400" dirty="0">
                <a:solidFill>
                  <a:schemeClr val="accent1"/>
                </a:solidFill>
              </a:rPr>
              <a:t>Today we are going to describe the 4 operations. </a:t>
            </a:r>
          </a:p>
          <a:p>
            <a:pPr marL="0" indent="0" algn="ctr">
              <a:buNone/>
            </a:pPr>
            <a:r>
              <a:rPr lang="en-AU" sz="2400" dirty="0">
                <a:solidFill>
                  <a:schemeClr val="accent1"/>
                </a:solidFill>
              </a:rPr>
              <a:t>Success criteria: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400" dirty="0">
                <a:solidFill>
                  <a:schemeClr val="accent1"/>
                </a:solidFill>
              </a:rPr>
              <a:t> I have created my folding notes with examples.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400" dirty="0">
                <a:solidFill>
                  <a:schemeClr val="accent1"/>
                </a:solidFill>
              </a:rPr>
              <a:t> I can perform the 4 operations with integers.</a:t>
            </a:r>
          </a:p>
        </p:txBody>
      </p:sp>
    </p:spTree>
    <p:extLst>
      <p:ext uri="{BB962C8B-B14F-4D97-AF65-F5344CB8AC3E}">
        <p14:creationId xmlns:p14="http://schemas.microsoft.com/office/powerpoint/2010/main" val="920573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54E6D0-A14C-40BE-8E45-081517266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16C1EB-8D62-4BF0-92B5-02E6AE43B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737E5B8-8F31-4942-B159-B213C4D6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F530DA-C7D1-4968-8F8A-8700C2BB2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552813"/>
            <a:ext cx="11099352" cy="5905972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0308E38-981C-4E10-9333-8253F4B22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2" b="12007"/>
          <a:stretch/>
        </p:blipFill>
        <p:spPr>
          <a:xfrm>
            <a:off x="711805" y="728906"/>
            <a:ext cx="10770209" cy="556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3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F1036-AAF1-41E9-9AA6-A59E2037A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Choral response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7D8C5-8E0C-4FAE-A7C3-518A6D48E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>
                <a:solidFill>
                  <a:srgbClr val="FF0000"/>
                </a:solidFill>
              </a:rPr>
              <a:t>Good learners go into the pit and come out of the pit with new learning, ready for the next challenge.</a:t>
            </a:r>
          </a:p>
          <a:p>
            <a:endParaRPr lang="en-AU" dirty="0"/>
          </a:p>
          <a:p>
            <a:r>
              <a:rPr lang="en-AU" dirty="0"/>
              <a:t>Good ______ go into the pit and come out of the pit with new learning, ready for the next challenge.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Good ______ go into the pit and come out of the pit with new learning, ready for the next _______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What do good learners do? </a:t>
            </a:r>
            <a:r>
              <a:rPr lang="en-AU" dirty="0">
                <a:solidFill>
                  <a:srgbClr val="FF0000"/>
                </a:solidFill>
              </a:rPr>
              <a:t>(pop sticks)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44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9">
            <a:extLst>
              <a:ext uri="{FF2B5EF4-FFF2-40B4-BE49-F238E27FC236}">
                <a16:creationId xmlns:a16="http://schemas.microsoft.com/office/drawing/2014/main" id="{48015D7F-63A8-4ABB-8A20-7806C770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6" name="Picture 11">
            <a:extLst>
              <a:ext uri="{FF2B5EF4-FFF2-40B4-BE49-F238E27FC236}">
                <a16:creationId xmlns:a16="http://schemas.microsoft.com/office/drawing/2014/main" id="{A51A8D27-202B-4B8A-9DC2-137903454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97" name="Rectangle 13">
            <a:extLst>
              <a:ext uri="{FF2B5EF4-FFF2-40B4-BE49-F238E27FC236}">
                <a16:creationId xmlns:a16="http://schemas.microsoft.com/office/drawing/2014/main" id="{4332A719-8055-492B-9B72-3D654C09F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8" name="Rectangle 15">
            <a:extLst>
              <a:ext uri="{FF2B5EF4-FFF2-40B4-BE49-F238E27FC236}">
                <a16:creationId xmlns:a16="http://schemas.microsoft.com/office/drawing/2014/main" id="{C5F81162-7738-4BC8-BA5D-ADEFD7F2D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3042" y="-1044"/>
            <a:ext cx="6175647" cy="6859043"/>
          </a:xfrm>
          <a:prstGeom prst="rect">
            <a:avLst/>
          </a:prstGeom>
          <a:solidFill>
            <a:schemeClr val="bg1"/>
          </a:solidFill>
          <a:ln w="1206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F59E2-8921-43B1-A55D-263E2A4D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5848" y="555128"/>
            <a:ext cx="5465463" cy="2226440"/>
          </a:xfrm>
        </p:spPr>
        <p:txBody>
          <a:bodyPr anchor="b">
            <a:normAutofit/>
          </a:bodyPr>
          <a:lstStyle/>
          <a:p>
            <a:pPr algn="ctr"/>
            <a:r>
              <a:rPr lang="en-AU" sz="4800"/>
              <a:t>Quick math whiteboards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8BFA-4A9A-47B3-BF1F-0D32E96E0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5848" y="2959729"/>
            <a:ext cx="5465463" cy="3341075"/>
          </a:xfrm>
        </p:spPr>
        <p:txBody>
          <a:bodyPr anchor="t">
            <a:normAutofit/>
          </a:bodyPr>
          <a:lstStyle/>
          <a:p>
            <a:r>
              <a:rPr lang="en-AU" sz="1800" dirty="0"/>
              <a:t>Hover</a:t>
            </a:r>
          </a:p>
          <a:p>
            <a:r>
              <a:rPr lang="en-AU" sz="1800" dirty="0"/>
              <a:t>Chin it </a:t>
            </a:r>
          </a:p>
          <a:p>
            <a:r>
              <a:rPr lang="en-AU" sz="1800" dirty="0"/>
              <a:t>Bin it (clean the board)</a:t>
            </a:r>
          </a:p>
        </p:txBody>
      </p:sp>
    </p:spTree>
    <p:extLst>
      <p:ext uri="{BB962C8B-B14F-4D97-AF65-F5344CB8AC3E}">
        <p14:creationId xmlns:p14="http://schemas.microsoft.com/office/powerpoint/2010/main" val="2854161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D937C-3950-4430-A8BA-BA003DE79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Foldable operations notes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235488-776A-4B69-9BFF-C6BD37267EE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53" b="21253"/>
          <a:stretch/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FFDCF7-0D4B-46CC-AA89-9C98AB3CE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7567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4C8BB-340F-42DB-AF42-580CA6BA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 Foldable operations notes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EE817-103B-498A-8DE7-246DA2ED6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98415-9459-42BC-A388-26A19B96D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710" y="1287525"/>
            <a:ext cx="7882569" cy="564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69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42DD429-17C4-4571-B2A2-B06D15FE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How to make our notes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9873235-4A7D-4211-8BC5-80EBEA7E5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AU" dirty="0"/>
              <a:t>Have the paper landscape (long sides)</a:t>
            </a:r>
          </a:p>
          <a:p>
            <a:pPr marL="514350" indent="-514350">
              <a:buAutoNum type="arabicPeriod"/>
            </a:pPr>
            <a:r>
              <a:rPr lang="en-AU" dirty="0"/>
              <a:t>Fold the paper in half, both horizontal and vertical (see </a:t>
            </a:r>
            <a:r>
              <a:rPr lang="en-AU" dirty="0" err="1"/>
              <a:t>e.g</a:t>
            </a:r>
            <a:r>
              <a:rPr lang="en-AU" dirty="0"/>
              <a:t>)</a:t>
            </a:r>
          </a:p>
          <a:p>
            <a:pPr marL="514350" indent="-514350">
              <a:buAutoNum type="arabicPeriod"/>
            </a:pPr>
            <a:r>
              <a:rPr lang="en-AU" dirty="0"/>
              <a:t>Fold the outsides into the middle line</a:t>
            </a:r>
          </a:p>
          <a:p>
            <a:pPr marL="514350" indent="-514350">
              <a:buAutoNum type="arabicPeriod"/>
            </a:pPr>
            <a:r>
              <a:rPr lang="en-AU" dirty="0"/>
              <a:t>Unfold and cut the paper up to the folded line (see </a:t>
            </a:r>
            <a:r>
              <a:rPr lang="en-AU" dirty="0" err="1"/>
              <a:t>e.g</a:t>
            </a:r>
            <a:r>
              <a:rPr lang="en-AU" dirty="0"/>
              <a:t>) </a:t>
            </a:r>
          </a:p>
          <a:p>
            <a:pPr marL="514350" indent="-514350">
              <a:buAutoNum type="arabicPeriod"/>
            </a:pPr>
            <a:r>
              <a:rPr lang="en-AU" dirty="0"/>
              <a:t>Tape/glue the paper into your exercise book</a:t>
            </a:r>
          </a:p>
          <a:p>
            <a:pPr marL="514350" indent="-514350">
              <a:buAutoNum type="arabicPeriod"/>
            </a:pPr>
            <a:r>
              <a:rPr lang="en-AU" dirty="0"/>
              <a:t>Begin notes </a:t>
            </a:r>
          </a:p>
        </p:txBody>
      </p:sp>
    </p:spTree>
    <p:extLst>
      <p:ext uri="{BB962C8B-B14F-4D97-AF65-F5344CB8AC3E}">
        <p14:creationId xmlns:p14="http://schemas.microsoft.com/office/powerpoint/2010/main" val="284403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7B050-B8EA-4CE9-B82B-CF749AD7F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Front section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73379ED8-066F-44E3-8477-501511B9034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60099412"/>
                  </p:ext>
                </p:extLst>
              </p:nvPr>
            </p:nvGraphicFramePr>
            <p:xfrm>
              <a:off x="838200" y="1825624"/>
              <a:ext cx="10515600" cy="42735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707342688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2149770687"/>
                        </a:ext>
                      </a:extLst>
                    </a:gridCol>
                  </a:tblGrid>
                  <a:tr h="2136759"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r>
                            <a:rPr lang="en-AU" dirty="0"/>
                            <a:t>Adding integers </a:t>
                          </a:r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r>
                            <a:rPr lang="en-AU" sz="3200" dirty="0"/>
                            <a:t>+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r>
                            <a:rPr lang="en-AU" dirty="0"/>
                            <a:t>Subtracting integers </a:t>
                          </a:r>
                        </a:p>
                        <a:p>
                          <a:pPr algn="ctr"/>
                          <a:r>
                            <a:rPr lang="en-AU" sz="2800" dirty="0"/>
                            <a:t>_</a:t>
                          </a:r>
                          <a:endParaRPr lang="en-AU" sz="3200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8396662"/>
                      </a:ext>
                    </a:extLst>
                  </a:tr>
                  <a:tr h="2136759"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r>
                            <a:rPr lang="en-AU" dirty="0">
                              <a:solidFill>
                                <a:schemeClr val="bg1"/>
                              </a:solidFill>
                            </a:rPr>
                            <a:t>Multiplying integers </a:t>
                          </a:r>
                        </a:p>
                        <a:p>
                          <a:pPr algn="ctr"/>
                          <a:endParaRPr lang="en-AU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r>
                            <a:rPr lang="en-AU" sz="2800" dirty="0">
                              <a:solidFill>
                                <a:schemeClr val="bg1"/>
                              </a:solidFill>
                            </a:rPr>
                            <a:t>. x ( ) 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r>
                            <a:rPr lang="en-AU" dirty="0">
                              <a:solidFill>
                                <a:schemeClr val="bg1"/>
                              </a:solidFill>
                            </a:rPr>
                            <a:t>Dividing integers </a:t>
                          </a:r>
                        </a:p>
                        <a:p>
                          <a:pPr algn="ctr"/>
                          <a:endParaRPr lang="en-AU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r>
                            <a:rPr lang="en-AU" sz="3200" dirty="0">
                              <a:solidFill>
                                <a:schemeClr val="bg1"/>
                              </a:solidFill>
                            </a:rPr>
                            <a:t>÷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32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AU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oMath>
                          </a14:m>
                          <a:endParaRPr lang="en-AU" sz="3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56226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73379ED8-066F-44E3-8477-501511B9034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60099412"/>
                  </p:ext>
                </p:extLst>
              </p:nvPr>
            </p:nvGraphicFramePr>
            <p:xfrm>
              <a:off x="838200" y="1825624"/>
              <a:ext cx="10515600" cy="42735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707342688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2149770687"/>
                        </a:ext>
                      </a:extLst>
                    </a:gridCol>
                  </a:tblGrid>
                  <a:tr h="2136759"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r>
                            <a:rPr lang="en-AU" dirty="0"/>
                            <a:t>Adding integers </a:t>
                          </a:r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r>
                            <a:rPr lang="en-AU" sz="3200" dirty="0"/>
                            <a:t>+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r>
                            <a:rPr lang="en-AU" dirty="0"/>
                            <a:t>Subtracting integers </a:t>
                          </a:r>
                        </a:p>
                        <a:p>
                          <a:pPr algn="ctr"/>
                          <a:r>
                            <a:rPr lang="en-AU" sz="2800" dirty="0"/>
                            <a:t>_</a:t>
                          </a:r>
                          <a:endParaRPr lang="en-AU" sz="3200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8396662"/>
                      </a:ext>
                    </a:extLst>
                  </a:tr>
                  <a:tr h="2136759"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endParaRPr lang="en-AU" dirty="0"/>
                        </a:p>
                        <a:p>
                          <a:pPr algn="ctr"/>
                          <a:r>
                            <a:rPr lang="en-AU" dirty="0">
                              <a:solidFill>
                                <a:schemeClr val="bg1"/>
                              </a:solidFill>
                            </a:rPr>
                            <a:t>Multiplying integers </a:t>
                          </a:r>
                        </a:p>
                        <a:p>
                          <a:pPr algn="ctr"/>
                          <a:endParaRPr lang="en-AU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r>
                            <a:rPr lang="en-AU" sz="2800" dirty="0">
                              <a:solidFill>
                                <a:schemeClr val="bg1"/>
                              </a:solidFill>
                            </a:rPr>
                            <a:t>. x ( ) </a:t>
                          </a:r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116" t="-100285" r="-463" b="-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56226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53898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FD93-ED40-43A2-A374-08162FE7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Inside: the important stuff 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ABEBB31-805E-42AD-96BF-162ED19889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379745"/>
              </p:ext>
            </p:extLst>
          </p:nvPr>
        </p:nvGraphicFramePr>
        <p:xfrm>
          <a:off x="838200" y="1307149"/>
          <a:ext cx="10700208" cy="5199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052">
                  <a:extLst>
                    <a:ext uri="{9D8B030D-6E8A-4147-A177-3AD203B41FA5}">
                      <a16:colId xmlns:a16="http://schemas.microsoft.com/office/drawing/2014/main" val="3119906956"/>
                    </a:ext>
                  </a:extLst>
                </a:gridCol>
                <a:gridCol w="2675052">
                  <a:extLst>
                    <a:ext uri="{9D8B030D-6E8A-4147-A177-3AD203B41FA5}">
                      <a16:colId xmlns:a16="http://schemas.microsoft.com/office/drawing/2014/main" val="844502888"/>
                    </a:ext>
                  </a:extLst>
                </a:gridCol>
                <a:gridCol w="2675052">
                  <a:extLst>
                    <a:ext uri="{9D8B030D-6E8A-4147-A177-3AD203B41FA5}">
                      <a16:colId xmlns:a16="http://schemas.microsoft.com/office/drawing/2014/main" val="602226687"/>
                    </a:ext>
                  </a:extLst>
                </a:gridCol>
                <a:gridCol w="2675052">
                  <a:extLst>
                    <a:ext uri="{9D8B030D-6E8A-4147-A177-3AD203B41FA5}">
                      <a16:colId xmlns:a16="http://schemas.microsoft.com/office/drawing/2014/main" val="3182083009"/>
                    </a:ext>
                  </a:extLst>
                </a:gridCol>
              </a:tblGrid>
              <a:tr h="2820933">
                <a:tc>
                  <a:txBody>
                    <a:bodyPr/>
                    <a:lstStyle/>
                    <a:p>
                      <a:r>
                        <a:rPr lang="en-AU" u="sng" dirty="0"/>
                        <a:t>Same signs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/>
                        <a:t>Add the numbers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/>
                        <a:t>Answer is the same sign as the numbers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dirty="0"/>
                        <a:t>E.g. 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u="sng" dirty="0"/>
                        <a:t>Different signs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/>
                        <a:t>Subtract the numbers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dirty="0"/>
                        <a:t>Answer is the same sign as the “bigger” number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dirty="0"/>
                        <a:t>E.g.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AU" u="sng" dirty="0"/>
                        <a:t>Keep, change, change 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AU" u="none" dirty="0"/>
                        <a:t>KEEP the first number the same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AU" u="none" dirty="0"/>
                        <a:t>CHANGE subtraction to addition 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AU" u="none" dirty="0"/>
                        <a:t>CHANGE the sign of the other number 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AU" u="none" dirty="0"/>
                        <a:t>Then follow addition rules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AU" u="none" dirty="0"/>
                        <a:t>E.g. 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AU" u="none" dirty="0"/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AU" u="none" dirty="0"/>
                        <a:t>14 – (-3) </a:t>
                      </a:r>
                      <a:r>
                        <a:rPr lang="en-AU" u="none" dirty="0">
                          <a:sym typeface="Wingdings" panose="05000000000000000000" pitchFamily="2" charset="2"/>
                        </a:rPr>
                        <a:t> 14 + 3 = 17 	</a:t>
                      </a:r>
                      <a:r>
                        <a:rPr lang="en-AU" u="none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(demo number line) </a:t>
                      </a:r>
                    </a:p>
                    <a:p>
                      <a:pPr marL="0" indent="0" algn="l">
                        <a:buFontTx/>
                        <a:buNone/>
                      </a:pPr>
                      <a:endParaRPr lang="en-AU" u="none" dirty="0">
                        <a:sym typeface="Wingdings" panose="05000000000000000000" pitchFamily="2" charset="2"/>
                      </a:endParaRP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AU" u="none" dirty="0">
                          <a:sym typeface="Wingdings" panose="05000000000000000000" pitchFamily="2" charset="2"/>
                        </a:rPr>
                        <a:t>(-8) – 2  (-8) + (-2) = -10 </a:t>
                      </a:r>
                      <a:endParaRPr lang="en-AU" u="none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387396"/>
                  </a:ext>
                </a:extLst>
              </a:tr>
              <a:tr h="2364792">
                <a:tc>
                  <a:txBody>
                    <a:bodyPr/>
                    <a:lstStyle/>
                    <a:p>
                      <a:r>
                        <a:rPr lang="en-AU" u="sng" dirty="0"/>
                        <a:t>Same signs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u="none" dirty="0"/>
                        <a:t>Answer is positive 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AU" u="none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u="none" dirty="0"/>
                        <a:t>E.g.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u="sng" dirty="0"/>
                        <a:t>Different signs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u="none" dirty="0"/>
                        <a:t>Answer is negative 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AU" u="none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u="none" dirty="0"/>
                        <a:t>E.g. 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u="sng" dirty="0"/>
                        <a:t>Same signs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u="none" dirty="0"/>
                        <a:t>Answer is positive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AU" u="none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u="none" dirty="0"/>
                        <a:t>E.g.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u="sng" dirty="0"/>
                        <a:t>Different signs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AU" u="none" dirty="0"/>
                        <a:t>Answer is negative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AU" u="none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en-AU" u="none" dirty="0"/>
                        <a:t>E.g.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416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49E2BBC-A6D7-4F98-8B2F-CFA7EE52AC2D}"/>
              </a:ext>
            </a:extLst>
          </p:cNvPr>
          <p:cNvSpPr txBox="1"/>
          <p:nvPr/>
        </p:nvSpPr>
        <p:spPr>
          <a:xfrm>
            <a:off x="653592" y="6488668"/>
            <a:ext cx="5623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would happen if we multiplied 3 negative numbers?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BD8BF-1938-473F-A99F-EAAB4C490C61}"/>
              </a:ext>
            </a:extLst>
          </p:cNvPr>
          <p:cNvSpPr/>
          <p:nvPr/>
        </p:nvSpPr>
        <p:spPr>
          <a:xfrm>
            <a:off x="904973" y="1414021"/>
            <a:ext cx="2243580" cy="1325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2CA457-9D10-4D06-8EBB-12889A25BDDE}"/>
              </a:ext>
            </a:extLst>
          </p:cNvPr>
          <p:cNvSpPr/>
          <p:nvPr/>
        </p:nvSpPr>
        <p:spPr>
          <a:xfrm>
            <a:off x="3520125" y="1414021"/>
            <a:ext cx="2465895" cy="15459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67E013-FF36-4621-A78C-5CD2D405BBE9}"/>
              </a:ext>
            </a:extLst>
          </p:cNvPr>
          <p:cNvSpPr/>
          <p:nvPr/>
        </p:nvSpPr>
        <p:spPr>
          <a:xfrm>
            <a:off x="6205982" y="1400863"/>
            <a:ext cx="4927074" cy="266209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3E10CF-C013-4EAF-A528-40C16E513886}"/>
              </a:ext>
            </a:extLst>
          </p:cNvPr>
          <p:cNvSpPr/>
          <p:nvPr/>
        </p:nvSpPr>
        <p:spPr>
          <a:xfrm>
            <a:off x="904973" y="4174422"/>
            <a:ext cx="2243580" cy="132556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0CE938-2D79-48E0-99BD-1C2622031F85}"/>
              </a:ext>
            </a:extLst>
          </p:cNvPr>
          <p:cNvSpPr/>
          <p:nvPr/>
        </p:nvSpPr>
        <p:spPr>
          <a:xfrm>
            <a:off x="3520125" y="4225288"/>
            <a:ext cx="2243580" cy="132556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3E506D-6CA2-44AF-B2C2-1AD4165E98DF}"/>
              </a:ext>
            </a:extLst>
          </p:cNvPr>
          <p:cNvSpPr/>
          <p:nvPr/>
        </p:nvSpPr>
        <p:spPr>
          <a:xfrm>
            <a:off x="6277567" y="4174422"/>
            <a:ext cx="2243580" cy="13255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06AE18-54E3-4E74-893F-C48D5F680E95}"/>
              </a:ext>
            </a:extLst>
          </p:cNvPr>
          <p:cNvSpPr/>
          <p:nvPr/>
        </p:nvSpPr>
        <p:spPr>
          <a:xfrm>
            <a:off x="8907987" y="4225287"/>
            <a:ext cx="2243580" cy="13255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9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9EC9B9-3799-4647-819C-3E256227C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AU" sz="5600">
                <a:solidFill>
                  <a:srgbClr val="FFFFFF"/>
                </a:solidFill>
              </a:rPr>
              <a:t>Success criteria </a:t>
            </a: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F1ED4-B6A3-4C9D-A88D-380307F6F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AU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AU" sz="2000" dirty="0">
                <a:solidFill>
                  <a:schemeClr val="accent1"/>
                </a:solidFill>
              </a:rPr>
              <a:t>I have created my folding notes with examples.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2000" dirty="0">
                <a:solidFill>
                  <a:schemeClr val="accent1"/>
                </a:solidFill>
              </a:rPr>
              <a:t> I can perform the 4 operations with integers.</a:t>
            </a:r>
          </a:p>
          <a:p>
            <a:pPr>
              <a:buFont typeface="Wingdings" panose="05000000000000000000" pitchFamily="2" charset="2"/>
              <a:buChar char="q"/>
            </a:pPr>
            <a:endParaRPr lang="en-AU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7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22C4E4A9-6ED3-4E89-B9A3-DDC6BB393205}"/>
              </a:ext>
            </a:extLst>
          </p:cNvPr>
          <p:cNvSpPr/>
          <p:nvPr/>
        </p:nvSpPr>
        <p:spPr>
          <a:xfrm>
            <a:off x="6289578" y="2450489"/>
            <a:ext cx="427435" cy="367748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73CF2088-D237-4683-A140-3788BF23DA4C}"/>
              </a:ext>
            </a:extLst>
          </p:cNvPr>
          <p:cNvSpPr/>
          <p:nvPr/>
        </p:nvSpPr>
        <p:spPr>
          <a:xfrm>
            <a:off x="6258512" y="3241372"/>
            <a:ext cx="427435" cy="367748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276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CF25-C613-44C2-AA61-CC9AB91B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End of lesson routine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B487D-3C35-419A-A7E6-2D4657574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Pack up, neatly </a:t>
            </a:r>
          </a:p>
          <a:p>
            <a:r>
              <a:rPr lang="en-AU" dirty="0"/>
              <a:t>Seat quietly</a:t>
            </a:r>
          </a:p>
          <a:p>
            <a:r>
              <a:rPr lang="en-AU" dirty="0"/>
              <a:t>Wait for teacher to dismiss </a:t>
            </a:r>
          </a:p>
        </p:txBody>
      </p:sp>
    </p:spTree>
    <p:extLst>
      <p:ext uri="{BB962C8B-B14F-4D97-AF65-F5344CB8AC3E}">
        <p14:creationId xmlns:p14="http://schemas.microsoft.com/office/powerpoint/2010/main" val="1145996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1538</TotalTime>
  <Words>769</Words>
  <Application>Microsoft Office PowerPoint</Application>
  <PresentationFormat>Widescreen</PresentationFormat>
  <Paragraphs>160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Wingdings</vt:lpstr>
      <vt:lpstr>Office Theme</vt:lpstr>
      <vt:lpstr>Welcome year 8s! </vt:lpstr>
      <vt:lpstr>Today we are going to:</vt:lpstr>
      <vt:lpstr>What are our expectations? </vt:lpstr>
      <vt:lpstr>Entering the classroom</vt:lpstr>
      <vt:lpstr>Please put your name on BOTH folder and exercise book </vt:lpstr>
      <vt:lpstr>Standards </vt:lpstr>
      <vt:lpstr>Setting up our personal whiteboards </vt:lpstr>
      <vt:lpstr>Whiteboard routine </vt:lpstr>
      <vt:lpstr>Quick math whiteboard practice </vt:lpstr>
      <vt:lpstr>Lesson objective</vt:lpstr>
      <vt:lpstr>PowerPoint Presentation</vt:lpstr>
      <vt:lpstr>Choral response </vt:lpstr>
      <vt:lpstr>Quick math whiteboards </vt:lpstr>
      <vt:lpstr>Foldable operations notes </vt:lpstr>
      <vt:lpstr> Foldable operations notes  </vt:lpstr>
      <vt:lpstr>How to make our notes </vt:lpstr>
      <vt:lpstr>Front section</vt:lpstr>
      <vt:lpstr>Inside: the important stuff </vt:lpstr>
      <vt:lpstr>Success criteria </vt:lpstr>
      <vt:lpstr>End of lesson routine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year 9s!</dc:title>
  <dc:creator>Rhys DAVIES</dc:creator>
  <cp:lastModifiedBy>DAVIES Rhys [Busselton Senior High School]</cp:lastModifiedBy>
  <cp:revision>24</cp:revision>
  <dcterms:created xsi:type="dcterms:W3CDTF">2021-01-30T03:11:51Z</dcterms:created>
  <dcterms:modified xsi:type="dcterms:W3CDTF">2022-01-31T02:55:15Z</dcterms:modified>
</cp:coreProperties>
</file>