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9" r:id="rId3"/>
  </p:sldMasterIdLst>
  <p:sldIdLst>
    <p:sldId id="256" r:id="rId4"/>
    <p:sldId id="270" r:id="rId5"/>
    <p:sldId id="272" r:id="rId6"/>
    <p:sldId id="309" r:id="rId7"/>
    <p:sldId id="31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646F-0206-42D2-B08B-FA5065E11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93852-DE27-459C-B5B6-36FE14ECD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A1A85-A2EB-4006-B96B-71A29428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BBC76-DD3E-496A-8E5B-6E85BFDE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903E5-F99F-4338-A5CE-F6F87BF3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61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80B9-2802-4172-AEDF-B11AC893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04C2-5A11-48B6-9CF1-C1317C566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6DF86-07E9-4DA1-9B99-1FA18CCC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F7DD-1F2B-49A7-A530-0859D8B2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5149-186F-4C6E-A966-D3D4CE93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356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DA2A-8D30-46C8-A88A-A5F37814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EE1FD-9E77-4D9F-8FC6-C23775308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1B758-74E2-43F1-A7CC-AFEB8509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7D055-0FA8-45FD-9EC6-992BEB65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99C27-7D15-4BC0-AA09-19153B58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44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E511-DC30-496E-8640-4C8CB1DE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29546-6B67-42A6-ACB9-4422DFBC3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8CFB1-CABC-4665-BA80-A5E105F8C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236C-DB15-4DA7-87A2-1AD16ACA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C4F8B-56F5-44A7-8CDB-C8AE1397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37BF2-7175-415C-B774-B292FBD1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03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5AB85-F5FC-40B9-9D19-AD76AF78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185C7-A787-4B8E-B14E-C1250DD2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E6F1E-03A7-43BA-99FA-514951A9C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C23D7-6224-46A5-A31B-6AFC4210A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8AB50-DBB1-42A3-B8C2-8EF8AF58C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35212-A467-4572-855C-CDA5660C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F0A29-12AD-4A0B-8482-33B8C27A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54450-75B9-4698-B331-B4A94FAD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24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7F02-2F82-426C-A408-4FD05FC6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924450-3F73-402F-A804-C8523BEB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5C4C4-4216-43F2-9C5F-D24A770A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CD218-CEB2-472F-A40F-158CB467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80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79679C-26D4-4BFF-8B4C-8991652D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5507C-2265-45F1-9A8E-61855B62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CB0C9-FCA8-4539-B525-C44E670B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027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0502-F16C-45EA-BFAD-9ED4D55C9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193A-F855-4764-B05C-3B3C66994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75832-E344-4F57-B276-192FEB672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23839-B031-41CB-9517-9C8F71F7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177E6-C0F2-4530-8814-0F5AA420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62293-39AA-4C80-A20B-F49DBA6E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96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14A2-F361-4A9C-BF4B-C34CC1C8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2EA6B-C25F-4819-A2EC-C6A957151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AE819-2AF1-4B68-90E5-EC80AF359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403E4-BAA5-4A50-92D7-76D428FA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C090-6E88-4B93-9EFD-5CF40AD2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72D6E-A9C0-401A-B5C8-3529CC15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74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F81F-29A6-4581-BF9B-7B7ADF28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0B82F-6898-45C3-841C-02232C96F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91FE-AA4B-4211-9203-5E0DC51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498B2-9B9F-4E28-9152-102A0F39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2EC7-7D73-46A0-8067-ED19B3E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3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6B606-8558-4DB5-9DF5-D311519CC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C1906-CDEE-432E-86C4-B57A3A1BB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3ECB6-74B1-42F8-AE4E-39B3BF94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5A258-17B7-4004-977C-0BF1E79E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10BDA-2871-4718-BC8A-C8F6473C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396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18EF-326B-4F14-8648-E90653F5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Daily Review Instructional Sequence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E1C93-5CFF-4364-8FFF-F38E0EA9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7685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0B6-5EB8-4594-B011-3C2F5324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E589-DAEB-4941-BC27-7CE5EAC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665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69399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1458586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48297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1784872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76432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3935115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813346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965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363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848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3851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0644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2935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246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3377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0545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984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847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35572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35841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9581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604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0297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695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244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BA9FB-BC71-4B43-BE22-4AF19B22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20BCE-AB26-4F65-9B4E-73C85AF98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4D5A6-1A08-4219-B185-F82A1C0A1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E4EA6-6421-40AE-A8D1-5BDE5E54D445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00EB7-2260-44CE-A3FE-8E9DF3430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3D081-F6AA-43FE-A095-F3977CEDC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FBE51-329C-4BA3-8466-485208F62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041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761DAA86-BB2C-4542-B7E0-B9CF9771E99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66" y="68536"/>
            <a:ext cx="461264" cy="5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»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47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4.xm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736083-8738-4525-B9AC-C26A4CD4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279C80-4EF1-42EB-A7DF-FDD6F4C24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DMP/A fluency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Aim:</a:t>
            </a:r>
          </a:p>
          <a:p>
            <a:pPr>
              <a:buFontTx/>
              <a:buChar char="-"/>
            </a:pPr>
            <a:r>
              <a:rPr lang="en-US" dirty="0"/>
              <a:t>Be able to simplify after expanding multiple brackets </a:t>
            </a:r>
          </a:p>
          <a:p>
            <a:pPr marL="0" indent="0">
              <a:buNone/>
            </a:pPr>
            <a:r>
              <a:rPr lang="en-US" dirty="0"/>
              <a:t>Plan:</a:t>
            </a:r>
          </a:p>
          <a:p>
            <a:pPr>
              <a:buFontTx/>
              <a:buChar char="-"/>
            </a:pPr>
            <a:r>
              <a:rPr lang="en-US" dirty="0"/>
              <a:t>Daily review </a:t>
            </a:r>
          </a:p>
          <a:p>
            <a:pPr>
              <a:buFontTx/>
              <a:buChar char="-"/>
            </a:pPr>
            <a:r>
              <a:rPr lang="en-US" dirty="0"/>
              <a:t>Skills practice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078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76" y="739721"/>
                <a:ext cx="11845504" cy="5904410"/>
              </a:xfrm>
            </p:spPr>
            <p:txBody>
              <a:bodyPr/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0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1800"/>
                  </a:spcAft>
                  <a:defRPr/>
                </a:pPr>
                <a:r>
                  <a:rPr lang="en-AU" sz="2000" dirty="0">
                    <a:solidFill>
                      <a:prstClr val="black"/>
                    </a:solidFill>
                  </a:rPr>
                  <a:t>						a(b + c) = a</a:t>
                </a:r>
                <a14:m>
                  <m:oMath xmlns:m="http://schemas.openxmlformats.org/officeDocument/2006/math">
                    <m:r>
                      <a:rPr lang="en-AU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b + a</a:t>
                </a:r>
                <a14:m>
                  <m:oMath xmlns:m="http://schemas.openxmlformats.org/officeDocument/2006/math">
                    <m:r>
                      <a:rPr lang="en-AU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c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000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76" y="739721"/>
                <a:ext cx="11845504" cy="5904410"/>
              </a:xfrm>
              <a:blipFill>
                <a:blip r:embed="rId2"/>
                <a:stretch>
                  <a:fillRect l="-566" t="-10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DBF301-7115-4652-83F7-42E8AF56B7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418" y="2866509"/>
                <a:ext cx="8915400" cy="377762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24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𝟒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×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𝒙</m:t>
                      </m:r>
                    </m:oMath>
                  </m:oMathPara>
                </a14:m>
                <a:endParaRPr kumimoji="0" lang="en-AU" sz="32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𝟖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Calibri" panose="020F0502020204030204" pitchFamily="34" charset="0"/>
                  <a:buNone/>
                  <a:tabLst/>
                  <a:defRPr/>
                </a:pPr>
                <a:endParaRPr kumimoji="0" lang="en-A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C0C0C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DBF301-7115-4652-83F7-42E8AF56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418" y="2866509"/>
                <a:ext cx="8915400" cy="3777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D189293A-5BC0-4952-938F-B8B84AEF075F}"/>
              </a:ext>
            </a:extLst>
          </p:cNvPr>
          <p:cNvSpPr/>
          <p:nvPr/>
        </p:nvSpPr>
        <p:spPr>
          <a:xfrm>
            <a:off x="4877697" y="3509869"/>
            <a:ext cx="424873" cy="230909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CF13553-A2D7-418E-A972-A33206A62164}"/>
              </a:ext>
            </a:extLst>
          </p:cNvPr>
          <p:cNvSpPr/>
          <p:nvPr/>
        </p:nvSpPr>
        <p:spPr>
          <a:xfrm>
            <a:off x="4877696" y="3316782"/>
            <a:ext cx="1385455" cy="422562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1B3AF1-87F2-4F18-A06A-0385356240DE}"/>
              </a:ext>
            </a:extLst>
          </p:cNvPr>
          <p:cNvCxnSpPr/>
          <p:nvPr/>
        </p:nvCxnSpPr>
        <p:spPr>
          <a:xfrm>
            <a:off x="5190144" y="4412927"/>
            <a:ext cx="120072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290B02-92D4-453F-860E-C164A5A2DC2F}"/>
              </a:ext>
            </a:extLst>
          </p:cNvPr>
          <p:cNvCxnSpPr/>
          <p:nvPr/>
        </p:nvCxnSpPr>
        <p:spPr>
          <a:xfrm>
            <a:off x="6693988" y="4412927"/>
            <a:ext cx="120072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DB2F64-8068-48F3-AA37-6B45BF041A75}"/>
                  </a:ext>
                </a:extLst>
              </p:cNvPr>
              <p:cNvSpPr txBox="1"/>
              <p:nvPr/>
            </p:nvSpPr>
            <p:spPr>
              <a:xfrm>
                <a:off x="6310679" y="3914491"/>
                <a:ext cx="19673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𝟑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C0C0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DB2F64-8068-48F3-AA37-6B45BF04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679" y="3914491"/>
                <a:ext cx="1967346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8BE9A9-F52F-46BC-9FBE-EF5E42E30BB6}"/>
              </a:ext>
            </a:extLst>
          </p:cNvPr>
          <p:cNvCxnSpPr>
            <a:cxnSpLocks/>
          </p:cNvCxnSpPr>
          <p:nvPr/>
        </p:nvCxnSpPr>
        <p:spPr>
          <a:xfrm>
            <a:off x="5128245" y="4866156"/>
            <a:ext cx="42487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8A9DE4-F7B1-4A50-BFD3-D3EA1115FB87}"/>
              </a:ext>
            </a:extLst>
          </p:cNvPr>
          <p:cNvCxnSpPr>
            <a:cxnSpLocks/>
          </p:cNvCxnSpPr>
          <p:nvPr/>
        </p:nvCxnSpPr>
        <p:spPr>
          <a:xfrm>
            <a:off x="5799923" y="4866156"/>
            <a:ext cx="71120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70BD78E3-B0A4-40C9-B5A3-A9FE5F25D906}"/>
              </a:ext>
            </a:extLst>
          </p:cNvPr>
          <p:cNvSpPr/>
          <p:nvPr/>
        </p:nvSpPr>
        <p:spPr>
          <a:xfrm>
            <a:off x="2872823" y="1141012"/>
            <a:ext cx="424873" cy="230909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68C434F-75C4-48E7-9DB8-ABB93CA58CB8}"/>
              </a:ext>
            </a:extLst>
          </p:cNvPr>
          <p:cNvSpPr/>
          <p:nvPr/>
        </p:nvSpPr>
        <p:spPr>
          <a:xfrm rot="10800000">
            <a:off x="2977829" y="1457604"/>
            <a:ext cx="866201" cy="315608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F5046F-18F9-4B02-833A-6AEEF1BB149B}"/>
              </a:ext>
            </a:extLst>
          </p:cNvPr>
          <p:cNvCxnSpPr>
            <a:cxnSpLocks/>
          </p:cNvCxnSpPr>
          <p:nvPr/>
        </p:nvCxnSpPr>
        <p:spPr>
          <a:xfrm>
            <a:off x="4374878" y="1615408"/>
            <a:ext cx="50281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C7A000-4B12-48A3-A206-7B3A661B8A05}"/>
              </a:ext>
            </a:extLst>
          </p:cNvPr>
          <p:cNvCxnSpPr>
            <a:cxnSpLocks/>
          </p:cNvCxnSpPr>
          <p:nvPr/>
        </p:nvCxnSpPr>
        <p:spPr>
          <a:xfrm>
            <a:off x="5190144" y="1582570"/>
            <a:ext cx="71120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F6661-1DE9-4555-9106-D2FDE12F0F49}"/>
              </a:ext>
            </a:extLst>
          </p:cNvPr>
          <p:cNvSpPr txBox="1"/>
          <p:nvPr/>
        </p:nvSpPr>
        <p:spPr>
          <a:xfrm>
            <a:off x="2885243" y="1882067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2(x – 9 )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C8F72-A987-499A-BF28-005A335ADD35}"/>
              </a:ext>
            </a:extLst>
          </p:cNvPr>
          <p:cNvSpPr txBox="1"/>
          <p:nvPr/>
        </p:nvSpPr>
        <p:spPr>
          <a:xfrm>
            <a:off x="2885243" y="421928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5(3x – 3 )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BE42-6A77-494F-9A0F-B6DC5702B78C}"/>
              </a:ext>
            </a:extLst>
          </p:cNvPr>
          <p:cNvSpPr txBox="1"/>
          <p:nvPr/>
        </p:nvSpPr>
        <p:spPr>
          <a:xfrm>
            <a:off x="7191365" y="188206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7(3 – 2x)  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906E0-83A2-4C4F-9956-CA2830ECEE52}"/>
              </a:ext>
            </a:extLst>
          </p:cNvPr>
          <p:cNvSpPr txBox="1"/>
          <p:nvPr/>
        </p:nvSpPr>
        <p:spPr>
          <a:xfrm>
            <a:off x="7068557" y="421928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7s(7 – 8s) 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B01E80B-561B-459F-8CE9-2A6FA50BF985}"/>
              </a:ext>
            </a:extLst>
          </p:cNvPr>
          <p:cNvGraphicFramePr>
            <a:graphicFrameLocks noGrp="1"/>
          </p:cNvGraphicFramePr>
          <p:nvPr/>
        </p:nvGraphicFramePr>
        <p:xfrm>
          <a:off x="2717800" y="2983759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DC1B58-D1E9-4BF3-86E8-CB9F262E3B1E}"/>
              </a:ext>
            </a:extLst>
          </p:cNvPr>
          <p:cNvGraphicFramePr>
            <a:graphicFrameLocks noGrp="1"/>
          </p:cNvGraphicFramePr>
          <p:nvPr/>
        </p:nvGraphicFramePr>
        <p:xfrm>
          <a:off x="7068557" y="2983758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120" r="-3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NON-examples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3g + 3h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5512024" y="4483902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F639E-9F13-4A5A-89CD-E1120DC2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Skills practice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1DF7B-215A-4934-9B06-C779E0D21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Complete the </a:t>
            </a:r>
            <a:r>
              <a:rPr lang="en-US"/>
              <a:t>activity provided.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31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Teach Well">
      <a:dk1>
        <a:srgbClr val="0C0C0C"/>
      </a:dk1>
      <a:lt1>
        <a:sysClr val="window" lastClr="FFFFFF"/>
      </a:lt1>
      <a:dk2>
        <a:srgbClr val="262626"/>
      </a:dk2>
      <a:lt2>
        <a:srgbClr val="E7E6E6"/>
      </a:lt2>
      <a:accent1>
        <a:srgbClr val="034785"/>
      </a:accent1>
      <a:accent2>
        <a:srgbClr val="0088A5"/>
      </a:accent2>
      <a:accent3>
        <a:srgbClr val="FFD530"/>
      </a:accent3>
      <a:accent4>
        <a:srgbClr val="F36424"/>
      </a:accent4>
      <a:accent5>
        <a:srgbClr val="852F9B"/>
      </a:accent5>
      <a:accent6>
        <a:srgbClr val="E1208C"/>
      </a:accent6>
      <a:hlink>
        <a:srgbClr val="0088A5"/>
      </a:hlink>
      <a:folHlink>
        <a:srgbClr val="0088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Cambria Math</vt:lpstr>
      <vt:lpstr>Century Gothic</vt:lpstr>
      <vt:lpstr>Verdana</vt:lpstr>
      <vt:lpstr>Wingdings 3</vt:lpstr>
      <vt:lpstr>Office Theme</vt:lpstr>
      <vt:lpstr>1_Office Theme</vt:lpstr>
      <vt:lpstr>Wisp</vt:lpstr>
      <vt:lpstr>Lesson objective </vt:lpstr>
      <vt:lpstr>PowerPoint Presentation</vt:lpstr>
      <vt:lpstr>PowerPoint Presentation</vt:lpstr>
      <vt:lpstr>Terminology</vt:lpstr>
      <vt:lpstr>Skills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</cp:revision>
  <dcterms:created xsi:type="dcterms:W3CDTF">2022-03-27T23:59:51Z</dcterms:created>
  <dcterms:modified xsi:type="dcterms:W3CDTF">2022-03-28T00:05:57Z</dcterms:modified>
</cp:coreProperties>
</file>