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4660"/>
  </p:normalViewPr>
  <p:slideViewPr>
    <p:cSldViewPr snapToGrid="0">
      <p:cViewPr varScale="1">
        <p:scale>
          <a:sx n="86" d="100"/>
          <a:sy n="86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040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040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02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73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3912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31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83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2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44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34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55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4FFB344-76D8-4A7C-AD15-893C14A9BE71}" type="datetimeFigureOut">
              <a:rPr lang="en-AU" smtClean="0"/>
              <a:t>8/03/2022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9817CD3-18E7-4C75-8A52-D411363B9515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923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k2--A3RNy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B3927D-284C-42DC-B1E2-FFB182EB7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F4E5A4-6EF0-436B-A63A-6159986BA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6628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Title: </a:t>
            </a:r>
            <a:r>
              <a:rPr lang="en-US" sz="2800" dirty="0">
                <a:solidFill>
                  <a:srgbClr val="00B0F0"/>
                </a:solidFill>
              </a:rPr>
              <a:t>Indices and factors </a:t>
            </a:r>
          </a:p>
          <a:p>
            <a:pPr marL="0" indent="0">
              <a:buNone/>
            </a:pPr>
            <a:endParaRPr lang="en-US" sz="2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B0F0"/>
                </a:solidFill>
              </a:rPr>
              <a:t>Be able to simplify multiplication with multiple bases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0B0F0"/>
                </a:solidFill>
              </a:rPr>
              <a:t>Apply BIMDAS when simplifying indices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US" sz="2400" dirty="0">
                <a:solidFill>
                  <a:srgbClr val="00B0F0"/>
                </a:solidFill>
              </a:rPr>
              <a:t>Prime factors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00B0F0"/>
                </a:solidFill>
              </a:rPr>
              <a:t>Multiple bases </a:t>
            </a:r>
          </a:p>
          <a:p>
            <a:pPr>
              <a:buFontTx/>
              <a:buChar char="-"/>
            </a:pPr>
            <a:r>
              <a:rPr lang="en-US" sz="2800" dirty="0">
                <a:solidFill>
                  <a:srgbClr val="00B0F0"/>
                </a:solidFill>
              </a:rPr>
              <a:t>BIMDAS</a:t>
            </a:r>
          </a:p>
          <a:p>
            <a:pPr>
              <a:buFontTx/>
              <a:buChar char="-"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ACB44-8EC8-476D-AA29-E6C208E99ED1}"/>
              </a:ext>
            </a:extLst>
          </p:cNvPr>
          <p:cNvSpPr txBox="1"/>
          <p:nvPr/>
        </p:nvSpPr>
        <p:spPr>
          <a:xfrm>
            <a:off x="9525740" y="165070"/>
            <a:ext cx="2157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Test on Thursday 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CEF95-D8A0-4037-803B-94D7C84172A0}"/>
              </a:ext>
            </a:extLst>
          </p:cNvPr>
          <p:cNvSpPr txBox="1"/>
          <p:nvPr/>
        </p:nvSpPr>
        <p:spPr>
          <a:xfrm>
            <a:off x="8834760" y="5120290"/>
            <a:ext cx="2157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443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04D9-7BC0-4FE8-B63F-52D1FA061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 the law to the math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6561F6-D955-4F74-A69D-7563572131E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sz="3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3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 algn="ctr">
                  <a:buNone/>
                </a:pPr>
                <a:endParaRPr lang="en-US" sz="3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6561F6-D955-4F74-A69D-756357213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4B33AE-1CFD-4E1D-B918-F5F614421D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Third law (multiply indices)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Seconds law (Subtract indices)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/>
              <a:t>First Law (Add indices)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489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ADD820-7780-4E6E-BBF7-C765EFED6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Prime factor form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A431A-D31E-4E80-A724-7064FEC1C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a prime number?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A: A number that has exactly two factors, one and itself.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Prime factor form: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Expressing a number as a product of its prime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26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423A-B933-4303-9032-C03F2DBB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factor trees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7A9FC-8208-45AC-92BA-466C6BCDE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https://www.youtube.com/watch?v=9k2--A3RNyA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70				50				80	</a:t>
            </a:r>
          </a:p>
        </p:txBody>
      </p:sp>
    </p:spTree>
    <p:extLst>
      <p:ext uri="{BB962C8B-B14F-4D97-AF65-F5344CB8AC3E}">
        <p14:creationId xmlns:p14="http://schemas.microsoft.com/office/powerpoint/2010/main" val="378899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2C36-90DC-441F-AC69-74C0CE83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Write factor trees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B98B2-5EFF-4067-9C8A-DA7D1BCE7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000" dirty="0"/>
              <a:t>45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20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60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100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332633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DA97-54AC-4274-BDA1-AF94A65F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 to notes page (BLUE sheet)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7486A-9AF1-4D1A-9A13-E05490AB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65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Writing as a prime factor.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Divide number by a prime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Repeat on branches until only primes remain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B0F0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397678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47D0-EE16-4B2B-AD0B-8FB7DDB2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Simplifying with multiple bases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6286-AB7D-453B-8B19-962D98A5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Simplify: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 x 2 x 3 x 3 x 2 x 3 x 2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8 x 8 x 8 x 8 x 9 x 9 x 8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a x 3 x a x a x 3 x a x 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917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9ED2-1FCD-4846-A859-7B2224BF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6605-0D36-4622-8829-1E36889D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4 x 4 x 4 x 5 x 5 x 5 x 4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7 x 8 x 7 x 8 x 7 x 8 x 7 x 8 x 7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a x 7 x a x a x a x 7 x 7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689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F8E9-55DB-4DCD-80BF-A0704A64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BIMDAS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F357E7-6948-40C4-8AFD-A856933D96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What should you do first?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sz="4000" dirty="0"/>
                  <a:t>( 10 – 6 ) x 3 </a:t>
                </a:r>
              </a:p>
              <a:p>
                <a:pPr marL="0" indent="0">
                  <a:buNone/>
                </a:pPr>
                <a:r>
                  <a:rPr lang="en-US" sz="3200" dirty="0"/>
                  <a:t>What about:</a:t>
                </a:r>
              </a:p>
              <a:p>
                <a:pPr marL="0" indent="0">
                  <a:buNone/>
                </a:pPr>
                <a:endParaRPr lang="en-AU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  <a:p>
                <a:pPr marL="0" indent="0" algn="ctr">
                  <a:buNone/>
                </a:pPr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F357E7-6948-40C4-8AFD-A856933D9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2377" t="-1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77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B45A-D1B8-4764-9A2A-0918F91F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81FD4A-B4D5-4CA8-9C19-2458641FEE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AU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18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AU" sz="18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A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A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den>
                          </m:f>
                          <m:r>
                            <a:rPr lang="en-A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81FD4A-B4D5-4CA8-9C19-2458641FEE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02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01B2-A3F1-43A7-A00E-025AC32B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Formative task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75DB-6EA0-4617-A8D6-C452BC773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Does not go towards grade.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it to see where we are up to, and what we need to work 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4712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ABCCC1-4F87-4DBB-A1AD-F24DAC3C9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378"/>
            <a:ext cx="12192000" cy="479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9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4874-B967-41DE-866C-1E308531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C534-99EC-4C00-983B-A38CBE48B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07A7FB-77F6-472A-BFF1-D2F9B0DD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" y="2022348"/>
            <a:ext cx="12192000" cy="367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0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D26E-D931-4228-84CA-4E167AE8C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99B8E-7BE0-46A3-999F-E6954504B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</a:rPr>
              <a:t>Be able to simplify multiplication with multiple bases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</a:rPr>
              <a:t>Apply BIMDAS when simplifying indices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366046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369</TotalTime>
  <Words>326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Calibri Light</vt:lpstr>
      <vt:lpstr>Cambria Math</vt:lpstr>
      <vt:lpstr>Wingdings</vt:lpstr>
      <vt:lpstr>Retrospect</vt:lpstr>
      <vt:lpstr>Lesson objective </vt:lpstr>
      <vt:lpstr>Match the law to the math</vt:lpstr>
      <vt:lpstr>Prime factor form </vt:lpstr>
      <vt:lpstr>Creating factor trees </vt:lpstr>
      <vt:lpstr>Write factor trees </vt:lpstr>
      <vt:lpstr>Add to notes page (BLUE sheet) </vt:lpstr>
      <vt:lpstr>Simplifying with multiple bases </vt:lpstr>
      <vt:lpstr>Whiteboards </vt:lpstr>
      <vt:lpstr>BIMDAS </vt:lpstr>
      <vt:lpstr>Whiteboards </vt:lpstr>
      <vt:lpstr>Formative task </vt:lpstr>
      <vt:lpstr>PowerPoint Presentation</vt:lpstr>
      <vt:lpstr>Answers 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12</cp:revision>
  <dcterms:created xsi:type="dcterms:W3CDTF">2022-03-07T12:01:04Z</dcterms:created>
  <dcterms:modified xsi:type="dcterms:W3CDTF">2022-03-08T05:42:19Z</dcterms:modified>
</cp:coreProperties>
</file>