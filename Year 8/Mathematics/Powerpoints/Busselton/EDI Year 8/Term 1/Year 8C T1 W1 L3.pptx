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59" r:id="rId3"/>
    <p:sldId id="273" r:id="rId4"/>
    <p:sldId id="260" r:id="rId5"/>
    <p:sldId id="261" r:id="rId6"/>
    <p:sldId id="274" r:id="rId7"/>
    <p:sldId id="275" r:id="rId8"/>
    <p:sldId id="276" r:id="rId9"/>
    <p:sldId id="277" r:id="rId10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5025" autoAdjust="0"/>
  </p:normalViewPr>
  <p:slideViewPr>
    <p:cSldViewPr snapToGrid="0">
      <p:cViewPr varScale="1">
        <p:scale>
          <a:sx n="81" d="100"/>
          <a:sy n="81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BC259-60D2-4733-A23A-0DAE2D1D1938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B65-6270-4CF6-8170-70BAAF2482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60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04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914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253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61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96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2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77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68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48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2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54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74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7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48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587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74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24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3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97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1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24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02/02/2022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3203" y="1925642"/>
            <a:ext cx="6454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Aims:</a:t>
            </a:r>
          </a:p>
          <a:p>
            <a:pPr marL="342909" indent="-342909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Be able to add and subtract integers.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3203" y="3732029"/>
            <a:ext cx="81406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Daily review:	</a:t>
            </a:r>
          </a:p>
          <a:p>
            <a:pPr marL="1714509" lvl="3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Addition and subtraction of integers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Patterns to develop understanding 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Skills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BF400-3A32-4E1C-9BA2-99792051899C}"/>
              </a:ext>
            </a:extLst>
          </p:cNvPr>
          <p:cNvSpPr txBox="1"/>
          <p:nvPr/>
        </p:nvSpPr>
        <p:spPr>
          <a:xfrm>
            <a:off x="4062953" y="718351"/>
            <a:ext cx="4270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Title: </a:t>
            </a:r>
            <a:r>
              <a:rPr lang="en-US" sz="2800" b="1" dirty="0">
                <a:solidFill>
                  <a:srgbClr val="00B0F0"/>
                </a:solidFill>
              </a:rPr>
              <a:t>Four operations </a:t>
            </a:r>
            <a:endParaRPr lang="en-AU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3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-3  </a:t>
            </a:r>
            <a:r>
              <a:rPr lang="en-AU" sz="2400" dirty="0"/>
              <a:t>–</a:t>
            </a:r>
            <a:r>
              <a:rPr lang="en-AU" sz="2400" dirty="0">
                <a:solidFill>
                  <a:srgbClr val="002060"/>
                </a:solidFill>
              </a:rPr>
              <a:t>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starting point, a direction and a number of places to move.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1D99D0-C4BB-4D60-83DA-98B22BF85C07}"/>
              </a:ext>
            </a:extLst>
          </p:cNvPr>
          <p:cNvSpPr/>
          <p:nvPr/>
        </p:nvSpPr>
        <p:spPr>
          <a:xfrm>
            <a:off x="6893203" y="338268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8C0C97-7CCF-49C6-84D3-7546F5AE8037}"/>
              </a:ext>
            </a:extLst>
          </p:cNvPr>
          <p:cNvSpPr/>
          <p:nvPr/>
        </p:nvSpPr>
        <p:spPr>
          <a:xfrm>
            <a:off x="6531095" y="3363504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C5FA2-B8C4-42D2-8EA8-AA8BB4B17D85}"/>
              </a:ext>
            </a:extLst>
          </p:cNvPr>
          <p:cNvSpPr/>
          <p:nvPr/>
        </p:nvSpPr>
        <p:spPr>
          <a:xfrm>
            <a:off x="6156000" y="335461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7290AC-DCE2-4A19-8404-D631A9F4D9AB}"/>
              </a:ext>
            </a:extLst>
          </p:cNvPr>
          <p:cNvCxnSpPr/>
          <p:nvPr/>
        </p:nvCxnSpPr>
        <p:spPr>
          <a:xfrm flipV="1">
            <a:off x="4035789" y="3716976"/>
            <a:ext cx="2176168" cy="735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58AB16-5062-4469-B08C-B8ACEF7C16D9}"/>
              </a:ext>
            </a:extLst>
          </p:cNvPr>
          <p:cNvCxnSpPr>
            <a:cxnSpLocks/>
          </p:cNvCxnSpPr>
          <p:nvPr/>
        </p:nvCxnSpPr>
        <p:spPr>
          <a:xfrm flipV="1">
            <a:off x="6211957" y="3825170"/>
            <a:ext cx="417443" cy="10251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0C09BF-D8B9-4FB1-AE4E-CB9DC4C21023}"/>
              </a:ext>
            </a:extLst>
          </p:cNvPr>
          <p:cNvCxnSpPr>
            <a:cxnSpLocks/>
          </p:cNvCxnSpPr>
          <p:nvPr/>
        </p:nvCxnSpPr>
        <p:spPr>
          <a:xfrm flipH="1" flipV="1">
            <a:off x="7310646" y="3707054"/>
            <a:ext cx="1456862" cy="461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D745EBD-FD68-4E6E-84D9-F387854DE2BA}"/>
              </a:ext>
            </a:extLst>
          </p:cNvPr>
          <p:cNvSpPr/>
          <p:nvPr/>
        </p:nvSpPr>
        <p:spPr>
          <a:xfrm>
            <a:off x="7958363" y="2256871"/>
            <a:ext cx="2090098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F48BF3-7A68-4B7B-BFAF-4ECF14441DE3}"/>
              </a:ext>
            </a:extLst>
          </p:cNvPr>
          <p:cNvSpPr/>
          <p:nvPr/>
        </p:nvSpPr>
        <p:spPr>
          <a:xfrm>
            <a:off x="2694007" y="2626959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55B73EE-D5D4-472A-A489-D0CE1AADB94A}"/>
              </a:ext>
            </a:extLst>
          </p:cNvPr>
          <p:cNvSpPr/>
          <p:nvPr/>
        </p:nvSpPr>
        <p:spPr>
          <a:xfrm>
            <a:off x="5110950" y="2629107"/>
            <a:ext cx="2681327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8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-3  </a:t>
            </a:r>
            <a:r>
              <a:rPr lang="en-AU" sz="2400" dirty="0"/>
              <a:t>–</a:t>
            </a:r>
            <a:r>
              <a:rPr lang="en-AU" sz="2400" dirty="0">
                <a:solidFill>
                  <a:srgbClr val="002060"/>
                </a:solidFill>
              </a:rPr>
              <a:t>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                       , a </a:t>
            </a:r>
          </a:p>
          <a:p>
            <a:r>
              <a:rPr lang="en-AU" sz="2400" dirty="0"/>
              <a:t>                and a                                to move.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164428" y="2884868"/>
            <a:ext cx="24480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694007" y="2884868"/>
            <a:ext cx="13417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975600" y="2534402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1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3576431" y="708494"/>
            <a:ext cx="778233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Independent practice: </a:t>
            </a:r>
            <a:r>
              <a:rPr lang="en-AU" sz="2400" dirty="0">
                <a:solidFill>
                  <a:srgbClr val="FF0000"/>
                </a:solidFill>
              </a:rPr>
              <a:t>exercise books.</a:t>
            </a:r>
          </a:p>
          <a:p>
            <a:endParaRPr lang="en-AU" dirty="0"/>
          </a:p>
          <a:p>
            <a:endParaRPr lang="en-AU" dirty="0"/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 – 6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 + 8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4 – 7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8 – 5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-2.5 – 3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2.8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– 2.8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3.2 – 4.6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-3.2 – 4.6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6423991" y="2488850"/>
            <a:ext cx="493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Copy the question and use correct setting out to present your answer.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9529" y="15731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02/02/2022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1" y="1129522"/>
            <a:ext cx="11022172" cy="3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5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Double signs.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Example: 	-3 – (-5)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848678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616017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6 – 3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2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1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0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(-1)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(-2)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(-3)	=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739949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Subtracting a negative number is the same as adding</a:t>
            </a:r>
          </a:p>
        </p:txBody>
      </p:sp>
    </p:spTree>
    <p:extLst>
      <p:ext uri="{BB962C8B-B14F-4D97-AF65-F5344CB8AC3E}">
        <p14:creationId xmlns:p14="http://schemas.microsoft.com/office/powerpoint/2010/main" val="150694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Double signs.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387013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154352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6 + 3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+ 2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+ 1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+ 0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(-1)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(-2)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(-3)	=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509116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Adding a negative number is the same as subtracting.</a:t>
            </a:r>
          </a:p>
        </p:txBody>
      </p:sp>
    </p:spTree>
    <p:extLst>
      <p:ext uri="{BB962C8B-B14F-4D97-AF65-F5344CB8AC3E}">
        <p14:creationId xmlns:p14="http://schemas.microsoft.com/office/powerpoint/2010/main" val="244752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2792896" y="526775"/>
            <a:ext cx="7782339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Independent practice: </a:t>
            </a:r>
            <a:r>
              <a:rPr lang="en-AU" sz="2400" dirty="0">
                <a:solidFill>
                  <a:srgbClr val="FF0000"/>
                </a:solidFill>
              </a:rPr>
              <a:t>exercise books.</a:t>
            </a:r>
          </a:p>
          <a:p>
            <a:endParaRPr lang="en-AU" dirty="0"/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 + (– 6)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 – (- 8)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4 + (– 7)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8 – (-5)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–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-2.5 + (– 3)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(-2.8)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+ (– 2.8)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3.2 – (-4.6)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-3.2 – (-4.6)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6423991" y="2488850"/>
            <a:ext cx="4934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Copy the question and use correct setting out to present your answer. 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3 lines of working!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9529" y="15731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02/02/2022</a:t>
            </a:r>
          </a:p>
        </p:txBody>
      </p:sp>
    </p:spTree>
    <p:extLst>
      <p:ext uri="{BB962C8B-B14F-4D97-AF65-F5344CB8AC3E}">
        <p14:creationId xmlns:p14="http://schemas.microsoft.com/office/powerpoint/2010/main" val="341383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60115E-860D-4776-BDC5-54719988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Puzzle practice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B1F03-ED8C-4DBD-B725-CB26A9E4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on + SUM UP+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188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4803-67B2-48F3-AC4D-98C04D6E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3BE20-C468-4D58-A762-A0B0D619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>
                <a:solidFill>
                  <a:schemeClr val="tx1"/>
                </a:solidFill>
              </a:rPr>
              <a:t>Aims:</a:t>
            </a:r>
          </a:p>
          <a:p>
            <a:pPr marL="342909" indent="-342909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3600" dirty="0">
                <a:solidFill>
                  <a:schemeClr val="tx1"/>
                </a:solidFill>
              </a:rPr>
              <a:t>Be able to add and subtract integers</a:t>
            </a:r>
          </a:p>
        </p:txBody>
      </p:sp>
    </p:spTree>
    <p:extLst>
      <p:ext uri="{BB962C8B-B14F-4D97-AF65-F5344CB8AC3E}">
        <p14:creationId xmlns:p14="http://schemas.microsoft.com/office/powerpoint/2010/main" val="41414323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346</TotalTime>
  <Words>455</Words>
  <Application>Microsoft Office PowerPoint</Application>
  <PresentationFormat>Widescreen</PresentationFormat>
  <Paragraphs>93</Paragraphs>
  <Slides>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Puzzle practice</vt:lpstr>
      <vt:lpstr>Reflection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29</cp:revision>
  <cp:lastPrinted>2022-02-01T00:42:34Z</cp:lastPrinted>
  <dcterms:created xsi:type="dcterms:W3CDTF">2022-01-30T08:07:54Z</dcterms:created>
  <dcterms:modified xsi:type="dcterms:W3CDTF">2022-02-02T00:40:26Z</dcterms:modified>
</cp:coreProperties>
</file>