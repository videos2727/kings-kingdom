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93" r:id="rId3"/>
    <p:sldId id="294" r:id="rId4"/>
    <p:sldId id="279" r:id="rId5"/>
    <p:sldId id="295" r:id="rId6"/>
    <p:sldId id="296" r:id="rId7"/>
    <p:sldId id="291" r:id="rId8"/>
    <p:sldId id="29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86" d="100"/>
          <a:sy n="86" d="100"/>
        </p:scale>
        <p:origin x="55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C18EB-AF3F-4F55-9AFC-C2E9AAD87671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7446F-EFD8-4F43-BA3F-BB96DFD82D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6903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4C0753-0B2E-422D-ADAB-A49118212793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523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6F22A-AFE8-47F1-886E-550CEDB18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E50EB-612C-45E5-B559-D922AD1C2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09B4E-3377-48D7-B8F0-14E2C30B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5-4387-4D35-B05B-03609B6BA60B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236BE-0BBF-4760-A3D2-A7093BE6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61839-921A-4CFC-BF07-0AC89193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F90A7-A17E-4D37-924B-CF81D02523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9087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C6EBA-B218-4A8F-92C7-3C15C4474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638C9-9CDE-4DD3-A76C-34D2C0AE9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704AB-8819-40F0-8365-2D68C3D7C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5-4387-4D35-B05B-03609B6BA60B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37756-A3DF-4118-A326-DC5A4F42C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BC021-3D89-48FD-884B-4F19C3F58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F90A7-A17E-4D37-924B-CF81D02523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019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488-5C7A-4592-983E-82F8D63C3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80850-E08E-428D-985F-F49FEE73B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7EA3-61A3-4242-8606-6E98C1B1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5-4387-4D35-B05B-03609B6BA60B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C1017-31A8-43BA-9C2C-F4E04111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B8496-794C-4C74-808C-D7C29063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F90A7-A17E-4D37-924B-CF81D02523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30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2E8FD-F144-4BD4-9968-811A05569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4A01-FFD9-47BD-870B-6E11997E3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B2527-E2A6-424A-9985-5522FAE44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64D1A-EFC4-4F6F-899D-A7099CD8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5-4387-4D35-B05B-03609B6BA60B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77257-9E7D-48AA-83A0-6EB6F86A3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3BC06-FD2F-4699-933D-0C09E3DA1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F90A7-A17E-4D37-924B-CF81D02523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313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17007-48CB-4F5A-8C5F-A19F6CCC2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B724B-CF2F-48A0-A35A-C43E65134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CD2AE-D746-4B03-909F-2C2CD17B7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B8A8D0-9E38-4CE3-8A98-1C6F8F632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485A7-04C2-455C-B72F-4B2FF80F4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C9AF-46A1-46B3-A126-3061ED772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5-4387-4D35-B05B-03609B6BA60B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24F267-441D-4775-8320-3DCA6EFE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E421F0-2818-4B19-B009-6D587FC62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F90A7-A17E-4D37-924B-CF81D02523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3754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8198-7A66-4CDB-9015-11E00CE48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2CC32-16F7-4A63-8D5B-65ACE704A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5-4387-4D35-B05B-03609B6BA60B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BC6F4-32B2-4DA4-83C4-D1DD7703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06705-646C-43B8-829D-79333216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F90A7-A17E-4D37-924B-CF81D02523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5872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A3175-4149-4C6C-9716-9BB488F91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5-4387-4D35-B05B-03609B6BA60B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28F35C-9546-45E3-96A1-39B4C8B2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93BF0-411A-44CC-B6E1-A51238ECE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F90A7-A17E-4D37-924B-CF81D02523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336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0FD0C-9FC4-4163-A985-FAC3E2442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59054-0B3A-4C88-B9B7-6E4476A3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60F8F-4856-4CB2-B752-30013F5A7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3440A-31B0-4789-BE18-54BA4CD4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5-4387-4D35-B05B-03609B6BA60B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460CC-91F2-411F-95ED-C5A3B7B9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3DAD0-CCBD-47DD-A069-0F6D63EB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F90A7-A17E-4D37-924B-CF81D02523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003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8DA02-0342-43B3-A0A8-7AF689BC0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72E8A0-44B0-4C82-BED5-42D83C9E7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131E7-F415-4769-A35A-D5EFA5809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15B3D-856C-4452-BD36-A6CDF026E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5-4387-4D35-B05B-03609B6BA60B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C0990-2197-4232-B4E1-834855AAF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09363-E313-4685-9C83-AA0074F1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F90A7-A17E-4D37-924B-CF81D02523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8270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F96B9-C562-4AC2-A79E-57BAB24D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93BBD2-2F1A-4812-BC7A-1A4A126A3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445A3-AA2F-4862-A523-7B4F59F62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5-4387-4D35-B05B-03609B6BA60B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A1172-A6C3-4D94-B40B-EF484F7C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E911A-B391-4055-B1C7-EFB69812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F90A7-A17E-4D37-924B-CF81D02523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931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A684C-BCD2-4188-9BA9-B99C53D73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21879-BBF0-4D8A-A855-DF99547E7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D7816-9243-479E-B0FB-62359F9C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4615-4387-4D35-B05B-03609B6BA60B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5E5D1-3AA9-4287-A6E8-3F79C2FE3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BFE04-DE88-4AFD-89F7-A134DB36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F90A7-A17E-4D37-924B-CF81D02523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031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9120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40723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0960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891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6969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308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8463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7865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7279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2851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6295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93591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89873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1791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0359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12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699EA6-F21E-450C-ADDE-83F021318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F2267-59CE-49FA-9C69-30F9BA67C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BAD0C-31EC-4DAD-B8FC-709F13B76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E4615-4387-4D35-B05B-03609B6BA60B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11884-B300-4C62-B9CD-5F231D0CA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BAEC7-D666-46ED-8AA1-8883A178B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F90A7-A17E-4D37-924B-CF81D02523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5692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15/02/2022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1190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A341-C0C6-4A30-A189-2FFDFEA92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4C9B4-B725-405C-B47D-F69964B84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AU" dirty="0">
                <a:solidFill>
                  <a:srgbClr val="00B0F0"/>
                </a:solidFill>
              </a:rPr>
              <a:t>Multiplying with decimals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Perform written strategies to multiply decimals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Daily review </a:t>
            </a:r>
          </a:p>
          <a:p>
            <a:pPr lvl="1"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6 times table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Multiply decimals 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653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ADB46-DA96-4594-91B3-D90385DB3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86325" cy="1325563"/>
          </a:xfrm>
        </p:spPr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7B568-6F8E-4BBF-BA80-C242B12CC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 your whiteboards 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1026" name="Picture 2" descr="Times Tables Chart">
            <a:extLst>
              <a:ext uri="{FF2B5EF4-FFF2-40B4-BE49-F238E27FC236}">
                <a16:creationId xmlns:a16="http://schemas.microsoft.com/office/drawing/2014/main" id="{A4ABFFBA-A322-4601-9C47-C04748200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188" y="0"/>
            <a:ext cx="5299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12DF22-6EA6-4573-BA6C-60EB0FFCA760}"/>
                  </a:ext>
                </a:extLst>
              </p:cNvPr>
              <p:cNvSpPr txBox="1"/>
              <p:nvPr/>
            </p:nvSpPr>
            <p:spPr>
              <a:xfrm>
                <a:off x="2166151" y="2539014"/>
                <a:ext cx="4414037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lphaLcParenR"/>
                </a:pPr>
                <a:r>
                  <a:rPr lang="en-US" sz="2800" dirty="0"/>
                  <a:t>3 – (-4) = </a:t>
                </a:r>
              </a:p>
              <a:p>
                <a:pPr marL="457200" indent="-457200">
                  <a:buAutoNum type="alphaLcParenR"/>
                </a:pPr>
                <a:endParaRPr lang="en-US" sz="2800" dirty="0"/>
              </a:p>
              <a:p>
                <a:pPr marL="457200" indent="-457200">
                  <a:buAutoNum type="alphaLcParenR"/>
                </a:pPr>
                <a:r>
                  <a:rPr lang="en-US" sz="2800" dirty="0"/>
                  <a:t>(-17) + (-5) = </a:t>
                </a:r>
              </a:p>
              <a:p>
                <a:pPr marL="457200" indent="-457200">
                  <a:buAutoNum type="alphaLcParenR"/>
                </a:pPr>
                <a:endParaRPr lang="en-US" sz="2800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÷2= </m:t>
                    </m:r>
                  </m:oMath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arenR"/>
                </a:pPr>
                <a:endParaRPr lang="en-AU" sz="2800" dirty="0"/>
              </a:p>
              <a:p>
                <a:pPr marL="457200" indent="-457200">
                  <a:buAutoNum type="alphaLcParenR"/>
                </a:pPr>
                <a:r>
                  <a:rPr lang="en-AU" sz="2800" dirty="0"/>
                  <a:t>7 x (-3) = </a:t>
                </a:r>
              </a:p>
              <a:p>
                <a:pPr marL="457200" indent="-457200">
                  <a:buAutoNum type="alphaLcParenR"/>
                </a:pPr>
                <a:endParaRPr lang="en-AU" sz="2800" dirty="0"/>
              </a:p>
              <a:p>
                <a:pPr marL="457200" indent="-457200">
                  <a:buAutoNum type="alphaLcParenR"/>
                </a:pPr>
                <a:r>
                  <a:rPr lang="en-AU" sz="2800" dirty="0"/>
                  <a:t>430 – (-45320) =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12DF22-6EA6-4573-BA6C-60EB0FFCA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151" y="2539014"/>
                <a:ext cx="4414037" cy="3970318"/>
              </a:xfrm>
              <a:prstGeom prst="rect">
                <a:avLst/>
              </a:prstGeom>
              <a:blipFill>
                <a:blip r:embed="rId3"/>
                <a:stretch>
                  <a:fillRect l="-2901" t="-1690" b="-35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671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4895-E788-4B03-90E7-B35EE744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Lattice method: decimals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C5D68-316B-4717-BA54-1BB2289F4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The number of decimal places in the question </a:t>
            </a:r>
            <a:r>
              <a:rPr lang="en-US" sz="3200" b="1" i="1" u="sng" dirty="0">
                <a:solidFill>
                  <a:srgbClr val="FF0000"/>
                </a:solidFill>
              </a:rPr>
              <a:t>must equal </a:t>
            </a:r>
            <a:r>
              <a:rPr lang="en-US" sz="3200" b="1" dirty="0">
                <a:solidFill>
                  <a:srgbClr val="FF0000"/>
                </a:solidFill>
              </a:rPr>
              <a:t>the number of decimal places in the answer. </a:t>
            </a:r>
          </a:p>
          <a:p>
            <a:pPr marL="0" indent="0">
              <a:buNone/>
            </a:pPr>
            <a:endParaRPr lang="en-US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200" b="1" dirty="0"/>
              <a:t>The number of decimal places in the question _________the number of decimal places in the answer. </a:t>
            </a:r>
            <a:endParaRPr lang="en-AU" sz="3200" b="1" dirty="0"/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AU" sz="3200" b="1" dirty="0"/>
              <a:t>The question has 4 decimal places, how many decimal places will be in my answer? </a:t>
            </a:r>
          </a:p>
        </p:txBody>
      </p:sp>
    </p:spTree>
    <p:extLst>
      <p:ext uri="{BB962C8B-B14F-4D97-AF65-F5344CB8AC3E}">
        <p14:creationId xmlns:p14="http://schemas.microsoft.com/office/powerpoint/2010/main" val="17627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8B25C-36F7-4CB2-8136-EF63724ED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Multiplying decimals 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717BC-784A-4370-8ABF-88FEE82BB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8BE62-E9C1-40F4-8BFB-2B997C1567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AU" sz="2400" b="1" dirty="0"/>
              <a:t>3.2 x 1.2 = </a:t>
            </a:r>
          </a:p>
          <a:p>
            <a:pPr marL="0" indent="0">
              <a:buNone/>
            </a:pPr>
            <a:endParaRPr lang="en-AU" sz="2400" b="1" dirty="0"/>
          </a:p>
          <a:p>
            <a:pPr marL="0" indent="0">
              <a:buNone/>
            </a:pPr>
            <a:endParaRPr lang="en-AU" sz="2400" b="1" dirty="0"/>
          </a:p>
          <a:p>
            <a:pPr marL="0" indent="0">
              <a:buNone/>
            </a:pPr>
            <a:r>
              <a:rPr lang="en-AU" sz="2400" b="1" dirty="0"/>
              <a:t>4.56 x 1.3 =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4EA3A-AC61-4FA7-8FDC-02D80D55B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5B60C-2B05-45C6-8CD9-022929FC045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AU" sz="2400" b="1" dirty="0"/>
              <a:t>1.5 x 2.3 =</a:t>
            </a:r>
          </a:p>
          <a:p>
            <a:pPr marL="0" indent="0">
              <a:buNone/>
            </a:pPr>
            <a:endParaRPr lang="en-AU" sz="2400" b="1" dirty="0"/>
          </a:p>
          <a:p>
            <a:pPr marL="0" indent="0">
              <a:buNone/>
            </a:pPr>
            <a:endParaRPr lang="en-AU" sz="2400" b="1" dirty="0"/>
          </a:p>
          <a:p>
            <a:pPr marL="0" indent="0">
              <a:buNone/>
            </a:pPr>
            <a:r>
              <a:rPr lang="en-AU" sz="2400" b="1" dirty="0"/>
              <a:t>2.43 x 2.5 =</a:t>
            </a:r>
          </a:p>
        </p:txBody>
      </p:sp>
    </p:spTree>
    <p:extLst>
      <p:ext uri="{BB962C8B-B14F-4D97-AF65-F5344CB8AC3E}">
        <p14:creationId xmlns:p14="http://schemas.microsoft.com/office/powerpoint/2010/main" val="213078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27F38D8-1DB5-4996-83DE-93E921CB9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94C4747-12AB-420B-A5C3-C8F6A3E4E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the lattice or grid method for this question: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b="1" dirty="0"/>
              <a:t>127 x 34 = </a:t>
            </a:r>
            <a:endParaRPr lang="en-AU" sz="4000" b="1" dirty="0"/>
          </a:p>
        </p:txBody>
      </p:sp>
    </p:spTree>
    <p:extLst>
      <p:ext uri="{BB962C8B-B14F-4D97-AF65-F5344CB8AC3E}">
        <p14:creationId xmlns:p14="http://schemas.microsoft.com/office/powerpoint/2010/main" val="2340563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6990" y="593558"/>
            <a:ext cx="3481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Multiplying decimals.</a:t>
            </a:r>
          </a:p>
        </p:txBody>
      </p:sp>
      <p:sp>
        <p:nvSpPr>
          <p:cNvPr id="3" name="Rectangle 2"/>
          <p:cNvSpPr/>
          <p:nvPr/>
        </p:nvSpPr>
        <p:spPr>
          <a:xfrm>
            <a:off x="2077451" y="1432967"/>
            <a:ext cx="9801727" cy="830997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number of decimal places in the question must equal the number of decimal places in the answer.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72042" y="2660761"/>
          <a:ext cx="5924885" cy="3153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630">
                  <a:extLst>
                    <a:ext uri="{9D8B030D-6E8A-4147-A177-3AD203B41FA5}">
                      <a16:colId xmlns:a16="http://schemas.microsoft.com/office/drawing/2014/main" val="3400900021"/>
                    </a:ext>
                  </a:extLst>
                </a:gridCol>
                <a:gridCol w="2181276">
                  <a:extLst>
                    <a:ext uri="{9D8B030D-6E8A-4147-A177-3AD203B41FA5}">
                      <a16:colId xmlns:a16="http://schemas.microsoft.com/office/drawing/2014/main" val="3298088959"/>
                    </a:ext>
                  </a:extLst>
                </a:gridCol>
                <a:gridCol w="2277979">
                  <a:extLst>
                    <a:ext uri="{9D8B030D-6E8A-4147-A177-3AD203B41FA5}">
                      <a16:colId xmlns:a16="http://schemas.microsoft.com/office/drawing/2014/main" val="1905215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Number of decimal places in question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Answer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92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12.7 x 3.4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367789"/>
                  </a:ext>
                </a:extLst>
              </a:tr>
              <a:tr h="38536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1.27 x 3.4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41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0.127 x 34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29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127 x 0.34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33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0.127 x 0.34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086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0.0127 x 3.4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892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837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95" y="224589"/>
            <a:ext cx="6224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Independent practice: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0" y="2688842"/>
            <a:ext cx="6930189" cy="3929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Calculate each of the following,</a:t>
            </a:r>
            <a:r>
              <a:rPr kumimoji="0" lang="en-AU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in your exercise books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801688" marR="0" lvl="0" indent="-8016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4.7 x 2.6</a:t>
            </a:r>
          </a:p>
          <a:p>
            <a:pPr marL="801688" marR="0" lvl="0" indent="-8016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3.9 x 54</a:t>
            </a:r>
          </a:p>
          <a:p>
            <a:pPr marL="801688" marR="0" lvl="0" indent="-8016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2.34 x 6.7</a:t>
            </a:r>
          </a:p>
          <a:p>
            <a:pPr marL="801688" marR="0" lvl="0" indent="-8016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0.59 x 1.8</a:t>
            </a:r>
          </a:p>
          <a:p>
            <a:pPr marL="801688" marR="0" lvl="0" indent="-8016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0.621 x 27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2190" y="363088"/>
            <a:ext cx="5518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eg: Calculate 4.56 x 2.8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84" y="792658"/>
            <a:ext cx="4336029" cy="18961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181060"/>
            <a:ext cx="3008656" cy="12894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82190" y="1480750"/>
                <a:ext cx="112294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4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∙</m:t>
                      </m:r>
                    </m:oMath>
                  </m:oMathPara>
                </a14:m>
                <a:endParaRPr kumimoji="0" lang="en-AU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190" y="1480750"/>
                <a:ext cx="1122947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309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241</Words>
  <Application>Microsoft Office PowerPoint</Application>
  <PresentationFormat>Widescreen</PresentationFormat>
  <Paragraphs>66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Century Gothic</vt:lpstr>
      <vt:lpstr>Wingdings</vt:lpstr>
      <vt:lpstr>Wingdings 3</vt:lpstr>
      <vt:lpstr>Office Theme</vt:lpstr>
      <vt:lpstr>Wisp</vt:lpstr>
      <vt:lpstr>Lesson objective </vt:lpstr>
      <vt:lpstr>Daily review </vt:lpstr>
      <vt:lpstr>Lattice method: decimals  </vt:lpstr>
      <vt:lpstr>Multiplying decimals </vt:lpstr>
      <vt:lpstr>Whiteboard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5</cp:revision>
  <dcterms:created xsi:type="dcterms:W3CDTF">2022-02-14T07:37:32Z</dcterms:created>
  <dcterms:modified xsi:type="dcterms:W3CDTF">2022-02-14T23:56:32Z</dcterms:modified>
</cp:coreProperties>
</file>