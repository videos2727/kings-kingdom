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16T05:22:37.7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26,'0'-2,"1"1,-1 0,1 0,-1 0,1 0,-1 0,1 0,0 0,0 0,-1 1,1-1,0 0,0 0,0 1,0-1,0 0,0 1,0-1,0 1,0-1,0 1,0-1,0 1,0 0,1 0,-1 0,2-1,37-3,-35 4,-5 0,14-1,-1 0,1 1,-1 1,20 3,-31-4,0 1,0-1,0 0,0 1,0-1,-1 1,1-1,0 1,0 0,-1 0,1 0,-1 0,1 0,-1 0,1 1,-1-1,1 0,-1 1,0-1,0 1,0-1,0 1,0-1,0 1,0 0,-1 0,1-1,0 1,-1 0,0 0,1 0,-1 0,0 0,0-1,0 1,0 0,0 0,-1 0,1 0,0 0,-1-1,-1 5,1-4,-1 1,0 0,0 0,0-1,0 1,0-1,-1 0,1 1,-1-1,0 0,1-1,-1 1,0 0,0-1,0 1,-3 0,-18 11,24-12,0-1,0 0,0 0,0 0,0 1,0-1,0 0,0 0,0 1,0-1,0 0,0 0,0 0,1 1,-1-1,0 0,0 0,0 0,0 1,0-1,1 0,-1 0,0 0,0 0,0 0,1 1,-1-1,0 0,0 0,1 0,-1 0,0 0,0 0,0 0,1 0,-1 0,0 0,0 0,1 0,-1 0,0 0,0 0,1 0,19 5,-9-2,-7-2,-1 1,1 0,-1 0,1 1,-1-1,0 1,0 0,0-1,0 1,-1 0,1 1,-1-1,0 0,0 1,0-1,0 1,0 0,-1 0,0 0,0-1,1 7,-1-7,-1-1,1 1,-1-1,0 0,0 1,0-1,0 1,-1-1,1 1,-1-1,1 0,-1 1,0-1,0 0,0 0,0 1,0-1,-1 0,1 0,-1 0,1 0,-1-1,0 1,1 0,-1-1,0 1,0-1,0 1,-1-1,1 0,0 0,0 0,0 0,-1-1,-4 2,-7 0,0-1,-1 0,-15-1,7-1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16T05:22:39.2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0,'6'0,"-1"0,0 1,0 0,0 0,0 0,0 0,0 1,-1 0,1 0,0 0,-1 0,0 1,9 6,-2 1,0 1,-1 0,12 16,8 9,-16-19,21 34,-27-37,1-1,0 0,1-1,1 0,11 11,0-3,-1 1,-1 1,0 1,-2 1,26 43,-40-58,0-1,-1 0,0 1,0 0,-1-1,0 1,0 0,0 13,-3 77,-1-52,2-26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16T05:22:46.4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1,'12'0,"-2"0,-1-1,0 2,1 0,-1 0,0 0,13 4,-20-4,0 0,1 1,-1-1,0 0,0 1,0-1,0 1,0 0,0 0,-1-1,1 1,-1 0,1 1,-1-1,0 0,1 0,-1 0,0 1,-1-1,1 1,0-1,-1 1,1-1,-1 1,0-1,0 1,0-1,0 4,0-4,0 0,0 0,-1 0,1 0,0 0,-1 0,0 0,1 0,-1 0,0 0,0 0,0 0,0 0,0-1,-1 1,1 0,0-1,-1 1,1-1,-1 0,0 1,1-1,-1 0,0 0,0 0,-2 1,-2 0,0 0,0 0,-1-1,1 1,-1-1,-11 0,18-1,0-1,0 1,0 0,-1 0,1 0,0 0,0 0,0 0,0 0,0 0,0 0,-1 0,1 0,0 0,0 0,0 0,0 0,0 0,0 0,-1 0,1 0,0 0,0 0,0 0,0 1,0-1,0 0,0 0,0 0,-1 0,1 0,0 0,0 0,0 0,0 0,0 0,0 1,0-1,0 0,0 0,0 0,0 0,0 0,0 0,0 1,0-1,0 0,0 0,0 0,0 0,0 0,0 0,0 1,7 6,18 7,-21-11,0-1,0 1,0 0,0 1,0-1,-1 1,1-1,-1 1,0 0,0 1,-1-1,1 0,-1 1,0-1,0 1,0 0,1 9,-2-12,-1 0,1 1,-1-1,0 0,0 1,0-1,0 0,-1 1,1-1,0 0,-1 1,0-1,0 0,1 0,-1 0,0 0,-1 1,1-2,0 1,-1 0,1 0,-1 0,1 0,-1-1,0 1,0-1,1 0,-1 1,0-1,-1 0,1 0,0 0,0 0,0-1,0 1,-1 0,-2 0,-42 2,24-3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16T05:22:57.1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74,'1'-2,"-1"1,1-1,-1 1,1 0,-1-1,1 1,0 0,-1 0,1-1,0 1,0 0,0 0,0 0,0 0,0 0,0 0,1 0,-1 1,2-2,32-16,-21 12,-7 2,1 0,0 1,0 0,0 0,1 1,-1 0,1 0,-1 1,1 0,10 1,-16 0,0 0,-1 0,1 1,-1-1,1 1,-1 0,0 0,1 0,-1 0,0 0,1 0,-1 1,0-1,0 1,0-1,0 1,0 0,-1 0,1 0,0 0,-1 0,0 0,1 0,-1 0,0 1,0-1,0 0,0 1,-1-1,1 1,-1-1,1 1,-1-1,0 1,0 0,0-1,-1 5,1 0,-1-1,0 1,0 0,-1-1,1 1,-1-1,-1 1,0-1,1 0,-2 0,1 0,-1 0,0-1,0 0,0 1,-1-1,0-1,-8 7,9-8,0 0,0 0,0 0,0 1,0-1,1 1,-1 0,1 0,0 0,-4 7,7-11,1 1,-1 0,0-1,0 1,0-1,0 1,1-1,-1 1,0 0,0-1,1 1,-1-1,0 1,1-1,-1 0,1 1,-1-1,0 1,1-1,-1 0,1 1,-1-1,1 0,0 1,-1-1,1 0,-1 0,1 0,-1 0,1 1,0-1,-1 0,1 0,-1 0,1 0,1 0,27 1,-26 0,45-2,-25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08D83-8D2F-4D77-A59A-8FAA44731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D7A4D3-4EFC-4970-9338-A8E8FF16B5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23440-1964-48E6-BCA0-3BAA6D2A1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3F299-3CA5-4131-ADA3-3196FFA368E1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E172A-7F25-49C8-BC69-D90C8F3B9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97179-05F5-402D-BB7B-1110C95FD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CEEAB-3538-48C1-A0AA-3E386C5B57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0253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096E6-61BC-4774-B5AD-0A4498AE2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1AB3-56FE-499C-BC9A-6050605BC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E1DCE-2DD9-4A92-B684-CBE8048A0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3F299-3CA5-4131-ADA3-3196FFA368E1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81903-6E9B-4D93-94D7-85A42606B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AA877-70FB-443F-A319-0FC7BFD50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CEEAB-3538-48C1-A0AA-3E386C5B57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4331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F9FA7-5953-46B2-AF60-ECC1DEB20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604D8-5982-4B39-A2B6-85B0D40AF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BA1FD-5706-4129-BC44-EC90BA1E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3F299-3CA5-4131-ADA3-3196FFA368E1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E49DF-F22C-45B7-A795-5B68D1DDE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3D340-40AF-4A81-B86B-F8E18E9F4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CEEAB-3538-48C1-A0AA-3E386C5B57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9923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C81E2-96AD-4448-8868-8F0A494AD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31374-8ECF-4052-A6B7-ADB82CAA3F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0B9C7-CBB1-4866-9F55-EABAAB79E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CDFA6-6C57-4DED-ADAC-CBCA10E4D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3F299-3CA5-4131-ADA3-3196FFA368E1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20762-FD37-4A12-BC70-1D98E6FC7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8ED8F-EEBF-4EBF-B999-EC633965B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CEEAB-3538-48C1-A0AA-3E386C5B57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7487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0C5DF-F4B5-44E9-B1C5-D0942E956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F0BC4-51B7-40AB-9DE4-F07CC54A0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78219-9BA7-462D-B8F7-9BF1B4FCC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7952CF-ECF0-4EF7-B736-C4142750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8014D0-5053-41C8-8641-8DA6AC96A7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CAD862-146A-402D-9F12-356594462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3F299-3CA5-4131-ADA3-3196FFA368E1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4507A0-33ED-40C0-A203-23A6175E5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093C53-5A81-4ED3-8537-1C705173E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CEEAB-3538-48C1-A0AA-3E386C5B57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5280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133CA-B216-4400-B7E9-E13646307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DC8A77-DF35-49F7-B758-CCF106781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3F299-3CA5-4131-ADA3-3196FFA368E1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180218-B063-4F73-A7DA-210923EFD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21B6D-BADF-49D7-A737-7C7BE6BC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CEEAB-3538-48C1-A0AA-3E386C5B57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6197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906851-8953-4F55-BEFA-025D5CC96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3F299-3CA5-4131-ADA3-3196FFA368E1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46415B-BA85-4F8A-BC81-8FE08EDE0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83D86-B47D-4C99-AFD8-E92F2E239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CEEAB-3538-48C1-A0AA-3E386C5B57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6332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7E713-616D-4EB9-B30A-97EBC5BE0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C410D-CDBE-44B2-AF5E-10509FA3F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75668-D5AD-4BC8-B0A4-E217FD96B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030C93-8D65-4934-81A2-F184EAA67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3F299-3CA5-4131-ADA3-3196FFA368E1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6BECB-7641-4B20-A718-C9E84FAA8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F5BC0B-DB75-4DDA-BB77-43255A6E0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CEEAB-3538-48C1-A0AA-3E386C5B57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5670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6AD8F-6B45-410F-82F1-8DDCE22C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CD8A10-483D-44B4-9A3B-59BD4C691C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76316-49C5-4A3D-ACBC-116CF19D6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E8C1E-90E8-430A-B3EE-C08A76136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3F299-3CA5-4131-ADA3-3196FFA368E1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2B7CF-DCD4-4819-920F-AE7687A11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4CC15-DF79-4545-8862-848872CE9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CEEAB-3538-48C1-A0AA-3E386C5B57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3668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11541-C21A-41A8-8276-84E7D25D5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E88E1-8BDF-4223-B660-F4500B5E4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F5C74-848E-4094-9FCD-2F16A2A0D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3F299-3CA5-4131-ADA3-3196FFA368E1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09979-D4AA-421F-8E52-331F8C5D5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A95BC-6E73-43B1-86AA-0F99A3D40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CEEAB-3538-48C1-A0AA-3E386C5B57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793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313F81-032F-40A8-B154-54AB674158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CCE372-712A-4FF5-9F8F-C9A30F0516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474E0-8C53-4A90-9482-0BA303941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3F299-3CA5-4131-ADA3-3196FFA368E1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1E1CF-6329-4D32-852E-ECC697D7A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18527-AE43-49C3-96E6-2748FED68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CEEAB-3538-48C1-A0AA-3E386C5B57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9290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E99F47-71B9-466D-BF4F-32DA9C4E7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5AABC-92A6-460B-B203-7DBD4E8B6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4C3AB-E040-483A-B4C5-74854FF5C7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3F299-3CA5-4131-ADA3-3196FFA368E1}" type="datetimeFigureOut">
              <a:rPr lang="en-AU" smtClean="0"/>
              <a:t>16/02/2022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B505E-A796-4360-AEF6-7B57F192EB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22287-B2D6-4E25-95B5-DD299A7495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CEEAB-3538-48C1-A0AA-3E386C5B57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5102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customXml" Target="../ink/ink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E1FF61-33BF-49EC-8381-E8DFE24A8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DFA687-08DA-4624-ADAC-64FCF4DF6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Negative numbers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Be able to multiply and divide using negative numbers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Daily review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Skills practice </a:t>
            </a:r>
            <a:endParaRPr lang="en-AU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550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82FE-9C29-4B0C-91F3-D974C2630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BFDCBA-8CD7-421F-9809-29F7A02DB0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736977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Exercise</a:t>
                </a:r>
                <a:r>
                  <a:rPr lang="en-AU" dirty="0"/>
                  <a:t> books: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9 −7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+2 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6= </m:t>
                    </m:r>
                  </m:oMath>
                </a14:m>
                <a:endParaRPr lang="en-US" b="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+8 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US" b="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20 −15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+5=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+20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÷4=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BFDCBA-8CD7-421F-9809-29F7A02DB0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736977" cy="4351338"/>
              </a:xfrm>
              <a:blipFill>
                <a:blip r:embed="rId2"/>
                <a:stretch>
                  <a:fillRect l="-2703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CCEF29B-91B8-4D5A-A21D-45AB4A2C231F}"/>
              </a:ext>
            </a:extLst>
          </p:cNvPr>
          <p:cNvSpPr txBox="1"/>
          <p:nvPr/>
        </p:nvSpPr>
        <p:spPr>
          <a:xfrm>
            <a:off x="5752730" y="2583402"/>
            <a:ext cx="24147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US" sz="3600" b="1" dirty="0">
                <a:solidFill>
                  <a:srgbClr val="FF0000"/>
                </a:solidFill>
              </a:rPr>
              <a:t>14 </a:t>
            </a:r>
          </a:p>
          <a:p>
            <a:pPr marL="342900" indent="-342900">
              <a:buAutoNum type="alphaLcParenR"/>
            </a:pPr>
            <a:r>
              <a:rPr lang="en-US" sz="3600" b="1" dirty="0">
                <a:solidFill>
                  <a:srgbClr val="FF0000"/>
                </a:solidFill>
              </a:rPr>
              <a:t>0 </a:t>
            </a:r>
          </a:p>
          <a:p>
            <a:pPr marL="342900" indent="-342900">
              <a:buAutoNum type="alphaLcParenR"/>
            </a:pPr>
            <a:r>
              <a:rPr lang="en-US" sz="3600" b="1" dirty="0">
                <a:solidFill>
                  <a:srgbClr val="FF0000"/>
                </a:solidFill>
              </a:rPr>
              <a:t>7</a:t>
            </a:r>
          </a:p>
          <a:p>
            <a:pPr marL="342900" indent="-342900">
              <a:buAutoNum type="alphaLcParenR"/>
            </a:pPr>
            <a:r>
              <a:rPr lang="en-US" sz="3600" b="1" dirty="0">
                <a:solidFill>
                  <a:srgbClr val="FF0000"/>
                </a:solidFill>
              </a:rPr>
              <a:t>20 </a:t>
            </a:r>
            <a:endParaRPr lang="en-AU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396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608D4-2409-4377-A2DD-2FE3976E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Multiplying and division with negatives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FECE8A-0B9F-4D7F-8444-5B4C6674CD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Multiplying or dividing with different signs gives a negative answer.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Multiplying with the same signs gives a positive answer.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E.g., </a:t>
                </a:r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=−5 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(different signs </a:t>
                </a:r>
                <a:r>
                  <a:rPr lang="en-US" b="0" dirty="0">
                    <a:ea typeface="Cambria Math" panose="02040503050406030204" pitchFamily="18" charset="0"/>
                    <a:sym typeface="Wingdings" panose="05000000000000000000" pitchFamily="2" charset="2"/>
                  </a:rPr>
                  <a:t> negative answer) </a:t>
                </a:r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 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(same signs </a:t>
                </a:r>
                <a:r>
                  <a:rPr lang="en-US" b="0" dirty="0">
                    <a:ea typeface="Cambria Math" panose="02040503050406030204" pitchFamily="18" charset="0"/>
                    <a:sym typeface="Wingdings" panose="05000000000000000000" pitchFamily="2" charset="2"/>
                  </a:rPr>
                  <a:t> positive answer)</a:t>
                </a:r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Arial" panose="020B0604020202020204" pitchFamily="34" charset="0"/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=−20 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(different signs </a:t>
                </a:r>
                <a:r>
                  <a:rPr lang="en-US" b="0" dirty="0">
                    <a:ea typeface="Cambria Math" panose="02040503050406030204" pitchFamily="18" charset="0"/>
                    <a:sym typeface="Wingdings" panose="05000000000000000000" pitchFamily="2" charset="2"/>
                  </a:rPr>
                  <a:t> negative answer) </a:t>
                </a:r>
                <a:endParaRPr lang="en-US" b="0" dirty="0"/>
              </a:p>
              <a:p>
                <a:pPr marL="514350" indent="-514350">
                  <a:buFont typeface="Arial" panose="020B0604020202020204" pitchFamily="34" charset="0"/>
                  <a:buAutoNum type="alphaL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 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(same signs </a:t>
                </a:r>
                <a:r>
                  <a:rPr lang="en-US" b="0" dirty="0">
                    <a:ea typeface="Cambria Math" panose="02040503050406030204" pitchFamily="18" charset="0"/>
                    <a:sym typeface="Wingdings" panose="05000000000000000000" pitchFamily="2" charset="2"/>
                  </a:rPr>
                  <a:t> positive answer)</a:t>
                </a: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FECE8A-0B9F-4D7F-8444-5B4C6674CD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b="-2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3020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FE2A7-EED2-4771-8784-2423A0CA7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86D048-D918-4A22-91FE-4640CFCD07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0599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Use the lattice method for multiplication and use the standard algorithm for division.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Division 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435 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÷4=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Start: “what happens when you swallow </a:t>
                </a:r>
                <a:r>
                  <a:rPr lang="en-US"/>
                  <a:t>a doorknob?” </a:t>
                </a:r>
                <a:endParaRPr lang="en-US" dirty="0"/>
              </a:p>
              <a:p>
                <a:pPr marL="0" indent="0" algn="ctr">
                  <a:buNone/>
                </a:pPr>
                <a:endParaRPr lang="en-AU" sz="4000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86D048-D918-4A22-91FE-4640CFCD07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05994"/>
              </a:xfrm>
              <a:blipFill>
                <a:blip r:embed="rId2"/>
                <a:stretch>
                  <a:fillRect l="-1217" t="-278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c 3">
            <a:extLst>
              <a:ext uri="{FF2B5EF4-FFF2-40B4-BE49-F238E27FC236}">
                <a16:creationId xmlns:a16="http://schemas.microsoft.com/office/drawing/2014/main" id="{D35E6E6C-D973-47CF-84ED-D591B0E3C83B}"/>
              </a:ext>
            </a:extLst>
          </p:cNvPr>
          <p:cNvSpPr/>
          <p:nvPr/>
        </p:nvSpPr>
        <p:spPr>
          <a:xfrm rot="3044464">
            <a:off x="3413464" y="4698452"/>
            <a:ext cx="1393794" cy="1325563"/>
          </a:xfrm>
          <a:prstGeom prst="arc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C8D0D8-4AD4-41BE-A7E1-2B6E0C5B1DCF}"/>
              </a:ext>
            </a:extLst>
          </p:cNvPr>
          <p:cNvCxnSpPr/>
          <p:nvPr/>
        </p:nvCxnSpPr>
        <p:spPr>
          <a:xfrm>
            <a:off x="4603071" y="4947027"/>
            <a:ext cx="284085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55AF618-F505-4A9F-A743-EE8443EF93C5}"/>
              </a:ext>
            </a:extLst>
          </p:cNvPr>
          <p:cNvSpPr txBox="1"/>
          <p:nvPr/>
        </p:nvSpPr>
        <p:spPr>
          <a:xfrm>
            <a:off x="4163553" y="5095924"/>
            <a:ext cx="1393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</a:t>
            </a:r>
            <a:endParaRPr lang="en-AU" sz="3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247152-4B4C-4032-91AC-67F2FE4F2B15}"/>
              </a:ext>
            </a:extLst>
          </p:cNvPr>
          <p:cNvSpPr txBox="1"/>
          <p:nvPr/>
        </p:nvSpPr>
        <p:spPr>
          <a:xfrm>
            <a:off x="4953407" y="5095924"/>
            <a:ext cx="24905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435.00</a:t>
            </a:r>
            <a:endParaRPr lang="en-AU" sz="3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884741-4EEF-4704-9684-672FE5FDBF52}"/>
              </a:ext>
            </a:extLst>
          </p:cNvPr>
          <p:cNvSpPr txBox="1"/>
          <p:nvPr/>
        </p:nvSpPr>
        <p:spPr>
          <a:xfrm>
            <a:off x="4928810" y="4402204"/>
            <a:ext cx="1393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108.75</a:t>
            </a:r>
            <a:endParaRPr lang="en-AU" sz="3200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D63E0E0-5AEE-428D-8E28-C7DB0E431B27}"/>
              </a:ext>
            </a:extLst>
          </p:cNvPr>
          <p:cNvGrpSpPr/>
          <p:nvPr/>
        </p:nvGrpSpPr>
        <p:grpSpPr>
          <a:xfrm>
            <a:off x="5246193" y="5193028"/>
            <a:ext cx="249480" cy="310320"/>
            <a:chOff x="5246193" y="5193028"/>
            <a:chExt cx="249480" cy="31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1CE649C-FBB4-4273-BA7D-F8EA65835C90}"/>
                    </a:ext>
                  </a:extLst>
                </p14:cNvPr>
                <p14:cNvContentPartPr/>
                <p14:nvPr/>
              </p14:nvContentPartPr>
              <p14:xfrm>
                <a:off x="5415033" y="5193028"/>
                <a:ext cx="80640" cy="99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1CE649C-FBB4-4273-BA7D-F8EA65835C9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97393" y="5175028"/>
                  <a:ext cx="1162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2F492FD-1540-43F6-B4CD-388DD72FD064}"/>
                    </a:ext>
                  </a:extLst>
                </p14:cNvPr>
                <p14:cNvContentPartPr/>
                <p14:nvPr/>
              </p14:nvContentPartPr>
              <p14:xfrm>
                <a:off x="5246193" y="5246668"/>
                <a:ext cx="161280" cy="256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2F492FD-1540-43F6-B4CD-388DD72FD06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28193" y="5228668"/>
                  <a:ext cx="196920" cy="29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A61386D-649F-43F9-A13C-AE142602FE71}"/>
                  </a:ext>
                </a:extLst>
              </p14:cNvPr>
              <p14:cNvContentPartPr/>
              <p14:nvPr/>
            </p14:nvContentPartPr>
            <p14:xfrm>
              <a:off x="5743713" y="5193028"/>
              <a:ext cx="45720" cy="1087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A61386D-649F-43F9-A13C-AE142602FE7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25713" y="5175028"/>
                <a:ext cx="8136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CAB4F69-BF11-4876-BC50-683A254C01DA}"/>
                  </a:ext>
                </a:extLst>
              </p14:cNvPr>
              <p14:cNvContentPartPr/>
              <p14:nvPr/>
            </p14:nvContentPartPr>
            <p14:xfrm>
              <a:off x="5929833" y="5157748"/>
              <a:ext cx="86400" cy="900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CAB4F69-BF11-4876-BC50-683A254C01D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11833" y="5140108"/>
                <a:ext cx="122040" cy="12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3027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174</Words>
  <Application>Microsoft Office PowerPoint</Application>
  <PresentationFormat>Widescreen</PresentationFormat>
  <Paragraphs>42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Daily review </vt:lpstr>
      <vt:lpstr>Multiplying and division with negatives </vt:lpstr>
      <vt:lpstr>Individual practice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7</cp:revision>
  <dcterms:created xsi:type="dcterms:W3CDTF">2022-02-16T04:57:09Z</dcterms:created>
  <dcterms:modified xsi:type="dcterms:W3CDTF">2022-02-16T05:24:06Z</dcterms:modified>
</cp:coreProperties>
</file>