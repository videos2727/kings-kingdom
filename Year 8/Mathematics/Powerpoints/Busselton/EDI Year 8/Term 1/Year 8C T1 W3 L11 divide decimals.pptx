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8" r:id="rId2"/>
    <p:sldId id="306" r:id="rId3"/>
    <p:sldId id="291" r:id="rId4"/>
    <p:sldId id="293" r:id="rId5"/>
    <p:sldId id="294" r:id="rId6"/>
    <p:sldId id="292" r:id="rId7"/>
    <p:sldId id="295" r:id="rId8"/>
    <p:sldId id="296" r:id="rId9"/>
    <p:sldId id="297" r:id="rId10"/>
    <p:sldId id="298" r:id="rId11"/>
    <p:sldId id="299" r:id="rId12"/>
    <p:sldId id="305" r:id="rId13"/>
    <p:sldId id="300" r:id="rId14"/>
    <p:sldId id="301" r:id="rId15"/>
    <p:sldId id="303" r:id="rId16"/>
    <p:sldId id="304" r:id="rId17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81" d="100"/>
          <a:sy n="81" d="100"/>
        </p:scale>
        <p:origin x="2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4F6E3-97C5-46D9-A532-02FE330609F2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C0753-0B2E-422D-ADAB-A491182127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82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58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523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452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5711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process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669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process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306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process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490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process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9074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process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694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process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1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335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685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5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65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23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25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34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26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33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73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13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08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7746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91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8471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43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528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7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4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14371" y="176398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16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43035" y="2469290"/>
            <a:ext cx="9476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9" lvl="0" indent="-342909" defTabSz="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 Be able to divide rational numbers using a written strategy.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43927" y="3766410"/>
            <a:ext cx="750414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	</a:t>
            </a:r>
          </a:p>
          <a:p>
            <a:pPr marL="984250" marR="0" lvl="3" indent="-4413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Decimal multiplication 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Division of decimals.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C6BA-4074-472A-95C1-414DBD91F66A}"/>
              </a:ext>
            </a:extLst>
          </p:cNvPr>
          <p:cNvSpPr txBox="1"/>
          <p:nvPr/>
        </p:nvSpPr>
        <p:spPr>
          <a:xfrm>
            <a:off x="2443035" y="1172170"/>
            <a:ext cx="947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Dividing with decimals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55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6990" y="593558"/>
            <a:ext cx="348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Multiplying decimals.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7451" y="1432967"/>
            <a:ext cx="9801727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AU" sz="2400" dirty="0"/>
              <a:t>The number of decimal places in the question must equal the number of decimal places in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577" y="2457042"/>
            <a:ext cx="436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Refresh: using lattice method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0919" y="3126260"/>
            <a:ext cx="588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12.5 x 11.6</a:t>
            </a:r>
          </a:p>
        </p:txBody>
      </p:sp>
    </p:spTree>
    <p:extLst>
      <p:ext uri="{BB962C8B-B14F-4D97-AF65-F5344CB8AC3E}">
        <p14:creationId xmlns:p14="http://schemas.microsoft.com/office/powerpoint/2010/main" val="698266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6990" y="593558"/>
            <a:ext cx="348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Multiplying decimals.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7451" y="1432967"/>
            <a:ext cx="9801727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AU" sz="2400" dirty="0"/>
              <a:t>The number of decimal places in the question must equal the number of decimal places in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577" y="2457042"/>
            <a:ext cx="436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0919" y="3126260"/>
            <a:ext cx="588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34.2 x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2195" y="4188610"/>
            <a:ext cx="302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>
                <a:solidFill>
                  <a:srgbClr val="FF0000"/>
                </a:solidFill>
              </a:rPr>
              <a:t>54.72</a:t>
            </a:r>
          </a:p>
        </p:txBody>
      </p:sp>
    </p:spTree>
    <p:extLst>
      <p:ext uri="{BB962C8B-B14F-4D97-AF65-F5344CB8AC3E}">
        <p14:creationId xmlns:p14="http://schemas.microsoft.com/office/powerpoint/2010/main" val="345683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6990" y="593558"/>
            <a:ext cx="348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Multiplying decimals.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7451" y="1432967"/>
            <a:ext cx="9801727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AU" sz="2400" dirty="0"/>
              <a:t>The number of decimal places in the question must equal the number of decimal places in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577" y="2457042"/>
            <a:ext cx="436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9773" y="3215104"/>
            <a:ext cx="588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5.4 x 0.16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1622" y="3981578"/>
            <a:ext cx="302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>
                <a:solidFill>
                  <a:srgbClr val="FF0000"/>
                </a:solidFill>
              </a:rPr>
              <a:t>0.864</a:t>
            </a:r>
          </a:p>
        </p:txBody>
      </p:sp>
    </p:spTree>
    <p:extLst>
      <p:ext uri="{BB962C8B-B14F-4D97-AF65-F5344CB8AC3E}">
        <p14:creationId xmlns:p14="http://schemas.microsoft.com/office/powerpoint/2010/main" val="133149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6990" y="593558"/>
            <a:ext cx="348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Multiplying decimals.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7451" y="1432967"/>
            <a:ext cx="9801727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AU" sz="2400" dirty="0"/>
              <a:t>The number of decimal places in the question must equal the number of decimal places in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577" y="2457042"/>
            <a:ext cx="436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9773" y="3215104"/>
            <a:ext cx="588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2.03 x 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9773" y="3981578"/>
            <a:ext cx="302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>
                <a:solidFill>
                  <a:srgbClr val="FF0000"/>
                </a:solidFill>
              </a:rPr>
              <a:t>176.61</a:t>
            </a:r>
          </a:p>
        </p:txBody>
      </p:sp>
    </p:spTree>
    <p:extLst>
      <p:ext uri="{BB962C8B-B14F-4D97-AF65-F5344CB8AC3E}">
        <p14:creationId xmlns:p14="http://schemas.microsoft.com/office/powerpoint/2010/main" val="156764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1537" y="649415"/>
            <a:ext cx="3180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sz="2400" dirty="0">
                <a:solidFill>
                  <a:prstClr val="black"/>
                </a:solidFill>
              </a:rPr>
              <a:t>Division of decimals.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779" y="1223320"/>
            <a:ext cx="443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algorithm: 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59892" y="2038865"/>
                <a:ext cx="6582466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6100"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1.</a:t>
                </a:r>
                <a:r>
                  <a:rPr lang="en-AU" sz="2400" dirty="0"/>
                  <a:t>	No Decimal – goes evenly.</a:t>
                </a:r>
              </a:p>
              <a:p>
                <a:pPr defTabSz="546100"/>
                <a:r>
                  <a:rPr lang="en-AU" sz="2400" dirty="0"/>
                  <a:t>	eg:   32 862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3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892" y="2038865"/>
                <a:ext cx="6582466" cy="984885"/>
              </a:xfrm>
              <a:prstGeom prst="rect">
                <a:avLst/>
              </a:prstGeom>
              <a:blipFill>
                <a:blip r:embed="rId3"/>
                <a:stretch>
                  <a:fillRect l="-1483" t="-4938" b="-129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138989" y="256674"/>
            <a:ext cx="3819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  <a:highlight>
                  <a:srgbClr val="000000"/>
                </a:highlight>
              </a:rPr>
              <a:t>Exercise books</a:t>
            </a:r>
          </a:p>
        </p:txBody>
      </p:sp>
    </p:spTree>
    <p:extLst>
      <p:ext uri="{BB962C8B-B14F-4D97-AF65-F5344CB8AC3E}">
        <p14:creationId xmlns:p14="http://schemas.microsoft.com/office/powerpoint/2010/main" val="115309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1537" y="649415"/>
            <a:ext cx="3180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sz="2400" dirty="0">
                <a:solidFill>
                  <a:prstClr val="black"/>
                </a:solidFill>
              </a:rPr>
              <a:t>Division of decimals.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779" y="1223320"/>
            <a:ext cx="443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algorithm: 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59892" y="2038865"/>
                <a:ext cx="7272276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6100"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2.</a:t>
                </a:r>
                <a:r>
                  <a:rPr lang="en-AU" sz="2400" dirty="0"/>
                  <a:t>	No Decimal – doesn’t go evenly.</a:t>
                </a:r>
              </a:p>
              <a:p>
                <a:pPr defTabSz="546100"/>
                <a:r>
                  <a:rPr lang="en-AU" sz="2400" dirty="0"/>
                  <a:t>	eg:   32 862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4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892" y="2038865"/>
                <a:ext cx="7272276" cy="984885"/>
              </a:xfrm>
              <a:prstGeom prst="rect">
                <a:avLst/>
              </a:prstGeom>
              <a:blipFill>
                <a:blip r:embed="rId3"/>
                <a:stretch>
                  <a:fillRect l="-1341" t="-4938" b="-129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39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1537" y="649415"/>
            <a:ext cx="3180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sz="2400" dirty="0">
                <a:solidFill>
                  <a:prstClr val="black"/>
                </a:solidFill>
              </a:rPr>
              <a:t>Division of decimals.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779" y="1223320"/>
            <a:ext cx="443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algorithm: 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59892" y="2038865"/>
                <a:ext cx="5684108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6100"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3.</a:t>
                </a:r>
                <a:r>
                  <a:rPr lang="en-AU" sz="2400" dirty="0"/>
                  <a:t>	Decimal – doesn’t go evenly.</a:t>
                </a:r>
              </a:p>
              <a:p>
                <a:pPr defTabSz="546100"/>
                <a:r>
                  <a:rPr lang="en-AU" sz="2400" dirty="0"/>
                  <a:t>	eg:   519.67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4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892" y="2038865"/>
                <a:ext cx="5684108" cy="984885"/>
              </a:xfrm>
              <a:prstGeom prst="rect">
                <a:avLst/>
              </a:prstGeom>
              <a:blipFill>
                <a:blip r:embed="rId3"/>
                <a:stretch>
                  <a:fillRect l="-1717" t="-4938" b="-129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547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1537" y="649415"/>
            <a:ext cx="3180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sz="2400" dirty="0">
                <a:solidFill>
                  <a:prstClr val="black"/>
                </a:solidFill>
              </a:rPr>
              <a:t>Division of decimals.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779" y="1223320"/>
            <a:ext cx="443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algorithm: 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60294" y="2086993"/>
                <a:ext cx="8470232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49263"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4.</a:t>
                </a:r>
                <a:r>
                  <a:rPr lang="en-AU" sz="2400" dirty="0"/>
                  <a:t>	Decimal – doesn’t go evenly, non terminating.</a:t>
                </a:r>
              </a:p>
              <a:p>
                <a:pPr defTabSz="449263"/>
                <a:r>
                  <a:rPr lang="en-AU" sz="2400" dirty="0"/>
                  <a:t>	eg:   519.67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3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294" y="2086993"/>
                <a:ext cx="8470232" cy="984885"/>
              </a:xfrm>
              <a:prstGeom prst="rect">
                <a:avLst/>
              </a:prstGeom>
              <a:blipFill>
                <a:blip r:embed="rId3"/>
                <a:stretch>
                  <a:fillRect l="-1079" t="-4938" b="-129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93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1537" y="649415"/>
            <a:ext cx="3180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sz="2400" dirty="0">
                <a:solidFill>
                  <a:prstClr val="black"/>
                </a:solidFill>
              </a:rPr>
              <a:t>Division of decimals.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779" y="1223320"/>
            <a:ext cx="443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algorithm: 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60294" y="2086993"/>
                <a:ext cx="8470232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49263"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5.</a:t>
                </a:r>
                <a:r>
                  <a:rPr lang="en-AU" sz="2400" dirty="0"/>
                  <a:t>	Decimal – doesn’t go evenly, non terminating.</a:t>
                </a:r>
              </a:p>
              <a:p>
                <a:pPr defTabSz="449263"/>
                <a:r>
                  <a:rPr lang="en-AU" sz="2400" dirty="0"/>
                  <a:t>	eg:   519.67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7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294" y="2086993"/>
                <a:ext cx="8470232" cy="984885"/>
              </a:xfrm>
              <a:prstGeom prst="rect">
                <a:avLst/>
              </a:prstGeom>
              <a:blipFill>
                <a:blip r:embed="rId3"/>
                <a:stretch>
                  <a:fillRect l="-1079" t="-4938" b="-129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793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1537" y="649415"/>
            <a:ext cx="3180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sz="2400" dirty="0">
                <a:solidFill>
                  <a:prstClr val="black"/>
                </a:solidFill>
              </a:rPr>
              <a:t>Division of decimals.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779" y="1223320"/>
            <a:ext cx="443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algorithm: 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60294" y="2086993"/>
                <a:ext cx="3978443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49263"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6.</a:t>
                </a:r>
                <a:r>
                  <a:rPr lang="en-AU" sz="2400" dirty="0"/>
                  <a:t>	Dividing by a decimal</a:t>
                </a:r>
              </a:p>
              <a:p>
                <a:pPr defTabSz="449263"/>
                <a:r>
                  <a:rPr lang="en-AU" sz="2400" dirty="0"/>
                  <a:t>	eg:   453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0.3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294" y="2086993"/>
                <a:ext cx="3978443" cy="984885"/>
              </a:xfrm>
              <a:prstGeom prst="rect">
                <a:avLst/>
              </a:prstGeom>
              <a:blipFill>
                <a:blip r:embed="rId3"/>
                <a:stretch>
                  <a:fillRect l="-2297" t="-4938" b="-129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646695" y="880247"/>
                <a:ext cx="29196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10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2 = 20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4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695" y="880247"/>
                <a:ext cx="2919663" cy="461665"/>
              </a:xfrm>
              <a:prstGeom prst="rect">
                <a:avLst/>
              </a:prstGeom>
              <a:blipFill>
                <a:blip r:embed="rId4"/>
                <a:stretch>
                  <a:fillRect l="-3132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502316" y="1684985"/>
                <a:ext cx="28234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10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2 = 100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20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316" y="1684985"/>
                <a:ext cx="2823410" cy="461665"/>
              </a:xfrm>
              <a:prstGeom prst="rect">
                <a:avLst/>
              </a:prstGeom>
              <a:blipFill>
                <a:blip r:embed="rId5"/>
                <a:stretch>
                  <a:fillRect l="-3456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57937" y="2579435"/>
                <a:ext cx="2197768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937" y="2579435"/>
                <a:ext cx="2197768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57937" y="3565729"/>
                <a:ext cx="2197768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den>
                      </m:f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937" y="3565729"/>
                <a:ext cx="2197768" cy="786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021053" y="4696402"/>
                <a:ext cx="33046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453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0.3 = 4530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3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053" y="4696402"/>
                <a:ext cx="3304673" cy="461665"/>
              </a:xfrm>
              <a:prstGeom prst="rect">
                <a:avLst/>
              </a:prstGeom>
              <a:blipFill>
                <a:blip r:embed="rId8"/>
                <a:stretch>
                  <a:fillRect l="-2952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045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8B3F-D3C5-478A-BA24-2DC1B538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3319C-2EF7-4CC9-AD3C-23CA21ED7E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Show all working out on your whiteboards.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𝟏𝟓𝟑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𝟏𝟓𝟑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𝟕𝟔𝟖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/>
                  <a:t> 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3319C-2EF7-4CC9-AD3C-23CA21ED7E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4" t="-12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6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0442" y="192505"/>
            <a:ext cx="4042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Independent practice.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812" y="0"/>
            <a:ext cx="6762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68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150" y="0"/>
            <a:ext cx="69816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48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526" y="339166"/>
            <a:ext cx="968692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43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490537"/>
            <a:ext cx="9305925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1015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1142</TotalTime>
  <Words>393</Words>
  <Application>Microsoft Office PowerPoint</Application>
  <PresentationFormat>Widescreen</PresentationFormat>
  <Paragraphs>90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Whiteboards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55</cp:revision>
  <cp:lastPrinted>2022-02-09T01:35:06Z</cp:lastPrinted>
  <dcterms:created xsi:type="dcterms:W3CDTF">2022-02-01T14:04:58Z</dcterms:created>
  <dcterms:modified xsi:type="dcterms:W3CDTF">2022-02-16T00:44:23Z</dcterms:modified>
</cp:coreProperties>
</file>