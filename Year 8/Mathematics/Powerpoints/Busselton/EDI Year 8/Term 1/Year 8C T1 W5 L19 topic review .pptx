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C28B3-AB07-4516-A9B3-11CAB7F09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00FC9-8627-4E9E-9B0A-9831ED6AE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9EC6A-16D3-4F7B-95B1-2E96F0D5C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6E83-BE3B-4AD6-B20C-E085EDD32467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B269E-7725-41B0-9D6F-0FEAB184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CE94D-9EF9-4127-8C1B-45191DC5E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5DDE-B673-4D86-93C3-B9949851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89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0FFEA-330B-42D1-BF9B-FCE09780B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F6B8D-33F9-410F-9D44-F2B4A2848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73CB-B28F-4A5A-87DE-B2263F48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6E83-BE3B-4AD6-B20C-E085EDD32467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7209A-5A1A-4C18-8AD8-DD3A9FDD6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3FD42-55D0-41A7-A413-474E56AC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5DDE-B673-4D86-93C3-B9949851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4648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A08B9-2570-4050-BB58-6E42FEB2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361BD-5E46-44B1-9BA2-9A7E10FF9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F45A8-B29B-4121-8F36-B0924448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6E83-BE3B-4AD6-B20C-E085EDD32467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97406-BCEA-41BF-B2DA-DE9DFB333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0B1BE-6BB8-43B3-9427-E7C75C3C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5DDE-B673-4D86-93C3-B9949851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527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6027-D783-406E-A1CF-CD724A76B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8CCA6-580E-42C3-ACC3-6164441CF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0AA7E-A06A-436F-AA9B-B7CACD500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E129D-32D5-42C8-90F7-81766131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6E83-BE3B-4AD6-B20C-E085EDD32467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3CF78-E711-46A5-90BB-170497668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C516B-EB03-465B-8C9D-219697A4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5DDE-B673-4D86-93C3-B9949851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275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B883-1433-401C-A743-924B559C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EC441-DC6B-4B8F-9875-C678F19B8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0B537-C219-4001-B344-C5432FD37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B4BE96-111C-4B16-94B9-5E98F8CBF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31EE03-1AB4-4950-8490-D719F43FA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5FEF97-9DF2-46F3-9FC7-59125B8BF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6E83-BE3B-4AD6-B20C-E085EDD32467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3773A4-5201-476C-92B8-C5B2C7104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360A51-54C4-45C6-8B81-DE58A64B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5DDE-B673-4D86-93C3-B9949851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827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A078-0F07-4718-B3EF-5C6F49C46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FF5E1A-7E41-4D95-9755-E592EEF3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6E83-BE3B-4AD6-B20C-E085EDD32467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FFBA0-5EC4-4C89-8B78-704240165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D9DFB-3597-47E6-8594-CCAECCBFC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5DDE-B673-4D86-93C3-B9949851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434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26013-92AF-4117-B1FE-D681251B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6E83-BE3B-4AD6-B20C-E085EDD32467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0C50C8-DBA2-4F05-8988-8E4A845B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53237-9EA0-4678-8C45-84FA2B8A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5DDE-B673-4D86-93C3-B9949851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701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3F29-2020-4B24-8A3E-DF74C8EBF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2E59C-7724-4F6E-B93B-A0C896AC7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1B40D-1DA3-4FED-BC67-3DF6C9EDF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8C8F-AA1E-47B5-A6EF-43FEEEE06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6E83-BE3B-4AD6-B20C-E085EDD32467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9F3F1-D340-45E8-83DB-10C58E26B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9FD41-354E-4EAB-A6A0-D5C19787D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5DDE-B673-4D86-93C3-B9949851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108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988A0-554B-4E92-BB9D-C8B6B285B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7B8F3-30ED-481F-BB2E-CC7B1F54C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4B9E3-2C80-490A-A551-A0D7384A3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208DA-1084-4F07-99ED-8E1DEF9B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6E83-BE3B-4AD6-B20C-E085EDD32467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9FBB4-440A-489C-8BF1-603AC147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66B9E-80EA-410D-843A-8C4D5830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5DDE-B673-4D86-93C3-B9949851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28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EB98B-9E26-43DD-BE67-3E2874753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682A6-BDB7-4E2E-BC8F-891DF626C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0836B-6176-4C62-AA01-D10091BB2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6E83-BE3B-4AD6-B20C-E085EDD32467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D272B-2FC8-4CF2-8993-4FD8E4E2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B5643-AE39-4519-A791-C8BF705B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5DDE-B673-4D86-93C3-B9949851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81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B178A6-214A-4813-8ACD-8E61B7248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33AF4-7163-4DCE-A79B-5420EB9E1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2346B-98FA-4DE3-BEEB-BBDD2BC6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6E83-BE3B-4AD6-B20C-E085EDD32467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EC9B1-6A71-4D3D-A73B-BF25CC9BD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A1BA3-6271-4A68-BBC5-53DB48E7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5DDE-B673-4D86-93C3-B9949851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100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AE8E2E-BA5F-46CC-9B5E-5B1C70FCE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433C2-A8B0-4DD7-AB2E-FA7DCBFAC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984DB-4DCE-4A05-8375-7A9E51861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56E83-BE3B-4AD6-B20C-E085EDD32467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73E7A-0F4D-402A-966F-5348D317C7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98933-29EB-42DF-B4A8-E0E74BE42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D5DDE-B673-4D86-93C3-B9949851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234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8335AB-C715-400F-8A7A-BB1BBC7D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1391B1-D05A-41E9-8174-47E2AB159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Index law review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Apply 3 laws of index notation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Daily review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Law 1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Law 2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Law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CB9A6-227E-4B80-ACDA-7C9338E91CD3}"/>
              </a:ext>
            </a:extLst>
          </p:cNvPr>
          <p:cNvSpPr txBox="1"/>
          <p:nvPr/>
        </p:nvSpPr>
        <p:spPr>
          <a:xfrm>
            <a:off x="8904303" y="248575"/>
            <a:ext cx="2885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Test next Wednesday.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45026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7647E2-C840-4407-B61C-C03FAF0169EF}"/>
                  </a:ext>
                </a:extLst>
              </p:cNvPr>
              <p:cNvSpPr txBox="1"/>
              <p:nvPr/>
            </p:nvSpPr>
            <p:spPr>
              <a:xfrm>
                <a:off x="1608637" y="761891"/>
                <a:ext cx="8672885" cy="1209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If index numbers with the same base are divided (</a:t>
                </a:r>
                <a14:m>
                  <m:oMath xmlns:m="http://schemas.openxmlformats.org/officeDocument/2006/math">
                    <m:r>
                      <a:rPr kumimoji="0" lang="en-AU" sz="2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𝐞𝐠</m:t>
                    </m:r>
                    <m:r>
                      <a:rPr kumimoji="0" lang="en-AU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f>
                      <m:fPr>
                        <m:ctrlPr>
                          <a:rPr kumimoji="0" lang="en-AU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𝟓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𝟏𝟎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𝟓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𝟔</m:t>
                            </m:r>
                          </m:sup>
                        </m:sSup>
                      </m:den>
                    </m:f>
                    <m:r>
                      <a:rPr kumimoji="0" lang="en-AU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 </m:t>
                    </m:r>
                    <m:f>
                      <m:fPr>
                        <m:ctrlPr>
                          <a:rPr kumimoji="0" lang="en-AU" sz="2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𝟕</m:t>
                            </m:r>
                          </m:sup>
                        </m:sSup>
                      </m:den>
                    </m:f>
                    <m:r>
                      <a:rPr kumimoji="0" lang="en-AU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),</m:t>
                    </m:r>
                  </m:oMath>
                </a14:m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 then powers are subtracted.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7647E2-C840-4407-B61C-C03FAF016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637" y="761891"/>
                <a:ext cx="8672885" cy="1209883"/>
              </a:xfrm>
              <a:prstGeom prst="rect">
                <a:avLst/>
              </a:prstGeom>
              <a:blipFill>
                <a:blip r:embed="rId2"/>
                <a:stretch>
                  <a:fillRect l="-1476" t="-5556" r="-1195" b="-50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2625A3-A207-4007-BD07-6174D0D78070}"/>
                  </a:ext>
                </a:extLst>
              </p:cNvPr>
              <p:cNvSpPr txBox="1"/>
              <p:nvPr/>
            </p:nvSpPr>
            <p:spPr>
              <a:xfrm>
                <a:off x="1608637" y="2466404"/>
                <a:ext cx="8672885" cy="1209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If index numbers with the same base are divided (</a:t>
                </a:r>
                <a14:m>
                  <m:oMath xmlns:m="http://schemas.openxmlformats.org/officeDocument/2006/math">
                    <m:r>
                      <a:rPr kumimoji="0" lang="en-AU" sz="2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𝐞𝐠</m:t>
                    </m:r>
                    <m:r>
                      <a:rPr kumimoji="0" lang="en-AU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f>
                      <m:fPr>
                        <m:ctrlPr>
                          <a:rPr kumimoji="0" lang="en-AU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𝟓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𝟏𝟎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𝟓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𝟔</m:t>
                            </m:r>
                          </m:sup>
                        </m:sSup>
                      </m:den>
                    </m:f>
                    <m:r>
                      <a:rPr kumimoji="0" lang="en-AU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 </m:t>
                    </m:r>
                    <m:f>
                      <m:fPr>
                        <m:ctrlPr>
                          <a:rPr kumimoji="0" lang="en-AU" sz="2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𝟕</m:t>
                            </m:r>
                          </m:sup>
                        </m:sSup>
                      </m:den>
                    </m:f>
                    <m:r>
                      <a:rPr kumimoji="0" lang="en-AU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),</m:t>
                    </m:r>
                  </m:oMath>
                </a14:m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 then powers are subtracted.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2625A3-A207-4007-BD07-6174D0D78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637" y="2466404"/>
                <a:ext cx="8672885" cy="1209883"/>
              </a:xfrm>
              <a:prstGeom prst="rect">
                <a:avLst/>
              </a:prstGeom>
              <a:blipFill>
                <a:blip r:embed="rId3"/>
                <a:stretch>
                  <a:fillRect l="-1476" t="-5556" r="-1195" b="-50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9B2835-DA14-4A22-8BAD-3409F15BFE1A}"/>
                  </a:ext>
                </a:extLst>
              </p:cNvPr>
              <p:cNvSpPr txBox="1"/>
              <p:nvPr/>
            </p:nvSpPr>
            <p:spPr>
              <a:xfrm>
                <a:off x="1608637" y="4096537"/>
                <a:ext cx="924258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800" b="1" i="0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If an index number is </a:t>
                </a:r>
                <a:r>
                  <a:rPr kumimoji="0" lang="en-AU" sz="2800" b="1" i="1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raised</a:t>
                </a:r>
                <a:r>
                  <a:rPr kumimoji="0" lang="en-AU" sz="2800" b="1" i="0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to another </a:t>
                </a:r>
                <a:r>
                  <a:rPr kumimoji="0" lang="en-AU" sz="2800" b="1" i="1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power</a:t>
                </a:r>
                <a:r>
                  <a:rPr kumimoji="0" lang="en-AU" sz="2800" b="1" i="0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AU" sz="2800" i="0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(eg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800" i="1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80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(3</m:t>
                            </m:r>
                          </m:e>
                          <m:sup>
                            <m:r>
                              <a:rPr kumimoji="0" lang="en-AU" sz="2800" b="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800" b="0" i="1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800" b="0" i="1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AU" sz="2800" i="0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) </a:t>
                </a:r>
                <a:r>
                  <a:rPr kumimoji="0" lang="en-AU" sz="2800" b="1" i="0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then the powers can be </a:t>
                </a:r>
                <a:r>
                  <a:rPr kumimoji="0" lang="en-AU" sz="2800" b="1" i="1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multiplied</a:t>
                </a:r>
                <a:r>
                  <a:rPr kumimoji="0" lang="en-AU" sz="2800" b="0" i="0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(3</m:t>
                            </m:r>
                          </m:e>
                          <m:sup>
                            <m:r>
                              <a:rPr kumimoji="0" lang="en-AU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AU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sSup>
                      <m:sSup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</m:t>
                        </m:r>
                      </m:sup>
                    </m:sSup>
                  </m:oMath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9B2835-DA14-4A22-8BAD-3409F15BF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637" y="4096537"/>
                <a:ext cx="9242583" cy="954107"/>
              </a:xfrm>
              <a:prstGeom prst="rect">
                <a:avLst/>
              </a:prstGeom>
              <a:blipFill>
                <a:blip r:embed="rId4"/>
                <a:stretch>
                  <a:fillRect l="-1385" t="-6369" b="-165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EB16A96-48FE-4FE6-A0F8-068D2E0C827E}"/>
              </a:ext>
            </a:extLst>
          </p:cNvPr>
          <p:cNvSpPr/>
          <p:nvPr/>
        </p:nvSpPr>
        <p:spPr>
          <a:xfrm>
            <a:off x="6587231" y="1366832"/>
            <a:ext cx="2095130" cy="4175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3A9838-14EC-4386-B254-A67BDA94746F}"/>
              </a:ext>
            </a:extLst>
          </p:cNvPr>
          <p:cNvSpPr/>
          <p:nvPr/>
        </p:nvSpPr>
        <p:spPr>
          <a:xfrm>
            <a:off x="6587231" y="3089101"/>
            <a:ext cx="2095130" cy="4175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E406AA-2544-43E2-BC24-DED118659842}"/>
              </a:ext>
            </a:extLst>
          </p:cNvPr>
          <p:cNvSpPr/>
          <p:nvPr/>
        </p:nvSpPr>
        <p:spPr>
          <a:xfrm>
            <a:off x="6917185" y="4573590"/>
            <a:ext cx="1765176" cy="4175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920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3C6C-098E-4C6B-8461-EF8828E52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Law 1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53CB8-6B53-46C7-B7DE-05300E7BDC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AU" dirty="0"/>
              </a:p>
              <a:p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12 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53CB8-6B53-46C7-B7DE-05300E7BDC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F6790-DFA8-4C89-9E47-8F3BDE901EFE}"/>
                  </a:ext>
                </a:extLst>
              </p:cNvPr>
              <p:cNvSpPr txBox="1"/>
              <p:nvPr/>
            </p:nvSpPr>
            <p:spPr>
              <a:xfrm>
                <a:off x="1670781" y="1587515"/>
                <a:ext cx="8672885" cy="1209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If index numbers with the same base are divided (</a:t>
                </a:r>
                <a14:m>
                  <m:oMath xmlns:m="http://schemas.openxmlformats.org/officeDocument/2006/math">
                    <m:r>
                      <a:rPr kumimoji="0" lang="en-AU" sz="2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𝐞𝐠</m:t>
                    </m:r>
                    <m:r>
                      <a:rPr kumimoji="0" lang="en-AU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f>
                      <m:fPr>
                        <m:ctrlPr>
                          <a:rPr kumimoji="0" lang="en-AU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𝟓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𝟏𝟎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𝟓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𝟔</m:t>
                            </m:r>
                          </m:sup>
                        </m:sSup>
                      </m:den>
                    </m:f>
                    <m:r>
                      <a:rPr kumimoji="0" lang="en-AU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 </m:t>
                    </m:r>
                    <m:f>
                      <m:fPr>
                        <m:ctrlPr>
                          <a:rPr kumimoji="0" lang="en-AU" sz="2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𝟕</m:t>
                            </m:r>
                          </m:sup>
                        </m:sSup>
                      </m:den>
                    </m:f>
                    <m:r>
                      <a:rPr kumimoji="0" lang="en-AU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),</m:t>
                    </m:r>
                  </m:oMath>
                </a14:m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 then powers are subtracted.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F6790-DFA8-4C89-9E47-8F3BDE901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781" y="1587515"/>
                <a:ext cx="8672885" cy="1209883"/>
              </a:xfrm>
              <a:prstGeom prst="rect">
                <a:avLst/>
              </a:prstGeom>
              <a:blipFill>
                <a:blip r:embed="rId3"/>
                <a:stretch>
                  <a:fillRect l="-1405" t="-5025" r="-1265" b="-45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88B4676-FCB9-4808-B799-3DCE806F7FE9}"/>
              </a:ext>
            </a:extLst>
          </p:cNvPr>
          <p:cNvSpPr/>
          <p:nvPr/>
        </p:nvSpPr>
        <p:spPr>
          <a:xfrm>
            <a:off x="6596707" y="2275188"/>
            <a:ext cx="2041266" cy="3590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DA619E-4AB3-4B3E-8E94-3C022AB63E35}"/>
                  </a:ext>
                </a:extLst>
              </p:cNvPr>
              <p:cNvSpPr txBox="1"/>
              <p:nvPr/>
            </p:nvSpPr>
            <p:spPr>
              <a:xfrm>
                <a:off x="6995604" y="3311371"/>
                <a:ext cx="4456590" cy="2831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Whiteboards </a:t>
                </a:r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32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:endParaRPr lang="en-AU" sz="3200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32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:endParaRPr lang="en-AU" sz="3200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DA619E-4AB3-4B3E-8E94-3C022AB63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604" y="3311371"/>
                <a:ext cx="4456590" cy="2831544"/>
              </a:xfrm>
              <a:prstGeom prst="rect">
                <a:avLst/>
              </a:prstGeom>
              <a:blipFill>
                <a:blip r:embed="rId4"/>
                <a:stretch>
                  <a:fillRect t="-10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68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9DA1A-A52B-49F0-84B5-2DC953D99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Law 2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FC66AF-CF45-40E5-B088-A45BD472DE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dirty="0"/>
              </a:p>
              <a:p>
                <a:endParaRPr lang="en-AU" dirty="0"/>
              </a:p>
              <a:p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FC66AF-CF45-40E5-B088-A45BD472DE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713D5A-A2E3-4204-8839-155790D62BA7}"/>
                  </a:ext>
                </a:extLst>
              </p:cNvPr>
              <p:cNvSpPr txBox="1"/>
              <p:nvPr/>
            </p:nvSpPr>
            <p:spPr>
              <a:xfrm>
                <a:off x="1839456" y="1621439"/>
                <a:ext cx="8672885" cy="1209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If index numbers with the same base are divided (</a:t>
                </a:r>
                <a14:m>
                  <m:oMath xmlns:m="http://schemas.openxmlformats.org/officeDocument/2006/math">
                    <m:r>
                      <a:rPr kumimoji="0" lang="en-AU" sz="2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𝐞𝐠</m:t>
                    </m:r>
                    <m:r>
                      <a:rPr kumimoji="0" lang="en-AU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f>
                      <m:fPr>
                        <m:ctrlPr>
                          <a:rPr kumimoji="0" lang="en-AU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𝟓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𝟏𝟎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𝟓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𝟔</m:t>
                            </m:r>
                          </m:sup>
                        </m:sSup>
                      </m:den>
                    </m:f>
                    <m:r>
                      <a:rPr kumimoji="0" lang="en-AU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 </m:t>
                    </m:r>
                    <m:f>
                      <m:fPr>
                        <m:ctrlPr>
                          <a:rPr kumimoji="0" lang="en-AU" sz="2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e>
                          <m:sup>
                            <m:r>
                              <a:rPr kumimoji="0" lang="en-AU" sz="2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𝟕</m:t>
                            </m:r>
                          </m:sup>
                        </m:sSup>
                      </m:den>
                    </m:f>
                    <m:r>
                      <a:rPr kumimoji="0" lang="en-AU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),</m:t>
                    </m:r>
                  </m:oMath>
                </a14:m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 then powers are subtracted.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713D5A-A2E3-4204-8839-155790D62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456" y="1621439"/>
                <a:ext cx="8672885" cy="1209883"/>
              </a:xfrm>
              <a:prstGeom prst="rect">
                <a:avLst/>
              </a:prstGeom>
              <a:blipFill>
                <a:blip r:embed="rId3"/>
                <a:stretch>
                  <a:fillRect l="-1477" t="-5556" r="-1266" b="-50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1D5AAB9A-B176-4DBE-A1ED-E98668FF7CE1}"/>
              </a:ext>
            </a:extLst>
          </p:cNvPr>
          <p:cNvSpPr/>
          <p:nvPr/>
        </p:nvSpPr>
        <p:spPr>
          <a:xfrm>
            <a:off x="6765382" y="2309112"/>
            <a:ext cx="2041266" cy="3590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8435B6-E46B-486E-841A-84FBCE509E4D}"/>
                  </a:ext>
                </a:extLst>
              </p:cNvPr>
              <p:cNvSpPr txBox="1"/>
              <p:nvPr/>
            </p:nvSpPr>
            <p:spPr>
              <a:xfrm>
                <a:off x="6765382" y="3314809"/>
                <a:ext cx="4456590" cy="3147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Whiteboards </a:t>
                </a:r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 </m:t>
                    </m:r>
                  </m:oMath>
                </a14:m>
                <a:endParaRPr lang="en-US" sz="32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:endParaRPr lang="en-AU" sz="3200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 </m:t>
                    </m:r>
                  </m:oMath>
                </a14:m>
                <a:endParaRPr lang="en-US" sz="32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:endParaRPr lang="en-AU" sz="3200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8435B6-E46B-486E-841A-84FBCE509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382" y="3314809"/>
                <a:ext cx="4456590" cy="3147272"/>
              </a:xfrm>
              <a:prstGeom prst="rect">
                <a:avLst/>
              </a:prstGeom>
              <a:blipFill>
                <a:blip r:embed="rId4"/>
                <a:stretch>
                  <a:fillRect t="-11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08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4F38A-4C7F-4B6E-B0B5-69F7DD8E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Law 3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CCE2A4-A207-4410-9672-61D4779F30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CCE2A4-A207-4410-9672-61D4779F30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2AD9C0-2680-4C96-A469-6217E7383F7F}"/>
                  </a:ext>
                </a:extLst>
              </p:cNvPr>
              <p:cNvSpPr txBox="1"/>
              <p:nvPr/>
            </p:nvSpPr>
            <p:spPr>
              <a:xfrm>
                <a:off x="1686758" y="1690688"/>
                <a:ext cx="924258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If an index number is </a:t>
                </a:r>
                <a:r>
                  <a:rPr kumimoji="0" lang="en-AU" sz="28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raised</a:t>
                </a:r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to another </a:t>
                </a:r>
                <a:r>
                  <a:rPr kumimoji="0" lang="en-AU" sz="28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power</a:t>
                </a:r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AU" sz="28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(eg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80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80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(3</m:t>
                            </m:r>
                          </m:e>
                          <m:sup>
                            <m:r>
                              <a:rPr kumimoji="0" lang="en-AU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AU" sz="28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) </a:t>
                </a:r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then the powers can be </a:t>
                </a:r>
                <a:r>
                  <a:rPr kumimoji="0" lang="en-AU" sz="28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multiplied</a:t>
                </a: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(3</m:t>
                            </m:r>
                          </m:e>
                          <m:sup>
                            <m:r>
                              <a:rPr kumimoji="0" lang="en-AU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AU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sSup>
                      <m:sSup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</m:t>
                        </m:r>
                      </m:sup>
                    </m:sSup>
                  </m:oMath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2AD9C0-2680-4C96-A469-6217E7383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758" y="1690688"/>
                <a:ext cx="9242583" cy="954107"/>
              </a:xfrm>
              <a:prstGeom prst="rect">
                <a:avLst/>
              </a:prstGeom>
              <a:blipFill>
                <a:blip r:embed="rId3"/>
                <a:stretch>
                  <a:fillRect l="-1385" t="-6369" b="-165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4BF1E9F4-C40E-4E00-98BF-3DD15E14C7A5}"/>
              </a:ext>
            </a:extLst>
          </p:cNvPr>
          <p:cNvSpPr/>
          <p:nvPr/>
        </p:nvSpPr>
        <p:spPr>
          <a:xfrm>
            <a:off x="6972676" y="2215042"/>
            <a:ext cx="1754075" cy="3590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B4830D-422E-41E8-A2AD-29BC7461A63C}"/>
                  </a:ext>
                </a:extLst>
              </p:cNvPr>
              <p:cNvSpPr txBox="1"/>
              <p:nvPr/>
            </p:nvSpPr>
            <p:spPr>
              <a:xfrm>
                <a:off x="6765382" y="3314809"/>
                <a:ext cx="4456590" cy="2873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Whiteboards </a:t>
                </a:r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32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:endParaRPr lang="en-AU" sz="3200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2 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  </m:t>
                    </m:r>
                  </m:oMath>
                </a14:m>
                <a:endParaRPr lang="en-US" sz="32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:endParaRPr lang="en-AU" sz="3200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B4830D-422E-41E8-A2AD-29BC7461A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382" y="3314809"/>
                <a:ext cx="4456590" cy="2873735"/>
              </a:xfrm>
              <a:prstGeom prst="rect">
                <a:avLst/>
              </a:prstGeom>
              <a:blipFill>
                <a:blip r:embed="rId4"/>
                <a:stretch>
                  <a:fillRect t="-12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36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F675-E014-48E0-9853-F5D2BFCD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Now you choose which law to use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E3191-3E70-4BAA-A3D9-35F387574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Whiteboards</a:t>
                </a: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E3191-3E70-4BAA-A3D9-35F387574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08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ED0DE-DA21-4EAF-9390-1FFFDB99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A16E9-31BD-4081-BA82-2E082C38E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Complete the task sheet provided.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307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F2681-445E-4D04-83ED-6C289425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Reflection: fist to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75B58-4ACF-4E63-82D4-5B38FEFD9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3600" dirty="0"/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3600" dirty="0"/>
              <a:t> Apply 3 laws of index notation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4137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263</Words>
  <Application>Microsoft Office PowerPoint</Application>
  <PresentationFormat>Widescreen</PresentationFormat>
  <Paragraphs>75</Paragraphs>
  <Slides>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Century Gothic</vt:lpstr>
      <vt:lpstr>Wingdings</vt:lpstr>
      <vt:lpstr>Office Theme</vt:lpstr>
      <vt:lpstr>Lesson objective </vt:lpstr>
      <vt:lpstr>PowerPoint Presentation</vt:lpstr>
      <vt:lpstr>Law 1 </vt:lpstr>
      <vt:lpstr>Law 2 </vt:lpstr>
      <vt:lpstr>Law 3 </vt:lpstr>
      <vt:lpstr>Now you choose which law to use </vt:lpstr>
      <vt:lpstr>Individual practice </vt:lpstr>
      <vt:lpstr>Reflection: fist to 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7</cp:revision>
  <cp:lastPrinted>2022-03-02T23:53:19Z</cp:lastPrinted>
  <dcterms:created xsi:type="dcterms:W3CDTF">2022-03-02T13:11:09Z</dcterms:created>
  <dcterms:modified xsi:type="dcterms:W3CDTF">2022-03-03T05:52:18Z</dcterms:modified>
</cp:coreProperties>
</file>