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9" r:id="rId5"/>
    <p:sldId id="258" r:id="rId6"/>
    <p:sldId id="260" r:id="rId7"/>
    <p:sldId id="293" r:id="rId8"/>
    <p:sldId id="261" r:id="rId9"/>
    <p:sldId id="285" r:id="rId10"/>
    <p:sldId id="289" r:id="rId11"/>
    <p:sldId id="288" r:id="rId12"/>
    <p:sldId id="290" r:id="rId13"/>
    <p:sldId id="287" r:id="rId14"/>
    <p:sldId id="291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E902-3649-4509-BF1C-C87FA2065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6D756-14C4-451C-937D-2A9CDA6A5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FBEB-F916-4EC6-AAFB-11F7988B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A9BD1-9ED1-452B-BB51-22CAB633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EC760-D898-441E-AF94-1B53AAF2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328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62F1-79F1-45CB-90DF-F73896E8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F5B0C-EC9F-4B89-AA05-DB2FFAEA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6F02-8C03-47F1-AA3C-6167815C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8D76-6B7E-43A7-AE02-1134D41B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17167-4FF6-44F5-A809-0BAE8E6C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59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F4F0-A03E-4DFA-9779-81F1D138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9F650-16DB-4C62-A937-8F225C06A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A68DD-380C-45AD-B755-A5124726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CE025-3839-47A3-BA27-C365C693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405AA-9CBD-494B-BB22-0F071D10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770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C0F9-4C32-469E-82CC-AD832643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0292E-83F1-4BEA-AAA4-CA518A126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2CBE6-E650-4DDA-9DB9-4FA959204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221F3-385B-4172-93F4-A0DC9F9B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D9005-CDD7-4420-A66F-AF21A176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0D10F-55FC-4300-9A70-FB8B0604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9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37BE-40D4-4730-AC7C-E1EC3F17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400F1-CBF0-4007-B352-07B5FAA50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74111-D885-4541-BBF8-A22726EA5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AB0F7-C6AE-4403-86BC-E7DEE5512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3DFBD2-4790-4B29-ABB2-2F56701DC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A4DC8-6ED2-4563-BACF-FE338FF3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27711-42CD-4009-BB50-0E21647D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DE5BC-CC87-42A4-A43D-902BDDFE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41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70C6-7F61-49B0-B4E3-602E93B5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6884E-2B8E-4E59-A60A-9D53AD0F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2D742-8430-4099-A05C-881EBEE8B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A01EE-788E-41C5-BAB0-D595C8AC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09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5CD6C-6F04-40F1-BF06-814058EB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8A6518-2B97-4F82-99A8-A02B2877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FE740-3A13-45CF-B35B-E056762A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13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AEA6-315B-4A4B-8C14-0C44FCE4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7A09-81D4-40E9-926A-C83996FD7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F7F07-ABAF-43A3-9E6D-22D7DD91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C7900-1D7E-420B-9780-6029870B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EA23-97D1-42A8-8BC0-6E92FA08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F0A6E-C389-46A4-953D-F5F2161F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706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CACA-6832-4B3E-9856-5994C18F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F3370-6720-411D-9881-F4621637E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97F36-D76E-4D3D-AED8-BE7EC76AA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48A74-1ACE-47F3-BB52-AB19EDA7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C0A8E-88C5-4528-97AA-7AB32405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C451F-2DEC-470D-9A90-4EA7E149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80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6BE5-B1BA-44A5-83B9-94AA874FC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28B89-C3F6-406B-8C1C-1FF37DA18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006A8-C229-4D8D-8B48-A863E37F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C2F65-BCD8-44E1-A4B7-47A372BF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A59B0-5D44-44E9-BCB3-0167F0DA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25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5A6CA-0368-4657-83B9-F41C18A49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5889F-178B-4BD2-87BC-17B7E5EC2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0E7F5-A3B6-42E4-85DC-22E087DA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20859-714D-4E1D-A2C6-471C9E5F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98167-EC46-43F3-A193-DC5619ED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082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44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906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51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954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5921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43489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959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1821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543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8051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8711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280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13223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730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49956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19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8A492-011B-477A-8DDC-6185D4A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3781F-7B09-4F0F-BB47-ABABBB8EA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3B745-407D-4E7E-9EFC-8720C63D8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52F37-BF95-4936-9AC0-ED5078318B31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591F4-8FCD-4065-97CF-1FD02FCA7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2F3A9-DB26-4E1F-9D0E-036A9315B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17883-FDDA-45A3-8A93-434A09706A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95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8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CBF17B-A3A7-4FEA-9F59-44C83631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ED1F9E-6623-4621-A1DC-55CAED674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Multiplication strategies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use a variety of mental strategies for multiplication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review: Indices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Multiplication practice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Multiplication strategies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Strategies practice </a:t>
            </a:r>
          </a:p>
        </p:txBody>
      </p:sp>
    </p:spTree>
    <p:extLst>
      <p:ext uri="{BB962C8B-B14F-4D97-AF65-F5344CB8AC3E}">
        <p14:creationId xmlns:p14="http://schemas.microsoft.com/office/powerpoint/2010/main" val="143778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13A0-1A95-41A9-83EE-3452EB70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Indices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F2879E-2928-4A45-A697-40B4BAC80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Repeated addition is the same as multiplication </a:t>
                </a:r>
              </a:p>
              <a:p>
                <a:pPr marL="0" indent="0" algn="ctr">
                  <a:buNone/>
                </a:pPr>
                <a:r>
                  <a:rPr lang="en-US" dirty="0"/>
                  <a:t>5 + 5 + 5 + 5 + 5 + 5 = 30 </a:t>
                </a:r>
              </a:p>
              <a:p>
                <a:pPr marL="0" indent="0" algn="ctr">
                  <a:buNone/>
                </a:pPr>
                <a:r>
                  <a:rPr lang="en-US" dirty="0"/>
                  <a:t>Same as: 5 x 6 = 30 </a:t>
                </a:r>
              </a:p>
              <a:p>
                <a:pPr marL="0" indent="0">
                  <a:buNone/>
                </a:pPr>
                <a:r>
                  <a:rPr lang="en-US" dirty="0"/>
                  <a:t>Repeated multiplication is where indices come in.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 x 4 x 4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8 x 8 x 8 x 8 x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6 x 6 x 6 x 6 x 6 x 6 x 6 x 6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F2879E-2928-4A45-A697-40B4BAC80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4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302DA41-FFD4-4A60-9AA4-8D0BB61F9A30}"/>
              </a:ext>
            </a:extLst>
          </p:cNvPr>
          <p:cNvSpPr/>
          <p:nvPr/>
        </p:nvSpPr>
        <p:spPr>
          <a:xfrm>
            <a:off x="4145872" y="2322274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9AC346-2976-40AF-9F5A-33DB86368C8D}"/>
              </a:ext>
            </a:extLst>
          </p:cNvPr>
          <p:cNvSpPr/>
          <p:nvPr/>
        </p:nvSpPr>
        <p:spPr>
          <a:xfrm>
            <a:off x="4722921" y="2322274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3A1C88-C784-4653-B90E-E5D93CA62E69}"/>
              </a:ext>
            </a:extLst>
          </p:cNvPr>
          <p:cNvSpPr/>
          <p:nvPr/>
        </p:nvSpPr>
        <p:spPr>
          <a:xfrm>
            <a:off x="5237827" y="2322274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B3824D-2C98-49A8-9B06-1BE05A3CF87D}"/>
              </a:ext>
            </a:extLst>
          </p:cNvPr>
          <p:cNvSpPr/>
          <p:nvPr/>
        </p:nvSpPr>
        <p:spPr>
          <a:xfrm>
            <a:off x="5636948" y="2300396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279B3A-4924-4A23-AA6F-5D3B6457EC9C}"/>
              </a:ext>
            </a:extLst>
          </p:cNvPr>
          <p:cNvSpPr/>
          <p:nvPr/>
        </p:nvSpPr>
        <p:spPr>
          <a:xfrm>
            <a:off x="6213997" y="2300396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71F3EB-1DE4-4969-A96C-CDA382A6CDB4}"/>
              </a:ext>
            </a:extLst>
          </p:cNvPr>
          <p:cNvSpPr/>
          <p:nvPr/>
        </p:nvSpPr>
        <p:spPr>
          <a:xfrm>
            <a:off x="6728903" y="2300396"/>
            <a:ext cx="514905" cy="49493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481B72-D6C7-4788-A268-C1E172FC161D}"/>
              </a:ext>
            </a:extLst>
          </p:cNvPr>
          <p:cNvSpPr/>
          <p:nvPr/>
        </p:nvSpPr>
        <p:spPr>
          <a:xfrm>
            <a:off x="6439270" y="2817204"/>
            <a:ext cx="514905" cy="4949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E0D05-9544-4360-89F9-AA836E019F2B}"/>
              </a:ext>
            </a:extLst>
          </p:cNvPr>
          <p:cNvSpPr txBox="1"/>
          <p:nvPr/>
        </p:nvSpPr>
        <p:spPr>
          <a:xfrm>
            <a:off x="7474998" y="4536489"/>
            <a:ext cx="2787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a lot easier and takes less room… it’s the “simplified” version.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3389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31FE-788F-4D73-8878-D9636F25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B31F1-C2F1-4792-82F3-542569032A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Simplifying multiplication.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 x 2 x 2 x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9 x 9 x 9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endParaRPr lang="en-AU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r>
                  <a:rPr lang="en-AU" dirty="0"/>
                  <a:t>10 x 10 x 10 x 10 x 10 x 10 x 10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B31F1-C2F1-4792-82F3-542569032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059B4-2B64-4959-B759-A603C9FD1834}"/>
                  </a:ext>
                </a:extLst>
              </p:cNvPr>
              <p:cNvSpPr txBox="1"/>
              <p:nvPr/>
            </p:nvSpPr>
            <p:spPr>
              <a:xfrm>
                <a:off x="6454066" y="2638466"/>
                <a:ext cx="29740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5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059B4-2B64-4959-B759-A603C9FD1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066" y="2638466"/>
                <a:ext cx="2974019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9745EF2-04DA-4139-9D00-28756D80A2DF}"/>
              </a:ext>
            </a:extLst>
          </p:cNvPr>
          <p:cNvSpPr txBox="1"/>
          <p:nvPr/>
        </p:nvSpPr>
        <p:spPr>
          <a:xfrm>
            <a:off x="8957568" y="4098143"/>
            <a:ext cx="2006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Base number (number being multiplied)</a:t>
            </a:r>
            <a:endParaRPr lang="en-AU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6A16D-6196-40A0-BB05-7822B0CC4ECF}"/>
              </a:ext>
            </a:extLst>
          </p:cNvPr>
          <p:cNvSpPr txBox="1"/>
          <p:nvPr/>
        </p:nvSpPr>
        <p:spPr>
          <a:xfrm>
            <a:off x="9118846" y="1961863"/>
            <a:ext cx="2006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Index number (number of repeats for base number) </a:t>
            </a:r>
            <a:endParaRPr lang="en-AU" sz="20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C2CBA7-EDE0-4B0A-A8AE-9FA5FCCA026C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7941075" y="3420239"/>
            <a:ext cx="1016493" cy="11857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119A8F-AA4D-4F82-9465-F017ADECACD2}"/>
              </a:ext>
            </a:extLst>
          </p:cNvPr>
          <p:cNvCxnSpPr/>
          <p:nvPr/>
        </p:nvCxnSpPr>
        <p:spPr>
          <a:xfrm flipH="1">
            <a:off x="8256233" y="2227035"/>
            <a:ext cx="932155" cy="6049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C2DDD73-E214-4B96-8AA1-16F93BD88826}"/>
              </a:ext>
            </a:extLst>
          </p:cNvPr>
          <p:cNvSpPr/>
          <p:nvPr/>
        </p:nvSpPr>
        <p:spPr>
          <a:xfrm rot="5400000">
            <a:off x="2644948" y="3446885"/>
            <a:ext cx="923330" cy="4536827"/>
          </a:xfrm>
          <a:prstGeom prst="rightBrace">
            <a:avLst>
              <a:gd name="adj1" fmla="val 81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7EF9B-E1C7-4543-B3E5-6C370754461F}"/>
              </a:ext>
            </a:extLst>
          </p:cNvPr>
          <p:cNvSpPr txBox="1"/>
          <p:nvPr/>
        </p:nvSpPr>
        <p:spPr>
          <a:xfrm>
            <a:off x="2184645" y="6201648"/>
            <a:ext cx="200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Expanded form</a:t>
            </a:r>
            <a:endParaRPr lang="en-AU" sz="2000" b="1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0CABDDD9-A810-4B00-9DBC-FB970B16978B}"/>
              </a:ext>
            </a:extLst>
          </p:cNvPr>
          <p:cNvSpPr/>
          <p:nvPr/>
        </p:nvSpPr>
        <p:spPr>
          <a:xfrm rot="5400000">
            <a:off x="5511241" y="5393936"/>
            <a:ext cx="923330" cy="642724"/>
          </a:xfrm>
          <a:prstGeom prst="rightBrace">
            <a:avLst>
              <a:gd name="adj1" fmla="val 1781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1B5A8A-A1FF-4639-BCE6-D323ED347E90}"/>
              </a:ext>
            </a:extLst>
          </p:cNvPr>
          <p:cNvSpPr txBox="1"/>
          <p:nvPr/>
        </p:nvSpPr>
        <p:spPr>
          <a:xfrm>
            <a:off x="5291091" y="6245081"/>
            <a:ext cx="200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Simplified form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35525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5456-6000-4C25-8896-14E98BCA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D417-5616-4991-B48B-21B0FF4F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Simplify: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 x 2 x 2 x 2 x 2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8 x 8 x 8 x 8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12 x 12 x 12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3 x 3 x 3 x 3 x 3 x 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901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5456-6000-4C25-8896-14E98BCA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2D417-5616-4991-B48B-21B0FF4FE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Expand: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32D417-5616-4991-B48B-21B0FF4FE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92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16BB-F178-42D2-ABBA-8FFE6F63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5232C1-6165-4ADF-AF0B-D3022DEA7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Calculate these indices: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5232C1-6165-4ADF-AF0B-D3022DEA7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29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DAA-2C6F-4973-924A-D0F34C76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Multiplication grids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884A-2047-4474-90B7-C79E160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 minutes to get as much done as possible.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Name on top please.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166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4890115" y="580623"/>
            <a:ext cx="322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grid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371732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80140" y="1943704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233499" y="2402507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19482" y="155559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D1CE4-6BB7-4B14-A79A-6E90AA98D44B}"/>
              </a:ext>
            </a:extLst>
          </p:cNvPr>
          <p:cNvSpPr txBox="1"/>
          <p:nvPr/>
        </p:nvSpPr>
        <p:spPr>
          <a:xfrm>
            <a:off x="6304812" y="2443525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96D81-6D50-40B4-92E4-FBBDEC059FED}"/>
              </a:ext>
            </a:extLst>
          </p:cNvPr>
          <p:cNvSpPr txBox="1"/>
          <p:nvPr/>
        </p:nvSpPr>
        <p:spPr>
          <a:xfrm>
            <a:off x="5114925" y="2418759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EA635D-2B28-435D-9CD2-300D4C5A7D68}"/>
              </a:ext>
            </a:extLst>
          </p:cNvPr>
          <p:cNvSpPr txBox="1"/>
          <p:nvPr/>
        </p:nvSpPr>
        <p:spPr>
          <a:xfrm>
            <a:off x="5143131" y="1940842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0619C-1653-46C9-9560-9318496C5A1B}"/>
              </a:ext>
            </a:extLst>
          </p:cNvPr>
          <p:cNvSpPr txBox="1"/>
          <p:nvPr/>
        </p:nvSpPr>
        <p:spPr>
          <a:xfrm>
            <a:off x="6250412" y="1957094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/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36 x 24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600 + 120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2 + 24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600 + 240 +24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864 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blipFill>
                <a:blip r:embed="rId2"/>
                <a:stretch>
                  <a:fillRect l="-1500" t="-2712" b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45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1" y="1738736"/>
            <a:ext cx="3009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Grid method: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 x 63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23 x 42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35 x 45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7119A-C072-4258-AA07-C71AAB195CFE}"/>
              </a:ext>
            </a:extLst>
          </p:cNvPr>
          <p:cNvSpPr txBox="1"/>
          <p:nvPr/>
        </p:nvSpPr>
        <p:spPr>
          <a:xfrm>
            <a:off x="3195961" y="488272"/>
            <a:ext cx="693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Whiteboards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992501" y="455388"/>
            <a:ext cx="515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lattice (Chinese)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471930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90454" y="1934179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166640" y="241382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57215" y="156603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4832806" y="3573436"/>
            <a:ext cx="162440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864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1A256-4C37-4C06-9C47-38F9F636FF14}"/>
              </a:ext>
            </a:extLst>
          </p:cNvPr>
          <p:cNvCxnSpPr/>
          <p:nvPr/>
        </p:nvCxnSpPr>
        <p:spPr>
          <a:xfrm flipV="1">
            <a:off x="5010519" y="1940842"/>
            <a:ext cx="2156121" cy="9346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C79BD-7555-4970-831E-9EB56EF3AC32}"/>
              </a:ext>
            </a:extLst>
          </p:cNvPr>
          <p:cNvCxnSpPr>
            <a:endCxn id="15" idx="0"/>
          </p:cNvCxnSpPr>
          <p:nvPr/>
        </p:nvCxnSpPr>
        <p:spPr>
          <a:xfrm flipV="1">
            <a:off x="5010519" y="1940842"/>
            <a:ext cx="1085481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DA8F5-6702-4771-A87A-FB778B35C332}"/>
              </a:ext>
            </a:extLst>
          </p:cNvPr>
          <p:cNvCxnSpPr/>
          <p:nvPr/>
        </p:nvCxnSpPr>
        <p:spPr>
          <a:xfrm flipV="1">
            <a:off x="6096000" y="2423016"/>
            <a:ext cx="1079613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57EF0D-49E1-4EBE-A60B-30A9367B850D}"/>
              </a:ext>
            </a:extLst>
          </p:cNvPr>
          <p:cNvSpPr txBox="1"/>
          <p:nvPr/>
        </p:nvSpPr>
        <p:spPr>
          <a:xfrm>
            <a:off x="8560710" y="1796867"/>
            <a:ext cx="3402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x 2 =12</a:t>
            </a:r>
          </a:p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 x 3 = 06</a:t>
            </a:r>
          </a:p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x 4 = 24</a:t>
            </a:r>
          </a:p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 x 4 =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 the diagonals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3BB8B-2A36-4EB4-8F3F-03D496FBBFBB}"/>
              </a:ext>
            </a:extLst>
          </p:cNvPr>
          <p:cNvSpPr txBox="1"/>
          <p:nvPr/>
        </p:nvSpPr>
        <p:spPr>
          <a:xfrm>
            <a:off x="6076767" y="1883684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EFF-A3C3-4037-80F0-AA127A3434E2}"/>
              </a:ext>
            </a:extLst>
          </p:cNvPr>
          <p:cNvSpPr txBox="1"/>
          <p:nvPr/>
        </p:nvSpPr>
        <p:spPr>
          <a:xfrm>
            <a:off x="6714206" y="2017272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009A8-5CA4-49DD-9648-4D2BDA92DB44}"/>
              </a:ext>
            </a:extLst>
          </p:cNvPr>
          <p:cNvSpPr txBox="1"/>
          <p:nvPr/>
        </p:nvSpPr>
        <p:spPr>
          <a:xfrm>
            <a:off x="5036342" y="1904672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18C29B-8871-4F4F-8AE8-3E9822555DCC}"/>
              </a:ext>
            </a:extLst>
          </p:cNvPr>
          <p:cNvSpPr txBox="1"/>
          <p:nvPr/>
        </p:nvSpPr>
        <p:spPr>
          <a:xfrm>
            <a:off x="5694661" y="1976201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6E1E58-5884-46DB-919F-48EA4EBFCF0F}"/>
              </a:ext>
            </a:extLst>
          </p:cNvPr>
          <p:cNvSpPr txBox="1"/>
          <p:nvPr/>
        </p:nvSpPr>
        <p:spPr>
          <a:xfrm>
            <a:off x="6129153" y="2376375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86C5A-342D-4307-9AE6-672DD8CEB871}"/>
              </a:ext>
            </a:extLst>
          </p:cNvPr>
          <p:cNvSpPr txBox="1"/>
          <p:nvPr/>
        </p:nvSpPr>
        <p:spPr>
          <a:xfrm>
            <a:off x="6776975" y="245732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DEB7A-2B9F-4E3A-A1BA-C10D51BFA2CA}"/>
              </a:ext>
            </a:extLst>
          </p:cNvPr>
          <p:cNvSpPr txBox="1"/>
          <p:nvPr/>
        </p:nvSpPr>
        <p:spPr>
          <a:xfrm>
            <a:off x="5694661" y="244089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A7847-C335-4BB6-B8C8-CCD049247EC0}"/>
              </a:ext>
            </a:extLst>
          </p:cNvPr>
          <p:cNvSpPr txBox="1"/>
          <p:nvPr/>
        </p:nvSpPr>
        <p:spPr>
          <a:xfrm>
            <a:off x="5005941" y="2353999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034EB-551C-46E8-A396-600FDA185093}"/>
              </a:ext>
            </a:extLst>
          </p:cNvPr>
          <p:cNvSpPr txBox="1"/>
          <p:nvPr/>
        </p:nvSpPr>
        <p:spPr>
          <a:xfrm>
            <a:off x="6389734" y="288051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2332F-1204-4D27-B787-3871E847406D}"/>
              </a:ext>
            </a:extLst>
          </p:cNvPr>
          <p:cNvSpPr txBox="1"/>
          <p:nvPr/>
        </p:nvSpPr>
        <p:spPr>
          <a:xfrm>
            <a:off x="5361774" y="285040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9AC0C2-7199-45A9-AA22-0A1AE253BE1A}"/>
              </a:ext>
            </a:extLst>
          </p:cNvPr>
          <p:cNvSpPr txBox="1"/>
          <p:nvPr/>
        </p:nvSpPr>
        <p:spPr>
          <a:xfrm>
            <a:off x="4662209" y="241382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 </a:t>
            </a:r>
          </a:p>
        </p:txBody>
      </p:sp>
    </p:spTree>
    <p:extLst>
      <p:ext uri="{BB962C8B-B14F-4D97-AF65-F5344CB8AC3E}">
        <p14:creationId xmlns:p14="http://schemas.microsoft.com/office/powerpoint/2010/main" val="33359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6" grpId="0"/>
      <p:bldP spid="12" grpId="0"/>
      <p:bldP spid="25" grpId="0"/>
      <p:bldP spid="1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87041" y="2020880"/>
            <a:ext cx="66008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Lattice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 x 63 =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 x 23 =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41 x 22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3D0E1-3C8B-4211-A40E-3A4677469DBF}"/>
              </a:ext>
            </a:extLst>
          </p:cNvPr>
          <p:cNvSpPr txBox="1"/>
          <p:nvPr/>
        </p:nvSpPr>
        <p:spPr>
          <a:xfrm>
            <a:off x="3195961" y="488272"/>
            <a:ext cx="693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Whiteboards</a:t>
            </a:r>
            <a:r>
              <a:rPr lang="en-US" sz="3200" dirty="0"/>
              <a:t>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84573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661758" y="340368"/>
            <a:ext cx="625913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doubling (Egyptian)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	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3914774" y="1519103"/>
            <a:ext cx="14668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Left (36)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85692-385F-435B-BEB7-C80DCBC5C713}"/>
              </a:ext>
            </a:extLst>
          </p:cNvPr>
          <p:cNvSpPr txBox="1"/>
          <p:nvPr/>
        </p:nvSpPr>
        <p:spPr>
          <a:xfrm>
            <a:off x="5576887" y="1519103"/>
            <a:ext cx="1085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96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192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384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768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6DB24-B2B6-4102-9D83-2C0A94052D94}"/>
              </a:ext>
            </a:extLst>
          </p:cNvPr>
          <p:cNvSpPr txBox="1"/>
          <p:nvPr/>
        </p:nvSpPr>
        <p:spPr>
          <a:xfrm>
            <a:off x="3409950" y="4877232"/>
            <a:ext cx="197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=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32 + 4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BA54B-92EF-488A-9CAD-8714C43C2EF0}"/>
              </a:ext>
            </a:extLst>
          </p:cNvPr>
          <p:cNvSpPr txBox="1"/>
          <p:nvPr/>
        </p:nvSpPr>
        <p:spPr>
          <a:xfrm>
            <a:off x="6096000" y="4877231"/>
            <a:ext cx="366175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36 x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96 + 768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864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60CE7-6D2C-4A79-8024-686ECD5AA38F}"/>
              </a:ext>
            </a:extLst>
          </p:cNvPr>
          <p:cNvSpPr/>
          <p:nvPr/>
        </p:nvSpPr>
        <p:spPr>
          <a:xfrm>
            <a:off x="5681662" y="421061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8C218F-211C-4F30-A453-A27054113AB8}"/>
              </a:ext>
            </a:extLst>
          </p:cNvPr>
          <p:cNvSpPr/>
          <p:nvPr/>
        </p:nvSpPr>
        <p:spPr>
          <a:xfrm>
            <a:off x="5681662" y="290302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7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3" grpId="0" build="p"/>
      <p:bldP spid="3" grpId="0"/>
      <p:bldP spid="25" grpId="0"/>
      <p:bldP spid="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33775" y="786884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Doubling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56508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6EDC-CE23-43D3-BE09-40A3B691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Independent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BFE2-5263-4BCE-848D-C9AD0A7C8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task sheet provided</a:t>
            </a:r>
          </a:p>
          <a:p>
            <a:endParaRPr lang="en-US" dirty="0"/>
          </a:p>
          <a:p>
            <a:r>
              <a:rPr lang="en-US" dirty="0"/>
              <a:t>I have spares.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4652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431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Indices  </vt:lpstr>
      <vt:lpstr>Example </vt:lpstr>
      <vt:lpstr>Whiteboards </vt:lpstr>
      <vt:lpstr>Whiteboards </vt:lpstr>
      <vt:lpstr>Whiteboards </vt:lpstr>
      <vt:lpstr>Multiplication grids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7</cp:revision>
  <dcterms:created xsi:type="dcterms:W3CDTF">2022-02-09T03:23:41Z</dcterms:created>
  <dcterms:modified xsi:type="dcterms:W3CDTF">2022-02-09T04:04:22Z</dcterms:modified>
</cp:coreProperties>
</file>