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922" r:id="rId2"/>
    <p:sldId id="928" r:id="rId3"/>
    <p:sldId id="933" r:id="rId4"/>
    <p:sldId id="629" r:id="rId5"/>
    <p:sldId id="631" r:id="rId6"/>
    <p:sldId id="638" r:id="rId7"/>
    <p:sldId id="624" r:id="rId8"/>
    <p:sldId id="612" r:id="rId9"/>
    <p:sldId id="614" r:id="rId10"/>
    <p:sldId id="639" r:id="rId11"/>
    <p:sldId id="640" r:id="rId12"/>
    <p:sldId id="644" r:id="rId13"/>
    <p:sldId id="645" r:id="rId14"/>
    <p:sldId id="647" r:id="rId15"/>
    <p:sldId id="650" r:id="rId16"/>
    <p:sldId id="651" r:id="rId17"/>
    <p:sldId id="642" r:id="rId18"/>
    <p:sldId id="648" r:id="rId19"/>
    <p:sldId id="62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6197"/>
  </p:normalViewPr>
  <p:slideViewPr>
    <p:cSldViewPr snapToGrid="0" snapToObjects="1">
      <p:cViewPr varScale="1">
        <p:scale>
          <a:sx n="86" d="100"/>
          <a:sy n="86" d="100"/>
        </p:scale>
        <p:origin x="53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5-15T07:41:36.673"/>
    </inkml:context>
    <inkml:brush xml:id="br0">
      <inkml:brushProperty name="width" value="0.09333" units="cm"/>
      <inkml:brushProperty name="height" value="0.09333" units="cm"/>
      <inkml:brushProperty name="color" value="#FFFFFF"/>
      <inkml:brushProperty name="fitToCurve" value="1"/>
    </inkml:brush>
  </inkml:definitions>
  <inkml:trace contextRef="#ctx0" brushRef="#br0">532 1120 288,'-17'14'12,"12"-4"4,5-10-16,0 5 0,-6 5 0,6-10 0,0 0 63,0 0 9,0 0 3,0 0 0,0 0-75,17 0 0,-6-10-16,5 0 2,-5 0 14,0-4-11,6-6 11,-6 0-10,0-4 10,0-6 0,-5-4 0,5-5 0,-6-6 0,1 1 0,-1 5 0,1-5 0,-1-5 0,1 9 0,-6-4 0,5 10 0,-5-6 0,-5 6 0,-1 0 0,1-1 0,-1 6 8,-5 4 4,0 6 1,0-1 0,0 5 6,-6 0 1,1 11 0,-6-1 0,0 0 9,0 5 3,-1 10 0,1-1 0,0 6 12,-5 5 2,4 4 1,1 6 0,6 4-28,-1 5-6,1 1-1,-1 9 0,0-5-12,6 5 0,0 5 8,6-10-8,5 1 0,0-11 0,0 0 0,0-4-10,0-10 10,0-1 0,5-4 0,6-5 0,-11-10 0,11 5-10,6 0 10,-6-10-10,0 0-3,6-5-1,-1-5 0,1-4 0,-1-6 6,1-4 8,0-6-13,-6-4 5,5-5 8,-5-1 0,0-4 0,0 0 0,0 0 0,1 0 0,-7 0 0,1 0 0,-1 0 0,-5-1 0,0 1 0,0 5 0,-5 5 0,5 4 0,-6 1 0,1 5 0,-1 4 0,0 5 9,-5 1-9,0 9 0,-5 10 14,5 0-4,-11 5-1,5 5 0,0 9 4,1 1 1,-1 5 0,1 4 0,5 5-14,0 11 8,5-6-8,-5 5 0,6-5 0,-1 1 0,6-1 0,6-5 0,-6 1 0,0-6 0,11 1 0,0-6 0,5 1 0,1-10-13,-1-1 2,-5-4 1,6-5-1,0-5 0,-1-5 0,6 0 0,-5-5-12,-1 1-2,1-6-1,-6-5 0,0 1 16,-5-6 10,5-5-12,0 6 12,0-6 0,-6 1 0,6 0 0,-5-1 0,-1 1 19,1 4 10,-6 0 3,5 6 0,-5 4-32,0 0 8,0 6-8,0 9 0,0 0 0,-5 0 0,-6 0 0,0 9 0,-6 6 20,1 5 2,5 4 0,-6 6 0,-5 4-13,11 5-9,-6 11 12,1-1-12,-1 0 0,1 0 0,10 5 0,-5-5 0,5-5 0,1-4 0,-1-11 13,12 0-4,-6-9-9,5 0 0,1-5 0,5-11 0,0-4 12,0 0 0,0 0 0,0-9 0,0-11-20,6 0-4,-6-4-1,6-6 0,-6 1 13,0-6 0,-6 1 0,1-5 0,-1-1 0,-5 1 0,6 0 0,-12 4 0,6 1 0,0 5 0,-5-1 0,-1 11 0,1-1 0,-1 5 0,-5 0 0,6 6 0,-7 4 23,1 5 4,-5 5 1,5-1 0,0 11-5,0 0-1,0 10 0,0-6 0,0 6-22,5 4 9,0 6-9,1-6 0,-1 5 0,6-4 0,-5-1 0,10 1 0,1-6 0,-1 1 0,1-5 0,5-1 0,0 1 0,0-10 0,-11-10 0,11 5 0,-11-5 0,0 0-14,0 0 2,22-5 1,-11-5 11,6 5 0,-6-10 0,0 1 0,-5-1-8,-1 0 8,1 0-8,-6 1 8,0-1 0,-6 0 0,1 5 0,-1 5 8,6 5-8,-11-9 0,0 9 0,0 0 0,0 4 0,0 1 0,0 5 10,-6 5-10,6 9 18,0-4-2,0 5-1,5-1 0,-5 11-15,6-1 11,-1 0-11,1 6 10,5-6 0,0 0 0,0 1 0,5-6 0,-5-4-10,6-5-16,5 4 4,-6-9 1,12-5 11,-6 4 0,0-9 10,6-5-10,-1 0 0,1-5 0,-1-9-8,1 4 8,0-5 0,-1-9 0,1-1 8,-1-9-8,1-6 0,0-4 0,-6-5 0,0 5 0,0-10 0,-6 5 0,1-1-8,5 1 8,-11 5 0,0 0 0,0 10 0,-6-1 0,1 1 0,-1 9 11,-5 6-3,6 4-8,-12 0 17,6 5-3,-6 0-1,-5 10 0,6 5 4,-6 0 1,0 10 0,-1 0 0,1 4-18,0 6 10,0 9-10,0 1 8,5 4-8,1 10 0,-1 10 0,1 0 0,5 0 0,0 0 0,0-5 0,5 0 0,6-5 0,-6-10 0,1 1 0,5-6 8,5-4-8,1-6 0,0-4 0,-1-5 0,6-6 0,0 1 0,0-10-12,6 0 12,-1-5-9,1-5 9,5 1 0,0-11 0,-5 0-10,5-9 10,0-10-8,-5 4 8,5-9-8,-6-5 8,1 0-8,-1-5 8,1 5 0,0-5 0,-12 4 0,6 1 0,0 10 0,-5 0 0,-1 4 0,-5 11 8,-5-6-8,-1 11 0,1 4 0,-6 0 0,0 5 11,-1 10 1,-4 5 0,-1 0 0,-5 10 5,0 0 2,0 9 0,5 1 0,-5 4-19,0 11 0,-5 4 0,10 5 0,0 5 0,1-5 0,-1 5 0,6-5 0,6 0 16,-1-5-3,1-4-1,5-6 0,0-4-12,0-6 0,11-4 0,0-5 0,0-6 0,5 1-16,1-5 3,-6-10 1,11-5 1,-5 1 1,5-1 0,0-5 0,0-10-2,0-4 0,-5 0 0,-1-6 0,6-4 12,-5 0 0,0-6 0,-1 1 0,-5 0 0,0 0 0,-5 4 0,5 6 0,-11-5 0,5 9 0,1 1 0,-12 4 0,1 1 0,-1 4 0,1 5 8,-6 5-8,0 1 9,-6 9-9,0-5 12,1 10-12,-6 0 12,0 9-4,-6 1 0,6 5-8,0 4 8,-6 1-8,6 9 0,-6 1 0,6 9 0,0-5 0,11 5 0,-5 0 0,-1 1 0,12-1 0,-1-5-9,6 0 9,0-4 0,0-6 0,6 1 0,-1-6-8,6-9 8,6 0-12,-6-5 12,5-1-12,-16-9 0,17-4-1,-1-1 0,1 0 0,5-5 0,-5-5 0,-1-4 0,6-1 0,-5-5 13,0-4 0,-1-6 0,1-4-9,-6 0 9,0 0 0,0-1 0,-6 1 0,1-5 0,-1 4 0,-5 6 0,0 0 0,0-1 8,-5 6-8,-6-1 8,0 6-8,0 4 12,-6 1-3,1 4 0,-6 0 0,5 5 2,-11 10 0,6 0 0,-5 0 0,-1 10 3,0 5 1,17 0 0,-11 4 0,0 11-15,0 4 0,0 5 0,0 6 0,11-1 0,-6 5 0,6 0 8,6 0-8,-1 0 0,6-5 0,0 1 0,0-11 0,6 0 0,-1-4 0,6-1 0,0-9 0,6 0 0,-1-6-12,12-4 3,-6 0 0,11-5 9,-5-5-12,5 0 12,-5-10-12,10-5 12,-5 1-8,1-1 8,-7-10-8,1-4 8,0-5 0,-6-11 0,0 6-8,-6-5 8,1-5 0,-6 0 0,0-1 0,-6 6 8,7 0-8,-12 0 8,0 0-8,-12 4 8,7 6-8,-1 4 8,-5 6-8,-5-1 12,5 6-3,-11-1 0,0 5 0,-1 1-1,-4 9 0,-1 0 0,-5 5 0,0 5 0,-6 4-8,1 1 12,-1 5-4,6 10 10,-6 4 2,0 1 0,6 9 0,0 5-20,5 5 0,-5 10 0,11 0 0,-6 0-22,12 0-8,-1 5-2,6-5 0,6-5 32,-1-5 10,1-5 0,10 0 0,-5-9-10,11-6 0,6 1-10,-6-11 10,5 1-19,1-5 3,5-6 0,6-4 0,-1-5 1,1-5 1,0-4 0,-1-6 0,6 0 5,1-4 1,-1-11 0,-6-4 0,1-6 8,0 1 0,-1-10 0,1-5 0,-6 0 0,0-5 0,0 5 0,-5 0 0,-6-10 0,0 10 0,-6 0 8,1 10-8,0 0 0,-12-1 8,-5 6-8,5 0 0,-5 4 10,-5 11-2,-1-1-8,-5 6 12,6 4-1,-7 10-1,-4 0 0,-1 5 0,-5 0 6,5 10 2,1 10 0,-6-1 0,-1 6 3,7 9 1,-1 1 0,6 4 0,0 5-22,5 5-18,1 5 3,-1 5 1,6 0-2,0 5 0,6 0 0,-1-5 0,6 0 16,0-5 13,0-5-2,6-5-1,-1-10-10,1 1-14,10-11 3,-5-4 1,6-5 10,-1-1 0,12-4-9,-6-10 9,0-5-13,0-4 1,6-1 1,0-10 0,-1 5 3,1-9 0,-6-11 0,6 6 0,-6-5 8,0-6 0,-6-4 0,7 0 0,-7-10 0,1 10 0,-1-6 0,1 6 0,-6 0 0,0 10 0,-6-6 0,-5 11 0,6-1 0,-6 6 8,0 4-8,-6 5 0,1 1 11,-6 9-3,0 0 0,-6 5 0,1 0 3,-1 5 0,-5 5 0,0 9 0,0 1 3,-6 5 1,6 4 0,0 10 0,5 1 1,6 4 0,0 0 0,-5-5 0,5 1-26,0-6-5,5 0-1,1 1 0,-1-11 16,0-4 0,12 0 0,-6-11 0,0 6-16,0-15-1,11 10 0,0-10 0,6 0 6,-12 0 2,6 0 0,0-5 0,6 0-3,-1-5 0,-4-4 0,-1-1 0,0-5 12,0-4-10,5-1 10,-5-4-10,6-11 10,-12 1 0,6 0 10,1-1-10,-7 1 0,1 0 0,-6 0 0,5 4 0,-10 6 0,5-1 0,-6 6 0,1 4 0,-1 0 0,-5 6 0,0 4 0,0 0 0,-6 5 12,1 5-3,-1 0-1,-5 5 0,0 5-8,0 5 0,5-1 0,-5 11 8,0-1 3,5 6 0,-5 9 0,6 5 0,-6 1-11,5 9 0,6-5 0,-6 5-11,1 0 11,5-5 0,0 0 0,0 0 0,5-5 0,6-4 0,-5-6 0,5-4 0,0-1 0,5-4 0,1-6 0,5 1 0,-6-5 0,6-6-13,6-4 5,-1 0 8,1-5-14,-6-10 5,11 1 1,0-1 0,-5-5 8,5-5-8,0 1 8,-5-6-8,-1-4 8,-5-1 0,0-4 0,0-5-8,0 4 8,-5-4 0,0-5 0,-1-1 0,-5 1 0,-5 5 8,-7 0-8,7 4 0,-12 1 0,6 4 0,0 6 0,-5 9 0,-6 0 0,5 6 8,-5 9-8,5-5 0,-10 5 8,5 5-8,-1 4 8,7 6-8,-6 5 8,0 4-8,5 6 8,-5 4-8,11 10 0,-6-4 0,1-1 0,5 5 0,0 5 0,5-9 0,1 4 0,5-10-8,-6 1 8,12-6 0,-1-4 0,1-6-8,5 1 8,0-10-8,5 4 8,6-9-8,-5-5 8,5-5 0,6 1 0,5-11-8,0-5-2,6-9 0,-6-6 0,0-9 0,0-5-6,-5 0 0,5-15-1,0 0 0,-5-10 17,5 6 0,-5-6 0,-1 5 0,-5 0 0,-5 6 0,0-1 0,-1 0 0,-5 5 0,6 5 0,-12 5-8,1 10 8,-1-1 0,-5 11 0,-5 4 0,-1 10 0,-5 6 0,0 9 11,-5 5-11,-1 4 10,-5 6-2,0 10 0,-6 4 0,1 6 0,-7 9 0,7 5-8,-1 10 12,0 5-4,-5 4-8,6 6 8,-1 10-8,0-1 8,6 6-8,0-1 0,0-9 0,11-6 0,-6-4 0,6-10 0,6-5 9,-1-10-9,6 0 0,6-9 8,-6-6-8,11-4 0,6-10 0,-1-1-15,6-9 3,0-5 0,0-5-16,1-5-4,10-9 0,-6-6 0,6-14 22,-5-5 10,0-5-10,5-5 10,-11-15 0,6 0 0,-1-5 0,1 1 0,0-1 0,-6 0 0,0 6 0,-6 4 0,1 5 0,-1 0 0,-5 10 0,-5 0 0,0 4 0,-1 11 0,1 5 0,-6 9 0,-6 10 0,6 5 16,0 5-1,-11 0-1,-6 10 22,6 10 4,-11 4 0,6 6 1,-1 4-21,1 10-4,-7 10 0,1 0-1,0 15-7,-5 0-8,5 0 11,-1 4-11,1 1 12,6 0-4,-1-6 0,6-4-8,6-10 0,5-5-17,11-4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5-15T07:44:26.486"/>
    </inkml:context>
    <inkml:brush xml:id="br0">
      <inkml:brushProperty name="width" value="0.13333" units="cm"/>
      <inkml:brushProperty name="height" value="0.13333" units="cm"/>
      <inkml:brushProperty name="color" value="#FFFFFF"/>
      <inkml:brushProperty name="fitToCurve" value="1"/>
    </inkml:brush>
  </inkml:definitions>
  <inkml:trace contextRef="#ctx0" brushRef="#br0">267 736 1245,'-28'15'55,"17"-5"12,0 5-54,0 4-13,0 1 0,0 10 0,0 9 9,5 5-1,-5 15 0,6 10 0,5 9 8,0 6 2,5 14 0,1-5 0,5 6-18,0-6 10,6 0-10,-1 1 8,6-11-8,0 1 10,1-16-10,-7-9 10,6-10-10,0-9 0,-11-16 0,0-9 0,-11-15-32,0 0 2,6-10 0,-1-14 0,-5-16 30,0-9 8,-5-15 1,-1-9 0,-5-16 7,0-14 0,6-10 1,-1-10 0,1-14-5,-1 4 0,1 6-1,5 4 0,-6 0-11,6 15 0,-5 5 0,5 9 8,0 16 1,-6 14 0,6 10 0,-5 15 0,5 14 23,0 10 4,-6 10 0,6 5 1,0 25-21,6 24-4,-1 15 0,1 10-1,5 14-11,-6 5 0,12 15 0,-6 0 8,0 1-8,5 4 0,1-5 0,0-5 0,-1-15-20,-5 1 1,6-6 0,-6-14 0,-6-10 0,6-15 0,-5-5 0,-1-14 0,1-6 19,0-9-10,-6-10 10,0-14-8,0-11 8,0-14 0,0-10 0,0-20-8,-6-5 8,0-19 0,6-5 8,0-10-8,0-5 0,6 0 8,0 0-8,-1 9 0,6 1 0,0 10 0,0 9 0,6 16 0,-6 14 0,5 14 0,1 11 0,0 14-8,-6 15 8,0 10 0,0 15 0,0 14-8,0 15 8,0 20 0,0 4 0,0 11 0,-5 9 0,-1 0 0,6 0 0,-5-4 0,-1-1 0,1-10 0,-6 1 0,0-10 0,0-1 0,-11-14 0,5-10 0,-5-4 0,6-11 0,-7-5 8,1-9-8,0-10 0,0 0 28,-5-20 0,-1-5 1,1-9 0,-1-21-29,6-4 0,-6-10 0,6-14 0,-5-11 0,-1-9 0,6-1 0,0-9 0,0 5 0,5 5 0,1 4 0,-6 16 0,5 4 0,1 15 0,-1 15 0,6 14 0,0 10 0,0 15 0,0 15 0,0 15 0,0 9 0,6 20 0,-6 5 0,5 9 0,-5 6 0,0 9 0,0 6 0,6-6 0,-6-4 9,-6-1-1,6 1 0,-5-16 0,5-4-8,-11-5 0,5-10-12,1-9 12,-6-11 0,5-9 0,-5-6 12,0-14-4,0-5-8,0-14 8,0-6-8,0-14 8,-6-5-8,12-15 0,-6-10 0,0-10 8,0 1-8,5-6 0,-5-4 0,11 4 0,-5 6 0,5 4 0,0 0 0,0 16 0,5 4 0,-5 9 0,6 16 0,-1 4 0,1 15 0,-6 10 0,16 20-9,-5 19 9,0 15 0,6 15 0,5 25 0,-5 9 0,-6 5 0,5 0 0,6 0 8,-11 0-8,0-10 0,0 5 0,0-9 0,-5-11 0,0 6 0,-6-16 0,-6-14 8,6-10-8,-6-9 0,6-11 0,-5-4 8,5-16-8,0-9 8,0-9-8,-6-16 11,6-14-11,-5-15 8,5-10-8,0-20 0,0-4 0,0-10 8,0-10-8,0-10 0,0-5 0,0-5 8,0 5-8,5 1 0,1 9 0,-1 0 0,1 24 0,0 16 0,-1 14 0,1 14 0,-1 16 0,6 14 0,-11 15 0,11 15 0,-5 24 0,5 15 0,0 10 0,0 15 12,5 9-4,1 15 0,-6 5-8,0 0 8,0 5-8,0 0 0,0-5 0,-5 5 8,-6-4-8,0-6 0,0-5 0,-6-10 10,1-19-10,-6-5 8,0-20-8,5-5 20,1-14-2,-1-10 0,6-15 0,0 0-18,-11-20 0,0-19 0,0-15 0,0-20 8,5-9-8,-5-11 0,6-14 0,-6-10 10,5-9-10,6-6 8,-5 0-8,-1 1 0,6 4 0,-5 0 0,5 15 0,5 10 0,-5 25 0,6 19 0,-1 14 0,1 21 0,-6 24 0,11 24 0,0 26 0,0 23 0,0 11 0,0 14 0,6 15 0,-12 5 0,12 5 8,-1-5-8,-5 4 0,-5-4 0,5 5 0,0 5 0,-6-5 0,-10-6 0,-1-9 0,1-9 0,-6-16 0,0-9 0,0-10 0,-6-15 0,1-10 0,-1-14 10,0-15-10,1-10 12,5-15-12,-6-15 8,-5-19-8,0-20 0,0-14 0,5-20 0,1-10 0,-1-10 0,6-15 0,-5-9 0,4 0 0,1-10 0,11 4 0,-5 11 0,5 9 0,0 10 0,5 20 0,1 15 0,-1 19 0,1 10 0,0 20 0,5 14 0,-11 25 0,0 0 0,5 35 0,6 14 0,-5 15 0,5 14 10,-6 11-10,1 14 0,5 0 8,0 10-8,-6 5 0,1-10 0,-1 0 0,1 0 0,-6-10 0,-6-9 8,6-6-8,-5-14 8,5-10-8,-6-5 0,1-20 8,-1-9-8,1-10 0,-6-6 14,11-9-2,0-24-1,-6-11 0,6-14-11,-5-19 8,5-11-8,-6-4 8,6-16-8,0-4 0,0-10 0,6 0 0,-1-5 0,-5 10 0,6 0 0,-1 10 0,1 0 0,-6 9 0,5 16 0,-5 19 0,6 9 0,5 16 0,-6 14 0,-5 15 0,0 0 0,6 25 0,0 14 0,-1 15 0,1 5 0,-1 10 0,-5 9 0,6 1 0,-6 4 0,0 11 0,-6 4 0,6 0 8,-11 0-8,0-9 0,0 4 0,-6-9 8,1-11-8,-1-9 0,-5-10 0,6-14 0,-1-11 0,6-9 0,-6-6 0,6-18 8,0-11-8,0-20 8,6-14-8,-6-15 8,5-19-8,1-10 0,-1-20 0,1-10 0,5-5 0,5 0 0,-5 1-9,11-1 9,-5 5 0,5 10 0,-6 10 0,6 24 0,0 11 0,6 23 0,-6 11 0,0 14 0,6 16-12,-6 18 2,5 16 0,-10 19 0,5 15 10,0 14 0,0 6 0,-6 4-8,1 6 8,-6-1 0,5 10 0,-5 5 0,0 0 0,-5 0 0,-1 0 0,1-5 0,-1-9 0,-5-1 8,0-4-8,-5-16 0,-1-9 0,6-10 8,-6-15-8,1-9 0,-1-6 11,6-9-3,0-15 0,6-15 0,-6-9-8,5-20 10,1-10-10,5-15 10,-6-15-10,12-9 0,-1-10 0,6-10 0,0-10 0,0 0 0,0 0 0,0 1 0,6 4 0,-6 10 0,0 14 0,0 16 0,0 9-9,6 20 9,-12 15 0,6 14 0,0 10-12,-5 25 12,-1 19-12,-5 20 12,0 15-12,0 10 12,0 4-12,0 10 12,0 1 0,-5 9 0,-6 0 0,5 5 0,-5-5 0,0 0 0,0-4 0,0-1 0,0 0 0,-6-9 0,1-6 0,-1-14 0,1-10 0,5-10 0,-6-15 0,6-4 0,0-16 9,11-14-9,-11-4 8,5-16-8,6-14 0,0-21 0,0-8 0,0-21 0,0-9 0,6-10 0,-1-20 0,1-5 0,0-4 0,5-6 0,0 5 0,5 1 0,1-1 0,-1 10 0,1 5 0,5 25 0,-5 19-11,5 20 11,-6 20-8,6 19 8,0 10-9,1 30 9,-7 29-10,6 20 10,-5 24 0,5 10 0,0 15 0,-5 0 0,-1 9 0,1 1 0,-6-1 8,-6 6-8,6-10 0,-11 4 0,0 1 8,-5-5-8,-1-15 0,-5-5 0,0-20 8,-5-4-8,5-21 0,0-4 0,-6-14 8,6-16-8,0-9 20,0-10 1,11-10 0,-11-15 0,0-15-12,5-9-9,-5-20 12,6-20-12,-1-9 0,-5-10-9,6-10-1,5-10 0,-6-10 10,6-9 0,0-6 0,0 6 0,0-6 0,6 15 0,-1 1 0,1 14-8,5 5 8,5 24 0,-5 20 0,0 20-8,6 10 8,-1 14 11,1 20-3,0 20 0,-6 19-8,11 25-17,0 15 4,0 14 1,-5 15 12,-1 10 0,1 5 0,5-1 10,-6 6 43,1 0 9,-6 0 2,0 4 0,0-4-100,-5-5-19,-6-5-4,0-10-1,-6-15 50,1-14 10,-6-6 0,0-14 0,5-15 0,0-4 0,1-16 8,-6-9-8,-6-10 8,12-10 0,-6-15-8,5-14 12,-5-10-12,0-20 0,0-10 0,11-19 0,-5-20 0,-1-10 0,6-10-8,0-9 8,6-10 0,-1-5 0,1-1 0,-1 1 0,6 5 0,0 14 0,6 11 0,-12 24 0,6 14 0,0 20 0,0 20 0,6 20 0,-6 14-8,0 20 8,0 15 0,6 24 0,-6 20 0,5 14 0,-10 11 0,5 14 0,-5 5 0,-1 10 0,-5 0 0,0 0 9,0-10-9,-5 9 0,-1 1 0,0-5 8,1 0-8,-12-10 0,6-14 0,-5-15 0,-1-1 0,6-24 0,-5-4 0,4-11 8,-4-9-8,10-11 0,-5-4 0,11-10 8,-11-20-8,0-19 0,6-10 0,-6-20 8,5-19-8,-5-15 0,0-10 0,0-20 0,11-14 0,0-1 0,-6-4-9,6 5 9,0 9 0,6 6 0,11 4 0,-1 20 0,-5 19 0,6 16 0,-1 14-8,6 24 8,-5 11 0,5 24 0,0 29-8,6 25 8,-6 25 0,6 19 0,-6 20 0,0 10 9,0-1-9,-6 6 0,1-5 0,-6 4 8,0-9-8,0 5 8,-11-5-8,-5 0 8,-1-11-8,1-8 0,-6-16 0,0-9 0,-6-15 8,6-10-8,-6-20 8,6-5-8,-5-9 16,-1-10-3,6-15 0,0-15 0,0-9-5,-6-20 0,6-10-8,-5-15 12,5-14-12,0-11 0,0-18 0,0-11 0,5-5 0,0-9 0,12-6 0,-6 1 0,0 5 0,0 4 0,0 15-8,11 15 8,-5 15 0,-1 24 0,1 20 0,5 10 0,5 19 0,-5 20 0,0 10-8,11 24 8,-5 10 0,0 20 0,-1 15 0,6 9 0,-5 6 0,-1 9 9,1-5-9,-6 0 8,0 1-8,-5-1 0,-1 0 0,-5-10 8,0-4-8,0-10 0,-11-6 0,6-9 0,-6-19 8,0-1-8,-1-10 8,12-9-8,-5-10 11,5-10-3,-11-5-8,5-10 12,-5-9-12,6-16 0,-6-9 8,5-10-8,1-9 0,-1-16 0,1-9 0,-1-6 0,6-4 0,0-5 0,6 5 0,-1 5 0,1 9 0,-1 16 0,6 9-8,0 20 8,0 14 0,0 15-8,6 15 8,0 15 0,-1 15-12,1 19 12,-1 15-12,1 19 12,-1 10 0,1 6 0,0 4 0,-6-5 0,5 0-16,-5 1 3,-5-1 1,-1 0 0,-5 0 20,6-9 5,-6-1 1,5-9 0,-10-15-14,-1-10 0,6-5 8,0-20-8,-5-4 0,5-10 0,0-15 8,0 0-8,0-15 0,-6-15 0,1-9 0,-1-25 0,1-14 0,-6-11 0,0-14 8,-6-5-8,6-15 0,-6 0 0,-5-9 0,6 4 0,-6-5 0,0 15 0,5 1 0,-5 18 0,5 11 0,1 19 0,-1 10 0,6 20 0,0 14 8,0 16-8,0 13 0,0 16 0,0 19 15,0 15-3,0 10-1,5 15 0,-10 14-27,10 1-4,-5 4-2,5 5 0,1 0 22,-1-5 0,6 1 0,0-11 0,-5-5 0,5-14 0,5 0 0,-5-20 0,0-5 0,11-14 0,-5-1 0,5-14 0,-11-15-15,11 0 5,6-15 1,-1-9 0,6-16 9,6-14-8,-6-14 8,-5-11-8,5-19 8,0-15 0,-6-10 0,7-5 0,-7-4 0,1-1 8,-1-9-8,-10 9 0,-1 0 0,1 15 0,-6 15 0,0 10 8,-11 10-8,5 24 8,-5 9-8,0 11 8,-5 15 0,-1 19 1,-5 10 0,-6 19 0,1 15-9,-1 25 10,-11 15-10,12 14 10,5 15-10,-6 10 0,0 0 0,1 15 0,5-1-9,-6 6 9,11-1 0,-5-4 0,0-10 0,11-10 0,0-5 0,6-10 0,-1-19-8,6-15 8,11-6 0,0-18 0,6-11-12,-1-9 4,-5-10 8,17-10-13,-6-10 0,11-10 0,-5-14 0,5-20 0,-5-10 13,-1-15 0,6-4 0,-10-20 0,4-10 0,-10-5 0,-1 0 0,-5-5 10,-5 10-10,-6 0 8,-6 0-8,-5 15 8,-5 10-8,-6 9 0,0 5 9,-6 20-9,0 10 9,-5 10-9,0 4 12,5 15-12,-5 11 16,0 18-3,0 6-1,0 19 0,-6 15-1,6 15-1,0 15 0,0 4 0,-1 0-22,7 11-4,5-1 0,5 0-1,1-14 17,10-1 0,0-9-8,12-5 8,0-15 0,5-5-8,0-10 8,11-5 0,0-4-10,5-6 10,1-4-8,5-10 8,0-10-8,-5 0 8,5-10-8,-5-5 8,5-4 0,-5-11 0,-1-9 0,1-10 0,-6-5 0,0-10 0,-5-5 9,-1 0-9,-10-9 9,-1 4-9,1 5 0,-6-4 9,-6 4-9,-5 0 12,0 5-12,0 5 12,6 10-12,-12 5 10,0 5-10,-5 9 10,6 6 1,-1 9 0,-5 10 0,0 10 0,-6 10-3,6 14 0,-5 6 0,5 4 0,-6 0-8,11 10 0,-5-5 0,6 6 0,-1-6 0,0 0 0,6-5 0,0 5 0,6-9-12,-1 4 12,6-9-10,6-1 10,-1 1 0,1-11-9,5 1 9,0-5 0,6-6 0,-1-4 0,1-10 0,-1-4 0,1-11-27,5 0 0,0-14 0,0 0 0,0-11 27,0-9-8,1 0 8,-7 0 0,-5-5 0,0 5 0,0 0 0,-5 5 0,-12 10 0,1 14 11,-1 6-11,1 9 12,-6 10-12,-11 10 0,-1 19 0,1 10 0,-5 6 0,-1 9-17,0 9 2,-5 1 1,0 0 14,0 0-9,0-10 9,5 0-8,6-10 8,0-4 0,0-6 0,5-9 0,6-1 0,0-9 11,0-5-3,11-10 0,0 0 5,-5-10 1,5-10 0,0 1 0,0-11-6,5-4 0,1-6-8,-1 1 12,-5-10-12,0 0 0,0 5 8,6-1-8,-6-4 0,5 0 0,-5 10 8,0 5-8,0-1 0,0 11 0,0 9 0,0 0 0,-11 5 0,6 5 11,-6 5-11,5 5 10,-10 0 2,-1 0 0,0 5 0,-5 5 0,0-5-4,0 4-8,-6 1 12,6-5-4,-5 5-8,10-6 0,-5 1 9,5-5-9,1 0 0,-1-5 0,6 0 0,6-5 0,5-5 0,0-4-8,0-6 8,11-5-12,0-4 12,5-6-10,1 1 10,5-5-10,0-1 10,0 1 0,0 0 0,0 5 0,-5 4 0,0 10 0,-6 6 0,0 9 0,-11 5 0,5 14 0,6 16 0,-11 9 0,6 15 0,-6 10 0,-6 10 0,1 9 0,-6 1 0,0 4 8,-6-4-8,-5 4 0,5-4 0,-5-1 0,0-4 0,0-6 0,0-9 8,5-15-8,1 1 10,-1-21-10,6-4 18,6-11-2,5-14-1,0 0 0,0-10-6,5-14-1,6-10 0,6-16 0,-1-4-8,7-5 0,4-9 0,6-1 0,0-5 0,6 1 0,0 4 0,0 5 0,5 0 0,-6 5 0,1 10 0,0 10 0,-6 4-29,6 11 1,-6 4 1,5 5 0,-4 6-111,-1 9-22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5-15T07:07:39.101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 contextRef="#ctx0" brushRef="#br0">1527 6152 1188,'-11'-15'26,"-6"5"6,6-4 0,-5 4 1,5-5-33,-11 0 0,5 6 0,-11-6 0,1 0 76,-1 5 8,-5-4 1,0 4 1,0 5-25,5 0-5,-5 0 0,5 0-1,-5 5-37,5 0-7,-10 5-2,5 10 0,5-1-9,-5 1 0,5 5 0,1 0 0,-7 9 53,1 0 9,0 6 2,0-1 0,0 6-52,5-6-12,-5 5 0,0 0 0,11 1-17,-6-1-7,12 5 0,-7 5-1,7 1 5,5-6 0,5 5 1,6 10 0,0 0 5,0 0 1,17 5 0,-6 4 0,6-9 2,10 5 1,1-5 0,-1 0 0,12-10 10,0-5 0,-1 5 0,1-14 8,5-11-31,6 1-5,5 0-2,-5-11 0,5 1 48,1-5 10,-1-10 1,11 0 1,-16-10-38,11 0-8,-1-9-2,-4-11 0,-1 5 36,-11-9 7,6-5 2,-6-5 0,6-1 6,-23-9 2,7 0 0,-7-14 0,1 4-1,-12-10 0,1 0 0,-6-4 0,-5-1 3,-12 1 1,-5-1 0,0-5 0,-11 11 1,-6-11 0,-10 6 0,-1-6 0,-16 6-6,5 4-1,-5 0 0,-6 5 0,0 15-8,0 5-1,1 10-1,-1 10 0,5 14 2,1 15 0,0 5 0,5 19 0,12 11-35,-1 9-6,6 10-2,5 10-730,11 5-147</inkml:trace>
  <inkml:trace contextRef="#ctx0" brushRef="#br0" timeOffset="-530.41">941 6574 1213,'0'0'53,"0"0"12,0 0-52,0-9-13,0-6 0,-5 0 0,10 5 60,6-4 8,-11 4 3,0-5 0,11-5-27,-5 6-4,5-1-2,0-5 0,0 6-16,0-1-3,0 0-1,0 5 0,0-5-9,0 11-1,0-6-8,6 10 12,-12-5-4,-5 5-8,0 0 11,12 5-11,-7 5 9,6-1-9,-11 6 0,0 0 9,6 5 0,-1-1 0,-5 1 0,0 4 0,0 1-21,-5 4-5,5 1-1,-6-1 0,1 1-1,-6-1 0,5 1 0,0 4 0,-10 1-13,5-1-4,5 5 0,-5 1 0,0-1 36,6-5 0,-6 1 0,5 4 0,6-10 0,0 1 8,-5-1 0,5-4 1,5-6-9,1-4-12,-6 0 2,5 0 1,6-10 23,0 4 5,-5-9 1,5 5 0,-11-5-20,22 0 0,-11-5 0,11 1 0,0-1 0,-11-5 0,6 0 8,5 0-8,-5 0-14,10-4-6,-10-1-2,5 0-657</inkml:trace>
  <inkml:trace contextRef="#ctx0" brushRef="#br0" timeOffset="-1933.92">748 493 882,'0'0'39,"-11"-9"8,5-6-38,1 0-9,-12-5 0,1 6 0,-1-11 73,0 10 13,1-4 2,5 4 1,-22 0-8,11 1-1,-6-6-1,6 10 0,0 0-19,0 5-4,-6-4-1,6 4 0,-6 5-35,12-5-6,-17 5-2,10 0 0,1 0 28,6 10 4,-17-1 2,5 6 0,0 0-30,1 5-5,-1 4-2,0 6 0,12-1-9,-12 10 8,6-4-8,0 9 8,5 0-8,12 5 0,-6 0 0,11 5-11,0 5 11,0 0-13,11 5 5,0 0 8,0 5-17,0-5 4,11 4 1,-5 1 0,5-5-24,0 0-4,0 5 0,6-6-1,5 1-15,-6-10-2,7 0-1,4-4 0,1-11 47,5-10 12,-5-4 0,11-10 0,-6-6 0,11-9 0,0-9 10,6-6-10,-6-20 28,-5 1-1,5-5 0,-5-5 0,0-1 4,0-9 1,-1-5 0,-10 0 0,5-4 18,-16-1 4,5-5 1,0-5 0,-16 1-15,5-11-4,-17 1 0,-5-1 0,0 6-5,-5 4-2,-12-10 0,-5 6 0,0 4-5,-6 0-2,-5 1 0,-5-1 0,-1 15 2,-5 10 0,-6 0 0,0 14 0,-5 11 1,5 9 1,-5 5 0,-6 15 0,6 5 6,0 5 2,5 0 0,6 4 0,5 1-96,6 4-19,0 1-4,5 9-959</inkml:trace>
  <inkml:trace contextRef="#ctx0" brushRef="#br0" timeOffset="-2504.59">494 656 1234,'27'4'27,"-27"-4"5,0 0 2,0-9 2,0-1-36,6 5 0,-6 5 0,-6-10 0,6-5 71,0 10 7,0 1 2,0 4 0,0 0-24,0 0-5,0 0-1,6 14 0,-6 6-10,11 0-3,-11-1 0,5 11 0,6-1-5,-5 6 0,0-6-1,5 10 0,-11 1-16,11-1-3,-11 5-1,5-5 0,1 1-11,10 4 0,-16 0 0,6 0 8,5-4-18,-11-1-4,11 0-1,0 0 0,5-4-67,-10-1-14,5-4-2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5-15T07:07:40.671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 contextRef="#ctx0" brushRef="#br0">4 259 932,'0'0'41,"-5"-14"9,5 9-40,0 5-10,0 0 0,0 0 0,0-20 73,0 10 13,0 10 2,5-10 1,-5 1-11,6-6-2,5-5-1,-6 10 0,1 0-11,-1 1-1,6-1-1,6-5 0,-6 0-17,5 1-3,1-1-1,5 10 0,0 5-21,0-5-4,0-10 0,1 6-1,-1-1-5,5 5-1,-5 5 0,1 0 0,-1-5-9,-6 0 0,6 5 0,0 0 8,-5 0 0,0 10 0,-12 0 0,6-1 0,0 1-8,-5 0 0,-6 5 0,0 0 0,0-1 0,-6 1 0,-5 10 0,-5 4-11,-1 5-10,-5 6-3,0-1 0,0 0 0,-6 1-13,6 4-3,-6-10-1,1 5 0,5-9 23,5-5 5,0-1 1,6-4 0,0-6 12,6 1-9,-1 0 9,12-5-8,-6-10 8,5 10-13,6-6 5,0 1 8,6 0 0,-6-5 0,11 5 0,0-5 0,0 5 0,0 0 16,6-5 0,5 5-1,0 0-2,1 0 0,-12-5 0,11 10 0,0-5 9,-5 4 2,-1-4 0,-10 5 0,5 0-3,-5 0 0,-1 4 0,1 1 0,-6 0-1,-6 0-1,1-1 0,-6 1 0,0 0-28,-6 5-6,-5-1-1,-5 1 0,-1-1 42,0 6 8,-5-5 2,0-1 0,0-4-22,0 0-4,-6 0-1,-5-6 0,6 1-9,-1-5 8,0 5-8,1-5 8,-1-5-25,0 0-6,1 5-1,10-5 0,1 0-112,-1 0-24,6 0-4</inkml:trace>
  <inkml:trace contextRef="#ctx0" brushRef="#br0" timeOffset="598.22">606-129 172,'0'0'16,"0"0"-16,-11 5 0,-5-5 0,5-5 246,-6 0 46,1-5 10,-1 6 2,-5-1-159,0 0-31,-6-5-6,6 5-2,-6 0-29,1 5-5,-12 0-2,6-5 0,-6 5-10,1 5-1,-7 5-1,1-5 0,0-5-17,0 0-3,-6 0-1,0 5 0,12-5-21,-1 5-4,6 0 0,-6 4-1,6 6-11,5 0 12,-5 5-12,6-1 12,-7 11-36,12-1-6,-5-4-2,5 14 0,-1 5 45,1 5 9,11-4 2,0 18 0,0-4-32,0 15-7,6 0-1,5 4 0,0 1-7,5-1-1,6 1-1,0 5 0,-5-1-27,10-9-4,6-1-2,6 1 0,0-15 4,5 0 1,11-10 0,11-5 0,1-14 53,10-1 0,6-9 16,5 0-4,-5-11-4,0-9-8,0-5 12,-1-4-4,-4-11 37,-1-5 7,0-9 2,1-10 0,-12-5-5,0-5-1,0-5 0,1-10 0,-12 5-25,-5-5-6,-1-4-1,-10-6 0,-6 0 6,-5 1 1,-6-11 0,-11-4 0,-11 10 5,-6-1 2,-5 1 0,-6-6 0,-5 11 5,-6-6 1,1 10 0,-6 6 0,5 4-4,-5 15-1,5 9 0,0 11 0,6 14-20,0 10-11,0 5 12,0 15-12,0 5-13,5 14-10,0 10-1,6 0-1,0 6-184,5-6-37</inkml:trace>
  <inkml:trace contextRef="#ctx0" brushRef="#br0" timeOffset="1941.81">468 5933 1252,'0'0'56,"0"0"11,0 0-54,0 0-13,0 0 0,-5 5 0,5 4 108,0-4 20,0-5 3,-6 5 1,6 5-56,-5-5-10,5-5-2,0 10-1,0-10-23,0 5-5,-6 4-1,6-9 0,0 10-10,0 0-3,0 0 0,0 5 0,-5-1-9,5 1-3,0-5 0,0 10 0,0-1-1,0 1-8,0 4 12,-6 1-4,6 0-8,0 4 12,0-4-12,0-1 12,0 1-12,0 4 0,0-4 0,6-1 0,-6-4 0,5 0 0,-5-6 0,6 1 0,-6 0 0,5-5 0,1-1 0,-6-9 0,0 0-8,5 10 8,-5-10-10,11 10 10,0 0 0,0-5-9,6 0 9,-6-5 0,-11 0-8,11 5 8,0-5-8,0 5 8,6-5 0,-1 0 0,-16 0 0,17 0 0,0-5 0,-6 5-10,5-5 10,1 5-10,-6-5-30,0 0-5,-11 5-2,11-10 0,0 0-74,0 5-15,0-4-4</inkml:trace>
  <inkml:trace contextRef="#ctx0" brushRef="#br0" timeOffset="2223.09">745 6242 1180,'0'0'52,"0"0"12,0 0-52,0 0-12,-6-10 0,6 0 0,0 10 94,-5-5 16,-1 1 3,6 4 1,0 0-61,0 0-12,0 0-2,0 0-1,0 0 25,0 0 5,0 0 0,0 0 1,0 0-36,0 0-7,0 0-2,0 9 0,0 11 9,0 0 2,6 4 0,5 6 0,-6-1-35,6 6 0,0 4 0,0-5-12,0 1 0,0-1 1,-5 5 0,5 1 0,0-6-29,-6-5-5,1 1-2,5-5 0,-5-1 38,-1 1 9,6-11 0,-5 1 0,-6-5-120,0-10-23,0 0-4,0 0-1</inkml:trace>
  <inkml:trace contextRef="#ctx0" brushRef="#br0" timeOffset="2749.47">1098 5883 990,'-11'-4'21,"6"-1"5,-1-10 1,1 5 1,-1-5-28,-5-4 0,5-1 0,-5-5 0,0 1 68,-5-1 7,-1 6 1,1-6 1,-1-4-1,-5 9-1,-6 0 0,1 1 0,-1-1 3,0 5 1,1 6 0,-6-1 0,0-5-33,-1 5-6,-4 5-2,-1-5 0,0 6 11,1 4 3,4 4 0,1 1 0,-5 5-23,4 0-4,1 10-1,0-1 0,0 1-3,0 4-1,0 6 0,0 4 0,5 6-20,0 4 0,1 10 0,5 5 0,5 0 0,6 10-12,5-6 2,6 16 0,0 0-7,6 4-2,5-4 0,11 4 0,-5 1-18,5-1-4,5-4-1,1-15 0,0-1-20,5-4-4,0 5-1,6-5 0,5-5 31,0-10 5,6 1 2,16-1 0,0-10 29,1-14-9,-6 0 9,5-16 0,0-4 31,-5-9 11,5-6 2,-5 0 1,-6-14-14,-5-1-3,0-9-1,-6-5 0,-5-10-16,-6 0-3,0-5-8,0-5 12,-5 0 4,-6 0 0,-6 0 0,-5-9 0,1 4 4,-12-10 0,0-4 1,-6-6 0,-5 6 0,0-6 0,-11 6 0,0-5 0,-11 9 16,-1 5 3,1 5 1,-5 1 0,-7 9-21,7 10-4,-7 4 0,1 11-1,-6 9-15,6 21 8,6 4-8,-1 14 0,6 16-151,0 9-36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5-15T07:14:39.696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39 0 806,'0'0'36,"0"0"7,0 0-35,0 0-8,0 0 0,0 0 0,0 0 53,0 0 9,0 0 2,0 0 0,0 0 0,0 0 0,0 0 0,0 0 0,0 0-52,0 0-12,0 0 0,0 0 0,0 0 20,0 0 0,0 0 1,0 0 0,0 0 18,0 0 3,0 10 1,0 4 0,-11-4-43,11 5-11,0-15-1,0 10 0,0 4 12,-5 1 12,5 5-2,5-5-1,6-1-9,-11 6 0,0 0 9,0-1-9,0 6 0,0-6 0,0 1 0,6 5 8,-6-6-8,0 6 0,-6-10 0,6 9 0,0-4 0,0-1 0,0-4 0,0 0 8,0 5-8,0-6 0,0 1 0,0 0-8,0-10 8,0-5 0,0 9 0,0-9 0,0 0 0,0 0-13,0 0 3,0 0 1,0 0-8,0 0-2,0 0 0,0 0 0,0 0 5,0 0 1,0 0 0,0 0 0,0 0-9,0 0-2,0 0 0,-11-9 0,11-6 39,0 15 7,-5-15 2,-1 5 0,6-4-39,-5-1-7,5 0-2,0-5 0,-6 6 40,6-1 8,-5-5 2,5 6 0,0-1-17,0 0-9,0-4 10,0-1-10,0 5 8,0-5-8,0 6 0,0 4 0,0-5 0,5-4 0,-5 4 0,0 0 0,6 5 0,-6 10 0,0-14 0,5 4 0,1-5 0,-6 15 0,0-10 0,0 10 0,5-10 8,-5 10-8,0 0 0,0 0 0,0 0 8,0 0-8,0 0 0,11 5 0,-5 5 12,5 0-4,-11-10-8,11 10 12,0-5-12,0 0 0,-6-1 8,7 6-8,-1 0 17,5-5 1,-16 5 0,0-10 0,11 10-27,-5-1-6,5 6-1,5 5 0,-10-5 16,-1 9 0,1 1 0,-1-1 10,1-4-10,5 4 8,0 1-8,-11-5 8,6-1-8,-1 1 0,1 0 0,-1-6 0,1-4 0,5 0 8,-11-10-8,5 15 8,-5-15-8,0 0-11,0 0 3,0 0 0,0 0-16,0 0-4,0 0 0,0 0 0,0 0-23,0 0-5,0 0 0,0 0-489</inkml:trace>
  <inkml:trace contextRef="#ctx0" brushRef="#br0" timeOffset="266.27">-27 452 460,'-11'0'20,"5"5"5,1-1-25,-1 1 0,6-5 0,-11 5 0,11 0 195,0-5 33,0 0 8,0 0 0,0 0-148,0 0-29,0 0-7,22-5 0,6 0 9,-11-4 3,-6 4 0,5-5 0,1 0-56,-6 5-8,11 0 0,-11-5-10,6 0 0,-1 1 0,-5-1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5-15T07:14:41.545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1 246 864,'0'0'38,"0"0"8,0 0-37,0 0-9,0 0 0,0 0 0,0 0 48,0 0 8,0 0 2,0 0 0,0 0-5,0 0-1,0 0 0,0 0 0,0 10-13,0 0-3,0 4-1,0 1 0,0 0-18,0-1-3,6 1-1,-1 0 0,-5 5-13,6-6 0,-6 1 8,11 5-8,-11-6 0,5-4 0,-5 5 0,6 0 0,-6-5 0,5-1 0,-5-9 0,0 0 0,6 15-11,-6-15 2,5 10 0,-5-10 0,0 0-3,0 0-1,0 0 0,0 0 0,0 0-9,0 0-2,0 0 0,0 0 0,0 0 24,0 0 0,0 0 0,0 0 0,0-5 0,-5-10 0,5 5 0,0-4 0,-6 4 0,1-5 0,5 0 0,-6 1 0,6-6 0,-5 5 0,5 1-12,-6-6 12,1 5-9,5-4 9,-6-1 0,6 0 0,-5 6 0,5-6 0,-6 5 0,6-5 0,6 1 0,-6 4 14,0 0-1,5 1 0,-5-1 0,6 5 0,-6-5 0,5 6 0,1-1-1,-1 0-1,-5 0 0,6 0 0,5 0-1,-6-4 0,6 9 0,1 0 0,-1-5 6,-6 5 2,12 0 0,-6 5 0,0-5-8,0 5-2,5 5 0,-5 0 0,1-5-8,-12 0 0,0 0 0,5 15 0,-5-15 0,6 10 0,-1 4 0,-5 1 0,6 5 0,-6-5 13,-6 4 0,1 6 0,-6-1-21,5-4-5,-5 0-1,0 4 0,0-4 4,0-1 1,5-4 0,1 5 0,-6-10 9,5 4 0,1-4 0,-1 0-8,6-10 8,0 0 0,0 0 0,0 0-8,6 10 8,-6-10 0,0 0 10,0 0-10,0 0 0,5 5-8,-5-5-1,17 5 0,-6 0 9,5-5 0,-5 0 8,6-5-8,-6 5 8,6 0-8,-6-5 8,0 5-8,-11 0 12,11 0-1,-11 0-1,0 0 0,11 5-10,-11-5 0,5 5 9,1 9-9,-6-9 15,0 10-2,0 0 0,-6-1 0,1 6-4,-1-5-1,1 4 0,-6 1 0,-6 0 10,6-1 2,-5-4 0,4 0 0,1 0-4,-5-6-1,-1 1 0,6-5 0,-5 5-15,5-10 0,11 0 0,-11 0 0,-1-5-16,1 0-5,-5 5-2,10-5-714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5-15T07:14:45.358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27 205 172,'0'0'8,"0"0"1,0-5-9,0-5 0,-11 5 0,6-4 0,5-1 215,0 0 41,-6 0 8,6 0 1,-6 0-162,6 1-33,0-6-6,0 5-2,6 0 0,-6 0 0,0 1 0,0 9 0,0 0-15,0 0-3,0 0-1,11-10 0,0 0-15,0 0-2,-5 0-1,-1 0 0,6 1-7,0 4-2,-11 5 0,0 0 0,11 0-6,0 5-2,0-5 0,6 9 0,-17-9-8,11 15 0,6 0 9,-1 5-9,-10-6 0,-1 1 8,12 5-8,-1-6 0,-4 6 0,-1-5 8,-11 0-8,11-1 0,0-4 0,-6 5 8,-5 5-8,6-6 0,-1 1 0,1 5 8,-6-6-8,0 1 0,-6 5 8,6-5-8,0 4 8,0 1-8,-5-1 8,-6-4-8,5 0 8,1 5-8,-6-6 12,-6 6-3,6-5 0,0-1 0,5 1 0,-5-5 0,0 0 0,6 0 0,-1-1-9,-5 1 0,6-5 0,-1 5 0,1 0-12,-1 0-5,1-5-1,5 9 0,0-14-122,0 0-25</inkml:trace>
  <inkml:trace contextRef="#ctx0" brushRef="#br0" timeOffset="-399.59">-12 107 172,'0'0'16,"0"0"-16,0 0 0,0 0 0,0-5 181,6 5 34,-6 0 6,0 0 2,0 0-128,0 0-26,0 0-5,0 0 0,5 10-9,1 0-2,0-1 0,-6 6 0,0 0-13,0 0-4,5-1 0,1 6 0,-1-10-8,1 5-3,-1 9 0,6-4 0,-5-6-10,-6 6-3,5 0 0,1 4 0,-1-4-3,1 0-1,-1-1 0,6 1 0,-5-10-8,-1 4 0,-5 6 9,0-5-9,6 0 0,0-1 8,-1-4-8,-5-10 0,0 0 0,0 0 0,0 10 0,0-10 0,0 0-32,0 0-4,0 0 0,0 0-1,0 0-41,0 0-8,-5-15-2</inkml:trace>
  <inkml:trace contextRef="#ctx0" brushRef="#br0" timeOffset="2686.03">558 4125 633,'0'0'56,"0"0"-44,0 0-12,0 0 0,-6 0 120,6 0 21,0 0 5,0 0 1,-17 0-67,12-5-12,5 5-4,0 0 0,0-10-10,5 5-2,-5 5-1,0-10 0,12 1-2,-7-1 0,-5 10 0,0 0 0,17-10-16,-6 0-3,-6 5-1,-5 5 0,6-10-13,5 5-4,-6-4 0,-5 9 0,0 0-12,0 0 0,11-10 8,0 0-8,0 0 0,-5 0 0,5 0 0,0 6-10,6-1-34,-17 5-8,11-10 0,-11 10-737</inkml:trace>
  <inkml:trace contextRef="#ctx0" brushRef="#br0" timeOffset="2361.71">596 4100 633,'-11'20'28,"11"-20"6,-5 10-34,5-10 0,0 0 0,-11 5 0,0 4 148,5 1 22,6-10 5,0 0 1,-5 15-96,5 0-20,0-1-3,5-4-1,12 5-20,-6 5-5,0-1-1,0 1 0,0 0-11,5-1-3,-10 6 0,5-1 0,0 1-8,0 4-8,0-4 12,-5 0-12,-6-6 10,5 1-10,1-5 8,-1 4-8,-10-9 0,5 5 8,5-5-8,-5-1 0,0-9 0,0 0-11,0 0 1,0 0 0,0 0-34,0 0-6,0 0-2,0 0-625</inkml:trace>
  <inkml:trace contextRef="#ctx0" brushRef="#br0" timeOffset="3130.68">547 4218 403,'0'0'36,"0"0"-36,0 0 0,0 0 0,0 0 199,0 0 33,0 0 6,0 0 2,0 0-141,0 0-28,5 10-6,-5-10-1,0 0 0,0 0-1,0 0 0,17 0 0,-1-5-4,-5 0-1,-11 5 0,11-5 0,6-5-18,-6 5-3,-11 5-1,11-9 0,6-1-17,-1 0-4,-10 0-1,5 5 0,-6 0-14,1 0 9,5 1-9,-11 4 8,0 0-29,5-10-7,6 5 0,-11 5-889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5-15T07:14:42.80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95-2574 576,'0'0'51,"0"0"-41,0 0-10,0 0 0,0 0 109,0 0 20,0 0 4,0 0 1,0 0-42,0 0-9,0 0-2,0 0 0,-11 0-8,11 0-1,0 0-1,-11 5 0,0 5-23,0 0-4,0 0 0,0 0-1,0-1-19,5 6-4,-5-5-1,11 10 0,-11-6-11,6 1-8,-1 0 12,1 4-12,5 1 18,0 0-3,0-1-1,0 6 0,0-5 2,0-1 1,5 1 0,-5 0 0,6-6-6,-1 6-2,-5-10 0,11 5 0,-5-6-9,5-4 8,0 5-8,0-5 8,0 0-8,0-5 12,6-5-12,-1 0 12,1 0-26,-1-5-5,1-4-1,-1-1 0,1 0-36,0-4-7,-6-11-1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5-15T07:14:46.339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14-5 288,'0'0'12,"0"0"4,0 0-16,0 0 0,0 0 0,0 0 0,0 0 231,0 0 43,0 0 9,0 0 1,0 0-170,0 0-34,-5-10-8,5 10 0,0 0-24,0 0-4,0 0 0,0 0-1,0 15-21,0 0-4,0-1-1,0 6 0,-6 0-4,6-1-1,0 1 0,6 5 0,-6-6 0,0 6 0,0-6 0,0 1 0,0 0-3,0 4-1,0 1 0,-6-6 0,6 1-8,0 5 8,0-6-8,0 1 8,0-5-8,0-1 0,0 6 0,0 0 0,0-6 0,0 6 0,6-10 0,-6 5 0,0-6 0,0 1 0,0-10 0,5 10 0,1 0 0,-6-10 0,0 0 0,0 0 0,5 10 0,1-5 0,-6-5 0,17 9 0,-6-9 0,5 5 0,-16-5-9,11 0 9,6-5 0,-6 5 0,0-4 0,0-1 0,0 0 0,6-5 0,-6 5 0,-6-5 0,6 0 0,6 5 0,-12 1-8,6-6 8,0 0-18,0 0 0,-5 0 0,5 0 0,-5 6-24,-1-6-5,6 10-1,-11 0-464,0-10-94</inkml:trace>
  <inkml:trace contextRef="#ctx0" brushRef="#br0" timeOffset="227.6">-2 417 172,'0'0'8,"5"5"1,1-5-9,-6 0 0,0 0 0,0 0 0,5 0 238,-5 0 46,0 0 8,0 0 3,11-5-187,-5-4-38,5-1-7,0 0-2,-5 0-17,10 5-3,-10-10-1,5 6 0,-6 4-32,6-5-8,-5 0 0,5 0 0,0 5 0,-6-4 0,7-6 0,-7 5 0,1 0-45,5-5-5,-6 6-1</inkml:trace>
  <inkml:trace contextRef="#ctx0" brushRef="#br0" timeOffset="505.37">37 44 691,'6'-10'61,"-6"10"-49,0 0-12,0 0 0,0 0 113,0 0 20,5-5 4,1 0 1,-1 5-54,6 0-12,-5-4-1,5 4-1,-6-5-27,6 0-6,0 5-1,6-10 0,-6 0-16,6 0-3,-1 0-1,1 1 0,-1-6-16,1 5 0,-1 5 8,1-5-8,5 5-27,-11 0-9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105E6-0B5B-7F5E-EC22-8469E7514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311DA5-DCF5-D764-A431-CE837F13C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85F79-6468-6F83-DD1B-80352F47A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F6D2-3C09-9D46-8424-A6CBB2D144B5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AA461-D1CA-03B5-B82C-0703EED59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0A76E-3AC1-B2C2-55C4-A0C7C50E9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7B4F7-BF60-954C-B6BA-D8FAFA785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884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7D658-61CE-5E72-1261-C01C6E1E8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8FCEF-3BED-48A8-2ADA-7C417729B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93C1D-07D0-23EC-574C-5192E71F9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F6D2-3C09-9D46-8424-A6CBB2D144B5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66F88-7918-67AB-6C10-8D0AC4982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8245C-24D4-213C-3624-A8C4AFA7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7B4F7-BF60-954C-B6BA-D8FAFA785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23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39B59-BD32-2EE0-18FD-9B5C79385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D3150-CDA6-9EDA-6C66-F8AE19BBA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66CF6-FD06-3AA6-594B-AA18F3C8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F6D2-3C09-9D46-8424-A6CBB2D144B5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83226-434C-A79A-B355-1D561604C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F26FD-4CB8-B335-0217-BABE64C99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7B4F7-BF60-954C-B6BA-D8FAFA785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152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5B221-73A0-AF4D-CB3A-80EBDC93A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4899A-B09C-0F5B-BF83-34EB72F252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9D4711-DA82-D856-8CBA-734F2BA8E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D5A6D-E20E-BA79-C782-09E6137B8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F6D2-3C09-9D46-8424-A6CBB2D144B5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29036-E2C8-85C6-A060-AF701FAB2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20D58-1821-DB80-7BE7-6490DCABF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7B4F7-BF60-954C-B6BA-D8FAFA785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500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83777-B60C-D148-8725-15EF63415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77C1D-FDD2-C1A7-A9DC-05C8827D4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586D0-89F9-8ADE-7F96-52833A341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7D935D-85D4-BDBD-5FA8-518576DBC6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58C596-9474-F901-4C7E-467A5A320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4ABF75-2CA3-8E06-C59A-3A55DD276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F6D2-3C09-9D46-8424-A6CBB2D144B5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7EBFB2-DC04-2114-F347-8688D2E7F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05E6E8-EE9A-7834-4A15-BD2A1498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7B4F7-BF60-954C-B6BA-D8FAFA785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24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2AD20-7CC8-A0AD-9746-C9C071196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967D59-837A-410D-8350-CCBD12C1E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F6D2-3C09-9D46-8424-A6CBB2D144B5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527EE-236F-B2B3-BF9C-EAAF6B607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E2DDF-205D-884E-ABBC-783A571BF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7B4F7-BF60-954C-B6BA-D8FAFA785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99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0FA4ED-B23D-DC50-6F1C-2550A8A47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F6D2-3C09-9D46-8424-A6CBB2D144B5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BB9EE3-C27D-9F1D-F1C6-B5BFE9718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22D33-E9EF-48EF-1DA9-704A00C53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7B4F7-BF60-954C-B6BA-D8FAFA785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639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D1D2D-88B0-049C-D5CC-C8B7917B0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E8D33-9859-3C2D-8B51-8D3F55128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CBCB33-F228-3526-F499-8FFA9F0DE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F298A-6340-E105-5BA2-CF6961D23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F6D2-3C09-9D46-8424-A6CBB2D144B5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31A31-D460-23BF-D2B1-B68636987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48DCD-8455-E63A-F536-E2AD92111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7B4F7-BF60-954C-B6BA-D8FAFA785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255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B6176-1A6F-89EC-D2EF-137673DEB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FE7C5A-8807-ED70-41E1-62A314DCE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B56A6-8840-6D98-B294-14062A57E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2D234-9DFC-F455-6A51-C6835C9CC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F6D2-3C09-9D46-8424-A6CBB2D144B5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79E89-B967-E32B-000E-51FB33C3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2F11A-4106-FE30-F41A-229ABF747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7B4F7-BF60-954C-B6BA-D8FAFA785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605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DFA54-6BA9-005D-C038-8EA614642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979F9C-AA0A-D2D1-2954-37D1568F3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83DF5-7FE7-0743-B20F-2910CDFB4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F6D2-3C09-9D46-8424-A6CBB2D144B5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3EBD8-B107-A9AC-74FE-E91A4DF32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4B849-536A-FB14-2017-B64F71244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7B4F7-BF60-954C-B6BA-D8FAFA785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39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CA6BF8-104F-D6C9-FF2D-02F14CB6B0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7A3A15-20C6-896D-EE3C-2DAEA3845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81128-531B-48C0-915D-3CDFED26C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F6D2-3C09-9D46-8424-A6CBB2D144B5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F5AB0-6C36-2E1B-0329-F56F45B42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2DBDC-5023-704F-3E7A-B425B9C71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7B4F7-BF60-954C-B6BA-D8FAFA785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880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28695A-626B-FFAC-5293-DA099A0C6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831CB-4969-D6AD-623F-84EE52AA4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54F28-DB9A-630F-5BE4-73DAE63C46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CF6D2-3C09-9D46-8424-A6CBB2D144B5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F8CDF-D42B-2792-0745-B414D1EA2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18219-D638-5E52-9763-D5BF228737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7B4F7-BF60-954C-B6BA-D8FAFA785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863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.png"/><Relationship Id="rId3" Type="http://schemas.openxmlformats.org/officeDocument/2006/relationships/image" Target="../media/image13.gif"/><Relationship Id="rId7" Type="http://schemas.openxmlformats.org/officeDocument/2006/relationships/customXml" Target="../ink/ink1.xml"/><Relationship Id="rId12" Type="http://schemas.openxmlformats.org/officeDocument/2006/relationships/image" Target="../media/image32.em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customXml" Target="../ink/ink2.xml"/><Relationship Id="rId5" Type="http://schemas.openxmlformats.org/officeDocument/2006/relationships/image" Target="../media/image27.png"/><Relationship Id="rId10" Type="http://schemas.openxmlformats.org/officeDocument/2006/relationships/image" Target="../media/image29.png"/><Relationship Id="rId4" Type="http://schemas.openxmlformats.org/officeDocument/2006/relationships/image" Target="../media/image25.png"/><Relationship Id="rId9" Type="http://schemas.openxmlformats.org/officeDocument/2006/relationships/image" Target="../media/image30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em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35.emf"/><Relationship Id="rId4" Type="http://schemas.openxmlformats.org/officeDocument/2006/relationships/customXml" Target="../ink/ink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0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49.emf"/><Relationship Id="rId3" Type="http://schemas.openxmlformats.org/officeDocument/2006/relationships/image" Target="../media/image13.gif"/><Relationship Id="rId7" Type="http://schemas.openxmlformats.org/officeDocument/2006/relationships/image" Target="../media/image46.emf"/><Relationship Id="rId12" Type="http://schemas.openxmlformats.org/officeDocument/2006/relationships/customXml" Target="../ink/ink8.xml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8.emf"/><Relationship Id="rId5" Type="http://schemas.openxmlformats.org/officeDocument/2006/relationships/customXml" Target="../ink/ink5.xml"/><Relationship Id="rId15" Type="http://schemas.openxmlformats.org/officeDocument/2006/relationships/image" Target="../media/image50.emf"/><Relationship Id="rId10" Type="http://schemas.openxmlformats.org/officeDocument/2006/relationships/customXml" Target="../ink/ink7.xml"/><Relationship Id="rId4" Type="http://schemas.openxmlformats.org/officeDocument/2006/relationships/image" Target="../media/image25.png"/><Relationship Id="rId9" Type="http://schemas.openxmlformats.org/officeDocument/2006/relationships/image" Target="../media/image47.emf"/><Relationship Id="rId14" Type="http://schemas.openxmlformats.org/officeDocument/2006/relationships/customXml" Target="../ink/ink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C14020-6501-4DD9-8C63-9106A91EE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77" y="1277803"/>
            <a:ext cx="5713740" cy="43602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3611B56-56F8-4EA2-9174-25FD86A27A38}"/>
                  </a:ext>
                </a:extLst>
              </p:cNvPr>
              <p:cNvSpPr/>
              <p:nvPr/>
            </p:nvSpPr>
            <p:spPr>
              <a:xfrm>
                <a:off x="2686505" y="2235040"/>
                <a:ext cx="1612084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44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AU" sz="44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o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3611B56-56F8-4EA2-9174-25FD86A27A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505" y="2235040"/>
                <a:ext cx="1612084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26613AA-FCC4-4404-9759-424F8660CC8B}"/>
                  </a:ext>
                </a:extLst>
              </p:cNvPr>
              <p:cNvSpPr/>
              <p:nvPr/>
            </p:nvSpPr>
            <p:spPr>
              <a:xfrm>
                <a:off x="1337275" y="4652928"/>
                <a:ext cx="1612084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0" i="1" dirty="0" smtClean="0">
                          <a:latin typeface="Cambria Math" panose="02040503050406030204" pitchFamily="18" charset="0"/>
                        </a:rPr>
                        <m:t>60</m:t>
                      </m:r>
                      <m:r>
                        <m:rPr>
                          <m:nor/>
                        </m:rPr>
                        <a:rPr lang="en-AU" sz="44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o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26613AA-FCC4-4404-9759-424F8660CC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7275" y="4652928"/>
                <a:ext cx="1612084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D20E1C8-17B1-47C4-8C4F-3FC784C5EF79}"/>
                  </a:ext>
                </a:extLst>
              </p:cNvPr>
              <p:cNvSpPr/>
              <p:nvPr/>
            </p:nvSpPr>
            <p:spPr>
              <a:xfrm>
                <a:off x="4298589" y="4625449"/>
                <a:ext cx="1612084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D20E1C8-17B1-47C4-8C4F-3FC784C5EF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589" y="4625449"/>
                <a:ext cx="1612084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3A2D605-BB66-4BA5-951C-C221C234E44F}"/>
                  </a:ext>
                </a:extLst>
              </p:cNvPr>
              <p:cNvSpPr/>
              <p:nvPr/>
            </p:nvSpPr>
            <p:spPr>
              <a:xfrm>
                <a:off x="6241240" y="1251687"/>
                <a:ext cx="578710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=180</m:t>
                      </m:r>
                      <m:r>
                        <m:rPr>
                          <m:nor/>
                        </m:rPr>
                        <a:rPr lang="en-AU" sz="48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o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3A2D605-BB66-4BA5-951C-C221C234E4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240" y="1251687"/>
                <a:ext cx="5787109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3A2D605-BB66-4BA5-951C-C221C234E44F}"/>
                  </a:ext>
                </a:extLst>
              </p:cNvPr>
              <p:cNvSpPr/>
              <p:nvPr/>
            </p:nvSpPr>
            <p:spPr>
              <a:xfrm>
                <a:off x="6501695" y="3004481"/>
                <a:ext cx="5472565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=180−70−60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3A2D605-BB66-4BA5-951C-C221C234E4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695" y="3004481"/>
                <a:ext cx="5472565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3A2D605-BB66-4BA5-951C-C221C234E44F}"/>
                  </a:ext>
                </a:extLst>
              </p:cNvPr>
              <p:cNvSpPr/>
              <p:nvPr/>
            </p:nvSpPr>
            <p:spPr>
              <a:xfrm>
                <a:off x="7151725" y="3926278"/>
                <a:ext cx="482253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800" b="0" i="1" dirty="0" smtClean="0">
                          <a:latin typeface="Cambria Math" panose="02040503050406030204" pitchFamily="18" charset="0"/>
                        </a:rPr>
                        <m:t>110−60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3A2D605-BB66-4BA5-951C-C221C234E4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725" y="3926278"/>
                <a:ext cx="4822534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3A2D605-BB66-4BA5-951C-C221C234E44F}"/>
                  </a:ext>
                </a:extLst>
              </p:cNvPr>
              <p:cNvSpPr/>
              <p:nvPr/>
            </p:nvSpPr>
            <p:spPr>
              <a:xfrm>
                <a:off x="7205815" y="4757275"/>
                <a:ext cx="4822534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8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50</m:t>
                      </m:r>
                      <m:r>
                        <m:rPr>
                          <m:nor/>
                        </m:rPr>
                        <a:rPr lang="en-AU" sz="4800" baseline="300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o</m:t>
                      </m:r>
                    </m:oMath>
                  </m:oMathPara>
                </a14:m>
                <a:endParaRPr lang="en-AU" sz="4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3A2D605-BB66-4BA5-951C-C221C234E4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5815" y="4757275"/>
                <a:ext cx="4822534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3A2D605-BB66-4BA5-951C-C221C234E44F}"/>
                  </a:ext>
                </a:extLst>
              </p:cNvPr>
              <p:cNvSpPr/>
              <p:nvPr/>
            </p:nvSpPr>
            <p:spPr>
              <a:xfrm>
                <a:off x="6070549" y="2173483"/>
                <a:ext cx="578710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=180</m:t>
                      </m:r>
                      <m:r>
                        <a:rPr lang="en-AU" sz="4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48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4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4800" i="1" dirty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3A2D605-BB66-4BA5-951C-C221C234E4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0549" y="2173483"/>
                <a:ext cx="5787109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A202F0A4-478B-4F99-B133-A5835030351D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164356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D0558D-BD2F-455B-A599-88B34F0BD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53" y="1008561"/>
            <a:ext cx="4398610" cy="53159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3611B56-56F8-4EA2-9174-25FD86A27A38}"/>
                  </a:ext>
                </a:extLst>
              </p:cNvPr>
              <p:cNvSpPr/>
              <p:nvPr/>
            </p:nvSpPr>
            <p:spPr>
              <a:xfrm>
                <a:off x="2080090" y="2739955"/>
                <a:ext cx="1612084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4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AU" sz="40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o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3611B56-56F8-4EA2-9174-25FD86A27A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0090" y="2739955"/>
                <a:ext cx="161208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26613AA-FCC4-4404-9759-424F8660CC8B}"/>
                  </a:ext>
                </a:extLst>
              </p:cNvPr>
              <p:cNvSpPr/>
              <p:nvPr/>
            </p:nvSpPr>
            <p:spPr>
              <a:xfrm>
                <a:off x="3292672" y="1262799"/>
                <a:ext cx="1612084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n-AU" sz="40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o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26613AA-FCC4-4404-9759-424F8660CC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2" y="1262799"/>
                <a:ext cx="1612084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D20E1C8-17B1-47C4-8C4F-3FC784C5EF79}"/>
                  </a:ext>
                </a:extLst>
              </p:cNvPr>
              <p:cNvSpPr/>
              <p:nvPr/>
            </p:nvSpPr>
            <p:spPr>
              <a:xfrm>
                <a:off x="541975" y="1949403"/>
                <a:ext cx="1612084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D20E1C8-17B1-47C4-8C4F-3FC784C5EF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75" y="1949403"/>
                <a:ext cx="1612084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C98D7B0-DC6F-4532-ACF6-1D43BB14C9B9}"/>
                  </a:ext>
                </a:extLst>
              </p:cNvPr>
              <p:cNvSpPr/>
              <p:nvPr/>
            </p:nvSpPr>
            <p:spPr>
              <a:xfrm>
                <a:off x="1837058" y="4562651"/>
                <a:ext cx="1552166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40</m:t>
                      </m:r>
                      <m:r>
                        <m:rPr>
                          <m:nor/>
                        </m:rPr>
                        <a:rPr lang="en-AU" sz="40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o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C98D7B0-DC6F-4532-ACF6-1D43BB14C9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058" y="4562651"/>
                <a:ext cx="1552166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3A2D605-BB66-4BA5-951C-C221C234E44F}"/>
                  </a:ext>
                </a:extLst>
              </p:cNvPr>
              <p:cNvSpPr/>
              <p:nvPr/>
            </p:nvSpPr>
            <p:spPr>
              <a:xfrm>
                <a:off x="5602999" y="738040"/>
                <a:ext cx="578710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AU" sz="4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8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800" b="0" i="1" dirty="0" smtClean="0">
                          <a:latin typeface="Cambria Math" panose="02040503050406030204" pitchFamily="18" charset="0"/>
                        </a:rPr>
                        <m:t>36</m:t>
                      </m:r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AU" sz="48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o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3A2D605-BB66-4BA5-951C-C221C234E4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999" y="738040"/>
                <a:ext cx="5787109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3A2D605-BB66-4BA5-951C-C221C234E44F}"/>
                  </a:ext>
                </a:extLst>
              </p:cNvPr>
              <p:cNvSpPr/>
              <p:nvPr/>
            </p:nvSpPr>
            <p:spPr>
              <a:xfrm>
                <a:off x="4956931" y="2000084"/>
                <a:ext cx="7270196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48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800" b="0" i="1" dirty="0" smtClean="0">
                          <a:latin typeface="Cambria Math" panose="02040503050406030204" pitchFamily="18" charset="0"/>
                        </a:rPr>
                        <m:t>36</m:t>
                      </m:r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48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8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48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8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sz="48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8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3A2D605-BB66-4BA5-951C-C221C234E4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931" y="2000084"/>
                <a:ext cx="7270196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3A2D605-BB66-4BA5-951C-C221C234E44F}"/>
                  </a:ext>
                </a:extLst>
              </p:cNvPr>
              <p:cNvSpPr/>
              <p:nvPr/>
            </p:nvSpPr>
            <p:spPr>
              <a:xfrm>
                <a:off x="5492537" y="3712785"/>
                <a:ext cx="5897571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8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4800" b="0" i="1" dirty="0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AU" sz="4800" i="1" dirty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AU" sz="48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4800" i="1" dirty="0">
                          <a:latin typeface="Cambria Math" panose="02040503050406030204" pitchFamily="18" charset="0"/>
                        </a:rPr>
                        <m:t>0−</m:t>
                      </m:r>
                      <m:r>
                        <a:rPr lang="en-AU" sz="4800" b="0" i="1" dirty="0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3A2D605-BB66-4BA5-951C-C221C234E4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2537" y="3712785"/>
                <a:ext cx="5897571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3A2D605-BB66-4BA5-951C-C221C234E44F}"/>
                  </a:ext>
                </a:extLst>
              </p:cNvPr>
              <p:cNvSpPr/>
              <p:nvPr/>
            </p:nvSpPr>
            <p:spPr>
              <a:xfrm>
                <a:off x="5492537" y="4543782"/>
                <a:ext cx="5951661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800" b="0" i="1" dirty="0" smtClean="0">
                          <a:latin typeface="Cambria Math" panose="02040503050406030204" pitchFamily="18" charset="0"/>
                        </a:rPr>
                        <m:t>95</m:t>
                      </m:r>
                      <m:r>
                        <a:rPr lang="en-AU" sz="48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800" b="0" i="1" dirty="0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3A2D605-BB66-4BA5-951C-C221C234E4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2537" y="4543782"/>
                <a:ext cx="5951661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3A2D605-BB66-4BA5-951C-C221C234E44F}"/>
                  </a:ext>
                </a:extLst>
              </p:cNvPr>
              <p:cNvSpPr/>
              <p:nvPr/>
            </p:nvSpPr>
            <p:spPr>
              <a:xfrm>
                <a:off x="5492536" y="5370245"/>
                <a:ext cx="5951661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8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55</m:t>
                      </m:r>
                      <m:r>
                        <m:rPr>
                          <m:nor/>
                        </m:rPr>
                        <a:rPr lang="en-AU" sz="4800" baseline="300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o</m:t>
                      </m:r>
                    </m:oMath>
                  </m:oMathPara>
                </a14:m>
                <a:endParaRPr lang="en-AU" sz="4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3A2D605-BB66-4BA5-951C-C221C234E4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2536" y="5370245"/>
                <a:ext cx="5951661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3A2D605-BB66-4BA5-951C-C221C234E44F}"/>
                  </a:ext>
                </a:extLst>
              </p:cNvPr>
              <p:cNvSpPr/>
              <p:nvPr/>
            </p:nvSpPr>
            <p:spPr>
              <a:xfrm>
                <a:off x="4956931" y="2914316"/>
                <a:ext cx="7270196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48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800" b="0" i="1" dirty="0" smtClean="0">
                          <a:latin typeface="Cambria Math" panose="02040503050406030204" pitchFamily="18" charset="0"/>
                        </a:rPr>
                        <m:t>36</m:t>
                      </m:r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4800" b="0" i="1" dirty="0" smtClean="0">
                          <a:latin typeface="Cambria Math" panose="02040503050406030204" pitchFamily="18" charset="0"/>
                        </a:rPr>
                        <m:t>−45−220−40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3A2D605-BB66-4BA5-951C-C221C234E4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931" y="2914316"/>
                <a:ext cx="7270196" cy="8309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9A090E7-2350-4A1A-8167-FF153E1F1579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2814077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062" y="-6605"/>
            <a:ext cx="5114702" cy="6864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A090E7-2350-4A1A-8167-FF153E1F1579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2843165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4463" r="70885"/>
          <a:stretch/>
        </p:blipFill>
        <p:spPr>
          <a:xfrm>
            <a:off x="318411" y="1035046"/>
            <a:ext cx="5041040" cy="317098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3A2D605-BB66-4BA5-951C-C221C234E44F}"/>
              </a:ext>
            </a:extLst>
          </p:cNvPr>
          <p:cNvSpPr/>
          <p:nvPr/>
        </p:nvSpPr>
        <p:spPr>
          <a:xfrm>
            <a:off x="5015037" y="152140"/>
            <a:ext cx="7107005" cy="156966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2400" b="1" dirty="0"/>
              <a:t>Transversal rules for parallel lines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Co-interior angles add up to 180 (C Rule)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Corresponding angles are equal (F Rule)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Alternate angles are equal (Z Rule)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6E9E508-65FD-4C97-8C2C-D63C1D335308}"/>
                  </a:ext>
                </a:extLst>
              </p:cNvPr>
              <p:cNvSpPr/>
              <p:nvPr/>
            </p:nvSpPr>
            <p:spPr>
              <a:xfrm>
                <a:off x="4740156" y="1793330"/>
                <a:ext cx="716279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103 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𝑎𝑟𝑒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𝑐𝑜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𝑖𝑛𝑡𝑒𝑟𝑖𝑜𝑟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6E9E508-65FD-4C97-8C2C-D63C1D335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0156" y="1793330"/>
                <a:ext cx="7162795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1DDEE7C-81B0-4341-9551-E284EE4B3AC3}"/>
                  </a:ext>
                </a:extLst>
              </p:cNvPr>
              <p:cNvSpPr/>
              <p:nvPr/>
            </p:nvSpPr>
            <p:spPr>
              <a:xfrm>
                <a:off x="5076568" y="2549484"/>
                <a:ext cx="5567832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180 −103=77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1DDEE7C-81B0-4341-9551-E284EE4B3A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568" y="2549484"/>
                <a:ext cx="5567832" cy="76944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07D8256-B7B1-4ADE-A102-9AA9F2FC62EE}"/>
                  </a:ext>
                </a:extLst>
              </p:cNvPr>
              <p:cNvSpPr/>
              <p:nvPr/>
            </p:nvSpPr>
            <p:spPr>
              <a:xfrm>
                <a:off x="5015037" y="3439934"/>
                <a:ext cx="781634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42 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𝑎𝑟𝑒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𝑐𝑜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𝑖𝑛𝑡𝑒𝑟𝑖𝑜𝑟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𝑎𝑛𝑔𝑙𝑒𝑠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07D8256-B7B1-4ADE-A102-9AA9F2FC62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037" y="3439934"/>
                <a:ext cx="7816343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025E2C6-4E15-46D8-B5E5-1EB4EA5C9519}"/>
                  </a:ext>
                </a:extLst>
              </p:cNvPr>
              <p:cNvSpPr/>
              <p:nvPr/>
            </p:nvSpPr>
            <p:spPr>
              <a:xfrm>
                <a:off x="5220554" y="4145718"/>
                <a:ext cx="5217007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4400" b="0" dirty="0"/>
                  <a:t>180 - 42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4400" b="0" i="1" smtClean="0">
                        <a:latin typeface="Cambria Math" panose="02040503050406030204" pitchFamily="18" charset="0"/>
                      </a:rPr>
                      <m:t>138</m:t>
                    </m:r>
                    <m:r>
                      <m:rPr>
                        <m:nor/>
                      </m:rPr>
                      <a:rPr lang="en-AU" sz="4400" baseline="30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o</m:t>
                    </m:r>
                  </m:oMath>
                </a14:m>
                <a:endParaRPr lang="en-AU" sz="4400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025E2C6-4E15-46D8-B5E5-1EB4EA5C95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554" y="4145718"/>
                <a:ext cx="5217007" cy="769441"/>
              </a:xfrm>
              <a:prstGeom prst="rect">
                <a:avLst/>
              </a:prstGeom>
              <a:blipFill rotWithShape="0">
                <a:blip r:embed="rId6"/>
                <a:stretch>
                  <a:fillRect t="-15873" b="-373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le 1">
            <a:extLst>
              <a:ext uri="{FF2B5EF4-FFF2-40B4-BE49-F238E27FC236}">
                <a16:creationId xmlns:a16="http://schemas.microsoft.com/office/drawing/2014/main" id="{FF7EFC85-12C5-4EF2-9E81-96D2D7394F45}"/>
              </a:ext>
            </a:extLst>
          </p:cNvPr>
          <p:cNvSpPr txBox="1">
            <a:spLocks/>
          </p:cNvSpPr>
          <p:nvPr/>
        </p:nvSpPr>
        <p:spPr>
          <a:xfrm>
            <a:off x="69951" y="274189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AU" sz="5400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025E2C6-4E15-46D8-B5E5-1EB4EA5C9519}"/>
                  </a:ext>
                </a:extLst>
              </p:cNvPr>
              <p:cNvSpPr/>
              <p:nvPr/>
            </p:nvSpPr>
            <p:spPr>
              <a:xfrm>
                <a:off x="5220553" y="5045497"/>
                <a:ext cx="6111275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4400" b="1" dirty="0">
                    <a:solidFill>
                      <a:srgbClr val="FF0000"/>
                    </a:solidFill>
                  </a:rPr>
                  <a:t>a</a:t>
                </a:r>
                <a14:m>
                  <m:oMath xmlns:m="http://schemas.openxmlformats.org/officeDocument/2006/math">
                    <m:r>
                      <a:rPr lang="en-US" sz="4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4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𝟕𝟕</m:t>
                    </m:r>
                    <m:r>
                      <m:rPr>
                        <m:nor/>
                      </m:rPr>
                      <a:rPr lang="en-AU" sz="4400" b="1" baseline="300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o</m:t>
                    </m:r>
                    <m:r>
                      <m:rPr>
                        <m:nor/>
                      </m:rPr>
                      <a:rPr lang="en-AU" sz="4400" b="1" i="0" baseline="30000" dirty="0" smtClean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AU" sz="4400" b="1" dirty="0">
                    <a:solidFill>
                      <a:srgbClr val="FF0000"/>
                    </a:solidFill>
                  </a:rPr>
                  <a:t> b= 138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AU" sz="4400" b="1" baseline="300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o</m:t>
                    </m:r>
                  </m:oMath>
                </a14:m>
                <a:endParaRPr lang="en-AU" sz="44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AU" sz="2800" b="1" dirty="0">
                    <a:solidFill>
                      <a:srgbClr val="FF0000"/>
                    </a:solidFill>
                  </a:rPr>
                  <a:t>How could you check these are correct?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025E2C6-4E15-46D8-B5E5-1EB4EA5C95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553" y="5045497"/>
                <a:ext cx="6111275" cy="1200329"/>
              </a:xfrm>
              <a:prstGeom prst="rect">
                <a:avLst/>
              </a:prstGeom>
              <a:blipFill rotWithShape="0">
                <a:blip r:embed="rId7"/>
                <a:stretch>
                  <a:fillRect l="-1396" t="-10660" r="-1296" b="-1370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202F0A4-478B-4F99-B133-A5835030351D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397754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9" grpId="0"/>
      <p:bldP spid="20" grpId="0"/>
      <p:bldP spid="21" grpId="0"/>
      <p:bldP spid="22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D0558D-BD2F-455B-A599-88B34F0BD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49" y="1324233"/>
            <a:ext cx="4398610" cy="53159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3A2D605-BB66-4BA5-951C-C221C234E44F}"/>
                  </a:ext>
                </a:extLst>
              </p:cNvPr>
              <p:cNvSpPr/>
              <p:nvPr/>
            </p:nvSpPr>
            <p:spPr>
              <a:xfrm>
                <a:off x="5951416" y="1291974"/>
                <a:ext cx="5795439" cy="76944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4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4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4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4400" b="0" i="1" dirty="0" smtClean="0">
                          <a:latin typeface="Cambria Math" panose="02040503050406030204" pitchFamily="18" charset="0"/>
                        </a:rPr>
                        <m:t>=360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3A2D605-BB66-4BA5-951C-C221C234E4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416" y="1291974"/>
                <a:ext cx="5795439" cy="76944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3611B56-56F8-4EA2-9174-25FD86A27A38}"/>
                  </a:ext>
                </a:extLst>
              </p:cNvPr>
              <p:cNvSpPr/>
              <p:nvPr/>
            </p:nvSpPr>
            <p:spPr>
              <a:xfrm>
                <a:off x="2180686" y="3055627"/>
                <a:ext cx="1612084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AU" sz="4000" b="0" i="0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AU" sz="40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o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3611B56-56F8-4EA2-9174-25FD86A27A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0686" y="3055627"/>
                <a:ext cx="1612084" cy="70788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26613AA-FCC4-4404-9759-424F8660CC8B}"/>
                  </a:ext>
                </a:extLst>
              </p:cNvPr>
              <p:cNvSpPr/>
              <p:nvPr/>
            </p:nvSpPr>
            <p:spPr>
              <a:xfrm>
                <a:off x="3393268" y="1578471"/>
                <a:ext cx="1612084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n-AU" sz="40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o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26613AA-FCC4-4404-9759-424F8660CC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268" y="1578471"/>
                <a:ext cx="1612084" cy="70788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7C989B0-58B0-4103-9DC8-2103519FB979}"/>
                  </a:ext>
                </a:extLst>
              </p:cNvPr>
              <p:cNvSpPr/>
              <p:nvPr/>
            </p:nvSpPr>
            <p:spPr>
              <a:xfrm>
                <a:off x="4584060" y="2338988"/>
                <a:ext cx="7162795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=360−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7C989B0-58B0-4103-9DC8-2103519FB9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060" y="2338988"/>
                <a:ext cx="7162795" cy="76944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D20E1C8-17B1-47C4-8C4F-3FC784C5EF79}"/>
                  </a:ext>
                </a:extLst>
              </p:cNvPr>
              <p:cNvSpPr/>
              <p:nvPr/>
            </p:nvSpPr>
            <p:spPr>
              <a:xfrm>
                <a:off x="642571" y="2265075"/>
                <a:ext cx="1612084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D20E1C8-17B1-47C4-8C4F-3FC784C5EF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571" y="2265075"/>
                <a:ext cx="1612084" cy="76944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98D7B0-DC6F-4532-ACF6-1D43BB14C9B9}"/>
                  </a:ext>
                </a:extLst>
              </p:cNvPr>
              <p:cNvSpPr/>
              <p:nvPr/>
            </p:nvSpPr>
            <p:spPr>
              <a:xfrm>
                <a:off x="1937654" y="4878323"/>
                <a:ext cx="1552166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AU" sz="40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o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C98D7B0-DC6F-4532-ACF6-1D43BB14C9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654" y="4878323"/>
                <a:ext cx="1552166" cy="70788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6E9E508-65FD-4C97-8C2C-D63C1D335308}"/>
                  </a:ext>
                </a:extLst>
              </p:cNvPr>
              <p:cNvSpPr/>
              <p:nvPr/>
            </p:nvSpPr>
            <p:spPr>
              <a:xfrm>
                <a:off x="5468547" y="3199252"/>
                <a:ext cx="6896826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=360−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0−2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6E9E508-65FD-4C97-8C2C-D63C1D335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547" y="3199252"/>
                <a:ext cx="6896826" cy="76944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1DDEE7C-81B0-4341-9551-E284EE4B3AC3}"/>
                  </a:ext>
                </a:extLst>
              </p:cNvPr>
              <p:cNvSpPr/>
              <p:nvPr/>
            </p:nvSpPr>
            <p:spPr>
              <a:xfrm>
                <a:off x="5468546" y="4023399"/>
                <a:ext cx="5567832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0−2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1DDEE7C-81B0-4341-9551-E284EE4B3A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546" y="4023399"/>
                <a:ext cx="5567832" cy="769441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07D8256-B7B1-4ADE-A102-9AA9F2FC62EE}"/>
                  </a:ext>
                </a:extLst>
              </p:cNvPr>
              <p:cNvSpPr/>
              <p:nvPr/>
            </p:nvSpPr>
            <p:spPr>
              <a:xfrm>
                <a:off x="5468546" y="4847546"/>
                <a:ext cx="3973923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360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28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07D8256-B7B1-4ADE-A102-9AA9F2FC62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546" y="4847546"/>
                <a:ext cx="3973923" cy="769441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025E2C6-4E15-46D8-B5E5-1EB4EA5C9519}"/>
                  </a:ext>
                </a:extLst>
              </p:cNvPr>
              <p:cNvSpPr/>
              <p:nvPr/>
            </p:nvSpPr>
            <p:spPr>
              <a:xfrm>
                <a:off x="5468546" y="5669313"/>
                <a:ext cx="2592745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AU" sz="4400" b="0" i="0" smtClean="0">
                          <a:latin typeface="Cambria Math" panose="02040503050406030204" pitchFamily="18" charset="0"/>
                        </a:rPr>
                        <m:t>75</m:t>
                      </m:r>
                      <m:r>
                        <m:rPr>
                          <m:nor/>
                        </m:rPr>
                        <a:rPr lang="en-AU" sz="44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o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025E2C6-4E15-46D8-B5E5-1EB4EA5C95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546" y="5669313"/>
                <a:ext cx="2592745" cy="769441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202F0A4-478B-4F99-B133-A5835030351D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3812769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/>
      <p:bldP spid="19" grpId="0"/>
      <p:bldP spid="20" grpId="0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0142" y="2274196"/>
            <a:ext cx="61503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There are 3 transformations: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02F0A4-478B-4F99-B133-A5835030351D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384" y="-73152"/>
            <a:ext cx="4572799" cy="709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528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459634" y="1409600"/>
            <a:ext cx="92911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I will name congruent shapes and identify congruent tests.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7845BC-DC72-44E1-BABF-6AFB4DC3022D}"/>
              </a:ext>
            </a:extLst>
          </p:cNvPr>
          <p:cNvSpPr txBox="1"/>
          <p:nvPr/>
        </p:nvSpPr>
        <p:spPr>
          <a:xfrm>
            <a:off x="459634" y="4454357"/>
            <a:ext cx="107816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At the end of the lesson, I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cs typeface="Arial" panose="020B0604020202020204" pitchFamily="34" charset="0"/>
              </a:rPr>
              <a:t>Define congruency.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cs typeface="Arial" panose="020B0604020202020204" pitchFamily="34" charset="0"/>
              </a:rPr>
              <a:t>Name congruent shapes.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cs typeface="Arial" panose="020B0604020202020204" pitchFamily="34" charset="0"/>
              </a:rPr>
              <a:t>Identify congruent tests (SSS, SAS, RHS, AAS)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4BEE6A2-556E-47EB-BE0D-1D5CA4374488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4CB765C-CAC2-440D-9D52-CA15DC2897B0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071FAA3-C029-4C42-9F5A-D80968D531A2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will we learn today?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D8F7365-FCBE-4876-B626-49EB1AB0C0AF}"/>
              </a:ext>
            </a:extLst>
          </p:cNvPr>
          <p:cNvGrpSpPr/>
          <p:nvPr/>
        </p:nvGrpSpPr>
        <p:grpSpPr>
          <a:xfrm>
            <a:off x="10156369" y="1080311"/>
            <a:ext cx="2035631" cy="1194596"/>
            <a:chOff x="660399" y="3602071"/>
            <a:chExt cx="2035631" cy="1194596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E61856-5929-4FC6-8ACF-5741F7D4236E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AD2C468-2CD6-425A-8902-5B39168F9670}"/>
                </a:ext>
              </a:extLst>
            </p:cNvPr>
            <p:cNvSpPr/>
            <p:nvPr/>
          </p:nvSpPr>
          <p:spPr>
            <a:xfrm>
              <a:off x="660399" y="3931961"/>
              <a:ext cx="2035629" cy="86470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will you know that you are successful?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EBEE264-396E-4E54-8000-6F24F770F99A}"/>
              </a:ext>
            </a:extLst>
          </p:cNvPr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DA7AF8-1FC9-4807-B4FF-6DF092ABA010}"/>
              </a:ext>
            </a:extLst>
          </p:cNvPr>
          <p:cNvSpPr txBox="1"/>
          <p:nvPr/>
        </p:nvSpPr>
        <p:spPr>
          <a:xfrm>
            <a:off x="0" y="3336331"/>
            <a:ext cx="2916437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Success Criteria</a:t>
            </a:r>
          </a:p>
        </p:txBody>
      </p:sp>
      <p:pic>
        <p:nvPicPr>
          <p:cNvPr id="1026" name="Picture 2" descr="Image result for geometry">
            <a:extLst>
              <a:ext uri="{FF2B5EF4-FFF2-40B4-BE49-F238E27FC236}">
                <a16:creationId xmlns:a16="http://schemas.microsoft.com/office/drawing/2014/main" id="{1A9C8B5E-01D3-42F2-BA4A-D5033342C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8895" y="2521372"/>
            <a:ext cx="2214692" cy="2214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922616-C36D-4E40-A0F3-0736DAF3F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970" y="3336331"/>
            <a:ext cx="2793102" cy="62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523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Title 1">
            <a:extLst>
              <a:ext uri="{FF2B5EF4-FFF2-40B4-BE49-F238E27FC236}">
                <a16:creationId xmlns:a16="http://schemas.microsoft.com/office/drawing/2014/main" id="{573169E1-454A-4A30-B4E0-D19432D08A77}"/>
              </a:ext>
            </a:extLst>
          </p:cNvPr>
          <p:cNvSpPr txBox="1">
            <a:spLocks/>
          </p:cNvSpPr>
          <p:nvPr/>
        </p:nvSpPr>
        <p:spPr>
          <a:xfrm>
            <a:off x="316019" y="211381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b="1" dirty="0">
                <a:latin typeface="Arial" panose="020B0604020202020204" pitchFamily="34" charset="0"/>
                <a:cs typeface="Arial" panose="020B0604020202020204" pitchFamily="34" charset="0"/>
              </a:rPr>
              <a:t>Congruence</a:t>
            </a:r>
          </a:p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The transformations of translation, reflection and rotation all produce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congruent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shapes.</a:t>
            </a:r>
          </a:p>
          <a:p>
            <a:pPr algn="ctr"/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Congruent shapes are identical in both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shape and size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The symbol </a:t>
            </a: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≡ means ‘is congruent to’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2B41CF6-9D08-4199-937A-50223D12EC6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AU" dirty="0"/>
          </a:p>
        </p:txBody>
      </p:sp>
      <p:sp>
        <p:nvSpPr>
          <p:cNvPr id="2" name="Right Triangle 1"/>
          <p:cNvSpPr/>
          <p:nvPr/>
        </p:nvSpPr>
        <p:spPr>
          <a:xfrm>
            <a:off x="1749287" y="3299791"/>
            <a:ext cx="2300199" cy="2555777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ight Triangle 12"/>
          <p:cNvSpPr/>
          <p:nvPr/>
        </p:nvSpPr>
        <p:spPr>
          <a:xfrm rot="10800000">
            <a:off x="4377950" y="3373625"/>
            <a:ext cx="2300199" cy="2555777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/>
          <p:cNvSpPr txBox="1"/>
          <p:nvPr/>
        </p:nvSpPr>
        <p:spPr>
          <a:xfrm>
            <a:off x="1590262" y="2930459"/>
            <a:ext cx="573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2472" y="5929403"/>
            <a:ext cx="573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1134" y="5803341"/>
            <a:ext cx="573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4195" y="5936719"/>
            <a:ext cx="573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8149" y="3004293"/>
            <a:ext cx="573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8660" y="3056521"/>
            <a:ext cx="573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5052" y="3004293"/>
            <a:ext cx="469694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These two triangles are exactly the same shape and size. Therefore they are congruent.</a:t>
            </a:r>
          </a:p>
          <a:p>
            <a:endParaRPr lang="en-AU" sz="2800" dirty="0"/>
          </a:p>
          <a:p>
            <a:r>
              <a:rPr lang="en-AU" sz="2800" dirty="0"/>
              <a:t>We can write this in a mathematical statement.</a:t>
            </a:r>
          </a:p>
          <a:p>
            <a:endParaRPr lang="en-AU" sz="2800" dirty="0"/>
          </a:p>
          <a:p>
            <a:r>
              <a:rPr lang="el-GR" sz="2800" dirty="0"/>
              <a:t>Δ </a:t>
            </a:r>
            <a:r>
              <a:rPr lang="en-AU" sz="2800" b="1" i="1" dirty="0"/>
              <a:t>ABC</a:t>
            </a:r>
            <a:r>
              <a:rPr lang="en-AU" sz="2800" dirty="0"/>
              <a:t> </a:t>
            </a: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≡ </a:t>
            </a:r>
            <a:r>
              <a:rPr lang="el-GR" sz="2800" dirty="0"/>
              <a:t>Δ</a:t>
            </a:r>
            <a:r>
              <a:rPr lang="en-AU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endParaRPr lang="en-AU" sz="2800" b="1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63B579-8804-4EF8-97A0-F39808BFD159}"/>
              </a:ext>
            </a:extLst>
          </p:cNvPr>
          <p:cNvSpPr txBox="1"/>
          <p:nvPr/>
        </p:nvSpPr>
        <p:spPr>
          <a:xfrm>
            <a:off x="0" y="0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</p:spTree>
    <p:extLst>
      <p:ext uri="{BB962C8B-B14F-4D97-AF65-F5344CB8AC3E}">
        <p14:creationId xmlns:p14="http://schemas.microsoft.com/office/powerpoint/2010/main" val="1379918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5" grpId="0"/>
      <p:bldP spid="15" grpId="0"/>
      <p:bldP spid="16" grpId="0"/>
      <p:bldP spid="17" grpId="0"/>
      <p:bldP spid="18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Title 1">
            <a:extLst>
              <a:ext uri="{FF2B5EF4-FFF2-40B4-BE49-F238E27FC236}">
                <a16:creationId xmlns:a16="http://schemas.microsoft.com/office/drawing/2014/main" id="{573169E1-454A-4A30-B4E0-D19432D08A77}"/>
              </a:ext>
            </a:extLst>
          </p:cNvPr>
          <p:cNvSpPr txBox="1">
            <a:spLocks/>
          </p:cNvSpPr>
          <p:nvPr/>
        </p:nvSpPr>
        <p:spPr>
          <a:xfrm>
            <a:off x="316019" y="211381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b="1">
                <a:latin typeface="Arial" panose="020B0604020202020204" pitchFamily="34" charset="0"/>
                <a:cs typeface="Arial" panose="020B0604020202020204" pitchFamily="34" charset="0"/>
              </a:rPr>
              <a:t>Congruence</a:t>
            </a:r>
          </a:p>
          <a:p>
            <a:pPr algn="ctr"/>
            <a:r>
              <a:rPr lang="en-AU" sz="2800">
                <a:latin typeface="Arial" panose="020B0604020202020204" pitchFamily="34" charset="0"/>
                <a:cs typeface="Arial" panose="020B0604020202020204" pitchFamily="34" charset="0"/>
              </a:rPr>
              <a:t>Congruent shapes are identical in both </a:t>
            </a:r>
            <a:r>
              <a:rPr lang="en-AU" sz="2800" b="1">
                <a:latin typeface="Arial" panose="020B0604020202020204" pitchFamily="34" charset="0"/>
                <a:cs typeface="Arial" panose="020B0604020202020204" pitchFamily="34" charset="0"/>
              </a:rPr>
              <a:t>shape and size</a:t>
            </a:r>
            <a:r>
              <a:rPr lang="en-AU" sz="28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r>
              <a:rPr lang="en-AU" sz="2800">
                <a:latin typeface="Arial" panose="020B0604020202020204" pitchFamily="34" charset="0"/>
                <a:cs typeface="Arial" panose="020B0604020202020204" pitchFamily="34" charset="0"/>
              </a:rPr>
              <a:t>The symbol </a:t>
            </a:r>
            <a:r>
              <a:rPr lang="en-AU" sz="2800">
                <a:latin typeface="Calibri" panose="020F0502020204030204" pitchFamily="34" charset="0"/>
                <a:cs typeface="Calibri" panose="020F0502020204030204" pitchFamily="34" charset="0"/>
              </a:rPr>
              <a:t>≡ means ‘is congruent to’</a:t>
            </a:r>
          </a:p>
          <a:p>
            <a:pPr algn="ctr"/>
            <a:endParaRPr lang="en-AU" sz="28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AU" sz="2800">
                <a:latin typeface="Calibri" panose="020F0502020204030204" pitchFamily="34" charset="0"/>
                <a:cs typeface="Calibri" panose="020F0502020204030204" pitchFamily="34" charset="0"/>
              </a:rPr>
              <a:t>Use mathematical statements to describe the congruent shapes below.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2B41CF6-9D08-4199-937A-50223D12EC6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AU" dirty="0"/>
          </a:p>
        </p:txBody>
      </p:sp>
      <p:sp>
        <p:nvSpPr>
          <p:cNvPr id="10" name="Rectangle 9"/>
          <p:cNvSpPr/>
          <p:nvPr/>
        </p:nvSpPr>
        <p:spPr>
          <a:xfrm>
            <a:off x="8095227" y="3325075"/>
            <a:ext cx="313216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4000" dirty="0"/>
              <a:t>Δ</a:t>
            </a:r>
            <a:r>
              <a:rPr lang="en-AU" sz="4000" dirty="0"/>
              <a:t>ABC ≡ </a:t>
            </a:r>
            <a:r>
              <a:rPr lang="el-GR" sz="4000" dirty="0"/>
              <a:t>Δ</a:t>
            </a:r>
            <a:r>
              <a:rPr lang="en-AU" sz="4000" dirty="0"/>
              <a:t>DEF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4351" y="5974837"/>
            <a:ext cx="74169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/>
              <a:t>What type of transformation has occurred?</a:t>
            </a:r>
          </a:p>
        </p:txBody>
      </p:sp>
      <p:sp>
        <p:nvSpPr>
          <p:cNvPr id="2" name="Right Triangle 1"/>
          <p:cNvSpPr/>
          <p:nvPr/>
        </p:nvSpPr>
        <p:spPr>
          <a:xfrm>
            <a:off x="2122227" y="3015919"/>
            <a:ext cx="1992574" cy="219728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ight Triangle 12"/>
          <p:cNvSpPr/>
          <p:nvPr/>
        </p:nvSpPr>
        <p:spPr>
          <a:xfrm flipH="1">
            <a:off x="5390866" y="3060201"/>
            <a:ext cx="1992574" cy="2197289"/>
          </a:xfrm>
          <a:prstGeom prst="rt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63B579-8804-4EF8-97A0-F39808BFD159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46563" y="4930191"/>
            <a:ext cx="649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2434" y="2734342"/>
            <a:ext cx="649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3567" y="5023314"/>
            <a:ext cx="649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7144" y="2664322"/>
            <a:ext cx="649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6073" y="5023314"/>
            <a:ext cx="649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48928" y="4975856"/>
            <a:ext cx="649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453576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5400" b="1" dirty="0">
                <a:latin typeface="Arial" panose="020B0604020202020204" pitchFamily="34" charset="0"/>
                <a:cs typeface="Arial" panose="020B0604020202020204" pitchFamily="34" charset="0"/>
              </a:rPr>
              <a:t>Congruent Triangles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1459"/>
            <a:ext cx="10515600" cy="4351338"/>
          </a:xfrm>
        </p:spPr>
        <p:txBody>
          <a:bodyPr/>
          <a:lstStyle/>
          <a:p>
            <a:r>
              <a:rPr lang="en-AU" dirty="0"/>
              <a:t>Triangles that have </a:t>
            </a:r>
            <a:r>
              <a:rPr lang="en-AU" u="sng" dirty="0"/>
              <a:t>matching sides </a:t>
            </a:r>
            <a:r>
              <a:rPr lang="en-AU" dirty="0"/>
              <a:t>of the same length and </a:t>
            </a:r>
            <a:r>
              <a:rPr lang="en-AU" u="sng" dirty="0"/>
              <a:t>matching angles</a:t>
            </a:r>
            <a:r>
              <a:rPr lang="en-AU" dirty="0"/>
              <a:t> of the same size are known as congruent triangles</a:t>
            </a:r>
          </a:p>
          <a:p>
            <a:r>
              <a:rPr lang="en-AU" dirty="0"/>
              <a:t>These triangles are congruent, all sides and angles are equal.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940" y="3140683"/>
            <a:ext cx="7932531" cy="285621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517153" y="3758576"/>
            <a:ext cx="544153" cy="387078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/>
          <p:cNvSpPr/>
          <p:nvPr/>
        </p:nvSpPr>
        <p:spPr>
          <a:xfrm>
            <a:off x="3556222" y="3807755"/>
            <a:ext cx="544153" cy="387078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/>
          <p:cNvSpPr/>
          <p:nvPr/>
        </p:nvSpPr>
        <p:spPr>
          <a:xfrm>
            <a:off x="4550094" y="5267242"/>
            <a:ext cx="544153" cy="38707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/>
          <p:cNvSpPr/>
          <p:nvPr/>
        </p:nvSpPr>
        <p:spPr>
          <a:xfrm>
            <a:off x="6587393" y="5195249"/>
            <a:ext cx="544153" cy="38707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/>
          <p:cNvSpPr/>
          <p:nvPr/>
        </p:nvSpPr>
        <p:spPr>
          <a:xfrm>
            <a:off x="2537105" y="4808171"/>
            <a:ext cx="544153" cy="387078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/>
          <p:cNvSpPr/>
          <p:nvPr/>
        </p:nvSpPr>
        <p:spPr>
          <a:xfrm>
            <a:off x="8490055" y="4809665"/>
            <a:ext cx="544153" cy="387078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2457099" y="4089557"/>
            <a:ext cx="762935" cy="35341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/>
          <p:cNvSpPr/>
          <p:nvPr/>
        </p:nvSpPr>
        <p:spPr>
          <a:xfrm>
            <a:off x="8293779" y="4018124"/>
            <a:ext cx="762935" cy="35341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/>
          <p:cNvSpPr/>
          <p:nvPr/>
        </p:nvSpPr>
        <p:spPr>
          <a:xfrm>
            <a:off x="4505617" y="4360625"/>
            <a:ext cx="913465" cy="35341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/>
          <p:cNvSpPr/>
          <p:nvPr/>
        </p:nvSpPr>
        <p:spPr>
          <a:xfrm>
            <a:off x="6218081" y="4316681"/>
            <a:ext cx="913465" cy="35341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3099489" y="5388788"/>
            <a:ext cx="913465" cy="35341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/>
          <p:cNvSpPr/>
          <p:nvPr/>
        </p:nvSpPr>
        <p:spPr>
          <a:xfrm>
            <a:off x="7582401" y="5405618"/>
            <a:ext cx="913465" cy="35341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TextBox 18"/>
          <p:cNvSpPr txBox="1"/>
          <p:nvPr/>
        </p:nvSpPr>
        <p:spPr>
          <a:xfrm>
            <a:off x="336062" y="6151026"/>
            <a:ext cx="1229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It is </a:t>
            </a:r>
            <a:r>
              <a:rPr lang="en-AU" sz="2400" b="1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 necessary to know </a:t>
            </a:r>
            <a:r>
              <a:rPr lang="en-AU" sz="2400" b="1" dirty="0"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sides and angles are equal to prove congruence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63B579-8804-4EF8-97A0-F39808BFD159}"/>
              </a:ext>
            </a:extLst>
          </p:cNvPr>
          <p:cNvSpPr txBox="1"/>
          <p:nvPr/>
        </p:nvSpPr>
        <p:spPr>
          <a:xfrm>
            <a:off x="0" y="0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</p:spTree>
    <p:extLst>
      <p:ext uri="{BB962C8B-B14F-4D97-AF65-F5344CB8AC3E}">
        <p14:creationId xmlns:p14="http://schemas.microsoft.com/office/powerpoint/2010/main" val="958553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12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5400" b="1" dirty="0">
                <a:latin typeface="Arial" panose="020B0604020202020204" pitchFamily="34" charset="0"/>
                <a:cs typeface="Arial" panose="020B0604020202020204" pitchFamily="34" charset="0"/>
              </a:rPr>
              <a:t>Congruent Triangles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2431"/>
            <a:ext cx="11217294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AU" sz="3200" dirty="0"/>
              <a:t>There are </a:t>
            </a:r>
            <a:r>
              <a:rPr lang="en-AU" sz="3200" b="1" dirty="0"/>
              <a:t>four tests </a:t>
            </a:r>
            <a:r>
              <a:rPr lang="en-AU" sz="3200" dirty="0"/>
              <a:t>to determine if triangles are congruent. Each requires </a:t>
            </a:r>
            <a:r>
              <a:rPr lang="en-AU" sz="3200" b="1" dirty="0"/>
              <a:t>3 pieces of information</a:t>
            </a:r>
            <a:r>
              <a:rPr lang="en-AU" sz="3200" dirty="0"/>
              <a:t>. They are:</a:t>
            </a:r>
          </a:p>
          <a:p>
            <a:pPr marL="0" indent="0">
              <a:buNone/>
            </a:pPr>
            <a:endParaRPr lang="en-AU" sz="3200" dirty="0"/>
          </a:p>
          <a:p>
            <a:r>
              <a:rPr lang="en-AU" sz="3200" dirty="0"/>
              <a:t>Side, side, side (SSS) [3 sides match]</a:t>
            </a:r>
          </a:p>
          <a:p>
            <a:endParaRPr lang="en-AU" sz="3200" dirty="0"/>
          </a:p>
          <a:p>
            <a:r>
              <a:rPr lang="en-AU" sz="3200" dirty="0"/>
              <a:t>Side, angle, side (SAS) [2 sides and the angle in-between match]</a:t>
            </a:r>
          </a:p>
          <a:p>
            <a:endParaRPr lang="en-AU" sz="3200" dirty="0"/>
          </a:p>
          <a:p>
            <a:r>
              <a:rPr lang="en-AU" sz="3200" dirty="0"/>
              <a:t>Angle, angle, side (AAS) [2 angles and a side match]</a:t>
            </a:r>
          </a:p>
          <a:p>
            <a:pPr marL="0" indent="0">
              <a:buNone/>
            </a:pPr>
            <a:r>
              <a:rPr lang="en-AU" sz="3200" dirty="0"/>
              <a:t>	Can also be ASA</a:t>
            </a:r>
          </a:p>
          <a:p>
            <a:pPr marL="0" indent="0">
              <a:buNone/>
            </a:pPr>
            <a:endParaRPr lang="en-AU" sz="3200" dirty="0"/>
          </a:p>
          <a:p>
            <a:r>
              <a:rPr lang="en-AU" sz="3200" dirty="0"/>
              <a:t>Right angle, hypotenuse, side [a right angle, a side and the hypotenuse match – The hypotenuse is opposite the right angle]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B56745-73EE-4388-814A-EB1A6584EB08}"/>
              </a:ext>
            </a:extLst>
          </p:cNvPr>
          <p:cNvSpPr txBox="1"/>
          <p:nvPr/>
        </p:nvSpPr>
        <p:spPr>
          <a:xfrm>
            <a:off x="0" y="-6605"/>
            <a:ext cx="4118765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399" y="1810424"/>
            <a:ext cx="2612276" cy="12765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097" y="2745174"/>
            <a:ext cx="2092666" cy="122543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6085" y="3846073"/>
            <a:ext cx="1697437" cy="111276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4226" y="5428668"/>
            <a:ext cx="1546380" cy="96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702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7677"/>
            <a:ext cx="10515600" cy="1325563"/>
          </a:xfrm>
        </p:spPr>
        <p:txBody>
          <a:bodyPr/>
          <a:lstStyle/>
          <a:p>
            <a:r>
              <a:rPr lang="en-AU" dirty="0"/>
              <a:t>What test would you use to prove congruence? (SSS, SAS, AAS, RHS)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57582" r="1" b="48342"/>
          <a:stretch/>
        </p:blipFill>
        <p:spPr>
          <a:xfrm>
            <a:off x="502371" y="2198256"/>
            <a:ext cx="3972074" cy="21224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B56745-73EE-4388-814A-EB1A6584EB08}"/>
              </a:ext>
            </a:extLst>
          </p:cNvPr>
          <p:cNvSpPr txBox="1"/>
          <p:nvPr/>
        </p:nvSpPr>
        <p:spPr>
          <a:xfrm>
            <a:off x="0" y="-6605"/>
            <a:ext cx="4118765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/>
              <a:t>Concept Development</a:t>
            </a:r>
            <a:endParaRPr lang="en-AU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4859" t="54270" r="49030"/>
          <a:stretch/>
        </p:blipFill>
        <p:spPr>
          <a:xfrm>
            <a:off x="5191145" y="4808833"/>
            <a:ext cx="3498107" cy="15221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5327" y="4602847"/>
            <a:ext cx="3315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SAS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91145" y="3530794"/>
            <a:ext cx="3315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AAS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57582" t="53265" r="1"/>
          <a:stretch/>
        </p:blipFill>
        <p:spPr>
          <a:xfrm>
            <a:off x="8689252" y="1786071"/>
            <a:ext cx="3775437" cy="18251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9252" y="3815871"/>
            <a:ext cx="3315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RHS</a:t>
            </a:r>
          </a:p>
        </p:txBody>
      </p:sp>
    </p:spTree>
    <p:extLst>
      <p:ext uri="{BB962C8B-B14F-4D97-AF65-F5344CB8AC3E}">
        <p14:creationId xmlns:p14="http://schemas.microsoft.com/office/powerpoint/2010/main" val="129679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589" y="809880"/>
            <a:ext cx="12284487" cy="1325563"/>
          </a:xfrm>
        </p:spPr>
        <p:txBody>
          <a:bodyPr>
            <a:noAutofit/>
          </a:bodyPr>
          <a:lstStyle/>
          <a:p>
            <a:r>
              <a:rPr lang="en-AU" sz="3200" dirty="0"/>
              <a:t>What test would you use to prove congruence? (SSS, SAS, AAS, RHS)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B56745-73EE-4388-814A-EB1A6584EB08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Guided Practice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" y="1994504"/>
            <a:ext cx="3264366" cy="159520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5144" y="1994504"/>
            <a:ext cx="2537443" cy="148589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234" y="2021606"/>
            <a:ext cx="2148130" cy="134710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64247" y="3589712"/>
            <a:ext cx="3315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/>
              <a:t>ASA</a:t>
            </a:r>
            <a:endParaRPr lang="en-AU" sz="4000" dirty="0"/>
          </a:p>
        </p:txBody>
      </p:sp>
      <p:sp>
        <p:nvSpPr>
          <p:cNvPr id="15" name="TextBox 14"/>
          <p:cNvSpPr txBox="1"/>
          <p:nvPr/>
        </p:nvSpPr>
        <p:spPr>
          <a:xfrm>
            <a:off x="6129513" y="3478029"/>
            <a:ext cx="3315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RHS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3454" y="3476190"/>
            <a:ext cx="3315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SAS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257" y="4540526"/>
            <a:ext cx="1409700" cy="22002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3352" y="4983438"/>
            <a:ext cx="2733675" cy="13144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/>
              <p14:cNvContentPartPr/>
              <p14:nvPr/>
            </p14:nvContentPartPr>
            <p14:xfrm>
              <a:off x="4469746" y="4852455"/>
              <a:ext cx="267840" cy="489960"/>
            </p14:xfrm>
          </p:contentPart>
        </mc:Choice>
        <mc:Fallback xmlns="">
          <p:pic>
            <p:nvPicPr>
              <p:cNvPr id="19" name="Ink 18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56066" y="4839495"/>
                <a:ext cx="293760" cy="51624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/>
          <p:cNvSpPr txBox="1"/>
          <p:nvPr/>
        </p:nvSpPr>
        <p:spPr>
          <a:xfrm>
            <a:off x="1729369" y="5799831"/>
            <a:ext cx="3315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SAS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403" y="6150114"/>
            <a:ext cx="3315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RHS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86764" y="4840818"/>
            <a:ext cx="2612803" cy="14930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3710740"/>
            <a:ext cx="3315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SSS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6" name="Ink 25"/>
              <p14:cNvContentPartPr/>
              <p14:nvPr/>
            </p14:nvContentPartPr>
            <p14:xfrm>
              <a:off x="10740174" y="4699338"/>
              <a:ext cx="435960" cy="959400"/>
            </p14:xfrm>
          </p:contentPart>
        </mc:Choice>
        <mc:Fallback xmlns="">
          <p:pic>
            <p:nvPicPr>
              <p:cNvPr id="26" name="Ink 25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711014" y="4671978"/>
                <a:ext cx="492480" cy="101268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xtBox 26"/>
          <p:cNvSpPr txBox="1"/>
          <p:nvPr/>
        </p:nvSpPr>
        <p:spPr>
          <a:xfrm>
            <a:off x="8229920" y="6121385"/>
            <a:ext cx="3315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SAS</a:t>
            </a:r>
          </a:p>
        </p:txBody>
      </p:sp>
      <p:pic>
        <p:nvPicPr>
          <p:cNvPr id="23" name="Picture 2" descr="Definition of Congruent Asa Aas | Chegg.com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162" y="1864562"/>
            <a:ext cx="2488878" cy="16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5847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431" y="318885"/>
            <a:ext cx="12284487" cy="1325563"/>
          </a:xfrm>
        </p:spPr>
        <p:txBody>
          <a:bodyPr>
            <a:noAutofit/>
          </a:bodyPr>
          <a:lstStyle/>
          <a:p>
            <a:r>
              <a:rPr lang="en-AU" sz="3200" dirty="0"/>
              <a:t>What test would you use to prove congruence? (SSS, SAS, AAS, RHS)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B56745-73EE-4388-814A-EB1A6584EB08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Guided Practice</a:t>
            </a:r>
          </a:p>
        </p:txBody>
      </p:sp>
      <p:pic>
        <p:nvPicPr>
          <p:cNvPr id="17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4330" y="1277573"/>
            <a:ext cx="5175455" cy="435133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71" y="1387710"/>
            <a:ext cx="4344477" cy="41310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3" name="Ink 32"/>
              <p14:cNvContentPartPr/>
              <p14:nvPr/>
            </p14:nvContentPartPr>
            <p14:xfrm>
              <a:off x="368057" y="1232538"/>
              <a:ext cx="673560" cy="2701800"/>
            </p14:xfrm>
          </p:contentPart>
        </mc:Choice>
        <mc:Fallback xmlns="">
          <p:pic>
            <p:nvPicPr>
              <p:cNvPr id="33" name="Ink 3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0417" y="1212018"/>
                <a:ext cx="709200" cy="27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8" name="Ink 37"/>
              <p14:cNvContentPartPr/>
              <p14:nvPr/>
            </p14:nvContentPartPr>
            <p14:xfrm>
              <a:off x="6479417" y="1312098"/>
              <a:ext cx="724320" cy="2748960"/>
            </p14:xfrm>
          </p:contentPart>
        </mc:Choice>
        <mc:Fallback xmlns="">
          <p:pic>
            <p:nvPicPr>
              <p:cNvPr id="38" name="Ink 37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59617" y="1289778"/>
                <a:ext cx="762480" cy="27874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/>
          <p:cNvSpPr txBox="1"/>
          <p:nvPr/>
        </p:nvSpPr>
        <p:spPr>
          <a:xfrm>
            <a:off x="1787915" y="2995085"/>
            <a:ext cx="3315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solidFill>
                  <a:srgbClr val="FF0000"/>
                </a:solidFill>
              </a:rPr>
              <a:t>Not congruent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8094" y="5164831"/>
            <a:ext cx="3315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solidFill>
                  <a:srgbClr val="FF0000"/>
                </a:solidFill>
              </a:rPr>
              <a:t>ASA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14376" y="2928793"/>
            <a:ext cx="3315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solidFill>
                  <a:srgbClr val="FF0000"/>
                </a:solidFill>
              </a:rPr>
              <a:t>SAS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2065" y="5257164"/>
            <a:ext cx="3315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solidFill>
                  <a:srgbClr val="FF0000"/>
                </a:solidFill>
              </a:rPr>
              <a:t>Not congruent</a:t>
            </a:r>
          </a:p>
        </p:txBody>
      </p:sp>
    </p:spTree>
    <p:extLst>
      <p:ext uri="{BB962C8B-B14F-4D97-AF65-F5344CB8AC3E}">
        <p14:creationId xmlns:p14="http://schemas.microsoft.com/office/powerpoint/2010/main" val="276534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589" y="809880"/>
            <a:ext cx="12284487" cy="1325563"/>
          </a:xfrm>
        </p:spPr>
        <p:txBody>
          <a:bodyPr>
            <a:noAutofit/>
          </a:bodyPr>
          <a:lstStyle/>
          <a:p>
            <a:r>
              <a:rPr lang="en-AU" sz="3200" dirty="0"/>
              <a:t>The following triangles are congruent. Find the missing angle/side.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B56745-73EE-4388-814A-EB1A6584EB08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Guided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49589" y="4692426"/>
                <a:ext cx="4697387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AU" sz="4000" b="0" dirty="0"/>
                  <a:t>m</a:t>
                </a:r>
                <a:endParaRPr lang="en-AU" sz="4000" b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m:rPr>
                          <m:nor/>
                        </m:rPr>
                        <a:rPr lang="en-AU" sz="4000" dirty="0"/>
                        <m:t>m</m:t>
                      </m:r>
                    </m:oMath>
                  </m:oMathPara>
                </a14:m>
                <a:endParaRPr lang="en-AU" sz="4000" dirty="0">
                  <a:latin typeface="Cambria Math" panose="02040503050406030204" pitchFamily="18" charset="0"/>
                </a:endParaRPr>
              </a:p>
              <a:p>
                <a:pPr algn="ctr"/>
                <a:endParaRPr lang="en-AU" sz="4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89" y="4692426"/>
                <a:ext cx="4697387" cy="1938992"/>
              </a:xfrm>
              <a:prstGeom prst="rect">
                <a:avLst/>
              </a:prstGeom>
              <a:blipFill rotWithShape="0">
                <a:blip r:embed="rId2"/>
                <a:stretch>
                  <a:fillRect t="-53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16" y="2575924"/>
            <a:ext cx="4603895" cy="1626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8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186" y="2367153"/>
            <a:ext cx="3188483" cy="183563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16596" y="4692426"/>
                <a:ext cx="6240256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=7</m:t>
                      </m:r>
                      <m:r>
                        <m:rPr>
                          <m:nor/>
                        </m:rPr>
                        <a:rPr lang="en-AU" sz="4000" dirty="0"/>
                        <m:t>m</m:t>
                      </m:r>
                    </m:oMath>
                  </m:oMathPara>
                </a14:m>
                <a:endParaRPr lang="en-AU" sz="40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=90°</m:t>
                      </m:r>
                      <m:r>
                        <m:rPr>
                          <m:nor/>
                        </m:rPr>
                        <a:rPr lang="en-AU" sz="4000" b="0" i="0" dirty="0" smtClean="0"/>
                        <m:t>(</m:t>
                      </m:r>
                      <m:r>
                        <m:rPr>
                          <m:nor/>
                        </m:rPr>
                        <a:rPr lang="en-AU" sz="4000" b="0" i="0" dirty="0" smtClean="0"/>
                        <m:t>vertically</m:t>
                      </m:r>
                      <m:r>
                        <m:rPr>
                          <m:nor/>
                        </m:rPr>
                        <a:rPr lang="en-AU" sz="4000" b="0" i="0" dirty="0" smtClean="0"/>
                        <m:t> </m:t>
                      </m:r>
                      <m:r>
                        <m:rPr>
                          <m:nor/>
                        </m:rPr>
                        <a:rPr lang="en-AU" sz="4000" b="0" i="0" dirty="0" smtClean="0"/>
                        <m:t>opposite</m:t>
                      </m:r>
                      <m:r>
                        <m:rPr>
                          <m:nor/>
                        </m:rPr>
                        <a:rPr lang="en-AU" sz="4000" b="0" i="0" dirty="0" smtClean="0"/>
                        <m:t>)</m:t>
                      </m:r>
                    </m:oMath>
                  </m:oMathPara>
                </a14:m>
                <a:endParaRPr lang="en-AU" sz="400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sz="4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AU" sz="4000" i="1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AU" sz="4000" dirty="0">
                  <a:latin typeface="Cambria Math" panose="02040503050406030204" pitchFamily="18" charset="0"/>
                </a:endParaRPr>
              </a:p>
              <a:p>
                <a:pPr algn="ctr"/>
                <a:endParaRPr lang="en-AU" sz="4000" dirty="0">
                  <a:latin typeface="Cambria Math" panose="02040503050406030204" pitchFamily="18" charset="0"/>
                </a:endParaRPr>
              </a:p>
              <a:p>
                <a:pPr algn="ctr"/>
                <a:endParaRPr lang="en-AU" sz="4000" b="0" dirty="0"/>
              </a:p>
              <a:p>
                <a:pPr algn="ctr"/>
                <a:endParaRPr lang="en-AU" sz="4000" b="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596" y="4692426"/>
                <a:ext cx="6240256" cy="378565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028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Autofit/>
          </a:bodyPr>
          <a:lstStyle/>
          <a:p>
            <a:r>
              <a:rPr lang="en-AU" sz="3600" dirty="0"/>
              <a:t>The following triangles are congruent. Find the missing angle/side.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829" y="1261180"/>
            <a:ext cx="4220094" cy="55095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B56745-73EE-4388-814A-EB1A6584EB08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Guided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931873" y="1420574"/>
                <a:ext cx="4697387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AU" sz="4000" b="0" i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m:rPr>
                          <m:nor/>
                        </m:rPr>
                        <a:rPr lang="en-AU" sz="4000" dirty="0"/>
                        <m:t>m</m:t>
                      </m:r>
                    </m:oMath>
                  </m:oMathPara>
                </a14:m>
                <a:endParaRPr lang="en-AU" sz="4000" dirty="0">
                  <a:latin typeface="Cambria Math" panose="02040503050406030204" pitchFamily="18" charset="0"/>
                </a:endParaRPr>
              </a:p>
              <a:p>
                <a:pPr algn="ctr"/>
                <a:endParaRPr lang="en-AU" sz="4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873" y="1420574"/>
                <a:ext cx="4697387" cy="132343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931872" y="3601229"/>
                <a:ext cx="4697387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AU" sz="4000" b="0" i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n-AU" sz="40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AU" sz="4000" dirty="0"/>
                        <m:t>m</m:t>
                      </m:r>
                    </m:oMath>
                  </m:oMathPara>
                </a14:m>
                <a:endParaRPr lang="en-AU" sz="4000" dirty="0">
                  <a:latin typeface="Cambria Math" panose="02040503050406030204" pitchFamily="18" charset="0"/>
                </a:endParaRPr>
              </a:p>
              <a:p>
                <a:pPr algn="ctr"/>
                <a:endParaRPr lang="en-AU" sz="4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872" y="3601229"/>
                <a:ext cx="4697387" cy="132343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993530" y="5606702"/>
                <a:ext cx="4697387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AU" sz="4000" b="0" i="0" smtClean="0">
                          <a:latin typeface="Cambria Math" panose="02040503050406030204" pitchFamily="18" charset="0"/>
                        </a:rPr>
                        <m:t>19</m:t>
                      </m:r>
                      <m:r>
                        <a:rPr lang="en-AU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AU" sz="4000" dirty="0">
                  <a:latin typeface="Cambria Math" panose="02040503050406030204" pitchFamily="18" charset="0"/>
                </a:endParaRPr>
              </a:p>
              <a:p>
                <a:pPr algn="ctr"/>
                <a:endParaRPr lang="en-AU" sz="4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530" y="5606702"/>
                <a:ext cx="4697387" cy="132343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2446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17247"/>
            <a:ext cx="4164791" cy="1325563"/>
          </a:xfrm>
        </p:spPr>
        <p:txBody>
          <a:bodyPr>
            <a:noAutofit/>
          </a:bodyPr>
          <a:lstStyle/>
          <a:p>
            <a:r>
              <a:rPr lang="en-AU" sz="3200" dirty="0"/>
              <a:t>Which of these triangles are congruent? Write a congruence statement.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71332"/>
            <a:ext cx="2865994" cy="1100776"/>
          </a:xfrm>
        </p:spPr>
        <p:txBody>
          <a:bodyPr/>
          <a:lstStyle/>
          <a:p>
            <a:pPr marL="0" indent="0">
              <a:buNone/>
            </a:pPr>
            <a:r>
              <a:rPr lang="el-GR" dirty="0"/>
              <a:t>Δ </a:t>
            </a:r>
            <a:r>
              <a:rPr lang="en-AU" b="1" i="1" dirty="0"/>
              <a:t>QPR</a:t>
            </a:r>
            <a:r>
              <a:rPr lang="en-AU" dirty="0"/>
              <a:t> </a:t>
            </a: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≡ </a:t>
            </a:r>
            <a:r>
              <a:rPr lang="el-GR" dirty="0"/>
              <a:t>Δ</a:t>
            </a:r>
            <a:r>
              <a:rPr lang="en-AU" b="1" i="1" dirty="0">
                <a:latin typeface="Calibri" panose="020F0502020204030204" pitchFamily="34" charset="0"/>
                <a:cs typeface="Calibri" panose="020F0502020204030204" pitchFamily="34" charset="0"/>
              </a:rPr>
              <a:t>MLN</a:t>
            </a:r>
            <a:endParaRPr lang="en-AU" b="1" i="1" dirty="0"/>
          </a:p>
          <a:p>
            <a:pPr marL="0" indent="0">
              <a:buNone/>
            </a:pPr>
            <a:r>
              <a:rPr lang="en-AU" dirty="0"/>
              <a:t>Because of SAS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418" y="279563"/>
            <a:ext cx="2122027" cy="63712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B56745-73EE-4388-814A-EB1A6584EB08}"/>
              </a:ext>
            </a:extLst>
          </p:cNvPr>
          <p:cNvSpPr txBox="1"/>
          <p:nvPr/>
        </p:nvSpPr>
        <p:spPr>
          <a:xfrm>
            <a:off x="0" y="-6605"/>
            <a:ext cx="4118765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/>
              <a:t>Concept Development</a:t>
            </a:r>
            <a:endParaRPr lang="en-A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8200097" y="948144"/>
            <a:ext cx="3209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It is important to match vertices correctly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0097" y="2971315"/>
            <a:ext cx="350072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QP is the side with 1 dash, so that matches with ML. </a:t>
            </a:r>
          </a:p>
          <a:p>
            <a:endParaRPr lang="en-AU" dirty="0"/>
          </a:p>
          <a:p>
            <a:r>
              <a:rPr lang="en-AU" dirty="0"/>
              <a:t>P and L are the vertices with the angle given so it is the second letter we must write.</a:t>
            </a:r>
          </a:p>
          <a:p>
            <a:endParaRPr lang="en-AU" dirty="0"/>
          </a:p>
          <a:p>
            <a:r>
              <a:rPr lang="en-AU" dirty="0"/>
              <a:t>It then goes from the angle to the side with 2 dashes (R and N).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23149" y="5262445"/>
            <a:ext cx="4016228" cy="10964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dirty="0"/>
              <a:t>Where you start does not matter </a:t>
            </a:r>
            <a:r>
              <a:rPr lang="el-GR" dirty="0"/>
              <a:t>Δ </a:t>
            </a:r>
            <a:r>
              <a:rPr lang="en-AU" b="1" i="1" dirty="0"/>
              <a:t>PRQ</a:t>
            </a:r>
            <a:r>
              <a:rPr lang="en-AU" dirty="0"/>
              <a:t> </a:t>
            </a: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≡ </a:t>
            </a:r>
            <a:r>
              <a:rPr lang="el-GR" dirty="0"/>
              <a:t>Δ</a:t>
            </a:r>
            <a:r>
              <a:rPr lang="en-AU" b="1" i="1" dirty="0">
                <a:latin typeface="Calibri" panose="020F0502020204030204" pitchFamily="34" charset="0"/>
                <a:cs typeface="Calibri" panose="020F0502020204030204" pitchFamily="34" charset="0"/>
              </a:rPr>
              <a:t>LNM</a:t>
            </a:r>
            <a:r>
              <a:rPr lang="en-AU" dirty="0"/>
              <a:t> is also true!</a:t>
            </a:r>
            <a:endParaRPr lang="en-AU" b="1" i="1" dirty="0"/>
          </a:p>
        </p:txBody>
      </p:sp>
    </p:spTree>
    <p:extLst>
      <p:ext uri="{BB962C8B-B14F-4D97-AF65-F5344CB8AC3E}">
        <p14:creationId xmlns:p14="http://schemas.microsoft.com/office/powerpoint/2010/main" val="178284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589" y="809880"/>
            <a:ext cx="11377067" cy="1325563"/>
          </a:xfrm>
        </p:spPr>
        <p:txBody>
          <a:bodyPr>
            <a:noAutofit/>
          </a:bodyPr>
          <a:lstStyle/>
          <a:p>
            <a:r>
              <a:rPr lang="en-AU" sz="3200" dirty="0"/>
              <a:t>Before we said the reasons for these triangles to be congruent, now write the congruence statement.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B56745-73EE-4388-814A-EB1A6584EB08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8367" y="4083390"/>
            <a:ext cx="3315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SSS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" y="2367154"/>
            <a:ext cx="3264366" cy="159520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8931" y="2133341"/>
            <a:ext cx="2933134" cy="171760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0410" y="2133341"/>
            <a:ext cx="2704768" cy="16961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30104" y="3933238"/>
            <a:ext cx="3315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RHS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5087" y="3848840"/>
            <a:ext cx="3315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SAS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/>
              <p14:cNvContentPartPr/>
              <p14:nvPr/>
            </p14:nvContentPartPr>
            <p14:xfrm>
              <a:off x="260596" y="3654258"/>
              <a:ext cx="119160" cy="18540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6556" y="3640578"/>
                <a:ext cx="14760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/>
              <p14:cNvContentPartPr/>
              <p14:nvPr/>
            </p14:nvContentPartPr>
            <p14:xfrm>
              <a:off x="1554796" y="3602778"/>
              <a:ext cx="94320" cy="22680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41116" y="3588378"/>
                <a:ext cx="12276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/>
              <p14:cNvContentPartPr/>
              <p14:nvPr/>
            </p14:nvContentPartPr>
            <p14:xfrm>
              <a:off x="2150236" y="2388498"/>
              <a:ext cx="268560" cy="1653120"/>
            </p14:xfrm>
          </p:contentPart>
        </mc:Choice>
        <mc:Fallback xmlns="">
          <p:pic>
            <p:nvPicPr>
              <p:cNvPr id="20" name="Ink 1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40156" y="2371218"/>
                <a:ext cx="297000" cy="168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Ink 20"/>
              <p14:cNvContentPartPr/>
              <p14:nvPr/>
            </p14:nvContentPartPr>
            <p14:xfrm>
              <a:off x="1546156" y="2677218"/>
              <a:ext cx="83160" cy="14940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28516" y="2662458"/>
                <a:ext cx="11736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Ink 25"/>
              <p14:cNvContentPartPr/>
              <p14:nvPr/>
            </p14:nvContentPartPr>
            <p14:xfrm>
              <a:off x="3101716" y="2433858"/>
              <a:ext cx="106920" cy="242280"/>
            </p14:xfrm>
          </p:contentPart>
        </mc:Choice>
        <mc:Fallback xmlns="">
          <p:pic>
            <p:nvPicPr>
              <p:cNvPr id="26" name="Ink 25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86236" y="2418738"/>
                <a:ext cx="137520" cy="2746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Content Placeholder 2"/>
          <p:cNvSpPr>
            <a:spLocks noGrp="1"/>
          </p:cNvSpPr>
          <p:nvPr>
            <p:ph idx="1"/>
          </p:nvPr>
        </p:nvSpPr>
        <p:spPr>
          <a:xfrm>
            <a:off x="4849741" y="5240302"/>
            <a:ext cx="2865994" cy="1100776"/>
          </a:xfrm>
        </p:spPr>
        <p:txBody>
          <a:bodyPr/>
          <a:lstStyle/>
          <a:p>
            <a:pPr marL="0" indent="0">
              <a:buNone/>
            </a:pPr>
            <a:r>
              <a:rPr lang="el-GR" dirty="0"/>
              <a:t>Δ </a:t>
            </a:r>
            <a:r>
              <a:rPr lang="en-AU" b="1" i="1" dirty="0"/>
              <a:t>BCA</a:t>
            </a:r>
            <a:r>
              <a:rPr lang="en-AU" dirty="0"/>
              <a:t> </a:t>
            </a: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≡ </a:t>
            </a:r>
            <a:r>
              <a:rPr lang="el-GR" dirty="0"/>
              <a:t>Δ</a:t>
            </a:r>
            <a:r>
              <a:rPr lang="en-AU" dirty="0"/>
              <a:t> </a:t>
            </a:r>
            <a:r>
              <a:rPr lang="en-AU" b="1" i="1" dirty="0">
                <a:latin typeface="Calibri" panose="020F0502020204030204" pitchFamily="34" charset="0"/>
                <a:cs typeface="Calibri" panose="020F0502020204030204" pitchFamily="34" charset="0"/>
              </a:rPr>
              <a:t>QRP</a:t>
            </a:r>
            <a:endParaRPr lang="en-AU" b="1" i="1" dirty="0"/>
          </a:p>
        </p:txBody>
      </p:sp>
      <p:sp>
        <p:nvSpPr>
          <p:cNvPr id="32" name="Content Placeholder 2"/>
          <p:cNvSpPr txBox="1">
            <a:spLocks/>
          </p:cNvSpPr>
          <p:nvPr/>
        </p:nvSpPr>
        <p:spPr>
          <a:xfrm>
            <a:off x="583611" y="5159582"/>
            <a:ext cx="2865994" cy="1100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l-GR"/>
              <a:t>Δ </a:t>
            </a:r>
            <a:r>
              <a:rPr lang="en-AU" b="1" i="1"/>
              <a:t>ABC</a:t>
            </a:r>
            <a:r>
              <a:rPr lang="en-AU"/>
              <a:t> </a:t>
            </a:r>
            <a:r>
              <a:rPr lang="en-AU">
                <a:latin typeface="Calibri" panose="020F0502020204030204" pitchFamily="34" charset="0"/>
                <a:cs typeface="Calibri" panose="020F0502020204030204" pitchFamily="34" charset="0"/>
              </a:rPr>
              <a:t>≡ </a:t>
            </a:r>
            <a:r>
              <a:rPr lang="el-GR"/>
              <a:t>Δ</a:t>
            </a:r>
            <a:r>
              <a:rPr lang="en-AU" b="1" i="1">
                <a:latin typeface="Calibri" panose="020F0502020204030204" pitchFamily="34" charset="0"/>
                <a:cs typeface="Calibri" panose="020F0502020204030204" pitchFamily="34" charset="0"/>
              </a:rPr>
              <a:t> FDE</a:t>
            </a:r>
            <a:endParaRPr lang="en-AU" b="1" i="1" dirty="0"/>
          </a:p>
        </p:txBody>
      </p:sp>
      <p:sp>
        <p:nvSpPr>
          <p:cNvPr id="33" name="Content Placeholder 2"/>
          <p:cNvSpPr txBox="1">
            <a:spLocks/>
          </p:cNvSpPr>
          <p:nvPr/>
        </p:nvSpPr>
        <p:spPr>
          <a:xfrm>
            <a:off x="9232501" y="5155904"/>
            <a:ext cx="2865994" cy="1100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l-GR" dirty="0"/>
              <a:t>Δ </a:t>
            </a:r>
            <a:r>
              <a:rPr lang="en-AU" b="1" i="1" dirty="0"/>
              <a:t>ABC</a:t>
            </a: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≡ </a:t>
            </a:r>
            <a:r>
              <a:rPr lang="el-GR" dirty="0"/>
              <a:t>Δ</a:t>
            </a:r>
            <a:r>
              <a:rPr lang="en-AU" dirty="0"/>
              <a:t> </a:t>
            </a:r>
            <a:r>
              <a:rPr lang="en-AU" b="1" i="1" dirty="0"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endParaRPr lang="en-AU" b="1" i="1" dirty="0"/>
          </a:p>
        </p:txBody>
      </p:sp>
    </p:spTree>
    <p:extLst>
      <p:ext uri="{BB962C8B-B14F-4D97-AF65-F5344CB8AC3E}">
        <p14:creationId xmlns:p14="http://schemas.microsoft.com/office/powerpoint/2010/main" val="145705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/>
      <p:bldP spid="32" grpId="0" build="p"/>
      <p:bldP spid="3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79531A5-2043-4841-9ED1-1718FEE87AA9}"/>
              </a:ext>
            </a:extLst>
          </p:cNvPr>
          <p:cNvSpPr txBox="1">
            <a:spLocks/>
          </p:cNvSpPr>
          <p:nvPr/>
        </p:nvSpPr>
        <p:spPr>
          <a:xfrm>
            <a:off x="2434620" y="-88976"/>
            <a:ext cx="96025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>
                <a:latin typeface="Arial Black" panose="020B0A04020102020204" pitchFamily="34" charset="0"/>
              </a:rPr>
              <a:t>What have we learnt today?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EF9796-C854-4152-8A05-996232CA9D6E}"/>
              </a:ext>
            </a:extLst>
          </p:cNvPr>
          <p:cNvSpPr txBox="1"/>
          <p:nvPr/>
        </p:nvSpPr>
        <p:spPr>
          <a:xfrm>
            <a:off x="154876" y="1097848"/>
            <a:ext cx="10624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 Black" panose="020B0A04020102020204" pitchFamily="34" charset="0"/>
              </a:rPr>
              <a:t>Lesson Objectives: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904B91-CF7B-44E5-9AEC-52380D419F46}"/>
              </a:ext>
            </a:extLst>
          </p:cNvPr>
          <p:cNvSpPr txBox="1"/>
          <p:nvPr/>
        </p:nvSpPr>
        <p:spPr>
          <a:xfrm>
            <a:off x="533433" y="1749660"/>
            <a:ext cx="109293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I will name congruent shapes, describe and write proofs for congruent triangles using congruence tests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34DB7E-BB21-46F1-82C1-8F49373F6241}"/>
              </a:ext>
            </a:extLst>
          </p:cNvPr>
          <p:cNvSpPr txBox="1"/>
          <p:nvPr/>
        </p:nvSpPr>
        <p:spPr>
          <a:xfrm>
            <a:off x="0" y="0"/>
            <a:ext cx="2311405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Closure</a:t>
            </a:r>
          </a:p>
        </p:txBody>
      </p:sp>
      <p:pic>
        <p:nvPicPr>
          <p:cNvPr id="1028" name="Picture 4" descr="Image result for congruent jok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313" y="2561025"/>
            <a:ext cx="3524250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99" y="3163193"/>
            <a:ext cx="8311275" cy="24387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23322" y="3380309"/>
            <a:ext cx="483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957" y="3815005"/>
            <a:ext cx="483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98397" y="4184337"/>
            <a:ext cx="483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7905" y="4533906"/>
            <a:ext cx="483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8685" y="4883260"/>
            <a:ext cx="483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9609" y="5237550"/>
            <a:ext cx="483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564244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0" grpId="0"/>
      <p:bldP spid="21" grpId="0"/>
      <p:bldP spid="22" grpId="0"/>
      <p:bldP spid="23" grpId="0"/>
      <p:bldP spid="2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860</Words>
  <Application>Microsoft Office PowerPoint</Application>
  <PresentationFormat>Widescreen</PresentationFormat>
  <Paragraphs>166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 Black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Congruent Triangles</vt:lpstr>
      <vt:lpstr>Congruent Triangles</vt:lpstr>
      <vt:lpstr>What test would you use to prove congruence? (SSS, SAS, AAS, RHS)</vt:lpstr>
      <vt:lpstr>What test would you use to prove congruence? (SSS, SAS, AAS, RHS)</vt:lpstr>
      <vt:lpstr>What test would you use to prove congruence? (SSS, SAS, AAS, RHS)</vt:lpstr>
      <vt:lpstr>The following triangles are congruent. Find the missing angle/side.</vt:lpstr>
      <vt:lpstr>The following triangles are congruent. Find the missing angle/side.</vt:lpstr>
      <vt:lpstr>Which of these triangles are congruent? Write a congruence statement.</vt:lpstr>
      <vt:lpstr>Before we said the reasons for these triangles to be congruent, now write the congruence statement.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LAM Son [Atwell College]</dc:creator>
  <cp:lastModifiedBy>DAVIES Rhys [Busselton Senior High School]</cp:lastModifiedBy>
  <cp:revision>1</cp:revision>
  <dcterms:created xsi:type="dcterms:W3CDTF">2022-06-21T05:34:52Z</dcterms:created>
  <dcterms:modified xsi:type="dcterms:W3CDTF">2022-07-18T11:39:23Z</dcterms:modified>
</cp:coreProperties>
</file>