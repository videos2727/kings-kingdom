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78"/>
  </p:notesMasterIdLst>
  <p:handoutMasterIdLst>
    <p:handoutMasterId r:id="rId79"/>
  </p:handoutMasterIdLst>
  <p:sldIdLst>
    <p:sldId id="329" r:id="rId2"/>
    <p:sldId id="294" r:id="rId3"/>
    <p:sldId id="307" r:id="rId4"/>
    <p:sldId id="308"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309" r:id="rId19"/>
    <p:sldId id="310" r:id="rId20"/>
    <p:sldId id="311" r:id="rId21"/>
    <p:sldId id="312" r:id="rId22"/>
    <p:sldId id="313" r:id="rId23"/>
    <p:sldId id="314" r:id="rId24"/>
    <p:sldId id="315" r:id="rId25"/>
    <p:sldId id="316" r:id="rId26"/>
    <p:sldId id="317" r:id="rId27"/>
    <p:sldId id="318" r:id="rId28"/>
    <p:sldId id="319" r:id="rId29"/>
    <p:sldId id="320" r:id="rId30"/>
    <p:sldId id="321" r:id="rId31"/>
    <p:sldId id="322" r:id="rId32"/>
    <p:sldId id="327" r:id="rId33"/>
    <p:sldId id="276" r:id="rId34"/>
    <p:sldId id="257" r:id="rId35"/>
    <p:sldId id="258" r:id="rId36"/>
    <p:sldId id="259" r:id="rId37"/>
    <p:sldId id="260" r:id="rId38"/>
    <p:sldId id="261" r:id="rId39"/>
    <p:sldId id="262" r:id="rId40"/>
    <p:sldId id="263" r:id="rId41"/>
    <p:sldId id="264" r:id="rId42"/>
    <p:sldId id="272" r:id="rId43"/>
    <p:sldId id="273" r:id="rId44"/>
    <p:sldId id="268" r:id="rId45"/>
    <p:sldId id="266" r:id="rId46"/>
    <p:sldId id="269" r:id="rId47"/>
    <p:sldId id="267" r:id="rId48"/>
    <p:sldId id="270" r:id="rId49"/>
    <p:sldId id="271" r:id="rId50"/>
    <p:sldId id="277" r:id="rId51"/>
    <p:sldId id="278" r:id="rId52"/>
    <p:sldId id="279" r:id="rId53"/>
    <p:sldId id="280" r:id="rId54"/>
    <p:sldId id="281" r:id="rId55"/>
    <p:sldId id="282" r:id="rId56"/>
    <p:sldId id="283" r:id="rId57"/>
    <p:sldId id="284" r:id="rId58"/>
    <p:sldId id="285" r:id="rId59"/>
    <p:sldId id="286" r:id="rId60"/>
    <p:sldId id="287" r:id="rId61"/>
    <p:sldId id="289" r:id="rId62"/>
    <p:sldId id="290" r:id="rId63"/>
    <p:sldId id="291" r:id="rId64"/>
    <p:sldId id="292" r:id="rId65"/>
    <p:sldId id="293" r:id="rId66"/>
    <p:sldId id="296" r:id="rId67"/>
    <p:sldId id="297" r:id="rId68"/>
    <p:sldId id="298" r:id="rId69"/>
    <p:sldId id="299" r:id="rId70"/>
    <p:sldId id="300" r:id="rId71"/>
    <p:sldId id="301" r:id="rId72"/>
    <p:sldId id="302" r:id="rId73"/>
    <p:sldId id="303" r:id="rId74"/>
    <p:sldId id="304" r:id="rId75"/>
    <p:sldId id="305" r:id="rId76"/>
    <p:sldId id="306" r:id="rId7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5"/>
    <p:restoredTop sz="94687"/>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F2E49A-40E1-F41C-01E6-B2BCAC5C0935}"/>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effectLst>
                  <a:outerShdw blurRad="38100" dist="38100" dir="2700000" algn="tl">
                    <a:srgbClr val="C0C0C0"/>
                  </a:outerShdw>
                </a:effectLst>
              </a:defRPr>
            </a:lvl1pPr>
          </a:lstStyle>
          <a:p>
            <a:endParaRPr lang="en-US" altLang="en-US"/>
          </a:p>
        </p:txBody>
      </p:sp>
      <p:sp>
        <p:nvSpPr>
          <p:cNvPr id="3" name="Date Placeholder 2">
            <a:extLst>
              <a:ext uri="{FF2B5EF4-FFF2-40B4-BE49-F238E27FC236}">
                <a16:creationId xmlns:a16="http://schemas.microsoft.com/office/drawing/2014/main" id="{DCFBECAD-FF3B-2A23-04E3-7013CAB7D9A4}"/>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effectLst>
                  <a:outerShdw blurRad="38100" dist="38100" dir="2700000" algn="tl">
                    <a:srgbClr val="C0C0C0"/>
                  </a:outerShdw>
                </a:effectLst>
              </a:defRPr>
            </a:lvl1pPr>
          </a:lstStyle>
          <a:p>
            <a:fld id="{83FDE17A-D169-42E0-9568-6E69FEF07FB6}" type="datetimeFigureOut">
              <a:rPr lang="en-US" altLang="en-US"/>
              <a:pPr/>
              <a:t>7/18/2022</a:t>
            </a:fld>
            <a:endParaRPr lang="en-US" altLang="en-US"/>
          </a:p>
        </p:txBody>
      </p:sp>
      <p:sp>
        <p:nvSpPr>
          <p:cNvPr id="4" name="Footer Placeholder 3">
            <a:extLst>
              <a:ext uri="{FF2B5EF4-FFF2-40B4-BE49-F238E27FC236}">
                <a16:creationId xmlns:a16="http://schemas.microsoft.com/office/drawing/2014/main" id="{2CFE9C56-EC46-C65F-FD58-3F15A222E0A9}"/>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C0C0C0"/>
                  </a:outerShdw>
                </a:effectLst>
              </a:defRPr>
            </a:lvl1pPr>
          </a:lstStyle>
          <a:p>
            <a:endParaRPr lang="en-US" altLang="en-US"/>
          </a:p>
        </p:txBody>
      </p:sp>
      <p:sp>
        <p:nvSpPr>
          <p:cNvPr id="5" name="Slide Number Placeholder 4">
            <a:extLst>
              <a:ext uri="{FF2B5EF4-FFF2-40B4-BE49-F238E27FC236}">
                <a16:creationId xmlns:a16="http://schemas.microsoft.com/office/drawing/2014/main" id="{BCF1EFB3-3197-4BD4-E982-54799D5017A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C0C0C0"/>
                  </a:outerShdw>
                </a:effectLst>
              </a:defRPr>
            </a:lvl1pPr>
          </a:lstStyle>
          <a:p>
            <a:fld id="{0E486902-FE56-4B98-A263-1373BE24DB88}"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B0757A-D68F-043D-8384-86E87959AEA5}"/>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effectLst>
                  <a:outerShdw blurRad="38100" dist="38100" dir="2700000" algn="tl">
                    <a:srgbClr val="C0C0C0"/>
                  </a:outerShdw>
                </a:effectLst>
              </a:defRPr>
            </a:lvl1pPr>
          </a:lstStyle>
          <a:p>
            <a:endParaRPr lang="en-US" altLang="en-US"/>
          </a:p>
        </p:txBody>
      </p:sp>
      <p:sp>
        <p:nvSpPr>
          <p:cNvPr id="3" name="Date Placeholder 2">
            <a:extLst>
              <a:ext uri="{FF2B5EF4-FFF2-40B4-BE49-F238E27FC236}">
                <a16:creationId xmlns:a16="http://schemas.microsoft.com/office/drawing/2014/main" id="{DD489DF9-1817-B3D6-87B3-516984551AEF}"/>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effectLst>
                  <a:outerShdw blurRad="38100" dist="38100" dir="2700000" algn="tl">
                    <a:srgbClr val="C0C0C0"/>
                  </a:outerShdw>
                </a:effectLst>
              </a:defRPr>
            </a:lvl1pPr>
          </a:lstStyle>
          <a:p>
            <a:fld id="{CA0C36A5-B6C8-452A-9991-5E42A100C916}" type="datetimeFigureOut">
              <a:rPr lang="en-US" altLang="en-US"/>
              <a:pPr/>
              <a:t>7/18/2022</a:t>
            </a:fld>
            <a:endParaRPr lang="en-US" altLang="en-US"/>
          </a:p>
        </p:txBody>
      </p:sp>
      <p:sp>
        <p:nvSpPr>
          <p:cNvPr id="4" name="Slide Image Placeholder 3">
            <a:extLst>
              <a:ext uri="{FF2B5EF4-FFF2-40B4-BE49-F238E27FC236}">
                <a16:creationId xmlns:a16="http://schemas.microsoft.com/office/drawing/2014/main" id="{CD44E774-6FED-76CB-99F9-BCFBC4ADBEBC}"/>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83D71956-FCC9-BAFA-62A4-CB566ED5325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8BD84D2-48C9-013F-DF36-69A2616E7215}"/>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C0C0C0"/>
                  </a:outerShdw>
                </a:effectLst>
              </a:defRPr>
            </a:lvl1pPr>
          </a:lstStyle>
          <a:p>
            <a:endParaRPr lang="en-US" altLang="en-US"/>
          </a:p>
        </p:txBody>
      </p:sp>
      <p:sp>
        <p:nvSpPr>
          <p:cNvPr id="7" name="Slide Number Placeholder 6">
            <a:extLst>
              <a:ext uri="{FF2B5EF4-FFF2-40B4-BE49-F238E27FC236}">
                <a16:creationId xmlns:a16="http://schemas.microsoft.com/office/drawing/2014/main" id="{6FA0607D-DCE5-58ED-801F-9C370D54FDA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C0C0C0"/>
                  </a:outerShdw>
                </a:effectLst>
              </a:defRPr>
            </a:lvl1pPr>
          </a:lstStyle>
          <a:p>
            <a:fld id="{882229A9-0A99-44D5-B2ED-44EF0CB484C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43B2010-0C74-68D5-9B69-592625CCE154}"/>
              </a:ext>
            </a:extLst>
          </p:cNvPr>
          <p:cNvCxnSpPr>
            <a:cxnSpLocks noChangeShapeType="1"/>
          </p:cNvCxnSpPr>
          <p:nvPr/>
        </p:nvCxnSpPr>
        <p:spPr bwMode="auto">
          <a:xfrm>
            <a:off x="1463675" y="3549650"/>
            <a:ext cx="2971800" cy="1588"/>
          </a:xfrm>
          <a:prstGeom prst="line">
            <a:avLst/>
          </a:prstGeom>
          <a:noFill/>
          <a:ln w="9525">
            <a:solidFill>
              <a:srgbClr val="E9E9E8"/>
            </a:solidFill>
            <a:round/>
            <a:headEnd/>
            <a:tailEnd/>
          </a:ln>
          <a:effectLst>
            <a:outerShdw blurRad="63500" algn="tl" rotWithShape="0">
              <a:srgbClr val="000000">
                <a:alpha val="54999"/>
              </a:srgbClr>
            </a:outerShdw>
          </a:effectLst>
          <a:extLst>
            <a:ext uri="{909E8E84-426E-40DD-AFC4-6F175D3DCCD1}">
              <a14:hiddenFill xmlns:a14="http://schemas.microsoft.com/office/drawing/2010/main">
                <a:noFill/>
              </a14:hiddenFill>
            </a:ext>
          </a:extLst>
        </p:spPr>
      </p:cxnSp>
      <p:cxnSp>
        <p:nvCxnSpPr>
          <p:cNvPr id="5" name="Straight Connector 4">
            <a:extLst>
              <a:ext uri="{FF2B5EF4-FFF2-40B4-BE49-F238E27FC236}">
                <a16:creationId xmlns:a16="http://schemas.microsoft.com/office/drawing/2014/main" id="{12F3D5F8-05E1-0916-1711-91E9E8D156D5}"/>
              </a:ext>
            </a:extLst>
          </p:cNvPr>
          <p:cNvCxnSpPr>
            <a:cxnSpLocks noChangeShapeType="1"/>
          </p:cNvCxnSpPr>
          <p:nvPr/>
        </p:nvCxnSpPr>
        <p:spPr bwMode="auto">
          <a:xfrm>
            <a:off x="4708525" y="3549650"/>
            <a:ext cx="2971800" cy="1588"/>
          </a:xfrm>
          <a:prstGeom prst="line">
            <a:avLst/>
          </a:prstGeom>
          <a:noFill/>
          <a:ln w="9525">
            <a:solidFill>
              <a:srgbClr val="E9E9E8"/>
            </a:solidFill>
            <a:round/>
            <a:headEnd/>
            <a:tailEnd/>
          </a:ln>
          <a:effectLst>
            <a:outerShdw blurRad="63500" algn="tl" rotWithShape="0">
              <a:srgbClr val="000000">
                <a:alpha val="54999"/>
              </a:srgbClr>
            </a:outerShdw>
          </a:effectLst>
          <a:extLst>
            <a:ext uri="{909E8E84-426E-40DD-AFC4-6F175D3DCCD1}">
              <a14:hiddenFill xmlns:a14="http://schemas.microsoft.com/office/drawing/2010/main">
                <a:noFill/>
              </a14:hiddenFill>
            </a:ext>
          </a:extLst>
        </p:spPr>
      </p:cxnSp>
      <p:sp>
        <p:nvSpPr>
          <p:cNvPr id="6" name="Oval 5">
            <a:extLst>
              <a:ext uri="{FF2B5EF4-FFF2-40B4-BE49-F238E27FC236}">
                <a16:creationId xmlns:a16="http://schemas.microsoft.com/office/drawing/2014/main" id="{7BA786D6-94CE-ED40-484C-4B24C1994F4E}"/>
              </a:ext>
            </a:extLst>
          </p:cNvPr>
          <p:cNvSpPr>
            <a:spLocks noChangeArrowheads="1"/>
          </p:cNvSpPr>
          <p:nvPr/>
        </p:nvSpPr>
        <p:spPr bwMode="auto">
          <a:xfrm>
            <a:off x="4540250" y="3525838"/>
            <a:ext cx="46038" cy="46037"/>
          </a:xfrm>
          <a:prstGeom prst="ellipse">
            <a:avLst/>
          </a:prstGeom>
          <a:solidFill>
            <a:schemeClr val="accent2"/>
          </a:solidFill>
          <a:ln w="38100">
            <a:solidFill>
              <a:schemeClr val="accent2"/>
            </a:solidFill>
            <a:round/>
            <a:headEnd/>
            <a:tailEnd/>
          </a:ln>
          <a:effectLst>
            <a:outerShdw blurRad="63500" algn="tl" rotWithShape="0">
              <a:srgbClr val="000000">
                <a:alpha val="54999"/>
              </a:srgbClr>
            </a:outerShdw>
          </a:effec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solidFill>
                <a:srgbClr val="FFFFFF"/>
              </a:solidFill>
              <a:effectLst>
                <a:outerShdw blurRad="38100" dist="38100" dir="2700000" algn="tl">
                  <a:srgbClr val="000000"/>
                </a:outerShdw>
              </a:effectLst>
              <a:latin typeface="Constantia" panose="02030602050306030303" pitchFamily="18" charset="0"/>
            </a:endParaRPr>
          </a:p>
        </p:txBody>
      </p:sp>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8" name="Title 27"/>
          <p:cNvSpPr>
            <a:spLocks noGrp="1"/>
          </p:cNvSpPr>
          <p:nvPr>
            <p:ph type="ctrTitle"/>
          </p:nvPr>
        </p:nvSpPr>
        <p:spPr>
          <a:xfrm>
            <a:off x="457200" y="1433732"/>
            <a:ext cx="8305800" cy="1981200"/>
          </a:xfrm>
          <a:ln w="6350" cap="rnd">
            <a:noFill/>
          </a:ln>
        </p:spPr>
        <p:txBody>
          <a:bodyPr>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lang="en-US"/>
              <a:t>Click to edit Master title style</a:t>
            </a:r>
          </a:p>
        </p:txBody>
      </p:sp>
      <p:sp>
        <p:nvSpPr>
          <p:cNvPr id="7" name="Date Placeholder 14">
            <a:extLst>
              <a:ext uri="{FF2B5EF4-FFF2-40B4-BE49-F238E27FC236}">
                <a16:creationId xmlns:a16="http://schemas.microsoft.com/office/drawing/2014/main" id="{B1E6ECA7-4DE2-B091-B266-8C1A3A1BA7B1}"/>
              </a:ext>
            </a:extLst>
          </p:cNvPr>
          <p:cNvSpPr>
            <a:spLocks noGrp="1"/>
          </p:cNvSpPr>
          <p:nvPr>
            <p:ph type="dt" sz="half" idx="10"/>
          </p:nvPr>
        </p:nvSpPr>
        <p:spPr/>
        <p:txBody>
          <a:bodyPr/>
          <a:lstStyle>
            <a:lvl1pPr>
              <a:defRPr/>
            </a:lvl1pPr>
          </a:lstStyle>
          <a:p>
            <a:endParaRPr lang="en-US" altLang="en-US"/>
          </a:p>
        </p:txBody>
      </p:sp>
      <p:sp>
        <p:nvSpPr>
          <p:cNvPr id="8" name="Slide Number Placeholder 15">
            <a:extLst>
              <a:ext uri="{FF2B5EF4-FFF2-40B4-BE49-F238E27FC236}">
                <a16:creationId xmlns:a16="http://schemas.microsoft.com/office/drawing/2014/main" id="{D80132E8-F7B1-0E1F-21CE-E6519D32C622}"/>
              </a:ext>
            </a:extLst>
          </p:cNvPr>
          <p:cNvSpPr>
            <a:spLocks noGrp="1"/>
          </p:cNvSpPr>
          <p:nvPr>
            <p:ph type="sldNum" sz="quarter" idx="11"/>
          </p:nvPr>
        </p:nvSpPr>
        <p:spPr/>
        <p:txBody>
          <a:bodyPr/>
          <a:lstStyle>
            <a:lvl1pPr>
              <a:defRPr/>
            </a:lvl1pPr>
          </a:lstStyle>
          <a:p>
            <a:fld id="{021F2254-2A48-442B-8BC6-087123F4A37B}" type="slidenum">
              <a:rPr lang="en-US" altLang="en-US"/>
              <a:pPr/>
              <a:t>‹#›</a:t>
            </a:fld>
            <a:endParaRPr lang="en-US" altLang="en-US"/>
          </a:p>
        </p:txBody>
      </p:sp>
      <p:sp>
        <p:nvSpPr>
          <p:cNvPr id="10" name="Footer Placeholder 16">
            <a:extLst>
              <a:ext uri="{FF2B5EF4-FFF2-40B4-BE49-F238E27FC236}">
                <a16:creationId xmlns:a16="http://schemas.microsoft.com/office/drawing/2014/main" id="{6C054CD1-380A-30C1-0353-F818D083A499}"/>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819760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6"/>
          <p:cNvSpPr>
            <a:spLocks noGrp="1"/>
          </p:cNvSpPr>
          <p:nvPr>
            <p:ph type="title"/>
          </p:nvPr>
        </p:nvSpPr>
        <p:spPr/>
        <p:txBody>
          <a:bodyPr rtlCol="0"/>
          <a:lstStyle/>
          <a:p>
            <a:r>
              <a:rPr lang="en-US"/>
              <a:t>Click to edit Master title style</a:t>
            </a:r>
          </a:p>
        </p:txBody>
      </p:sp>
      <p:sp>
        <p:nvSpPr>
          <p:cNvPr id="4" name="Date Placeholder 23">
            <a:extLst>
              <a:ext uri="{FF2B5EF4-FFF2-40B4-BE49-F238E27FC236}">
                <a16:creationId xmlns:a16="http://schemas.microsoft.com/office/drawing/2014/main" id="{DC604996-6572-604B-4247-6E99BFA373CB}"/>
              </a:ext>
            </a:extLst>
          </p:cNvPr>
          <p:cNvSpPr>
            <a:spLocks noGrp="1"/>
          </p:cNvSpPr>
          <p:nvPr>
            <p:ph type="dt" sz="half" idx="10"/>
          </p:nvPr>
        </p:nvSpPr>
        <p:spPr/>
        <p:txBody>
          <a:bodyPr/>
          <a:lstStyle>
            <a:lvl1pPr>
              <a:defRPr/>
            </a:lvl1pPr>
          </a:lstStyle>
          <a:p>
            <a:endParaRPr lang="en-US" altLang="en-US"/>
          </a:p>
        </p:txBody>
      </p:sp>
      <p:sp>
        <p:nvSpPr>
          <p:cNvPr id="5" name="Footer Placeholder 9">
            <a:extLst>
              <a:ext uri="{FF2B5EF4-FFF2-40B4-BE49-F238E27FC236}">
                <a16:creationId xmlns:a16="http://schemas.microsoft.com/office/drawing/2014/main" id="{5C5FFABB-D80A-85CF-2A04-1A32E8E0630C}"/>
              </a:ext>
            </a:extLst>
          </p:cNvPr>
          <p:cNvSpPr>
            <a:spLocks noGrp="1"/>
          </p:cNvSpPr>
          <p:nvPr>
            <p:ph type="ftr" sz="quarter" idx="11"/>
          </p:nvPr>
        </p:nvSpPr>
        <p:spPr/>
        <p:txBody>
          <a:bodyPr/>
          <a:lstStyle>
            <a:lvl1pPr>
              <a:defRPr/>
            </a:lvl1pPr>
          </a:lstStyle>
          <a:p>
            <a:endParaRPr lang="en-US" altLang="en-US"/>
          </a:p>
        </p:txBody>
      </p:sp>
      <p:sp>
        <p:nvSpPr>
          <p:cNvPr id="6" name="Slide Number Placeholder 21">
            <a:extLst>
              <a:ext uri="{FF2B5EF4-FFF2-40B4-BE49-F238E27FC236}">
                <a16:creationId xmlns:a16="http://schemas.microsoft.com/office/drawing/2014/main" id="{C9BFB107-FEF4-3E88-2954-5DB77DBD401A}"/>
              </a:ext>
            </a:extLst>
          </p:cNvPr>
          <p:cNvSpPr>
            <a:spLocks noGrp="1"/>
          </p:cNvSpPr>
          <p:nvPr>
            <p:ph type="sldNum" sz="quarter" idx="12"/>
          </p:nvPr>
        </p:nvSpPr>
        <p:spPr/>
        <p:txBody>
          <a:bodyPr/>
          <a:lstStyle>
            <a:lvl1pPr>
              <a:defRPr/>
            </a:lvl1pPr>
          </a:lstStyle>
          <a:p>
            <a:fld id="{7B8D4E8A-5635-4C29-BEF3-A7C6E161B87E}" type="slidenum">
              <a:rPr lang="en-US" altLang="en-US"/>
              <a:pPr/>
              <a:t>‹#›</a:t>
            </a:fld>
            <a:endParaRPr lang="en-US" altLang="en-US"/>
          </a:p>
        </p:txBody>
      </p:sp>
    </p:spTree>
    <p:extLst>
      <p:ext uri="{BB962C8B-B14F-4D97-AF65-F5344CB8AC3E}">
        <p14:creationId xmlns:p14="http://schemas.microsoft.com/office/powerpoint/2010/main" val="1991329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A9AE8F-085E-FA0E-53B5-9E223157AA85}"/>
              </a:ext>
            </a:extLst>
          </p:cNvPr>
          <p:cNvCxnSpPr>
            <a:cxnSpLocks noChangeShapeType="1"/>
          </p:cNvCxnSpPr>
          <p:nvPr/>
        </p:nvCxnSpPr>
        <p:spPr bwMode="auto">
          <a:xfrm>
            <a:off x="685800" y="4916488"/>
            <a:ext cx="7924800" cy="4762"/>
          </a:xfrm>
          <a:prstGeom prst="line">
            <a:avLst/>
          </a:prstGeom>
          <a:noFill/>
          <a:ln w="9525">
            <a:solidFill>
              <a:srgbClr val="E9E9E8"/>
            </a:solidFill>
            <a:round/>
            <a:headEnd/>
            <a:tailEnd/>
          </a:ln>
          <a:effectLst>
            <a:outerShdw blurRad="63500" algn="tl" rotWithShape="0">
              <a:srgbClr val="000000">
                <a:alpha val="54999"/>
              </a:srgbClr>
            </a:outerShdw>
          </a:effectLst>
          <a:extLst>
            <a:ext uri="{909E8E84-426E-40DD-AFC4-6F175D3DCCD1}">
              <a14:hiddenFill xmlns:a14="http://schemas.microsoft.com/office/drawing/2010/main">
                <a:noFill/>
              </a14:hiddenFill>
            </a:ext>
          </a:extLst>
        </p:spPr>
      </p:cxn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lang="en-US"/>
              <a:t>Click to edit Master title style</a:t>
            </a:r>
          </a:p>
        </p:txBody>
      </p:sp>
      <p:sp>
        <p:nvSpPr>
          <p:cNvPr id="3" name="Text Placeholder 2"/>
          <p:cNvSpPr>
            <a:spLocks noGrp="1"/>
          </p:cNvSpPr>
          <p:nvPr>
            <p:ph type="body" idx="1"/>
          </p:nvPr>
        </p:nvSpPr>
        <p:spPr>
          <a:xfrm>
            <a:off x="685800" y="4958864"/>
            <a:ext cx="7924800" cy="984736"/>
          </a:xfrm>
        </p:spPr>
        <p:txBody>
          <a:bodyPr/>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5" name="Date Placeholder 3">
            <a:extLst>
              <a:ext uri="{FF2B5EF4-FFF2-40B4-BE49-F238E27FC236}">
                <a16:creationId xmlns:a16="http://schemas.microsoft.com/office/drawing/2014/main" id="{7F97014E-AF47-0914-E498-765C92F873E1}"/>
              </a:ext>
            </a:extLst>
          </p:cNvPr>
          <p:cNvSpPr>
            <a:spLocks noGrp="1"/>
          </p:cNvSpPr>
          <p:nvPr>
            <p:ph type="dt" sz="half" idx="10"/>
          </p:nvPr>
        </p:nvSpPr>
        <p:spPr/>
        <p:txBody>
          <a:bodyPr/>
          <a:lstStyle>
            <a:lvl1pPr>
              <a:defRPr/>
            </a:lvl1pPr>
          </a:lstStyle>
          <a:p>
            <a:endParaRPr lang="en-US" altLang="en-US"/>
          </a:p>
        </p:txBody>
      </p:sp>
      <p:sp>
        <p:nvSpPr>
          <p:cNvPr id="6" name="Footer Placeholder 4">
            <a:extLst>
              <a:ext uri="{FF2B5EF4-FFF2-40B4-BE49-F238E27FC236}">
                <a16:creationId xmlns:a16="http://schemas.microsoft.com/office/drawing/2014/main" id="{285A40A2-F882-D18F-A120-2497CDE96F4B}"/>
              </a:ext>
            </a:extLst>
          </p:cNvPr>
          <p:cNvSpPr>
            <a:spLocks noGrp="1"/>
          </p:cNvSpPr>
          <p:nvPr>
            <p:ph type="ftr" sz="quarter" idx="11"/>
          </p:nvPr>
        </p:nvSpPr>
        <p:spPr/>
        <p:txBody>
          <a:bodyPr/>
          <a:lstStyle>
            <a:lvl1pPr>
              <a:defRPr/>
            </a:lvl1pPr>
          </a:lstStyle>
          <a:p>
            <a:endParaRPr lang="en-US" altLang="en-US"/>
          </a:p>
        </p:txBody>
      </p:sp>
      <p:sp>
        <p:nvSpPr>
          <p:cNvPr id="7" name="Slide Number Placeholder 5">
            <a:extLst>
              <a:ext uri="{FF2B5EF4-FFF2-40B4-BE49-F238E27FC236}">
                <a16:creationId xmlns:a16="http://schemas.microsoft.com/office/drawing/2014/main" id="{FB9D60DC-D49B-387F-2FF8-087AF640D294}"/>
              </a:ext>
            </a:extLst>
          </p:cNvPr>
          <p:cNvSpPr>
            <a:spLocks noGrp="1"/>
          </p:cNvSpPr>
          <p:nvPr>
            <p:ph type="sldNum" sz="quarter" idx="12"/>
          </p:nvPr>
        </p:nvSpPr>
        <p:spPr/>
        <p:txBody>
          <a:bodyPr/>
          <a:lstStyle>
            <a:lvl1pPr>
              <a:defRPr/>
            </a:lvl1pPr>
          </a:lstStyle>
          <a:p>
            <a:fld id="{A08A3142-1E3D-4ADC-8C59-3D4E5C032EBF}" type="slidenum">
              <a:rPr lang="en-US" altLang="en-US"/>
              <a:pPr/>
              <a:t>‹#›</a:t>
            </a:fld>
            <a:endParaRPr lang="en-US" altLang="en-US"/>
          </a:p>
        </p:txBody>
      </p:sp>
    </p:spTree>
    <p:extLst>
      <p:ext uri="{BB962C8B-B14F-4D97-AF65-F5344CB8AC3E}">
        <p14:creationId xmlns:p14="http://schemas.microsoft.com/office/powerpoint/2010/main" val="2448071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10"/>
          <p:cNvSpPr>
            <a:spLocks noGrp="1"/>
          </p:cNvSpPr>
          <p:nvPr>
            <p:ph sz="half" idx="1"/>
          </p:nvPr>
        </p:nvSpPr>
        <p:spPr>
          <a:xfrm>
            <a:off x="457200" y="1524000"/>
            <a:ext cx="40599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2"/>
          </p:nvPr>
        </p:nvSpPr>
        <p:spPr>
          <a:xfrm>
            <a:off x="4648200" y="1524000"/>
            <a:ext cx="40599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49D22250-C76C-27EA-FB9F-84654FE820B6}"/>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4DA9167C-5894-1217-F887-852473C5B1C9}"/>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AC0B1256-0FE2-7442-BFDC-FE3277093622}"/>
              </a:ext>
            </a:extLst>
          </p:cNvPr>
          <p:cNvSpPr>
            <a:spLocks noGrp="1"/>
          </p:cNvSpPr>
          <p:nvPr>
            <p:ph type="sldNum" sz="quarter" idx="12"/>
          </p:nvPr>
        </p:nvSpPr>
        <p:spPr/>
        <p:txBody>
          <a:bodyPr/>
          <a:lstStyle>
            <a:lvl1pPr>
              <a:defRPr/>
            </a:lvl1pPr>
          </a:lstStyle>
          <a:p>
            <a:fld id="{3950CA27-C0C6-4B34-BDEC-0CE4058BB874}" type="slidenum">
              <a:rPr lang="en-US" altLang="en-US"/>
              <a:pPr/>
              <a:t>‹#›</a:t>
            </a:fld>
            <a:endParaRPr lang="en-US" altLang="en-US"/>
          </a:p>
        </p:txBody>
      </p:sp>
    </p:spTree>
    <p:extLst>
      <p:ext uri="{BB962C8B-B14F-4D97-AF65-F5344CB8AC3E}">
        <p14:creationId xmlns:p14="http://schemas.microsoft.com/office/powerpoint/2010/main" val="191929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5E7B7569-40F0-631A-7115-D4C6C8A06539}"/>
              </a:ext>
            </a:extLst>
          </p:cNvPr>
          <p:cNvCxnSpPr>
            <a:cxnSpLocks noChangeShapeType="1"/>
          </p:cNvCxnSpPr>
          <p:nvPr/>
        </p:nvCxnSpPr>
        <p:spPr bwMode="auto">
          <a:xfrm>
            <a:off x="563563" y="2179638"/>
            <a:ext cx="3748087" cy="1587"/>
          </a:xfrm>
          <a:prstGeom prst="line">
            <a:avLst/>
          </a:prstGeom>
          <a:noFill/>
          <a:ln w="12700">
            <a:solidFill>
              <a:srgbClr val="E9E9E8"/>
            </a:solidFill>
            <a:round/>
            <a:headEnd/>
            <a:tailEnd/>
          </a:ln>
          <a:effectLst>
            <a:outerShdw blurRad="63500" algn="tl" rotWithShape="0">
              <a:srgbClr val="000000">
                <a:alpha val="54999"/>
              </a:srgbClr>
            </a:outerShdw>
          </a:effectLst>
          <a:extLst>
            <a:ext uri="{909E8E84-426E-40DD-AFC4-6F175D3DCCD1}">
              <a14:hiddenFill xmlns:a14="http://schemas.microsoft.com/office/drawing/2010/main">
                <a:noFill/>
              </a14:hiddenFill>
            </a:ext>
          </a:extLst>
        </p:spPr>
      </p:cxnSp>
      <p:cxnSp>
        <p:nvCxnSpPr>
          <p:cNvPr id="8" name="Straight Connector 7">
            <a:extLst>
              <a:ext uri="{FF2B5EF4-FFF2-40B4-BE49-F238E27FC236}">
                <a16:creationId xmlns:a16="http://schemas.microsoft.com/office/drawing/2014/main" id="{284B12B8-2782-9571-5195-9609712CF55B}"/>
              </a:ext>
            </a:extLst>
          </p:cNvPr>
          <p:cNvCxnSpPr>
            <a:cxnSpLocks noChangeShapeType="1"/>
          </p:cNvCxnSpPr>
          <p:nvPr/>
        </p:nvCxnSpPr>
        <p:spPr bwMode="auto">
          <a:xfrm>
            <a:off x="4754563" y="2179638"/>
            <a:ext cx="3749675" cy="1587"/>
          </a:xfrm>
          <a:prstGeom prst="line">
            <a:avLst/>
          </a:prstGeom>
          <a:noFill/>
          <a:ln w="12700">
            <a:solidFill>
              <a:srgbClr val="E9E9E8"/>
            </a:solidFill>
            <a:round/>
            <a:headEnd/>
            <a:tailEnd/>
          </a:ln>
          <a:effectLst>
            <a:outerShdw blurRad="63500" algn="tl" rotWithShape="0">
              <a:srgbClr val="000000">
                <a:alpha val="54999"/>
              </a:srgbClr>
            </a:outerShdw>
          </a:effectLst>
          <a:extLst>
            <a:ext uri="{909E8E84-426E-40DD-AFC4-6F175D3DCCD1}">
              <a14:hiddenFill xmlns:a14="http://schemas.microsoft.com/office/drawing/2010/main">
                <a:noFill/>
              </a14:hiddenFill>
            </a:ext>
          </a:extLst>
        </p:spPr>
      </p:cxn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p:cNvSpPr>
            <a:spLocks noGrp="1"/>
          </p:cNvSpPr>
          <p:nvPr>
            <p:ph sz="quarter" idx="4"/>
          </p:nvPr>
        </p:nvSpPr>
        <p:spPr>
          <a:xfrm>
            <a:off x="4649788" y="2201896"/>
            <a:ext cx="4038600"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457200" y="155448"/>
            <a:ext cx="8229600" cy="1143000"/>
          </a:xfrm>
        </p:spPr>
        <p:txBody>
          <a:bodyPr/>
          <a:lstStyle>
            <a:lvl1pPr>
              <a:defRPr/>
            </a:lvl1pPr>
          </a:lstStyle>
          <a:p>
            <a:r>
              <a:rPr lang="en-US"/>
              <a:t>Click to edit Master title style</a:t>
            </a:r>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9" name="Slide Number Placeholder 8">
            <a:extLst>
              <a:ext uri="{FF2B5EF4-FFF2-40B4-BE49-F238E27FC236}">
                <a16:creationId xmlns:a16="http://schemas.microsoft.com/office/drawing/2014/main" id="{D034E05A-BFEF-174E-8ADE-82C97E344EFA}"/>
              </a:ext>
            </a:extLst>
          </p:cNvPr>
          <p:cNvSpPr>
            <a:spLocks noGrp="1"/>
          </p:cNvSpPr>
          <p:nvPr>
            <p:ph type="sldNum" sz="quarter" idx="10"/>
          </p:nvPr>
        </p:nvSpPr>
        <p:spPr/>
        <p:txBody>
          <a:bodyPr/>
          <a:lstStyle>
            <a:lvl1pPr>
              <a:defRPr/>
            </a:lvl1pPr>
          </a:lstStyle>
          <a:p>
            <a:fld id="{5E01ACB3-822F-4CD2-B699-8AA569C5CDC5}" type="slidenum">
              <a:rPr lang="en-US" altLang="en-US"/>
              <a:pPr/>
              <a:t>‹#›</a:t>
            </a:fld>
            <a:endParaRPr lang="en-US" altLang="en-US"/>
          </a:p>
        </p:txBody>
      </p:sp>
      <p:sp>
        <p:nvSpPr>
          <p:cNvPr id="10" name="Footer Placeholder 7">
            <a:extLst>
              <a:ext uri="{FF2B5EF4-FFF2-40B4-BE49-F238E27FC236}">
                <a16:creationId xmlns:a16="http://schemas.microsoft.com/office/drawing/2014/main" id="{A135B320-44AE-D6CE-5A38-E6B0F12CDDD3}"/>
              </a:ext>
            </a:extLst>
          </p:cNvPr>
          <p:cNvSpPr>
            <a:spLocks noGrp="1"/>
          </p:cNvSpPr>
          <p:nvPr>
            <p:ph type="ftr" sz="quarter" idx="11"/>
          </p:nvPr>
        </p:nvSpPr>
        <p:spPr/>
        <p:txBody>
          <a:bodyPr/>
          <a:lstStyle>
            <a:lvl1pPr>
              <a:defRPr/>
            </a:lvl1pPr>
          </a:lstStyle>
          <a:p>
            <a:endParaRPr lang="en-US" altLang="en-US"/>
          </a:p>
        </p:txBody>
      </p:sp>
      <p:sp>
        <p:nvSpPr>
          <p:cNvPr id="11" name="Date Placeholder 6">
            <a:extLst>
              <a:ext uri="{FF2B5EF4-FFF2-40B4-BE49-F238E27FC236}">
                <a16:creationId xmlns:a16="http://schemas.microsoft.com/office/drawing/2014/main" id="{B5462B4D-70CC-696A-20AB-AFCD531F3B49}"/>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768991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3">
            <a:extLst>
              <a:ext uri="{FF2B5EF4-FFF2-40B4-BE49-F238E27FC236}">
                <a16:creationId xmlns:a16="http://schemas.microsoft.com/office/drawing/2014/main" id="{E0C38549-712C-F3DA-CB3B-A5BFBF9BC4A8}"/>
              </a:ext>
            </a:extLst>
          </p:cNvPr>
          <p:cNvSpPr>
            <a:spLocks noGrp="1"/>
          </p:cNvSpPr>
          <p:nvPr>
            <p:ph type="dt" sz="half" idx="10"/>
          </p:nvPr>
        </p:nvSpPr>
        <p:spPr/>
        <p:txBody>
          <a:bodyPr/>
          <a:lstStyle>
            <a:lvl1pPr>
              <a:defRPr/>
            </a:lvl1pPr>
          </a:lstStyle>
          <a:p>
            <a:endParaRPr lang="en-US" altLang="en-US"/>
          </a:p>
        </p:txBody>
      </p:sp>
      <p:sp>
        <p:nvSpPr>
          <p:cNvPr id="4" name="Footer Placeholder 9">
            <a:extLst>
              <a:ext uri="{FF2B5EF4-FFF2-40B4-BE49-F238E27FC236}">
                <a16:creationId xmlns:a16="http://schemas.microsoft.com/office/drawing/2014/main" id="{152F4FFE-ED1C-8BE3-ECB7-0AE5F301E816}"/>
              </a:ext>
            </a:extLst>
          </p:cNvPr>
          <p:cNvSpPr>
            <a:spLocks noGrp="1"/>
          </p:cNvSpPr>
          <p:nvPr>
            <p:ph type="ftr" sz="quarter" idx="11"/>
          </p:nvPr>
        </p:nvSpPr>
        <p:spPr/>
        <p:txBody>
          <a:bodyPr/>
          <a:lstStyle>
            <a:lvl1pPr>
              <a:defRPr/>
            </a:lvl1pPr>
          </a:lstStyle>
          <a:p>
            <a:endParaRPr lang="en-US" altLang="en-US"/>
          </a:p>
        </p:txBody>
      </p:sp>
      <p:sp>
        <p:nvSpPr>
          <p:cNvPr id="5" name="Slide Number Placeholder 21">
            <a:extLst>
              <a:ext uri="{FF2B5EF4-FFF2-40B4-BE49-F238E27FC236}">
                <a16:creationId xmlns:a16="http://schemas.microsoft.com/office/drawing/2014/main" id="{5E986B8B-6A40-AD24-913A-8EAD28BA3034}"/>
              </a:ext>
            </a:extLst>
          </p:cNvPr>
          <p:cNvSpPr>
            <a:spLocks noGrp="1"/>
          </p:cNvSpPr>
          <p:nvPr>
            <p:ph type="sldNum" sz="quarter" idx="12"/>
          </p:nvPr>
        </p:nvSpPr>
        <p:spPr/>
        <p:txBody>
          <a:bodyPr/>
          <a:lstStyle>
            <a:lvl1pPr>
              <a:defRPr/>
            </a:lvl1pPr>
          </a:lstStyle>
          <a:p>
            <a:fld id="{02BD85A8-0750-40BC-8242-985D2677BB5C}" type="slidenum">
              <a:rPr lang="en-US" altLang="en-US"/>
              <a:pPr/>
              <a:t>‹#›</a:t>
            </a:fld>
            <a:endParaRPr lang="en-US" altLang="en-US"/>
          </a:p>
        </p:txBody>
      </p:sp>
    </p:spTree>
    <p:extLst>
      <p:ext uri="{BB962C8B-B14F-4D97-AF65-F5344CB8AC3E}">
        <p14:creationId xmlns:p14="http://schemas.microsoft.com/office/powerpoint/2010/main" val="3212414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3">
            <a:extLst>
              <a:ext uri="{FF2B5EF4-FFF2-40B4-BE49-F238E27FC236}">
                <a16:creationId xmlns:a16="http://schemas.microsoft.com/office/drawing/2014/main" id="{D0BC266C-3487-DF3F-AC8B-925E33C181C6}"/>
              </a:ext>
            </a:extLst>
          </p:cNvPr>
          <p:cNvSpPr>
            <a:spLocks noGrp="1"/>
          </p:cNvSpPr>
          <p:nvPr>
            <p:ph type="dt" sz="half" idx="10"/>
          </p:nvPr>
        </p:nvSpPr>
        <p:spPr/>
        <p:txBody>
          <a:bodyPr/>
          <a:lstStyle>
            <a:lvl1pPr>
              <a:defRPr/>
            </a:lvl1pPr>
          </a:lstStyle>
          <a:p>
            <a:endParaRPr lang="en-US" altLang="en-US"/>
          </a:p>
        </p:txBody>
      </p:sp>
      <p:sp>
        <p:nvSpPr>
          <p:cNvPr id="3" name="Footer Placeholder 9">
            <a:extLst>
              <a:ext uri="{FF2B5EF4-FFF2-40B4-BE49-F238E27FC236}">
                <a16:creationId xmlns:a16="http://schemas.microsoft.com/office/drawing/2014/main" id="{7D8A6D6A-04C8-548C-D13D-CB0445A21707}"/>
              </a:ext>
            </a:extLst>
          </p:cNvPr>
          <p:cNvSpPr>
            <a:spLocks noGrp="1"/>
          </p:cNvSpPr>
          <p:nvPr>
            <p:ph type="ftr" sz="quarter" idx="11"/>
          </p:nvPr>
        </p:nvSpPr>
        <p:spPr/>
        <p:txBody>
          <a:bodyPr/>
          <a:lstStyle>
            <a:lvl1pPr>
              <a:defRPr/>
            </a:lvl1pPr>
          </a:lstStyle>
          <a:p>
            <a:endParaRPr lang="en-US" altLang="en-US"/>
          </a:p>
        </p:txBody>
      </p:sp>
      <p:sp>
        <p:nvSpPr>
          <p:cNvPr id="4" name="Slide Number Placeholder 21">
            <a:extLst>
              <a:ext uri="{FF2B5EF4-FFF2-40B4-BE49-F238E27FC236}">
                <a16:creationId xmlns:a16="http://schemas.microsoft.com/office/drawing/2014/main" id="{D056C380-832B-AF7A-1851-1C4D5AFD588F}"/>
              </a:ext>
            </a:extLst>
          </p:cNvPr>
          <p:cNvSpPr>
            <a:spLocks noGrp="1"/>
          </p:cNvSpPr>
          <p:nvPr>
            <p:ph type="sldNum" sz="quarter" idx="12"/>
          </p:nvPr>
        </p:nvSpPr>
        <p:spPr/>
        <p:txBody>
          <a:bodyPr/>
          <a:lstStyle>
            <a:lvl1pPr>
              <a:defRPr/>
            </a:lvl1pPr>
          </a:lstStyle>
          <a:p>
            <a:fld id="{E77AB3B4-3E5F-40C1-A191-4D10CA91E4D6}" type="slidenum">
              <a:rPr lang="en-US" altLang="en-US"/>
              <a:pPr/>
              <a:t>‹#›</a:t>
            </a:fld>
            <a:endParaRPr lang="en-US" altLang="en-US"/>
          </a:p>
        </p:txBody>
      </p:sp>
    </p:spTree>
    <p:extLst>
      <p:ext uri="{BB962C8B-B14F-4D97-AF65-F5344CB8AC3E}">
        <p14:creationId xmlns:p14="http://schemas.microsoft.com/office/powerpoint/2010/main" val="119251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6781800" y="1600200"/>
            <a:ext cx="1984248" cy="3733800"/>
          </a:xfrm>
        </p:spPr>
        <p:txBody>
          <a:bodyPr/>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31" name="Title 30"/>
          <p:cNvSpPr>
            <a:spLocks noGrp="1"/>
          </p:cNvSpPr>
          <p:nvPr>
            <p:ph type="title"/>
          </p:nvPr>
        </p:nvSpPr>
        <p:spPr>
          <a:xfrm>
            <a:off x="6781800" y="457200"/>
            <a:ext cx="1981200" cy="1066800"/>
          </a:xfrm>
        </p:spPr>
        <p:txBody>
          <a:bodyPr lIns="91440" tIns="91440"/>
          <a:lstStyle>
            <a:lvl1pPr algn="l">
              <a:buNone/>
              <a:defRPr sz="1800" b="1" spc="-50" baseline="0">
                <a:ln w="3175">
                  <a:noFill/>
                </a:ln>
                <a:solidFill>
                  <a:schemeClr val="tx2"/>
                </a:solidFill>
                <a:effectLst/>
                <a:latin typeface="+mn-lt"/>
                <a:ea typeface="+mn-ea"/>
                <a:cs typeface="+mn-cs"/>
              </a:defRPr>
            </a:lvl1pPr>
          </a:lstStyle>
          <a:p>
            <a:r>
              <a:rPr lang="en-US"/>
              <a:t>Click to edit Master title style</a:t>
            </a:r>
          </a:p>
        </p:txBody>
      </p:sp>
      <p:sp>
        <p:nvSpPr>
          <p:cNvPr id="5" name="Date Placeholder 23">
            <a:extLst>
              <a:ext uri="{FF2B5EF4-FFF2-40B4-BE49-F238E27FC236}">
                <a16:creationId xmlns:a16="http://schemas.microsoft.com/office/drawing/2014/main" id="{41ACBC98-5A2F-3DFC-74CF-00FFEF502DD3}"/>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F89B6F4C-5CB7-D708-BAEC-FD306000429E}"/>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613B0F89-4E38-9FFE-4F6F-DD6C256969A9}"/>
              </a:ext>
            </a:extLst>
          </p:cNvPr>
          <p:cNvSpPr>
            <a:spLocks noGrp="1"/>
          </p:cNvSpPr>
          <p:nvPr>
            <p:ph type="sldNum" sz="quarter" idx="12"/>
          </p:nvPr>
        </p:nvSpPr>
        <p:spPr/>
        <p:txBody>
          <a:bodyPr/>
          <a:lstStyle>
            <a:lvl1pPr>
              <a:defRPr/>
            </a:lvl1pPr>
          </a:lstStyle>
          <a:p>
            <a:fld id="{FE1442C8-031D-4FB9-A24D-8085E138083A}" type="slidenum">
              <a:rPr lang="en-US" altLang="en-US"/>
              <a:pPr/>
              <a:t>‹#›</a:t>
            </a:fld>
            <a:endParaRPr lang="en-US" altLang="en-US"/>
          </a:p>
        </p:txBody>
      </p:sp>
    </p:spTree>
    <p:extLst>
      <p:ext uri="{BB962C8B-B14F-4D97-AF65-F5344CB8AC3E}">
        <p14:creationId xmlns:p14="http://schemas.microsoft.com/office/powerpoint/2010/main" val="2650291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lstStyle>
            <a:lvl1pPr algn="l">
              <a:buNone/>
              <a:defRPr sz="1800" b="1" spc="-50" baseline="0">
                <a:ln w="3175">
                  <a:noFill/>
                </a:ln>
                <a:solidFill>
                  <a:schemeClr val="tx2"/>
                </a:solidFill>
                <a:effectLst/>
                <a:latin typeface="+mn-lt"/>
                <a:ea typeface="+mn-ea"/>
                <a:cs typeface="+mn-cs"/>
              </a:defRPr>
            </a:lvl1pPr>
          </a:lstStyle>
          <a:p>
            <a:r>
              <a:rPr lang="en-US"/>
              <a:t>Click to edit Master title style</a:t>
            </a:r>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normAutofit/>
          </a:bodyPr>
          <a:lstStyle>
            <a:lvl1pPr marL="0" indent="0">
              <a:buNone/>
              <a:defRPr sz="3200">
                <a:solidFill>
                  <a:schemeClr val="bg1"/>
                </a:solidFill>
              </a:defRPr>
            </a:lvl1pPr>
          </a:lstStyle>
          <a:p>
            <a:pPr lvl="0"/>
            <a:r>
              <a:rPr lang="en-US" noProof="0"/>
              <a:t>Click icon to add picture</a:t>
            </a:r>
          </a:p>
        </p:txBody>
      </p:sp>
      <p:sp>
        <p:nvSpPr>
          <p:cNvPr id="4" name="Text Placeholder 3"/>
          <p:cNvSpPr>
            <a:spLocks noGrp="1"/>
          </p:cNvSpPr>
          <p:nvPr>
            <p:ph type="body" sz="half" idx="2"/>
          </p:nvPr>
        </p:nvSpPr>
        <p:spPr>
          <a:xfrm>
            <a:off x="6629400" y="1600200"/>
            <a:ext cx="2057400" cy="4419600"/>
          </a:xfrm>
        </p:spPr>
        <p:txBody>
          <a:bodyPr/>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a:r>
              <a:rPr lang="en-US"/>
              <a:t>Click to edit Master text styles</a:t>
            </a:r>
          </a:p>
        </p:txBody>
      </p:sp>
      <p:sp>
        <p:nvSpPr>
          <p:cNvPr id="5" name="Date Placeholder 23">
            <a:extLst>
              <a:ext uri="{FF2B5EF4-FFF2-40B4-BE49-F238E27FC236}">
                <a16:creationId xmlns:a16="http://schemas.microsoft.com/office/drawing/2014/main" id="{BF21EA23-34F9-C3A9-C16F-338BC3BE1FC8}"/>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A2930DC1-1D20-826B-7B35-6224CE9D2AC1}"/>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79AABBDC-E37C-0E73-E5C2-2C1C47251766}"/>
              </a:ext>
            </a:extLst>
          </p:cNvPr>
          <p:cNvSpPr>
            <a:spLocks noGrp="1"/>
          </p:cNvSpPr>
          <p:nvPr>
            <p:ph type="sldNum" sz="quarter" idx="12"/>
          </p:nvPr>
        </p:nvSpPr>
        <p:spPr/>
        <p:txBody>
          <a:bodyPr/>
          <a:lstStyle>
            <a:lvl1pPr>
              <a:defRPr/>
            </a:lvl1pPr>
          </a:lstStyle>
          <a:p>
            <a:fld id="{5B3C69D1-1211-4C36-8E5E-E44B15B75018}" type="slidenum">
              <a:rPr lang="en-US" altLang="en-US"/>
              <a:pPr/>
              <a:t>‹#›</a:t>
            </a:fld>
            <a:endParaRPr lang="en-US" altLang="en-US"/>
          </a:p>
        </p:txBody>
      </p:sp>
    </p:spTree>
    <p:extLst>
      <p:ext uri="{BB962C8B-B14F-4D97-AF65-F5344CB8AC3E}">
        <p14:creationId xmlns:p14="http://schemas.microsoft.com/office/powerpoint/2010/main" val="45564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a:extLst>
              <a:ext uri="{FF2B5EF4-FFF2-40B4-BE49-F238E27FC236}">
                <a16:creationId xmlns:a16="http://schemas.microsoft.com/office/drawing/2014/main" id="{942C4768-9850-F24C-8B3C-19D880521D8D}"/>
              </a:ext>
            </a:extLst>
          </p:cNvPr>
          <p:cNvSpPr>
            <a:spLocks noGrp="1"/>
          </p:cNvSpPr>
          <p:nvPr>
            <p:ph type="dt" sz="half" idx="10"/>
          </p:nvPr>
        </p:nvSpPr>
        <p:spPr/>
        <p:txBody>
          <a:bodyPr/>
          <a:lstStyle>
            <a:lvl1pPr>
              <a:defRPr/>
            </a:lvl1pPr>
          </a:lstStyle>
          <a:p>
            <a:endParaRPr lang="en-US" altLang="en-US"/>
          </a:p>
        </p:txBody>
      </p:sp>
      <p:sp>
        <p:nvSpPr>
          <p:cNvPr id="5" name="Footer Placeholder 9">
            <a:extLst>
              <a:ext uri="{FF2B5EF4-FFF2-40B4-BE49-F238E27FC236}">
                <a16:creationId xmlns:a16="http://schemas.microsoft.com/office/drawing/2014/main" id="{A4850755-C057-2828-7571-43747CD9F226}"/>
              </a:ext>
            </a:extLst>
          </p:cNvPr>
          <p:cNvSpPr>
            <a:spLocks noGrp="1"/>
          </p:cNvSpPr>
          <p:nvPr>
            <p:ph type="ftr" sz="quarter" idx="11"/>
          </p:nvPr>
        </p:nvSpPr>
        <p:spPr/>
        <p:txBody>
          <a:bodyPr/>
          <a:lstStyle>
            <a:lvl1pPr>
              <a:defRPr/>
            </a:lvl1pPr>
          </a:lstStyle>
          <a:p>
            <a:endParaRPr lang="en-US" altLang="en-US"/>
          </a:p>
        </p:txBody>
      </p:sp>
      <p:sp>
        <p:nvSpPr>
          <p:cNvPr id="6" name="Slide Number Placeholder 21">
            <a:extLst>
              <a:ext uri="{FF2B5EF4-FFF2-40B4-BE49-F238E27FC236}">
                <a16:creationId xmlns:a16="http://schemas.microsoft.com/office/drawing/2014/main" id="{BB9D36B3-8179-4F6D-2F23-F022B457F32D}"/>
              </a:ext>
            </a:extLst>
          </p:cNvPr>
          <p:cNvSpPr>
            <a:spLocks noGrp="1"/>
          </p:cNvSpPr>
          <p:nvPr>
            <p:ph type="sldNum" sz="quarter" idx="12"/>
          </p:nvPr>
        </p:nvSpPr>
        <p:spPr/>
        <p:txBody>
          <a:bodyPr/>
          <a:lstStyle>
            <a:lvl1pPr>
              <a:defRPr/>
            </a:lvl1pPr>
          </a:lstStyle>
          <a:p>
            <a:fld id="{7C568AEE-73EC-4999-90D8-25B0BEA41D8D}" type="slidenum">
              <a:rPr lang="en-US" altLang="en-US"/>
              <a:pPr/>
              <a:t>‹#›</a:t>
            </a:fld>
            <a:endParaRPr lang="en-US" altLang="en-US"/>
          </a:p>
        </p:txBody>
      </p:sp>
    </p:spTree>
    <p:extLst>
      <p:ext uri="{BB962C8B-B14F-4D97-AF65-F5344CB8AC3E}">
        <p14:creationId xmlns:p14="http://schemas.microsoft.com/office/powerpoint/2010/main" val="2655864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a:extLst>
              <a:ext uri="{FF2B5EF4-FFF2-40B4-BE49-F238E27FC236}">
                <a16:creationId xmlns:a16="http://schemas.microsoft.com/office/drawing/2014/main" id="{98D9DEE3-BEBD-877E-5157-10D58BFB252C}"/>
              </a:ext>
            </a:extLst>
          </p:cNvPr>
          <p:cNvSpPr>
            <a:spLocks noGrp="1"/>
          </p:cNvSpPr>
          <p:nvPr>
            <p:ph type="dt" sz="half" idx="10"/>
          </p:nvPr>
        </p:nvSpPr>
        <p:spPr/>
        <p:txBody>
          <a:bodyPr/>
          <a:lstStyle>
            <a:lvl1pPr>
              <a:defRPr/>
            </a:lvl1pPr>
          </a:lstStyle>
          <a:p>
            <a:endParaRPr lang="en-US" altLang="en-US"/>
          </a:p>
        </p:txBody>
      </p:sp>
      <p:sp>
        <p:nvSpPr>
          <p:cNvPr id="5" name="Footer Placeholder 9">
            <a:extLst>
              <a:ext uri="{FF2B5EF4-FFF2-40B4-BE49-F238E27FC236}">
                <a16:creationId xmlns:a16="http://schemas.microsoft.com/office/drawing/2014/main" id="{CFE1CCFE-DE09-7B53-2F6C-47C654CCB280}"/>
              </a:ext>
            </a:extLst>
          </p:cNvPr>
          <p:cNvSpPr>
            <a:spLocks noGrp="1"/>
          </p:cNvSpPr>
          <p:nvPr>
            <p:ph type="ftr" sz="quarter" idx="11"/>
          </p:nvPr>
        </p:nvSpPr>
        <p:spPr/>
        <p:txBody>
          <a:bodyPr/>
          <a:lstStyle>
            <a:lvl1pPr>
              <a:defRPr/>
            </a:lvl1pPr>
          </a:lstStyle>
          <a:p>
            <a:endParaRPr lang="en-US" altLang="en-US"/>
          </a:p>
        </p:txBody>
      </p:sp>
      <p:sp>
        <p:nvSpPr>
          <p:cNvPr id="6" name="Slide Number Placeholder 21">
            <a:extLst>
              <a:ext uri="{FF2B5EF4-FFF2-40B4-BE49-F238E27FC236}">
                <a16:creationId xmlns:a16="http://schemas.microsoft.com/office/drawing/2014/main" id="{28784320-236A-3198-34D5-0991FDCE542D}"/>
              </a:ext>
            </a:extLst>
          </p:cNvPr>
          <p:cNvSpPr>
            <a:spLocks noGrp="1"/>
          </p:cNvSpPr>
          <p:nvPr>
            <p:ph type="sldNum" sz="quarter" idx="12"/>
          </p:nvPr>
        </p:nvSpPr>
        <p:spPr/>
        <p:txBody>
          <a:bodyPr/>
          <a:lstStyle>
            <a:lvl1pPr>
              <a:defRPr/>
            </a:lvl1pPr>
          </a:lstStyle>
          <a:p>
            <a:fld id="{04B60A15-18C9-4FE9-A3D0-3E7D80119A8C}" type="slidenum">
              <a:rPr lang="en-US" altLang="en-US"/>
              <a:pPr/>
              <a:t>‹#›</a:t>
            </a:fld>
            <a:endParaRPr lang="en-US" altLang="en-US"/>
          </a:p>
        </p:txBody>
      </p:sp>
    </p:spTree>
    <p:extLst>
      <p:ext uri="{BB962C8B-B14F-4D97-AF65-F5344CB8AC3E}">
        <p14:creationId xmlns:p14="http://schemas.microsoft.com/office/powerpoint/2010/main" val="409415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SmartArt Placeholder 2"/>
          <p:cNvSpPr>
            <a:spLocks noGrp="1"/>
          </p:cNvSpPr>
          <p:nvPr>
            <p:ph type="dgm" idx="1"/>
          </p:nvPr>
        </p:nvSpPr>
        <p:spPr>
          <a:xfrm>
            <a:off x="685800" y="1641475"/>
            <a:ext cx="7772400" cy="4454525"/>
          </a:xfrm>
        </p:spPr>
        <p:txBody>
          <a:bodyPr>
            <a:normAutofit/>
          </a:bodyPr>
          <a:lstStyle/>
          <a:p>
            <a:pPr lvl="0"/>
            <a:endParaRPr lang="en-US" noProof="0"/>
          </a:p>
        </p:txBody>
      </p:sp>
      <p:sp>
        <p:nvSpPr>
          <p:cNvPr id="4" name="Date Placeholder 23">
            <a:extLst>
              <a:ext uri="{FF2B5EF4-FFF2-40B4-BE49-F238E27FC236}">
                <a16:creationId xmlns:a16="http://schemas.microsoft.com/office/drawing/2014/main" id="{2E29E938-87A7-AAED-43D2-FAD5CB3C3136}"/>
              </a:ext>
            </a:extLst>
          </p:cNvPr>
          <p:cNvSpPr>
            <a:spLocks noGrp="1"/>
          </p:cNvSpPr>
          <p:nvPr>
            <p:ph type="dt" sz="half" idx="10"/>
          </p:nvPr>
        </p:nvSpPr>
        <p:spPr/>
        <p:txBody>
          <a:bodyPr/>
          <a:lstStyle>
            <a:lvl1pPr>
              <a:defRPr/>
            </a:lvl1pPr>
          </a:lstStyle>
          <a:p>
            <a:endParaRPr lang="en-US" altLang="en-US"/>
          </a:p>
        </p:txBody>
      </p:sp>
      <p:sp>
        <p:nvSpPr>
          <p:cNvPr id="5" name="Footer Placeholder 9">
            <a:extLst>
              <a:ext uri="{FF2B5EF4-FFF2-40B4-BE49-F238E27FC236}">
                <a16:creationId xmlns:a16="http://schemas.microsoft.com/office/drawing/2014/main" id="{4FAF915A-4223-CF6A-FCBA-0E8C3D046EDA}"/>
              </a:ext>
            </a:extLst>
          </p:cNvPr>
          <p:cNvSpPr>
            <a:spLocks noGrp="1"/>
          </p:cNvSpPr>
          <p:nvPr>
            <p:ph type="ftr" sz="quarter" idx="11"/>
          </p:nvPr>
        </p:nvSpPr>
        <p:spPr/>
        <p:txBody>
          <a:bodyPr/>
          <a:lstStyle>
            <a:lvl1pPr>
              <a:defRPr/>
            </a:lvl1pPr>
          </a:lstStyle>
          <a:p>
            <a:endParaRPr lang="en-US" altLang="en-US"/>
          </a:p>
        </p:txBody>
      </p:sp>
      <p:sp>
        <p:nvSpPr>
          <p:cNvPr id="6" name="Slide Number Placeholder 21">
            <a:extLst>
              <a:ext uri="{FF2B5EF4-FFF2-40B4-BE49-F238E27FC236}">
                <a16:creationId xmlns:a16="http://schemas.microsoft.com/office/drawing/2014/main" id="{47A93762-CE16-BD51-9F2F-AA53E795C7B1}"/>
              </a:ext>
            </a:extLst>
          </p:cNvPr>
          <p:cNvSpPr>
            <a:spLocks noGrp="1"/>
          </p:cNvSpPr>
          <p:nvPr>
            <p:ph type="sldNum" sz="quarter" idx="12"/>
          </p:nvPr>
        </p:nvSpPr>
        <p:spPr/>
        <p:txBody>
          <a:bodyPr/>
          <a:lstStyle>
            <a:lvl1pPr>
              <a:defRPr/>
            </a:lvl1pPr>
          </a:lstStyle>
          <a:p>
            <a:fld id="{4C9FB4C5-0C8D-43E4-B78E-EC5E81329D7F}" type="slidenum">
              <a:rPr lang="en-US" altLang="en-US"/>
              <a:pPr/>
              <a:t>‹#›</a:t>
            </a:fld>
            <a:endParaRPr lang="en-US" altLang="en-US"/>
          </a:p>
        </p:txBody>
      </p:sp>
    </p:spTree>
    <p:extLst>
      <p:ext uri="{BB962C8B-B14F-4D97-AF65-F5344CB8AC3E}">
        <p14:creationId xmlns:p14="http://schemas.microsoft.com/office/powerpoint/2010/main" val="3792021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648200" y="1641475"/>
            <a:ext cx="3810000" cy="4454525"/>
          </a:xfrm>
        </p:spPr>
        <p:txBody>
          <a:bodyPr>
            <a:normAutofit/>
          </a:bodyPr>
          <a:lstStyle/>
          <a:p>
            <a:pPr lvl="0"/>
            <a:endParaRPr lang="en-US" noProof="0"/>
          </a:p>
        </p:txBody>
      </p:sp>
      <p:sp>
        <p:nvSpPr>
          <p:cNvPr id="5" name="Date Placeholder 23">
            <a:extLst>
              <a:ext uri="{FF2B5EF4-FFF2-40B4-BE49-F238E27FC236}">
                <a16:creationId xmlns:a16="http://schemas.microsoft.com/office/drawing/2014/main" id="{8F521A38-8BF6-CE58-A069-2B4064D9C4AC}"/>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EF56C9C5-E9B7-5BCB-1317-6DA8AFC1776A}"/>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13CCB9E3-4A67-B036-9CEC-3689E6CABC08}"/>
              </a:ext>
            </a:extLst>
          </p:cNvPr>
          <p:cNvSpPr>
            <a:spLocks noGrp="1"/>
          </p:cNvSpPr>
          <p:nvPr>
            <p:ph type="sldNum" sz="quarter" idx="12"/>
          </p:nvPr>
        </p:nvSpPr>
        <p:spPr/>
        <p:txBody>
          <a:bodyPr/>
          <a:lstStyle>
            <a:lvl1pPr>
              <a:defRPr/>
            </a:lvl1pPr>
          </a:lstStyle>
          <a:p>
            <a:fld id="{560A067E-A84C-4DAC-A0F2-6D3D00BC3DE4}" type="slidenum">
              <a:rPr lang="en-US" altLang="en-US"/>
              <a:pPr/>
              <a:t>‹#›</a:t>
            </a:fld>
            <a:endParaRPr lang="en-US" altLang="en-US"/>
          </a:p>
        </p:txBody>
      </p:sp>
    </p:spTree>
    <p:extLst>
      <p:ext uri="{BB962C8B-B14F-4D97-AF65-F5344CB8AC3E}">
        <p14:creationId xmlns:p14="http://schemas.microsoft.com/office/powerpoint/2010/main" val="2816247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ClipArt Placeholder 2"/>
          <p:cNvSpPr>
            <a:spLocks noGrp="1"/>
          </p:cNvSpPr>
          <p:nvPr>
            <p:ph type="clipArt" sz="half" idx="1"/>
          </p:nvPr>
        </p:nvSpPr>
        <p:spPr>
          <a:xfrm>
            <a:off x="685800" y="1641475"/>
            <a:ext cx="3810000" cy="4454525"/>
          </a:xfrm>
        </p:spPr>
        <p:txBody>
          <a:bodyPr>
            <a:normAutofit/>
          </a:bodyPr>
          <a:lstStyle/>
          <a:p>
            <a:pPr lvl="0"/>
            <a:endParaRPr lang="en-US" noProof="0"/>
          </a:p>
        </p:txBody>
      </p:sp>
      <p:sp>
        <p:nvSpPr>
          <p:cNvPr id="4" name="Text Placeholder 3"/>
          <p:cNvSpPr>
            <a:spLocks noGrp="1"/>
          </p:cNvSpPr>
          <p:nvPr>
            <p:ph type="body"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3698403D-5220-F3A5-1040-BEA09C3CE392}"/>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231A98BA-AD84-677A-5F7B-9BA58C9F5B54}"/>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645B4DD6-7335-1F0E-9B5B-8C6966DE5B8D}"/>
              </a:ext>
            </a:extLst>
          </p:cNvPr>
          <p:cNvSpPr>
            <a:spLocks noGrp="1"/>
          </p:cNvSpPr>
          <p:nvPr>
            <p:ph type="sldNum" sz="quarter" idx="12"/>
          </p:nvPr>
        </p:nvSpPr>
        <p:spPr/>
        <p:txBody>
          <a:bodyPr/>
          <a:lstStyle>
            <a:lvl1pPr>
              <a:defRPr/>
            </a:lvl1pPr>
          </a:lstStyle>
          <a:p>
            <a:fld id="{ECEA4FE8-3249-478E-9527-3DADF53B342F}" type="slidenum">
              <a:rPr lang="en-US" altLang="en-US"/>
              <a:pPr/>
              <a:t>‹#›</a:t>
            </a:fld>
            <a:endParaRPr lang="en-US" altLang="en-US"/>
          </a:p>
        </p:txBody>
      </p:sp>
    </p:spTree>
    <p:extLst>
      <p:ext uri="{BB962C8B-B14F-4D97-AF65-F5344CB8AC3E}">
        <p14:creationId xmlns:p14="http://schemas.microsoft.com/office/powerpoint/2010/main" val="1178792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41475"/>
            <a:ext cx="3810000" cy="4454525"/>
          </a:xfrm>
        </p:spPr>
        <p:txBody>
          <a:bodyPr>
            <a:normAutofit/>
          </a:bodyPr>
          <a:lstStyle/>
          <a:p>
            <a:pPr lvl="0"/>
            <a:endParaRPr lang="en-US" noProof="0"/>
          </a:p>
        </p:txBody>
      </p:sp>
      <p:sp>
        <p:nvSpPr>
          <p:cNvPr id="5" name="Date Placeholder 23">
            <a:extLst>
              <a:ext uri="{FF2B5EF4-FFF2-40B4-BE49-F238E27FC236}">
                <a16:creationId xmlns:a16="http://schemas.microsoft.com/office/drawing/2014/main" id="{678602E0-737F-F1E8-826A-4C1EBB268FB6}"/>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F5A443B3-72C7-79CF-D9F9-FFD72500E7B7}"/>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32F95AE8-9E09-D7ED-392F-B6AFF2AD888A}"/>
              </a:ext>
            </a:extLst>
          </p:cNvPr>
          <p:cNvSpPr>
            <a:spLocks noGrp="1"/>
          </p:cNvSpPr>
          <p:nvPr>
            <p:ph type="sldNum" sz="quarter" idx="12"/>
          </p:nvPr>
        </p:nvSpPr>
        <p:spPr/>
        <p:txBody>
          <a:bodyPr/>
          <a:lstStyle>
            <a:lvl1pPr>
              <a:defRPr/>
            </a:lvl1pPr>
          </a:lstStyle>
          <a:p>
            <a:fld id="{AB74A937-550B-46E8-B1EC-3488862102D6}" type="slidenum">
              <a:rPr lang="en-US" altLang="en-US"/>
              <a:pPr/>
              <a:t>‹#›</a:t>
            </a:fld>
            <a:endParaRPr lang="en-US" altLang="en-US"/>
          </a:p>
        </p:txBody>
      </p:sp>
    </p:spTree>
    <p:extLst>
      <p:ext uri="{BB962C8B-B14F-4D97-AF65-F5344CB8AC3E}">
        <p14:creationId xmlns:p14="http://schemas.microsoft.com/office/powerpoint/2010/main" val="3354969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144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76800" y="1600200"/>
            <a:ext cx="38100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76800" y="3941763"/>
            <a:ext cx="38100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3">
            <a:extLst>
              <a:ext uri="{FF2B5EF4-FFF2-40B4-BE49-F238E27FC236}">
                <a16:creationId xmlns:a16="http://schemas.microsoft.com/office/drawing/2014/main" id="{AEDA2848-F5FC-C0A6-1B23-9FCC464D3C8C}"/>
              </a:ext>
            </a:extLst>
          </p:cNvPr>
          <p:cNvSpPr>
            <a:spLocks noGrp="1"/>
          </p:cNvSpPr>
          <p:nvPr>
            <p:ph type="dt" sz="half" idx="10"/>
          </p:nvPr>
        </p:nvSpPr>
        <p:spPr/>
        <p:txBody>
          <a:bodyPr/>
          <a:lstStyle>
            <a:lvl1pPr>
              <a:defRPr/>
            </a:lvl1pPr>
          </a:lstStyle>
          <a:p>
            <a:endParaRPr lang="en-US" altLang="en-US"/>
          </a:p>
        </p:txBody>
      </p:sp>
      <p:sp>
        <p:nvSpPr>
          <p:cNvPr id="7" name="Footer Placeholder 9">
            <a:extLst>
              <a:ext uri="{FF2B5EF4-FFF2-40B4-BE49-F238E27FC236}">
                <a16:creationId xmlns:a16="http://schemas.microsoft.com/office/drawing/2014/main" id="{7683F1CF-F62E-6C30-7FCD-7E0377F7A8FE}"/>
              </a:ext>
            </a:extLst>
          </p:cNvPr>
          <p:cNvSpPr>
            <a:spLocks noGrp="1"/>
          </p:cNvSpPr>
          <p:nvPr>
            <p:ph type="ftr" sz="quarter" idx="11"/>
          </p:nvPr>
        </p:nvSpPr>
        <p:spPr/>
        <p:txBody>
          <a:bodyPr/>
          <a:lstStyle>
            <a:lvl1pPr>
              <a:defRPr/>
            </a:lvl1pPr>
          </a:lstStyle>
          <a:p>
            <a:endParaRPr lang="en-US" altLang="en-US"/>
          </a:p>
        </p:txBody>
      </p:sp>
      <p:sp>
        <p:nvSpPr>
          <p:cNvPr id="8" name="Slide Number Placeholder 21">
            <a:extLst>
              <a:ext uri="{FF2B5EF4-FFF2-40B4-BE49-F238E27FC236}">
                <a16:creationId xmlns:a16="http://schemas.microsoft.com/office/drawing/2014/main" id="{EA383691-9C71-7255-EADE-1FCF5B8E55E4}"/>
              </a:ext>
            </a:extLst>
          </p:cNvPr>
          <p:cNvSpPr>
            <a:spLocks noGrp="1"/>
          </p:cNvSpPr>
          <p:nvPr>
            <p:ph type="sldNum" sz="quarter" idx="12"/>
          </p:nvPr>
        </p:nvSpPr>
        <p:spPr/>
        <p:txBody>
          <a:bodyPr/>
          <a:lstStyle>
            <a:lvl1pPr>
              <a:defRPr/>
            </a:lvl1pPr>
          </a:lstStyle>
          <a:p>
            <a:fld id="{474AACBB-FC3E-444C-99E2-72E348315A0C}" type="slidenum">
              <a:rPr lang="en-US" altLang="en-US"/>
              <a:pPr/>
              <a:t>‹#›</a:t>
            </a:fld>
            <a:endParaRPr lang="en-US" altLang="en-US"/>
          </a:p>
        </p:txBody>
      </p:sp>
    </p:spTree>
    <p:extLst>
      <p:ext uri="{BB962C8B-B14F-4D97-AF65-F5344CB8AC3E}">
        <p14:creationId xmlns:p14="http://schemas.microsoft.com/office/powerpoint/2010/main" val="34146273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457200"/>
            <a:ext cx="8229600" cy="1371600"/>
          </a:xfrm>
        </p:spPr>
        <p:txBody>
          <a:bodyPr/>
          <a:lstStyle/>
          <a:p>
            <a:r>
              <a:rPr lang="en-US"/>
              <a:t>Click to edit Master title style</a:t>
            </a:r>
          </a:p>
        </p:txBody>
      </p:sp>
      <p:sp>
        <p:nvSpPr>
          <p:cNvPr id="3" name="Content Placeholder 2"/>
          <p:cNvSpPr>
            <a:spLocks noGrp="1"/>
          </p:cNvSpPr>
          <p:nvPr>
            <p:ph sz="quarter" idx="1"/>
          </p:nvPr>
        </p:nvSpPr>
        <p:spPr>
          <a:xfrm>
            <a:off x="457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3">
            <a:extLst>
              <a:ext uri="{FF2B5EF4-FFF2-40B4-BE49-F238E27FC236}">
                <a16:creationId xmlns:a16="http://schemas.microsoft.com/office/drawing/2014/main" id="{C5F1FA2E-8DF2-ABF5-4327-C4F5CD822D66}"/>
              </a:ext>
            </a:extLst>
          </p:cNvPr>
          <p:cNvSpPr>
            <a:spLocks noGrp="1"/>
          </p:cNvSpPr>
          <p:nvPr>
            <p:ph type="dt" sz="half" idx="10"/>
          </p:nvPr>
        </p:nvSpPr>
        <p:spPr/>
        <p:txBody>
          <a:bodyPr/>
          <a:lstStyle>
            <a:lvl1pPr>
              <a:defRPr/>
            </a:lvl1pPr>
          </a:lstStyle>
          <a:p>
            <a:endParaRPr lang="en-US" altLang="en-US"/>
          </a:p>
        </p:txBody>
      </p:sp>
      <p:sp>
        <p:nvSpPr>
          <p:cNvPr id="8" name="Footer Placeholder 9">
            <a:extLst>
              <a:ext uri="{FF2B5EF4-FFF2-40B4-BE49-F238E27FC236}">
                <a16:creationId xmlns:a16="http://schemas.microsoft.com/office/drawing/2014/main" id="{688F6B3B-F420-C4A6-828C-B70D75473E68}"/>
              </a:ext>
            </a:extLst>
          </p:cNvPr>
          <p:cNvSpPr>
            <a:spLocks noGrp="1"/>
          </p:cNvSpPr>
          <p:nvPr>
            <p:ph type="ftr" sz="quarter" idx="11"/>
          </p:nvPr>
        </p:nvSpPr>
        <p:spPr/>
        <p:txBody>
          <a:bodyPr/>
          <a:lstStyle>
            <a:lvl1pPr>
              <a:defRPr/>
            </a:lvl1pPr>
          </a:lstStyle>
          <a:p>
            <a:endParaRPr lang="en-US" altLang="en-US"/>
          </a:p>
        </p:txBody>
      </p:sp>
      <p:sp>
        <p:nvSpPr>
          <p:cNvPr id="9" name="Slide Number Placeholder 21">
            <a:extLst>
              <a:ext uri="{FF2B5EF4-FFF2-40B4-BE49-F238E27FC236}">
                <a16:creationId xmlns:a16="http://schemas.microsoft.com/office/drawing/2014/main" id="{7306B549-D39B-162D-23B5-2A03FB8ECDB5}"/>
              </a:ext>
            </a:extLst>
          </p:cNvPr>
          <p:cNvSpPr>
            <a:spLocks noGrp="1"/>
          </p:cNvSpPr>
          <p:nvPr>
            <p:ph type="sldNum" sz="quarter" idx="12"/>
          </p:nvPr>
        </p:nvSpPr>
        <p:spPr/>
        <p:txBody>
          <a:bodyPr/>
          <a:lstStyle>
            <a:lvl1pPr>
              <a:defRPr/>
            </a:lvl1pPr>
          </a:lstStyle>
          <a:p>
            <a:fld id="{B6B3A3C7-28C6-4BE9-8FF8-9BBBB93A2F9B}" type="slidenum">
              <a:rPr lang="en-US" altLang="en-US"/>
              <a:pPr/>
              <a:t>‹#›</a:t>
            </a:fld>
            <a:endParaRPr lang="en-US" altLang="en-US"/>
          </a:p>
        </p:txBody>
      </p:sp>
    </p:spTree>
    <p:extLst>
      <p:ext uri="{BB962C8B-B14F-4D97-AF65-F5344CB8AC3E}">
        <p14:creationId xmlns:p14="http://schemas.microsoft.com/office/powerpoint/2010/main" val="2948920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144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C31198A7-59EC-073F-DC5B-ECA13ADD3FF1}"/>
              </a:ext>
            </a:extLst>
          </p:cNvPr>
          <p:cNvSpPr>
            <a:spLocks noGrp="1"/>
          </p:cNvSpPr>
          <p:nvPr>
            <p:ph type="dt" sz="half" idx="10"/>
          </p:nvPr>
        </p:nvSpPr>
        <p:spPr/>
        <p:txBody>
          <a:bodyPr/>
          <a:lstStyle>
            <a:lvl1pPr>
              <a:defRPr/>
            </a:lvl1pPr>
          </a:lstStyle>
          <a:p>
            <a:endParaRPr lang="en-US" altLang="en-US"/>
          </a:p>
        </p:txBody>
      </p:sp>
      <p:sp>
        <p:nvSpPr>
          <p:cNvPr id="6" name="Footer Placeholder 9">
            <a:extLst>
              <a:ext uri="{FF2B5EF4-FFF2-40B4-BE49-F238E27FC236}">
                <a16:creationId xmlns:a16="http://schemas.microsoft.com/office/drawing/2014/main" id="{D5B1BD4B-C94D-8BE9-596E-82341C209FEE}"/>
              </a:ext>
            </a:extLst>
          </p:cNvPr>
          <p:cNvSpPr>
            <a:spLocks noGrp="1"/>
          </p:cNvSpPr>
          <p:nvPr>
            <p:ph type="ftr" sz="quarter" idx="11"/>
          </p:nvPr>
        </p:nvSpPr>
        <p:spPr/>
        <p:txBody>
          <a:bodyPr/>
          <a:lstStyle>
            <a:lvl1pPr>
              <a:defRPr/>
            </a:lvl1pPr>
          </a:lstStyle>
          <a:p>
            <a:endParaRPr lang="en-US" altLang="en-US"/>
          </a:p>
        </p:txBody>
      </p:sp>
      <p:sp>
        <p:nvSpPr>
          <p:cNvPr id="7" name="Slide Number Placeholder 21">
            <a:extLst>
              <a:ext uri="{FF2B5EF4-FFF2-40B4-BE49-F238E27FC236}">
                <a16:creationId xmlns:a16="http://schemas.microsoft.com/office/drawing/2014/main" id="{9CC6EFA2-7156-31F0-1A2B-20E5A66D2C9E}"/>
              </a:ext>
            </a:extLst>
          </p:cNvPr>
          <p:cNvSpPr>
            <a:spLocks noGrp="1"/>
          </p:cNvSpPr>
          <p:nvPr>
            <p:ph type="sldNum" sz="quarter" idx="12"/>
          </p:nvPr>
        </p:nvSpPr>
        <p:spPr/>
        <p:txBody>
          <a:bodyPr/>
          <a:lstStyle>
            <a:lvl1pPr>
              <a:defRPr/>
            </a:lvl1pPr>
          </a:lstStyle>
          <a:p>
            <a:fld id="{D9F8A1BC-58BC-449F-9E2F-82FBE589E7BE}" type="slidenum">
              <a:rPr lang="en-US" altLang="en-US"/>
              <a:pPr/>
              <a:t>‹#›</a:t>
            </a:fld>
            <a:endParaRPr lang="en-US" altLang="en-US"/>
          </a:p>
        </p:txBody>
      </p:sp>
    </p:spTree>
    <p:extLst>
      <p:ext uri="{BB962C8B-B14F-4D97-AF65-F5344CB8AC3E}">
        <p14:creationId xmlns:p14="http://schemas.microsoft.com/office/powerpoint/2010/main" val="4200960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E5AA5670-4E04-31FB-B9B7-059D1F6A1765}"/>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7" name="Footer Placeholder 6">
            <a:extLst>
              <a:ext uri="{FF2B5EF4-FFF2-40B4-BE49-F238E27FC236}">
                <a16:creationId xmlns:a16="http://schemas.microsoft.com/office/drawing/2014/main" id="{602DC62B-C601-4591-F3DB-D9A3D69E30CD}"/>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6F1AE82-E37E-70A5-C158-288B6B287755}"/>
              </a:ext>
            </a:extLst>
          </p:cNvPr>
          <p:cNvSpPr>
            <a:spLocks noGrp="1"/>
          </p:cNvSpPr>
          <p:nvPr>
            <p:ph type="sldNum" sz="quarter" idx="12"/>
          </p:nvPr>
        </p:nvSpPr>
        <p:spPr>
          <a:xfrm>
            <a:off x="6553200" y="6245225"/>
            <a:ext cx="2133600" cy="476250"/>
          </a:xfrm>
        </p:spPr>
        <p:txBody>
          <a:bodyPr/>
          <a:lstStyle>
            <a:lvl1pPr>
              <a:defRPr/>
            </a:lvl1pPr>
          </a:lstStyle>
          <a:p>
            <a:fld id="{874AAB6F-6AB6-46AA-91A9-9B2266A035E3}" type="slidenum">
              <a:rPr lang="en-US" altLang="en-US"/>
              <a:pPr/>
              <a:t>‹#›</a:t>
            </a:fld>
            <a:endParaRPr lang="en-US" altLang="en-US"/>
          </a:p>
        </p:txBody>
      </p:sp>
    </p:spTree>
    <p:extLst>
      <p:ext uri="{BB962C8B-B14F-4D97-AF65-F5344CB8AC3E}">
        <p14:creationId xmlns:p14="http://schemas.microsoft.com/office/powerpoint/2010/main" val="1384661634"/>
      </p:ext>
    </p:extLst>
  </p:cSld>
  <p:clrMapOvr>
    <a:masterClrMapping/>
  </p:clrMapOvr>
  <p:transition spd="med" advTm="40000">
    <p:push/>
    <p:sndAc>
      <p:stSnd>
        <p:snd r:embed="rId1" name="push.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1"/>
          <a:srcRect/>
          <a:stretch>
            <a:fillRect/>
          </a:stretch>
        </a:blipFill>
        <a:effectLst/>
      </p:bgPr>
    </p:bg>
    <p:spTree>
      <p:nvGrpSpPr>
        <p:cNvPr id="1" name=""/>
        <p:cNvGrpSpPr/>
        <p:nvPr/>
      </p:nvGrpSpPr>
      <p:grpSpPr>
        <a:xfrm>
          <a:off x="0" y="0"/>
          <a:ext cx="0" cy="0"/>
          <a:chOff x="0" y="0"/>
          <a:chExt cx="0" cy="0"/>
        </a:xfrm>
      </p:grpSpPr>
      <p:sp>
        <p:nvSpPr>
          <p:cNvPr id="1026" name="Text Placeholder 8">
            <a:extLst>
              <a:ext uri="{FF2B5EF4-FFF2-40B4-BE49-F238E27FC236}">
                <a16:creationId xmlns:a16="http://schemas.microsoft.com/office/drawing/2014/main" id="{866E4FB8-F4D8-C514-3EFF-0AE264BA71AF}"/>
              </a:ext>
            </a:extLst>
          </p:cNvPr>
          <p:cNvSpPr>
            <a:spLocks noGrp="1"/>
          </p:cNvSpPr>
          <p:nvPr>
            <p:ph type="body" idx="1"/>
          </p:nvPr>
        </p:nvSpPr>
        <p:spPr bwMode="auto">
          <a:xfrm>
            <a:off x="457200" y="1447800"/>
            <a:ext cx="82296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a:extLst>
              <a:ext uri="{FF2B5EF4-FFF2-40B4-BE49-F238E27FC236}">
                <a16:creationId xmlns:a16="http://schemas.microsoft.com/office/drawing/2014/main" id="{0E96378A-8053-2881-4B85-7611F97CB4B7}"/>
              </a:ext>
            </a:extLst>
          </p:cNvPr>
          <p:cNvSpPr>
            <a:spLocks noGrp="1"/>
          </p:cNvSpPr>
          <p:nvPr>
            <p:ph type="dt" sz="half" idx="2"/>
          </p:nvPr>
        </p:nvSpPr>
        <p:spPr>
          <a:xfrm>
            <a:off x="5791200" y="6203950"/>
            <a:ext cx="2590800" cy="38417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chemeClr val="tx2"/>
                </a:solidFill>
                <a:effectLst>
                  <a:outerShdw blurRad="38100" dist="38100" dir="2700000" algn="tl">
                    <a:srgbClr val="FFFFFF"/>
                  </a:outerShdw>
                </a:effectLst>
              </a:defRPr>
            </a:lvl1pPr>
          </a:lstStyle>
          <a:p>
            <a:endParaRPr lang="en-US" altLang="en-US"/>
          </a:p>
        </p:txBody>
      </p:sp>
      <p:sp>
        <p:nvSpPr>
          <p:cNvPr id="10" name="Footer Placeholder 9">
            <a:extLst>
              <a:ext uri="{FF2B5EF4-FFF2-40B4-BE49-F238E27FC236}">
                <a16:creationId xmlns:a16="http://schemas.microsoft.com/office/drawing/2014/main" id="{83DE2A90-9E7A-948C-5E55-E74A50B46159}"/>
              </a:ext>
            </a:extLst>
          </p:cNvPr>
          <p:cNvSpPr>
            <a:spLocks noGrp="1"/>
          </p:cNvSpPr>
          <p:nvPr>
            <p:ph type="ftr" sz="quarter" idx="3"/>
          </p:nvPr>
        </p:nvSpPr>
        <p:spPr>
          <a:xfrm>
            <a:off x="2133600" y="6203950"/>
            <a:ext cx="3581400" cy="38417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effectLst>
                  <a:outerShdw blurRad="38100" dist="38100" dir="2700000" algn="tl">
                    <a:srgbClr val="FFFFFF"/>
                  </a:outerShdw>
                </a:effectLst>
              </a:defRPr>
            </a:lvl1pPr>
          </a:lstStyle>
          <a:p>
            <a:endParaRPr lang="en-US" altLang="en-US"/>
          </a:p>
        </p:txBody>
      </p:sp>
      <p:sp>
        <p:nvSpPr>
          <p:cNvPr id="22" name="Slide Number Placeholder 21">
            <a:extLst>
              <a:ext uri="{FF2B5EF4-FFF2-40B4-BE49-F238E27FC236}">
                <a16:creationId xmlns:a16="http://schemas.microsoft.com/office/drawing/2014/main" id="{EA39025B-BF69-A56F-07FC-C39C49C8CA19}"/>
              </a:ext>
            </a:extLst>
          </p:cNvPr>
          <p:cNvSpPr>
            <a:spLocks noGrp="1"/>
          </p:cNvSpPr>
          <p:nvPr>
            <p:ph type="sldNum" sz="quarter" idx="4"/>
          </p:nvPr>
        </p:nvSpPr>
        <p:spPr>
          <a:xfrm>
            <a:off x="8410575" y="6181725"/>
            <a:ext cx="609600" cy="457200"/>
          </a:xfrm>
          <a:prstGeom prst="rect">
            <a:avLst/>
          </a:prstGeom>
          <a:noFill/>
        </p:spPr>
        <p:txBody>
          <a:bodyPr vert="horz" wrap="square" lIns="0" tIns="0" rIns="0" bIns="0" numCol="1" anchor="ctr" anchorCtr="0" compatLnSpc="1">
            <a:prstTxWarp prst="textNoShape">
              <a:avLst/>
            </a:prstTxWarp>
            <a:noAutofit/>
          </a:bodyPr>
          <a:lstStyle>
            <a:lvl1pPr algn="ctr" eaLnBrk="1" hangingPunct="1">
              <a:defRPr sz="1600">
                <a:solidFill>
                  <a:schemeClr val="tx2"/>
                </a:solidFill>
                <a:effectLst>
                  <a:outerShdw blurRad="38100" dist="38100" dir="2700000" algn="tl">
                    <a:srgbClr val="FFFFFF"/>
                  </a:outerShdw>
                </a:effectLst>
              </a:defRPr>
            </a:lvl1pPr>
          </a:lstStyle>
          <a:p>
            <a:fld id="{3433AC52-FF8B-4C3F-AFC2-C07C9EA50DB4}" type="slidenum">
              <a:rPr lang="en-US" altLang="en-US"/>
              <a:pPr/>
              <a:t>‹#›</a:t>
            </a:fld>
            <a:endParaRPr lang="en-US" altLang="en-US"/>
          </a:p>
        </p:txBody>
      </p:sp>
      <p:sp>
        <p:nvSpPr>
          <p:cNvPr id="5" name="Title Placeholder 4">
            <a:extLst>
              <a:ext uri="{FF2B5EF4-FFF2-40B4-BE49-F238E27FC236}">
                <a16:creationId xmlns:a16="http://schemas.microsoft.com/office/drawing/2014/main" id="{62CBE9B5-2200-6BCC-2DD2-6177909500D2}"/>
              </a:ext>
            </a:extLst>
          </p:cNvPr>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lang="en-US"/>
              <a:t>Click to edit Master title style</a:t>
            </a:r>
          </a:p>
        </p:txBody>
      </p:sp>
    </p:spTree>
  </p:cSld>
  <p:clrMap bg1="dk1" tx1="lt1" bg2="dk2" tx2="lt2" accent1="accent1" accent2="accent2" accent3="accent3" accent4="accent4" accent5="accent5" accent6="accent6" hlink="hlink" folHlink="folHlink"/>
  <p:sldLayoutIdLst>
    <p:sldLayoutId id="2147483788" r:id="rId1"/>
    <p:sldLayoutId id="2147483773" r:id="rId2"/>
    <p:sldLayoutId id="2147483789" r:id="rId3"/>
    <p:sldLayoutId id="2147483774" r:id="rId4"/>
    <p:sldLayoutId id="2147483790"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91" r:id="rId19"/>
  </p:sldLayoutIdLst>
  <p:txStyles>
    <p:titleStyle>
      <a:lvl1pPr algn="l" rtl="0" eaLnBrk="0" fontAlgn="base" hangingPunct="0">
        <a:spcBef>
          <a:spcPct val="0"/>
        </a:spcBef>
        <a:spcAft>
          <a:spcPct val="0"/>
        </a:spcAft>
        <a:defRPr lang="en-US" sz="4200" kern="1200" spc="-10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a:lvl2pPr algn="l" rtl="0" eaLnBrk="0" fontAlgn="base" hangingPunct="0">
        <a:spcBef>
          <a:spcPct val="0"/>
        </a:spcBef>
        <a:spcAft>
          <a:spcPct val="0"/>
        </a:spcAft>
        <a:defRPr sz="4200">
          <a:solidFill>
            <a:srgbClr val="F9F9F9"/>
          </a:solidFill>
          <a:latin typeface="Constantia" charset="0"/>
        </a:defRPr>
      </a:lvl2pPr>
      <a:lvl3pPr algn="l" rtl="0" eaLnBrk="0" fontAlgn="base" hangingPunct="0">
        <a:spcBef>
          <a:spcPct val="0"/>
        </a:spcBef>
        <a:spcAft>
          <a:spcPct val="0"/>
        </a:spcAft>
        <a:defRPr sz="4200">
          <a:solidFill>
            <a:srgbClr val="F9F9F9"/>
          </a:solidFill>
          <a:latin typeface="Constantia" charset="0"/>
        </a:defRPr>
      </a:lvl3pPr>
      <a:lvl4pPr algn="l" rtl="0" eaLnBrk="0" fontAlgn="base" hangingPunct="0">
        <a:spcBef>
          <a:spcPct val="0"/>
        </a:spcBef>
        <a:spcAft>
          <a:spcPct val="0"/>
        </a:spcAft>
        <a:defRPr sz="4200">
          <a:solidFill>
            <a:srgbClr val="F9F9F9"/>
          </a:solidFill>
          <a:latin typeface="Constantia" charset="0"/>
        </a:defRPr>
      </a:lvl4pPr>
      <a:lvl5pPr algn="l" rtl="0" eaLnBrk="0" fontAlgn="base" hangingPunct="0">
        <a:spcBef>
          <a:spcPct val="0"/>
        </a:spcBef>
        <a:spcAft>
          <a:spcPct val="0"/>
        </a:spcAft>
        <a:defRPr sz="4200">
          <a:solidFill>
            <a:srgbClr val="F9F9F9"/>
          </a:solidFill>
          <a:latin typeface="Constantia" charset="0"/>
        </a:defRPr>
      </a:lvl5pPr>
      <a:lvl6pPr marL="457200" algn="l" rtl="0" fontAlgn="base">
        <a:spcBef>
          <a:spcPct val="0"/>
        </a:spcBef>
        <a:spcAft>
          <a:spcPct val="0"/>
        </a:spcAft>
        <a:defRPr sz="4200">
          <a:solidFill>
            <a:srgbClr val="F9F9F9"/>
          </a:solidFill>
          <a:latin typeface="Constantia" charset="0"/>
        </a:defRPr>
      </a:lvl6pPr>
      <a:lvl7pPr marL="914400" algn="l" rtl="0" fontAlgn="base">
        <a:spcBef>
          <a:spcPct val="0"/>
        </a:spcBef>
        <a:spcAft>
          <a:spcPct val="0"/>
        </a:spcAft>
        <a:defRPr sz="4200">
          <a:solidFill>
            <a:srgbClr val="F9F9F9"/>
          </a:solidFill>
          <a:latin typeface="Constantia" charset="0"/>
        </a:defRPr>
      </a:lvl7pPr>
      <a:lvl8pPr marL="1371600" algn="l" rtl="0" fontAlgn="base">
        <a:spcBef>
          <a:spcPct val="0"/>
        </a:spcBef>
        <a:spcAft>
          <a:spcPct val="0"/>
        </a:spcAft>
        <a:defRPr sz="4200">
          <a:solidFill>
            <a:srgbClr val="F9F9F9"/>
          </a:solidFill>
          <a:latin typeface="Constantia" charset="0"/>
        </a:defRPr>
      </a:lvl8pPr>
      <a:lvl9pPr marL="1828800" algn="l" rtl="0" fontAlgn="base">
        <a:spcBef>
          <a:spcPct val="0"/>
        </a:spcBef>
        <a:spcAft>
          <a:spcPct val="0"/>
        </a:spcAft>
        <a:defRPr sz="4200">
          <a:solidFill>
            <a:srgbClr val="F9F9F9"/>
          </a:solidFill>
          <a:latin typeface="Constantia" charset="0"/>
        </a:defRPr>
      </a:lvl9pPr>
    </p:titleStyle>
    <p:bodyStyle>
      <a:lvl1pPr marL="273050" indent="-273050" algn="l" rtl="0" eaLnBrk="0" fontAlgn="base" hangingPunct="0">
        <a:spcBef>
          <a:spcPts val="600"/>
        </a:spcBef>
        <a:spcAft>
          <a:spcPct val="0"/>
        </a:spcAft>
        <a:buClr>
          <a:schemeClr val="accent2"/>
        </a:buClr>
        <a:buSzPct val="85000"/>
        <a:buFont typeface="Wingdings 2" panose="05020102010507070707" pitchFamily="18" charset="2"/>
        <a:buChar char=""/>
        <a:defRPr sz="2600" kern="1200">
          <a:solidFill>
            <a:schemeClr val="tx1"/>
          </a:solidFill>
          <a:latin typeface="+mn-lt"/>
          <a:ea typeface="+mn-ea"/>
          <a:cs typeface="+mn-cs"/>
        </a:defRPr>
      </a:lvl1pPr>
      <a:lvl2pPr marL="639763" indent="-273050" algn="l" rtl="0" eaLnBrk="0" fontAlgn="base" hangingPunct="0">
        <a:spcBef>
          <a:spcPts val="300"/>
        </a:spcBef>
        <a:spcAft>
          <a:spcPct val="0"/>
        </a:spcAft>
        <a:buClr>
          <a:srgbClr val="D6903D"/>
        </a:buClr>
        <a:buSzPct val="85000"/>
        <a:buFont typeface="Wingdings 2" panose="05020102010507070707" pitchFamily="18" charset="2"/>
        <a:buChar char=""/>
        <a:defRPr sz="2400" kern="1200">
          <a:solidFill>
            <a:schemeClr val="tx2"/>
          </a:solidFill>
          <a:latin typeface="+mn-lt"/>
          <a:ea typeface="+mn-ea"/>
          <a:cs typeface="+mn-cs"/>
        </a:defRPr>
      </a:lvl2pPr>
      <a:lvl3pPr marL="1004888" indent="-228600" algn="l" rtl="0" eaLnBrk="0" fontAlgn="base" hangingPunct="0">
        <a:spcBef>
          <a:spcPts val="300"/>
        </a:spcBef>
        <a:spcAft>
          <a:spcPct val="0"/>
        </a:spcAft>
        <a:buClr>
          <a:srgbClr val="B37732"/>
        </a:buClr>
        <a:buSzPct val="85000"/>
        <a:buFont typeface="Wingdings 2" panose="05020102010507070707" pitchFamily="18" charset="2"/>
        <a:buChar char=""/>
        <a:defRPr sz="2100" kern="1200">
          <a:solidFill>
            <a:schemeClr val="tx1"/>
          </a:solidFill>
          <a:latin typeface="+mn-lt"/>
          <a:ea typeface="+mn-ea"/>
          <a:cs typeface="+mn-cs"/>
        </a:defRPr>
      </a:lvl3pPr>
      <a:lvl4pPr marL="1279525" indent="-228600" algn="l" rtl="0" eaLnBrk="0" fontAlgn="base" hangingPunct="0">
        <a:spcBef>
          <a:spcPts val="300"/>
        </a:spcBef>
        <a:spcAft>
          <a:spcPct val="0"/>
        </a:spcAft>
        <a:buClr>
          <a:srgbClr val="D6903D"/>
        </a:buClr>
        <a:buSzPct val="85000"/>
        <a:buFont typeface="Wingdings 2" panose="05020102010507070707" pitchFamily="18" charset="2"/>
        <a:buChar char=""/>
        <a:defRPr sz="1900" kern="1200">
          <a:solidFill>
            <a:schemeClr val="tx1"/>
          </a:solidFill>
          <a:latin typeface="+mn-lt"/>
          <a:ea typeface="+mn-ea"/>
          <a:cs typeface="+mn-cs"/>
        </a:defRPr>
      </a:lvl4pPr>
      <a:lvl5pPr marL="1554163" indent="-228600" algn="l" rtl="0" eaLnBrk="0" fontAlgn="base" hangingPunct="0">
        <a:spcBef>
          <a:spcPts val="338"/>
        </a:spcBef>
        <a:spcAft>
          <a:spcPct val="0"/>
        </a:spcAft>
        <a:buClr>
          <a:srgbClr val="D6903D"/>
        </a:buClr>
        <a:buSzPct val="85000"/>
        <a:buFont typeface="Wingdings 2" panose="05020102010507070707" pitchFamily="18" charset="2"/>
        <a:buChar char=""/>
        <a:defRPr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www.hauntedamericatours.com/museum/giza_pyramids.jpg"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img73.imageshack.us/img73/867/dsc017303mb.jpg"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audio" Target="../media/audio1.bin"/><Relationship Id="rId1" Type="http://schemas.openxmlformats.org/officeDocument/2006/relationships/slideLayout" Target="../slideLayouts/slideLayout19.xml"/><Relationship Id="rId5" Type="http://schemas.openxmlformats.org/officeDocument/2006/relationships/slide" Target="slide38.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rds.yahoo.com/_ylt=A0WTefNCn9VKnMMA0SWJzbkF;_ylu=X3oDMTBpdnJhMHUzBHBvcwMxBHNlYwNzcgR2dGlkAw--/SIG=1igajidvl/EXP=1255600322/**http%3A/images.search.yahoo.com/images/view%3Fback=http%253A%252F%252Fimages.search.yahoo.com%252Fsearch%252Fimages%253F_adv_prop%253Dimage%2526va%253Duse%252Bof%252Btriangles%252Barchitecture%2526fr%253Dyfp-t-701-s%26w=500%26h=375%26imgurl=static.flickr.com%252F3306%252F3630810874_d4d9a73123.jpg%26rurl=http%253A%252F%252Fwww.flickr.com%252Fphotos%252Fpaba7%252F3630810874%252F%26size=178k%26name=When%2Bin%2Bdoubt%2Bus...%26p=use%2Bof%2Btriangles%2Barchitecture%26oid=9d9cfcc121af7910%26fr2=%26fusr=paba7%26no=1%26tt=21%26sigr=11e149hh6%26sigi=11grqssfs%26sigb=13c1eeto0"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rds.yahoo.com/_ylt=A0WTefNCn9VKnMMA4SWJzbkF;_ylu=X3oDMTBpdDZuNzZrBHBvcwM5BHNlYwNzcgR2dGlkAw--/SIG=1iq5dpah0/EXP=1255600322/**http%3A/images.search.yahoo.com/images/view%3Fback=http%253A%252F%252Fimages.search.yahoo.com%252Fsearch%252Fimages%253F_adv_prop%253Dimage%2526va%253Duse%252Bof%252Btriangles%252Barchitecture%2526fr%253Dyfp-t-701-s%26w=500%26h=469%26imgurl=static.flickr.com%252F2196%252F2132468714_acd1a48418.jpg%26rurl=http%253A%252F%252Fwww.flickr.com%252Fphotos%252Fdarkspawn%252F2132468714%252F%26size=133k%26name=Why%2BLEGO%2Bis%2Bthe%2B...%26p=use%2Bof%2Btriangles%2Barchitecture%26oid=3486796fc49e0f3a%26fr2=%26fusr=DARKspawn%26no=9%26tt=21%26sigr=11ig7ferh%26sigi=11gibjq62%26sigb=13c1eeto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rds.yahoo.com/_ylt=A0WTefNCn9VKnMMA5SWJzbkF;_ylu=X3oDMTBqY2pzbGhoBHBvcwMxMQRzZWMDc3IEdnRpZAM-/SIG=1iqcrfap8/EXP=1255600322/**http%3A/images.search.yahoo.com/images/view%3Fback=http%253A%252F%252Fimages.search.yahoo.com%252Fsearch%252Fimages%253F_adv_prop%253Dimage%2526va%253Duse%252Bof%252Btriangles%252Barchitecture%2526fr%253Dyfp-t-701-s%26w=600%26h=370%26imgurl=www.themathlab.com%252Fgeometry%252Fsection10b%252Fslides%252Fbuild37.jpg%26rurl=http%253A%252F%252Fwww.themathlab.com%252Fgeometry%252Fsection10b%252Fslides%252Fslide37.htm%26size=41k%26name=build37%2Bjpg%26p=use%2Bof%2Btriangles%2Barchitecture%26oid=bf267ca5d9ef0d98%26fr2=%26no=11%26tt=21%26sigr=120f8btpv%26sigi=11pgh5cuo%26sigb=13c1eeto0"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rds.yahoo.com/_ylt=A0WTefNCn9VKnMMA2SWJzbkF;_ylu=X3oDMTBpZm5udGl1BHBvcwM1BHNlYwNzcgR2dGlkAw--/SIG=1jdejeq5l/EXP=1255600322/**http%3A/images.search.yahoo.com/images/view%3Fback=http%253A%252F%252Fimages.search.yahoo.com%252Fsearch%252Fimages%253F_adv_prop%253Dimage%2526va%253Duse%252Bof%252Btriangles%252Barchitecture%2526fr%253Dyfp-t-701-s%26w=500%26h=375%26imgurl=static.flickr.com%252F2029%252F2056341504_85753e0828.jpg%26rurl=http%253A%252F%252Fwww.flickr.com%252Fphotos%252F87659272%2540N00%252F2056341504%252F%26size=244k%26name=Compuware%2Bbuildi...%26p=use%2Bof%2Btriangles%2Barchitecture%26oid=1dee74644ef822ee%26fr2=%26fusr=George%2BE.%2BNo...%26lic=4%26no=5%26tt=21%26sigr=11lo15fdb%26sigi=11ge1a9e8%26sigb=13c1eeto0"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rds.yahoo.com/_ylt=A0WTefUaoNVK9UMARJuJzbkF;_ylu=X3oDMTBqdXJhdTI4BHBvcwMyOARzZWMDc3IEdnRpZAM-/SIG=1j46qp2hj/EXP=1255600538/**http%3A/images.search.yahoo.com/images/view%3Fback=http%253A%252F%252Fimages.search.yahoo.com%252Fsearch%252Fimages%253Fp%253Dtriangles%252Bin%252Bfashion%2526b%253D21%2526ni%253D20%2526ei%253Dutf-8%2526pstart%253D1%2526fr2%253Dsg-gac%26w=500%26h=333%26imgurl=static.flickr.com%252F2410%252F2075578015_ff414a0adf.jpg%26rurl=http%253A%252F%252Fwww.flickr.com%252Fphotos%252Farjaeboi%252F2075578015%252F%26size=86k%26name=triangles%26p=triangles%2Bin%2Bfashion%26oid=20f27d037a66fe86%26fr2=sg-gac%26fusr=arjaeboi%26no=28%26tt=228%26b=21%26ni=20%26sigr=11hikcsu7%26sigi=11gv69eur%26sigb=13bat3jch"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rds.yahoo.com/_ylt=A0WTefUaoNVK9UMAUpuJzbkF;_ylu=X3oDMTBqajcxOW1rBHBvcwMzNQRzZWMDc3IEdnRpZAM-/SIG=1jlf351mf/EXP=1255600538/**http%3A/images.search.yahoo.com/images/view%3Fback=http%253A%252F%252Fimages.search.yahoo.com%252Fsearch%252Fimages%253Fp%253Dtriangles%252Bin%252Bfashion%2526b%253D21%2526ni%253D20%2526ei%253Dutf-8%2526pstart%253D1%2526fr2%253Dsg-gac%26w=500%26h=500%26imgurl=static.flickr.com%252F3168%252F2665258979_28c454554a.jpg%26rurl=http%253A%252F%252Fwww.flickr.com%252Fphotos%252Fjcnstudios%252F2665258979%252F%26size=103k%26name=Mini%2Btriangles%26p=triangles%2Bin%2Bfashion%26oid=85e36c3081553102%26fr2=sg-gac%26fusr=TheCraftFloo...%26no=35%26tt=228%26b=21%26ni=20%26sigr=11js30k4s%26sigi=11gaej6km%26sigb=13bat3jch"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rds.yahoo.com/_ylt=A0WTefUaodVKmD0ARL2JzbkF;_ylu=X3oDMTBpY2Y5NXNiBHBvcwM2BHNlYwNzcgR2dGlkAw--/SIG=1gj6lc4nk/EXP=1255600794/**http%3A/images.search.yahoo.com/images/view%3Fback=http%253A%252F%252Fimages.search.yahoo.com%252Fsearch%252Fimages%253Fp%253Dtriangles%252Bin%252BAIRPLANES%26w=500%26h=315%26imgurl=static.flickr.com%252F3166%252F2916732313_6177151e1e.jpg%26rurl=http%253A%252F%252Fwww.flickr.com%252Fphotos%252Fmagic_man%252F2916732313%252F%26size=52k%26name=F%2B22%2BRaptor%2Bturn...%26p=triangles%2Bin%2BAIRPLANES%26oid=59ac65765cd0b19e%26fr2=%26fusr=Magic_Man%26no=6%26tt=12%26sigr=11idau5qq%26sigi=11g4tldsu%26sigb=125fa927a"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rds.yahoo.com/_ylt=A0WTefUaodVKmD0APL2JzbkF;_ylu=X3oDMTBpdnJhMHUzBHBvcwMxBHNlYwNzcgR2dGlkAw--/SIG=1gpocrpq0/EXP=1255600794/**http%3A/images.search.yahoo.com/images/view%3Fback=http%253A%252F%252Fimages.search.yahoo.com%252Fsearch%252Fimages%253Fp%253Dtriangles%252Bin%252BAIRPLANES%26w=500%26h=375%26imgurl=static.flickr.com%252F3061%252F3011165245_f961578996.jpg%26rurl=http%253A%252F%252Fwww.flickr.com%252Fphotos%252F22522979%2540N02%252F3011165245%252F%26size=189k%26name=FOR%2BOBAMA%2Bfrom%2BA...%26p=triangles%2Bin%2BAIRPLANES%26oid=c983e21a7b2a1632%26fr2=%26fusr=great2c%26no=1%26tt=12%26sigr=11l4h5lst%26sigi=11grlj4pm%26sigb=125fa927a"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image" Target="../media/image31.wmf"/><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33.w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slideLayout" Target="../slideLayouts/slideLayout4.xml"/><Relationship Id="rId5" Type="http://schemas.openxmlformats.org/officeDocument/2006/relationships/image" Target="../media/image37.wmf"/><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image" Target="../media/image38.wmf"/><Relationship Id="rId1" Type="http://schemas.openxmlformats.org/officeDocument/2006/relationships/slideLayout" Target="../slideLayouts/slideLayout4.xml"/><Relationship Id="rId6" Type="http://schemas.openxmlformats.org/officeDocument/2006/relationships/oleObject" Target="../embeddings/oleObject5.bin"/><Relationship Id="rId11" Type="http://schemas.openxmlformats.org/officeDocument/2006/relationships/image" Target="../media/image43.wmf"/><Relationship Id="rId5" Type="http://schemas.openxmlformats.org/officeDocument/2006/relationships/image" Target="../media/image40.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42.wmf"/></Relationships>
</file>

<file path=ppt/slides/_rels/slide39.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6.wmf"/><Relationship Id="rId2" Type="http://schemas.openxmlformats.org/officeDocument/2006/relationships/image" Target="../media/image44.wmf"/><Relationship Id="rId1" Type="http://schemas.openxmlformats.org/officeDocument/2006/relationships/slideLayout" Target="../slideLayouts/slideLayout4.xml"/><Relationship Id="rId6" Type="http://schemas.openxmlformats.org/officeDocument/2006/relationships/oleObject" Target="../embeddings/oleObject9.bin"/><Relationship Id="rId5" Type="http://schemas.openxmlformats.org/officeDocument/2006/relationships/image" Target="../media/image33.wmf"/><Relationship Id="rId4" Type="http://schemas.openxmlformats.org/officeDocument/2006/relationships/oleObject" Target="../embeddings/oleObject8.bin"/></Relationships>
</file>

<file path=ppt/slides/_rels/slide40.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4.xml"/><Relationship Id="rId5" Type="http://schemas.openxmlformats.org/officeDocument/2006/relationships/image" Target="../media/image49.wmf"/><Relationship Id="rId4" Type="http://schemas.openxmlformats.org/officeDocument/2006/relationships/oleObject" Target="../embeddings/oleObject10.bin"/></Relationships>
</file>

<file path=ppt/slides/_rels/slide41.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15.bin"/><Relationship Id="rId3" Type="http://schemas.openxmlformats.org/officeDocument/2006/relationships/oleObject" Target="../embeddings/oleObject11.bin"/><Relationship Id="rId7" Type="http://schemas.openxmlformats.org/officeDocument/2006/relationships/oleObject" Target="../embeddings/oleObject12.bin"/><Relationship Id="rId12" Type="http://schemas.openxmlformats.org/officeDocument/2006/relationships/image" Target="../media/image56.wmf"/><Relationship Id="rId17" Type="http://schemas.openxmlformats.org/officeDocument/2006/relationships/image" Target="../media/image59.png"/><Relationship Id="rId2" Type="http://schemas.openxmlformats.org/officeDocument/2006/relationships/image" Target="../media/image50.wmf"/><Relationship Id="rId16" Type="http://schemas.openxmlformats.org/officeDocument/2006/relationships/image" Target="../media/image58.wmf"/><Relationship Id="rId1" Type="http://schemas.openxmlformats.org/officeDocument/2006/relationships/slideLayout" Target="../slideLayouts/slideLayout17.xml"/><Relationship Id="rId6" Type="http://schemas.openxmlformats.org/officeDocument/2006/relationships/image" Target="../media/image53.wmf"/><Relationship Id="rId11" Type="http://schemas.openxmlformats.org/officeDocument/2006/relationships/oleObject" Target="../embeddings/oleObject14.bin"/><Relationship Id="rId5" Type="http://schemas.openxmlformats.org/officeDocument/2006/relationships/image" Target="../media/image52.wmf"/><Relationship Id="rId15" Type="http://schemas.openxmlformats.org/officeDocument/2006/relationships/oleObject" Target="../embeddings/oleObject16.bin"/><Relationship Id="rId10" Type="http://schemas.openxmlformats.org/officeDocument/2006/relationships/image" Target="../media/image55.wmf"/><Relationship Id="rId4" Type="http://schemas.openxmlformats.org/officeDocument/2006/relationships/image" Target="../media/image51.wmf"/><Relationship Id="rId9" Type="http://schemas.openxmlformats.org/officeDocument/2006/relationships/oleObject" Target="../embeddings/oleObject13.bin"/><Relationship Id="rId14" Type="http://schemas.openxmlformats.org/officeDocument/2006/relationships/image" Target="../media/image57.wmf"/></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image" Target="../media/image61.wmf"/><Relationship Id="rId1" Type="http://schemas.openxmlformats.org/officeDocument/2006/relationships/slideLayout" Target="../slideLayouts/slideLayout2.xml"/><Relationship Id="rId6" Type="http://schemas.openxmlformats.org/officeDocument/2006/relationships/image" Target="../media/image63.wmf"/><Relationship Id="rId5" Type="http://schemas.openxmlformats.org/officeDocument/2006/relationships/oleObject" Target="../embeddings/oleObject18.bin"/><Relationship Id="rId4" Type="http://schemas.openxmlformats.org/officeDocument/2006/relationships/image" Target="../media/image62.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66.wmf"/><Relationship Id="rId7" Type="http://schemas.openxmlformats.org/officeDocument/2006/relationships/image" Target="../media/image68.wmf"/><Relationship Id="rId2" Type="http://schemas.openxmlformats.org/officeDocument/2006/relationships/image" Target="../media/image65.wmf"/><Relationship Id="rId1" Type="http://schemas.openxmlformats.org/officeDocument/2006/relationships/slideLayout" Target="../slideLayouts/slideLayout4.xml"/><Relationship Id="rId6" Type="http://schemas.openxmlformats.org/officeDocument/2006/relationships/oleObject" Target="../embeddings/oleObject21.bin"/><Relationship Id="rId5" Type="http://schemas.openxmlformats.org/officeDocument/2006/relationships/image" Target="../media/image67.wmf"/><Relationship Id="rId4" Type="http://schemas.openxmlformats.org/officeDocument/2006/relationships/oleObject" Target="../embeddings/oleObject20.bin"/><Relationship Id="rId9" Type="http://schemas.openxmlformats.org/officeDocument/2006/relationships/image" Target="../media/image69.wmf"/></Relationships>
</file>

<file path=ppt/slides/_rels/slide46.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28.bin"/><Relationship Id="rId18" Type="http://schemas.openxmlformats.org/officeDocument/2006/relationships/oleObject" Target="../embeddings/oleObject31.bin"/><Relationship Id="rId3" Type="http://schemas.openxmlformats.org/officeDocument/2006/relationships/oleObject" Target="../embeddings/oleObject23.bin"/><Relationship Id="rId21" Type="http://schemas.openxmlformats.org/officeDocument/2006/relationships/image" Target="../media/image79.wmf"/><Relationship Id="rId7" Type="http://schemas.openxmlformats.org/officeDocument/2006/relationships/oleObject" Target="../embeddings/oleObject25.bin"/><Relationship Id="rId12" Type="http://schemas.openxmlformats.org/officeDocument/2006/relationships/image" Target="../media/image75.wmf"/><Relationship Id="rId17" Type="http://schemas.openxmlformats.org/officeDocument/2006/relationships/image" Target="../media/image77.wmf"/><Relationship Id="rId2" Type="http://schemas.openxmlformats.org/officeDocument/2006/relationships/image" Target="../media/image70.wmf"/><Relationship Id="rId16" Type="http://schemas.openxmlformats.org/officeDocument/2006/relationships/oleObject" Target="../embeddings/oleObject30.bin"/><Relationship Id="rId20" Type="http://schemas.openxmlformats.org/officeDocument/2006/relationships/oleObject" Target="../embeddings/oleObject32.bin"/><Relationship Id="rId1" Type="http://schemas.openxmlformats.org/officeDocument/2006/relationships/slideLayout" Target="../slideLayouts/slideLayout17.xml"/><Relationship Id="rId6" Type="http://schemas.openxmlformats.org/officeDocument/2006/relationships/image" Target="../media/image72.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image" Target="../media/image76.wmf"/><Relationship Id="rId10" Type="http://schemas.openxmlformats.org/officeDocument/2006/relationships/image" Target="../media/image74.wmf"/><Relationship Id="rId19" Type="http://schemas.openxmlformats.org/officeDocument/2006/relationships/image" Target="../media/image78.wmf"/><Relationship Id="rId4" Type="http://schemas.openxmlformats.org/officeDocument/2006/relationships/image" Target="../media/image71.wmf"/><Relationship Id="rId9" Type="http://schemas.openxmlformats.org/officeDocument/2006/relationships/oleObject" Target="../embeddings/oleObject26.bin"/><Relationship Id="rId14" Type="http://schemas.openxmlformats.org/officeDocument/2006/relationships/oleObject" Target="../embeddings/oleObject29.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oleObject" Target="../embeddings/oleObject33.bin"/><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oleObject" Target="../embeddings/oleObject34.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83.png"/><Relationship Id="rId7" Type="http://schemas.openxmlformats.org/officeDocument/2006/relationships/image" Target="../media/image85.png"/><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5" Type="http://schemas.openxmlformats.org/officeDocument/2006/relationships/image" Target="../media/image84.png"/><Relationship Id="rId4" Type="http://schemas.openxmlformats.org/officeDocument/2006/relationships/oleObject" Target="../embeddings/oleObject36.bin"/><Relationship Id="rId9" Type="http://schemas.openxmlformats.org/officeDocument/2006/relationships/image" Target="../media/image86.png"/></Relationships>
</file>

<file path=ppt/slides/_rels/slide5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oleObject" Target="../embeddings/oleObject41.bin"/><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oleObject" Target="../embeddings/oleObject40.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91.png"/><Relationship Id="rId7" Type="http://schemas.openxmlformats.org/officeDocument/2006/relationships/image" Target="../media/image93.png"/><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5" Type="http://schemas.openxmlformats.org/officeDocument/2006/relationships/image" Target="../media/image92.png"/><Relationship Id="rId4" Type="http://schemas.openxmlformats.org/officeDocument/2006/relationships/oleObject" Target="../embeddings/oleObject43.bin"/><Relationship Id="rId9" Type="http://schemas.openxmlformats.org/officeDocument/2006/relationships/image" Target="../media/image94.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95.png"/><Relationship Id="rId7" Type="http://schemas.openxmlformats.org/officeDocument/2006/relationships/image" Target="../media/image97.png"/><Relationship Id="rId2" Type="http://schemas.openxmlformats.org/officeDocument/2006/relationships/oleObject" Target="../embeddings/oleObject46.bin"/><Relationship Id="rId1" Type="http://schemas.openxmlformats.org/officeDocument/2006/relationships/slideLayout" Target="../slideLayouts/slideLayout7.xml"/><Relationship Id="rId6" Type="http://schemas.openxmlformats.org/officeDocument/2006/relationships/oleObject" Target="../embeddings/oleObject48.bin"/><Relationship Id="rId5" Type="http://schemas.openxmlformats.org/officeDocument/2006/relationships/image" Target="../media/image96.png"/><Relationship Id="rId4" Type="http://schemas.openxmlformats.org/officeDocument/2006/relationships/oleObject" Target="../embeddings/oleObject47.bin"/><Relationship Id="rId9" Type="http://schemas.openxmlformats.org/officeDocument/2006/relationships/image" Target="../media/image98.png"/></Relationships>
</file>

<file path=ppt/slides/_rels/slide6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oleObject" Target="../embeddings/oleObject50.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oleObject" Target="../embeddings/oleObject51.bin"/><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52.bin"/><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53.bin"/><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oleObject" Target="../embeddings/oleObject54.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55.bin"/><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106.wmf"/><Relationship Id="rId7" Type="http://schemas.openxmlformats.org/officeDocument/2006/relationships/oleObject" Target="../embeddings/oleObject59.bin"/><Relationship Id="rId2" Type="http://schemas.openxmlformats.org/officeDocument/2006/relationships/oleObject" Target="../embeddings/oleObject56.bin"/><Relationship Id="rId1" Type="http://schemas.openxmlformats.org/officeDocument/2006/relationships/slideLayout" Target="../slideLayouts/slideLayout16.xml"/><Relationship Id="rId6" Type="http://schemas.openxmlformats.org/officeDocument/2006/relationships/image" Target="../media/image107.wmf"/><Relationship Id="rId5" Type="http://schemas.openxmlformats.org/officeDocument/2006/relationships/oleObject" Target="../embeddings/oleObject58.bin"/><Relationship Id="rId4" Type="http://schemas.openxmlformats.org/officeDocument/2006/relationships/oleObject" Target="../embeddings/oleObject57.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D44647B-749C-1403-7138-209F98D4A42E}"/>
              </a:ext>
            </a:extLst>
          </p:cNvPr>
          <p:cNvSpPr>
            <a:spLocks noGrp="1"/>
          </p:cNvSpPr>
          <p:nvPr>
            <p:ph type="ctrTitle"/>
          </p:nvPr>
        </p:nvSpPr>
        <p:spPr/>
        <p:txBody>
          <a:bodyPr/>
          <a:lstStyle/>
          <a:p>
            <a:pPr eaLnBrk="1" fontAlgn="auto" hangingPunct="1">
              <a:spcAft>
                <a:spcPts val="0"/>
              </a:spcAft>
              <a:defRPr/>
            </a:pPr>
            <a:r>
              <a:t>USE OF TRIANGLES</a:t>
            </a:r>
          </a:p>
        </p:txBody>
      </p:sp>
      <p:sp>
        <p:nvSpPr>
          <p:cNvPr id="3" name="Subtitle 2">
            <a:extLst>
              <a:ext uri="{FF2B5EF4-FFF2-40B4-BE49-F238E27FC236}">
                <a16:creationId xmlns:a16="http://schemas.microsoft.com/office/drawing/2014/main" id="{B1E9CEB2-9F3E-442C-C430-F7AC7CBA028B}"/>
              </a:ext>
            </a:extLst>
          </p:cNvPr>
          <p:cNvSpPr>
            <a:spLocks noGrp="1"/>
          </p:cNvSpPr>
          <p:nvPr>
            <p:ph type="subTitle" idx="1"/>
          </p:nvPr>
        </p:nvSpPr>
        <p:spPr>
          <a:xfrm>
            <a:off x="457200" y="3700463"/>
            <a:ext cx="8305800" cy="1143000"/>
          </a:xfrm>
        </p:spPr>
        <p:txBody>
          <a:bodyPr/>
          <a:lstStyle/>
          <a:p>
            <a:pPr eaLnBrk="1" hangingPunct="1">
              <a:buFont typeface="Arial" charset="0"/>
              <a:buNone/>
              <a:defRPr/>
            </a:pPr>
            <a:r>
              <a:rPr lang="en-US" altLang="x-none"/>
              <a:t>&amp; CONGRUENT TRIANGLES</a:t>
            </a:r>
          </a:p>
          <a:p>
            <a:pPr eaLnBrk="1" hangingPunct="1">
              <a:buFont typeface="Arial" charset="0"/>
              <a:buNone/>
              <a:defRPr/>
            </a:pPr>
            <a:endParaRPr lang="en-US" altLang="x-none"/>
          </a:p>
          <a:p>
            <a:pPr eaLnBrk="1" hangingPunct="1">
              <a:buFont typeface="Arial" charset="0"/>
              <a:buNone/>
              <a:defRPr/>
            </a:pPr>
            <a:r>
              <a:rPr lang="en-US" altLang="x-none"/>
              <a:t>NCSCOS: 2.02; 2.03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a:extLst>
              <a:ext uri="{FF2B5EF4-FFF2-40B4-BE49-F238E27FC236}">
                <a16:creationId xmlns:a16="http://schemas.microsoft.com/office/drawing/2014/main" id="{9CAA2BC4-683E-4B6F-4B27-617D09798945}"/>
              </a:ext>
            </a:extLst>
          </p:cNvPr>
          <p:cNvSpPr>
            <a:spLocks noGrp="1" noChangeArrowheads="1"/>
          </p:cNvSpPr>
          <p:nvPr>
            <p:ph type="subTitle" idx="1"/>
          </p:nvPr>
        </p:nvSpPr>
        <p:spPr>
          <a:xfrm>
            <a:off x="533400" y="381000"/>
            <a:ext cx="8229600" cy="3886200"/>
          </a:xfrm>
        </p:spPr>
        <p:txBody>
          <a:bodyPr/>
          <a:lstStyle/>
          <a:p>
            <a:pPr eaLnBrk="1" hangingPunct="1">
              <a:buFont typeface="Wingdings 2" charset="2"/>
              <a:buNone/>
              <a:defRPr/>
            </a:pPr>
            <a:r>
              <a:rPr lang="en-US" altLang="x-none" sz="2600" b="1">
                <a:solidFill>
                  <a:schemeClr val="bg1"/>
                </a:solidFill>
              </a:rPr>
              <a:t>U.E.Q: </a:t>
            </a:r>
          </a:p>
          <a:p>
            <a:pPr eaLnBrk="1" hangingPunct="1">
              <a:buFont typeface="Wingdings 2" charset="2"/>
              <a:buNone/>
              <a:defRPr/>
            </a:pPr>
            <a:r>
              <a:rPr lang="en-US" altLang="x-none" sz="2600" b="1">
                <a:solidFill>
                  <a:schemeClr val="bg1"/>
                </a:solidFill>
              </a:rPr>
              <a:t>How do we prove the congruence of triangles, and how do we use the congruence of triangles solving real-life problems? 	</a:t>
            </a:r>
            <a:r>
              <a:rPr lang="en-US" altLang="x-none" sz="2600">
                <a:solidFill>
                  <a:schemeClr val="bg1"/>
                </a:solidFill>
              </a:rPr>
              <a:t> </a:t>
            </a:r>
          </a:p>
        </p:txBody>
      </p:sp>
      <p:sp>
        <p:nvSpPr>
          <p:cNvPr id="50178" name="Rectangle 2">
            <a:extLst>
              <a:ext uri="{FF2B5EF4-FFF2-40B4-BE49-F238E27FC236}">
                <a16:creationId xmlns:a16="http://schemas.microsoft.com/office/drawing/2014/main" id="{84E5942C-78E7-93A8-B9B3-8BAD440E5A92}"/>
              </a:ext>
            </a:extLst>
          </p:cNvPr>
          <p:cNvSpPr>
            <a:spLocks noGrp="1" noChangeArrowheads="1"/>
          </p:cNvSpPr>
          <p:nvPr>
            <p:ph type="ctrTitle"/>
          </p:nvPr>
        </p:nvSpPr>
        <p:spPr>
          <a:xfrm>
            <a:off x="765175" y="3938587"/>
            <a:ext cx="8229600" cy="1371601"/>
          </a:xfrm>
        </p:spPr>
        <p:txBody>
          <a:bodyPr/>
          <a:lstStyle/>
          <a:p>
            <a:pPr eaLnBrk="1" fontAlgn="auto" hangingPunct="1">
              <a:spcAft>
                <a:spcPts val="0"/>
              </a:spcAft>
              <a:defRPr/>
            </a:pPr>
            <a:r>
              <a:rPr sz="4000">
                <a:solidFill>
                  <a:srgbClr val="FF0000"/>
                </a:solidFill>
              </a:rPr>
              <a:t>E.Q: How do we prove triangles are congruent?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FD38704-0C8C-2346-C969-D827E87F7EC2}"/>
              </a:ext>
            </a:extLst>
          </p:cNvPr>
          <p:cNvSpPr>
            <a:spLocks noGrp="1"/>
          </p:cNvSpPr>
          <p:nvPr>
            <p:ph type="subTitle" idx="1"/>
          </p:nvPr>
        </p:nvSpPr>
        <p:spPr>
          <a:xfrm>
            <a:off x="609600" y="1676400"/>
            <a:ext cx="8382000" cy="4343400"/>
          </a:xfrm>
        </p:spPr>
        <p:txBody>
          <a:bodyPr/>
          <a:lstStyle/>
          <a:p>
            <a:pPr eaLnBrk="1" fontAlgn="auto" hangingPunct="1">
              <a:spcAft>
                <a:spcPts val="0"/>
              </a:spcAft>
              <a:buFont typeface="Wingdings 2"/>
              <a:buNone/>
              <a:defRPr/>
            </a:pPr>
            <a:r>
              <a:rPr lang="en-US" sz="2400" dirty="0">
                <a:solidFill>
                  <a:srgbClr val="FF0000"/>
                </a:solidFill>
              </a:rPr>
              <a:t>The triangle is the first geometric shape you will study. The use of this shape has a long history. The triangle played a practical role in the lives of ancient Egyptians and Chinese as an aid to surveying land. The shape of a triangle also played an important role in triangles to represent art forms. Native Americans often used inverted triangles to represent the torso of human beings  in paintings or carvings. Many Native Americans rock carving called </a:t>
            </a:r>
            <a:r>
              <a:rPr lang="en-US" sz="2400" dirty="0" err="1">
                <a:solidFill>
                  <a:srgbClr val="FF0000"/>
                </a:solidFill>
              </a:rPr>
              <a:t>petroglyphs</a:t>
            </a:r>
            <a:r>
              <a:rPr lang="en-US" sz="2400" dirty="0">
                <a:solidFill>
                  <a:srgbClr val="FF0000"/>
                </a:solidFill>
              </a:rPr>
              <a:t>. Today, triangles are frequently used in architecture.</a:t>
            </a:r>
          </a:p>
        </p:txBody>
      </p:sp>
      <p:sp>
        <p:nvSpPr>
          <p:cNvPr id="2" name="Title 1">
            <a:extLst>
              <a:ext uri="{FF2B5EF4-FFF2-40B4-BE49-F238E27FC236}">
                <a16:creationId xmlns:a16="http://schemas.microsoft.com/office/drawing/2014/main" id="{D5DA7D3D-A2A8-E75D-671C-1CDE14D0070C}"/>
              </a:ext>
            </a:extLst>
          </p:cNvPr>
          <p:cNvSpPr>
            <a:spLocks noGrp="1"/>
          </p:cNvSpPr>
          <p:nvPr>
            <p:ph type="ctrTitle"/>
          </p:nvPr>
        </p:nvSpPr>
        <p:spPr>
          <a:xfrm>
            <a:off x="533400" y="152400"/>
            <a:ext cx="8305800" cy="1143000"/>
          </a:xfrm>
        </p:spPr>
        <p:txBody>
          <a:bodyPr/>
          <a:lstStyle/>
          <a:p>
            <a:pPr eaLnBrk="1" fontAlgn="auto" hangingPunct="1">
              <a:spcAft>
                <a:spcPts val="0"/>
              </a:spcAft>
              <a:defRPr/>
            </a:pPr>
            <a:r>
              <a:rPr>
                <a:solidFill>
                  <a:srgbClr val="FF0000"/>
                </a:solidFill>
              </a:rPr>
              <a:t>Geometry Then and Now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a:extLst>
              <a:ext uri="{FF2B5EF4-FFF2-40B4-BE49-F238E27FC236}">
                <a16:creationId xmlns:a16="http://schemas.microsoft.com/office/drawing/2014/main" id="{E6A2AC36-4F0A-F230-A224-E37DD3138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7432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6" name="Picture 3">
            <a:extLst>
              <a:ext uri="{FF2B5EF4-FFF2-40B4-BE49-F238E27FC236}">
                <a16:creationId xmlns:a16="http://schemas.microsoft.com/office/drawing/2014/main" id="{8A2377F9-C567-F28A-9084-CF4EFF2EC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990600"/>
            <a:ext cx="2438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4">
            <a:extLst>
              <a:ext uri="{FF2B5EF4-FFF2-40B4-BE49-F238E27FC236}">
                <a16:creationId xmlns:a16="http://schemas.microsoft.com/office/drawing/2014/main" id="{96647234-D3A5-83DF-968D-931D6DFA9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43200"/>
            <a:ext cx="2819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5">
            <a:extLst>
              <a:ext uri="{FF2B5EF4-FFF2-40B4-BE49-F238E27FC236}">
                <a16:creationId xmlns:a16="http://schemas.microsoft.com/office/drawing/2014/main" id="{9AA6FD02-1A47-736A-E11D-AD39029251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533400"/>
            <a:ext cx="3200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6">
            <a:extLst>
              <a:ext uri="{FF2B5EF4-FFF2-40B4-BE49-F238E27FC236}">
                <a16:creationId xmlns:a16="http://schemas.microsoft.com/office/drawing/2014/main" id="{EA2F3749-F17A-AAA4-56B1-ABB23B8D5D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3962400"/>
            <a:ext cx="23622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7">
            <a:extLst>
              <a:ext uri="{FF2B5EF4-FFF2-40B4-BE49-F238E27FC236}">
                <a16:creationId xmlns:a16="http://schemas.microsoft.com/office/drawing/2014/main" id="{DE2686E6-CCB4-0B3D-894E-476BC2AAF5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2895600"/>
            <a:ext cx="32004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4" descr="Statue of Zeus">
            <a:extLst>
              <a:ext uri="{FF2B5EF4-FFF2-40B4-BE49-F238E27FC236}">
                <a16:creationId xmlns:a16="http://schemas.microsoft.com/office/drawing/2014/main" id="{59A2AEC6-4A99-0E0B-22DA-15AA386FE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3657600"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0" name="Picture 5" descr="Pyramids of Giza">
            <a:extLst>
              <a:ext uri="{FF2B5EF4-FFF2-40B4-BE49-F238E27FC236}">
                <a16:creationId xmlns:a16="http://schemas.microsoft.com/office/drawing/2014/main" id="{70B6D169-AB6E-85DA-A540-C3F3B96ED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28600"/>
            <a:ext cx="4724400"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6" descr="temple of Diana at Ephesus">
            <a:extLst>
              <a:ext uri="{FF2B5EF4-FFF2-40B4-BE49-F238E27FC236}">
                <a16:creationId xmlns:a16="http://schemas.microsoft.com/office/drawing/2014/main" id="{7ECF3BCB-9D1F-15BD-85DD-C2D99AED9E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733800"/>
            <a:ext cx="4076700"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Text Box 7">
            <a:extLst>
              <a:ext uri="{FF2B5EF4-FFF2-40B4-BE49-F238E27FC236}">
                <a16:creationId xmlns:a16="http://schemas.microsoft.com/office/drawing/2014/main" id="{E9669D22-97AA-5FA5-386E-96AD5A62D156}"/>
              </a:ext>
            </a:extLst>
          </p:cNvPr>
          <p:cNvSpPr txBox="1">
            <a:spLocks noChangeArrowheads="1"/>
          </p:cNvSpPr>
          <p:nvPr/>
        </p:nvSpPr>
        <p:spPr bwMode="auto">
          <a:xfrm>
            <a:off x="2819400" y="6477000"/>
            <a:ext cx="4419600" cy="457200"/>
          </a:xfrm>
          <a:prstGeom prst="rect">
            <a:avLst/>
          </a:prstGeom>
          <a:solidFill>
            <a:srgbClr val="FFFFFF"/>
          </a:solidFill>
          <a:ln w="9525">
            <a:noFill/>
            <a:miter lim="800000"/>
            <a:headEnd/>
            <a:tailEnd/>
          </a:ln>
        </p:spPr>
        <p:txBody>
          <a:bodyPr>
            <a:spAutoFit/>
          </a:bodyPr>
          <a:lstStyle/>
          <a:p>
            <a:pPr eaLnBrk="1" hangingPunct="1">
              <a:spcBef>
                <a:spcPct val="50000"/>
              </a:spcBef>
              <a:defRPr/>
            </a:pPr>
            <a:r>
              <a:rPr lang="en-US">
                <a:solidFill>
                  <a:srgbClr val="4A2500"/>
                </a:solidFill>
                <a:effectLst>
                  <a:outerShdw blurRad="38100" dist="38100" dir="2700000" algn="tl">
                    <a:srgbClr val="000000">
                      <a:alpha val="43137"/>
                    </a:srgbClr>
                  </a:outerShdw>
                </a:effectLst>
                <a:latin typeface="Arial" charset="0"/>
                <a:cs typeface="Arial" charset="0"/>
              </a:rPr>
              <a:t>Temple of Diana at Ephesus</a:t>
            </a:r>
          </a:p>
        </p:txBody>
      </p:sp>
      <p:sp>
        <p:nvSpPr>
          <p:cNvPr id="4102" name="Text Box 9">
            <a:extLst>
              <a:ext uri="{FF2B5EF4-FFF2-40B4-BE49-F238E27FC236}">
                <a16:creationId xmlns:a16="http://schemas.microsoft.com/office/drawing/2014/main" id="{10700403-3F2E-D4F6-57D4-EB2C07B7B8F3}"/>
              </a:ext>
            </a:extLst>
          </p:cNvPr>
          <p:cNvSpPr txBox="1">
            <a:spLocks noChangeArrowheads="1"/>
          </p:cNvSpPr>
          <p:nvPr/>
        </p:nvSpPr>
        <p:spPr bwMode="auto">
          <a:xfrm>
            <a:off x="4724400" y="3124200"/>
            <a:ext cx="4419600" cy="457200"/>
          </a:xfrm>
          <a:prstGeom prst="rect">
            <a:avLst/>
          </a:prstGeom>
          <a:solidFill>
            <a:srgbClr val="FFFFFF"/>
          </a:solidFill>
          <a:ln w="9525">
            <a:noFill/>
            <a:miter lim="800000"/>
            <a:headEnd/>
            <a:tailEnd/>
          </a:ln>
        </p:spPr>
        <p:txBody>
          <a:bodyPr>
            <a:spAutoFit/>
          </a:bodyPr>
          <a:lstStyle/>
          <a:p>
            <a:pPr algn="ctr" eaLnBrk="1" hangingPunct="1">
              <a:spcBef>
                <a:spcPct val="50000"/>
              </a:spcBef>
              <a:defRPr/>
            </a:pPr>
            <a:r>
              <a:rPr lang="en-US">
                <a:solidFill>
                  <a:srgbClr val="4A2500"/>
                </a:solidFill>
                <a:effectLst>
                  <a:outerShdw blurRad="38100" dist="38100" dir="2700000" algn="tl">
                    <a:srgbClr val="000000">
                      <a:alpha val="43137"/>
                    </a:srgbClr>
                  </a:outerShdw>
                </a:effectLst>
                <a:latin typeface="Arial" charset="0"/>
                <a:cs typeface="Arial" charset="0"/>
              </a:rPr>
              <a:t>Pyramids of Giza</a:t>
            </a:r>
          </a:p>
        </p:txBody>
      </p:sp>
      <p:sp>
        <p:nvSpPr>
          <p:cNvPr id="4103" name="Text Box 10">
            <a:extLst>
              <a:ext uri="{FF2B5EF4-FFF2-40B4-BE49-F238E27FC236}">
                <a16:creationId xmlns:a16="http://schemas.microsoft.com/office/drawing/2014/main" id="{8526883F-B5A0-5FBF-AC69-32BCBD57F972}"/>
              </a:ext>
            </a:extLst>
          </p:cNvPr>
          <p:cNvSpPr txBox="1">
            <a:spLocks noChangeArrowheads="1"/>
          </p:cNvSpPr>
          <p:nvPr/>
        </p:nvSpPr>
        <p:spPr bwMode="auto">
          <a:xfrm>
            <a:off x="0" y="3352800"/>
            <a:ext cx="3505200" cy="457200"/>
          </a:xfrm>
          <a:prstGeom prst="rect">
            <a:avLst/>
          </a:prstGeom>
          <a:solidFill>
            <a:srgbClr val="FFFFFF"/>
          </a:solidFill>
          <a:ln w="9525">
            <a:noFill/>
            <a:miter lim="800000"/>
            <a:headEnd/>
            <a:tailEnd/>
          </a:ln>
        </p:spPr>
        <p:txBody>
          <a:bodyPr>
            <a:spAutoFit/>
          </a:bodyPr>
          <a:lstStyle/>
          <a:p>
            <a:pPr algn="ctr" eaLnBrk="1" hangingPunct="1">
              <a:spcBef>
                <a:spcPct val="50000"/>
              </a:spcBef>
              <a:defRPr/>
            </a:pPr>
            <a:r>
              <a:rPr lang="en-US">
                <a:solidFill>
                  <a:srgbClr val="4A2500"/>
                </a:solidFill>
                <a:effectLst>
                  <a:outerShdw blurRad="38100" dist="38100" dir="2700000" algn="tl">
                    <a:srgbClr val="000000">
                      <a:alpha val="43137"/>
                    </a:srgbClr>
                  </a:outerShdw>
                </a:effectLst>
                <a:latin typeface="Arial" charset="0"/>
                <a:cs typeface="Arial" charset="0"/>
              </a:rPr>
              <a:t>Statue of Zeus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8BC18F7-4127-9C4B-672B-6AAC39A96222}"/>
              </a:ext>
            </a:extLst>
          </p:cNvPr>
          <p:cNvSpPr>
            <a:spLocks noGrp="1" noChangeArrowheads="1"/>
          </p:cNvSpPr>
          <p:nvPr>
            <p:ph type="title"/>
          </p:nvPr>
        </p:nvSpPr>
        <p:spPr>
          <a:xfrm>
            <a:off x="381000" y="257175"/>
            <a:ext cx="8229600" cy="1143000"/>
          </a:xfrm>
        </p:spPr>
        <p:txBody>
          <a:bodyPr/>
          <a:lstStyle/>
          <a:p>
            <a:pPr eaLnBrk="1" fontAlgn="auto" hangingPunct="1">
              <a:spcAft>
                <a:spcPts val="0"/>
              </a:spcAft>
              <a:defRPr/>
            </a:pPr>
            <a:r>
              <a:t>Congruent Triangles</a:t>
            </a:r>
          </a:p>
        </p:txBody>
      </p:sp>
      <p:sp>
        <p:nvSpPr>
          <p:cNvPr id="28674" name="Rectangle 3">
            <a:extLst>
              <a:ext uri="{FF2B5EF4-FFF2-40B4-BE49-F238E27FC236}">
                <a16:creationId xmlns:a16="http://schemas.microsoft.com/office/drawing/2014/main" id="{AA908B26-C236-DFF2-D514-B3F0A6A37FAB}"/>
              </a:ext>
            </a:extLst>
          </p:cNvPr>
          <p:cNvSpPr>
            <a:spLocks noGrp="1" noChangeArrowheads="1"/>
          </p:cNvSpPr>
          <p:nvPr>
            <p:ph type="body" idx="1"/>
          </p:nvPr>
        </p:nvSpPr>
        <p:spPr>
          <a:xfrm>
            <a:off x="381000" y="1600200"/>
            <a:ext cx="3657600" cy="4525963"/>
          </a:xfrm>
        </p:spPr>
        <p:txBody>
          <a:bodyPr/>
          <a:lstStyle/>
          <a:p>
            <a:pPr eaLnBrk="1" hangingPunct="1">
              <a:buFontTx/>
              <a:buNone/>
            </a:pPr>
            <a:r>
              <a:rPr lang="en-US" altLang="en-US" sz="1600"/>
              <a:t>On a cable stayed bridge the cables attached to each tower transfer the weight of the roadway to the tower.  </a:t>
            </a:r>
          </a:p>
          <a:p>
            <a:pPr eaLnBrk="1" hangingPunct="1">
              <a:buFontTx/>
              <a:buNone/>
            </a:pPr>
            <a:endParaRPr lang="en-US" altLang="en-US" sz="1600"/>
          </a:p>
          <a:p>
            <a:pPr eaLnBrk="1" hangingPunct="1">
              <a:buFontTx/>
              <a:buNone/>
            </a:pPr>
            <a:r>
              <a:rPr lang="en-US" altLang="en-US" sz="1600"/>
              <a:t>You can see from the smaller diagram that the cables balance the weight of the roadway on both sides of each tower.</a:t>
            </a:r>
          </a:p>
          <a:p>
            <a:pPr eaLnBrk="1" hangingPunct="1">
              <a:buFontTx/>
              <a:buNone/>
            </a:pPr>
            <a:endParaRPr lang="en-US" altLang="en-US" sz="1600"/>
          </a:p>
          <a:p>
            <a:pPr eaLnBrk="1" hangingPunct="1">
              <a:buFontTx/>
              <a:buNone/>
            </a:pPr>
            <a:endParaRPr lang="en-US" altLang="en-US" sz="1600"/>
          </a:p>
          <a:p>
            <a:pPr eaLnBrk="1" hangingPunct="1">
              <a:buFontTx/>
              <a:buNone/>
            </a:pPr>
            <a:r>
              <a:rPr lang="en-US" altLang="en-US" sz="1600"/>
              <a:t>What do you notice about the triangles on opposite sides of the towers?</a:t>
            </a:r>
          </a:p>
          <a:p>
            <a:pPr eaLnBrk="1" hangingPunct="1">
              <a:buFontTx/>
              <a:buNone/>
            </a:pPr>
            <a:endParaRPr lang="en-US" altLang="en-US" sz="1600"/>
          </a:p>
          <a:p>
            <a:pPr eaLnBrk="1" hangingPunct="1">
              <a:buFontTx/>
              <a:buNone/>
            </a:pPr>
            <a:r>
              <a:rPr lang="en-US" altLang="en-US" sz="1600"/>
              <a:t>Why is that so important?</a:t>
            </a:r>
          </a:p>
        </p:txBody>
      </p:sp>
      <p:pic>
        <p:nvPicPr>
          <p:cNvPr id="28675" name="Picture 21" descr="cable">
            <a:extLst>
              <a:ext uri="{FF2B5EF4-FFF2-40B4-BE49-F238E27FC236}">
                <a16:creationId xmlns:a16="http://schemas.microsoft.com/office/drawing/2014/main" id="{3870685C-E8C9-DE27-18EB-4A58DD66A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447800"/>
            <a:ext cx="3495675"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23" descr="bridge-cable-stay">
            <a:extLst>
              <a:ext uri="{FF2B5EF4-FFF2-40B4-BE49-F238E27FC236}">
                <a16:creationId xmlns:a16="http://schemas.microsoft.com/office/drawing/2014/main" id="{789EA9FC-1CE2-DF5B-68C5-CB67ACDA9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4648200"/>
            <a:ext cx="19050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25" descr="cablestays">
            <a:extLst>
              <a:ext uri="{FF2B5EF4-FFF2-40B4-BE49-F238E27FC236}">
                <a16:creationId xmlns:a16="http://schemas.microsoft.com/office/drawing/2014/main" id="{383ABF1C-0419-9080-C3BB-45F2DC7CCE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343400"/>
            <a:ext cx="2857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2" descr="See full size image">
            <a:hlinkClick r:id="rId2"/>
            <a:extLst>
              <a:ext uri="{FF2B5EF4-FFF2-40B4-BE49-F238E27FC236}">
                <a16:creationId xmlns:a16="http://schemas.microsoft.com/office/drawing/2014/main" id="{500D6CCF-88EE-42E2-1043-1531B3967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609600"/>
            <a:ext cx="79248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2" descr="See full size image">
            <a:hlinkClick r:id="rId2"/>
            <a:extLst>
              <a:ext uri="{FF2B5EF4-FFF2-40B4-BE49-F238E27FC236}">
                <a16:creationId xmlns:a16="http://schemas.microsoft.com/office/drawing/2014/main" id="{8BDBB8AB-90B1-F2A1-F552-654DE93F9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75438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75DFCAD-EB50-565B-D210-B3A1F992B4C5}"/>
              </a:ext>
            </a:extLst>
          </p:cNvPr>
          <p:cNvSpPr>
            <a:spLocks noGrp="1" noChangeArrowheads="1"/>
          </p:cNvSpPr>
          <p:nvPr>
            <p:ph type="title"/>
          </p:nvPr>
        </p:nvSpPr>
        <p:spPr/>
        <p:txBody>
          <a:bodyPr/>
          <a:lstStyle/>
          <a:p>
            <a:pPr eaLnBrk="1" fontAlgn="auto" hangingPunct="1">
              <a:spcAft>
                <a:spcPts val="0"/>
              </a:spcAft>
              <a:defRPr/>
            </a:pPr>
            <a:r>
              <a:rPr>
                <a:latin typeface="Georgia" pitchFamily="18" charset="0"/>
              </a:rPr>
              <a:t>Triangles in our surroundings</a:t>
            </a:r>
          </a:p>
        </p:txBody>
      </p:sp>
      <p:graphicFrame>
        <p:nvGraphicFramePr>
          <p:cNvPr id="10304" name="Group 64">
            <a:extLst>
              <a:ext uri="{FF2B5EF4-FFF2-40B4-BE49-F238E27FC236}">
                <a16:creationId xmlns:a16="http://schemas.microsoft.com/office/drawing/2014/main" id="{EAF0B19E-3502-8A0D-2BB1-326AA18341F8}"/>
              </a:ext>
            </a:extLst>
          </p:cNvPr>
          <p:cNvGraphicFramePr>
            <a:graphicFrameLocks noGrp="1"/>
          </p:cNvGraphicFramePr>
          <p:nvPr>
            <p:ph sz="half" idx="1"/>
          </p:nvPr>
        </p:nvGraphicFramePr>
        <p:xfrm>
          <a:off x="457200" y="1600200"/>
          <a:ext cx="8077200" cy="1295400"/>
        </p:xfrm>
        <a:graphic>
          <a:graphicData uri="http://schemas.openxmlformats.org/drawingml/2006/table">
            <a:tbl>
              <a:tblPr/>
              <a:tblGrid>
                <a:gridCol w="3921125">
                  <a:extLst>
                    <a:ext uri="{9D8B030D-6E8A-4147-A177-3AD203B41FA5}">
                      <a16:colId xmlns:a16="http://schemas.microsoft.com/office/drawing/2014/main" val="20000"/>
                    </a:ext>
                  </a:extLst>
                </a:gridCol>
                <a:gridCol w="4156075">
                  <a:extLst>
                    <a:ext uri="{9D8B030D-6E8A-4147-A177-3AD203B41FA5}">
                      <a16:colId xmlns:a16="http://schemas.microsoft.com/office/drawing/2014/main" val="20001"/>
                    </a:ext>
                  </a:extLst>
                </a:gridCol>
              </a:tblGrid>
              <a:tr h="690562">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We can find triangles everywhere:</a:t>
                      </a:r>
                    </a:p>
                  </a:txBody>
                  <a:tcPr horzOverflow="overflow">
                    <a:lnL cap="flat">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04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In nature</a:t>
                      </a:r>
                    </a:p>
                  </a:txBody>
                  <a:tcP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In man-made structures</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0287" name="Picture 47" descr="Moth">
            <a:extLst>
              <a:ext uri="{FF2B5EF4-FFF2-40B4-BE49-F238E27FC236}">
                <a16:creationId xmlns:a16="http://schemas.microsoft.com/office/drawing/2014/main" id="{4B9DA120-69D3-C231-EE4A-A1EB894A13A2}"/>
              </a:ext>
            </a:extLst>
          </p:cNvPr>
          <p:cNvPicPr>
            <a:picLocks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838200" y="3276600"/>
            <a:ext cx="2895600" cy="2895600"/>
          </a:xfrm>
          <a:noFill/>
        </p:spPr>
      </p:pic>
      <p:pic>
        <p:nvPicPr>
          <p:cNvPr id="10297" name="Picture 57" descr="msbridge">
            <a:extLst>
              <a:ext uri="{FF2B5EF4-FFF2-40B4-BE49-F238E27FC236}">
                <a16:creationId xmlns:a16="http://schemas.microsoft.com/office/drawing/2014/main" id="{4B161106-CC99-DEDD-86DE-3268C565B971}"/>
              </a:ext>
            </a:extLst>
          </p:cNvPr>
          <p:cNvPicPr>
            <a:picLocks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419600" y="3276600"/>
            <a:ext cx="3657600" cy="2743200"/>
          </a:xfrm>
          <a:noFill/>
        </p:spPr>
      </p:pic>
      <p:sp>
        <p:nvSpPr>
          <p:cNvPr id="10305" name="Line 65">
            <a:extLst>
              <a:ext uri="{FF2B5EF4-FFF2-40B4-BE49-F238E27FC236}">
                <a16:creationId xmlns:a16="http://schemas.microsoft.com/office/drawing/2014/main" id="{D0834541-8A43-C965-34B2-D78C981481AA}"/>
              </a:ext>
            </a:extLst>
          </p:cNvPr>
          <p:cNvSpPr>
            <a:spLocks noChangeShapeType="1"/>
          </p:cNvSpPr>
          <p:nvPr/>
        </p:nvSpPr>
        <p:spPr bwMode="auto">
          <a:xfrm flipV="1">
            <a:off x="1371600" y="4648200"/>
            <a:ext cx="609600" cy="6096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06" name="Line 66">
            <a:extLst>
              <a:ext uri="{FF2B5EF4-FFF2-40B4-BE49-F238E27FC236}">
                <a16:creationId xmlns:a16="http://schemas.microsoft.com/office/drawing/2014/main" id="{F4FCDFF4-C7C3-B4B3-F8E2-401B01577608}"/>
              </a:ext>
            </a:extLst>
          </p:cNvPr>
          <p:cNvSpPr>
            <a:spLocks noChangeShapeType="1"/>
          </p:cNvSpPr>
          <p:nvPr/>
        </p:nvSpPr>
        <p:spPr bwMode="auto">
          <a:xfrm>
            <a:off x="1981200" y="4648200"/>
            <a:ext cx="457200" cy="5334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07" name="Line 67">
            <a:extLst>
              <a:ext uri="{FF2B5EF4-FFF2-40B4-BE49-F238E27FC236}">
                <a16:creationId xmlns:a16="http://schemas.microsoft.com/office/drawing/2014/main" id="{F05BA73F-7543-79E0-6D9C-B372DA9730ED}"/>
              </a:ext>
            </a:extLst>
          </p:cNvPr>
          <p:cNvSpPr>
            <a:spLocks noChangeShapeType="1"/>
          </p:cNvSpPr>
          <p:nvPr/>
        </p:nvSpPr>
        <p:spPr bwMode="auto">
          <a:xfrm flipH="1">
            <a:off x="1371600" y="5181600"/>
            <a:ext cx="1066800" cy="762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08" name="Line 68">
            <a:extLst>
              <a:ext uri="{FF2B5EF4-FFF2-40B4-BE49-F238E27FC236}">
                <a16:creationId xmlns:a16="http://schemas.microsoft.com/office/drawing/2014/main" id="{93787E48-7C0E-6C26-D7B5-C261B9B9469C}"/>
              </a:ext>
            </a:extLst>
          </p:cNvPr>
          <p:cNvSpPr>
            <a:spLocks noChangeShapeType="1"/>
          </p:cNvSpPr>
          <p:nvPr/>
        </p:nvSpPr>
        <p:spPr bwMode="auto">
          <a:xfrm flipV="1">
            <a:off x="4572000" y="3810000"/>
            <a:ext cx="2209800" cy="6096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09" name="Line 69">
            <a:extLst>
              <a:ext uri="{FF2B5EF4-FFF2-40B4-BE49-F238E27FC236}">
                <a16:creationId xmlns:a16="http://schemas.microsoft.com/office/drawing/2014/main" id="{0A7EA884-D556-5E1B-8781-0E06F56F747A}"/>
              </a:ext>
            </a:extLst>
          </p:cNvPr>
          <p:cNvSpPr>
            <a:spLocks noChangeShapeType="1"/>
          </p:cNvSpPr>
          <p:nvPr/>
        </p:nvSpPr>
        <p:spPr bwMode="auto">
          <a:xfrm flipH="1">
            <a:off x="5486400" y="3810000"/>
            <a:ext cx="1295400" cy="7620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10" name="Line 70">
            <a:extLst>
              <a:ext uri="{FF2B5EF4-FFF2-40B4-BE49-F238E27FC236}">
                <a16:creationId xmlns:a16="http://schemas.microsoft.com/office/drawing/2014/main" id="{51F23CF5-EAA6-A48F-4A43-2C7D1A291EA1}"/>
              </a:ext>
            </a:extLst>
          </p:cNvPr>
          <p:cNvSpPr>
            <a:spLocks noChangeShapeType="1"/>
          </p:cNvSpPr>
          <p:nvPr/>
        </p:nvSpPr>
        <p:spPr bwMode="auto">
          <a:xfrm flipH="1" flipV="1">
            <a:off x="4495800" y="4419600"/>
            <a:ext cx="990600" cy="152400"/>
          </a:xfrm>
          <a:prstGeom prst="line">
            <a:avLst/>
          </a:prstGeom>
          <a:noFill/>
          <a:ln w="38100">
            <a:solidFill>
              <a:srgbClr val="FFFF0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8207" name="AutoShape 72">
            <a:hlinkClick r:id="" action="ppaction://hlinkshowjump?jump=firstslide" highlightClick="1"/>
            <a:extLst>
              <a:ext uri="{FF2B5EF4-FFF2-40B4-BE49-F238E27FC236}">
                <a16:creationId xmlns:a16="http://schemas.microsoft.com/office/drawing/2014/main" id="{62991A6A-CDE9-5DC7-6101-5D91F07592C8}"/>
              </a:ext>
            </a:extLst>
          </p:cNvPr>
          <p:cNvSpPr>
            <a:spLocks noChangeArrowheads="1"/>
          </p:cNvSpPr>
          <p:nvPr/>
        </p:nvSpPr>
        <p:spPr bwMode="auto">
          <a:xfrm>
            <a:off x="304800" y="6096000"/>
            <a:ext cx="533400" cy="585788"/>
          </a:xfrm>
          <a:prstGeom prst="actionButtonHome">
            <a:avLst/>
          </a:prstGeom>
          <a:solidFill>
            <a:schemeClr val="accent1"/>
          </a:solidFill>
          <a:ln w="9525">
            <a:no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latin typeface="Calibri" panose="020F0502020204030204" pitchFamily="34" charset="0"/>
            </a:endParaRPr>
          </a:p>
        </p:txBody>
      </p:sp>
      <p:sp>
        <p:nvSpPr>
          <p:cNvPr id="8208" name="AutoShape 73">
            <a:hlinkClick r:id="" action="ppaction://hlinkshowjump?jump=lastslide" highlightClick="1"/>
            <a:extLst>
              <a:ext uri="{FF2B5EF4-FFF2-40B4-BE49-F238E27FC236}">
                <a16:creationId xmlns:a16="http://schemas.microsoft.com/office/drawing/2014/main" id="{C6C80346-CF0E-5D64-F664-E2D0806D53CB}"/>
              </a:ext>
            </a:extLst>
          </p:cNvPr>
          <p:cNvSpPr>
            <a:spLocks noChangeArrowheads="1"/>
          </p:cNvSpPr>
          <p:nvPr/>
        </p:nvSpPr>
        <p:spPr bwMode="auto">
          <a:xfrm>
            <a:off x="8305800" y="6019800"/>
            <a:ext cx="609600" cy="609600"/>
          </a:xfrm>
          <a:prstGeom prst="actionButtonEnd">
            <a:avLst/>
          </a:prstGeom>
          <a:solidFill>
            <a:schemeClr val="accent1"/>
          </a:solidFill>
          <a:ln w="9525">
            <a:no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latin typeface="Calibri" panose="020F0502020204030204" pitchFamily="34" charset="0"/>
            </a:endParaRPr>
          </a:p>
        </p:txBody>
      </p:sp>
      <p:sp>
        <p:nvSpPr>
          <p:cNvPr id="8209" name="AutoShape 75">
            <a:hlinkClick r:id="rId5" action="ppaction://hlinksldjump" highlightClick="1"/>
            <a:extLst>
              <a:ext uri="{FF2B5EF4-FFF2-40B4-BE49-F238E27FC236}">
                <a16:creationId xmlns:a16="http://schemas.microsoft.com/office/drawing/2014/main" id="{EF79DAFB-E295-162A-5B6F-B0F7A6E8BD12}"/>
              </a:ext>
            </a:extLst>
          </p:cNvPr>
          <p:cNvSpPr>
            <a:spLocks noChangeArrowheads="1"/>
          </p:cNvSpPr>
          <p:nvPr/>
        </p:nvSpPr>
        <p:spPr bwMode="auto">
          <a:xfrm>
            <a:off x="4114800" y="6019800"/>
            <a:ext cx="762000" cy="609600"/>
          </a:xfrm>
          <a:prstGeom prst="actionButtonBlank">
            <a:avLst/>
          </a:prstGeom>
          <a:solidFill>
            <a:schemeClr val="accent1"/>
          </a:solidFill>
          <a:ln w="9525">
            <a:noFill/>
            <a:miter lim="800000"/>
            <a:headEnd/>
            <a:tailEnd/>
          </a:ln>
        </p:spPr>
        <p:txBody>
          <a:bodyPr wrap="none" anchor="ctr"/>
          <a:lstStyle/>
          <a:p>
            <a:pPr algn="ctr" eaLnBrk="1" hangingPunct="1">
              <a:defRPr/>
            </a:pPr>
            <a:r>
              <a:rPr lang="en-US">
                <a:effectLst>
                  <a:outerShdw blurRad="38100" dist="38100" dir="2700000" algn="tl">
                    <a:srgbClr val="000000">
                      <a:alpha val="43137"/>
                    </a:srgbClr>
                  </a:outerShdw>
                </a:effectLst>
                <a:latin typeface="Calibri" pitchFamily="34" charset="0"/>
                <a:cs typeface="Arial" charset="0"/>
              </a:rPr>
              <a:t>Replay</a:t>
            </a:r>
          </a:p>
          <a:p>
            <a:pPr algn="ctr" eaLnBrk="1" hangingPunct="1">
              <a:defRPr/>
            </a:pPr>
            <a:r>
              <a:rPr lang="en-US">
                <a:effectLst>
                  <a:outerShdw blurRad="38100" dist="38100" dir="2700000" algn="tl">
                    <a:srgbClr val="000000">
                      <a:alpha val="43137"/>
                    </a:srgbClr>
                  </a:outerShdw>
                </a:effectLst>
                <a:latin typeface="Calibri" pitchFamily="34" charset="0"/>
                <a:cs typeface="Arial" charset="0"/>
              </a:rPr>
              <a:t>Slide</a:t>
            </a:r>
          </a:p>
        </p:txBody>
      </p:sp>
    </p:spTree>
  </p:cSld>
  <p:clrMapOvr>
    <a:masterClrMapping/>
  </p:clrMapOvr>
  <p:transition spd="med" advTm="40000">
    <p:push/>
    <p:sndAc>
      <p:stSnd>
        <p:snd r:embed="rId2" name="push.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10287"/>
                                        </p:tgtEl>
                                        <p:attrNameLst>
                                          <p:attrName>style.visibility</p:attrName>
                                        </p:attrNameLst>
                                      </p:cBhvr>
                                      <p:to>
                                        <p:strVal val="visible"/>
                                      </p:to>
                                    </p:set>
                                    <p:animEffect transition="in" filter="dissolve">
                                      <p:cBhvr>
                                        <p:cTn id="11" dur="500"/>
                                        <p:tgtEl>
                                          <p:spTgt spid="102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0305"/>
                                        </p:tgtEl>
                                        <p:attrNameLst>
                                          <p:attrName>style.visibility</p:attrName>
                                        </p:attrNameLst>
                                      </p:cBhvr>
                                      <p:to>
                                        <p:strVal val="visible"/>
                                      </p:to>
                                    </p:set>
                                    <p:animEffect transition="in" filter="dissolve">
                                      <p:cBhvr>
                                        <p:cTn id="16" dur="500"/>
                                        <p:tgtEl>
                                          <p:spTgt spid="10305"/>
                                        </p:tgtEl>
                                      </p:cBhvr>
                                    </p:animEffect>
                                  </p:childTnLst>
                                </p:cTn>
                              </p:par>
                              <p:par>
                                <p:cTn id="17" presetID="9" presetClass="entr" presetSubtype="0" fill="hold" nodeType="withEffect">
                                  <p:stCondLst>
                                    <p:cond delay="0"/>
                                  </p:stCondLst>
                                  <p:childTnLst>
                                    <p:set>
                                      <p:cBhvr>
                                        <p:cTn id="18" dur="1" fill="hold">
                                          <p:stCondLst>
                                            <p:cond delay="0"/>
                                          </p:stCondLst>
                                        </p:cTn>
                                        <p:tgtEl>
                                          <p:spTgt spid="10307"/>
                                        </p:tgtEl>
                                        <p:attrNameLst>
                                          <p:attrName>style.visibility</p:attrName>
                                        </p:attrNameLst>
                                      </p:cBhvr>
                                      <p:to>
                                        <p:strVal val="visible"/>
                                      </p:to>
                                    </p:set>
                                    <p:animEffect transition="in" filter="dissolve">
                                      <p:cBhvr>
                                        <p:cTn id="19" dur="500"/>
                                        <p:tgtEl>
                                          <p:spTgt spid="10307"/>
                                        </p:tgtEl>
                                      </p:cBhvr>
                                    </p:animEffect>
                                  </p:childTnLst>
                                </p:cTn>
                              </p:par>
                              <p:par>
                                <p:cTn id="20" presetID="9" presetClass="entr" presetSubtype="0" fill="hold" nodeType="withEffect">
                                  <p:stCondLst>
                                    <p:cond delay="0"/>
                                  </p:stCondLst>
                                  <p:childTnLst>
                                    <p:set>
                                      <p:cBhvr>
                                        <p:cTn id="21" dur="1" fill="hold">
                                          <p:stCondLst>
                                            <p:cond delay="0"/>
                                          </p:stCondLst>
                                        </p:cTn>
                                        <p:tgtEl>
                                          <p:spTgt spid="10306"/>
                                        </p:tgtEl>
                                        <p:attrNameLst>
                                          <p:attrName>style.visibility</p:attrName>
                                        </p:attrNameLst>
                                      </p:cBhvr>
                                      <p:to>
                                        <p:strVal val="visible"/>
                                      </p:to>
                                    </p:set>
                                    <p:animEffect transition="in" filter="dissolve">
                                      <p:cBhvr>
                                        <p:cTn id="22" dur="500"/>
                                        <p:tgtEl>
                                          <p:spTgt spid="103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29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0308"/>
                                        </p:tgtEl>
                                        <p:attrNameLst>
                                          <p:attrName>style.visibility</p:attrName>
                                        </p:attrNameLst>
                                      </p:cBhvr>
                                      <p:to>
                                        <p:strVal val="visible"/>
                                      </p:to>
                                    </p:set>
                                    <p:animEffect transition="in" filter="dissolve">
                                      <p:cBhvr>
                                        <p:cTn id="31" dur="500"/>
                                        <p:tgtEl>
                                          <p:spTgt spid="10308"/>
                                        </p:tgtEl>
                                      </p:cBhvr>
                                    </p:animEffect>
                                  </p:childTnLst>
                                </p:cTn>
                              </p:par>
                              <p:par>
                                <p:cTn id="32" presetID="9" presetClass="entr" presetSubtype="0" fill="hold" nodeType="withEffect">
                                  <p:stCondLst>
                                    <p:cond delay="0"/>
                                  </p:stCondLst>
                                  <p:childTnLst>
                                    <p:set>
                                      <p:cBhvr>
                                        <p:cTn id="33" dur="1" fill="hold">
                                          <p:stCondLst>
                                            <p:cond delay="0"/>
                                          </p:stCondLst>
                                        </p:cTn>
                                        <p:tgtEl>
                                          <p:spTgt spid="10310"/>
                                        </p:tgtEl>
                                        <p:attrNameLst>
                                          <p:attrName>style.visibility</p:attrName>
                                        </p:attrNameLst>
                                      </p:cBhvr>
                                      <p:to>
                                        <p:strVal val="visible"/>
                                      </p:to>
                                    </p:set>
                                    <p:animEffect transition="in" filter="dissolve">
                                      <p:cBhvr>
                                        <p:cTn id="34" dur="500"/>
                                        <p:tgtEl>
                                          <p:spTgt spid="10310"/>
                                        </p:tgtEl>
                                      </p:cBhvr>
                                    </p:animEffect>
                                  </p:childTnLst>
                                </p:cTn>
                              </p:par>
                              <p:par>
                                <p:cTn id="35" presetID="9" presetClass="entr" presetSubtype="0" fill="hold" nodeType="withEffect">
                                  <p:stCondLst>
                                    <p:cond delay="0"/>
                                  </p:stCondLst>
                                  <p:childTnLst>
                                    <p:set>
                                      <p:cBhvr>
                                        <p:cTn id="36" dur="1" fill="hold">
                                          <p:stCondLst>
                                            <p:cond delay="0"/>
                                          </p:stCondLst>
                                        </p:cTn>
                                        <p:tgtEl>
                                          <p:spTgt spid="10309"/>
                                        </p:tgtEl>
                                        <p:attrNameLst>
                                          <p:attrName>style.visibility</p:attrName>
                                        </p:attrNameLst>
                                      </p:cBhvr>
                                      <p:to>
                                        <p:strVal val="visible"/>
                                      </p:to>
                                    </p:set>
                                    <p:animEffect transition="in" filter="dissolve">
                                      <p:cBhvr>
                                        <p:cTn id="37" dur="500"/>
                                        <p:tgtEl>
                                          <p:spTgt spid="10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2" descr="Go to fullsize image">
            <a:hlinkClick r:id="rId2"/>
            <a:extLst>
              <a:ext uri="{FF2B5EF4-FFF2-40B4-BE49-F238E27FC236}">
                <a16:creationId xmlns:a16="http://schemas.microsoft.com/office/drawing/2014/main" id="{313AF55B-A998-AD16-5C66-14220BB62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71600"/>
            <a:ext cx="5029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2" descr="Go to fullsize image">
            <a:hlinkClick r:id="rId2"/>
            <a:extLst>
              <a:ext uri="{FF2B5EF4-FFF2-40B4-BE49-F238E27FC236}">
                <a16:creationId xmlns:a16="http://schemas.microsoft.com/office/drawing/2014/main" id="{9EAE2C93-1B6E-B818-BC40-BB7C804C3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04800"/>
            <a:ext cx="5791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2" descr="Go to fullsize image">
            <a:hlinkClick r:id="rId2"/>
            <a:extLst>
              <a:ext uri="{FF2B5EF4-FFF2-40B4-BE49-F238E27FC236}">
                <a16:creationId xmlns:a16="http://schemas.microsoft.com/office/drawing/2014/main" id="{4D4C301F-BCF2-8BA2-5A17-CD3FB58A6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81000"/>
            <a:ext cx="5791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2" descr="Go to fullsize image">
            <a:hlinkClick r:id="rId2"/>
            <a:extLst>
              <a:ext uri="{FF2B5EF4-FFF2-40B4-BE49-F238E27FC236}">
                <a16:creationId xmlns:a16="http://schemas.microsoft.com/office/drawing/2014/main" id="{547CCCE4-5194-4E41-66D3-2E91EF491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57200"/>
            <a:ext cx="7086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2" descr="Go to fullsize image">
            <a:hlinkClick r:id="rId2"/>
            <a:extLst>
              <a:ext uri="{FF2B5EF4-FFF2-40B4-BE49-F238E27FC236}">
                <a16:creationId xmlns:a16="http://schemas.microsoft.com/office/drawing/2014/main" id="{CECCB1F0-45F8-20C2-34C5-508A26372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57200"/>
            <a:ext cx="716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2" descr="Go to fullsize image">
            <a:hlinkClick r:id="rId2"/>
            <a:extLst>
              <a:ext uri="{FF2B5EF4-FFF2-40B4-BE49-F238E27FC236}">
                <a16:creationId xmlns:a16="http://schemas.microsoft.com/office/drawing/2014/main" id="{F66AC117-E35E-2109-C4F5-C6DEF2C95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914400"/>
            <a:ext cx="5486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2" descr="Go to fullsize image">
            <a:hlinkClick r:id="rId2"/>
            <a:extLst>
              <a:ext uri="{FF2B5EF4-FFF2-40B4-BE49-F238E27FC236}">
                <a16:creationId xmlns:a16="http://schemas.microsoft.com/office/drawing/2014/main" id="{46606A14-B418-10E9-3286-5DF0C3F0A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838200"/>
            <a:ext cx="7391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2" descr="Go to fullsize image">
            <a:hlinkClick r:id="rId2"/>
            <a:extLst>
              <a:ext uri="{FF2B5EF4-FFF2-40B4-BE49-F238E27FC236}">
                <a16:creationId xmlns:a16="http://schemas.microsoft.com/office/drawing/2014/main" id="{1C8168C0-9E8B-DD58-6DD3-29828883E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533400"/>
            <a:ext cx="5715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C98B13D9-BC31-E438-3485-FD98B5F2CA4A}"/>
              </a:ext>
            </a:extLst>
          </p:cNvPr>
          <p:cNvSpPr>
            <a:spLocks noGrp="1" noChangeArrowheads="1"/>
          </p:cNvSpPr>
          <p:nvPr>
            <p:ph type="subTitle" idx="1"/>
          </p:nvPr>
        </p:nvSpPr>
        <p:spPr>
          <a:xfrm>
            <a:off x="457200" y="3700463"/>
            <a:ext cx="8305800" cy="1143000"/>
          </a:xfrm>
        </p:spPr>
        <p:txBody>
          <a:bodyPr/>
          <a:lstStyle/>
          <a:p>
            <a:pPr eaLnBrk="1" fontAlgn="auto" hangingPunct="1">
              <a:spcAft>
                <a:spcPts val="0"/>
              </a:spcAft>
              <a:buFont typeface="Wingdings 2"/>
              <a:buNone/>
              <a:defRPr/>
            </a:pPr>
            <a:r>
              <a:rPr lang="en-US" sz="4800"/>
              <a:t>Classifying Triangles</a:t>
            </a:r>
          </a:p>
        </p:txBody>
      </p:sp>
      <p:sp>
        <p:nvSpPr>
          <p:cNvPr id="26626" name="Rectangle 2">
            <a:extLst>
              <a:ext uri="{FF2B5EF4-FFF2-40B4-BE49-F238E27FC236}">
                <a16:creationId xmlns:a16="http://schemas.microsoft.com/office/drawing/2014/main" id="{0ACFA500-200D-6FF6-B438-776D97817FD8}"/>
              </a:ext>
            </a:extLst>
          </p:cNvPr>
          <p:cNvSpPr>
            <a:spLocks noGrp="1" noChangeArrowheads="1"/>
          </p:cNvSpPr>
          <p:nvPr>
            <p:ph type="ctrTitle"/>
          </p:nvPr>
        </p:nvSpPr>
        <p:spPr/>
        <p:txBody>
          <a:bodyPr/>
          <a:lstStyle/>
          <a:p>
            <a:pPr eaLnBrk="1" fontAlgn="auto" hangingPunct="1">
              <a:spcAft>
                <a:spcPts val="0"/>
              </a:spcAft>
              <a:defRPr/>
            </a:pPr>
            <a:r>
              <a:t>4.1 Triangles and Angles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2976EB6-E1E4-78F9-57EB-41DB74F80779}"/>
              </a:ext>
            </a:extLst>
          </p:cNvPr>
          <p:cNvSpPr>
            <a:spLocks noGrp="1" noChangeArrowheads="1"/>
          </p:cNvSpPr>
          <p:nvPr>
            <p:ph type="title"/>
          </p:nvPr>
        </p:nvSpPr>
        <p:spPr/>
        <p:txBody>
          <a:bodyPr/>
          <a:lstStyle/>
          <a:p>
            <a:pPr eaLnBrk="1" fontAlgn="auto" hangingPunct="1">
              <a:spcAft>
                <a:spcPts val="0"/>
              </a:spcAft>
              <a:defRPr/>
            </a:pPr>
            <a:r>
              <a:t>Triangle Classification by Sides</a:t>
            </a:r>
          </a:p>
        </p:txBody>
      </p:sp>
      <p:sp>
        <p:nvSpPr>
          <p:cNvPr id="27652" name="Text Box 4">
            <a:extLst>
              <a:ext uri="{FF2B5EF4-FFF2-40B4-BE49-F238E27FC236}">
                <a16:creationId xmlns:a16="http://schemas.microsoft.com/office/drawing/2014/main" id="{490026FE-4CC5-239C-AC26-7F5DC8F1B9D3}"/>
              </a:ext>
            </a:extLst>
          </p:cNvPr>
          <p:cNvSpPr txBox="1">
            <a:spLocks noChangeArrowheads="1"/>
          </p:cNvSpPr>
          <p:nvPr/>
        </p:nvSpPr>
        <p:spPr bwMode="auto">
          <a:xfrm>
            <a:off x="0" y="1752600"/>
            <a:ext cx="2895600" cy="4291013"/>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Equilateral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3 congruent sides</a:t>
            </a:r>
          </a:p>
        </p:txBody>
      </p:sp>
      <p:sp>
        <p:nvSpPr>
          <p:cNvPr id="4100" name="Rectangle 5">
            <a:extLst>
              <a:ext uri="{FF2B5EF4-FFF2-40B4-BE49-F238E27FC236}">
                <a16:creationId xmlns:a16="http://schemas.microsoft.com/office/drawing/2014/main" id="{E314F1BB-25BF-8377-C00F-076FE4ACBCF8}"/>
              </a:ext>
            </a:extLst>
          </p:cNvPr>
          <p:cNvSpPr>
            <a:spLocks noChangeArrowheads="1"/>
          </p:cNvSpPr>
          <p:nvPr/>
        </p:nvSpPr>
        <p:spPr bwMode="auto">
          <a:xfrm>
            <a:off x="381000" y="2362200"/>
            <a:ext cx="2057400" cy="2057400"/>
          </a:xfrm>
          <a:prstGeom prst="rect">
            <a:avLst/>
          </a:prstGeom>
          <a:solidFill>
            <a:schemeClr val="tx1"/>
          </a:solidFill>
          <a:ln w="381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4101" name="AutoShape 6">
            <a:extLst>
              <a:ext uri="{FF2B5EF4-FFF2-40B4-BE49-F238E27FC236}">
                <a16:creationId xmlns:a16="http://schemas.microsoft.com/office/drawing/2014/main" id="{C8F4C983-3272-1A11-4EE8-5FD32CE21250}"/>
              </a:ext>
            </a:extLst>
          </p:cNvPr>
          <p:cNvSpPr>
            <a:spLocks noChangeArrowheads="1"/>
          </p:cNvSpPr>
          <p:nvPr/>
        </p:nvSpPr>
        <p:spPr bwMode="auto">
          <a:xfrm>
            <a:off x="457200" y="2743200"/>
            <a:ext cx="1905000" cy="1647825"/>
          </a:xfrm>
          <a:prstGeom prst="triangle">
            <a:avLst>
              <a:gd name="adj" fmla="val 50000"/>
            </a:avLst>
          </a:prstGeom>
          <a:no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27655" name="Text Box 7">
            <a:extLst>
              <a:ext uri="{FF2B5EF4-FFF2-40B4-BE49-F238E27FC236}">
                <a16:creationId xmlns:a16="http://schemas.microsoft.com/office/drawing/2014/main" id="{FD340C08-3517-D03B-2982-C6A2A3A850EE}"/>
              </a:ext>
            </a:extLst>
          </p:cNvPr>
          <p:cNvSpPr txBox="1">
            <a:spLocks noChangeArrowheads="1"/>
          </p:cNvSpPr>
          <p:nvPr/>
        </p:nvSpPr>
        <p:spPr bwMode="auto">
          <a:xfrm>
            <a:off x="2819400" y="1828800"/>
            <a:ext cx="3276600" cy="4656138"/>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Isosceles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At least 2 congruent sides</a:t>
            </a:r>
          </a:p>
        </p:txBody>
      </p:sp>
      <p:sp>
        <p:nvSpPr>
          <p:cNvPr id="4103" name="Rectangle 8">
            <a:extLst>
              <a:ext uri="{FF2B5EF4-FFF2-40B4-BE49-F238E27FC236}">
                <a16:creationId xmlns:a16="http://schemas.microsoft.com/office/drawing/2014/main" id="{009AD8E1-7AF5-104B-3FA3-4AE168D21CE4}"/>
              </a:ext>
            </a:extLst>
          </p:cNvPr>
          <p:cNvSpPr>
            <a:spLocks noChangeArrowheads="1"/>
          </p:cNvSpPr>
          <p:nvPr/>
        </p:nvSpPr>
        <p:spPr bwMode="auto">
          <a:xfrm>
            <a:off x="3505200" y="2362200"/>
            <a:ext cx="2057400" cy="2286000"/>
          </a:xfrm>
          <a:prstGeom prst="rect">
            <a:avLst/>
          </a:prstGeom>
          <a:solidFill>
            <a:schemeClr val="tx1"/>
          </a:solidFill>
          <a:ln w="381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4104" name="AutoShape 9">
            <a:extLst>
              <a:ext uri="{FF2B5EF4-FFF2-40B4-BE49-F238E27FC236}">
                <a16:creationId xmlns:a16="http://schemas.microsoft.com/office/drawing/2014/main" id="{5EFAF4B8-3B7A-93BA-1F07-98EF83946B46}"/>
              </a:ext>
            </a:extLst>
          </p:cNvPr>
          <p:cNvSpPr>
            <a:spLocks noChangeArrowheads="1"/>
          </p:cNvSpPr>
          <p:nvPr/>
        </p:nvSpPr>
        <p:spPr bwMode="auto">
          <a:xfrm>
            <a:off x="4114800" y="2743200"/>
            <a:ext cx="914400" cy="1676400"/>
          </a:xfrm>
          <a:prstGeom prst="triangle">
            <a:avLst>
              <a:gd name="adj" fmla="val 50000"/>
            </a:avLst>
          </a:prstGeom>
          <a:no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27658" name="Text Box 10">
            <a:extLst>
              <a:ext uri="{FF2B5EF4-FFF2-40B4-BE49-F238E27FC236}">
                <a16:creationId xmlns:a16="http://schemas.microsoft.com/office/drawing/2014/main" id="{6FFB7148-6DD4-71C8-C3A0-159871136A14}"/>
              </a:ext>
            </a:extLst>
          </p:cNvPr>
          <p:cNvSpPr txBox="1">
            <a:spLocks noChangeArrowheads="1"/>
          </p:cNvSpPr>
          <p:nvPr/>
        </p:nvSpPr>
        <p:spPr bwMode="auto">
          <a:xfrm>
            <a:off x="5867400" y="1828800"/>
            <a:ext cx="3276600" cy="4291013"/>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Scalene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No congruent sides</a:t>
            </a:r>
          </a:p>
        </p:txBody>
      </p:sp>
      <p:sp>
        <p:nvSpPr>
          <p:cNvPr id="4106" name="Rectangle 11">
            <a:extLst>
              <a:ext uri="{FF2B5EF4-FFF2-40B4-BE49-F238E27FC236}">
                <a16:creationId xmlns:a16="http://schemas.microsoft.com/office/drawing/2014/main" id="{35C69C5E-8AAD-269C-BB30-457C8AE9B758}"/>
              </a:ext>
            </a:extLst>
          </p:cNvPr>
          <p:cNvSpPr>
            <a:spLocks noChangeArrowheads="1"/>
          </p:cNvSpPr>
          <p:nvPr/>
        </p:nvSpPr>
        <p:spPr bwMode="auto">
          <a:xfrm>
            <a:off x="6477000" y="2362200"/>
            <a:ext cx="2057400" cy="2209800"/>
          </a:xfrm>
          <a:prstGeom prst="rect">
            <a:avLst/>
          </a:prstGeom>
          <a:solidFill>
            <a:schemeClr val="tx1"/>
          </a:solid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4107" name="Line 12">
            <a:extLst>
              <a:ext uri="{FF2B5EF4-FFF2-40B4-BE49-F238E27FC236}">
                <a16:creationId xmlns:a16="http://schemas.microsoft.com/office/drawing/2014/main" id="{0ED5D292-4C95-7547-5E60-B08853D15FBF}"/>
              </a:ext>
            </a:extLst>
          </p:cNvPr>
          <p:cNvSpPr>
            <a:spLocks noChangeShapeType="1"/>
          </p:cNvSpPr>
          <p:nvPr/>
        </p:nvSpPr>
        <p:spPr bwMode="auto">
          <a:xfrm flipH="1">
            <a:off x="6705600" y="2590800"/>
            <a:ext cx="1143000" cy="18288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8" name="Line 13">
            <a:extLst>
              <a:ext uri="{FF2B5EF4-FFF2-40B4-BE49-F238E27FC236}">
                <a16:creationId xmlns:a16="http://schemas.microsoft.com/office/drawing/2014/main" id="{6519E26E-7EA2-3162-6450-F72321D1488B}"/>
              </a:ext>
            </a:extLst>
          </p:cNvPr>
          <p:cNvSpPr>
            <a:spLocks noChangeShapeType="1"/>
          </p:cNvSpPr>
          <p:nvPr/>
        </p:nvSpPr>
        <p:spPr bwMode="auto">
          <a:xfrm flipV="1">
            <a:off x="6705600" y="4343400"/>
            <a:ext cx="1447800" cy="762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9" name="Line 15">
            <a:extLst>
              <a:ext uri="{FF2B5EF4-FFF2-40B4-BE49-F238E27FC236}">
                <a16:creationId xmlns:a16="http://schemas.microsoft.com/office/drawing/2014/main" id="{13CB7D02-3DFF-3FAC-14E0-91B7F34BF47F}"/>
              </a:ext>
            </a:extLst>
          </p:cNvPr>
          <p:cNvSpPr>
            <a:spLocks noChangeShapeType="1"/>
          </p:cNvSpPr>
          <p:nvPr/>
        </p:nvSpPr>
        <p:spPr bwMode="auto">
          <a:xfrm>
            <a:off x="7848600" y="2590800"/>
            <a:ext cx="304800" cy="17526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7655"/>
                                        </p:tgtEl>
                                        <p:attrNameLst>
                                          <p:attrName>style.visibility</p:attrName>
                                        </p:attrNameLst>
                                      </p:cBhvr>
                                      <p:to>
                                        <p:strVal val="visible"/>
                                      </p:to>
                                    </p:set>
                                    <p:animEffect transition="in" filter="dissolve">
                                      <p:cBhvr>
                                        <p:cTn id="13" dur="500"/>
                                        <p:tgtEl>
                                          <p:spTgt spid="2765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27658"/>
                                        </p:tgtEl>
                                        <p:attrNameLst>
                                          <p:attrName>style.visibility</p:attrName>
                                        </p:attrNameLst>
                                      </p:cBhvr>
                                      <p:to>
                                        <p:strVal val="visible"/>
                                      </p:to>
                                    </p:set>
                                    <p:anim calcmode="lin" valueType="num">
                                      <p:cBhvr>
                                        <p:cTn id="18" dur="500" fill="hold"/>
                                        <p:tgtEl>
                                          <p:spTgt spid="27658"/>
                                        </p:tgtEl>
                                        <p:attrNameLst>
                                          <p:attrName>ppt_w</p:attrName>
                                        </p:attrNameLst>
                                      </p:cBhvr>
                                      <p:tavLst>
                                        <p:tav tm="0">
                                          <p:val>
                                            <p:fltVal val="0"/>
                                          </p:val>
                                        </p:tav>
                                        <p:tav tm="100000">
                                          <p:val>
                                            <p:strVal val="#ppt_w"/>
                                          </p:val>
                                        </p:tav>
                                      </p:tavLst>
                                    </p:anim>
                                    <p:anim calcmode="lin" valueType="num">
                                      <p:cBhvr>
                                        <p:cTn id="19" dur="500" fill="hold"/>
                                        <p:tgtEl>
                                          <p:spTgt spid="276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5" grpId="0" autoUpdateAnimBg="0"/>
      <p:bldP spid="2765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6E88A58-C712-171C-80F4-35A312D68068}"/>
              </a:ext>
            </a:extLst>
          </p:cNvPr>
          <p:cNvSpPr>
            <a:spLocks noGrp="1" noChangeArrowheads="1"/>
          </p:cNvSpPr>
          <p:nvPr>
            <p:ph type="title"/>
          </p:nvPr>
        </p:nvSpPr>
        <p:spPr>
          <a:xfrm>
            <a:off x="685800" y="0"/>
            <a:ext cx="7772400" cy="1219200"/>
          </a:xfrm>
        </p:spPr>
        <p:txBody>
          <a:bodyPr/>
          <a:lstStyle/>
          <a:p>
            <a:pPr eaLnBrk="1" fontAlgn="auto" hangingPunct="1">
              <a:spcAft>
                <a:spcPts val="0"/>
              </a:spcAft>
              <a:defRPr/>
            </a:pPr>
            <a:r>
              <a:t>Triangle Classification by Angles</a:t>
            </a:r>
          </a:p>
        </p:txBody>
      </p:sp>
      <p:sp>
        <p:nvSpPr>
          <p:cNvPr id="29699" name="Text Box 3">
            <a:extLst>
              <a:ext uri="{FF2B5EF4-FFF2-40B4-BE49-F238E27FC236}">
                <a16:creationId xmlns:a16="http://schemas.microsoft.com/office/drawing/2014/main" id="{17927249-CA3E-5FC6-2A70-9E4B644CACA7}"/>
              </a:ext>
            </a:extLst>
          </p:cNvPr>
          <p:cNvSpPr txBox="1">
            <a:spLocks noChangeArrowheads="1"/>
          </p:cNvSpPr>
          <p:nvPr/>
        </p:nvSpPr>
        <p:spPr bwMode="auto">
          <a:xfrm>
            <a:off x="0" y="1143000"/>
            <a:ext cx="2895600" cy="3743325"/>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Equilangular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3 congruent angles</a:t>
            </a:r>
          </a:p>
        </p:txBody>
      </p:sp>
      <p:sp>
        <p:nvSpPr>
          <p:cNvPr id="5124" name="Rectangle 4">
            <a:extLst>
              <a:ext uri="{FF2B5EF4-FFF2-40B4-BE49-F238E27FC236}">
                <a16:creationId xmlns:a16="http://schemas.microsoft.com/office/drawing/2014/main" id="{ABF6A646-19CB-4652-B8B0-D8D002516EA8}"/>
              </a:ext>
            </a:extLst>
          </p:cNvPr>
          <p:cNvSpPr>
            <a:spLocks noChangeArrowheads="1"/>
          </p:cNvSpPr>
          <p:nvPr/>
        </p:nvSpPr>
        <p:spPr bwMode="auto">
          <a:xfrm>
            <a:off x="381000" y="1600200"/>
            <a:ext cx="2057400" cy="2514600"/>
          </a:xfrm>
          <a:prstGeom prst="rect">
            <a:avLst/>
          </a:prstGeom>
          <a:solidFill>
            <a:schemeClr val="tx1"/>
          </a:solidFill>
          <a:ln w="381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5125" name="AutoShape 5">
            <a:extLst>
              <a:ext uri="{FF2B5EF4-FFF2-40B4-BE49-F238E27FC236}">
                <a16:creationId xmlns:a16="http://schemas.microsoft.com/office/drawing/2014/main" id="{56B51628-B6DF-6F06-A7D0-3B320D4C1351}"/>
              </a:ext>
            </a:extLst>
          </p:cNvPr>
          <p:cNvSpPr>
            <a:spLocks noChangeArrowheads="1"/>
          </p:cNvSpPr>
          <p:nvPr/>
        </p:nvSpPr>
        <p:spPr bwMode="auto">
          <a:xfrm>
            <a:off x="457200" y="1828800"/>
            <a:ext cx="1905000" cy="1647825"/>
          </a:xfrm>
          <a:prstGeom prst="triangle">
            <a:avLst>
              <a:gd name="adj" fmla="val 50000"/>
            </a:avLst>
          </a:prstGeom>
          <a:no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29702" name="Text Box 6">
            <a:extLst>
              <a:ext uri="{FF2B5EF4-FFF2-40B4-BE49-F238E27FC236}">
                <a16:creationId xmlns:a16="http://schemas.microsoft.com/office/drawing/2014/main" id="{86E61ED1-9177-CF3B-EA4B-6CDB335B0BDE}"/>
              </a:ext>
            </a:extLst>
          </p:cNvPr>
          <p:cNvSpPr txBox="1">
            <a:spLocks noChangeArrowheads="1"/>
          </p:cNvSpPr>
          <p:nvPr/>
        </p:nvSpPr>
        <p:spPr bwMode="auto">
          <a:xfrm>
            <a:off x="2895600" y="1143000"/>
            <a:ext cx="3276600" cy="3743325"/>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Acute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3 acute angles</a:t>
            </a:r>
          </a:p>
        </p:txBody>
      </p:sp>
      <p:sp>
        <p:nvSpPr>
          <p:cNvPr id="5127" name="Rectangle 7">
            <a:extLst>
              <a:ext uri="{FF2B5EF4-FFF2-40B4-BE49-F238E27FC236}">
                <a16:creationId xmlns:a16="http://schemas.microsoft.com/office/drawing/2014/main" id="{46A8E44A-C17F-E8DC-4E42-AFC6DB52CA40}"/>
              </a:ext>
            </a:extLst>
          </p:cNvPr>
          <p:cNvSpPr>
            <a:spLocks noChangeArrowheads="1"/>
          </p:cNvSpPr>
          <p:nvPr/>
        </p:nvSpPr>
        <p:spPr bwMode="auto">
          <a:xfrm>
            <a:off x="3429000" y="1600200"/>
            <a:ext cx="2057400" cy="2514600"/>
          </a:xfrm>
          <a:prstGeom prst="rect">
            <a:avLst/>
          </a:prstGeom>
          <a:solidFill>
            <a:schemeClr val="tx1"/>
          </a:solidFill>
          <a:ln w="381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29705" name="Text Box 9">
            <a:extLst>
              <a:ext uri="{FF2B5EF4-FFF2-40B4-BE49-F238E27FC236}">
                <a16:creationId xmlns:a16="http://schemas.microsoft.com/office/drawing/2014/main" id="{F4636540-3380-7A39-FC49-4C456916CB82}"/>
              </a:ext>
            </a:extLst>
          </p:cNvPr>
          <p:cNvSpPr txBox="1">
            <a:spLocks noChangeArrowheads="1"/>
          </p:cNvSpPr>
          <p:nvPr/>
        </p:nvSpPr>
        <p:spPr bwMode="auto">
          <a:xfrm>
            <a:off x="5867400" y="1143000"/>
            <a:ext cx="3276600" cy="3743325"/>
          </a:xfrm>
          <a:prstGeom prst="rect">
            <a:avLst/>
          </a:prstGeom>
          <a:noFill/>
          <a:ln w="12700" cap="sq">
            <a:noFill/>
            <a:miter lim="800000"/>
            <a:headEnd type="none" w="sm" len="sm"/>
            <a:tailEnd type="none" w="sm" len="sm"/>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effectLst>
                  <a:outerShdw blurRad="38100" dist="38100" dir="2700000" algn="tl">
                    <a:srgbClr val="444D26"/>
                  </a:outerShdw>
                </a:effectLst>
              </a:rPr>
              <a:t>Obtuse </a:t>
            </a: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endParaRPr lang="en-US" altLang="en-US">
              <a:effectLst>
                <a:outerShdw blurRad="38100" dist="38100" dir="2700000" algn="tl">
                  <a:srgbClr val="444D26"/>
                </a:outerShdw>
              </a:effectLst>
            </a:endParaRPr>
          </a:p>
          <a:p>
            <a:pPr algn="ctr" eaLnBrk="1" hangingPunct="1">
              <a:spcBef>
                <a:spcPct val="50000"/>
              </a:spcBef>
            </a:pPr>
            <a:r>
              <a:rPr lang="en-US" altLang="en-US">
                <a:effectLst>
                  <a:outerShdw blurRad="38100" dist="38100" dir="2700000" algn="tl">
                    <a:srgbClr val="444D26"/>
                  </a:outerShdw>
                </a:effectLst>
              </a:rPr>
              <a:t>1 obtuse angle</a:t>
            </a:r>
          </a:p>
        </p:txBody>
      </p:sp>
      <p:sp>
        <p:nvSpPr>
          <p:cNvPr id="5129" name="Rectangle 10">
            <a:extLst>
              <a:ext uri="{FF2B5EF4-FFF2-40B4-BE49-F238E27FC236}">
                <a16:creationId xmlns:a16="http://schemas.microsoft.com/office/drawing/2014/main" id="{9917C797-90E9-A30A-9D4F-D419355B4713}"/>
              </a:ext>
            </a:extLst>
          </p:cNvPr>
          <p:cNvSpPr>
            <a:spLocks noChangeArrowheads="1"/>
          </p:cNvSpPr>
          <p:nvPr/>
        </p:nvSpPr>
        <p:spPr bwMode="auto">
          <a:xfrm>
            <a:off x="6477000" y="1676400"/>
            <a:ext cx="2057400" cy="2514600"/>
          </a:xfrm>
          <a:prstGeom prst="rect">
            <a:avLst/>
          </a:prstGeom>
          <a:solidFill>
            <a:schemeClr val="tx1"/>
          </a:solid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5130" name="Line 11">
            <a:extLst>
              <a:ext uri="{FF2B5EF4-FFF2-40B4-BE49-F238E27FC236}">
                <a16:creationId xmlns:a16="http://schemas.microsoft.com/office/drawing/2014/main" id="{7EF9CE5D-A9F1-3F2D-3747-44A758C5D63E}"/>
              </a:ext>
            </a:extLst>
          </p:cNvPr>
          <p:cNvSpPr>
            <a:spLocks noChangeShapeType="1"/>
          </p:cNvSpPr>
          <p:nvPr/>
        </p:nvSpPr>
        <p:spPr bwMode="auto">
          <a:xfrm flipH="1">
            <a:off x="6705600" y="1905000"/>
            <a:ext cx="1524000" cy="21336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1" name="Line 12">
            <a:extLst>
              <a:ext uri="{FF2B5EF4-FFF2-40B4-BE49-F238E27FC236}">
                <a16:creationId xmlns:a16="http://schemas.microsoft.com/office/drawing/2014/main" id="{E6C28690-FEC5-6BD0-1B15-4C41D2E30F61}"/>
              </a:ext>
            </a:extLst>
          </p:cNvPr>
          <p:cNvSpPr>
            <a:spLocks noChangeShapeType="1"/>
          </p:cNvSpPr>
          <p:nvPr/>
        </p:nvSpPr>
        <p:spPr bwMode="auto">
          <a:xfrm flipV="1">
            <a:off x="6705600" y="3733800"/>
            <a:ext cx="1524000" cy="3048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2" name="Line 13">
            <a:extLst>
              <a:ext uri="{FF2B5EF4-FFF2-40B4-BE49-F238E27FC236}">
                <a16:creationId xmlns:a16="http://schemas.microsoft.com/office/drawing/2014/main" id="{E70F7416-98E1-4D22-DAC4-5CC54AE4F5D8}"/>
              </a:ext>
            </a:extLst>
          </p:cNvPr>
          <p:cNvSpPr>
            <a:spLocks noChangeShapeType="1"/>
          </p:cNvSpPr>
          <p:nvPr/>
        </p:nvSpPr>
        <p:spPr bwMode="auto">
          <a:xfrm>
            <a:off x="8229600" y="1905000"/>
            <a:ext cx="0" cy="18288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3" name="Line 14">
            <a:extLst>
              <a:ext uri="{FF2B5EF4-FFF2-40B4-BE49-F238E27FC236}">
                <a16:creationId xmlns:a16="http://schemas.microsoft.com/office/drawing/2014/main" id="{D223E43C-648D-E686-C9C4-24F3D320219A}"/>
              </a:ext>
            </a:extLst>
          </p:cNvPr>
          <p:cNvSpPr>
            <a:spLocks noChangeShapeType="1"/>
          </p:cNvSpPr>
          <p:nvPr/>
        </p:nvSpPr>
        <p:spPr bwMode="auto">
          <a:xfrm flipH="1">
            <a:off x="3733800" y="2286000"/>
            <a:ext cx="76200" cy="14478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4" name="Line 15">
            <a:extLst>
              <a:ext uri="{FF2B5EF4-FFF2-40B4-BE49-F238E27FC236}">
                <a16:creationId xmlns:a16="http://schemas.microsoft.com/office/drawing/2014/main" id="{65313F26-E617-B7E6-86ED-091E82F547DB}"/>
              </a:ext>
            </a:extLst>
          </p:cNvPr>
          <p:cNvSpPr>
            <a:spLocks noChangeShapeType="1"/>
          </p:cNvSpPr>
          <p:nvPr/>
        </p:nvSpPr>
        <p:spPr bwMode="auto">
          <a:xfrm flipH="1">
            <a:off x="3733800" y="2590800"/>
            <a:ext cx="1371600" cy="11430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5" name="Line 16">
            <a:extLst>
              <a:ext uri="{FF2B5EF4-FFF2-40B4-BE49-F238E27FC236}">
                <a16:creationId xmlns:a16="http://schemas.microsoft.com/office/drawing/2014/main" id="{6FD61854-F1BE-91A8-F53E-F7B3D0E28681}"/>
              </a:ext>
            </a:extLst>
          </p:cNvPr>
          <p:cNvSpPr>
            <a:spLocks noChangeShapeType="1"/>
          </p:cNvSpPr>
          <p:nvPr/>
        </p:nvSpPr>
        <p:spPr bwMode="auto">
          <a:xfrm flipH="1" flipV="1">
            <a:off x="3810000" y="2286000"/>
            <a:ext cx="1295400" cy="304800"/>
          </a:xfrm>
          <a:prstGeom prst="line">
            <a:avLst/>
          </a:prstGeom>
          <a:noFill/>
          <a:ln w="38100" cap="sq">
            <a:solidFill>
              <a:schemeClr val="accent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13" name="Text Box 17">
            <a:extLst>
              <a:ext uri="{FF2B5EF4-FFF2-40B4-BE49-F238E27FC236}">
                <a16:creationId xmlns:a16="http://schemas.microsoft.com/office/drawing/2014/main" id="{3006C4C4-BA5D-AC9C-5B97-FB8522B3029F}"/>
              </a:ext>
            </a:extLst>
          </p:cNvPr>
          <p:cNvSpPr txBox="1">
            <a:spLocks noChangeArrowheads="1"/>
          </p:cNvSpPr>
          <p:nvPr/>
        </p:nvSpPr>
        <p:spPr bwMode="auto">
          <a:xfrm>
            <a:off x="1905000" y="5486400"/>
            <a:ext cx="5867400" cy="1004888"/>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Right </a:t>
            </a:r>
          </a:p>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1 right angle</a:t>
            </a:r>
          </a:p>
        </p:txBody>
      </p:sp>
      <p:sp>
        <p:nvSpPr>
          <p:cNvPr id="5137" name="Rectangle 18">
            <a:extLst>
              <a:ext uri="{FF2B5EF4-FFF2-40B4-BE49-F238E27FC236}">
                <a16:creationId xmlns:a16="http://schemas.microsoft.com/office/drawing/2014/main" id="{82E40207-A0BC-C8EE-85EC-C068272BABD9}"/>
              </a:ext>
            </a:extLst>
          </p:cNvPr>
          <p:cNvSpPr>
            <a:spLocks noChangeArrowheads="1"/>
          </p:cNvSpPr>
          <p:nvPr/>
        </p:nvSpPr>
        <p:spPr bwMode="auto">
          <a:xfrm>
            <a:off x="3657600" y="5257800"/>
            <a:ext cx="2057400" cy="1447800"/>
          </a:xfrm>
          <a:prstGeom prst="rect">
            <a:avLst/>
          </a:prstGeom>
          <a:solidFill>
            <a:schemeClr val="tx1"/>
          </a:solidFill>
          <a:ln w="381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5138" name="AutoShape 19">
            <a:extLst>
              <a:ext uri="{FF2B5EF4-FFF2-40B4-BE49-F238E27FC236}">
                <a16:creationId xmlns:a16="http://schemas.microsoft.com/office/drawing/2014/main" id="{5BD3592A-17A8-6C6E-43E1-3263731604DC}"/>
              </a:ext>
            </a:extLst>
          </p:cNvPr>
          <p:cNvSpPr>
            <a:spLocks noChangeArrowheads="1"/>
          </p:cNvSpPr>
          <p:nvPr/>
        </p:nvSpPr>
        <p:spPr bwMode="auto">
          <a:xfrm>
            <a:off x="4267200" y="5410200"/>
            <a:ext cx="1066800" cy="1066800"/>
          </a:xfrm>
          <a:prstGeom prst="rtTriangle">
            <a:avLst/>
          </a:prstGeom>
          <a:noFill/>
          <a:ln w="38100" cap="sq">
            <a:solidFill>
              <a:schemeClr val="accent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5139" name="Rectangle 20">
            <a:extLst>
              <a:ext uri="{FF2B5EF4-FFF2-40B4-BE49-F238E27FC236}">
                <a16:creationId xmlns:a16="http://schemas.microsoft.com/office/drawing/2014/main" id="{A278694E-EC99-B3DD-DF60-490152C03D7B}"/>
              </a:ext>
            </a:extLst>
          </p:cNvPr>
          <p:cNvSpPr>
            <a:spLocks noChangeArrowheads="1"/>
          </p:cNvSpPr>
          <p:nvPr/>
        </p:nvSpPr>
        <p:spPr bwMode="auto">
          <a:xfrm>
            <a:off x="4267200" y="6248400"/>
            <a:ext cx="228600" cy="2286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5140" name="Line 21">
            <a:extLst>
              <a:ext uri="{FF2B5EF4-FFF2-40B4-BE49-F238E27FC236}">
                <a16:creationId xmlns:a16="http://schemas.microsoft.com/office/drawing/2014/main" id="{DEB17935-81B5-1C04-64FA-4ED5FEF8C514}"/>
              </a:ext>
            </a:extLst>
          </p:cNvPr>
          <p:cNvSpPr>
            <a:spLocks noChangeShapeType="1"/>
          </p:cNvSpPr>
          <p:nvPr/>
        </p:nvSpPr>
        <p:spPr bwMode="auto">
          <a:xfrm>
            <a:off x="228600" y="4953000"/>
            <a:ext cx="8686800" cy="0"/>
          </a:xfrm>
          <a:prstGeom prst="line">
            <a:avLst/>
          </a:prstGeom>
          <a:noFill/>
          <a:ln w="12700" cap="sq">
            <a:solidFill>
              <a:schemeClr val="tx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checkerboard(across)">
                                      <p:cBhvr>
                                        <p:cTn id="7" dur="500"/>
                                        <p:tgtEl>
                                          <p:spTgt spid="29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9702"/>
                                        </p:tgtEl>
                                        <p:attrNameLst>
                                          <p:attrName>style.visibility</p:attrName>
                                        </p:attrNameLst>
                                      </p:cBhvr>
                                      <p:to>
                                        <p:strVal val="visible"/>
                                      </p:to>
                                    </p:set>
                                    <p:animEffect transition="in" filter="slide(fromBottom)">
                                      <p:cBhvr>
                                        <p:cTn id="12" dur="500"/>
                                        <p:tgtEl>
                                          <p:spTgt spid="297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705"/>
                                        </p:tgtEl>
                                        <p:attrNameLst>
                                          <p:attrName>style.visibility</p:attrName>
                                        </p:attrNameLst>
                                      </p:cBhvr>
                                      <p:to>
                                        <p:strVal val="visible"/>
                                      </p:to>
                                    </p:set>
                                    <p:animEffect transition="in" filter="wipe(up)">
                                      <p:cBhvr>
                                        <p:cTn id="17" dur="500"/>
                                        <p:tgtEl>
                                          <p:spTgt spid="297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9713"/>
                                        </p:tgtEl>
                                        <p:attrNameLst>
                                          <p:attrName>style.visibility</p:attrName>
                                        </p:attrNameLst>
                                      </p:cBhvr>
                                      <p:to>
                                        <p:strVal val="visible"/>
                                      </p:to>
                                    </p:set>
                                    <p:animEffect transition="in" filter="randombar(horizontal)">
                                      <p:cBhvr>
                                        <p:cTn id="22" dur="500"/>
                                        <p:tgtEl>
                                          <p:spTgt spid="29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P spid="29702" grpId="0" autoUpdateAnimBg="0"/>
      <p:bldP spid="29705" grpId="0" autoUpdateAnimBg="0"/>
      <p:bldP spid="2971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AC0FA770-56E4-3F45-B54B-C8A30CC5650A}"/>
              </a:ext>
            </a:extLst>
          </p:cNvPr>
          <p:cNvSpPr>
            <a:spLocks noGrp="1" noChangeArrowheads="1"/>
          </p:cNvSpPr>
          <p:nvPr>
            <p:ph idx="1"/>
          </p:nvPr>
        </p:nvSpPr>
        <p:spPr>
          <a:xfrm>
            <a:off x="609600" y="990600"/>
            <a:ext cx="7772400" cy="1143000"/>
          </a:xfrm>
        </p:spPr>
        <p:txBody>
          <a:bodyPr/>
          <a:lstStyle/>
          <a:p>
            <a:pPr eaLnBrk="1" hangingPunct="1"/>
            <a:r>
              <a:rPr lang="en-US" altLang="en-US"/>
              <a:t>Vertex: the point where two sides of a triangle meet</a:t>
            </a:r>
          </a:p>
        </p:txBody>
      </p:sp>
      <p:sp>
        <p:nvSpPr>
          <p:cNvPr id="30722" name="Rectangle 2">
            <a:extLst>
              <a:ext uri="{FF2B5EF4-FFF2-40B4-BE49-F238E27FC236}">
                <a16:creationId xmlns:a16="http://schemas.microsoft.com/office/drawing/2014/main" id="{7917466F-BCB8-7459-D34C-6B9B83FD2637}"/>
              </a:ext>
            </a:extLst>
          </p:cNvPr>
          <p:cNvSpPr>
            <a:spLocks noGrp="1" noChangeArrowheads="1"/>
          </p:cNvSpPr>
          <p:nvPr>
            <p:ph type="title"/>
          </p:nvPr>
        </p:nvSpPr>
        <p:spPr>
          <a:xfrm>
            <a:off x="685800" y="0"/>
            <a:ext cx="7772400" cy="1219200"/>
          </a:xfrm>
        </p:spPr>
        <p:txBody>
          <a:bodyPr/>
          <a:lstStyle/>
          <a:p>
            <a:pPr eaLnBrk="1" fontAlgn="auto" hangingPunct="1">
              <a:spcAft>
                <a:spcPts val="0"/>
              </a:spcAft>
              <a:defRPr/>
            </a:pPr>
            <a:r>
              <a:t>Vocabulary</a:t>
            </a:r>
          </a:p>
        </p:txBody>
      </p:sp>
      <p:sp>
        <p:nvSpPr>
          <p:cNvPr id="30724" name="Text Box 4">
            <a:extLst>
              <a:ext uri="{FF2B5EF4-FFF2-40B4-BE49-F238E27FC236}">
                <a16:creationId xmlns:a16="http://schemas.microsoft.com/office/drawing/2014/main" id="{B2D02CEF-3100-E2F3-80AE-FB0ABB9D439E}"/>
              </a:ext>
            </a:extLst>
          </p:cNvPr>
          <p:cNvSpPr txBox="1">
            <a:spLocks noChangeArrowheads="1"/>
          </p:cNvSpPr>
          <p:nvPr/>
        </p:nvSpPr>
        <p:spPr bwMode="auto">
          <a:xfrm>
            <a:off x="609600" y="2057400"/>
            <a:ext cx="8001000" cy="968375"/>
          </a:xfrm>
          <a:prstGeom prst="rect">
            <a:avLst/>
          </a:prstGeom>
          <a:noFill/>
          <a:ln w="12700" cap="sq">
            <a:noFill/>
            <a:miter lim="800000"/>
            <a:headEnd type="none" w="sm" len="sm"/>
            <a:tailEnd type="none" w="sm" len="sm"/>
          </a:ln>
          <a:effectLst/>
        </p:spPr>
        <p:txBody>
          <a:bodyPr>
            <a:spAutoFit/>
          </a:bodyPr>
          <a:lstStyle/>
          <a:p>
            <a:pPr eaLnBrk="1" hangingPunct="1">
              <a:lnSpc>
                <a:spcPct val="90000"/>
              </a:lnSpc>
              <a:spcBef>
                <a:spcPct val="20000"/>
              </a:spcBef>
              <a:buClr>
                <a:schemeClr val="tx2"/>
              </a:buClr>
              <a:buSzPct val="75000"/>
              <a:buFont typeface="Wingdings" pitchFamily="2" charset="2"/>
              <a:buChar char="n"/>
              <a:defRPr/>
            </a:pPr>
            <a:r>
              <a:rPr lang="en-US" sz="3200">
                <a:effectLst>
                  <a:outerShdw blurRad="38100" dist="38100" dir="2700000" algn="tl">
                    <a:srgbClr val="000000"/>
                  </a:outerShdw>
                </a:effectLst>
                <a:latin typeface="Times New Roman" charset="0"/>
                <a:cs typeface="Arial" charset="0"/>
              </a:rPr>
              <a:t>Adjacent Sides: two sides of a triangle sharing a common vertex</a:t>
            </a:r>
          </a:p>
        </p:txBody>
      </p:sp>
      <p:sp>
        <p:nvSpPr>
          <p:cNvPr id="30725" name="Text Box 5">
            <a:extLst>
              <a:ext uri="{FF2B5EF4-FFF2-40B4-BE49-F238E27FC236}">
                <a16:creationId xmlns:a16="http://schemas.microsoft.com/office/drawing/2014/main" id="{E655FD02-BC9B-174A-6A84-96B380B47325}"/>
              </a:ext>
            </a:extLst>
          </p:cNvPr>
          <p:cNvSpPr txBox="1">
            <a:spLocks noChangeArrowheads="1"/>
          </p:cNvSpPr>
          <p:nvPr/>
        </p:nvSpPr>
        <p:spPr bwMode="auto">
          <a:xfrm>
            <a:off x="609600" y="3124200"/>
            <a:ext cx="8077200" cy="968375"/>
          </a:xfrm>
          <a:prstGeom prst="rect">
            <a:avLst/>
          </a:prstGeom>
          <a:noFill/>
          <a:ln w="12700" cap="sq">
            <a:noFill/>
            <a:miter lim="800000"/>
            <a:headEnd type="none" w="sm" len="sm"/>
            <a:tailEnd type="none" w="sm" len="sm"/>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5000"/>
              <a:buFont typeface="Wingdings" panose="05000000000000000000" pitchFamily="2" charset="2"/>
              <a:buChar char="n"/>
            </a:pPr>
            <a:r>
              <a:rPr lang="en-US" altLang="en-US" sz="3200">
                <a:effectLst>
                  <a:outerShdw blurRad="38100" dist="38100" dir="2700000" algn="tl">
                    <a:srgbClr val="444D26"/>
                  </a:outerShdw>
                </a:effectLst>
                <a:latin typeface="Times New Roman" panose="02020603050405020304" pitchFamily="18" charset="0"/>
              </a:rPr>
              <a:t>Hypotenuse: side of the triangle across from the right angle</a:t>
            </a:r>
            <a:endParaRPr lang="en-US" altLang="en-US">
              <a:effectLst>
                <a:outerShdw blurRad="38100" dist="38100" dir="2700000" algn="tl">
                  <a:srgbClr val="444D26"/>
                </a:outerShdw>
              </a:effectLst>
              <a:latin typeface="Times New Roman" panose="02020603050405020304" pitchFamily="18" charset="0"/>
            </a:endParaRPr>
          </a:p>
        </p:txBody>
      </p:sp>
      <p:sp>
        <p:nvSpPr>
          <p:cNvPr id="30726" name="Text Box 6">
            <a:extLst>
              <a:ext uri="{FF2B5EF4-FFF2-40B4-BE49-F238E27FC236}">
                <a16:creationId xmlns:a16="http://schemas.microsoft.com/office/drawing/2014/main" id="{28D03F1D-4AB5-48D7-BC01-1E83D5109A3D}"/>
              </a:ext>
            </a:extLst>
          </p:cNvPr>
          <p:cNvSpPr txBox="1">
            <a:spLocks noChangeArrowheads="1"/>
          </p:cNvSpPr>
          <p:nvPr/>
        </p:nvSpPr>
        <p:spPr bwMode="auto">
          <a:xfrm>
            <a:off x="685800" y="4191000"/>
            <a:ext cx="7543800" cy="968375"/>
          </a:xfrm>
          <a:prstGeom prst="rect">
            <a:avLst/>
          </a:prstGeom>
          <a:noFill/>
          <a:ln w="12700" cap="sq">
            <a:noFill/>
            <a:miter lim="800000"/>
            <a:headEnd type="none" w="sm" len="sm"/>
            <a:tailEnd type="none" w="sm" len="sm"/>
          </a:ln>
          <a:effectLst/>
        </p:spPr>
        <p:txBody>
          <a:bodyPr>
            <a:spAutoFit/>
          </a:bodyPr>
          <a:lstStyle/>
          <a:p>
            <a:pPr eaLnBrk="1" hangingPunct="1">
              <a:lnSpc>
                <a:spcPct val="90000"/>
              </a:lnSpc>
              <a:spcBef>
                <a:spcPct val="20000"/>
              </a:spcBef>
              <a:buClr>
                <a:schemeClr val="tx2"/>
              </a:buClr>
              <a:buSzPct val="75000"/>
              <a:buFont typeface="Wingdings" pitchFamily="2" charset="2"/>
              <a:buChar char="n"/>
              <a:defRPr/>
            </a:pPr>
            <a:r>
              <a:rPr lang="en-US" sz="3200">
                <a:effectLst>
                  <a:outerShdw blurRad="38100" dist="38100" dir="2700000" algn="tl">
                    <a:srgbClr val="000000"/>
                  </a:outerShdw>
                </a:effectLst>
                <a:latin typeface="Times New Roman" charset="0"/>
                <a:cs typeface="Arial" charset="0"/>
              </a:rPr>
              <a:t>Legs: sides of the right triangle that form the right angle</a:t>
            </a:r>
          </a:p>
        </p:txBody>
      </p:sp>
      <p:sp>
        <p:nvSpPr>
          <p:cNvPr id="30727" name="Text Box 7">
            <a:extLst>
              <a:ext uri="{FF2B5EF4-FFF2-40B4-BE49-F238E27FC236}">
                <a16:creationId xmlns:a16="http://schemas.microsoft.com/office/drawing/2014/main" id="{CF6715D8-399F-C898-25E5-0EE15801DFA7}"/>
              </a:ext>
            </a:extLst>
          </p:cNvPr>
          <p:cNvSpPr txBox="1">
            <a:spLocks noChangeArrowheads="1"/>
          </p:cNvSpPr>
          <p:nvPr/>
        </p:nvSpPr>
        <p:spPr bwMode="auto">
          <a:xfrm>
            <a:off x="685800" y="5181600"/>
            <a:ext cx="7772400" cy="968375"/>
          </a:xfrm>
          <a:prstGeom prst="rect">
            <a:avLst/>
          </a:prstGeom>
          <a:noFill/>
          <a:ln w="12700" cap="sq">
            <a:noFill/>
            <a:miter lim="800000"/>
            <a:headEnd type="none" w="sm" len="sm"/>
            <a:tailEnd type="none" w="sm" len="sm"/>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5000"/>
              <a:buFont typeface="Wingdings" panose="05000000000000000000" pitchFamily="2" charset="2"/>
              <a:buChar char="n"/>
            </a:pPr>
            <a:r>
              <a:rPr lang="en-US" altLang="en-US" sz="3200">
                <a:effectLst>
                  <a:outerShdw blurRad="38100" dist="38100" dir="2700000" algn="tl">
                    <a:srgbClr val="444D26"/>
                  </a:outerShdw>
                </a:effectLst>
                <a:latin typeface="Times New Roman" panose="02020603050405020304" pitchFamily="18" charset="0"/>
              </a:rPr>
              <a:t>Base: the non-congruent sides of an isosceles triangle</a:t>
            </a:r>
            <a:endParaRPr lang="en-US" altLang="en-US">
              <a:effectLst>
                <a:outerShdw blurRad="38100" dist="38100" dir="2700000" algn="tl">
                  <a:srgbClr val="444D26"/>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dissolve">
                                      <p:cBhvr>
                                        <p:cTn id="7" dur="5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724"/>
                                        </p:tgtEl>
                                        <p:attrNameLst>
                                          <p:attrName>style.visibility</p:attrName>
                                        </p:attrNameLst>
                                      </p:cBhvr>
                                      <p:to>
                                        <p:strVal val="visible"/>
                                      </p:to>
                                    </p:set>
                                    <p:animEffect transition="in" filter="dissolve">
                                      <p:cBhvr>
                                        <p:cTn id="12" dur="500"/>
                                        <p:tgtEl>
                                          <p:spTgt spid="307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dissolve">
                                      <p:cBhvr>
                                        <p:cTn id="17" dur="500"/>
                                        <p:tgtEl>
                                          <p:spTgt spid="307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726"/>
                                        </p:tgtEl>
                                        <p:attrNameLst>
                                          <p:attrName>style.visibility</p:attrName>
                                        </p:attrNameLst>
                                      </p:cBhvr>
                                      <p:to>
                                        <p:strVal val="visible"/>
                                      </p:to>
                                    </p:set>
                                    <p:animEffect transition="in" filter="dissolve">
                                      <p:cBhvr>
                                        <p:cTn id="22" dur="500"/>
                                        <p:tgtEl>
                                          <p:spTgt spid="307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0727"/>
                                        </p:tgtEl>
                                        <p:attrNameLst>
                                          <p:attrName>style.visibility</p:attrName>
                                        </p:attrNameLst>
                                      </p:cBhvr>
                                      <p:to>
                                        <p:strVal val="visible"/>
                                      </p:to>
                                    </p:set>
                                    <p:animEffect transition="in" filter="dissolve">
                                      <p:cBhvr>
                                        <p:cTn id="27"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P spid="30724" grpId="0" autoUpdateAnimBg="0"/>
      <p:bldP spid="30725" grpId="0" autoUpdateAnimBg="0"/>
      <p:bldP spid="30726" grpId="0" autoUpdateAnimBg="0"/>
      <p:bldP spid="3072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4C19B91-B88C-2C76-472E-E56FE68E789D}"/>
              </a:ext>
            </a:extLst>
          </p:cNvPr>
          <p:cNvSpPr>
            <a:spLocks noGrp="1" noChangeArrowheads="1"/>
          </p:cNvSpPr>
          <p:nvPr>
            <p:ph type="title"/>
          </p:nvPr>
        </p:nvSpPr>
        <p:spPr/>
        <p:txBody>
          <a:bodyPr/>
          <a:lstStyle/>
          <a:p>
            <a:pPr eaLnBrk="1" fontAlgn="auto" hangingPunct="1">
              <a:spcAft>
                <a:spcPts val="0"/>
              </a:spcAft>
              <a:defRPr/>
            </a:pPr>
            <a:r>
              <a:t>Labeling Exercise </a:t>
            </a:r>
          </a:p>
        </p:txBody>
      </p:sp>
      <p:sp>
        <p:nvSpPr>
          <p:cNvPr id="45058" name="Rectangle 3">
            <a:extLst>
              <a:ext uri="{FF2B5EF4-FFF2-40B4-BE49-F238E27FC236}">
                <a16:creationId xmlns:a16="http://schemas.microsoft.com/office/drawing/2014/main" id="{D62FB8CE-BB3E-932C-0498-FA65905F4FB7}"/>
              </a:ext>
            </a:extLst>
          </p:cNvPr>
          <p:cNvSpPr>
            <a:spLocks noGrp="1" noChangeArrowheads="1"/>
          </p:cNvSpPr>
          <p:nvPr>
            <p:ph type="body" sz="half" idx="1"/>
          </p:nvPr>
        </p:nvSpPr>
        <p:spPr/>
        <p:txBody>
          <a:bodyPr/>
          <a:lstStyle/>
          <a:p>
            <a:pPr algn="ctr" eaLnBrk="1" hangingPunct="1">
              <a:buFont typeface="Wingdings" panose="05000000000000000000" pitchFamily="2" charset="2"/>
              <a:buNone/>
            </a:pPr>
            <a:r>
              <a:rPr lang="en-US" altLang="en-US" sz="2800"/>
              <a:t>Label the following on the right triangle:</a:t>
            </a:r>
          </a:p>
          <a:p>
            <a:pPr eaLnBrk="1" hangingPunct="1"/>
            <a:r>
              <a:rPr lang="en-US" altLang="en-US" sz="2800"/>
              <a:t>Vertices</a:t>
            </a:r>
          </a:p>
          <a:p>
            <a:pPr eaLnBrk="1" hangingPunct="1"/>
            <a:r>
              <a:rPr lang="en-US" altLang="en-US" sz="2800"/>
              <a:t>Hypotenuse</a:t>
            </a:r>
          </a:p>
          <a:p>
            <a:pPr eaLnBrk="1" hangingPunct="1"/>
            <a:r>
              <a:rPr lang="en-US" altLang="en-US" sz="2800"/>
              <a:t>Legs</a:t>
            </a:r>
          </a:p>
          <a:p>
            <a:pPr eaLnBrk="1" hangingPunct="1">
              <a:buFont typeface="Wingdings" panose="05000000000000000000" pitchFamily="2" charset="2"/>
              <a:buNone/>
            </a:pPr>
            <a:endParaRPr lang="en-US" altLang="en-US" sz="2800"/>
          </a:p>
        </p:txBody>
      </p:sp>
      <p:sp>
        <p:nvSpPr>
          <p:cNvPr id="7172" name="Rectangle 5">
            <a:extLst>
              <a:ext uri="{FF2B5EF4-FFF2-40B4-BE49-F238E27FC236}">
                <a16:creationId xmlns:a16="http://schemas.microsoft.com/office/drawing/2014/main" id="{54AFB0E2-E50E-D64D-A936-6F8FA0ADEA13}"/>
              </a:ext>
            </a:extLst>
          </p:cNvPr>
          <p:cNvSpPr>
            <a:spLocks noChangeArrowheads="1"/>
          </p:cNvSpPr>
          <p:nvPr/>
        </p:nvSpPr>
        <p:spPr bwMode="auto">
          <a:xfrm>
            <a:off x="4495800" y="1905000"/>
            <a:ext cx="4267200" cy="4343400"/>
          </a:xfrm>
          <a:prstGeom prst="rect">
            <a:avLst/>
          </a:prstGeom>
          <a:solidFill>
            <a:schemeClr val="tx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7173" name="AutoShape 6">
            <a:extLst>
              <a:ext uri="{FF2B5EF4-FFF2-40B4-BE49-F238E27FC236}">
                <a16:creationId xmlns:a16="http://schemas.microsoft.com/office/drawing/2014/main" id="{652803AA-20C7-A68D-44EC-85F32BC27446}"/>
              </a:ext>
            </a:extLst>
          </p:cNvPr>
          <p:cNvSpPr>
            <a:spLocks noChangeArrowheads="1"/>
          </p:cNvSpPr>
          <p:nvPr/>
        </p:nvSpPr>
        <p:spPr bwMode="auto">
          <a:xfrm>
            <a:off x="5638800" y="2819400"/>
            <a:ext cx="2667000" cy="2667000"/>
          </a:xfrm>
          <a:prstGeom prst="rtTriangle">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31751" name="Text Box 7">
            <a:extLst>
              <a:ext uri="{FF2B5EF4-FFF2-40B4-BE49-F238E27FC236}">
                <a16:creationId xmlns:a16="http://schemas.microsoft.com/office/drawing/2014/main" id="{CDEDC345-A1F4-EC48-E91B-1EADCBCCE6EB}"/>
              </a:ext>
            </a:extLst>
          </p:cNvPr>
          <p:cNvSpPr txBox="1">
            <a:spLocks noChangeArrowheads="1"/>
          </p:cNvSpPr>
          <p:nvPr/>
        </p:nvSpPr>
        <p:spPr bwMode="auto">
          <a:xfrm>
            <a:off x="4876800" y="2209800"/>
            <a:ext cx="1143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Vertex</a:t>
            </a:r>
          </a:p>
        </p:txBody>
      </p:sp>
      <p:sp>
        <p:nvSpPr>
          <p:cNvPr id="31752" name="Text Box 8">
            <a:extLst>
              <a:ext uri="{FF2B5EF4-FFF2-40B4-BE49-F238E27FC236}">
                <a16:creationId xmlns:a16="http://schemas.microsoft.com/office/drawing/2014/main" id="{D97D40A0-9C78-0F5F-EC2F-6223B441FF76}"/>
              </a:ext>
            </a:extLst>
          </p:cNvPr>
          <p:cNvSpPr txBox="1">
            <a:spLocks noChangeArrowheads="1"/>
          </p:cNvSpPr>
          <p:nvPr/>
        </p:nvSpPr>
        <p:spPr bwMode="auto">
          <a:xfrm>
            <a:off x="7772400" y="5257800"/>
            <a:ext cx="1143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Vertex</a:t>
            </a:r>
          </a:p>
        </p:txBody>
      </p:sp>
      <p:sp>
        <p:nvSpPr>
          <p:cNvPr id="31753" name="Text Box 9">
            <a:extLst>
              <a:ext uri="{FF2B5EF4-FFF2-40B4-BE49-F238E27FC236}">
                <a16:creationId xmlns:a16="http://schemas.microsoft.com/office/drawing/2014/main" id="{D231CF21-8E68-4F13-1CB6-7726CA93B4A4}"/>
              </a:ext>
            </a:extLst>
          </p:cNvPr>
          <p:cNvSpPr txBox="1">
            <a:spLocks noChangeArrowheads="1"/>
          </p:cNvSpPr>
          <p:nvPr/>
        </p:nvSpPr>
        <p:spPr bwMode="auto">
          <a:xfrm>
            <a:off x="4724400" y="5486400"/>
            <a:ext cx="1143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Vertex</a:t>
            </a:r>
          </a:p>
        </p:txBody>
      </p:sp>
      <p:sp>
        <p:nvSpPr>
          <p:cNvPr id="31754" name="Text Box 10">
            <a:extLst>
              <a:ext uri="{FF2B5EF4-FFF2-40B4-BE49-F238E27FC236}">
                <a16:creationId xmlns:a16="http://schemas.microsoft.com/office/drawing/2014/main" id="{966E1625-95FF-05E1-08FA-82930C6259BD}"/>
              </a:ext>
            </a:extLst>
          </p:cNvPr>
          <p:cNvSpPr txBox="1">
            <a:spLocks noChangeArrowheads="1"/>
          </p:cNvSpPr>
          <p:nvPr/>
        </p:nvSpPr>
        <p:spPr bwMode="auto">
          <a:xfrm>
            <a:off x="6934200" y="3200400"/>
            <a:ext cx="17526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Hypotenuse</a:t>
            </a:r>
          </a:p>
        </p:txBody>
      </p:sp>
      <p:sp>
        <p:nvSpPr>
          <p:cNvPr id="31755" name="Text Box 11">
            <a:extLst>
              <a:ext uri="{FF2B5EF4-FFF2-40B4-BE49-F238E27FC236}">
                <a16:creationId xmlns:a16="http://schemas.microsoft.com/office/drawing/2014/main" id="{2F2E2ECA-C9DB-918D-2692-4117E5809A67}"/>
              </a:ext>
            </a:extLst>
          </p:cNvPr>
          <p:cNvSpPr txBox="1">
            <a:spLocks noChangeArrowheads="1"/>
          </p:cNvSpPr>
          <p:nvPr/>
        </p:nvSpPr>
        <p:spPr bwMode="auto">
          <a:xfrm>
            <a:off x="4648200" y="3886200"/>
            <a:ext cx="762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Leg</a:t>
            </a:r>
          </a:p>
        </p:txBody>
      </p:sp>
      <p:sp>
        <p:nvSpPr>
          <p:cNvPr id="31756" name="Text Box 12">
            <a:extLst>
              <a:ext uri="{FF2B5EF4-FFF2-40B4-BE49-F238E27FC236}">
                <a16:creationId xmlns:a16="http://schemas.microsoft.com/office/drawing/2014/main" id="{65D48E5C-C436-65E0-192A-95E80654A873}"/>
              </a:ext>
            </a:extLst>
          </p:cNvPr>
          <p:cNvSpPr txBox="1">
            <a:spLocks noChangeArrowheads="1"/>
          </p:cNvSpPr>
          <p:nvPr/>
        </p:nvSpPr>
        <p:spPr bwMode="auto">
          <a:xfrm>
            <a:off x="6477000" y="5562600"/>
            <a:ext cx="762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Leg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53"/>
                                        </p:tgtEl>
                                        <p:attrNameLst>
                                          <p:attrName>style.visibility</p:attrName>
                                        </p:attrNameLst>
                                      </p:cBhvr>
                                      <p:to>
                                        <p:strVal val="visible"/>
                                      </p:to>
                                    </p:set>
                                    <p:anim calcmode="lin" valueType="num">
                                      <p:cBhvr additive="base">
                                        <p:cTn id="7" dur="500" fill="hold"/>
                                        <p:tgtEl>
                                          <p:spTgt spid="31753"/>
                                        </p:tgtEl>
                                        <p:attrNameLst>
                                          <p:attrName>ppt_x</p:attrName>
                                        </p:attrNameLst>
                                      </p:cBhvr>
                                      <p:tavLst>
                                        <p:tav tm="0">
                                          <p:val>
                                            <p:strVal val="0-#ppt_w/2"/>
                                          </p:val>
                                        </p:tav>
                                        <p:tav tm="100000">
                                          <p:val>
                                            <p:strVal val="#ppt_x"/>
                                          </p:val>
                                        </p:tav>
                                      </p:tavLst>
                                    </p:anim>
                                    <p:anim calcmode="lin" valueType="num">
                                      <p:cBhvr additive="base">
                                        <p:cTn id="8" dur="500" fill="hold"/>
                                        <p:tgtEl>
                                          <p:spTgt spid="3175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52"/>
                                        </p:tgtEl>
                                        <p:attrNameLst>
                                          <p:attrName>style.visibility</p:attrName>
                                        </p:attrNameLst>
                                      </p:cBhvr>
                                      <p:to>
                                        <p:strVal val="visible"/>
                                      </p:to>
                                    </p:set>
                                    <p:anim calcmode="lin" valueType="num">
                                      <p:cBhvr additive="base">
                                        <p:cTn id="13" dur="500" fill="hold"/>
                                        <p:tgtEl>
                                          <p:spTgt spid="31752"/>
                                        </p:tgtEl>
                                        <p:attrNameLst>
                                          <p:attrName>ppt_x</p:attrName>
                                        </p:attrNameLst>
                                      </p:cBhvr>
                                      <p:tavLst>
                                        <p:tav tm="0">
                                          <p:val>
                                            <p:strVal val="0-#ppt_w/2"/>
                                          </p:val>
                                        </p:tav>
                                        <p:tav tm="100000">
                                          <p:val>
                                            <p:strVal val="#ppt_x"/>
                                          </p:val>
                                        </p:tav>
                                      </p:tavLst>
                                    </p:anim>
                                    <p:anim calcmode="lin" valueType="num">
                                      <p:cBhvr additive="base">
                                        <p:cTn id="14" dur="500" fill="hold"/>
                                        <p:tgtEl>
                                          <p:spTgt spid="317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751"/>
                                        </p:tgtEl>
                                        <p:attrNameLst>
                                          <p:attrName>style.visibility</p:attrName>
                                        </p:attrNameLst>
                                      </p:cBhvr>
                                      <p:to>
                                        <p:strVal val="visible"/>
                                      </p:to>
                                    </p:set>
                                    <p:anim calcmode="lin" valueType="num">
                                      <p:cBhvr additive="base">
                                        <p:cTn id="19" dur="500" fill="hold"/>
                                        <p:tgtEl>
                                          <p:spTgt spid="31751"/>
                                        </p:tgtEl>
                                        <p:attrNameLst>
                                          <p:attrName>ppt_x</p:attrName>
                                        </p:attrNameLst>
                                      </p:cBhvr>
                                      <p:tavLst>
                                        <p:tav tm="0">
                                          <p:val>
                                            <p:strVal val="0-#ppt_w/2"/>
                                          </p:val>
                                        </p:tav>
                                        <p:tav tm="100000">
                                          <p:val>
                                            <p:strVal val="#ppt_x"/>
                                          </p:val>
                                        </p:tav>
                                      </p:tavLst>
                                    </p:anim>
                                    <p:anim calcmode="lin" valueType="num">
                                      <p:cBhvr additive="base">
                                        <p:cTn id="20" dur="500" fill="hold"/>
                                        <p:tgtEl>
                                          <p:spTgt spid="3175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754"/>
                                        </p:tgtEl>
                                        <p:attrNameLst>
                                          <p:attrName>style.visibility</p:attrName>
                                        </p:attrNameLst>
                                      </p:cBhvr>
                                      <p:to>
                                        <p:strVal val="visible"/>
                                      </p:to>
                                    </p:set>
                                    <p:anim calcmode="lin" valueType="num">
                                      <p:cBhvr additive="base">
                                        <p:cTn id="25" dur="500" fill="hold"/>
                                        <p:tgtEl>
                                          <p:spTgt spid="31754"/>
                                        </p:tgtEl>
                                        <p:attrNameLst>
                                          <p:attrName>ppt_x</p:attrName>
                                        </p:attrNameLst>
                                      </p:cBhvr>
                                      <p:tavLst>
                                        <p:tav tm="0">
                                          <p:val>
                                            <p:strVal val="0-#ppt_w/2"/>
                                          </p:val>
                                        </p:tav>
                                        <p:tav tm="100000">
                                          <p:val>
                                            <p:strVal val="#ppt_x"/>
                                          </p:val>
                                        </p:tav>
                                      </p:tavLst>
                                    </p:anim>
                                    <p:anim calcmode="lin" valueType="num">
                                      <p:cBhvr additive="base">
                                        <p:cTn id="26" dur="500" fill="hold"/>
                                        <p:tgtEl>
                                          <p:spTgt spid="3175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755"/>
                                        </p:tgtEl>
                                        <p:attrNameLst>
                                          <p:attrName>style.visibility</p:attrName>
                                        </p:attrNameLst>
                                      </p:cBhvr>
                                      <p:to>
                                        <p:strVal val="visible"/>
                                      </p:to>
                                    </p:set>
                                    <p:anim calcmode="lin" valueType="num">
                                      <p:cBhvr additive="base">
                                        <p:cTn id="31" dur="500" fill="hold"/>
                                        <p:tgtEl>
                                          <p:spTgt spid="31755"/>
                                        </p:tgtEl>
                                        <p:attrNameLst>
                                          <p:attrName>ppt_x</p:attrName>
                                        </p:attrNameLst>
                                      </p:cBhvr>
                                      <p:tavLst>
                                        <p:tav tm="0">
                                          <p:val>
                                            <p:strVal val="0-#ppt_w/2"/>
                                          </p:val>
                                        </p:tav>
                                        <p:tav tm="100000">
                                          <p:val>
                                            <p:strVal val="#ppt_x"/>
                                          </p:val>
                                        </p:tav>
                                      </p:tavLst>
                                    </p:anim>
                                    <p:anim calcmode="lin" valueType="num">
                                      <p:cBhvr additive="base">
                                        <p:cTn id="32" dur="500" fill="hold"/>
                                        <p:tgtEl>
                                          <p:spTgt spid="3175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1756"/>
                                        </p:tgtEl>
                                        <p:attrNameLst>
                                          <p:attrName>style.visibility</p:attrName>
                                        </p:attrNameLst>
                                      </p:cBhvr>
                                      <p:to>
                                        <p:strVal val="visible"/>
                                      </p:to>
                                    </p:set>
                                    <p:anim calcmode="lin" valueType="num">
                                      <p:cBhvr additive="base">
                                        <p:cTn id="37" dur="500" fill="hold"/>
                                        <p:tgtEl>
                                          <p:spTgt spid="31756"/>
                                        </p:tgtEl>
                                        <p:attrNameLst>
                                          <p:attrName>ppt_x</p:attrName>
                                        </p:attrNameLst>
                                      </p:cBhvr>
                                      <p:tavLst>
                                        <p:tav tm="0">
                                          <p:val>
                                            <p:strVal val="0-#ppt_w/2"/>
                                          </p:val>
                                        </p:tav>
                                        <p:tav tm="100000">
                                          <p:val>
                                            <p:strVal val="#ppt_x"/>
                                          </p:val>
                                        </p:tav>
                                      </p:tavLst>
                                    </p:anim>
                                    <p:anim calcmode="lin" valueType="num">
                                      <p:cBhvr additive="base">
                                        <p:cTn id="38" dur="500" fill="hold"/>
                                        <p:tgtEl>
                                          <p:spTgt spid="31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animBg="1" autoUpdateAnimBg="0"/>
      <p:bldP spid="31752" grpId="0" animBg="1" autoUpdateAnimBg="0"/>
      <p:bldP spid="31753" grpId="0" animBg="1" autoUpdateAnimBg="0"/>
      <p:bldP spid="31754" grpId="0" animBg="1" autoUpdateAnimBg="0"/>
      <p:bldP spid="31755" grpId="0" animBg="1" autoUpdateAnimBg="0"/>
      <p:bldP spid="31756"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D1C5C64-15D7-A88A-C377-9F1055D063A7}"/>
              </a:ext>
            </a:extLst>
          </p:cNvPr>
          <p:cNvSpPr>
            <a:spLocks noGrp="1" noChangeArrowheads="1"/>
          </p:cNvSpPr>
          <p:nvPr>
            <p:ph type="title"/>
          </p:nvPr>
        </p:nvSpPr>
        <p:spPr/>
        <p:txBody>
          <a:bodyPr/>
          <a:lstStyle/>
          <a:p>
            <a:pPr eaLnBrk="1" fontAlgn="auto" hangingPunct="1">
              <a:spcAft>
                <a:spcPts val="0"/>
              </a:spcAft>
              <a:defRPr/>
            </a:pPr>
            <a:r>
              <a:t>Labeling Exercise </a:t>
            </a:r>
          </a:p>
        </p:txBody>
      </p:sp>
      <p:sp>
        <p:nvSpPr>
          <p:cNvPr id="46082" name="Rectangle 3">
            <a:extLst>
              <a:ext uri="{FF2B5EF4-FFF2-40B4-BE49-F238E27FC236}">
                <a16:creationId xmlns:a16="http://schemas.microsoft.com/office/drawing/2014/main" id="{47542866-5BB0-B837-C35E-0452602DB6BF}"/>
              </a:ext>
            </a:extLst>
          </p:cNvPr>
          <p:cNvSpPr>
            <a:spLocks noGrp="1" noChangeArrowheads="1"/>
          </p:cNvSpPr>
          <p:nvPr>
            <p:ph type="body" sz="half" idx="1"/>
          </p:nvPr>
        </p:nvSpPr>
        <p:spPr/>
        <p:txBody>
          <a:bodyPr/>
          <a:lstStyle/>
          <a:p>
            <a:pPr algn="ctr" eaLnBrk="1" hangingPunct="1">
              <a:buFont typeface="Wingdings" panose="05000000000000000000" pitchFamily="2" charset="2"/>
              <a:buNone/>
            </a:pPr>
            <a:r>
              <a:rPr lang="en-US" altLang="en-US" sz="2400"/>
              <a:t>Label the following on the isosceles triangle:</a:t>
            </a:r>
          </a:p>
          <a:p>
            <a:pPr eaLnBrk="1" hangingPunct="1">
              <a:buFont typeface="Wingdings" panose="05000000000000000000" pitchFamily="2" charset="2"/>
              <a:buNone/>
            </a:pPr>
            <a:endParaRPr lang="en-US" altLang="en-US" sz="2400"/>
          </a:p>
          <a:p>
            <a:pPr eaLnBrk="1" hangingPunct="1"/>
            <a:r>
              <a:rPr lang="en-US" altLang="en-US" sz="2400"/>
              <a:t>Base</a:t>
            </a:r>
          </a:p>
          <a:p>
            <a:pPr eaLnBrk="1" hangingPunct="1"/>
            <a:r>
              <a:rPr lang="en-US" altLang="en-US" sz="2400"/>
              <a:t>Congruent adjacent sides</a:t>
            </a:r>
          </a:p>
          <a:p>
            <a:pPr eaLnBrk="1" hangingPunct="1"/>
            <a:r>
              <a:rPr lang="en-US" altLang="en-US" sz="2400"/>
              <a:t>Legs</a:t>
            </a:r>
          </a:p>
          <a:p>
            <a:pPr eaLnBrk="1" hangingPunct="1"/>
            <a:endParaRPr lang="en-US" altLang="en-US" sz="2400"/>
          </a:p>
          <a:p>
            <a:pPr eaLnBrk="1" hangingPunct="1"/>
            <a:endParaRPr lang="en-US" altLang="en-US" sz="2800"/>
          </a:p>
          <a:p>
            <a:pPr eaLnBrk="1" hangingPunct="1">
              <a:buFont typeface="Wingdings" panose="05000000000000000000" pitchFamily="2" charset="2"/>
              <a:buNone/>
            </a:pPr>
            <a:r>
              <a:rPr lang="en-US" altLang="en-US" sz="2800"/>
              <a:t>    m&lt;1 = m&lt;A + m&lt;B</a:t>
            </a:r>
          </a:p>
        </p:txBody>
      </p:sp>
      <p:sp>
        <p:nvSpPr>
          <p:cNvPr id="8196" name="Rectangle 4">
            <a:extLst>
              <a:ext uri="{FF2B5EF4-FFF2-40B4-BE49-F238E27FC236}">
                <a16:creationId xmlns:a16="http://schemas.microsoft.com/office/drawing/2014/main" id="{C46D9AD1-FC82-2343-E800-02755A686B84}"/>
              </a:ext>
            </a:extLst>
          </p:cNvPr>
          <p:cNvSpPr>
            <a:spLocks noChangeArrowheads="1"/>
          </p:cNvSpPr>
          <p:nvPr/>
        </p:nvSpPr>
        <p:spPr bwMode="auto">
          <a:xfrm>
            <a:off x="4419600" y="1828800"/>
            <a:ext cx="4267200" cy="4343400"/>
          </a:xfrm>
          <a:prstGeom prst="rect">
            <a:avLst/>
          </a:prstGeom>
          <a:solidFill>
            <a:schemeClr val="tx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32774" name="Text Box 6">
            <a:extLst>
              <a:ext uri="{FF2B5EF4-FFF2-40B4-BE49-F238E27FC236}">
                <a16:creationId xmlns:a16="http://schemas.microsoft.com/office/drawing/2014/main" id="{91D715C5-AC83-5B5B-5D00-C621B768A3F9}"/>
              </a:ext>
            </a:extLst>
          </p:cNvPr>
          <p:cNvSpPr txBox="1">
            <a:spLocks noChangeArrowheads="1"/>
          </p:cNvSpPr>
          <p:nvPr/>
        </p:nvSpPr>
        <p:spPr bwMode="auto">
          <a:xfrm>
            <a:off x="4648200" y="2819400"/>
            <a:ext cx="1447800" cy="835025"/>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Adjacent side</a:t>
            </a:r>
          </a:p>
        </p:txBody>
      </p:sp>
      <p:sp>
        <p:nvSpPr>
          <p:cNvPr id="32776" name="Text Box 8">
            <a:extLst>
              <a:ext uri="{FF2B5EF4-FFF2-40B4-BE49-F238E27FC236}">
                <a16:creationId xmlns:a16="http://schemas.microsoft.com/office/drawing/2014/main" id="{579727E6-9C6E-E407-E240-26DD002783FE}"/>
              </a:ext>
            </a:extLst>
          </p:cNvPr>
          <p:cNvSpPr txBox="1">
            <a:spLocks noChangeArrowheads="1"/>
          </p:cNvSpPr>
          <p:nvPr/>
        </p:nvSpPr>
        <p:spPr bwMode="auto">
          <a:xfrm>
            <a:off x="6172200" y="5334000"/>
            <a:ext cx="8382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Base</a:t>
            </a:r>
          </a:p>
        </p:txBody>
      </p:sp>
      <p:sp>
        <p:nvSpPr>
          <p:cNvPr id="32777" name="Text Box 9">
            <a:extLst>
              <a:ext uri="{FF2B5EF4-FFF2-40B4-BE49-F238E27FC236}">
                <a16:creationId xmlns:a16="http://schemas.microsoft.com/office/drawing/2014/main" id="{02C2E43B-6EE9-B38E-9664-5055C3DB1B7C}"/>
              </a:ext>
            </a:extLst>
          </p:cNvPr>
          <p:cNvSpPr txBox="1">
            <a:spLocks noChangeArrowheads="1"/>
          </p:cNvSpPr>
          <p:nvPr/>
        </p:nvSpPr>
        <p:spPr bwMode="auto">
          <a:xfrm>
            <a:off x="7010400" y="2819400"/>
            <a:ext cx="1371600" cy="835025"/>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Adjacent Side</a:t>
            </a:r>
          </a:p>
        </p:txBody>
      </p:sp>
      <p:sp>
        <p:nvSpPr>
          <p:cNvPr id="32778" name="Text Box 10">
            <a:extLst>
              <a:ext uri="{FF2B5EF4-FFF2-40B4-BE49-F238E27FC236}">
                <a16:creationId xmlns:a16="http://schemas.microsoft.com/office/drawing/2014/main" id="{DAFD6C83-0471-A027-381C-493659EE6B67}"/>
              </a:ext>
            </a:extLst>
          </p:cNvPr>
          <p:cNvSpPr txBox="1">
            <a:spLocks noChangeArrowheads="1"/>
          </p:cNvSpPr>
          <p:nvPr/>
        </p:nvSpPr>
        <p:spPr bwMode="auto">
          <a:xfrm>
            <a:off x="5181600" y="4191000"/>
            <a:ext cx="762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Leg</a:t>
            </a:r>
          </a:p>
        </p:txBody>
      </p:sp>
      <p:sp>
        <p:nvSpPr>
          <p:cNvPr id="32779" name="Text Box 11">
            <a:extLst>
              <a:ext uri="{FF2B5EF4-FFF2-40B4-BE49-F238E27FC236}">
                <a16:creationId xmlns:a16="http://schemas.microsoft.com/office/drawing/2014/main" id="{681F2835-C7B2-83C0-44EB-08F7E2EA9950}"/>
              </a:ext>
            </a:extLst>
          </p:cNvPr>
          <p:cNvSpPr txBox="1">
            <a:spLocks noChangeArrowheads="1"/>
          </p:cNvSpPr>
          <p:nvPr/>
        </p:nvSpPr>
        <p:spPr bwMode="auto">
          <a:xfrm>
            <a:off x="7162800" y="4191000"/>
            <a:ext cx="762000" cy="469900"/>
          </a:xfrm>
          <a:prstGeom prst="rect">
            <a:avLst/>
          </a:prstGeom>
          <a:solidFill>
            <a:schemeClr val="bg1"/>
          </a:solidFill>
          <a:ln w="12700" cap="sq">
            <a:solidFill>
              <a:schemeClr val="bg1"/>
            </a:solidFill>
            <a:miter lim="800000"/>
            <a:headEnd type="none" w="sm" len="sm"/>
            <a:tailEnd type="none" w="sm" len="sm"/>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Leg</a:t>
            </a:r>
          </a:p>
        </p:txBody>
      </p:sp>
      <p:sp>
        <p:nvSpPr>
          <p:cNvPr id="8202" name="AutoShape 12">
            <a:extLst>
              <a:ext uri="{FF2B5EF4-FFF2-40B4-BE49-F238E27FC236}">
                <a16:creationId xmlns:a16="http://schemas.microsoft.com/office/drawing/2014/main" id="{96145596-EA7E-610A-257A-9C1607003B3A}"/>
              </a:ext>
            </a:extLst>
          </p:cNvPr>
          <p:cNvSpPr>
            <a:spLocks noChangeArrowheads="1"/>
          </p:cNvSpPr>
          <p:nvPr/>
        </p:nvSpPr>
        <p:spPr bwMode="auto">
          <a:xfrm>
            <a:off x="6019800" y="2438400"/>
            <a:ext cx="1066800" cy="2743200"/>
          </a:xfrm>
          <a:prstGeom prst="triangle">
            <a:avLst>
              <a:gd name="adj" fmla="val 50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6"/>
                                        </p:tgtEl>
                                        <p:attrNameLst>
                                          <p:attrName>style.visibility</p:attrName>
                                        </p:attrNameLst>
                                      </p:cBhvr>
                                      <p:to>
                                        <p:strVal val="visible"/>
                                      </p:to>
                                    </p:set>
                                    <p:anim calcmode="lin" valueType="num">
                                      <p:cBhvr additive="base">
                                        <p:cTn id="7" dur="500" fill="hold"/>
                                        <p:tgtEl>
                                          <p:spTgt spid="32776"/>
                                        </p:tgtEl>
                                        <p:attrNameLst>
                                          <p:attrName>ppt_x</p:attrName>
                                        </p:attrNameLst>
                                      </p:cBhvr>
                                      <p:tavLst>
                                        <p:tav tm="0">
                                          <p:val>
                                            <p:strVal val="0-#ppt_w/2"/>
                                          </p:val>
                                        </p:tav>
                                        <p:tav tm="100000">
                                          <p:val>
                                            <p:strVal val="#ppt_x"/>
                                          </p:val>
                                        </p:tav>
                                      </p:tavLst>
                                    </p:anim>
                                    <p:anim calcmode="lin" valueType="num">
                                      <p:cBhvr additive="base">
                                        <p:cTn id="8" dur="500" fill="hold"/>
                                        <p:tgtEl>
                                          <p:spTgt spid="327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 calcmode="lin" valueType="num">
                                      <p:cBhvr additive="base">
                                        <p:cTn id="13" dur="500" fill="hold"/>
                                        <p:tgtEl>
                                          <p:spTgt spid="32774"/>
                                        </p:tgtEl>
                                        <p:attrNameLst>
                                          <p:attrName>ppt_x</p:attrName>
                                        </p:attrNameLst>
                                      </p:cBhvr>
                                      <p:tavLst>
                                        <p:tav tm="0">
                                          <p:val>
                                            <p:strVal val="0-#ppt_w/2"/>
                                          </p:val>
                                        </p:tav>
                                        <p:tav tm="100000">
                                          <p:val>
                                            <p:strVal val="#ppt_x"/>
                                          </p:val>
                                        </p:tav>
                                      </p:tavLst>
                                    </p:anim>
                                    <p:anim calcmode="lin" valueType="num">
                                      <p:cBhvr additive="base">
                                        <p:cTn id="14" dur="500" fill="hold"/>
                                        <p:tgtEl>
                                          <p:spTgt spid="3277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77"/>
                                        </p:tgtEl>
                                        <p:attrNameLst>
                                          <p:attrName>style.visibility</p:attrName>
                                        </p:attrNameLst>
                                      </p:cBhvr>
                                      <p:to>
                                        <p:strVal val="visible"/>
                                      </p:to>
                                    </p:set>
                                    <p:anim calcmode="lin" valueType="num">
                                      <p:cBhvr additive="base">
                                        <p:cTn id="19" dur="500" fill="hold"/>
                                        <p:tgtEl>
                                          <p:spTgt spid="32777"/>
                                        </p:tgtEl>
                                        <p:attrNameLst>
                                          <p:attrName>ppt_x</p:attrName>
                                        </p:attrNameLst>
                                      </p:cBhvr>
                                      <p:tavLst>
                                        <p:tav tm="0">
                                          <p:val>
                                            <p:strVal val="0-#ppt_w/2"/>
                                          </p:val>
                                        </p:tav>
                                        <p:tav tm="100000">
                                          <p:val>
                                            <p:strVal val="#ppt_x"/>
                                          </p:val>
                                        </p:tav>
                                      </p:tavLst>
                                    </p:anim>
                                    <p:anim calcmode="lin" valueType="num">
                                      <p:cBhvr additive="base">
                                        <p:cTn id="20" dur="500" fill="hold"/>
                                        <p:tgtEl>
                                          <p:spTgt spid="3277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778"/>
                                        </p:tgtEl>
                                        <p:attrNameLst>
                                          <p:attrName>style.visibility</p:attrName>
                                        </p:attrNameLst>
                                      </p:cBhvr>
                                      <p:to>
                                        <p:strVal val="visible"/>
                                      </p:to>
                                    </p:set>
                                    <p:anim calcmode="lin" valueType="num">
                                      <p:cBhvr additive="base">
                                        <p:cTn id="25" dur="500" fill="hold"/>
                                        <p:tgtEl>
                                          <p:spTgt spid="32778"/>
                                        </p:tgtEl>
                                        <p:attrNameLst>
                                          <p:attrName>ppt_x</p:attrName>
                                        </p:attrNameLst>
                                      </p:cBhvr>
                                      <p:tavLst>
                                        <p:tav tm="0">
                                          <p:val>
                                            <p:strVal val="0-#ppt_w/2"/>
                                          </p:val>
                                        </p:tav>
                                        <p:tav tm="100000">
                                          <p:val>
                                            <p:strVal val="#ppt_x"/>
                                          </p:val>
                                        </p:tav>
                                      </p:tavLst>
                                    </p:anim>
                                    <p:anim calcmode="lin" valueType="num">
                                      <p:cBhvr additive="base">
                                        <p:cTn id="26" dur="500" fill="hold"/>
                                        <p:tgtEl>
                                          <p:spTgt spid="3277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779"/>
                                        </p:tgtEl>
                                        <p:attrNameLst>
                                          <p:attrName>style.visibility</p:attrName>
                                        </p:attrNameLst>
                                      </p:cBhvr>
                                      <p:to>
                                        <p:strVal val="visible"/>
                                      </p:to>
                                    </p:set>
                                    <p:anim calcmode="lin" valueType="num">
                                      <p:cBhvr additive="base">
                                        <p:cTn id="31" dur="500" fill="hold"/>
                                        <p:tgtEl>
                                          <p:spTgt spid="32779"/>
                                        </p:tgtEl>
                                        <p:attrNameLst>
                                          <p:attrName>ppt_x</p:attrName>
                                        </p:attrNameLst>
                                      </p:cBhvr>
                                      <p:tavLst>
                                        <p:tav tm="0">
                                          <p:val>
                                            <p:strVal val="0-#ppt_w/2"/>
                                          </p:val>
                                        </p:tav>
                                        <p:tav tm="100000">
                                          <p:val>
                                            <p:strVal val="#ppt_x"/>
                                          </p:val>
                                        </p:tav>
                                      </p:tavLst>
                                    </p:anim>
                                    <p:anim calcmode="lin" valueType="num">
                                      <p:cBhvr additive="base">
                                        <p:cTn id="32" dur="500" fill="hold"/>
                                        <p:tgtEl>
                                          <p:spTgt spid="327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animBg="1" autoUpdateAnimBg="0"/>
      <p:bldP spid="32776" grpId="0" animBg="1" autoUpdateAnimBg="0"/>
      <p:bldP spid="32777" grpId="0" animBg="1" autoUpdateAnimBg="0"/>
      <p:bldP spid="32778" grpId="0" animBg="1" autoUpdateAnimBg="0"/>
      <p:bldP spid="32779"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4F21EBD-1CA9-8759-6B1E-E7E130D36E06}"/>
              </a:ext>
            </a:extLst>
          </p:cNvPr>
          <p:cNvSpPr>
            <a:spLocks noGrp="1" noChangeArrowheads="1"/>
          </p:cNvSpPr>
          <p:nvPr>
            <p:ph type="title"/>
          </p:nvPr>
        </p:nvSpPr>
        <p:spPr/>
        <p:txBody>
          <a:bodyPr/>
          <a:lstStyle/>
          <a:p>
            <a:pPr eaLnBrk="1" fontAlgn="auto" hangingPunct="1">
              <a:spcAft>
                <a:spcPts val="0"/>
              </a:spcAft>
              <a:defRPr/>
            </a:pPr>
            <a:r>
              <a:t>More Definitions</a:t>
            </a:r>
          </a:p>
        </p:txBody>
      </p:sp>
      <p:sp>
        <p:nvSpPr>
          <p:cNvPr id="33795" name="Rectangle 3">
            <a:extLst>
              <a:ext uri="{FF2B5EF4-FFF2-40B4-BE49-F238E27FC236}">
                <a16:creationId xmlns:a16="http://schemas.microsoft.com/office/drawing/2014/main" id="{D8BDB92C-56A4-87A7-9894-77C202182C88}"/>
              </a:ext>
            </a:extLst>
          </p:cNvPr>
          <p:cNvSpPr>
            <a:spLocks noGrp="1" noChangeArrowheads="1"/>
          </p:cNvSpPr>
          <p:nvPr>
            <p:ph type="body" sz="half" idx="1"/>
          </p:nvPr>
        </p:nvSpPr>
        <p:spPr>
          <a:xfrm>
            <a:off x="685800" y="1371600"/>
            <a:ext cx="3810000" cy="2168525"/>
          </a:xfrm>
        </p:spPr>
        <p:txBody>
          <a:bodyPr>
            <a:normAutofit lnSpcReduction="10000"/>
          </a:bodyPr>
          <a:lstStyle/>
          <a:p>
            <a:pPr marL="274320" indent="-274320" eaLnBrk="1" fontAlgn="auto" hangingPunct="1">
              <a:spcAft>
                <a:spcPts val="0"/>
              </a:spcAft>
              <a:buFont typeface="Wingdings 2"/>
              <a:buChar char=""/>
              <a:defRPr/>
            </a:pPr>
            <a:endParaRPr lang="en-US" sz="2800"/>
          </a:p>
          <a:p>
            <a:pPr marL="274320" indent="-274320" eaLnBrk="1" fontAlgn="auto" hangingPunct="1">
              <a:spcAft>
                <a:spcPts val="0"/>
              </a:spcAft>
              <a:buFont typeface="Wingdings 2"/>
              <a:buChar char=""/>
              <a:defRPr/>
            </a:pPr>
            <a:r>
              <a:rPr lang="en-US" sz="2800"/>
              <a:t>Interior Angles: angles inside the triangle</a:t>
            </a:r>
          </a:p>
          <a:p>
            <a:pPr marL="274320" indent="-274320" eaLnBrk="1" fontAlgn="auto" hangingPunct="1">
              <a:spcAft>
                <a:spcPts val="0"/>
              </a:spcAft>
              <a:buFont typeface="Wingdings" pitchFamily="2" charset="2"/>
              <a:buNone/>
              <a:defRPr/>
            </a:pPr>
            <a:r>
              <a:rPr lang="en-US" sz="2800"/>
              <a:t>    (angles A, B, and C)</a:t>
            </a:r>
          </a:p>
        </p:txBody>
      </p:sp>
      <p:sp>
        <p:nvSpPr>
          <p:cNvPr id="9220" name="Rectangle 5">
            <a:extLst>
              <a:ext uri="{FF2B5EF4-FFF2-40B4-BE49-F238E27FC236}">
                <a16:creationId xmlns:a16="http://schemas.microsoft.com/office/drawing/2014/main" id="{B2C7B1CB-A690-27E0-DCC0-80331E84FD42}"/>
              </a:ext>
            </a:extLst>
          </p:cNvPr>
          <p:cNvSpPr>
            <a:spLocks noChangeArrowheads="1"/>
          </p:cNvSpPr>
          <p:nvPr/>
        </p:nvSpPr>
        <p:spPr bwMode="auto">
          <a:xfrm>
            <a:off x="4648200" y="1676400"/>
            <a:ext cx="3810000" cy="4343400"/>
          </a:xfrm>
          <a:prstGeom prst="rect">
            <a:avLst/>
          </a:prstGeom>
          <a:solidFill>
            <a:schemeClr val="tx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9221" name="Line 6">
            <a:extLst>
              <a:ext uri="{FF2B5EF4-FFF2-40B4-BE49-F238E27FC236}">
                <a16:creationId xmlns:a16="http://schemas.microsoft.com/office/drawing/2014/main" id="{38525E27-FFE8-D246-CFBE-4777E099EEA2}"/>
              </a:ext>
            </a:extLst>
          </p:cNvPr>
          <p:cNvSpPr>
            <a:spLocks noChangeShapeType="1"/>
          </p:cNvSpPr>
          <p:nvPr/>
        </p:nvSpPr>
        <p:spPr bwMode="auto">
          <a:xfrm flipH="1">
            <a:off x="6019800" y="2286000"/>
            <a:ext cx="1219200" cy="190500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9222" name="Line 7">
            <a:extLst>
              <a:ext uri="{FF2B5EF4-FFF2-40B4-BE49-F238E27FC236}">
                <a16:creationId xmlns:a16="http://schemas.microsoft.com/office/drawing/2014/main" id="{F9A2D7AB-1C51-CC23-B341-7A2AC7E9433B}"/>
              </a:ext>
            </a:extLst>
          </p:cNvPr>
          <p:cNvSpPr>
            <a:spLocks noChangeShapeType="1"/>
          </p:cNvSpPr>
          <p:nvPr/>
        </p:nvSpPr>
        <p:spPr bwMode="auto">
          <a:xfrm>
            <a:off x="6858000" y="2895600"/>
            <a:ext cx="1524000" cy="236220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9223" name="Line 8">
            <a:extLst>
              <a:ext uri="{FF2B5EF4-FFF2-40B4-BE49-F238E27FC236}">
                <a16:creationId xmlns:a16="http://schemas.microsoft.com/office/drawing/2014/main" id="{76E377BC-1981-7069-7C20-85644E631421}"/>
              </a:ext>
            </a:extLst>
          </p:cNvPr>
          <p:cNvSpPr>
            <a:spLocks noChangeShapeType="1"/>
          </p:cNvSpPr>
          <p:nvPr/>
        </p:nvSpPr>
        <p:spPr bwMode="auto">
          <a:xfrm flipH="1" flipV="1">
            <a:off x="5181600" y="4038600"/>
            <a:ext cx="2819400" cy="60960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3801" name="Text Box 9">
            <a:extLst>
              <a:ext uri="{FF2B5EF4-FFF2-40B4-BE49-F238E27FC236}">
                <a16:creationId xmlns:a16="http://schemas.microsoft.com/office/drawing/2014/main" id="{9E4CCF6E-3917-60D0-06B8-29F9315CE495}"/>
              </a:ext>
            </a:extLst>
          </p:cNvPr>
          <p:cNvSpPr txBox="1">
            <a:spLocks noChangeArrowheads="1"/>
          </p:cNvSpPr>
          <p:nvPr/>
        </p:nvSpPr>
        <p:spPr bwMode="auto">
          <a:xfrm>
            <a:off x="6248400" y="38100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A</a:t>
            </a:r>
          </a:p>
        </p:txBody>
      </p:sp>
      <p:sp>
        <p:nvSpPr>
          <p:cNvPr id="33802" name="Text Box 10">
            <a:extLst>
              <a:ext uri="{FF2B5EF4-FFF2-40B4-BE49-F238E27FC236}">
                <a16:creationId xmlns:a16="http://schemas.microsoft.com/office/drawing/2014/main" id="{6ADF657E-D860-FAEB-D0A9-036F98B73551}"/>
              </a:ext>
            </a:extLst>
          </p:cNvPr>
          <p:cNvSpPr txBox="1">
            <a:spLocks noChangeArrowheads="1"/>
          </p:cNvSpPr>
          <p:nvPr/>
        </p:nvSpPr>
        <p:spPr bwMode="auto">
          <a:xfrm>
            <a:off x="6705600" y="30480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B</a:t>
            </a:r>
          </a:p>
        </p:txBody>
      </p:sp>
      <p:sp>
        <p:nvSpPr>
          <p:cNvPr id="33803" name="Text Box 11">
            <a:extLst>
              <a:ext uri="{FF2B5EF4-FFF2-40B4-BE49-F238E27FC236}">
                <a16:creationId xmlns:a16="http://schemas.microsoft.com/office/drawing/2014/main" id="{ADA4EC58-33E1-B255-7CA9-EFC155520CE8}"/>
              </a:ext>
            </a:extLst>
          </p:cNvPr>
          <p:cNvSpPr txBox="1">
            <a:spLocks noChangeArrowheads="1"/>
          </p:cNvSpPr>
          <p:nvPr/>
        </p:nvSpPr>
        <p:spPr bwMode="auto">
          <a:xfrm>
            <a:off x="7315200" y="41148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C</a:t>
            </a:r>
          </a:p>
        </p:txBody>
      </p:sp>
      <p:sp>
        <p:nvSpPr>
          <p:cNvPr id="33804" name="Text Box 12">
            <a:extLst>
              <a:ext uri="{FF2B5EF4-FFF2-40B4-BE49-F238E27FC236}">
                <a16:creationId xmlns:a16="http://schemas.microsoft.com/office/drawing/2014/main" id="{0A643356-DBA8-F9BD-E614-A79DDAA82EA4}"/>
              </a:ext>
            </a:extLst>
          </p:cNvPr>
          <p:cNvSpPr txBox="1">
            <a:spLocks noChangeArrowheads="1"/>
          </p:cNvSpPr>
          <p:nvPr/>
        </p:nvSpPr>
        <p:spPr bwMode="auto">
          <a:xfrm>
            <a:off x="5638800" y="36576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1</a:t>
            </a:r>
          </a:p>
        </p:txBody>
      </p:sp>
      <p:sp>
        <p:nvSpPr>
          <p:cNvPr id="33805" name="Text Box 13">
            <a:extLst>
              <a:ext uri="{FF2B5EF4-FFF2-40B4-BE49-F238E27FC236}">
                <a16:creationId xmlns:a16="http://schemas.microsoft.com/office/drawing/2014/main" id="{F0AAC2D3-565E-E782-7B62-31AC1FD6634D}"/>
              </a:ext>
            </a:extLst>
          </p:cNvPr>
          <p:cNvSpPr txBox="1">
            <a:spLocks noChangeArrowheads="1"/>
          </p:cNvSpPr>
          <p:nvPr/>
        </p:nvSpPr>
        <p:spPr bwMode="auto">
          <a:xfrm>
            <a:off x="7010400" y="25908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2</a:t>
            </a:r>
          </a:p>
        </p:txBody>
      </p:sp>
      <p:sp>
        <p:nvSpPr>
          <p:cNvPr id="33806" name="Text Box 14">
            <a:extLst>
              <a:ext uri="{FF2B5EF4-FFF2-40B4-BE49-F238E27FC236}">
                <a16:creationId xmlns:a16="http://schemas.microsoft.com/office/drawing/2014/main" id="{3568CE03-829E-D0DD-D087-319892B1E17C}"/>
              </a:ext>
            </a:extLst>
          </p:cNvPr>
          <p:cNvSpPr txBox="1">
            <a:spLocks noChangeArrowheads="1"/>
          </p:cNvSpPr>
          <p:nvPr/>
        </p:nvSpPr>
        <p:spPr bwMode="auto">
          <a:xfrm>
            <a:off x="7543800" y="46482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3</a:t>
            </a:r>
          </a:p>
        </p:txBody>
      </p:sp>
      <p:sp>
        <p:nvSpPr>
          <p:cNvPr id="33807" name="Text Box 15">
            <a:extLst>
              <a:ext uri="{FF2B5EF4-FFF2-40B4-BE49-F238E27FC236}">
                <a16:creationId xmlns:a16="http://schemas.microsoft.com/office/drawing/2014/main" id="{8E080D77-31C4-A21E-5D91-ECCDE1D3149E}"/>
              </a:ext>
            </a:extLst>
          </p:cNvPr>
          <p:cNvSpPr txBox="1">
            <a:spLocks noChangeArrowheads="1"/>
          </p:cNvSpPr>
          <p:nvPr/>
        </p:nvSpPr>
        <p:spPr bwMode="auto">
          <a:xfrm>
            <a:off x="685800" y="3581400"/>
            <a:ext cx="3733800" cy="2946400"/>
          </a:xfrm>
          <a:prstGeom prst="rect">
            <a:avLst/>
          </a:prstGeom>
          <a:noFill/>
          <a:ln w="12700" cap="sq">
            <a:noFill/>
            <a:miter lim="800000"/>
            <a:headEnd type="none" w="sm" len="sm"/>
            <a:tailEnd type="none" w="sm" len="sm"/>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5000"/>
              <a:buFont typeface="Wingdings" panose="05000000000000000000" pitchFamily="2" charset="2"/>
              <a:buChar char="n"/>
            </a:pPr>
            <a:endParaRPr lang="en-US" altLang="en-US" sz="2800">
              <a:effectLst>
                <a:outerShdw blurRad="38100" dist="38100" dir="2700000" algn="tl">
                  <a:srgbClr val="444D26"/>
                </a:outerShdw>
              </a:effectLst>
              <a:latin typeface="Times New Roman" panose="02020603050405020304" pitchFamily="18" charset="0"/>
            </a:endParaRPr>
          </a:p>
          <a:p>
            <a:pPr eaLnBrk="1" hangingPunct="1">
              <a:spcBef>
                <a:spcPct val="20000"/>
              </a:spcBef>
              <a:buClr>
                <a:schemeClr val="tx2"/>
              </a:buClr>
              <a:buSzPct val="75000"/>
              <a:buFont typeface="Wingdings" panose="05000000000000000000" pitchFamily="2" charset="2"/>
              <a:buChar char="n"/>
            </a:pPr>
            <a:r>
              <a:rPr lang="en-US" altLang="en-US" sz="2800">
                <a:effectLst>
                  <a:outerShdw blurRad="38100" dist="38100" dir="2700000" algn="tl">
                    <a:srgbClr val="444D26"/>
                  </a:outerShdw>
                </a:effectLst>
                <a:latin typeface="Times New Roman" panose="02020603050405020304" pitchFamily="18" charset="0"/>
              </a:rPr>
              <a:t>  Exterior Angles:    angles adjacent to the  interior angles</a:t>
            </a:r>
          </a:p>
          <a:p>
            <a:pPr eaLnBrk="1" hangingPunct="1">
              <a:spcBef>
                <a:spcPct val="20000"/>
              </a:spcBef>
              <a:buClr>
                <a:schemeClr val="tx2"/>
              </a:buClr>
              <a:buSzPct val="75000"/>
              <a:buFont typeface="Wingdings" panose="05000000000000000000" pitchFamily="2" charset="2"/>
              <a:buNone/>
            </a:pPr>
            <a:r>
              <a:rPr lang="en-US" altLang="en-US" sz="2800">
                <a:effectLst>
                  <a:outerShdw blurRad="38100" dist="38100" dir="2700000" algn="tl">
                    <a:srgbClr val="444D26"/>
                  </a:outerShdw>
                </a:effectLst>
                <a:latin typeface="Times New Roman" panose="02020603050405020304" pitchFamily="18" charset="0"/>
              </a:rPr>
              <a:t>    (angles 1, 2, and 3)</a:t>
            </a:r>
          </a:p>
          <a:p>
            <a:pPr eaLnBrk="1" hangingPunct="1">
              <a:spcBef>
                <a:spcPct val="50000"/>
              </a:spcBef>
            </a:pPr>
            <a:endParaRPr lang="en-US" altLang="en-US">
              <a:effectLst>
                <a:outerShdw blurRad="38100" dist="38100" dir="2700000" algn="tl">
                  <a:srgbClr val="444D26"/>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checkerboard(across)">
                                      <p:cBhvr>
                                        <p:cTn id="7" dur="500"/>
                                        <p:tgtEl>
                                          <p:spTgt spid="337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checkerboard(across)">
                                      <p:cBhvr>
                                        <p:cTn id="12" dur="500"/>
                                        <p:tgtEl>
                                          <p:spTgt spid="337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3801"/>
                                        </p:tgtEl>
                                        <p:attrNameLst>
                                          <p:attrName>style.visibility</p:attrName>
                                        </p:attrNameLst>
                                      </p:cBhvr>
                                      <p:to>
                                        <p:strVal val="visible"/>
                                      </p:to>
                                    </p:set>
                                    <p:anim calcmode="lin" valueType="num">
                                      <p:cBhvr additive="base">
                                        <p:cTn id="17" dur="500" fill="hold"/>
                                        <p:tgtEl>
                                          <p:spTgt spid="33801"/>
                                        </p:tgtEl>
                                        <p:attrNameLst>
                                          <p:attrName>ppt_x</p:attrName>
                                        </p:attrNameLst>
                                      </p:cBhvr>
                                      <p:tavLst>
                                        <p:tav tm="0">
                                          <p:val>
                                            <p:strVal val="0-#ppt_w/2"/>
                                          </p:val>
                                        </p:tav>
                                        <p:tav tm="100000">
                                          <p:val>
                                            <p:strVal val="#ppt_x"/>
                                          </p:val>
                                        </p:tav>
                                      </p:tavLst>
                                    </p:anim>
                                    <p:anim calcmode="lin" valueType="num">
                                      <p:cBhvr additive="base">
                                        <p:cTn id="18" dur="500" fill="hold"/>
                                        <p:tgtEl>
                                          <p:spTgt spid="3380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3802"/>
                                        </p:tgtEl>
                                        <p:attrNameLst>
                                          <p:attrName>style.visibility</p:attrName>
                                        </p:attrNameLst>
                                      </p:cBhvr>
                                      <p:to>
                                        <p:strVal val="visible"/>
                                      </p:to>
                                    </p:set>
                                    <p:anim calcmode="lin" valueType="num">
                                      <p:cBhvr additive="base">
                                        <p:cTn id="23" dur="500" fill="hold"/>
                                        <p:tgtEl>
                                          <p:spTgt spid="33802"/>
                                        </p:tgtEl>
                                        <p:attrNameLst>
                                          <p:attrName>ppt_x</p:attrName>
                                        </p:attrNameLst>
                                      </p:cBhvr>
                                      <p:tavLst>
                                        <p:tav tm="0">
                                          <p:val>
                                            <p:strVal val="0-#ppt_w/2"/>
                                          </p:val>
                                        </p:tav>
                                        <p:tav tm="100000">
                                          <p:val>
                                            <p:strVal val="#ppt_x"/>
                                          </p:val>
                                        </p:tav>
                                      </p:tavLst>
                                    </p:anim>
                                    <p:anim calcmode="lin" valueType="num">
                                      <p:cBhvr additive="base">
                                        <p:cTn id="24" dur="500" fill="hold"/>
                                        <p:tgtEl>
                                          <p:spTgt spid="3380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3803"/>
                                        </p:tgtEl>
                                        <p:attrNameLst>
                                          <p:attrName>style.visibility</p:attrName>
                                        </p:attrNameLst>
                                      </p:cBhvr>
                                      <p:to>
                                        <p:strVal val="visible"/>
                                      </p:to>
                                    </p:set>
                                    <p:anim calcmode="lin" valueType="num">
                                      <p:cBhvr additive="base">
                                        <p:cTn id="29" dur="500" fill="hold"/>
                                        <p:tgtEl>
                                          <p:spTgt spid="33803"/>
                                        </p:tgtEl>
                                        <p:attrNameLst>
                                          <p:attrName>ppt_x</p:attrName>
                                        </p:attrNameLst>
                                      </p:cBhvr>
                                      <p:tavLst>
                                        <p:tav tm="0">
                                          <p:val>
                                            <p:strVal val="0-#ppt_w/2"/>
                                          </p:val>
                                        </p:tav>
                                        <p:tav tm="100000">
                                          <p:val>
                                            <p:strVal val="#ppt_x"/>
                                          </p:val>
                                        </p:tav>
                                      </p:tavLst>
                                    </p:anim>
                                    <p:anim calcmode="lin" valueType="num">
                                      <p:cBhvr additive="base">
                                        <p:cTn id="30" dur="500" fill="hold"/>
                                        <p:tgtEl>
                                          <p:spTgt spid="3380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33807"/>
                                        </p:tgtEl>
                                        <p:attrNameLst>
                                          <p:attrName>style.visibility</p:attrName>
                                        </p:attrNameLst>
                                      </p:cBhvr>
                                      <p:to>
                                        <p:strVal val="visible"/>
                                      </p:to>
                                    </p:set>
                                    <p:animEffect transition="in" filter="checkerboard(across)">
                                      <p:cBhvr>
                                        <p:cTn id="35" dur="500"/>
                                        <p:tgtEl>
                                          <p:spTgt spid="3380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33804"/>
                                        </p:tgtEl>
                                        <p:attrNameLst>
                                          <p:attrName>style.visibility</p:attrName>
                                        </p:attrNameLst>
                                      </p:cBhvr>
                                      <p:to>
                                        <p:strVal val="visible"/>
                                      </p:to>
                                    </p:set>
                                    <p:anim calcmode="lin" valueType="num">
                                      <p:cBhvr additive="base">
                                        <p:cTn id="40" dur="500" fill="hold"/>
                                        <p:tgtEl>
                                          <p:spTgt spid="33804"/>
                                        </p:tgtEl>
                                        <p:attrNameLst>
                                          <p:attrName>ppt_x</p:attrName>
                                        </p:attrNameLst>
                                      </p:cBhvr>
                                      <p:tavLst>
                                        <p:tav tm="0">
                                          <p:val>
                                            <p:strVal val="0-#ppt_w/2"/>
                                          </p:val>
                                        </p:tav>
                                        <p:tav tm="100000">
                                          <p:val>
                                            <p:strVal val="#ppt_x"/>
                                          </p:val>
                                        </p:tav>
                                      </p:tavLst>
                                    </p:anim>
                                    <p:anim calcmode="lin" valueType="num">
                                      <p:cBhvr additive="base">
                                        <p:cTn id="41" dur="500" fill="hold"/>
                                        <p:tgtEl>
                                          <p:spTgt spid="33804"/>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3805"/>
                                        </p:tgtEl>
                                        <p:attrNameLst>
                                          <p:attrName>style.visibility</p:attrName>
                                        </p:attrNameLst>
                                      </p:cBhvr>
                                      <p:to>
                                        <p:strVal val="visible"/>
                                      </p:to>
                                    </p:set>
                                    <p:anim calcmode="lin" valueType="num">
                                      <p:cBhvr additive="base">
                                        <p:cTn id="46" dur="500" fill="hold"/>
                                        <p:tgtEl>
                                          <p:spTgt spid="33805"/>
                                        </p:tgtEl>
                                        <p:attrNameLst>
                                          <p:attrName>ppt_x</p:attrName>
                                        </p:attrNameLst>
                                      </p:cBhvr>
                                      <p:tavLst>
                                        <p:tav tm="0">
                                          <p:val>
                                            <p:strVal val="0-#ppt_w/2"/>
                                          </p:val>
                                        </p:tav>
                                        <p:tav tm="100000">
                                          <p:val>
                                            <p:strVal val="#ppt_x"/>
                                          </p:val>
                                        </p:tav>
                                      </p:tavLst>
                                    </p:anim>
                                    <p:anim calcmode="lin" valueType="num">
                                      <p:cBhvr additive="base">
                                        <p:cTn id="47" dur="500" fill="hold"/>
                                        <p:tgtEl>
                                          <p:spTgt spid="33805"/>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3806"/>
                                        </p:tgtEl>
                                        <p:attrNameLst>
                                          <p:attrName>style.visibility</p:attrName>
                                        </p:attrNameLst>
                                      </p:cBhvr>
                                      <p:to>
                                        <p:strVal val="visible"/>
                                      </p:to>
                                    </p:set>
                                    <p:anim calcmode="lin" valueType="num">
                                      <p:cBhvr additive="base">
                                        <p:cTn id="52" dur="500" fill="hold"/>
                                        <p:tgtEl>
                                          <p:spTgt spid="33806"/>
                                        </p:tgtEl>
                                        <p:attrNameLst>
                                          <p:attrName>ppt_x</p:attrName>
                                        </p:attrNameLst>
                                      </p:cBhvr>
                                      <p:tavLst>
                                        <p:tav tm="0">
                                          <p:val>
                                            <p:strVal val="0-#ppt_w/2"/>
                                          </p:val>
                                        </p:tav>
                                        <p:tav tm="100000">
                                          <p:val>
                                            <p:strVal val="#ppt_x"/>
                                          </p:val>
                                        </p:tav>
                                      </p:tavLst>
                                    </p:anim>
                                    <p:anim calcmode="lin" valueType="num">
                                      <p:cBhvr additive="base">
                                        <p:cTn id="53" dur="500" fill="hold"/>
                                        <p:tgtEl>
                                          <p:spTgt spid="338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P spid="33801" grpId="0" autoUpdateAnimBg="0"/>
      <p:bldP spid="33802" grpId="0" autoUpdateAnimBg="0"/>
      <p:bldP spid="33803" grpId="0" autoUpdateAnimBg="0"/>
      <p:bldP spid="33804" grpId="0" autoUpdateAnimBg="0"/>
      <p:bldP spid="33805" grpId="0" autoUpdateAnimBg="0"/>
      <p:bldP spid="33806" grpId="0" autoUpdateAnimBg="0"/>
      <p:bldP spid="3380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8F2F7E1-9985-5D42-469A-E6211BEBF7D8}"/>
              </a:ext>
            </a:extLst>
          </p:cNvPr>
          <p:cNvSpPr>
            <a:spLocks noGrp="1" noChangeArrowheads="1"/>
          </p:cNvSpPr>
          <p:nvPr>
            <p:ph type="title"/>
          </p:nvPr>
        </p:nvSpPr>
        <p:spPr/>
        <p:txBody>
          <a:bodyPr/>
          <a:lstStyle/>
          <a:p>
            <a:pPr eaLnBrk="1" fontAlgn="auto" hangingPunct="1">
              <a:spcAft>
                <a:spcPts val="0"/>
              </a:spcAft>
              <a:defRPr/>
            </a:pPr>
            <a:r>
              <a:t>Triangle Sum Theorem (4.1)</a:t>
            </a:r>
          </a:p>
        </p:txBody>
      </p:sp>
      <p:sp>
        <p:nvSpPr>
          <p:cNvPr id="34819" name="Rectangle 3">
            <a:extLst>
              <a:ext uri="{FF2B5EF4-FFF2-40B4-BE49-F238E27FC236}">
                <a16:creationId xmlns:a16="http://schemas.microsoft.com/office/drawing/2014/main" id="{5A7C2A95-89DA-1B2C-425A-A79EE8DB8BD6}"/>
              </a:ext>
            </a:extLst>
          </p:cNvPr>
          <p:cNvSpPr>
            <a:spLocks noGrp="1" noChangeArrowheads="1"/>
          </p:cNvSpPr>
          <p:nvPr>
            <p:ph type="body" sz="half" idx="1"/>
          </p:nvPr>
        </p:nvSpPr>
        <p:spPr>
          <a:xfrm>
            <a:off x="685800" y="1641475"/>
            <a:ext cx="3810000" cy="2701925"/>
          </a:xfrm>
        </p:spPr>
        <p:txBody>
          <a:bodyPr/>
          <a:lstStyle/>
          <a:p>
            <a:pPr eaLnBrk="1" hangingPunct="1"/>
            <a:endParaRPr lang="en-US" altLang="en-US" sz="2800"/>
          </a:p>
          <a:p>
            <a:pPr eaLnBrk="1" hangingPunct="1"/>
            <a:r>
              <a:rPr lang="en-US" altLang="en-US" sz="2800"/>
              <a:t>The sum of the measures of the interior angles of a triangle is 180</a:t>
            </a:r>
            <a:r>
              <a:rPr lang="en-US" altLang="en-US" sz="2800" baseline="30000"/>
              <a:t>o</a:t>
            </a:r>
            <a:r>
              <a:rPr lang="en-US" altLang="en-US" sz="2800"/>
              <a:t>.</a:t>
            </a:r>
          </a:p>
          <a:p>
            <a:pPr eaLnBrk="1" hangingPunct="1"/>
            <a:endParaRPr lang="en-US" altLang="en-US" sz="2800" baseline="30000"/>
          </a:p>
        </p:txBody>
      </p:sp>
      <p:sp>
        <p:nvSpPr>
          <p:cNvPr id="10244" name="Rectangle 5">
            <a:extLst>
              <a:ext uri="{FF2B5EF4-FFF2-40B4-BE49-F238E27FC236}">
                <a16:creationId xmlns:a16="http://schemas.microsoft.com/office/drawing/2014/main" id="{881F8729-F477-91DE-B307-90856E7283E6}"/>
              </a:ext>
            </a:extLst>
          </p:cNvPr>
          <p:cNvSpPr>
            <a:spLocks noChangeArrowheads="1"/>
          </p:cNvSpPr>
          <p:nvPr/>
        </p:nvSpPr>
        <p:spPr bwMode="auto">
          <a:xfrm>
            <a:off x="4724400" y="1905000"/>
            <a:ext cx="3276600" cy="3733800"/>
          </a:xfrm>
          <a:prstGeom prst="rect">
            <a:avLst/>
          </a:prstGeom>
          <a:solidFill>
            <a:schemeClr val="tx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10245" name="AutoShape 6">
            <a:extLst>
              <a:ext uri="{FF2B5EF4-FFF2-40B4-BE49-F238E27FC236}">
                <a16:creationId xmlns:a16="http://schemas.microsoft.com/office/drawing/2014/main" id="{28552364-FBA0-56E1-9A3A-07B5F0947877}"/>
              </a:ext>
            </a:extLst>
          </p:cNvPr>
          <p:cNvSpPr>
            <a:spLocks noChangeArrowheads="1"/>
          </p:cNvSpPr>
          <p:nvPr/>
        </p:nvSpPr>
        <p:spPr bwMode="auto">
          <a:xfrm>
            <a:off x="5486400" y="2743200"/>
            <a:ext cx="1905000" cy="1676400"/>
          </a:xfrm>
          <a:prstGeom prst="triangle">
            <a:avLst>
              <a:gd name="adj" fmla="val 5000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0246" name="Text Box 7">
            <a:extLst>
              <a:ext uri="{FF2B5EF4-FFF2-40B4-BE49-F238E27FC236}">
                <a16:creationId xmlns:a16="http://schemas.microsoft.com/office/drawing/2014/main" id="{DD228177-C888-48AD-B803-33E8C7018E6D}"/>
              </a:ext>
            </a:extLst>
          </p:cNvPr>
          <p:cNvSpPr txBox="1">
            <a:spLocks noChangeArrowheads="1"/>
          </p:cNvSpPr>
          <p:nvPr/>
        </p:nvSpPr>
        <p:spPr bwMode="auto">
          <a:xfrm>
            <a:off x="5105400" y="4419600"/>
            <a:ext cx="6096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A</a:t>
            </a:r>
          </a:p>
        </p:txBody>
      </p:sp>
      <p:sp>
        <p:nvSpPr>
          <p:cNvPr id="10247" name="Text Box 8">
            <a:extLst>
              <a:ext uri="{FF2B5EF4-FFF2-40B4-BE49-F238E27FC236}">
                <a16:creationId xmlns:a16="http://schemas.microsoft.com/office/drawing/2014/main" id="{CB28E3A4-EEA7-81CC-E4A2-EB264EB3BAA5}"/>
              </a:ext>
            </a:extLst>
          </p:cNvPr>
          <p:cNvSpPr txBox="1">
            <a:spLocks noChangeArrowheads="1"/>
          </p:cNvSpPr>
          <p:nvPr/>
        </p:nvSpPr>
        <p:spPr bwMode="auto">
          <a:xfrm>
            <a:off x="6248400" y="22860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b="1">
                <a:solidFill>
                  <a:schemeClr val="bg1"/>
                </a:solidFill>
                <a:effectLst>
                  <a:outerShdw blurRad="38100" dist="38100" dir="2700000" algn="tl">
                    <a:srgbClr val="000000">
                      <a:alpha val="43137"/>
                    </a:srgbClr>
                  </a:outerShdw>
                </a:effectLst>
                <a:latin typeface="Arial" charset="0"/>
                <a:cs typeface="Arial" charset="0"/>
              </a:rPr>
              <a:t>B</a:t>
            </a:r>
          </a:p>
        </p:txBody>
      </p:sp>
      <p:sp>
        <p:nvSpPr>
          <p:cNvPr id="10248" name="Text Box 9">
            <a:extLst>
              <a:ext uri="{FF2B5EF4-FFF2-40B4-BE49-F238E27FC236}">
                <a16:creationId xmlns:a16="http://schemas.microsoft.com/office/drawing/2014/main" id="{E1D28C8B-4E18-F444-3FA8-FD5D256C5B10}"/>
              </a:ext>
            </a:extLst>
          </p:cNvPr>
          <p:cNvSpPr txBox="1">
            <a:spLocks noChangeArrowheads="1"/>
          </p:cNvSpPr>
          <p:nvPr/>
        </p:nvSpPr>
        <p:spPr bwMode="auto">
          <a:xfrm>
            <a:off x="7467600" y="43434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C</a:t>
            </a:r>
          </a:p>
        </p:txBody>
      </p:sp>
      <p:sp>
        <p:nvSpPr>
          <p:cNvPr id="34826" name="Text Box 10">
            <a:extLst>
              <a:ext uri="{FF2B5EF4-FFF2-40B4-BE49-F238E27FC236}">
                <a16:creationId xmlns:a16="http://schemas.microsoft.com/office/drawing/2014/main" id="{B6295183-BA89-2E90-8104-B25B6B6FFA92}"/>
              </a:ext>
            </a:extLst>
          </p:cNvPr>
          <p:cNvSpPr txBox="1">
            <a:spLocks noChangeArrowheads="1"/>
          </p:cNvSpPr>
          <p:nvPr/>
        </p:nvSpPr>
        <p:spPr bwMode="auto">
          <a:xfrm>
            <a:off x="609600" y="4724400"/>
            <a:ext cx="3962400" cy="519113"/>
          </a:xfrm>
          <a:prstGeom prst="rect">
            <a:avLst/>
          </a:prstGeom>
          <a:noFill/>
          <a:ln w="12700" cap="sq">
            <a:noFill/>
            <a:miter lim="800000"/>
            <a:headEnd type="none" w="sm" len="sm"/>
            <a:tailEnd type="none" w="sm" len="sm"/>
          </a:ln>
          <a:effectLst/>
        </p:spPr>
        <p:txBody>
          <a:bodyPr>
            <a:spAutoFit/>
          </a:bodyPr>
          <a:lstStyle/>
          <a:p>
            <a:pPr eaLnBrk="1" hangingPunct="1">
              <a:spcBef>
                <a:spcPct val="20000"/>
              </a:spcBef>
              <a:buClr>
                <a:schemeClr val="tx2"/>
              </a:buClr>
              <a:buSzPct val="75000"/>
              <a:buFont typeface="Wingdings" pitchFamily="2" charset="2"/>
              <a:buNone/>
              <a:defRPr/>
            </a:pPr>
            <a:r>
              <a:rPr lang="en-US" sz="2800">
                <a:effectLst>
                  <a:outerShdw blurRad="38100" dist="38100" dir="2700000" algn="tl">
                    <a:srgbClr val="000000"/>
                  </a:outerShdw>
                </a:effectLst>
                <a:latin typeface="Times New Roman" charset="0"/>
                <a:cs typeface="Arial" charset="0"/>
              </a:rPr>
              <a:t>    &lt;A + &lt;B + &lt;C = 180</a:t>
            </a:r>
            <a:r>
              <a:rPr lang="en-US" sz="2800" baseline="30000">
                <a:effectLst>
                  <a:outerShdw blurRad="38100" dist="38100" dir="2700000" algn="tl">
                    <a:srgbClr val="000000"/>
                  </a:outerShdw>
                </a:effectLst>
                <a:latin typeface="Times New Roman" charset="0"/>
                <a:cs typeface="Arial" charset="0"/>
              </a:rPr>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 calcmode="lin" valueType="num">
                                      <p:cBhvr additive="base">
                                        <p:cTn id="7" dur="500" fill="hold"/>
                                        <p:tgtEl>
                                          <p:spTgt spid="3481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48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26"/>
                                        </p:tgtEl>
                                        <p:attrNameLst>
                                          <p:attrName>style.visibility</p:attrName>
                                        </p:attrNameLst>
                                      </p:cBhvr>
                                      <p:to>
                                        <p:strVal val="visible"/>
                                      </p:to>
                                    </p:set>
                                    <p:anim calcmode="lin" valueType="num">
                                      <p:cBhvr additive="base">
                                        <p:cTn id="13" dur="500" fill="hold"/>
                                        <p:tgtEl>
                                          <p:spTgt spid="34826"/>
                                        </p:tgtEl>
                                        <p:attrNameLst>
                                          <p:attrName>ppt_x</p:attrName>
                                        </p:attrNameLst>
                                      </p:cBhvr>
                                      <p:tavLst>
                                        <p:tav tm="0">
                                          <p:val>
                                            <p:strVal val="0-#ppt_w/2"/>
                                          </p:val>
                                        </p:tav>
                                        <p:tav tm="100000">
                                          <p:val>
                                            <p:strVal val="#ppt_x"/>
                                          </p:val>
                                        </p:tav>
                                      </p:tavLst>
                                    </p:anim>
                                    <p:anim calcmode="lin" valueType="num">
                                      <p:cBhvr additive="base">
                                        <p:cTn id="14" dur="500" fill="hold"/>
                                        <p:tgtEl>
                                          <p:spTgt spid="348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P spid="3482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47CB49A-8EE4-E0EA-B8AF-C664ABFF89D1}"/>
              </a:ext>
            </a:extLst>
          </p:cNvPr>
          <p:cNvSpPr>
            <a:spLocks noGrp="1" noChangeArrowheads="1"/>
          </p:cNvSpPr>
          <p:nvPr>
            <p:ph type="title"/>
          </p:nvPr>
        </p:nvSpPr>
        <p:spPr/>
        <p:txBody>
          <a:bodyPr/>
          <a:lstStyle/>
          <a:p>
            <a:pPr eaLnBrk="1" fontAlgn="auto" hangingPunct="1">
              <a:spcAft>
                <a:spcPts val="0"/>
              </a:spcAft>
              <a:defRPr/>
            </a:pPr>
            <a:r>
              <a:t>Exterior Angles Theorem (4.2)</a:t>
            </a:r>
          </a:p>
        </p:txBody>
      </p:sp>
      <p:sp>
        <p:nvSpPr>
          <p:cNvPr id="35844" name="Rectangle 4">
            <a:extLst>
              <a:ext uri="{FF2B5EF4-FFF2-40B4-BE49-F238E27FC236}">
                <a16:creationId xmlns:a16="http://schemas.microsoft.com/office/drawing/2014/main" id="{1D8F013D-26C6-D7AF-3E2A-3D2C727E0D08}"/>
              </a:ext>
            </a:extLst>
          </p:cNvPr>
          <p:cNvSpPr>
            <a:spLocks noGrp="1" noChangeArrowheads="1"/>
          </p:cNvSpPr>
          <p:nvPr>
            <p:ph type="body" sz="half" idx="2"/>
          </p:nvPr>
        </p:nvSpPr>
        <p:spPr/>
        <p:txBody>
          <a:bodyPr/>
          <a:lstStyle/>
          <a:p>
            <a:pPr eaLnBrk="1" hangingPunct="1"/>
            <a:r>
              <a:rPr lang="en-US" altLang="en-US"/>
              <a:t>The measure of an exterior angle of a triangle is equal to the sum of the measures of two nonadjacent interior angles. </a:t>
            </a:r>
          </a:p>
        </p:txBody>
      </p:sp>
      <p:sp>
        <p:nvSpPr>
          <p:cNvPr id="11268" name="Rectangle 5">
            <a:extLst>
              <a:ext uri="{FF2B5EF4-FFF2-40B4-BE49-F238E27FC236}">
                <a16:creationId xmlns:a16="http://schemas.microsoft.com/office/drawing/2014/main" id="{8A008507-9839-C6FA-D0E7-7D03395AEFDF}"/>
              </a:ext>
            </a:extLst>
          </p:cNvPr>
          <p:cNvSpPr>
            <a:spLocks noChangeArrowheads="1"/>
          </p:cNvSpPr>
          <p:nvPr/>
        </p:nvSpPr>
        <p:spPr bwMode="auto">
          <a:xfrm>
            <a:off x="609600" y="1752600"/>
            <a:ext cx="3429000" cy="3505200"/>
          </a:xfrm>
          <a:prstGeom prst="rect">
            <a:avLst/>
          </a:prstGeom>
          <a:solidFill>
            <a:schemeClr val="tx1"/>
          </a:solidFill>
          <a:ln w="38100" cap="sq">
            <a:solidFill>
              <a:srgbClr val="0000FF"/>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11269" name="Line 7">
            <a:extLst>
              <a:ext uri="{FF2B5EF4-FFF2-40B4-BE49-F238E27FC236}">
                <a16:creationId xmlns:a16="http://schemas.microsoft.com/office/drawing/2014/main" id="{B26E6187-C83F-8765-3FDF-2C90F621D30A}"/>
              </a:ext>
            </a:extLst>
          </p:cNvPr>
          <p:cNvSpPr>
            <a:spLocks noChangeShapeType="1"/>
          </p:cNvSpPr>
          <p:nvPr/>
        </p:nvSpPr>
        <p:spPr bwMode="auto">
          <a:xfrm flipH="1">
            <a:off x="990600" y="2514600"/>
            <a:ext cx="1600200" cy="160020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0" name="Line 8">
            <a:extLst>
              <a:ext uri="{FF2B5EF4-FFF2-40B4-BE49-F238E27FC236}">
                <a16:creationId xmlns:a16="http://schemas.microsoft.com/office/drawing/2014/main" id="{2A388056-E361-43E7-87F0-11EBFCA01109}"/>
              </a:ext>
            </a:extLst>
          </p:cNvPr>
          <p:cNvSpPr>
            <a:spLocks noChangeShapeType="1"/>
          </p:cNvSpPr>
          <p:nvPr/>
        </p:nvSpPr>
        <p:spPr bwMode="auto">
          <a:xfrm flipH="1">
            <a:off x="1600200" y="2133600"/>
            <a:ext cx="2057400" cy="2286000"/>
          </a:xfrm>
          <a:prstGeom prst="line">
            <a:avLst/>
          </a:prstGeom>
          <a:noFill/>
          <a:ln w="12700" cap="sq">
            <a:solidFill>
              <a:schemeClr val="tx1"/>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1" name="Text Box 9">
            <a:extLst>
              <a:ext uri="{FF2B5EF4-FFF2-40B4-BE49-F238E27FC236}">
                <a16:creationId xmlns:a16="http://schemas.microsoft.com/office/drawing/2014/main" id="{1E5595D7-ED9D-D99F-27F2-7F991FEE6715}"/>
              </a:ext>
            </a:extLst>
          </p:cNvPr>
          <p:cNvSpPr txBox="1">
            <a:spLocks noChangeArrowheads="1"/>
          </p:cNvSpPr>
          <p:nvPr/>
        </p:nvSpPr>
        <p:spPr bwMode="auto">
          <a:xfrm>
            <a:off x="1295400" y="37338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A</a:t>
            </a:r>
          </a:p>
        </p:txBody>
      </p:sp>
      <p:sp>
        <p:nvSpPr>
          <p:cNvPr id="11272" name="Line 10">
            <a:extLst>
              <a:ext uri="{FF2B5EF4-FFF2-40B4-BE49-F238E27FC236}">
                <a16:creationId xmlns:a16="http://schemas.microsoft.com/office/drawing/2014/main" id="{EA9D27AD-72CF-440D-69C0-CB71812501E8}"/>
              </a:ext>
            </a:extLst>
          </p:cNvPr>
          <p:cNvSpPr>
            <a:spLocks noChangeShapeType="1"/>
          </p:cNvSpPr>
          <p:nvPr/>
        </p:nvSpPr>
        <p:spPr bwMode="auto">
          <a:xfrm flipH="1">
            <a:off x="990600" y="4114800"/>
            <a:ext cx="2743200" cy="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3" name="Line 11">
            <a:extLst>
              <a:ext uri="{FF2B5EF4-FFF2-40B4-BE49-F238E27FC236}">
                <a16:creationId xmlns:a16="http://schemas.microsoft.com/office/drawing/2014/main" id="{9EECC631-BBB3-2AA8-EABA-DF5CE65E09F9}"/>
              </a:ext>
            </a:extLst>
          </p:cNvPr>
          <p:cNvSpPr>
            <a:spLocks noChangeShapeType="1"/>
          </p:cNvSpPr>
          <p:nvPr/>
        </p:nvSpPr>
        <p:spPr bwMode="auto">
          <a:xfrm>
            <a:off x="2590800" y="2514600"/>
            <a:ext cx="457200" cy="1600200"/>
          </a:xfrm>
          <a:prstGeom prst="line">
            <a:avLst/>
          </a:prstGeom>
          <a:noFill/>
          <a:ln w="38100" cap="sq">
            <a:solidFill>
              <a:srgbClr val="0000FF"/>
            </a:solidFill>
            <a:round/>
            <a:headEnd type="none" w="sm" len="sm"/>
            <a:tailEnd type="none" w="sm" len="sm"/>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4" name="Text Box 13">
            <a:extLst>
              <a:ext uri="{FF2B5EF4-FFF2-40B4-BE49-F238E27FC236}">
                <a16:creationId xmlns:a16="http://schemas.microsoft.com/office/drawing/2014/main" id="{6F472E2B-F835-D8A2-9CDE-04FF1F51168D}"/>
              </a:ext>
            </a:extLst>
          </p:cNvPr>
          <p:cNvSpPr txBox="1">
            <a:spLocks noChangeArrowheads="1"/>
          </p:cNvSpPr>
          <p:nvPr/>
        </p:nvSpPr>
        <p:spPr bwMode="auto">
          <a:xfrm>
            <a:off x="2209800" y="27432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B</a:t>
            </a:r>
          </a:p>
        </p:txBody>
      </p:sp>
      <p:sp>
        <p:nvSpPr>
          <p:cNvPr id="11275" name="Text Box 14">
            <a:extLst>
              <a:ext uri="{FF2B5EF4-FFF2-40B4-BE49-F238E27FC236}">
                <a16:creationId xmlns:a16="http://schemas.microsoft.com/office/drawing/2014/main" id="{8940CDC9-E721-5C78-2750-AE773CE0DB5A}"/>
              </a:ext>
            </a:extLst>
          </p:cNvPr>
          <p:cNvSpPr txBox="1">
            <a:spLocks noChangeArrowheads="1"/>
          </p:cNvSpPr>
          <p:nvPr/>
        </p:nvSpPr>
        <p:spPr bwMode="auto">
          <a:xfrm>
            <a:off x="3124200" y="37338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1</a:t>
            </a:r>
          </a:p>
        </p:txBody>
      </p:sp>
      <p:sp>
        <p:nvSpPr>
          <p:cNvPr id="35855" name="Text Box 15">
            <a:extLst>
              <a:ext uri="{FF2B5EF4-FFF2-40B4-BE49-F238E27FC236}">
                <a16:creationId xmlns:a16="http://schemas.microsoft.com/office/drawing/2014/main" id="{27BF9B20-8805-AF71-42AD-148BF6970178}"/>
              </a:ext>
            </a:extLst>
          </p:cNvPr>
          <p:cNvSpPr txBox="1">
            <a:spLocks noChangeArrowheads="1"/>
          </p:cNvSpPr>
          <p:nvPr/>
        </p:nvSpPr>
        <p:spPr bwMode="auto">
          <a:xfrm>
            <a:off x="4267200" y="5257800"/>
            <a:ext cx="4572000" cy="579438"/>
          </a:xfrm>
          <a:prstGeom prst="rect">
            <a:avLst/>
          </a:prstGeom>
          <a:noFill/>
          <a:ln w="12700" cap="sq">
            <a:noFill/>
            <a:miter lim="800000"/>
            <a:headEnd type="none" w="sm" len="sm"/>
            <a:tailEnd type="none" w="sm" len="sm"/>
          </a:ln>
        </p:spPr>
        <p:txBody>
          <a:bodyPr>
            <a:spAutoFit/>
          </a:bodyPr>
          <a:lstStyle/>
          <a:p>
            <a:pPr algn="ctr" eaLnBrk="1" hangingPunct="1">
              <a:spcBef>
                <a:spcPct val="50000"/>
              </a:spcBef>
              <a:defRPr/>
            </a:pPr>
            <a:r>
              <a:rPr lang="en-US" sz="3200">
                <a:effectLst>
                  <a:outerShdw blurRad="38100" dist="38100" dir="2700000" algn="tl">
                    <a:srgbClr val="000000">
                      <a:alpha val="43137"/>
                    </a:srgbClr>
                  </a:outerShdw>
                </a:effectLst>
                <a:latin typeface="Arial" charset="0"/>
                <a:cs typeface="Arial" charset="0"/>
              </a:rPr>
              <a:t>m&lt;1 = m &lt;A + m &lt;B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 calcmode="lin" valueType="num">
                                      <p:cBhvr additive="base">
                                        <p:cTn id="7" dur="500" fill="hold"/>
                                        <p:tgtEl>
                                          <p:spTgt spid="3584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855"/>
                                        </p:tgtEl>
                                        <p:attrNameLst>
                                          <p:attrName>style.visibility</p:attrName>
                                        </p:attrNameLst>
                                      </p:cBhvr>
                                      <p:to>
                                        <p:strVal val="visible"/>
                                      </p:to>
                                    </p:set>
                                    <p:anim calcmode="lin" valueType="num">
                                      <p:cBhvr additive="base">
                                        <p:cTn id="13" dur="500" fill="hold"/>
                                        <p:tgtEl>
                                          <p:spTgt spid="35855"/>
                                        </p:tgtEl>
                                        <p:attrNameLst>
                                          <p:attrName>ppt_x</p:attrName>
                                        </p:attrNameLst>
                                      </p:cBhvr>
                                      <p:tavLst>
                                        <p:tav tm="0">
                                          <p:val>
                                            <p:strVal val="1+#ppt_w/2"/>
                                          </p:val>
                                        </p:tav>
                                        <p:tav tm="100000">
                                          <p:val>
                                            <p:strVal val="#ppt_x"/>
                                          </p:val>
                                        </p:tav>
                                      </p:tavLst>
                                    </p:anim>
                                    <p:anim calcmode="lin" valueType="num">
                                      <p:cBhvr additive="base">
                                        <p:cTn id="14" dur="500" fill="hold"/>
                                        <p:tgtEl>
                                          <p:spTgt spid="358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autoUpdateAnimBg="0"/>
      <p:bldP spid="3585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1021480E-897D-5B6F-3B2F-3F5E05A4FF5A}"/>
              </a:ext>
            </a:extLst>
          </p:cNvPr>
          <p:cNvSpPr>
            <a:spLocks noGrp="1" noChangeArrowheads="1"/>
          </p:cNvSpPr>
          <p:nvPr>
            <p:ph type="body" sz="half" idx="1"/>
          </p:nvPr>
        </p:nvSpPr>
        <p:spPr>
          <a:xfrm>
            <a:off x="762000" y="1752600"/>
            <a:ext cx="3810000" cy="2895600"/>
          </a:xfrm>
        </p:spPr>
        <p:txBody>
          <a:bodyPr/>
          <a:lstStyle/>
          <a:p>
            <a:pPr eaLnBrk="1" hangingPunct="1"/>
            <a:r>
              <a:rPr lang="en-US" altLang="en-US" sz="3600"/>
              <a:t>The acute angles of a right triangle are complementary. </a:t>
            </a:r>
          </a:p>
        </p:txBody>
      </p:sp>
      <p:sp>
        <p:nvSpPr>
          <p:cNvPr id="12292" name="Rectangle 5">
            <a:extLst>
              <a:ext uri="{FF2B5EF4-FFF2-40B4-BE49-F238E27FC236}">
                <a16:creationId xmlns:a16="http://schemas.microsoft.com/office/drawing/2014/main" id="{A1379AEB-3913-3B12-F8DE-77EDF5B86C4F}"/>
              </a:ext>
            </a:extLst>
          </p:cNvPr>
          <p:cNvSpPr>
            <a:spLocks noChangeArrowheads="1"/>
          </p:cNvSpPr>
          <p:nvPr/>
        </p:nvSpPr>
        <p:spPr bwMode="auto">
          <a:xfrm>
            <a:off x="4495800" y="2286000"/>
            <a:ext cx="3810000" cy="3733800"/>
          </a:xfrm>
          <a:prstGeom prst="rect">
            <a:avLst/>
          </a:prstGeom>
          <a:solidFill>
            <a:schemeClr val="tx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C0C0C0"/>
                </a:outerShdw>
              </a:effectLst>
            </a:endParaRPr>
          </a:p>
        </p:txBody>
      </p:sp>
      <p:sp>
        <p:nvSpPr>
          <p:cNvPr id="12293" name="AutoShape 6">
            <a:extLst>
              <a:ext uri="{FF2B5EF4-FFF2-40B4-BE49-F238E27FC236}">
                <a16:creationId xmlns:a16="http://schemas.microsoft.com/office/drawing/2014/main" id="{024D23B4-3328-5B67-B4A5-9D7480E56E2C}"/>
              </a:ext>
            </a:extLst>
          </p:cNvPr>
          <p:cNvSpPr>
            <a:spLocks noChangeArrowheads="1"/>
          </p:cNvSpPr>
          <p:nvPr/>
        </p:nvSpPr>
        <p:spPr bwMode="auto">
          <a:xfrm>
            <a:off x="5257800" y="2971800"/>
            <a:ext cx="2514600" cy="1676400"/>
          </a:xfrm>
          <a:prstGeom prst="rtTriangle">
            <a:avLst/>
          </a:prstGeom>
          <a:noFill/>
          <a:ln w="38100" cap="sq">
            <a:solidFill>
              <a:srgbClr val="000080"/>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12294" name="Text Box 7">
            <a:extLst>
              <a:ext uri="{FF2B5EF4-FFF2-40B4-BE49-F238E27FC236}">
                <a16:creationId xmlns:a16="http://schemas.microsoft.com/office/drawing/2014/main" id="{84C2D6E9-C572-1080-C0CE-7CDE360DDF33}"/>
              </a:ext>
            </a:extLst>
          </p:cNvPr>
          <p:cNvSpPr txBox="1">
            <a:spLocks noChangeArrowheads="1"/>
          </p:cNvSpPr>
          <p:nvPr/>
        </p:nvSpPr>
        <p:spPr bwMode="auto">
          <a:xfrm>
            <a:off x="5257800" y="32004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B</a:t>
            </a:r>
          </a:p>
        </p:txBody>
      </p:sp>
      <p:sp>
        <p:nvSpPr>
          <p:cNvPr id="12295" name="Text Box 8">
            <a:extLst>
              <a:ext uri="{FF2B5EF4-FFF2-40B4-BE49-F238E27FC236}">
                <a16:creationId xmlns:a16="http://schemas.microsoft.com/office/drawing/2014/main" id="{ED6E4D0E-513F-2A2F-7E0E-99227BC80D2D}"/>
              </a:ext>
            </a:extLst>
          </p:cNvPr>
          <p:cNvSpPr txBox="1">
            <a:spLocks noChangeArrowheads="1"/>
          </p:cNvSpPr>
          <p:nvPr/>
        </p:nvSpPr>
        <p:spPr bwMode="auto">
          <a:xfrm>
            <a:off x="7010400" y="4267200"/>
            <a:ext cx="457200" cy="457200"/>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lang="en-US">
                <a:solidFill>
                  <a:schemeClr val="bg1"/>
                </a:solidFill>
                <a:effectLst>
                  <a:outerShdw blurRad="38100" dist="38100" dir="2700000" algn="tl">
                    <a:srgbClr val="000000">
                      <a:alpha val="43137"/>
                    </a:srgbClr>
                  </a:outerShdw>
                </a:effectLst>
                <a:latin typeface="Arial" charset="0"/>
                <a:cs typeface="Arial" charset="0"/>
              </a:rPr>
              <a:t>A</a:t>
            </a:r>
          </a:p>
        </p:txBody>
      </p:sp>
      <p:sp>
        <p:nvSpPr>
          <p:cNvPr id="12296" name="Rectangle 9">
            <a:extLst>
              <a:ext uri="{FF2B5EF4-FFF2-40B4-BE49-F238E27FC236}">
                <a16:creationId xmlns:a16="http://schemas.microsoft.com/office/drawing/2014/main" id="{1D76ED8D-368A-929B-2F01-9C7CB3ABC203}"/>
              </a:ext>
            </a:extLst>
          </p:cNvPr>
          <p:cNvSpPr>
            <a:spLocks noChangeArrowheads="1"/>
          </p:cNvSpPr>
          <p:nvPr/>
        </p:nvSpPr>
        <p:spPr bwMode="auto">
          <a:xfrm>
            <a:off x="5257800" y="4343400"/>
            <a:ext cx="304800" cy="304800"/>
          </a:xfrm>
          <a:prstGeom prst="rect">
            <a:avLst/>
          </a:prstGeom>
          <a:solidFill>
            <a:srgbClr val="000080"/>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36874" name="Text Box 10">
            <a:extLst>
              <a:ext uri="{FF2B5EF4-FFF2-40B4-BE49-F238E27FC236}">
                <a16:creationId xmlns:a16="http://schemas.microsoft.com/office/drawing/2014/main" id="{2E44E55E-6F1A-7B4A-CE2E-3014E72AD4EF}"/>
              </a:ext>
            </a:extLst>
          </p:cNvPr>
          <p:cNvSpPr txBox="1">
            <a:spLocks noChangeArrowheads="1"/>
          </p:cNvSpPr>
          <p:nvPr/>
        </p:nvSpPr>
        <p:spPr bwMode="auto">
          <a:xfrm>
            <a:off x="685800" y="4495800"/>
            <a:ext cx="3810000" cy="1711325"/>
          </a:xfrm>
          <a:prstGeom prst="rect">
            <a:avLst/>
          </a:prstGeom>
          <a:noFill/>
          <a:ln w="12700" cap="sq">
            <a:noFill/>
            <a:miter lim="800000"/>
            <a:headEnd type="none" w="sm" len="sm"/>
            <a:tailEnd type="none" w="sm" len="sm"/>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5000"/>
              <a:buFont typeface="Wingdings" panose="05000000000000000000" pitchFamily="2" charset="2"/>
              <a:buChar char="n"/>
            </a:pPr>
            <a:endParaRPr lang="en-US" altLang="en-US" sz="3200">
              <a:effectLst>
                <a:outerShdw blurRad="38100" dist="38100" dir="2700000" algn="tl">
                  <a:srgbClr val="444D26"/>
                </a:outerShdw>
              </a:effectLst>
              <a:latin typeface="Times New Roman" panose="02020603050405020304" pitchFamily="18" charset="0"/>
            </a:endParaRPr>
          </a:p>
          <a:p>
            <a:pPr eaLnBrk="1" hangingPunct="1">
              <a:spcBef>
                <a:spcPct val="20000"/>
              </a:spcBef>
              <a:buClr>
                <a:schemeClr val="tx2"/>
              </a:buClr>
              <a:buSzPct val="75000"/>
              <a:buFont typeface="Wingdings" panose="05000000000000000000" pitchFamily="2" charset="2"/>
              <a:buNone/>
            </a:pPr>
            <a:r>
              <a:rPr lang="en-US" altLang="en-US" sz="3200">
                <a:effectLst>
                  <a:outerShdw blurRad="38100" dist="38100" dir="2700000" algn="tl">
                    <a:srgbClr val="444D26"/>
                  </a:outerShdw>
                </a:effectLst>
                <a:latin typeface="Times New Roman" panose="02020603050405020304" pitchFamily="18" charset="0"/>
              </a:rPr>
              <a:t>  m&lt;A + m&lt;B = 90</a:t>
            </a:r>
            <a:r>
              <a:rPr lang="en-US" altLang="en-US" sz="3200" baseline="30000">
                <a:effectLst>
                  <a:outerShdw blurRad="38100" dist="38100" dir="2700000" algn="tl">
                    <a:srgbClr val="444D26"/>
                  </a:outerShdw>
                </a:effectLst>
                <a:latin typeface="Times New Roman" panose="02020603050405020304" pitchFamily="18" charset="0"/>
              </a:rPr>
              <a:t>o</a:t>
            </a:r>
          </a:p>
          <a:p>
            <a:pPr eaLnBrk="1" hangingPunct="1">
              <a:spcBef>
                <a:spcPct val="50000"/>
              </a:spcBef>
            </a:pPr>
            <a:endParaRPr lang="en-US" altLang="en-US">
              <a:effectLst>
                <a:outerShdw blurRad="38100" dist="38100" dir="2700000" algn="tl">
                  <a:srgbClr val="444D26"/>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 calcmode="lin" valueType="num">
                                      <p:cBhvr additive="base">
                                        <p:cTn id="7" dur="500" fill="hold"/>
                                        <p:tgtEl>
                                          <p:spTgt spid="36874"/>
                                        </p:tgtEl>
                                        <p:attrNameLst>
                                          <p:attrName>ppt_x</p:attrName>
                                        </p:attrNameLst>
                                      </p:cBhvr>
                                      <p:tavLst>
                                        <p:tav tm="0">
                                          <p:val>
                                            <p:strVal val="#ppt_x"/>
                                          </p:val>
                                        </p:tav>
                                        <p:tav tm="100000">
                                          <p:val>
                                            <p:strVal val="#ppt_x"/>
                                          </p:val>
                                        </p:tav>
                                      </p:tavLst>
                                    </p:anim>
                                    <p:anim calcmode="lin" valueType="num">
                                      <p:cBhvr additive="base">
                                        <p:cTn id="8" dur="500" fill="hold"/>
                                        <p:tgtEl>
                                          <p:spTgt spid="3687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7">
                                            <p:txEl>
                                              <p:pRg st="0" end="0"/>
                                            </p:txEl>
                                          </p:spTgt>
                                        </p:tgtEl>
                                        <p:attrNameLst>
                                          <p:attrName>style.visibility</p:attrName>
                                        </p:attrNameLst>
                                      </p:cBhvr>
                                      <p:to>
                                        <p:strVal val="visible"/>
                                      </p:to>
                                    </p:set>
                                    <p:anim calcmode="lin" valueType="num">
                                      <p:cBhvr additive="base">
                                        <p:cTn id="13"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P spid="3687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7DC89368-2458-ADD1-2CC6-D26DE9B8BB0D}"/>
              </a:ext>
            </a:extLst>
          </p:cNvPr>
          <p:cNvSpPr>
            <a:spLocks noGrp="1" noChangeArrowheads="1"/>
          </p:cNvSpPr>
          <p:nvPr>
            <p:ph type="subTitle" idx="1"/>
          </p:nvPr>
        </p:nvSpPr>
        <p:spPr>
          <a:xfrm>
            <a:off x="457200" y="3700463"/>
            <a:ext cx="8305800" cy="1143000"/>
          </a:xfrm>
        </p:spPr>
        <p:txBody>
          <a:bodyPr/>
          <a:lstStyle/>
          <a:p>
            <a:pPr eaLnBrk="1" fontAlgn="auto" hangingPunct="1">
              <a:spcAft>
                <a:spcPts val="0"/>
              </a:spcAft>
              <a:buFont typeface="Wingdings 2"/>
              <a:buNone/>
              <a:defRPr/>
            </a:pPr>
            <a:r>
              <a:rPr lang="en-US" b="1">
                <a:solidFill>
                  <a:srgbClr val="FFFFFF"/>
                </a:solidFill>
                <a:effectLst>
                  <a:outerShdw blurRad="38100" dist="38100" dir="2700000" algn="tl">
                    <a:srgbClr val="000000"/>
                  </a:outerShdw>
                </a:effectLst>
              </a:rPr>
              <a:t>NCSCOS: 2.02; 2.03</a:t>
            </a:r>
            <a:endParaRPr lang="en-US" b="1" dirty="0">
              <a:solidFill>
                <a:srgbClr val="FFFFFF"/>
              </a:solidFill>
              <a:effectLst>
                <a:outerShdw blurRad="38100" dist="38100" dir="2700000" algn="tl">
                  <a:srgbClr val="000000"/>
                </a:outerShdw>
              </a:effectLst>
            </a:endParaRPr>
          </a:p>
        </p:txBody>
      </p:sp>
      <p:sp>
        <p:nvSpPr>
          <p:cNvPr id="2050" name="Rectangle 2">
            <a:extLst>
              <a:ext uri="{FF2B5EF4-FFF2-40B4-BE49-F238E27FC236}">
                <a16:creationId xmlns:a16="http://schemas.microsoft.com/office/drawing/2014/main" id="{91E4FA04-ABDE-3AD9-B0F7-5A5ED38DBD5A}"/>
              </a:ext>
            </a:extLst>
          </p:cNvPr>
          <p:cNvSpPr>
            <a:spLocks noGrp="1" noChangeArrowheads="1"/>
          </p:cNvSpPr>
          <p:nvPr>
            <p:ph type="ctrTitle"/>
          </p:nvPr>
        </p:nvSpPr>
        <p:spPr/>
        <p:txBody>
          <a:bodyPr/>
          <a:lstStyle/>
          <a:p>
            <a:pPr eaLnBrk="1" fontAlgn="auto" hangingPunct="1">
              <a:spcAft>
                <a:spcPts val="0"/>
              </a:spcAft>
              <a:defRPr/>
            </a:pPr>
            <a:r>
              <a:rPr b="1">
                <a:solidFill>
                  <a:srgbClr val="FFFFFF"/>
                </a:solidFill>
                <a:effectLst>
                  <a:outerShdw blurRad="38100" dist="38100" dir="2700000" algn="tl">
                    <a:srgbClr val="000000"/>
                  </a:outerShdw>
                </a:effectLst>
              </a:rPr>
              <a:t>4.2 Congruence and Triangles</a:t>
            </a: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2000" fill="hold"/>
                                        <p:tgtEl>
                                          <p:spTgt spid="2050"/>
                                        </p:tgtEl>
                                        <p:attrNameLst>
                                          <p:attrName>ppt_w</p:attrName>
                                        </p:attrNameLst>
                                      </p:cBhvr>
                                      <p:tavLst>
                                        <p:tav tm="0">
                                          <p:val>
                                            <p:strVal val="#ppt_w"/>
                                          </p:val>
                                        </p:tav>
                                        <p:tav tm="100000">
                                          <p:val>
                                            <p:strVal val="#ppt_w"/>
                                          </p:val>
                                        </p:tav>
                                      </p:tavLst>
                                    </p:anim>
                                    <p:anim calcmode="lin" valueType="num">
                                      <p:cBhvr>
                                        <p:cTn id="8" dur="2000" fill="hold"/>
                                        <p:tgtEl>
                                          <p:spTgt spid="2050"/>
                                        </p:tgtEl>
                                        <p:attrNameLst>
                                          <p:attrName>ppt_h</p:attrName>
                                        </p:attrNameLst>
                                      </p:cBhvr>
                                      <p:tavLst>
                                        <p:tav tm="0">
                                          <p:val>
                                            <p:strVal val="#ppt_h"/>
                                          </p:val>
                                        </p:tav>
                                        <p:tav tm="30000">
                                          <p:val>
                                            <p:strVal val="#ppt_h/2"/>
                                          </p:val>
                                        </p:tav>
                                        <p:tav tm="40000">
                                          <p:val>
                                            <p:strVal val="#ppt_h"/>
                                          </p:val>
                                        </p:tav>
                                        <p:tav tm="50000">
                                          <p:val>
                                            <p:strVal val="#ppt_h/2"/>
                                          </p:val>
                                        </p:tav>
                                        <p:tav tm="60000">
                                          <p:val>
                                            <p:strVal val="#ppt_h"/>
                                          </p:val>
                                        </p:tav>
                                        <p:tav tm="69900">
                                          <p:val>
                                            <p:strVal val="#ppt_h/2"/>
                                          </p:val>
                                        </p:tav>
                                        <p:tav tm="80000">
                                          <p:val>
                                            <p:strVal val="#ppt_h"/>
                                          </p:val>
                                        </p:tav>
                                        <p:tav tm="100000">
                                          <p:val>
                                            <p:strVal val="#ppt_h"/>
                                          </p:val>
                                        </p:tav>
                                      </p:tavLst>
                                    </p:anim>
                                    <p:anim calcmode="lin" valueType="num">
                                      <p:cBhvr>
                                        <p:cTn id="9" dur="2000" fill="hold"/>
                                        <p:tgtEl>
                                          <p:spTgt spid="2050"/>
                                        </p:tgtEl>
                                        <p:attrNameLst>
                                          <p:attrName>ppt_x</p:attrName>
                                        </p:attrNameLst>
                                      </p:cBhvr>
                                      <p:tavLst>
                                        <p:tav tm="0">
                                          <p:val>
                                            <p:strVal val="#ppt_x-.4"/>
                                          </p:val>
                                        </p:tav>
                                        <p:tav tm="100000">
                                          <p:val>
                                            <p:strVal val="#ppt_x"/>
                                          </p:val>
                                        </p:tav>
                                      </p:tavLst>
                                    </p:anim>
                                    <p:anim calcmode="lin" valueType="num">
                                      <p:cBhvr>
                                        <p:cTn id="10" dur="2000" fill="hold"/>
                                        <p:tgtEl>
                                          <p:spTgt spid="2050"/>
                                        </p:tgtEl>
                                        <p:attrNameLst>
                                          <p:attrName>ppt_y</p:attrName>
                                        </p:attrNameLst>
                                      </p:cBhvr>
                                      <p:tavLst>
                                        <p:tav tm="0">
                                          <p:val>
                                            <p:strVal val="#ppt_y-.5"/>
                                          </p:val>
                                        </p:tav>
                                        <p:tav tm="20000">
                                          <p:val>
                                            <p:strVal val="#ppt_y-.2"/>
                                          </p:val>
                                        </p:tav>
                                        <p:tav tm="30000">
                                          <p:val>
                                            <p:strVal val="#ppt_y"/>
                                          </p:val>
                                        </p:tav>
                                        <p:tav tm="40000">
                                          <p:val>
                                            <p:strVal val="#ppt_y-.15"/>
                                          </p:val>
                                        </p:tav>
                                        <p:tav tm="50000">
                                          <p:val>
                                            <p:strVal val="#ppt_y"/>
                                          </p:val>
                                        </p:tav>
                                        <p:tav tm="60000">
                                          <p:val>
                                            <p:strVal val="#ppt_y-.1"/>
                                          </p:val>
                                        </p:tav>
                                        <p:tav tm="69900">
                                          <p:val>
                                            <p:strVal val="#ppt_y"/>
                                          </p:val>
                                        </p:tav>
                                        <p:tav tm="80000">
                                          <p:val>
                                            <p:strVal val="#ppt_y-.05"/>
                                          </p:val>
                                        </p:tav>
                                        <p:tav tm="100000">
                                          <p:val>
                                            <p:strVal val="#ppt_y"/>
                                          </p:val>
                                        </p:tav>
                                      </p:tavLst>
                                    </p:anim>
                                  </p:childTnLst>
                                </p:cTn>
                              </p:par>
                            </p:childTnLst>
                          </p:cTn>
                        </p:par>
                        <p:par>
                          <p:cTn id="11" fill="hold" nodeType="afterGroup">
                            <p:stCondLst>
                              <p:cond delay="2000"/>
                            </p:stCondLst>
                            <p:childTnLst>
                              <p:par>
                                <p:cTn id="12" presetID="40" presetClass="entr" presetSubtype="0" fill="hold" grpId="0" nodeType="afterEffect">
                                  <p:stCondLst>
                                    <p:cond delay="0"/>
                                  </p:stCondLst>
                                  <p:iterate type="lt">
                                    <p:tmPct val="10000"/>
                                  </p:iterate>
                                  <p:childTnLst>
                                    <p:set>
                                      <p:cBhvr>
                                        <p:cTn id="13" dur="1" fill="hold">
                                          <p:stCondLst>
                                            <p:cond delay="0"/>
                                          </p:stCondLst>
                                        </p:cTn>
                                        <p:tgtEl>
                                          <p:spTgt spid="2051">
                                            <p:txEl>
                                              <p:pRg st="0" end="0"/>
                                            </p:txEl>
                                          </p:spTgt>
                                        </p:tgtEl>
                                        <p:attrNameLst>
                                          <p:attrName>style.visibility</p:attrName>
                                        </p:attrNameLst>
                                      </p:cBhvr>
                                      <p:to>
                                        <p:strVal val="visible"/>
                                      </p:to>
                                    </p:set>
                                    <p:animEffect transition="in" filter="fade">
                                      <p:cBhvr>
                                        <p:cTn id="14" dur="500">
                                          <p:stCondLst>
                                            <p:cond delay="0"/>
                                          </p:stCondLst>
                                        </p:cTn>
                                        <p:tgtEl>
                                          <p:spTgt spid="2051">
                                            <p:txEl>
                                              <p:pRg st="0" end="0"/>
                                            </p:txEl>
                                          </p:spTgt>
                                        </p:tgtEl>
                                      </p:cBhvr>
                                    </p:animEffect>
                                    <p:anim calcmode="lin" valueType="num">
                                      <p:cBhvr>
                                        <p:cTn id="15" dur="500" fill="hold">
                                          <p:stCondLst>
                                            <p:cond delay="0"/>
                                          </p:stCondLst>
                                        </p:cTn>
                                        <p:tgtEl>
                                          <p:spTgt spid="2051">
                                            <p:txEl>
                                              <p:pRg st="0" end="0"/>
                                            </p:txEl>
                                          </p:spTgt>
                                        </p:tgtEl>
                                        <p:attrNameLst>
                                          <p:attrName>ppt_x</p:attrName>
                                        </p:attrNameLst>
                                      </p:cBhvr>
                                      <p:tavLst>
                                        <p:tav tm="0">
                                          <p:val>
                                            <p:strVal val="#ppt_x-.1"/>
                                          </p:val>
                                        </p:tav>
                                        <p:tav tm="100000">
                                          <p:val>
                                            <p:strVal val="#ppt_x"/>
                                          </p:val>
                                        </p:tav>
                                      </p:tavLst>
                                    </p:anim>
                                    <p:anim calcmode="lin" valueType="num">
                                      <p:cBhvr>
                                        <p:cTn id="16" dur="500" fill="hold">
                                          <p:stCondLst>
                                            <p:cond delay="0"/>
                                          </p:stCondLst>
                                        </p:cTn>
                                        <p:tgtEl>
                                          <p:spTgt spid="205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17C1B22-9051-9D95-3C12-F518ECC85801}"/>
              </a:ext>
            </a:extLst>
          </p:cNvPr>
          <p:cNvSpPr>
            <a:spLocks noGrp="1" noChangeArrowheads="1"/>
          </p:cNvSpPr>
          <p:nvPr>
            <p:ph type="title"/>
          </p:nvPr>
        </p:nvSpPr>
        <p:spPr>
          <a:xfrm>
            <a:off x="457200" y="0"/>
            <a:ext cx="8229600" cy="1143000"/>
          </a:xfrm>
        </p:spPr>
        <p:txBody>
          <a:bodyPr/>
          <a:lstStyle/>
          <a:p>
            <a:pPr eaLnBrk="1" fontAlgn="auto" hangingPunct="1">
              <a:spcAft>
                <a:spcPts val="0"/>
              </a:spcAft>
              <a:defRPr/>
            </a:pPr>
            <a:r>
              <a:rPr b="1" u="sng">
                <a:solidFill>
                  <a:srgbClr val="FFFFFF"/>
                </a:solidFill>
                <a:effectLst>
                  <a:outerShdw blurRad="38100" dist="38100" dir="2700000" algn="tl">
                    <a:srgbClr val="000000"/>
                  </a:outerShdw>
                </a:effectLst>
              </a:rPr>
              <a:t>Congruent Figures</a:t>
            </a:r>
          </a:p>
        </p:txBody>
      </p:sp>
      <p:sp>
        <p:nvSpPr>
          <p:cNvPr id="3075" name="Rectangle 3">
            <a:extLst>
              <a:ext uri="{FF2B5EF4-FFF2-40B4-BE49-F238E27FC236}">
                <a16:creationId xmlns:a16="http://schemas.microsoft.com/office/drawing/2014/main" id="{4CC13A27-A893-819C-360D-754BB2BEA521}"/>
              </a:ext>
            </a:extLst>
          </p:cNvPr>
          <p:cNvSpPr>
            <a:spLocks noGrp="1" noChangeArrowheads="1"/>
          </p:cNvSpPr>
          <p:nvPr>
            <p:ph type="body" sz="half" idx="1"/>
          </p:nvPr>
        </p:nvSpPr>
        <p:spPr>
          <a:xfrm>
            <a:off x="457200" y="1295400"/>
            <a:ext cx="4038600" cy="4525963"/>
          </a:xfrm>
        </p:spPr>
        <p:txBody>
          <a:bodyPr>
            <a:normAutofit fontScale="92500" lnSpcReduction="10000"/>
          </a:bodyPr>
          <a:lstStyle/>
          <a:p>
            <a:pPr marL="274320" indent="-274320" eaLnBrk="1" fontAlgn="auto" hangingPunct="1">
              <a:spcAft>
                <a:spcPts val="0"/>
              </a:spcAft>
              <a:buFont typeface="Wingdings 2"/>
              <a:buChar char=""/>
              <a:defRPr/>
            </a:pPr>
            <a:r>
              <a:rPr lang="en-US" sz="2800" b="1">
                <a:solidFill>
                  <a:srgbClr val="FFFFFF"/>
                </a:solidFill>
                <a:effectLst>
                  <a:outerShdw blurRad="38100" dist="38100" dir="2700000" algn="tl">
                    <a:srgbClr val="000000"/>
                  </a:outerShdw>
                </a:effectLst>
              </a:rPr>
              <a:t>2 figures are congruent if they have the exact same size and shape.</a:t>
            </a:r>
          </a:p>
          <a:p>
            <a:pPr marL="274320" indent="-274320" eaLnBrk="1" fontAlgn="auto" hangingPunct="1">
              <a:spcAft>
                <a:spcPts val="0"/>
              </a:spcAft>
              <a:buFont typeface="Wingdings 2"/>
              <a:buChar char=""/>
              <a:defRPr/>
            </a:pPr>
            <a:r>
              <a:rPr lang="en-US" sz="2800" b="1">
                <a:solidFill>
                  <a:srgbClr val="FFFFFF"/>
                </a:solidFill>
                <a:effectLst>
                  <a:outerShdw blurRad="38100" dist="38100" dir="2700000" algn="tl">
                    <a:srgbClr val="000000"/>
                  </a:outerShdw>
                </a:effectLst>
              </a:rPr>
              <a:t>When 2 figures are congruent the corresponding parts are congruent. (angles and sides)</a:t>
            </a:r>
          </a:p>
          <a:p>
            <a:pPr marL="274320" indent="-274320" eaLnBrk="1" fontAlgn="auto" hangingPunct="1">
              <a:spcAft>
                <a:spcPts val="0"/>
              </a:spcAft>
              <a:buFont typeface="Wingdings 2"/>
              <a:buChar char=""/>
              <a:defRPr/>
            </a:pPr>
            <a:r>
              <a:rPr lang="en-US" sz="2800" b="1">
                <a:solidFill>
                  <a:srgbClr val="FFFFFF"/>
                </a:solidFill>
                <a:effectLst>
                  <a:outerShdw blurRad="38100" dist="38100" dir="2700000" algn="tl">
                    <a:srgbClr val="000000"/>
                  </a:outerShdw>
                </a:effectLst>
              </a:rPr>
              <a:t>Quad ABDC is congruent to Quad EFHG</a:t>
            </a:r>
          </a:p>
        </p:txBody>
      </p:sp>
      <p:pic>
        <p:nvPicPr>
          <p:cNvPr id="52227" name="Picture 4">
            <a:extLst>
              <a:ext uri="{FF2B5EF4-FFF2-40B4-BE49-F238E27FC236}">
                <a16:creationId xmlns:a16="http://schemas.microsoft.com/office/drawing/2014/main" id="{22FBF347-9AAA-0317-C6DE-9B24B835FE79}"/>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715000" y="914400"/>
            <a:ext cx="3138488" cy="2651125"/>
          </a:xfrm>
          <a:noFill/>
        </p:spPr>
      </p:pic>
      <p:pic>
        <p:nvPicPr>
          <p:cNvPr id="52228" name="Picture 6">
            <a:extLst>
              <a:ext uri="{FF2B5EF4-FFF2-40B4-BE49-F238E27FC236}">
                <a16:creationId xmlns:a16="http://schemas.microsoft.com/office/drawing/2014/main" id="{A000E95E-D231-2FE0-8A47-7C97C012B520}"/>
              </a:ext>
            </a:extLst>
          </p:cNvPr>
          <p:cNvPicPr>
            <a:picLocks noGrp="1" noChangeAspect="1" noChangeArrowheads="1"/>
          </p:cNvPicPr>
          <p:nvPr>
            <p:ph sz="quarter" idx="3"/>
          </p:nvPr>
        </p:nvPicPr>
        <p:blipFill>
          <a:blip r:embed="rId2">
            <a:extLst>
              <a:ext uri="{28A0092B-C50C-407E-A947-70E740481C1C}">
                <a14:useLocalDpi xmlns:a14="http://schemas.microsoft.com/office/drawing/2010/main" val="0"/>
              </a:ext>
            </a:extLst>
          </a:blip>
          <a:srcRect/>
          <a:stretch>
            <a:fillRect/>
          </a:stretch>
        </p:blipFill>
        <p:spPr>
          <a:xfrm>
            <a:off x="5410200" y="3581400"/>
            <a:ext cx="2833688" cy="2393950"/>
          </a:xfrm>
          <a:noFill/>
        </p:spPr>
      </p:pic>
      <p:sp>
        <p:nvSpPr>
          <p:cNvPr id="3078" name="Text Box 8">
            <a:extLst>
              <a:ext uri="{FF2B5EF4-FFF2-40B4-BE49-F238E27FC236}">
                <a16:creationId xmlns:a16="http://schemas.microsoft.com/office/drawing/2014/main" id="{014741A4-AF25-33CC-85BA-C0F66BD13390}"/>
              </a:ext>
            </a:extLst>
          </p:cNvPr>
          <p:cNvSpPr txBox="1">
            <a:spLocks noChangeArrowheads="1"/>
          </p:cNvSpPr>
          <p:nvPr/>
        </p:nvSpPr>
        <p:spPr bwMode="auto">
          <a:xfrm>
            <a:off x="5410200" y="1066800"/>
            <a:ext cx="6096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A</a:t>
            </a:r>
          </a:p>
        </p:txBody>
      </p:sp>
      <p:sp>
        <p:nvSpPr>
          <p:cNvPr id="3079" name="Text Box 9">
            <a:extLst>
              <a:ext uri="{FF2B5EF4-FFF2-40B4-BE49-F238E27FC236}">
                <a16:creationId xmlns:a16="http://schemas.microsoft.com/office/drawing/2014/main" id="{6E9ED6AD-0DBE-6958-2B57-E7ECADBDEC20}"/>
              </a:ext>
            </a:extLst>
          </p:cNvPr>
          <p:cNvSpPr txBox="1">
            <a:spLocks noChangeArrowheads="1"/>
          </p:cNvSpPr>
          <p:nvPr/>
        </p:nvSpPr>
        <p:spPr bwMode="auto">
          <a:xfrm>
            <a:off x="8382000" y="838200"/>
            <a:ext cx="4572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B</a:t>
            </a:r>
          </a:p>
        </p:txBody>
      </p:sp>
      <p:sp>
        <p:nvSpPr>
          <p:cNvPr id="3080" name="Text Box 10">
            <a:extLst>
              <a:ext uri="{FF2B5EF4-FFF2-40B4-BE49-F238E27FC236}">
                <a16:creationId xmlns:a16="http://schemas.microsoft.com/office/drawing/2014/main" id="{2E1F1142-7423-28F1-F078-E790C3C614DC}"/>
              </a:ext>
            </a:extLst>
          </p:cNvPr>
          <p:cNvSpPr txBox="1">
            <a:spLocks noChangeArrowheads="1"/>
          </p:cNvSpPr>
          <p:nvPr/>
        </p:nvSpPr>
        <p:spPr bwMode="auto">
          <a:xfrm>
            <a:off x="5257800" y="3048000"/>
            <a:ext cx="4572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C</a:t>
            </a:r>
          </a:p>
        </p:txBody>
      </p:sp>
      <p:sp>
        <p:nvSpPr>
          <p:cNvPr id="3081" name="Text Box 11">
            <a:extLst>
              <a:ext uri="{FF2B5EF4-FFF2-40B4-BE49-F238E27FC236}">
                <a16:creationId xmlns:a16="http://schemas.microsoft.com/office/drawing/2014/main" id="{585E4410-45D4-F521-2E23-8DF7CB863627}"/>
              </a:ext>
            </a:extLst>
          </p:cNvPr>
          <p:cNvSpPr txBox="1">
            <a:spLocks noChangeArrowheads="1"/>
          </p:cNvSpPr>
          <p:nvPr/>
        </p:nvSpPr>
        <p:spPr bwMode="auto">
          <a:xfrm>
            <a:off x="8153400" y="2895600"/>
            <a:ext cx="685800" cy="519113"/>
          </a:xfrm>
          <a:prstGeom prst="rect">
            <a:avLst/>
          </a:prstGeom>
          <a:noFill/>
          <a:ln w="9525">
            <a:noFill/>
            <a:miter lim="800000"/>
            <a:headEnd/>
            <a:tailEnd/>
          </a:ln>
        </p:spPr>
        <p:txBody>
          <a:bodyPr>
            <a:spAutoFit/>
          </a:bodyPr>
          <a:lstStyle/>
          <a:p>
            <a:pPr eaLnBrk="1" hangingPunct="1">
              <a:spcBef>
                <a:spcPct val="50000"/>
              </a:spcBef>
              <a:defRPr/>
            </a:pPr>
            <a:r>
              <a:rPr lang="en-US" sz="2800">
                <a:effectLst>
                  <a:outerShdw blurRad="38100" dist="38100" dir="2700000" algn="tl">
                    <a:srgbClr val="000000">
                      <a:alpha val="43137"/>
                    </a:srgbClr>
                  </a:outerShdw>
                </a:effectLst>
                <a:latin typeface="Arial" charset="0"/>
                <a:cs typeface="Arial" charset="0"/>
              </a:rPr>
              <a:t>D</a:t>
            </a:r>
          </a:p>
        </p:txBody>
      </p:sp>
      <p:sp>
        <p:nvSpPr>
          <p:cNvPr id="3082" name="Text Box 12">
            <a:extLst>
              <a:ext uri="{FF2B5EF4-FFF2-40B4-BE49-F238E27FC236}">
                <a16:creationId xmlns:a16="http://schemas.microsoft.com/office/drawing/2014/main" id="{10BC3713-643F-B2CF-804A-9EA70FEEBEC8}"/>
              </a:ext>
            </a:extLst>
          </p:cNvPr>
          <p:cNvSpPr txBox="1">
            <a:spLocks noChangeArrowheads="1"/>
          </p:cNvSpPr>
          <p:nvPr/>
        </p:nvSpPr>
        <p:spPr bwMode="auto">
          <a:xfrm>
            <a:off x="5105400" y="3733800"/>
            <a:ext cx="7620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E</a:t>
            </a:r>
          </a:p>
        </p:txBody>
      </p:sp>
      <p:sp>
        <p:nvSpPr>
          <p:cNvPr id="3083" name="Text Box 13">
            <a:extLst>
              <a:ext uri="{FF2B5EF4-FFF2-40B4-BE49-F238E27FC236}">
                <a16:creationId xmlns:a16="http://schemas.microsoft.com/office/drawing/2014/main" id="{0318D89B-111E-64F8-9576-3CC0095CFCD0}"/>
              </a:ext>
            </a:extLst>
          </p:cNvPr>
          <p:cNvSpPr txBox="1">
            <a:spLocks noChangeArrowheads="1"/>
          </p:cNvSpPr>
          <p:nvPr/>
        </p:nvSpPr>
        <p:spPr bwMode="auto">
          <a:xfrm>
            <a:off x="7924800" y="3429000"/>
            <a:ext cx="533400" cy="519113"/>
          </a:xfrm>
          <a:prstGeom prst="rect">
            <a:avLst/>
          </a:prstGeom>
          <a:noFill/>
          <a:ln w="9525">
            <a:noFill/>
            <a:miter lim="800000"/>
            <a:headEnd/>
            <a:tailEnd/>
          </a:ln>
        </p:spPr>
        <p:txBody>
          <a:bodyPr>
            <a:spAutoFit/>
          </a:bodyPr>
          <a:lstStyle/>
          <a:p>
            <a:pPr eaLnBrk="1" hangingPunct="1">
              <a:spcBef>
                <a:spcPct val="50000"/>
              </a:spcBef>
              <a:defRPr/>
            </a:pPr>
            <a:r>
              <a:rPr lang="en-US" sz="2800">
                <a:effectLst>
                  <a:outerShdw blurRad="38100" dist="38100" dir="2700000" algn="tl">
                    <a:srgbClr val="000000">
                      <a:alpha val="43137"/>
                    </a:srgbClr>
                  </a:outerShdw>
                </a:effectLst>
                <a:latin typeface="Arial" charset="0"/>
                <a:cs typeface="Arial" charset="0"/>
              </a:rPr>
              <a:t>F</a:t>
            </a:r>
          </a:p>
        </p:txBody>
      </p:sp>
      <p:sp>
        <p:nvSpPr>
          <p:cNvPr id="3084" name="Text Box 14">
            <a:extLst>
              <a:ext uri="{FF2B5EF4-FFF2-40B4-BE49-F238E27FC236}">
                <a16:creationId xmlns:a16="http://schemas.microsoft.com/office/drawing/2014/main" id="{43E309DA-3A64-1772-65DF-FF05708B092D}"/>
              </a:ext>
            </a:extLst>
          </p:cNvPr>
          <p:cNvSpPr txBox="1">
            <a:spLocks noChangeArrowheads="1"/>
          </p:cNvSpPr>
          <p:nvPr/>
        </p:nvSpPr>
        <p:spPr bwMode="auto">
          <a:xfrm>
            <a:off x="4800600" y="5562600"/>
            <a:ext cx="838200" cy="519113"/>
          </a:xfrm>
          <a:prstGeom prst="rect">
            <a:avLst/>
          </a:prstGeom>
          <a:noFill/>
          <a:ln w="9525">
            <a:noFill/>
            <a:miter lim="800000"/>
            <a:headEnd/>
            <a:tailEnd/>
          </a:ln>
        </p:spPr>
        <p:txBody>
          <a:bodyPr>
            <a:spAutoFit/>
          </a:bodyPr>
          <a:lstStyle/>
          <a:p>
            <a:pPr eaLnBrk="1" hangingPunct="1">
              <a:spcBef>
                <a:spcPct val="50000"/>
              </a:spcBef>
              <a:defRPr/>
            </a:pPr>
            <a:r>
              <a:rPr lang="en-US" sz="2800">
                <a:effectLst>
                  <a:outerShdw blurRad="38100" dist="38100" dir="2700000" algn="tl">
                    <a:srgbClr val="000000">
                      <a:alpha val="43137"/>
                    </a:srgbClr>
                  </a:outerShdw>
                </a:effectLst>
                <a:latin typeface="Arial" charset="0"/>
                <a:cs typeface="Arial" charset="0"/>
              </a:rPr>
              <a:t>G</a:t>
            </a:r>
          </a:p>
        </p:txBody>
      </p:sp>
      <p:sp>
        <p:nvSpPr>
          <p:cNvPr id="3085" name="Text Box 15">
            <a:extLst>
              <a:ext uri="{FF2B5EF4-FFF2-40B4-BE49-F238E27FC236}">
                <a16:creationId xmlns:a16="http://schemas.microsoft.com/office/drawing/2014/main" id="{8EE7C2C0-4940-6FFC-C08B-57889F849D8D}"/>
              </a:ext>
            </a:extLst>
          </p:cNvPr>
          <p:cNvSpPr txBox="1">
            <a:spLocks noChangeArrowheads="1"/>
          </p:cNvSpPr>
          <p:nvPr/>
        </p:nvSpPr>
        <p:spPr bwMode="auto">
          <a:xfrm>
            <a:off x="7696200" y="5334000"/>
            <a:ext cx="8382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H</a:t>
            </a:r>
          </a:p>
        </p:txBody>
      </p:sp>
      <p:sp>
        <p:nvSpPr>
          <p:cNvPr id="3086" name="Text Box 16">
            <a:extLst>
              <a:ext uri="{FF2B5EF4-FFF2-40B4-BE49-F238E27FC236}">
                <a16:creationId xmlns:a16="http://schemas.microsoft.com/office/drawing/2014/main" id="{BF672E66-C1B7-0783-FAF5-AC13838AD38E}"/>
              </a:ext>
            </a:extLst>
          </p:cNvPr>
          <p:cNvSpPr txBox="1">
            <a:spLocks noChangeArrowheads="1"/>
          </p:cNvSpPr>
          <p:nvPr/>
        </p:nvSpPr>
        <p:spPr bwMode="auto">
          <a:xfrm rot="5685174">
            <a:off x="6628607" y="3734593"/>
            <a:ext cx="8382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87" name="Text Box 17">
            <a:extLst>
              <a:ext uri="{FF2B5EF4-FFF2-40B4-BE49-F238E27FC236}">
                <a16:creationId xmlns:a16="http://schemas.microsoft.com/office/drawing/2014/main" id="{24AE48D3-ABEB-0A1B-1069-92E5470B6EA5}"/>
              </a:ext>
            </a:extLst>
          </p:cNvPr>
          <p:cNvSpPr txBox="1">
            <a:spLocks noChangeArrowheads="1"/>
          </p:cNvSpPr>
          <p:nvPr/>
        </p:nvSpPr>
        <p:spPr bwMode="auto">
          <a:xfrm rot="5220802">
            <a:off x="6933407" y="1146968"/>
            <a:ext cx="838200" cy="5191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88" name="Text Box 18">
            <a:extLst>
              <a:ext uri="{FF2B5EF4-FFF2-40B4-BE49-F238E27FC236}">
                <a16:creationId xmlns:a16="http://schemas.microsoft.com/office/drawing/2014/main" id="{48B769E9-368A-CF4B-AC80-682F25BD06CF}"/>
              </a:ext>
            </a:extLst>
          </p:cNvPr>
          <p:cNvSpPr txBox="1">
            <a:spLocks noChangeArrowheads="1"/>
          </p:cNvSpPr>
          <p:nvPr/>
        </p:nvSpPr>
        <p:spPr bwMode="auto">
          <a:xfrm>
            <a:off x="8001000" y="1295400"/>
            <a:ext cx="838200" cy="1160463"/>
          </a:xfrm>
          <a:prstGeom prst="rect">
            <a:avLst/>
          </a:prstGeom>
          <a:noFill/>
          <a:ln w="9525">
            <a:noFill/>
            <a:miter lim="800000"/>
            <a:headEnd/>
            <a:tailEnd/>
          </a:ln>
        </p:spPr>
        <p:txBody>
          <a:bodyPr>
            <a:spAutoFit/>
          </a:bodyPr>
          <a:lstStyle/>
          <a:p>
            <a:pPr eaLnBrk="1" hangingPunct="1">
              <a:spcBef>
                <a:spcPct val="50000"/>
              </a:spcBef>
              <a:defRPr/>
            </a:pPr>
            <a:r>
              <a:rPr lang="en-US" sz="2800">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effectLst>
                  <a:outerShdw blurRad="38100" dist="38100" dir="2700000" algn="tl">
                    <a:srgbClr val="000000">
                      <a:alpha val="43137"/>
                    </a:srgbClr>
                  </a:outerShdw>
                </a:effectLst>
                <a:latin typeface="Arial" charset="0"/>
                <a:cs typeface="Arial" charset="0"/>
              </a:rPr>
              <a:t>___</a:t>
            </a:r>
          </a:p>
        </p:txBody>
      </p:sp>
      <p:sp>
        <p:nvSpPr>
          <p:cNvPr id="3089" name="Text Box 19">
            <a:extLst>
              <a:ext uri="{FF2B5EF4-FFF2-40B4-BE49-F238E27FC236}">
                <a16:creationId xmlns:a16="http://schemas.microsoft.com/office/drawing/2014/main" id="{831F8CB3-5221-E96F-C2BA-93A11E5BC897}"/>
              </a:ext>
            </a:extLst>
          </p:cNvPr>
          <p:cNvSpPr txBox="1">
            <a:spLocks noChangeArrowheads="1"/>
          </p:cNvSpPr>
          <p:nvPr/>
        </p:nvSpPr>
        <p:spPr bwMode="auto">
          <a:xfrm>
            <a:off x="5715000" y="1295400"/>
            <a:ext cx="1600200" cy="18018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90" name="Text Box 20">
            <a:extLst>
              <a:ext uri="{FF2B5EF4-FFF2-40B4-BE49-F238E27FC236}">
                <a16:creationId xmlns:a16="http://schemas.microsoft.com/office/drawing/2014/main" id="{C8977172-F987-D278-9EB4-300DB88E93DE}"/>
              </a:ext>
            </a:extLst>
          </p:cNvPr>
          <p:cNvSpPr txBox="1">
            <a:spLocks noChangeArrowheads="1"/>
          </p:cNvSpPr>
          <p:nvPr/>
        </p:nvSpPr>
        <p:spPr bwMode="auto">
          <a:xfrm>
            <a:off x="5319713" y="3762375"/>
            <a:ext cx="1600200" cy="180181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91" name="Text Box 22">
            <a:extLst>
              <a:ext uri="{FF2B5EF4-FFF2-40B4-BE49-F238E27FC236}">
                <a16:creationId xmlns:a16="http://schemas.microsoft.com/office/drawing/2014/main" id="{FDBDFD8B-D970-C719-5791-2E661527900F}"/>
              </a:ext>
            </a:extLst>
          </p:cNvPr>
          <p:cNvSpPr txBox="1">
            <a:spLocks noChangeArrowheads="1"/>
          </p:cNvSpPr>
          <p:nvPr/>
        </p:nvSpPr>
        <p:spPr bwMode="auto">
          <a:xfrm>
            <a:off x="7543800" y="3886200"/>
            <a:ext cx="1600200" cy="116046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92" name="Text Box 23">
            <a:extLst>
              <a:ext uri="{FF2B5EF4-FFF2-40B4-BE49-F238E27FC236}">
                <a16:creationId xmlns:a16="http://schemas.microsoft.com/office/drawing/2014/main" id="{A236CA55-5235-9B3A-9316-95B63E2F5D68}"/>
              </a:ext>
            </a:extLst>
          </p:cNvPr>
          <p:cNvSpPr txBox="1">
            <a:spLocks noChangeArrowheads="1"/>
          </p:cNvSpPr>
          <p:nvPr/>
        </p:nvSpPr>
        <p:spPr bwMode="auto">
          <a:xfrm rot="5225804">
            <a:off x="6250782" y="4569618"/>
            <a:ext cx="1066800" cy="2443163"/>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93" name="Text Box 24">
            <a:extLst>
              <a:ext uri="{FF2B5EF4-FFF2-40B4-BE49-F238E27FC236}">
                <a16:creationId xmlns:a16="http://schemas.microsoft.com/office/drawing/2014/main" id="{CDA9B48F-EC67-1C13-5F68-289CDC65D02F}"/>
              </a:ext>
            </a:extLst>
          </p:cNvPr>
          <p:cNvSpPr txBox="1">
            <a:spLocks noChangeArrowheads="1"/>
          </p:cNvSpPr>
          <p:nvPr/>
        </p:nvSpPr>
        <p:spPr bwMode="auto">
          <a:xfrm rot="5012344">
            <a:off x="6893719" y="2061369"/>
            <a:ext cx="847725" cy="2462213"/>
          </a:xfrm>
          <a:prstGeom prst="rect">
            <a:avLst/>
          </a:prstGeom>
          <a:noFill/>
          <a:ln w="9525">
            <a:noFill/>
            <a:miter lim="800000"/>
            <a:headEnd/>
            <a:tailEnd/>
          </a:ln>
        </p:spPr>
        <p:txBody>
          <a:bodyPr>
            <a:spAutoFit/>
          </a:bodyPr>
          <a:lstStyle/>
          <a:p>
            <a:pPr eaLnBrk="1" hangingPunct="1">
              <a:spcBef>
                <a:spcPct val="50000"/>
              </a:spcBef>
              <a:defRPr/>
            </a:pPr>
            <a:r>
              <a:rPr lang="en-US" sz="2800" dirty="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dirty="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dirty="0">
                <a:solidFill>
                  <a:srgbClr val="FFFFFF"/>
                </a:solidFill>
                <a:effectLst>
                  <a:outerShdw blurRad="38100" dist="38100" dir="2700000" algn="tl">
                    <a:srgbClr val="000000">
                      <a:alpha val="43137"/>
                    </a:srgbClr>
                  </a:outerShdw>
                </a:effectLst>
                <a:latin typeface="Arial" charset="0"/>
                <a:cs typeface="Arial" charset="0"/>
              </a:rPr>
              <a:t>___</a:t>
            </a:r>
          </a:p>
          <a:p>
            <a:pPr eaLnBrk="1" hangingPunct="1">
              <a:spcBef>
                <a:spcPct val="50000"/>
              </a:spcBef>
              <a:defRPr/>
            </a:pPr>
            <a:r>
              <a:rPr lang="en-US" sz="2800" dirty="0">
                <a:solidFill>
                  <a:srgbClr val="FFFFFF"/>
                </a:solidFill>
                <a:effectLst>
                  <a:outerShdw blurRad="38100" dist="38100" dir="2700000" algn="tl">
                    <a:srgbClr val="000000">
                      <a:alpha val="43137"/>
                    </a:srgbClr>
                  </a:outerShdw>
                </a:effectLst>
                <a:latin typeface="Arial" charset="0"/>
                <a:cs typeface="Arial" charset="0"/>
              </a:rPr>
              <a:t>___</a:t>
            </a:r>
          </a:p>
        </p:txBody>
      </p:sp>
      <p:sp>
        <p:nvSpPr>
          <p:cNvPr id="3094" name="Text Box 25">
            <a:extLst>
              <a:ext uri="{FF2B5EF4-FFF2-40B4-BE49-F238E27FC236}">
                <a16:creationId xmlns:a16="http://schemas.microsoft.com/office/drawing/2014/main" id="{47DDCC66-2A88-F113-6C7E-F50C3FB166E1}"/>
              </a:ext>
            </a:extLst>
          </p:cNvPr>
          <p:cNvSpPr txBox="1">
            <a:spLocks noChangeArrowheads="1"/>
          </p:cNvSpPr>
          <p:nvPr/>
        </p:nvSpPr>
        <p:spPr bwMode="auto">
          <a:xfrm rot="20513774">
            <a:off x="5865813" y="2862263"/>
            <a:ext cx="1066800" cy="579437"/>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095" name="Text Box 26">
            <a:extLst>
              <a:ext uri="{FF2B5EF4-FFF2-40B4-BE49-F238E27FC236}">
                <a16:creationId xmlns:a16="http://schemas.microsoft.com/office/drawing/2014/main" id="{3D62CDBC-28FD-5965-7FD8-388A0A1A131C}"/>
              </a:ext>
            </a:extLst>
          </p:cNvPr>
          <p:cNvSpPr txBox="1">
            <a:spLocks noChangeArrowheads="1"/>
          </p:cNvSpPr>
          <p:nvPr/>
        </p:nvSpPr>
        <p:spPr bwMode="auto">
          <a:xfrm rot="2819410">
            <a:off x="5958682" y="1627981"/>
            <a:ext cx="1371600" cy="579437"/>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096" name="Text Box 27">
            <a:extLst>
              <a:ext uri="{FF2B5EF4-FFF2-40B4-BE49-F238E27FC236}">
                <a16:creationId xmlns:a16="http://schemas.microsoft.com/office/drawing/2014/main" id="{A94100A7-6325-B125-547E-2AD1387032F5}"/>
              </a:ext>
            </a:extLst>
          </p:cNvPr>
          <p:cNvSpPr txBox="1">
            <a:spLocks noChangeArrowheads="1"/>
          </p:cNvSpPr>
          <p:nvPr/>
        </p:nvSpPr>
        <p:spPr bwMode="auto">
          <a:xfrm rot="18475779">
            <a:off x="8191501" y="711200"/>
            <a:ext cx="1143000" cy="581025"/>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097" name="Text Box 28">
            <a:extLst>
              <a:ext uri="{FF2B5EF4-FFF2-40B4-BE49-F238E27FC236}">
                <a16:creationId xmlns:a16="http://schemas.microsoft.com/office/drawing/2014/main" id="{85FF055A-19B3-5304-9F72-B1A93DC25282}"/>
              </a:ext>
            </a:extLst>
          </p:cNvPr>
          <p:cNvSpPr txBox="1">
            <a:spLocks noChangeArrowheads="1"/>
          </p:cNvSpPr>
          <p:nvPr/>
        </p:nvSpPr>
        <p:spPr bwMode="auto">
          <a:xfrm rot="2448261">
            <a:off x="7924800" y="2743200"/>
            <a:ext cx="914400" cy="579438"/>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098" name="Text Box 29">
            <a:extLst>
              <a:ext uri="{FF2B5EF4-FFF2-40B4-BE49-F238E27FC236}">
                <a16:creationId xmlns:a16="http://schemas.microsoft.com/office/drawing/2014/main" id="{EB2330DA-1F39-7F6D-721D-031CE5BE4F27}"/>
              </a:ext>
            </a:extLst>
          </p:cNvPr>
          <p:cNvSpPr txBox="1">
            <a:spLocks noChangeArrowheads="1"/>
          </p:cNvSpPr>
          <p:nvPr/>
        </p:nvSpPr>
        <p:spPr bwMode="auto">
          <a:xfrm rot="18979319">
            <a:off x="7602538" y="3489325"/>
            <a:ext cx="990600" cy="579438"/>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099" name="Text Box 30">
            <a:extLst>
              <a:ext uri="{FF2B5EF4-FFF2-40B4-BE49-F238E27FC236}">
                <a16:creationId xmlns:a16="http://schemas.microsoft.com/office/drawing/2014/main" id="{CB6B5C8F-0A5A-0D88-25BB-6B6A66CB638E}"/>
              </a:ext>
            </a:extLst>
          </p:cNvPr>
          <p:cNvSpPr txBox="1">
            <a:spLocks noChangeArrowheads="1"/>
          </p:cNvSpPr>
          <p:nvPr/>
        </p:nvSpPr>
        <p:spPr bwMode="auto">
          <a:xfrm rot="3165313">
            <a:off x="5642769" y="4198144"/>
            <a:ext cx="1149350" cy="579438"/>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100" name="Text Box 31">
            <a:extLst>
              <a:ext uri="{FF2B5EF4-FFF2-40B4-BE49-F238E27FC236}">
                <a16:creationId xmlns:a16="http://schemas.microsoft.com/office/drawing/2014/main" id="{FB9506AA-AA37-BC35-3218-5684D189CFDC}"/>
              </a:ext>
            </a:extLst>
          </p:cNvPr>
          <p:cNvSpPr txBox="1">
            <a:spLocks noChangeArrowheads="1"/>
          </p:cNvSpPr>
          <p:nvPr/>
        </p:nvSpPr>
        <p:spPr bwMode="auto">
          <a:xfrm rot="19755002">
            <a:off x="5581650" y="5208588"/>
            <a:ext cx="1066800" cy="579437"/>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
        <p:nvSpPr>
          <p:cNvPr id="3101" name="Text Box 32">
            <a:extLst>
              <a:ext uri="{FF2B5EF4-FFF2-40B4-BE49-F238E27FC236}">
                <a16:creationId xmlns:a16="http://schemas.microsoft.com/office/drawing/2014/main" id="{F8159B40-68A5-B43F-F1D0-7D0F9A45CC67}"/>
              </a:ext>
            </a:extLst>
          </p:cNvPr>
          <p:cNvSpPr txBox="1">
            <a:spLocks noChangeArrowheads="1"/>
          </p:cNvSpPr>
          <p:nvPr/>
        </p:nvSpPr>
        <p:spPr bwMode="auto">
          <a:xfrm rot="2434040">
            <a:off x="7237413" y="5407025"/>
            <a:ext cx="1219200" cy="579438"/>
          </a:xfrm>
          <a:prstGeom prst="rect">
            <a:avLst/>
          </a:prstGeom>
          <a:noFill/>
          <a:ln w="9525">
            <a:noFill/>
            <a:miter lim="800000"/>
            <a:headEnd/>
            <a:tailEnd/>
          </a:ln>
        </p:spPr>
        <p:txBody>
          <a:bodyPr>
            <a:spAutoFit/>
          </a:bodyPr>
          <a:lstStyle/>
          <a:p>
            <a:pPr eaLnBrk="1" hangingPunct="1">
              <a:spcBef>
                <a:spcPct val="50000"/>
              </a:spcBef>
              <a:defRPr/>
            </a:pPr>
            <a:r>
              <a:rPr lang="en-US">
                <a:solidFill>
                  <a:srgbClr val="FFFFFF"/>
                </a:solidFill>
                <a:effectLst>
                  <a:outerShdw blurRad="38100" dist="38100" dir="2700000" algn="tl">
                    <a:srgbClr val="000000">
                      <a:alpha val="43137"/>
                    </a:srgbClr>
                  </a:outerShdw>
                </a:effectLst>
                <a:latin typeface="Arial" charset="0"/>
                <a:cs typeface="Arial"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ox(in)">
                                      <p:cBhvr>
                                        <p:cTn id="7" dur="500"/>
                                        <p:tgtEl>
                                          <p:spTgt spid="307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075">
                                            <p:txEl>
                                              <p:pRg st="0" end="0"/>
                                            </p:txEl>
                                          </p:spTgt>
                                        </p:tgtEl>
                                        <p:attrNameLst>
                                          <p:attrName>style.visibility</p:attrName>
                                        </p:attrNameLst>
                                      </p:cBhvr>
                                      <p:to>
                                        <p:strVal val="visible"/>
                                      </p:to>
                                    </p:set>
                                    <p:animEffect transition="in" filter="box(in)">
                                      <p:cBhvr>
                                        <p:cTn id="10" dur="500"/>
                                        <p:tgtEl>
                                          <p:spTgt spid="3075">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075">
                                            <p:txEl>
                                              <p:pRg st="1" end="1"/>
                                            </p:txEl>
                                          </p:spTgt>
                                        </p:tgtEl>
                                        <p:attrNameLst>
                                          <p:attrName>style.visibility</p:attrName>
                                        </p:attrNameLst>
                                      </p:cBhvr>
                                      <p:to>
                                        <p:strVal val="visible"/>
                                      </p:to>
                                    </p:set>
                                    <p:animEffect transition="in" filter="box(in)">
                                      <p:cBhvr>
                                        <p:cTn id="15" dur="500"/>
                                        <p:tgtEl>
                                          <p:spTgt spid="3075">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075">
                                            <p:txEl>
                                              <p:pRg st="2" end="2"/>
                                            </p:txEl>
                                          </p:spTgt>
                                        </p:tgtEl>
                                        <p:attrNameLst>
                                          <p:attrName>style.visibility</p:attrName>
                                        </p:attrNameLst>
                                      </p:cBhvr>
                                      <p:to>
                                        <p:strVal val="visible"/>
                                      </p:to>
                                    </p:set>
                                    <p:animEffect transition="in" filter="box(in)">
                                      <p:cBhvr>
                                        <p:cTn id="20" dur="5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allAtOnce"/>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CDEECB98-0994-CDF5-4807-0B40630F956F}"/>
              </a:ext>
            </a:extLst>
          </p:cNvPr>
          <p:cNvSpPr>
            <a:spLocks noGrp="1" noChangeArrowheads="1"/>
          </p:cNvSpPr>
          <p:nvPr>
            <p:ph idx="1"/>
          </p:nvPr>
        </p:nvSpPr>
        <p:spPr>
          <a:xfrm>
            <a:off x="0" y="304800"/>
            <a:ext cx="9144000" cy="5821363"/>
          </a:xfrm>
        </p:spPr>
        <p:txBody>
          <a:bodyPr>
            <a:normAutofit/>
          </a:bodyPr>
          <a:lstStyle/>
          <a:p>
            <a:pPr eaLnBrk="1" hangingPunct="1"/>
            <a:r>
              <a:rPr lang="en-US" altLang="en-US" sz="7200" b="1">
                <a:solidFill>
                  <a:srgbClr val="FFFFFF"/>
                </a:solidFill>
                <a:effectLst>
                  <a:outerShdw blurRad="38100" dist="38100" dir="2700000" algn="tl">
                    <a:srgbClr val="444D26"/>
                  </a:outerShdw>
                </a:effectLst>
              </a:rPr>
              <a:t>If </a:t>
            </a:r>
            <a:r>
              <a:rPr lang="el-GR" altLang="en-US" sz="7200" b="1">
                <a:solidFill>
                  <a:srgbClr val="FFFFFF"/>
                </a:solidFill>
                <a:effectLst>
                  <a:outerShdw blurRad="38100" dist="38100" dir="2700000" algn="tl">
                    <a:srgbClr val="444D26"/>
                  </a:outerShdw>
                </a:effectLst>
                <a:cs typeface="Arial" panose="020B0604020202020204" pitchFamily="34" charset="0"/>
              </a:rPr>
              <a:t>Δ</a:t>
            </a:r>
            <a:r>
              <a:rPr lang="en-US" altLang="en-US" sz="7200" b="1">
                <a:solidFill>
                  <a:srgbClr val="FFFFFF"/>
                </a:solidFill>
                <a:effectLst>
                  <a:outerShdw blurRad="38100" dist="38100" dir="2700000" algn="tl">
                    <a:srgbClr val="444D26"/>
                  </a:outerShdw>
                </a:effectLst>
              </a:rPr>
              <a:t> ABC is </a:t>
            </a:r>
            <a:r>
              <a:rPr lang="en-US" altLang="en-US" sz="7200" b="1">
                <a:solidFill>
                  <a:srgbClr val="FFFFFF"/>
                </a:solidFill>
                <a:effectLst>
                  <a:outerShdw blurRad="38100" dist="38100" dir="2700000" algn="tl">
                    <a:srgbClr val="444D26"/>
                  </a:outerShdw>
                </a:effectLst>
                <a:sym typeface="Symbol" panose="05050102010706020507" pitchFamily="18" charset="2"/>
              </a:rPr>
              <a:t></a:t>
            </a:r>
            <a:r>
              <a:rPr lang="en-US" altLang="en-US" sz="7200" b="1">
                <a:solidFill>
                  <a:srgbClr val="FFFFFF"/>
                </a:solidFill>
                <a:effectLst>
                  <a:outerShdw blurRad="38100" dist="38100" dir="2700000" algn="tl">
                    <a:srgbClr val="444D26"/>
                  </a:outerShdw>
                </a:effectLst>
              </a:rPr>
              <a:t> to </a:t>
            </a:r>
            <a:r>
              <a:rPr lang="el-GR" altLang="en-US" sz="7200" b="1">
                <a:solidFill>
                  <a:srgbClr val="FFFFFF"/>
                </a:solidFill>
                <a:effectLst>
                  <a:outerShdw blurRad="38100" dist="38100" dir="2700000" algn="tl">
                    <a:srgbClr val="444D26"/>
                  </a:outerShdw>
                </a:effectLst>
                <a:cs typeface="Arial" panose="020B0604020202020204" pitchFamily="34" charset="0"/>
              </a:rPr>
              <a:t>Δ</a:t>
            </a:r>
            <a:r>
              <a:rPr lang="en-US" altLang="en-US" sz="7200" b="1">
                <a:solidFill>
                  <a:srgbClr val="FFFFFF"/>
                </a:solidFill>
                <a:effectLst>
                  <a:outerShdw blurRad="38100" dist="38100" dir="2700000" algn="tl">
                    <a:srgbClr val="444D26"/>
                  </a:outerShdw>
                </a:effectLst>
              </a:rPr>
              <a:t> XYZ, which angle is </a:t>
            </a:r>
            <a:r>
              <a:rPr lang="en-US" altLang="en-US" sz="7200" b="1">
                <a:solidFill>
                  <a:srgbClr val="FFFFFF"/>
                </a:solidFill>
                <a:effectLst>
                  <a:outerShdw blurRad="38100" dist="38100" dir="2700000" algn="tl">
                    <a:srgbClr val="444D26"/>
                  </a:outerShdw>
                </a:effectLst>
                <a:sym typeface="Symbol" panose="05050102010706020507" pitchFamily="18" charset="2"/>
              </a:rPr>
              <a:t></a:t>
            </a:r>
            <a:r>
              <a:rPr lang="en-US" altLang="en-US" sz="7200" b="1">
                <a:solidFill>
                  <a:srgbClr val="FFFFFF"/>
                </a:solidFill>
                <a:effectLst>
                  <a:outerShdw blurRad="38100" dist="38100" dir="2700000" algn="tl">
                    <a:srgbClr val="444D26"/>
                  </a:outerShdw>
                </a:effectLst>
              </a:rPr>
              <a:t> to </a:t>
            </a:r>
            <a:r>
              <a:rPr lang="en-US" altLang="en-US" sz="7200" b="1">
                <a:solidFill>
                  <a:srgbClr val="FFFFFF"/>
                </a:solidFill>
                <a:effectLst>
                  <a:outerShdw blurRad="38100" dist="38100" dir="2700000" algn="tl">
                    <a:srgbClr val="444D26"/>
                  </a:outerShdw>
                </a:effectLst>
                <a:sym typeface="Symbol" panose="05050102010706020507" pitchFamily="18" charset="2"/>
              </a:rPr>
              <a:t></a:t>
            </a:r>
            <a:r>
              <a:rPr lang="en-US" altLang="en-US" sz="7200" b="1">
                <a:solidFill>
                  <a:srgbClr val="FFFFFF"/>
                </a:solidFill>
                <a:effectLst>
                  <a:outerShdw blurRad="38100" dist="38100" dir="2700000" algn="tl">
                    <a:srgbClr val="444D26"/>
                  </a:outerShdw>
                </a:effectLst>
              </a:rPr>
              <a:t>C?</a:t>
            </a:r>
          </a:p>
        </p:txBody>
      </p:sp>
      <p:sp>
        <p:nvSpPr>
          <p:cNvPr id="4098" name="Rectangle 2">
            <a:extLst>
              <a:ext uri="{FF2B5EF4-FFF2-40B4-BE49-F238E27FC236}">
                <a16:creationId xmlns:a16="http://schemas.microsoft.com/office/drawing/2014/main" id="{A289B7A8-9174-47D7-105F-03374287C0EA}"/>
              </a:ext>
            </a:extLst>
          </p:cNvPr>
          <p:cNvSpPr>
            <a:spLocks noGrp="1" noChangeArrowheads="1"/>
          </p:cNvSpPr>
          <p:nvPr>
            <p:ph type="title"/>
          </p:nvPr>
        </p:nvSpPr>
        <p:spPr>
          <a:xfrm>
            <a:off x="381000" y="4648200"/>
            <a:ext cx="8229600" cy="1143000"/>
          </a:xfrm>
        </p:spPr>
        <p:txBody>
          <a:bodyPr/>
          <a:lstStyle/>
          <a:p>
            <a:pPr eaLnBrk="1" fontAlgn="auto" hangingPunct="1">
              <a:spcAft>
                <a:spcPts val="0"/>
              </a:spcAft>
              <a:defRPr/>
            </a:pPr>
            <a:r>
              <a:rPr sz="5400" b="1">
                <a:solidFill>
                  <a:srgbClr val="FFFFFF"/>
                </a:solidFill>
                <a:effectLst>
                  <a:outerShdw blurRad="38100" dist="38100" dir="2700000" algn="tl">
                    <a:srgbClr val="000000"/>
                  </a:outerShdw>
                </a:effectLst>
                <a:sym typeface="Symbol" pitchFamily="18" charset="2"/>
              </a:rPr>
              <a:t>Z</a:t>
            </a:r>
          </a:p>
        </p:txBody>
      </p:sp>
      <p:sp>
        <p:nvSpPr>
          <p:cNvPr id="4100" name="Oval 4">
            <a:extLst>
              <a:ext uri="{FF2B5EF4-FFF2-40B4-BE49-F238E27FC236}">
                <a16:creationId xmlns:a16="http://schemas.microsoft.com/office/drawing/2014/main" id="{6BB3A6FF-535C-39E7-21E2-7430FCBC94F7}"/>
              </a:ext>
            </a:extLst>
          </p:cNvPr>
          <p:cNvSpPr>
            <a:spLocks noChangeArrowheads="1"/>
          </p:cNvSpPr>
          <p:nvPr/>
        </p:nvSpPr>
        <p:spPr bwMode="auto">
          <a:xfrm>
            <a:off x="228600" y="4572000"/>
            <a:ext cx="1905000" cy="1371600"/>
          </a:xfrm>
          <a:prstGeom prst="ellipse">
            <a:avLst/>
          </a:prstGeom>
          <a:noFill/>
          <a:ln w="57150">
            <a:solidFill>
              <a:srgbClr val="00FF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1000" fill="hold">
                                          <p:stCondLst>
                                            <p:cond delay="0"/>
                                          </p:stCondLst>
                                        </p:cTn>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stCondLst>
                                            <p:cond delay="0"/>
                                          </p:stCondLst>
                                        </p:cTn>
                                        <p:tgtEl>
                                          <p:spTgt spid="409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7" presetClass="entr" presetSubtype="0"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Effect transition="in" filter="fade">
                                      <p:cBhvr>
                                        <p:cTn id="13" dur="1000"/>
                                        <p:tgtEl>
                                          <p:spTgt spid="4098"/>
                                        </p:tgtEl>
                                      </p:cBhvr>
                                    </p:animEffect>
                                    <p:anim calcmode="lin" valueType="num">
                                      <p:cBhvr>
                                        <p:cTn id="14" dur="1000" fill="hold"/>
                                        <p:tgtEl>
                                          <p:spTgt spid="4098"/>
                                        </p:tgtEl>
                                        <p:attrNameLst>
                                          <p:attrName>ppt_x</p:attrName>
                                        </p:attrNameLst>
                                      </p:cBhvr>
                                      <p:tavLst>
                                        <p:tav tm="0">
                                          <p:val>
                                            <p:strVal val="#ppt_x"/>
                                          </p:val>
                                        </p:tav>
                                        <p:tav tm="100000">
                                          <p:val>
                                            <p:strVal val="#ppt_x"/>
                                          </p:val>
                                        </p:tav>
                                      </p:tavLst>
                                    </p:anim>
                                    <p:anim calcmode="lin" valueType="num">
                                      <p:cBhvr>
                                        <p:cTn id="15" dur="1000" fill="hold"/>
                                        <p:tgtEl>
                                          <p:spTgt spid="4098"/>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1000"/>
                            </p:stCondLst>
                            <p:childTnLst>
                              <p:par>
                                <p:cTn id="17" presetID="48" presetClass="entr" presetSubtype="0" accel="50000" fill="hold" grpId="0" nodeType="afterEffect">
                                  <p:stCondLst>
                                    <p:cond delay="0"/>
                                  </p:stCondLst>
                                  <p:childTnLst>
                                    <p:set>
                                      <p:cBhvr>
                                        <p:cTn id="18" dur="1" fill="hold">
                                          <p:stCondLst>
                                            <p:cond delay="0"/>
                                          </p:stCondLst>
                                        </p:cTn>
                                        <p:tgtEl>
                                          <p:spTgt spid="4100"/>
                                        </p:tgtEl>
                                        <p:attrNameLst>
                                          <p:attrName>style.visibility</p:attrName>
                                        </p:attrNameLst>
                                      </p:cBhvr>
                                      <p:to>
                                        <p:strVal val="visible"/>
                                      </p:to>
                                    </p:set>
                                    <p:anim calcmode="lin" valueType="num">
                                      <p:cBhvr>
                                        <p:cTn id="19" dur="1000" fill="hold"/>
                                        <p:tgtEl>
                                          <p:spTgt spid="4100"/>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0" dur="1000" fill="hold"/>
                                        <p:tgtEl>
                                          <p:spTgt spid="4100"/>
                                        </p:tgtEl>
                                        <p:attrNameLst>
                                          <p:attrName>ppt_x</p:attrName>
                                        </p:attrNameLst>
                                      </p:cBhvr>
                                      <p:tavLst>
                                        <p:tav tm="0">
                                          <p:val>
                                            <p:fltVal val="-1"/>
                                          </p:val>
                                        </p:tav>
                                        <p:tav tm="50000">
                                          <p:val>
                                            <p:fltVal val="0.95"/>
                                          </p:val>
                                        </p:tav>
                                        <p:tav tm="100000">
                                          <p:val>
                                            <p:strVal val="#ppt_x"/>
                                          </p:val>
                                        </p:tav>
                                      </p:tavLst>
                                    </p:anim>
                                    <p:anim calcmode="lin" valueType="num">
                                      <p:cBhvr>
                                        <p:cTn id="21" dur="1000" fill="hold"/>
                                        <p:tgtEl>
                                          <p:spTgt spid="4100"/>
                                        </p:tgtEl>
                                        <p:attrNameLst>
                                          <p:attrName>ppt_y</p:attrName>
                                        </p:attrNameLst>
                                      </p:cBhvr>
                                      <p:tavLst>
                                        <p:tav tm="0">
                                          <p:val>
                                            <p:strVal val="#ppt_y"/>
                                          </p:val>
                                        </p:tav>
                                        <p:tav tm="100000">
                                          <p:val>
                                            <p:strVal val="#ppt_y"/>
                                          </p:val>
                                        </p:tav>
                                      </p:tavLst>
                                    </p:anim>
                                    <p:animEffect transition="in" filter="fade">
                                      <p:cBhvr>
                                        <p:cTn id="22" dur="10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rev="1"/>
      <p:bldP spid="4100"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BAFB439C-E7B4-815C-2063-D413BEC98257}"/>
              </a:ext>
            </a:extLst>
          </p:cNvPr>
          <p:cNvSpPr>
            <a:spLocks noGrp="1" noChangeArrowheads="1"/>
          </p:cNvSpPr>
          <p:nvPr>
            <p:ph idx="1"/>
          </p:nvPr>
        </p:nvSpPr>
        <p:spPr>
          <a:xfrm>
            <a:off x="457200" y="2209800"/>
            <a:ext cx="8229600" cy="3916363"/>
          </a:xfrm>
        </p:spPr>
        <p:txBody>
          <a:bodyPr>
            <a:normAutofit/>
          </a:bodyPr>
          <a:lstStyle/>
          <a:p>
            <a:pPr eaLnBrk="1" hangingPunct="1"/>
            <a:r>
              <a:rPr lang="en-US" altLang="en-US" sz="4800" b="1">
                <a:solidFill>
                  <a:srgbClr val="0000FF"/>
                </a:solidFill>
                <a:effectLst>
                  <a:outerShdw blurRad="38100" dist="38100" dir="2700000" algn="tl">
                    <a:srgbClr val="FFFFFF"/>
                  </a:outerShdw>
                </a:effectLst>
              </a:rPr>
              <a:t>If two </a:t>
            </a:r>
            <a:r>
              <a:rPr lang="en-US" altLang="en-US" sz="4800" b="1">
                <a:solidFill>
                  <a:srgbClr val="0000FF"/>
                </a:solidFill>
                <a:effectLst>
                  <a:outerShdw blurRad="38100" dist="38100" dir="2700000" algn="tl">
                    <a:srgbClr val="FFFFFF"/>
                  </a:outerShdw>
                </a:effectLst>
                <a:sym typeface="Symbol" panose="05050102010706020507" pitchFamily="18" charset="2"/>
              </a:rPr>
              <a:t></a:t>
            </a:r>
            <a:r>
              <a:rPr lang="en-US" altLang="en-US" sz="4800" b="1">
                <a:solidFill>
                  <a:srgbClr val="0000FF"/>
                </a:solidFill>
                <a:effectLst>
                  <a:outerShdw blurRad="38100" dist="38100" dir="2700000" algn="tl">
                    <a:srgbClr val="FFFFFF"/>
                  </a:outerShdw>
                </a:effectLst>
              </a:rPr>
              <a:t>s of one </a:t>
            </a:r>
            <a:r>
              <a:rPr lang="el-GR" altLang="en-US" sz="4800" b="1">
                <a:solidFill>
                  <a:srgbClr val="0000FF"/>
                </a:solidFill>
                <a:effectLst>
                  <a:outerShdw blurRad="38100" dist="38100" dir="2700000" algn="tl">
                    <a:srgbClr val="FFFFFF"/>
                  </a:outerShdw>
                </a:effectLst>
                <a:cs typeface="Arial" panose="020B0604020202020204" pitchFamily="34" charset="0"/>
              </a:rPr>
              <a:t>Δ</a:t>
            </a:r>
            <a:r>
              <a:rPr lang="en-US" altLang="en-US" sz="4800" b="1">
                <a:solidFill>
                  <a:srgbClr val="0000FF"/>
                </a:solidFill>
                <a:effectLst>
                  <a:outerShdw blurRad="38100" dist="38100" dir="2700000" algn="tl">
                    <a:srgbClr val="FFFFFF"/>
                  </a:outerShdw>
                </a:effectLst>
              </a:rPr>
              <a:t> are </a:t>
            </a:r>
            <a:r>
              <a:rPr lang="en-US" altLang="en-US" sz="4800" b="1">
                <a:solidFill>
                  <a:srgbClr val="0000FF"/>
                </a:solidFill>
                <a:effectLst>
                  <a:outerShdw blurRad="38100" dist="38100" dir="2700000" algn="tl">
                    <a:srgbClr val="FFFFFF"/>
                  </a:outerShdw>
                </a:effectLst>
                <a:sym typeface="Symbol" panose="05050102010706020507" pitchFamily="18" charset="2"/>
              </a:rPr>
              <a:t></a:t>
            </a:r>
            <a:r>
              <a:rPr lang="en-US" altLang="en-US" sz="4800" b="1">
                <a:solidFill>
                  <a:srgbClr val="0000FF"/>
                </a:solidFill>
                <a:effectLst>
                  <a:outerShdw blurRad="38100" dist="38100" dir="2700000" algn="tl">
                    <a:srgbClr val="FFFFFF"/>
                  </a:outerShdw>
                </a:effectLst>
              </a:rPr>
              <a:t> to two </a:t>
            </a:r>
            <a:r>
              <a:rPr lang="en-US" altLang="en-US" sz="4800" b="1">
                <a:solidFill>
                  <a:srgbClr val="0000FF"/>
                </a:solidFill>
                <a:effectLst>
                  <a:outerShdw blurRad="38100" dist="38100" dir="2700000" algn="tl">
                    <a:srgbClr val="FFFFFF"/>
                  </a:outerShdw>
                </a:effectLst>
                <a:sym typeface="Symbol" panose="05050102010706020507" pitchFamily="18" charset="2"/>
              </a:rPr>
              <a:t></a:t>
            </a:r>
            <a:r>
              <a:rPr lang="en-US" altLang="en-US" sz="4800" b="1">
                <a:solidFill>
                  <a:srgbClr val="0000FF"/>
                </a:solidFill>
                <a:effectLst>
                  <a:outerShdw blurRad="38100" dist="38100" dir="2700000" algn="tl">
                    <a:srgbClr val="FFFFFF"/>
                  </a:outerShdw>
                </a:effectLst>
              </a:rPr>
              <a:t>s of another </a:t>
            </a:r>
            <a:r>
              <a:rPr lang="el-GR" altLang="en-US" sz="4800" b="1">
                <a:solidFill>
                  <a:srgbClr val="0000FF"/>
                </a:solidFill>
                <a:effectLst>
                  <a:outerShdw blurRad="38100" dist="38100" dir="2700000" algn="tl">
                    <a:srgbClr val="FFFFFF"/>
                  </a:outerShdw>
                </a:effectLst>
                <a:cs typeface="Arial" panose="020B0604020202020204" pitchFamily="34" charset="0"/>
              </a:rPr>
              <a:t>Δ</a:t>
            </a:r>
            <a:r>
              <a:rPr lang="en-US" altLang="en-US" sz="4800" b="1">
                <a:solidFill>
                  <a:srgbClr val="0000FF"/>
                </a:solidFill>
                <a:effectLst>
                  <a:outerShdw blurRad="38100" dist="38100" dir="2700000" algn="tl">
                    <a:srgbClr val="FFFFFF"/>
                  </a:outerShdw>
                </a:effectLst>
              </a:rPr>
              <a:t>, then the 3rd </a:t>
            </a:r>
            <a:r>
              <a:rPr lang="en-US" altLang="en-US" sz="4800" b="1">
                <a:solidFill>
                  <a:srgbClr val="0000FF"/>
                </a:solidFill>
                <a:effectLst>
                  <a:outerShdw blurRad="38100" dist="38100" dir="2700000" algn="tl">
                    <a:srgbClr val="FFFFFF"/>
                  </a:outerShdw>
                </a:effectLst>
                <a:sym typeface="Symbol" panose="05050102010706020507" pitchFamily="18" charset="2"/>
              </a:rPr>
              <a:t></a:t>
            </a:r>
            <a:r>
              <a:rPr lang="en-US" altLang="en-US" sz="4800" b="1">
                <a:solidFill>
                  <a:srgbClr val="0000FF"/>
                </a:solidFill>
                <a:effectLst>
                  <a:outerShdw blurRad="38100" dist="38100" dir="2700000" algn="tl">
                    <a:srgbClr val="FFFFFF"/>
                  </a:outerShdw>
                </a:effectLst>
              </a:rPr>
              <a:t>s are also </a:t>
            </a:r>
            <a:r>
              <a:rPr lang="en-US" altLang="en-US" sz="4800" b="1">
                <a:solidFill>
                  <a:srgbClr val="0000FF"/>
                </a:solidFill>
                <a:effectLst>
                  <a:outerShdw blurRad="38100" dist="38100" dir="2700000" algn="tl">
                    <a:srgbClr val="FFFFFF"/>
                  </a:outerShdw>
                </a:effectLst>
                <a:sym typeface="Symbol" panose="05050102010706020507" pitchFamily="18" charset="2"/>
              </a:rPr>
              <a:t></a:t>
            </a:r>
            <a:r>
              <a:rPr lang="en-US" altLang="en-US" sz="4800" b="1">
                <a:solidFill>
                  <a:srgbClr val="0000FF"/>
                </a:solidFill>
                <a:effectLst>
                  <a:outerShdw blurRad="38100" dist="38100" dir="2700000" algn="tl">
                    <a:srgbClr val="FFFFFF"/>
                  </a:outerShdw>
                </a:effectLst>
              </a:rPr>
              <a:t>.</a:t>
            </a:r>
          </a:p>
        </p:txBody>
      </p:sp>
      <p:sp>
        <p:nvSpPr>
          <p:cNvPr id="13314" name="Rectangle 2">
            <a:extLst>
              <a:ext uri="{FF2B5EF4-FFF2-40B4-BE49-F238E27FC236}">
                <a16:creationId xmlns:a16="http://schemas.microsoft.com/office/drawing/2014/main" id="{B0846BFA-DD18-7A98-3873-4280E66BA643}"/>
              </a:ext>
            </a:extLst>
          </p:cNvPr>
          <p:cNvSpPr>
            <a:spLocks noGrp="1" noChangeArrowheads="1"/>
          </p:cNvSpPr>
          <p:nvPr>
            <p:ph type="title"/>
          </p:nvPr>
        </p:nvSpPr>
        <p:spPr>
          <a:xfrm>
            <a:off x="457200" y="274638"/>
            <a:ext cx="8305800" cy="1706562"/>
          </a:xfrm>
        </p:spPr>
        <p:txBody>
          <a:bodyPr/>
          <a:lstStyle/>
          <a:p>
            <a:pPr eaLnBrk="1" fontAlgn="auto" hangingPunct="1">
              <a:spcAft>
                <a:spcPts val="0"/>
              </a:spcAft>
              <a:defRPr/>
            </a:pPr>
            <a:r>
              <a:rPr sz="4800" b="1" u="sng">
                <a:solidFill>
                  <a:srgbClr val="FFFFFF"/>
                </a:solidFill>
                <a:effectLst>
                  <a:outerShdw blurRad="38100" dist="38100" dir="2700000" algn="tl">
                    <a:srgbClr val="000000"/>
                  </a:outerShdw>
                </a:effectLst>
              </a:rPr>
              <a:t>Thm 4.3</a:t>
            </a:r>
            <a:br>
              <a:rPr sz="4800" b="1" u="sng">
                <a:solidFill>
                  <a:srgbClr val="FFFFFF"/>
                </a:solidFill>
                <a:effectLst>
                  <a:outerShdw blurRad="38100" dist="38100" dir="2700000" algn="tl">
                    <a:srgbClr val="000000"/>
                  </a:outerShdw>
                </a:effectLst>
              </a:rPr>
            </a:br>
            <a:r>
              <a:rPr sz="4800" b="1" u="sng">
                <a:solidFill>
                  <a:srgbClr val="FFFFFF"/>
                </a:solidFill>
                <a:effectLst>
                  <a:outerShdw blurRad="38100" dist="38100" dir="2700000" algn="tl">
                    <a:srgbClr val="000000"/>
                  </a:outerShdw>
                </a:effectLst>
              </a:rPr>
              <a:t>3</a:t>
            </a:r>
            <a:r>
              <a:rPr sz="4800" b="1" u="sng" baseline="30000">
                <a:solidFill>
                  <a:srgbClr val="FFFFFF"/>
                </a:solidFill>
                <a:effectLst>
                  <a:outerShdw blurRad="38100" dist="38100" dir="2700000" algn="tl">
                    <a:srgbClr val="000000"/>
                  </a:outerShdw>
                </a:effectLst>
              </a:rPr>
              <a:t>rd</a:t>
            </a:r>
            <a:r>
              <a:rPr sz="4800" b="1" u="sng">
                <a:solidFill>
                  <a:srgbClr val="FFFFFF"/>
                </a:solidFill>
                <a:effectLst>
                  <a:outerShdw blurRad="38100" dist="38100" dir="2700000" algn="tl">
                    <a:srgbClr val="000000"/>
                  </a:outerShdw>
                </a:effectLst>
              </a:rPr>
              <a:t> angles thm</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accel="50000" decel="50000" fill="hold" nodeType="withEffect">
                                  <p:stCondLst>
                                    <p:cond delay="0"/>
                                  </p:stCondLst>
                                  <p:iterate type="lt">
                                    <p:tmPct val="10000"/>
                                  </p:iterate>
                                  <p:childTnLst>
                                    <p:animMotion origin="layout" path="M 3.61111E-6 3.33333E-6  C 0.06892 3.33333E-6  0.125 0.02847  0.125 0.06389  C 0.125 0.09907  0.06892 0.12777  3.61111E-6 0.12777  C -0.0691 0.12777  -0.125 0.09907  -0.125 0.06389  C -0.125 0.02847  -0.0691 3.33333E-6  3.61111E-6 3.33333E-6  Z " pathEditMode="relative">
                                      <p:cBhvr>
                                        <p:cTn id="6" dur="2000" fill="hold"/>
                                        <p:tgtEl>
                                          <p:spTgt spid="13314"/>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fade">
                                      <p:cBhvr>
                                        <p:cTn id="11" dur="1000">
                                          <p:stCondLst>
                                            <p:cond delay="0"/>
                                          </p:stCondLst>
                                        </p:cTn>
                                        <p:tgtEl>
                                          <p:spTgt spid="133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DDD3D78-A406-F7B2-2B83-C2626A265E06}"/>
              </a:ext>
            </a:extLst>
          </p:cNvPr>
          <p:cNvSpPr>
            <a:spLocks noGrp="1" noChangeArrowheads="1"/>
          </p:cNvSpPr>
          <p:nvPr>
            <p:ph type="title"/>
          </p:nvPr>
        </p:nvSpPr>
        <p:spPr>
          <a:xfrm>
            <a:off x="152400" y="274638"/>
            <a:ext cx="8839200" cy="2011362"/>
          </a:xfrm>
        </p:spPr>
        <p:txBody>
          <a:bodyPr/>
          <a:lstStyle/>
          <a:p>
            <a:pPr eaLnBrk="1" fontAlgn="auto" hangingPunct="1">
              <a:spcAft>
                <a:spcPts val="0"/>
              </a:spcAft>
              <a:defRPr/>
            </a:pPr>
            <a:r>
              <a:rPr sz="3200" b="1" u="sng">
                <a:solidFill>
                  <a:schemeClr val="bg1"/>
                </a:solidFill>
                <a:effectLst>
                  <a:outerShdw blurRad="38100" dist="38100" dir="2700000" algn="tl">
                    <a:srgbClr val="000000"/>
                  </a:outerShdw>
                </a:effectLst>
              </a:rPr>
              <a:t>Given</a:t>
            </a:r>
            <a:r>
              <a:rPr sz="3200" b="1">
                <a:solidFill>
                  <a:schemeClr val="bg1"/>
                </a:solidFill>
                <a:effectLst>
                  <a:outerShdw blurRad="38100" dist="38100" dir="2700000" algn="tl">
                    <a:srgbClr val="000000"/>
                  </a:outerShdw>
                </a:effectLst>
              </a:rPr>
              <a:t>: </a:t>
            </a:r>
            <a:r>
              <a:rPr sz="3200" b="1">
                <a:solidFill>
                  <a:schemeClr val="accent3"/>
                </a:solidFill>
                <a:effectLst>
                  <a:outerShdw blurRad="38100" dist="38100" dir="2700000" algn="tl">
                    <a:srgbClr val="000000"/>
                  </a:outerShdw>
                </a:effectLst>
              </a:rPr>
              <a:t>seg RP </a:t>
            </a:r>
            <a:r>
              <a:rPr sz="3200" b="1">
                <a:solidFill>
                  <a:schemeClr val="accent3"/>
                </a:solidFill>
                <a:effectLst>
                  <a:outerShdw blurRad="38100" dist="38100" dir="2700000" algn="tl">
                    <a:srgbClr val="000000"/>
                  </a:outerShdw>
                </a:effectLst>
                <a:sym typeface="Symbol" pitchFamily="18" charset="2"/>
              </a:rPr>
              <a:t></a:t>
            </a:r>
            <a:r>
              <a:rPr sz="3200" b="1">
                <a:solidFill>
                  <a:schemeClr val="accent3"/>
                </a:solidFill>
                <a:effectLst>
                  <a:outerShdw blurRad="38100" dist="38100" dir="2700000" algn="tl">
                    <a:srgbClr val="000000"/>
                  </a:outerShdw>
                </a:effectLst>
              </a:rPr>
              <a:t> seg MN</a:t>
            </a:r>
            <a:r>
              <a:rPr sz="3200" b="1">
                <a:solidFill>
                  <a:schemeClr val="bg1"/>
                </a:solidFill>
                <a:effectLst>
                  <a:outerShdw blurRad="38100" dist="38100" dir="2700000" algn="tl">
                    <a:srgbClr val="000000"/>
                  </a:outerShdw>
                </a:effectLst>
              </a:rPr>
              <a:t>, seg PQ </a:t>
            </a:r>
            <a:r>
              <a:rPr sz="3200" b="1">
                <a:solidFill>
                  <a:schemeClr val="bg1"/>
                </a:solidFill>
                <a:effectLst>
                  <a:outerShdw blurRad="38100" dist="38100" dir="2700000" algn="tl">
                    <a:srgbClr val="000000"/>
                  </a:outerShdw>
                </a:effectLst>
                <a:sym typeface="Symbol" pitchFamily="18" charset="2"/>
              </a:rPr>
              <a:t></a:t>
            </a:r>
            <a:r>
              <a:rPr sz="3200" b="1">
                <a:solidFill>
                  <a:schemeClr val="bg1"/>
                </a:solidFill>
                <a:effectLst>
                  <a:outerShdw blurRad="38100" dist="38100" dir="2700000" algn="tl">
                    <a:srgbClr val="000000"/>
                  </a:outerShdw>
                </a:effectLst>
              </a:rPr>
              <a:t> seg NQ , </a:t>
            </a:r>
            <a:r>
              <a:rPr sz="3200" b="1">
                <a:solidFill>
                  <a:schemeClr val="accent3"/>
                </a:solidFill>
                <a:effectLst>
                  <a:outerShdw blurRad="38100" dist="38100" dir="2700000" algn="tl">
                    <a:srgbClr val="000000"/>
                  </a:outerShdw>
                </a:effectLst>
              </a:rPr>
              <a:t>seg RQ </a:t>
            </a:r>
            <a:r>
              <a:rPr sz="3200" b="1">
                <a:solidFill>
                  <a:schemeClr val="accent3"/>
                </a:solidFill>
                <a:effectLst>
                  <a:outerShdw blurRad="38100" dist="38100" dir="2700000" algn="tl">
                    <a:srgbClr val="000000"/>
                  </a:outerShdw>
                </a:effectLst>
                <a:sym typeface="Symbol" pitchFamily="18" charset="2"/>
              </a:rPr>
              <a:t></a:t>
            </a:r>
            <a:r>
              <a:rPr sz="3200" b="1">
                <a:solidFill>
                  <a:schemeClr val="accent3"/>
                </a:solidFill>
                <a:effectLst>
                  <a:outerShdw blurRad="38100" dist="38100" dir="2700000" algn="tl">
                    <a:srgbClr val="000000"/>
                  </a:outerShdw>
                </a:effectLst>
              </a:rPr>
              <a:t> seg MQ</a:t>
            </a:r>
            <a:r>
              <a:rPr sz="3200" b="1">
                <a:solidFill>
                  <a:schemeClr val="bg1"/>
                </a:solidFill>
                <a:effectLst>
                  <a:outerShdw blurRad="38100" dist="38100" dir="2700000" algn="tl">
                    <a:srgbClr val="000000"/>
                  </a:outerShdw>
                </a:effectLst>
              </a:rPr>
              <a:t>, m</a:t>
            </a:r>
            <a:r>
              <a:rPr sz="3200" b="1">
                <a:solidFill>
                  <a:schemeClr val="bg1"/>
                </a:solidFill>
                <a:effectLst>
                  <a:outerShdw blurRad="38100" dist="38100" dir="2700000" algn="tl">
                    <a:srgbClr val="000000"/>
                  </a:outerShdw>
                </a:effectLst>
                <a:sym typeface="Symbol" pitchFamily="18" charset="2"/>
              </a:rPr>
              <a:t></a:t>
            </a:r>
            <a:r>
              <a:rPr sz="3200" b="1">
                <a:solidFill>
                  <a:schemeClr val="bg1"/>
                </a:solidFill>
                <a:effectLst>
                  <a:outerShdw blurRad="38100" dist="38100" dir="2700000" algn="tl">
                    <a:srgbClr val="000000"/>
                  </a:outerShdw>
                </a:effectLst>
              </a:rPr>
              <a:t>P=92</a:t>
            </a:r>
            <a:r>
              <a:rPr sz="3200" b="1" baseline="30000">
                <a:solidFill>
                  <a:schemeClr val="bg1"/>
                </a:solidFill>
                <a:effectLst>
                  <a:outerShdw blurRad="38100" dist="38100" dir="2700000" algn="tl">
                    <a:srgbClr val="000000"/>
                  </a:outerShdw>
                </a:effectLst>
              </a:rPr>
              <a:t>o</a:t>
            </a:r>
            <a:r>
              <a:rPr sz="3200" b="1">
                <a:solidFill>
                  <a:schemeClr val="bg1"/>
                </a:solidFill>
                <a:effectLst>
                  <a:outerShdw blurRad="38100" dist="38100" dir="2700000" algn="tl">
                    <a:srgbClr val="000000"/>
                  </a:outerShdw>
                </a:effectLst>
              </a:rPr>
              <a:t> and m</a:t>
            </a:r>
            <a:r>
              <a:rPr sz="3200" b="1">
                <a:solidFill>
                  <a:schemeClr val="bg1"/>
                </a:solidFill>
                <a:effectLst>
                  <a:outerShdw blurRad="38100" dist="38100" dir="2700000" algn="tl">
                    <a:srgbClr val="000000"/>
                  </a:outerShdw>
                </a:effectLst>
                <a:sym typeface="Symbol" pitchFamily="18" charset="2"/>
              </a:rPr>
              <a:t></a:t>
            </a:r>
            <a:r>
              <a:rPr sz="3200" b="1">
                <a:solidFill>
                  <a:schemeClr val="bg1"/>
                </a:solidFill>
                <a:effectLst>
                  <a:outerShdw blurRad="38100" dist="38100" dir="2700000" algn="tl">
                    <a:srgbClr val="000000"/>
                  </a:outerShdw>
                </a:effectLst>
              </a:rPr>
              <a:t>N is 92</a:t>
            </a:r>
            <a:r>
              <a:rPr sz="3200" b="1" baseline="30000">
                <a:solidFill>
                  <a:schemeClr val="bg1"/>
                </a:solidFill>
                <a:effectLst>
                  <a:outerShdw blurRad="38100" dist="38100" dir="2700000" algn="tl">
                    <a:srgbClr val="000000"/>
                  </a:outerShdw>
                </a:effectLst>
              </a:rPr>
              <a:t>o</a:t>
            </a:r>
            <a:r>
              <a:rPr sz="3200" b="1">
                <a:solidFill>
                  <a:schemeClr val="bg1"/>
                </a:solidFill>
                <a:effectLst>
                  <a:outerShdw blurRad="38100" dist="38100" dir="2700000" algn="tl">
                    <a:srgbClr val="000000"/>
                  </a:outerShdw>
                </a:effectLst>
              </a:rPr>
              <a:t>.</a:t>
            </a:r>
            <a:br>
              <a:rPr sz="3200" b="1">
                <a:solidFill>
                  <a:schemeClr val="bg1"/>
                </a:solidFill>
                <a:effectLst>
                  <a:outerShdw blurRad="38100" dist="38100" dir="2700000" algn="tl">
                    <a:srgbClr val="000000"/>
                  </a:outerShdw>
                </a:effectLst>
              </a:rPr>
            </a:br>
            <a:r>
              <a:rPr sz="3200" b="1" u="sng">
                <a:solidFill>
                  <a:schemeClr val="accent3"/>
                </a:solidFill>
                <a:effectLst>
                  <a:outerShdw blurRad="38100" dist="38100" dir="2700000" algn="tl">
                    <a:srgbClr val="000000"/>
                  </a:outerShdw>
                </a:effectLst>
              </a:rPr>
              <a:t>Prove</a:t>
            </a:r>
            <a:r>
              <a:rPr sz="3200" b="1">
                <a:solidFill>
                  <a:schemeClr val="accent3"/>
                </a:solidFill>
                <a:effectLst>
                  <a:outerShdw blurRad="38100" dist="38100" dir="2700000" algn="tl">
                    <a:srgbClr val="000000"/>
                  </a:outerShdw>
                </a:effectLst>
              </a:rPr>
              <a:t>: </a:t>
            </a:r>
            <a:r>
              <a:rPr lang="el-GR" sz="3200" b="1">
                <a:solidFill>
                  <a:schemeClr val="accent3"/>
                </a:solidFill>
                <a:effectLst>
                  <a:outerShdw blurRad="38100" dist="38100" dir="2700000" algn="tl">
                    <a:srgbClr val="000000"/>
                  </a:outerShdw>
                </a:effectLst>
                <a:cs typeface="Arial" charset="0"/>
              </a:rPr>
              <a:t>Δ</a:t>
            </a:r>
            <a:r>
              <a:rPr sz="3200" b="1">
                <a:solidFill>
                  <a:schemeClr val="accent3"/>
                </a:solidFill>
                <a:effectLst>
                  <a:outerShdw blurRad="38100" dist="38100" dir="2700000" algn="tl">
                    <a:srgbClr val="000000"/>
                  </a:outerShdw>
                </a:effectLst>
              </a:rPr>
              <a:t>RQP </a:t>
            </a:r>
            <a:r>
              <a:rPr sz="3200" b="1">
                <a:solidFill>
                  <a:schemeClr val="accent3"/>
                </a:solidFill>
                <a:effectLst>
                  <a:outerShdw blurRad="38100" dist="38100" dir="2700000" algn="tl">
                    <a:srgbClr val="000000"/>
                  </a:outerShdw>
                </a:effectLst>
                <a:sym typeface="Symbol" pitchFamily="18" charset="2"/>
              </a:rPr>
              <a:t></a:t>
            </a:r>
            <a:r>
              <a:rPr sz="3200" b="1">
                <a:solidFill>
                  <a:schemeClr val="accent3"/>
                </a:solidFill>
                <a:effectLst>
                  <a:outerShdw blurRad="38100" dist="38100" dir="2700000" algn="tl">
                    <a:srgbClr val="000000"/>
                  </a:outerShdw>
                </a:effectLst>
              </a:rPr>
              <a:t> </a:t>
            </a:r>
            <a:r>
              <a:rPr lang="el-GR" sz="3200" b="1">
                <a:solidFill>
                  <a:schemeClr val="accent3"/>
                </a:solidFill>
                <a:effectLst>
                  <a:outerShdw blurRad="38100" dist="38100" dir="2700000" algn="tl">
                    <a:srgbClr val="000000"/>
                  </a:outerShdw>
                </a:effectLst>
                <a:cs typeface="Arial" charset="0"/>
              </a:rPr>
              <a:t>Δ</a:t>
            </a:r>
            <a:r>
              <a:rPr sz="3200" b="1">
                <a:solidFill>
                  <a:schemeClr val="accent3"/>
                </a:solidFill>
                <a:effectLst>
                  <a:outerShdw blurRad="38100" dist="38100" dir="2700000" algn="tl">
                    <a:srgbClr val="000000"/>
                  </a:outerShdw>
                </a:effectLst>
              </a:rPr>
              <a:t>MQN</a:t>
            </a:r>
            <a:r>
              <a:rPr sz="3200">
                <a:solidFill>
                  <a:schemeClr val="accent3"/>
                </a:solidFill>
                <a:effectLst>
                  <a:outerShdw blurRad="38100" dist="38100" dir="2700000" algn="tl">
                    <a:srgbClr val="FFFFFF"/>
                  </a:outerShdw>
                </a:effectLst>
              </a:rPr>
              <a:t> </a:t>
            </a:r>
          </a:p>
        </p:txBody>
      </p:sp>
      <p:sp>
        <p:nvSpPr>
          <p:cNvPr id="10243" name="Text Box 6">
            <a:extLst>
              <a:ext uri="{FF2B5EF4-FFF2-40B4-BE49-F238E27FC236}">
                <a16:creationId xmlns:a16="http://schemas.microsoft.com/office/drawing/2014/main" id="{684E9735-C86D-910D-08B4-4B9B7835CEBC}"/>
              </a:ext>
            </a:extLst>
          </p:cNvPr>
          <p:cNvSpPr txBox="1">
            <a:spLocks noChangeArrowheads="1"/>
          </p:cNvSpPr>
          <p:nvPr/>
        </p:nvSpPr>
        <p:spPr bwMode="auto">
          <a:xfrm>
            <a:off x="1524000" y="2590800"/>
            <a:ext cx="609600" cy="579438"/>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R</a:t>
            </a:r>
          </a:p>
        </p:txBody>
      </p:sp>
      <p:sp>
        <p:nvSpPr>
          <p:cNvPr id="10244" name="Text Box 7">
            <a:extLst>
              <a:ext uri="{FF2B5EF4-FFF2-40B4-BE49-F238E27FC236}">
                <a16:creationId xmlns:a16="http://schemas.microsoft.com/office/drawing/2014/main" id="{003D727B-2090-53E1-3A9E-CFDEB1040CE5}"/>
              </a:ext>
            </a:extLst>
          </p:cNvPr>
          <p:cNvSpPr txBox="1">
            <a:spLocks noChangeArrowheads="1"/>
          </p:cNvSpPr>
          <p:nvPr/>
        </p:nvSpPr>
        <p:spPr bwMode="auto">
          <a:xfrm>
            <a:off x="1600200" y="4724400"/>
            <a:ext cx="685800" cy="579438"/>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P</a:t>
            </a:r>
          </a:p>
        </p:txBody>
      </p:sp>
      <p:sp>
        <p:nvSpPr>
          <p:cNvPr id="10245" name="Text Box 8">
            <a:extLst>
              <a:ext uri="{FF2B5EF4-FFF2-40B4-BE49-F238E27FC236}">
                <a16:creationId xmlns:a16="http://schemas.microsoft.com/office/drawing/2014/main" id="{C953D192-7349-F37F-38ED-F1A6EC4D8485}"/>
              </a:ext>
            </a:extLst>
          </p:cNvPr>
          <p:cNvSpPr txBox="1">
            <a:spLocks noChangeArrowheads="1"/>
          </p:cNvSpPr>
          <p:nvPr/>
        </p:nvSpPr>
        <p:spPr bwMode="auto">
          <a:xfrm>
            <a:off x="4267200" y="3276600"/>
            <a:ext cx="533400" cy="579438"/>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Q</a:t>
            </a:r>
          </a:p>
        </p:txBody>
      </p:sp>
      <p:sp>
        <p:nvSpPr>
          <p:cNvPr id="10246" name="Text Box 9">
            <a:extLst>
              <a:ext uri="{FF2B5EF4-FFF2-40B4-BE49-F238E27FC236}">
                <a16:creationId xmlns:a16="http://schemas.microsoft.com/office/drawing/2014/main" id="{3D6D6101-9845-89CA-E3E8-1199A913955D}"/>
              </a:ext>
            </a:extLst>
          </p:cNvPr>
          <p:cNvSpPr txBox="1">
            <a:spLocks noChangeArrowheads="1"/>
          </p:cNvSpPr>
          <p:nvPr/>
        </p:nvSpPr>
        <p:spPr bwMode="auto">
          <a:xfrm>
            <a:off x="6781800" y="2286000"/>
            <a:ext cx="685800" cy="579438"/>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N</a:t>
            </a:r>
          </a:p>
        </p:txBody>
      </p:sp>
      <p:sp>
        <p:nvSpPr>
          <p:cNvPr id="10247" name="Text Box 10">
            <a:extLst>
              <a:ext uri="{FF2B5EF4-FFF2-40B4-BE49-F238E27FC236}">
                <a16:creationId xmlns:a16="http://schemas.microsoft.com/office/drawing/2014/main" id="{C0359E9C-BD37-BA26-CD76-06B0AC9705D1}"/>
              </a:ext>
            </a:extLst>
          </p:cNvPr>
          <p:cNvSpPr txBox="1">
            <a:spLocks noChangeArrowheads="1"/>
          </p:cNvSpPr>
          <p:nvPr/>
        </p:nvSpPr>
        <p:spPr bwMode="auto">
          <a:xfrm>
            <a:off x="6858000" y="4724400"/>
            <a:ext cx="685800" cy="579438"/>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M</a:t>
            </a:r>
          </a:p>
        </p:txBody>
      </p:sp>
      <p:sp>
        <p:nvSpPr>
          <p:cNvPr id="21515" name="Text Box 11">
            <a:extLst>
              <a:ext uri="{FF2B5EF4-FFF2-40B4-BE49-F238E27FC236}">
                <a16:creationId xmlns:a16="http://schemas.microsoft.com/office/drawing/2014/main" id="{F9F90EAC-82AC-D71D-F89F-25575357864F}"/>
              </a:ext>
            </a:extLst>
          </p:cNvPr>
          <p:cNvSpPr txBox="1">
            <a:spLocks noChangeArrowheads="1"/>
          </p:cNvSpPr>
          <p:nvPr/>
        </p:nvSpPr>
        <p:spPr bwMode="auto">
          <a:xfrm>
            <a:off x="2057400" y="4038600"/>
            <a:ext cx="838200" cy="579438"/>
          </a:xfrm>
          <a:prstGeom prst="rect">
            <a:avLst/>
          </a:prstGeom>
          <a:noFill/>
          <a:ln w="9525">
            <a:noFill/>
            <a:miter lim="800000"/>
            <a:headEnd/>
            <a:tailEnd/>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effectLst>
                  <a:outerShdw blurRad="38100" dist="38100" dir="2700000" algn="tl">
                    <a:srgbClr val="444D26"/>
                  </a:outerShdw>
                </a:effectLst>
              </a:rPr>
              <a:t>92</a:t>
            </a:r>
            <a:r>
              <a:rPr lang="en-US" altLang="en-US" baseline="30000">
                <a:effectLst>
                  <a:outerShdw blurRad="38100" dist="38100" dir="2700000" algn="tl">
                    <a:srgbClr val="444D26"/>
                  </a:outerShdw>
                </a:effectLst>
              </a:rPr>
              <a:t>o</a:t>
            </a:r>
            <a:endParaRPr lang="en-US" altLang="en-US">
              <a:effectLst>
                <a:outerShdw blurRad="38100" dist="38100" dir="2700000" algn="tl">
                  <a:srgbClr val="444D26"/>
                </a:outerShdw>
              </a:effectLst>
            </a:endParaRPr>
          </a:p>
        </p:txBody>
      </p:sp>
      <p:sp>
        <p:nvSpPr>
          <p:cNvPr id="21516" name="Text Box 12">
            <a:extLst>
              <a:ext uri="{FF2B5EF4-FFF2-40B4-BE49-F238E27FC236}">
                <a16:creationId xmlns:a16="http://schemas.microsoft.com/office/drawing/2014/main" id="{79393172-53E5-B839-D9E3-894C556E60FB}"/>
              </a:ext>
            </a:extLst>
          </p:cNvPr>
          <p:cNvSpPr txBox="1">
            <a:spLocks noChangeArrowheads="1"/>
          </p:cNvSpPr>
          <p:nvPr/>
        </p:nvSpPr>
        <p:spPr bwMode="auto">
          <a:xfrm>
            <a:off x="6248400" y="3048000"/>
            <a:ext cx="838200" cy="369888"/>
          </a:xfrm>
          <a:prstGeom prst="rect">
            <a:avLst/>
          </a:prstGeom>
          <a:noFill/>
          <a:ln w="9525">
            <a:noFill/>
            <a:miter lim="800000"/>
            <a:headEnd/>
            <a:tailEnd/>
          </a:ln>
          <a:effec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effectLst>
                  <a:outerShdw blurRad="38100" dist="38100" dir="2700000" algn="tl">
                    <a:srgbClr val="444D26"/>
                  </a:outerShdw>
                </a:effectLst>
              </a:rPr>
              <a:t>    92</a:t>
            </a:r>
            <a:r>
              <a:rPr lang="en-US" altLang="en-US" baseline="30000">
                <a:effectLst>
                  <a:outerShdw blurRad="38100" dist="38100" dir="2700000" algn="tl">
                    <a:srgbClr val="444D26"/>
                  </a:outerShdw>
                </a:effectLst>
              </a:rPr>
              <a:t>o     </a:t>
            </a:r>
            <a:endParaRPr lang="en-US" altLang="en-US">
              <a:effectLst>
                <a:outerShdw blurRad="38100" dist="38100" dir="2700000" algn="tl">
                  <a:srgbClr val="444D26"/>
                </a:outerShdw>
              </a:effectLst>
            </a:endParaRPr>
          </a:p>
        </p:txBody>
      </p:sp>
      <p:sp>
        <p:nvSpPr>
          <p:cNvPr id="21517" name="Line 13">
            <a:extLst>
              <a:ext uri="{FF2B5EF4-FFF2-40B4-BE49-F238E27FC236}">
                <a16:creationId xmlns:a16="http://schemas.microsoft.com/office/drawing/2014/main" id="{863A10C7-3649-527D-1F52-23FF5C0F05C0}"/>
              </a:ext>
            </a:extLst>
          </p:cNvPr>
          <p:cNvSpPr>
            <a:spLocks noChangeShapeType="1"/>
          </p:cNvSpPr>
          <p:nvPr/>
        </p:nvSpPr>
        <p:spPr bwMode="auto">
          <a:xfrm>
            <a:off x="1900238" y="3811588"/>
            <a:ext cx="384175" cy="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18" name="Line 14">
            <a:extLst>
              <a:ext uri="{FF2B5EF4-FFF2-40B4-BE49-F238E27FC236}">
                <a16:creationId xmlns:a16="http://schemas.microsoft.com/office/drawing/2014/main" id="{7B160F34-E0F8-B7D9-5E37-A04B66E76791}"/>
              </a:ext>
            </a:extLst>
          </p:cNvPr>
          <p:cNvSpPr>
            <a:spLocks noChangeShapeType="1"/>
          </p:cNvSpPr>
          <p:nvPr/>
        </p:nvSpPr>
        <p:spPr bwMode="auto">
          <a:xfrm>
            <a:off x="6781800" y="3810000"/>
            <a:ext cx="381000" cy="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19" name="Line 15">
            <a:extLst>
              <a:ext uri="{FF2B5EF4-FFF2-40B4-BE49-F238E27FC236}">
                <a16:creationId xmlns:a16="http://schemas.microsoft.com/office/drawing/2014/main" id="{010941BF-FEB3-968B-32C7-56B19009C239}"/>
              </a:ext>
            </a:extLst>
          </p:cNvPr>
          <p:cNvSpPr>
            <a:spLocks noChangeShapeType="1"/>
          </p:cNvSpPr>
          <p:nvPr/>
        </p:nvSpPr>
        <p:spPr bwMode="auto">
          <a:xfrm>
            <a:off x="3048000" y="41910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0" name="Line 16">
            <a:extLst>
              <a:ext uri="{FF2B5EF4-FFF2-40B4-BE49-F238E27FC236}">
                <a16:creationId xmlns:a16="http://schemas.microsoft.com/office/drawing/2014/main" id="{80EEABA3-F4C3-ECB4-DF13-A27621F0992E}"/>
              </a:ext>
            </a:extLst>
          </p:cNvPr>
          <p:cNvSpPr>
            <a:spLocks noChangeShapeType="1"/>
          </p:cNvSpPr>
          <p:nvPr/>
        </p:nvSpPr>
        <p:spPr bwMode="auto">
          <a:xfrm>
            <a:off x="3200400" y="41148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1" name="Line 17">
            <a:extLst>
              <a:ext uri="{FF2B5EF4-FFF2-40B4-BE49-F238E27FC236}">
                <a16:creationId xmlns:a16="http://schemas.microsoft.com/office/drawing/2014/main" id="{9601C34C-B34B-03F1-916F-4613E0C1F27D}"/>
              </a:ext>
            </a:extLst>
          </p:cNvPr>
          <p:cNvSpPr>
            <a:spLocks noChangeShapeType="1"/>
          </p:cNvSpPr>
          <p:nvPr/>
        </p:nvSpPr>
        <p:spPr bwMode="auto">
          <a:xfrm>
            <a:off x="5410200" y="32766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2" name="Line 18">
            <a:extLst>
              <a:ext uri="{FF2B5EF4-FFF2-40B4-BE49-F238E27FC236}">
                <a16:creationId xmlns:a16="http://schemas.microsoft.com/office/drawing/2014/main" id="{F4588F37-5233-153B-7FED-F7F9ECC8E12E}"/>
              </a:ext>
            </a:extLst>
          </p:cNvPr>
          <p:cNvSpPr>
            <a:spLocks noChangeShapeType="1"/>
          </p:cNvSpPr>
          <p:nvPr/>
        </p:nvSpPr>
        <p:spPr bwMode="auto">
          <a:xfrm>
            <a:off x="5562600" y="32004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4" name="Line 20">
            <a:extLst>
              <a:ext uri="{FF2B5EF4-FFF2-40B4-BE49-F238E27FC236}">
                <a16:creationId xmlns:a16="http://schemas.microsoft.com/office/drawing/2014/main" id="{95A13C6C-C2BE-42A9-85F0-DAE9F733EB4A}"/>
              </a:ext>
            </a:extLst>
          </p:cNvPr>
          <p:cNvSpPr>
            <a:spLocks noChangeShapeType="1"/>
          </p:cNvSpPr>
          <p:nvPr/>
        </p:nvSpPr>
        <p:spPr bwMode="auto">
          <a:xfrm flipV="1">
            <a:off x="2057400" y="2819400"/>
            <a:ext cx="4953000" cy="19812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5" name="Line 21">
            <a:extLst>
              <a:ext uri="{FF2B5EF4-FFF2-40B4-BE49-F238E27FC236}">
                <a16:creationId xmlns:a16="http://schemas.microsoft.com/office/drawing/2014/main" id="{D2D6BF8E-88C3-042E-9240-30ACAAFD30E6}"/>
              </a:ext>
            </a:extLst>
          </p:cNvPr>
          <p:cNvSpPr>
            <a:spLocks noChangeShapeType="1"/>
          </p:cNvSpPr>
          <p:nvPr/>
        </p:nvSpPr>
        <p:spPr bwMode="auto">
          <a:xfrm flipV="1">
            <a:off x="2057400" y="2971800"/>
            <a:ext cx="0" cy="18288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6" name="Line 22">
            <a:extLst>
              <a:ext uri="{FF2B5EF4-FFF2-40B4-BE49-F238E27FC236}">
                <a16:creationId xmlns:a16="http://schemas.microsoft.com/office/drawing/2014/main" id="{DC19744F-B7CA-4EDF-230F-85CFB70F925B}"/>
              </a:ext>
            </a:extLst>
          </p:cNvPr>
          <p:cNvSpPr>
            <a:spLocks noChangeShapeType="1"/>
          </p:cNvSpPr>
          <p:nvPr/>
        </p:nvSpPr>
        <p:spPr bwMode="auto">
          <a:xfrm>
            <a:off x="2057400" y="2971800"/>
            <a:ext cx="4876800" cy="17526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7" name="Line 23">
            <a:extLst>
              <a:ext uri="{FF2B5EF4-FFF2-40B4-BE49-F238E27FC236}">
                <a16:creationId xmlns:a16="http://schemas.microsoft.com/office/drawing/2014/main" id="{AAF4B1BB-B1A2-576A-6FDE-AFAFB1216B8C}"/>
              </a:ext>
            </a:extLst>
          </p:cNvPr>
          <p:cNvSpPr>
            <a:spLocks noChangeShapeType="1"/>
          </p:cNvSpPr>
          <p:nvPr/>
        </p:nvSpPr>
        <p:spPr bwMode="auto">
          <a:xfrm flipV="1">
            <a:off x="6934200" y="2819400"/>
            <a:ext cx="76200" cy="1905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8" name="Line 24">
            <a:extLst>
              <a:ext uri="{FF2B5EF4-FFF2-40B4-BE49-F238E27FC236}">
                <a16:creationId xmlns:a16="http://schemas.microsoft.com/office/drawing/2014/main" id="{28C2D685-2B62-5671-7F4F-EBADA5B998B9}"/>
              </a:ext>
            </a:extLst>
          </p:cNvPr>
          <p:cNvSpPr>
            <a:spLocks noChangeShapeType="1"/>
          </p:cNvSpPr>
          <p:nvPr/>
        </p:nvSpPr>
        <p:spPr bwMode="auto">
          <a:xfrm flipH="1">
            <a:off x="2895600" y="30480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29" name="Line 25">
            <a:extLst>
              <a:ext uri="{FF2B5EF4-FFF2-40B4-BE49-F238E27FC236}">
                <a16:creationId xmlns:a16="http://schemas.microsoft.com/office/drawing/2014/main" id="{8424D2FE-C2DF-092D-B360-08084CDF47C0}"/>
              </a:ext>
            </a:extLst>
          </p:cNvPr>
          <p:cNvSpPr>
            <a:spLocks noChangeShapeType="1"/>
          </p:cNvSpPr>
          <p:nvPr/>
        </p:nvSpPr>
        <p:spPr bwMode="auto">
          <a:xfrm flipH="1">
            <a:off x="3048000" y="31242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30" name="Line 26">
            <a:extLst>
              <a:ext uri="{FF2B5EF4-FFF2-40B4-BE49-F238E27FC236}">
                <a16:creationId xmlns:a16="http://schemas.microsoft.com/office/drawing/2014/main" id="{0CAAC60F-5BAD-CD6C-A36B-E161D0F40DF9}"/>
              </a:ext>
            </a:extLst>
          </p:cNvPr>
          <p:cNvSpPr>
            <a:spLocks noChangeShapeType="1"/>
          </p:cNvSpPr>
          <p:nvPr/>
        </p:nvSpPr>
        <p:spPr bwMode="auto">
          <a:xfrm flipH="1">
            <a:off x="3200400" y="32004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31" name="Line 27">
            <a:extLst>
              <a:ext uri="{FF2B5EF4-FFF2-40B4-BE49-F238E27FC236}">
                <a16:creationId xmlns:a16="http://schemas.microsoft.com/office/drawing/2014/main" id="{9F925B38-093F-3756-8347-6E647CE6A00C}"/>
              </a:ext>
            </a:extLst>
          </p:cNvPr>
          <p:cNvSpPr>
            <a:spLocks noChangeShapeType="1"/>
          </p:cNvSpPr>
          <p:nvPr/>
        </p:nvSpPr>
        <p:spPr bwMode="auto">
          <a:xfrm flipH="1">
            <a:off x="5486400" y="40386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32" name="Line 28">
            <a:extLst>
              <a:ext uri="{FF2B5EF4-FFF2-40B4-BE49-F238E27FC236}">
                <a16:creationId xmlns:a16="http://schemas.microsoft.com/office/drawing/2014/main" id="{9DF460F0-8FF7-DBD8-880B-99F2217E6CE4}"/>
              </a:ext>
            </a:extLst>
          </p:cNvPr>
          <p:cNvSpPr>
            <a:spLocks noChangeShapeType="1"/>
          </p:cNvSpPr>
          <p:nvPr/>
        </p:nvSpPr>
        <p:spPr bwMode="auto">
          <a:xfrm flipH="1">
            <a:off x="5791200" y="41910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1533" name="Line 29">
            <a:extLst>
              <a:ext uri="{FF2B5EF4-FFF2-40B4-BE49-F238E27FC236}">
                <a16:creationId xmlns:a16="http://schemas.microsoft.com/office/drawing/2014/main" id="{687FB9DC-C5B5-E8A5-335C-2BAE157D9CD2}"/>
              </a:ext>
            </a:extLst>
          </p:cNvPr>
          <p:cNvSpPr>
            <a:spLocks noChangeShapeType="1"/>
          </p:cNvSpPr>
          <p:nvPr/>
        </p:nvSpPr>
        <p:spPr bwMode="auto">
          <a:xfrm flipH="1">
            <a:off x="5638800" y="4114800"/>
            <a:ext cx="152400" cy="381000"/>
          </a:xfrm>
          <a:prstGeom prst="line">
            <a:avLst/>
          </a:prstGeom>
          <a:noFill/>
          <a:ln w="57150">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p:cTn id="7" dur="500" fill="hold"/>
                                        <p:tgtEl>
                                          <p:spTgt spid="21506"/>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1506"/>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1506"/>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15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FAB9A38-43C4-A349-F427-37BFCD59F770}"/>
              </a:ext>
            </a:extLst>
          </p:cNvPr>
          <p:cNvSpPr>
            <a:spLocks noChangeArrowheads="1"/>
          </p:cNvSpPr>
          <p:nvPr/>
        </p:nvSpPr>
        <p:spPr bwMode="auto">
          <a:xfrm>
            <a:off x="457200" y="914400"/>
            <a:ext cx="7848600" cy="1371600"/>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accent2"/>
              </a:buClr>
              <a:buSzPct val="80000"/>
              <a:buFont typeface="Wingdings" panose="05000000000000000000" pitchFamily="2" charset="2"/>
              <a:buNone/>
            </a:pPr>
            <a:r>
              <a:rPr lang="en-US" altLang="en-US" sz="3000" b="1">
                <a:solidFill>
                  <a:schemeClr val="bg1"/>
                </a:solidFill>
                <a:effectLst>
                  <a:outerShdw blurRad="38100" dist="38100" dir="2700000" algn="tl">
                    <a:srgbClr val="FFFFFF"/>
                  </a:outerShdw>
                </a:effectLst>
              </a:rPr>
              <a:t>In Lesson 4.2, you learned that if all six pairs of corresponding parts (sides and angles) are congruent, then the triangles are congruent.</a:t>
            </a:r>
          </a:p>
          <a:p>
            <a:pPr eaLnBrk="1" hangingPunct="1">
              <a:lnSpc>
                <a:spcPct val="90000"/>
              </a:lnSpc>
              <a:spcBef>
                <a:spcPct val="20000"/>
              </a:spcBef>
              <a:buClr>
                <a:schemeClr val="accent2"/>
              </a:buClr>
              <a:buSzPct val="80000"/>
              <a:buFont typeface="Wingdings" panose="05000000000000000000" pitchFamily="2" charset="2"/>
              <a:buNone/>
            </a:pPr>
            <a:endParaRPr lang="en-US" altLang="en-US" sz="3000" b="1">
              <a:effectLst>
                <a:outerShdw blurRad="38100" dist="38100" dir="2700000" algn="tl">
                  <a:srgbClr val="444D26"/>
                </a:outerShdw>
              </a:effectLst>
              <a:latin typeface="Times New Roman" panose="02020603050405020304" pitchFamily="18" charset="0"/>
            </a:endParaRPr>
          </a:p>
          <a:p>
            <a:pPr eaLnBrk="1" hangingPunct="1">
              <a:lnSpc>
                <a:spcPct val="90000"/>
              </a:lnSpc>
              <a:spcBef>
                <a:spcPct val="20000"/>
              </a:spcBef>
              <a:buClr>
                <a:schemeClr val="accent2"/>
              </a:buClr>
              <a:buSzPct val="80000"/>
              <a:buFont typeface="Wingdings" panose="05000000000000000000" pitchFamily="2" charset="2"/>
              <a:buNone/>
            </a:pPr>
            <a:endParaRPr lang="en-US" altLang="en-US" sz="3000" b="1">
              <a:effectLst>
                <a:outerShdw blurRad="38100" dist="38100" dir="2700000" algn="tl">
                  <a:srgbClr val="444D26"/>
                </a:outerShdw>
              </a:effectLst>
              <a:latin typeface="Times New Roman" panose="02020603050405020304" pitchFamily="18" charset="0"/>
            </a:endParaRPr>
          </a:p>
        </p:txBody>
      </p:sp>
      <p:sp>
        <p:nvSpPr>
          <p:cNvPr id="33795" name="Rectangle 3">
            <a:extLst>
              <a:ext uri="{FF2B5EF4-FFF2-40B4-BE49-F238E27FC236}">
                <a16:creationId xmlns:a16="http://schemas.microsoft.com/office/drawing/2014/main" id="{C42814C5-21C1-5969-24CE-2C13350C9E4A}"/>
              </a:ext>
            </a:extLst>
          </p:cNvPr>
          <p:cNvSpPr>
            <a:spLocks noChangeArrowheads="1"/>
          </p:cNvSpPr>
          <p:nvPr/>
        </p:nvSpPr>
        <p:spPr bwMode="auto">
          <a:xfrm>
            <a:off x="228600" y="-76200"/>
            <a:ext cx="9144000" cy="1143000"/>
          </a:xfrm>
          <a:prstGeom prst="rect">
            <a:avLst/>
          </a:prstGeom>
          <a:noFill/>
          <a:ln w="9525">
            <a:noFill/>
            <a:miter lim="800000"/>
            <a:headEnd/>
            <a:tailEnd/>
          </a:ln>
          <a:effectLst/>
        </p:spPr>
        <p:txBody>
          <a:bodyPr anchor="ctr"/>
          <a:lstStyle/>
          <a:p>
            <a:pPr algn="ctr" eaLnBrk="1" hangingPunct="1">
              <a:defRPr/>
            </a:pPr>
            <a:r>
              <a:rPr lang="en-US" sz="4400" b="1">
                <a:solidFill>
                  <a:schemeClr val="tx2"/>
                </a:solidFill>
                <a:effectLst>
                  <a:outerShdw blurRad="38100" dist="38100" dir="2700000" algn="tl">
                    <a:srgbClr val="C0C0C0"/>
                  </a:outerShdw>
                </a:effectLst>
                <a:cs typeface="Arial" charset="0"/>
              </a:rPr>
              <a:t>Corresponding Parts</a:t>
            </a:r>
          </a:p>
        </p:txBody>
      </p:sp>
      <p:sp>
        <p:nvSpPr>
          <p:cNvPr id="24580" name="AutoShape 5">
            <a:extLst>
              <a:ext uri="{FF2B5EF4-FFF2-40B4-BE49-F238E27FC236}">
                <a16:creationId xmlns:a16="http://schemas.microsoft.com/office/drawing/2014/main" id="{D3B711D6-5A14-2931-6FAC-D8BE4F37183B}"/>
              </a:ext>
            </a:extLst>
          </p:cNvPr>
          <p:cNvSpPr>
            <a:spLocks noChangeArrowheads="1"/>
          </p:cNvSpPr>
          <p:nvPr/>
        </p:nvSpPr>
        <p:spPr bwMode="auto">
          <a:xfrm>
            <a:off x="3581400" y="3505200"/>
            <a:ext cx="1600200" cy="1676400"/>
          </a:xfrm>
          <a:prstGeom prst="rightArrow">
            <a:avLst>
              <a:gd name="adj1" fmla="val 50000"/>
              <a:gd name="adj2" fmla="val 27273"/>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24581" name="Text Box 6">
            <a:extLst>
              <a:ext uri="{FF2B5EF4-FFF2-40B4-BE49-F238E27FC236}">
                <a16:creationId xmlns:a16="http://schemas.microsoft.com/office/drawing/2014/main" id="{174D8CF4-71BE-22D8-678D-967FBA89BDD3}"/>
              </a:ext>
            </a:extLst>
          </p:cNvPr>
          <p:cNvSpPr txBox="1">
            <a:spLocks noChangeArrowheads="1"/>
          </p:cNvSpPr>
          <p:nvPr/>
        </p:nvSpPr>
        <p:spPr bwMode="auto">
          <a:xfrm>
            <a:off x="5334000" y="3962400"/>
            <a:ext cx="2971800" cy="1160463"/>
          </a:xfrm>
          <a:prstGeom prst="rect">
            <a:avLst/>
          </a:prstGeom>
          <a:noFill/>
          <a:ln w="9525">
            <a:noFill/>
            <a:miter lim="800000"/>
            <a:headEnd/>
            <a:tailEnd/>
          </a:ln>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800" b="1">
                <a:solidFill>
                  <a:schemeClr val="hlink"/>
                </a:solidFill>
                <a:effectLst>
                  <a:outerShdw blurRad="38100" dist="38100" dir="2700000" algn="tl">
                    <a:srgbClr val="FFFFFF"/>
                  </a:outerShdw>
                </a:effectLst>
                <a:sym typeface="Symbol" panose="05050102010706020507" pitchFamily="18" charset="2"/>
              </a:rPr>
              <a:t>ABC </a:t>
            </a:r>
            <a:r>
              <a:rPr lang="en-US" altLang="en-US" sz="2800">
                <a:solidFill>
                  <a:schemeClr val="hlink"/>
                </a:solidFill>
                <a:effectLst>
                  <a:outerShdw blurRad="38100" dist="38100" dir="2700000" algn="tl">
                    <a:srgbClr val="FFFFFF"/>
                  </a:outerShdw>
                </a:effectLst>
                <a:sym typeface="Symbol" panose="05050102010706020507" pitchFamily="18" charset="2"/>
              </a:rPr>
              <a:t> </a:t>
            </a:r>
            <a:r>
              <a:rPr lang="en-US" altLang="en-US" sz="2800" b="1">
                <a:solidFill>
                  <a:schemeClr val="hlink"/>
                </a:solidFill>
                <a:effectLst>
                  <a:outerShdw blurRad="38100" dist="38100" dir="2700000" algn="tl">
                    <a:srgbClr val="FFFFFF"/>
                  </a:outerShdw>
                </a:effectLst>
                <a:sym typeface="Symbol" panose="05050102010706020507" pitchFamily="18" charset="2"/>
              </a:rPr>
              <a:t></a:t>
            </a:r>
            <a:r>
              <a:rPr lang="en-US" altLang="en-US" sz="2800">
                <a:solidFill>
                  <a:schemeClr val="hlink"/>
                </a:solidFill>
                <a:effectLst>
                  <a:outerShdw blurRad="38100" dist="38100" dir="2700000" algn="tl">
                    <a:srgbClr val="FFFFFF"/>
                  </a:outerShdw>
                </a:effectLst>
                <a:sym typeface="Symbol" panose="05050102010706020507" pitchFamily="18" charset="2"/>
              </a:rPr>
              <a:t> </a:t>
            </a:r>
            <a:r>
              <a:rPr lang="en-US" altLang="en-US" sz="2800" b="1">
                <a:solidFill>
                  <a:schemeClr val="hlink"/>
                </a:solidFill>
                <a:effectLst>
                  <a:outerShdw blurRad="38100" dist="38100" dir="2700000" algn="tl">
                    <a:srgbClr val="FFFFFF"/>
                  </a:outerShdw>
                </a:effectLst>
                <a:sym typeface="Symbol" panose="05050102010706020507" pitchFamily="18" charset="2"/>
              </a:rPr>
              <a:t>DEF</a:t>
            </a:r>
          </a:p>
          <a:p>
            <a:pPr eaLnBrk="1" hangingPunct="1">
              <a:spcBef>
                <a:spcPct val="50000"/>
              </a:spcBef>
            </a:pPr>
            <a:endParaRPr lang="en-US" altLang="en-US" sz="2800" b="1">
              <a:solidFill>
                <a:schemeClr val="hlink"/>
              </a:solidFill>
              <a:effectLst>
                <a:outerShdw blurRad="38100" dist="38100" dir="2700000" algn="tl">
                  <a:srgbClr val="FFFFFF"/>
                </a:outerShdw>
              </a:effectLst>
              <a:sym typeface="Symbol" panose="05050102010706020507" pitchFamily="18" charset="2"/>
            </a:endParaRPr>
          </a:p>
        </p:txBody>
      </p:sp>
      <p:grpSp>
        <p:nvGrpSpPr>
          <p:cNvPr id="56325" name="Group 26">
            <a:extLst>
              <a:ext uri="{FF2B5EF4-FFF2-40B4-BE49-F238E27FC236}">
                <a16:creationId xmlns:a16="http://schemas.microsoft.com/office/drawing/2014/main" id="{507A158A-DBFB-E6FF-D85A-FF7689F00CCA}"/>
              </a:ext>
            </a:extLst>
          </p:cNvPr>
          <p:cNvGrpSpPr>
            <a:grpSpLocks/>
          </p:cNvGrpSpPr>
          <p:nvPr/>
        </p:nvGrpSpPr>
        <p:grpSpPr bwMode="auto">
          <a:xfrm rot="422102">
            <a:off x="6324600" y="2667000"/>
            <a:ext cx="1449388" cy="1014413"/>
            <a:chOff x="3983" y="1857"/>
            <a:chExt cx="913" cy="639"/>
          </a:xfrm>
        </p:grpSpPr>
        <p:sp>
          <p:nvSpPr>
            <p:cNvPr id="24607" name="AutoShape 8">
              <a:extLst>
                <a:ext uri="{FF2B5EF4-FFF2-40B4-BE49-F238E27FC236}">
                  <a16:creationId xmlns:a16="http://schemas.microsoft.com/office/drawing/2014/main" id="{F1D22F1D-7D7C-209C-F44A-E2E56818331C}"/>
                </a:ext>
              </a:extLst>
            </p:cNvPr>
            <p:cNvSpPr>
              <a:spLocks noChangeAspect="1" noChangeArrowheads="1" noTextEdit="1"/>
            </p:cNvSpPr>
            <p:nvPr/>
          </p:nvSpPr>
          <p:spPr bwMode="auto">
            <a:xfrm>
              <a:off x="3984" y="1857"/>
              <a:ext cx="912" cy="639"/>
            </a:xfrm>
            <a:prstGeom prst="rect">
              <a:avLst/>
            </a:prstGeom>
            <a:noFill/>
            <a:ln w="9525">
              <a:noFill/>
              <a:miter lim="800000"/>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608" name="Rectangle 10">
              <a:extLst>
                <a:ext uri="{FF2B5EF4-FFF2-40B4-BE49-F238E27FC236}">
                  <a16:creationId xmlns:a16="http://schemas.microsoft.com/office/drawing/2014/main" id="{259EF38D-CD93-4653-BA00-E8D07C9C6FFB}"/>
                </a:ext>
              </a:extLst>
            </p:cNvPr>
            <p:cNvSpPr>
              <a:spLocks noChangeArrowheads="1"/>
            </p:cNvSpPr>
            <p:nvPr/>
          </p:nvSpPr>
          <p:spPr bwMode="auto">
            <a:xfrm>
              <a:off x="3982" y="1917"/>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sp>
          <p:nvSpPr>
            <p:cNvPr id="24609" name="Rectangle 11">
              <a:extLst>
                <a:ext uri="{FF2B5EF4-FFF2-40B4-BE49-F238E27FC236}">
                  <a16:creationId xmlns:a16="http://schemas.microsoft.com/office/drawing/2014/main" id="{4C9B667B-8263-5D73-F71A-46D342CFBC52}"/>
                </a:ext>
              </a:extLst>
            </p:cNvPr>
            <p:cNvSpPr>
              <a:spLocks noChangeArrowheads="1"/>
            </p:cNvSpPr>
            <p:nvPr/>
          </p:nvSpPr>
          <p:spPr bwMode="auto">
            <a:xfrm>
              <a:off x="4099" y="1932"/>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sp>
          <p:nvSpPr>
            <p:cNvPr id="24610" name="Rectangle 12">
              <a:extLst>
                <a:ext uri="{FF2B5EF4-FFF2-40B4-BE49-F238E27FC236}">
                  <a16:creationId xmlns:a16="http://schemas.microsoft.com/office/drawing/2014/main" id="{D501A26F-2330-B7A2-45C9-2651A38BA72D}"/>
                </a:ext>
              </a:extLst>
            </p:cNvPr>
            <p:cNvSpPr>
              <a:spLocks noChangeArrowheads="1"/>
            </p:cNvSpPr>
            <p:nvPr/>
          </p:nvSpPr>
          <p:spPr bwMode="auto">
            <a:xfrm>
              <a:off x="4099" y="1989"/>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sp>
          <p:nvSpPr>
            <p:cNvPr id="24611" name="Rectangle 13">
              <a:extLst>
                <a:ext uri="{FF2B5EF4-FFF2-40B4-BE49-F238E27FC236}">
                  <a16:creationId xmlns:a16="http://schemas.microsoft.com/office/drawing/2014/main" id="{E80C03DF-2EAD-B047-09E4-1CB0BF5836D6}"/>
                </a:ext>
              </a:extLst>
            </p:cNvPr>
            <p:cNvSpPr>
              <a:spLocks noChangeArrowheads="1"/>
            </p:cNvSpPr>
            <p:nvPr/>
          </p:nvSpPr>
          <p:spPr bwMode="auto">
            <a:xfrm>
              <a:off x="4099" y="2047"/>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folHlink"/>
                  </a:solidFill>
                  <a:effectLst>
                    <a:outerShdw blurRad="38100" dist="38100" dir="2700000" algn="tl">
                      <a:srgbClr val="FFFFFF"/>
                    </a:outerShdw>
                  </a:effectLst>
                  <a:latin typeface="Times New Roman" panose="02020603050405020304" pitchFamily="18" charset="0"/>
                </a:rPr>
                <a:t> </a:t>
              </a:r>
              <a:endParaRPr lang="en-US" altLang="en-US">
                <a:solidFill>
                  <a:schemeClr val="folHlink"/>
                </a:solidFill>
                <a:effectLst>
                  <a:outerShdw blurRad="38100" dist="38100" dir="2700000" algn="tl">
                    <a:srgbClr val="FFFFFF"/>
                  </a:outerShdw>
                </a:effectLst>
              </a:endParaRPr>
            </a:p>
          </p:txBody>
        </p:sp>
        <p:grpSp>
          <p:nvGrpSpPr>
            <p:cNvPr id="56355" name="Group 17">
              <a:extLst>
                <a:ext uri="{FF2B5EF4-FFF2-40B4-BE49-F238E27FC236}">
                  <a16:creationId xmlns:a16="http://schemas.microsoft.com/office/drawing/2014/main" id="{C979282A-7786-A6E8-6A94-785CFAB4189A}"/>
                </a:ext>
              </a:extLst>
            </p:cNvPr>
            <p:cNvGrpSpPr>
              <a:grpSpLocks/>
            </p:cNvGrpSpPr>
            <p:nvPr/>
          </p:nvGrpSpPr>
          <p:grpSpPr bwMode="auto">
            <a:xfrm>
              <a:off x="4105" y="2050"/>
              <a:ext cx="584" cy="370"/>
              <a:chOff x="4105" y="2050"/>
              <a:chExt cx="584" cy="370"/>
            </a:xfrm>
          </p:grpSpPr>
          <p:sp>
            <p:nvSpPr>
              <p:cNvPr id="24619" name="Line 14">
                <a:extLst>
                  <a:ext uri="{FF2B5EF4-FFF2-40B4-BE49-F238E27FC236}">
                    <a16:creationId xmlns:a16="http://schemas.microsoft.com/office/drawing/2014/main" id="{7EB7B437-029C-7888-E27F-9365730B8D83}"/>
                  </a:ext>
                </a:extLst>
              </p:cNvPr>
              <p:cNvSpPr>
                <a:spLocks noChangeShapeType="1"/>
              </p:cNvSpPr>
              <p:nvPr/>
            </p:nvSpPr>
            <p:spPr bwMode="auto">
              <a:xfrm flipV="1">
                <a:off x="4102" y="2048"/>
                <a:ext cx="146" cy="365"/>
              </a:xfrm>
              <a:prstGeom prst="line">
                <a:avLst/>
              </a:prstGeom>
              <a:noFill/>
              <a:ln w="28575" cap="rnd">
                <a:solidFill>
                  <a:schemeClr val="folHlink"/>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620" name="Line 15">
                <a:extLst>
                  <a:ext uri="{FF2B5EF4-FFF2-40B4-BE49-F238E27FC236}">
                    <a16:creationId xmlns:a16="http://schemas.microsoft.com/office/drawing/2014/main" id="{0A2B9DB8-FA47-4813-92B0-C03A2313BA06}"/>
                  </a:ext>
                </a:extLst>
              </p:cNvPr>
              <p:cNvSpPr>
                <a:spLocks noChangeShapeType="1"/>
              </p:cNvSpPr>
              <p:nvPr/>
            </p:nvSpPr>
            <p:spPr bwMode="auto">
              <a:xfrm>
                <a:off x="4101" y="2416"/>
                <a:ext cx="584" cy="1"/>
              </a:xfrm>
              <a:prstGeom prst="line">
                <a:avLst/>
              </a:prstGeom>
              <a:noFill/>
              <a:ln w="28575" cap="rnd">
                <a:solidFill>
                  <a:schemeClr val="folHlink"/>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621" name="Line 16">
                <a:extLst>
                  <a:ext uri="{FF2B5EF4-FFF2-40B4-BE49-F238E27FC236}">
                    <a16:creationId xmlns:a16="http://schemas.microsoft.com/office/drawing/2014/main" id="{830CC547-C2C5-EAE0-EC19-66572609102B}"/>
                  </a:ext>
                </a:extLst>
              </p:cNvPr>
              <p:cNvSpPr>
                <a:spLocks noChangeShapeType="1"/>
              </p:cNvSpPr>
              <p:nvPr/>
            </p:nvSpPr>
            <p:spPr bwMode="auto">
              <a:xfrm>
                <a:off x="4247" y="2050"/>
                <a:ext cx="438" cy="365"/>
              </a:xfrm>
              <a:prstGeom prst="line">
                <a:avLst/>
              </a:prstGeom>
              <a:noFill/>
              <a:ln w="28575" cap="rnd">
                <a:solidFill>
                  <a:schemeClr val="folHlink"/>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
          <p:nvSpPr>
            <p:cNvPr id="24613" name="Rectangle 19">
              <a:extLst>
                <a:ext uri="{FF2B5EF4-FFF2-40B4-BE49-F238E27FC236}">
                  <a16:creationId xmlns:a16="http://schemas.microsoft.com/office/drawing/2014/main" id="{94CEC2BB-7914-C421-29F7-3BE36C56AF39}"/>
                </a:ext>
              </a:extLst>
            </p:cNvPr>
            <p:cNvSpPr>
              <a:spLocks noChangeArrowheads="1"/>
            </p:cNvSpPr>
            <p:nvPr/>
          </p:nvSpPr>
          <p:spPr bwMode="auto">
            <a:xfrm>
              <a:off x="4696" y="2383"/>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sp>
          <p:nvSpPr>
            <p:cNvPr id="24614" name="Rectangle 20">
              <a:extLst>
                <a:ext uri="{FF2B5EF4-FFF2-40B4-BE49-F238E27FC236}">
                  <a16:creationId xmlns:a16="http://schemas.microsoft.com/office/drawing/2014/main" id="{08B5FF58-2C7F-D21B-650A-7E065394650C}"/>
                </a:ext>
              </a:extLst>
            </p:cNvPr>
            <p:cNvSpPr>
              <a:spLocks noChangeArrowheads="1"/>
            </p:cNvSpPr>
            <p:nvPr/>
          </p:nvSpPr>
          <p:spPr bwMode="auto">
            <a:xfrm>
              <a:off x="4203" y="1871"/>
              <a:ext cx="107"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folHlink"/>
                  </a:solidFill>
                  <a:effectLst>
                    <a:outerShdw blurRad="38100" dist="38100" dir="2700000" algn="tl">
                      <a:srgbClr val="FFFFFF"/>
                    </a:outerShdw>
                  </a:effectLst>
                  <a:latin typeface="Times New Roman" panose="02020603050405020304" pitchFamily="18" charset="0"/>
                </a:rPr>
                <a:t>B</a:t>
              </a:r>
              <a:endParaRPr lang="en-US" altLang="en-US" sz="2000" b="1">
                <a:solidFill>
                  <a:schemeClr val="folHlink"/>
                </a:solidFill>
                <a:effectLst>
                  <a:outerShdw blurRad="38100" dist="38100" dir="2700000" algn="tl">
                    <a:srgbClr val="FFFFFF"/>
                  </a:outerShdw>
                </a:effectLst>
              </a:endParaRPr>
            </a:p>
          </p:txBody>
        </p:sp>
        <p:sp>
          <p:nvSpPr>
            <p:cNvPr id="24615" name="Rectangle 22">
              <a:extLst>
                <a:ext uri="{FF2B5EF4-FFF2-40B4-BE49-F238E27FC236}">
                  <a16:creationId xmlns:a16="http://schemas.microsoft.com/office/drawing/2014/main" id="{973691D3-5F5A-F006-1675-EE0C5FABE512}"/>
                </a:ext>
              </a:extLst>
            </p:cNvPr>
            <p:cNvSpPr>
              <a:spLocks noChangeArrowheads="1"/>
            </p:cNvSpPr>
            <p:nvPr/>
          </p:nvSpPr>
          <p:spPr bwMode="auto">
            <a:xfrm>
              <a:off x="3979" y="2303"/>
              <a:ext cx="116"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folHlink"/>
                  </a:solidFill>
                  <a:effectLst>
                    <a:outerShdw blurRad="38100" dist="38100" dir="2700000" algn="tl">
                      <a:srgbClr val="FFFFFF"/>
                    </a:outerShdw>
                  </a:effectLst>
                  <a:latin typeface="Times New Roman" panose="02020603050405020304" pitchFamily="18" charset="0"/>
                </a:rPr>
                <a:t>A</a:t>
              </a:r>
              <a:endParaRPr lang="en-US" altLang="en-US" sz="2000" b="1">
                <a:solidFill>
                  <a:schemeClr val="folHlink"/>
                </a:solidFill>
                <a:effectLst>
                  <a:outerShdw blurRad="38100" dist="38100" dir="2700000" algn="tl">
                    <a:srgbClr val="FFFFFF"/>
                  </a:outerShdw>
                </a:effectLst>
              </a:endParaRPr>
            </a:p>
          </p:txBody>
        </p:sp>
        <p:sp>
          <p:nvSpPr>
            <p:cNvPr id="24616" name="Rectangle 23">
              <a:extLst>
                <a:ext uri="{FF2B5EF4-FFF2-40B4-BE49-F238E27FC236}">
                  <a16:creationId xmlns:a16="http://schemas.microsoft.com/office/drawing/2014/main" id="{F336A305-FC2F-0F5B-F009-14B10CB84D57}"/>
                </a:ext>
              </a:extLst>
            </p:cNvPr>
            <p:cNvSpPr>
              <a:spLocks noChangeArrowheads="1"/>
            </p:cNvSpPr>
            <p:nvPr/>
          </p:nvSpPr>
          <p:spPr bwMode="auto">
            <a:xfrm>
              <a:off x="4063" y="2377"/>
              <a:ext cx="18" cy="86"/>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sp>
          <p:nvSpPr>
            <p:cNvPr id="24617" name="Rectangle 24">
              <a:extLst>
                <a:ext uri="{FF2B5EF4-FFF2-40B4-BE49-F238E27FC236}">
                  <a16:creationId xmlns:a16="http://schemas.microsoft.com/office/drawing/2014/main" id="{123349BF-556A-A9FA-A475-4F0A452E8064}"/>
                </a:ext>
              </a:extLst>
            </p:cNvPr>
            <p:cNvSpPr>
              <a:spLocks noChangeArrowheads="1"/>
            </p:cNvSpPr>
            <p:nvPr/>
          </p:nvSpPr>
          <p:spPr bwMode="auto">
            <a:xfrm>
              <a:off x="4732" y="2304"/>
              <a:ext cx="116"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folHlink"/>
                  </a:solidFill>
                  <a:effectLst>
                    <a:outerShdw blurRad="38100" dist="38100" dir="2700000" algn="tl">
                      <a:srgbClr val="FFFFFF"/>
                    </a:outerShdw>
                  </a:effectLst>
                  <a:latin typeface="Times New Roman" panose="02020603050405020304" pitchFamily="18" charset="0"/>
                </a:rPr>
                <a:t>C</a:t>
              </a:r>
              <a:endParaRPr lang="en-US" altLang="en-US" sz="2000" b="1">
                <a:solidFill>
                  <a:schemeClr val="folHlink"/>
                </a:solidFill>
                <a:effectLst>
                  <a:outerShdw blurRad="38100" dist="38100" dir="2700000" algn="tl">
                    <a:srgbClr val="FFFFFF"/>
                  </a:outerShdw>
                </a:effectLst>
              </a:endParaRPr>
            </a:p>
          </p:txBody>
        </p:sp>
        <p:sp>
          <p:nvSpPr>
            <p:cNvPr id="24618" name="Rectangle 25">
              <a:extLst>
                <a:ext uri="{FF2B5EF4-FFF2-40B4-BE49-F238E27FC236}">
                  <a16:creationId xmlns:a16="http://schemas.microsoft.com/office/drawing/2014/main" id="{9833F168-90B5-AB3C-0AA6-0F1519A8345F}"/>
                </a:ext>
              </a:extLst>
            </p:cNvPr>
            <p:cNvSpPr>
              <a:spLocks noChangeArrowheads="1"/>
            </p:cNvSpPr>
            <p:nvPr/>
          </p:nvSpPr>
          <p:spPr bwMode="auto">
            <a:xfrm>
              <a:off x="4756" y="2377"/>
              <a:ext cx="18" cy="86"/>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solidFill>
                    <a:srgbClr val="000000"/>
                  </a:solidFill>
                  <a:effectLst>
                    <a:outerShdw blurRad="38100" dist="38100" dir="2700000" algn="tl">
                      <a:srgbClr val="FFFFFF"/>
                    </a:outerShdw>
                  </a:effectLst>
                  <a:latin typeface="Times New Roman" panose="02020603050405020304" pitchFamily="18" charset="0"/>
                </a:rPr>
                <a:t> </a:t>
              </a:r>
              <a:endParaRPr lang="en-US" altLang="en-US">
                <a:effectLst>
                  <a:outerShdw blurRad="38100" dist="38100" dir="2700000" algn="tl">
                    <a:srgbClr val="444D26"/>
                  </a:outerShdw>
                </a:effectLst>
              </a:endParaRPr>
            </a:p>
          </p:txBody>
        </p:sp>
      </p:grpSp>
      <p:grpSp>
        <p:nvGrpSpPr>
          <p:cNvPr id="56326" name="Group 43">
            <a:extLst>
              <a:ext uri="{FF2B5EF4-FFF2-40B4-BE49-F238E27FC236}">
                <a16:creationId xmlns:a16="http://schemas.microsoft.com/office/drawing/2014/main" id="{99A682C9-8BA1-6277-3196-8E6F0EA6EE13}"/>
              </a:ext>
            </a:extLst>
          </p:cNvPr>
          <p:cNvGrpSpPr>
            <a:grpSpLocks/>
          </p:cNvGrpSpPr>
          <p:nvPr/>
        </p:nvGrpSpPr>
        <p:grpSpPr bwMode="auto">
          <a:xfrm>
            <a:off x="6172200" y="4724400"/>
            <a:ext cx="1533525" cy="1233488"/>
            <a:chOff x="4074" y="3312"/>
            <a:chExt cx="966" cy="777"/>
          </a:xfrm>
        </p:grpSpPr>
        <p:sp>
          <p:nvSpPr>
            <p:cNvPr id="24593" name="AutoShape 28">
              <a:extLst>
                <a:ext uri="{FF2B5EF4-FFF2-40B4-BE49-F238E27FC236}">
                  <a16:creationId xmlns:a16="http://schemas.microsoft.com/office/drawing/2014/main" id="{19B8CBD0-FA18-58DB-2D58-F74E995E0BFA}"/>
                </a:ext>
              </a:extLst>
            </p:cNvPr>
            <p:cNvSpPr>
              <a:spLocks noChangeAspect="1" noChangeArrowheads="1" noTextEdit="1"/>
            </p:cNvSpPr>
            <p:nvPr/>
          </p:nvSpPr>
          <p:spPr bwMode="auto">
            <a:xfrm rot="-1394921">
              <a:off x="4128" y="3312"/>
              <a:ext cx="912" cy="639"/>
            </a:xfrm>
            <a:prstGeom prst="rect">
              <a:avLst/>
            </a:prstGeom>
            <a:noFill/>
            <a:ln w="9525">
              <a:noFill/>
              <a:miter lim="800000"/>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4" name="Rectangle 29">
              <a:extLst>
                <a:ext uri="{FF2B5EF4-FFF2-40B4-BE49-F238E27FC236}">
                  <a16:creationId xmlns:a16="http://schemas.microsoft.com/office/drawing/2014/main" id="{D6A52D06-8CC0-8E82-7228-4D45897301FA}"/>
                </a:ext>
              </a:extLst>
            </p:cNvPr>
            <p:cNvSpPr>
              <a:spLocks noChangeArrowheads="1"/>
            </p:cNvSpPr>
            <p:nvPr/>
          </p:nvSpPr>
          <p:spPr bwMode="auto">
            <a:xfrm rot="-1394921">
              <a:off x="4074" y="3571"/>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sp>
          <p:nvSpPr>
            <p:cNvPr id="24595" name="Rectangle 30">
              <a:extLst>
                <a:ext uri="{FF2B5EF4-FFF2-40B4-BE49-F238E27FC236}">
                  <a16:creationId xmlns:a16="http://schemas.microsoft.com/office/drawing/2014/main" id="{7A03543F-9E5D-365B-3A59-EF664BB1A50B}"/>
                </a:ext>
              </a:extLst>
            </p:cNvPr>
            <p:cNvSpPr>
              <a:spLocks noChangeArrowheads="1"/>
            </p:cNvSpPr>
            <p:nvPr/>
          </p:nvSpPr>
          <p:spPr bwMode="auto">
            <a:xfrm rot="-1394921">
              <a:off x="4189" y="3537"/>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sp>
          <p:nvSpPr>
            <p:cNvPr id="24596" name="Rectangle 31">
              <a:extLst>
                <a:ext uri="{FF2B5EF4-FFF2-40B4-BE49-F238E27FC236}">
                  <a16:creationId xmlns:a16="http://schemas.microsoft.com/office/drawing/2014/main" id="{98ED8E93-74DB-0CFB-2C6B-589FD8C1C1E6}"/>
                </a:ext>
              </a:extLst>
            </p:cNvPr>
            <p:cNvSpPr>
              <a:spLocks noChangeArrowheads="1"/>
            </p:cNvSpPr>
            <p:nvPr/>
          </p:nvSpPr>
          <p:spPr bwMode="auto">
            <a:xfrm rot="-1394921">
              <a:off x="4211" y="3588"/>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sp>
          <p:nvSpPr>
            <p:cNvPr id="24597" name="Rectangle 32">
              <a:extLst>
                <a:ext uri="{FF2B5EF4-FFF2-40B4-BE49-F238E27FC236}">
                  <a16:creationId xmlns:a16="http://schemas.microsoft.com/office/drawing/2014/main" id="{5AA4F01D-359B-A14B-8376-36440EBBE9B2}"/>
                </a:ext>
              </a:extLst>
            </p:cNvPr>
            <p:cNvSpPr>
              <a:spLocks noChangeArrowheads="1"/>
            </p:cNvSpPr>
            <p:nvPr/>
          </p:nvSpPr>
          <p:spPr bwMode="auto">
            <a:xfrm rot="-1394921">
              <a:off x="4234" y="3642"/>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grpSp>
          <p:nvGrpSpPr>
            <p:cNvPr id="56341" name="Group 33">
              <a:extLst>
                <a:ext uri="{FF2B5EF4-FFF2-40B4-BE49-F238E27FC236}">
                  <a16:creationId xmlns:a16="http://schemas.microsoft.com/office/drawing/2014/main" id="{F03864B7-928E-6A1F-635E-BBA00E1E46C6}"/>
                </a:ext>
              </a:extLst>
            </p:cNvPr>
            <p:cNvGrpSpPr>
              <a:grpSpLocks/>
            </p:cNvGrpSpPr>
            <p:nvPr/>
          </p:nvGrpSpPr>
          <p:grpSpPr bwMode="auto">
            <a:xfrm rot="-1394921">
              <a:off x="4275" y="3517"/>
              <a:ext cx="584" cy="370"/>
              <a:chOff x="4105" y="2050"/>
              <a:chExt cx="584" cy="370"/>
            </a:xfrm>
          </p:grpSpPr>
          <p:sp>
            <p:nvSpPr>
              <p:cNvPr id="24604" name="Line 34">
                <a:extLst>
                  <a:ext uri="{FF2B5EF4-FFF2-40B4-BE49-F238E27FC236}">
                    <a16:creationId xmlns:a16="http://schemas.microsoft.com/office/drawing/2014/main" id="{7B84EAB8-C6D1-E19F-FF21-4EC49D284146}"/>
                  </a:ext>
                </a:extLst>
              </p:cNvPr>
              <p:cNvSpPr>
                <a:spLocks noChangeShapeType="1"/>
              </p:cNvSpPr>
              <p:nvPr/>
            </p:nvSpPr>
            <p:spPr bwMode="auto">
              <a:xfrm flipV="1">
                <a:off x="4105" y="2046"/>
                <a:ext cx="146" cy="365"/>
              </a:xfrm>
              <a:prstGeom prst="line">
                <a:avLst/>
              </a:prstGeom>
              <a:noFill/>
              <a:ln w="28575" cap="rnd">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605" name="Line 35">
                <a:extLst>
                  <a:ext uri="{FF2B5EF4-FFF2-40B4-BE49-F238E27FC236}">
                    <a16:creationId xmlns:a16="http://schemas.microsoft.com/office/drawing/2014/main" id="{27286257-1FDB-B44E-9E55-C00407242F7E}"/>
                  </a:ext>
                </a:extLst>
              </p:cNvPr>
              <p:cNvSpPr>
                <a:spLocks noChangeShapeType="1"/>
              </p:cNvSpPr>
              <p:nvPr/>
            </p:nvSpPr>
            <p:spPr bwMode="auto">
              <a:xfrm>
                <a:off x="4106" y="2415"/>
                <a:ext cx="584" cy="1"/>
              </a:xfrm>
              <a:prstGeom prst="line">
                <a:avLst/>
              </a:prstGeom>
              <a:noFill/>
              <a:ln w="28575" cap="rnd">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606" name="Line 36">
                <a:extLst>
                  <a:ext uri="{FF2B5EF4-FFF2-40B4-BE49-F238E27FC236}">
                    <a16:creationId xmlns:a16="http://schemas.microsoft.com/office/drawing/2014/main" id="{42D47F4E-4405-2EE4-6292-F099FF93E6D7}"/>
                  </a:ext>
                </a:extLst>
              </p:cNvPr>
              <p:cNvSpPr>
                <a:spLocks noChangeShapeType="1"/>
              </p:cNvSpPr>
              <p:nvPr/>
            </p:nvSpPr>
            <p:spPr bwMode="auto">
              <a:xfrm>
                <a:off x="4249" y="2051"/>
                <a:ext cx="438" cy="365"/>
              </a:xfrm>
              <a:prstGeom prst="line">
                <a:avLst/>
              </a:prstGeom>
              <a:noFill/>
              <a:ln w="28575" cap="rnd">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
          <p:nvSpPr>
            <p:cNvPr id="24599" name="Rectangle 37">
              <a:extLst>
                <a:ext uri="{FF2B5EF4-FFF2-40B4-BE49-F238E27FC236}">
                  <a16:creationId xmlns:a16="http://schemas.microsoft.com/office/drawing/2014/main" id="{759BCCD1-992B-D12D-2AD7-6A16F6A3BC95}"/>
                </a:ext>
              </a:extLst>
            </p:cNvPr>
            <p:cNvSpPr>
              <a:spLocks noChangeArrowheads="1"/>
            </p:cNvSpPr>
            <p:nvPr/>
          </p:nvSpPr>
          <p:spPr bwMode="auto">
            <a:xfrm rot="-1394921">
              <a:off x="4911" y="3715"/>
              <a:ext cx="12" cy="58"/>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sp>
          <p:nvSpPr>
            <p:cNvPr id="24600" name="Rectangle 38">
              <a:extLst>
                <a:ext uri="{FF2B5EF4-FFF2-40B4-BE49-F238E27FC236}">
                  <a16:creationId xmlns:a16="http://schemas.microsoft.com/office/drawing/2014/main" id="{53ABFFBC-855A-1984-5043-84CAB9D35E0C}"/>
                </a:ext>
              </a:extLst>
            </p:cNvPr>
            <p:cNvSpPr>
              <a:spLocks noChangeArrowheads="1"/>
            </p:cNvSpPr>
            <p:nvPr/>
          </p:nvSpPr>
          <p:spPr bwMode="auto">
            <a:xfrm rot="-1394921">
              <a:off x="4279" y="3416"/>
              <a:ext cx="107"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tx2"/>
                  </a:solidFill>
                  <a:effectLst>
                    <a:outerShdw blurRad="38100" dist="38100" dir="2700000" algn="tl">
                      <a:srgbClr val="FFFFFF"/>
                    </a:outerShdw>
                  </a:effectLst>
                  <a:latin typeface="Times New Roman" panose="02020603050405020304" pitchFamily="18" charset="0"/>
                </a:rPr>
                <a:t>E</a:t>
              </a:r>
              <a:endParaRPr lang="en-US" altLang="en-US" sz="2000" b="1">
                <a:solidFill>
                  <a:schemeClr val="tx2"/>
                </a:solidFill>
                <a:effectLst>
                  <a:outerShdw blurRad="38100" dist="38100" dir="2700000" algn="tl">
                    <a:srgbClr val="FFFFFF"/>
                  </a:outerShdw>
                </a:effectLst>
              </a:endParaRPr>
            </a:p>
          </p:txBody>
        </p:sp>
        <p:sp>
          <p:nvSpPr>
            <p:cNvPr id="24601" name="Rectangle 39">
              <a:extLst>
                <a:ext uri="{FF2B5EF4-FFF2-40B4-BE49-F238E27FC236}">
                  <a16:creationId xmlns:a16="http://schemas.microsoft.com/office/drawing/2014/main" id="{E91CD666-BB07-F013-3C91-1E618F4B7C26}"/>
                </a:ext>
              </a:extLst>
            </p:cNvPr>
            <p:cNvSpPr>
              <a:spLocks noChangeArrowheads="1"/>
            </p:cNvSpPr>
            <p:nvPr/>
          </p:nvSpPr>
          <p:spPr bwMode="auto">
            <a:xfrm rot="-1394921">
              <a:off x="4176" y="3897"/>
              <a:ext cx="116"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tx2"/>
                  </a:solidFill>
                  <a:effectLst>
                    <a:outerShdw blurRad="38100" dist="38100" dir="2700000" algn="tl">
                      <a:srgbClr val="FFFFFF"/>
                    </a:outerShdw>
                  </a:effectLst>
                  <a:latin typeface="Times New Roman" panose="02020603050405020304" pitchFamily="18" charset="0"/>
                </a:rPr>
                <a:t>D</a:t>
              </a:r>
              <a:endParaRPr lang="en-US" altLang="en-US" sz="2000" b="1">
                <a:solidFill>
                  <a:schemeClr val="tx2"/>
                </a:solidFill>
                <a:effectLst>
                  <a:outerShdw blurRad="38100" dist="38100" dir="2700000" algn="tl">
                    <a:srgbClr val="FFFFFF"/>
                  </a:outerShdw>
                </a:effectLst>
              </a:endParaRPr>
            </a:p>
          </p:txBody>
        </p:sp>
        <p:sp>
          <p:nvSpPr>
            <p:cNvPr id="24602" name="Rectangle 40">
              <a:extLst>
                <a:ext uri="{FF2B5EF4-FFF2-40B4-BE49-F238E27FC236}">
                  <a16:creationId xmlns:a16="http://schemas.microsoft.com/office/drawing/2014/main" id="{25CFAFE5-FFD0-BCBF-8BF0-737EF582E399}"/>
                </a:ext>
              </a:extLst>
            </p:cNvPr>
            <p:cNvSpPr>
              <a:spLocks noChangeArrowheads="1"/>
            </p:cNvSpPr>
            <p:nvPr/>
          </p:nvSpPr>
          <p:spPr bwMode="auto">
            <a:xfrm rot="-1394921">
              <a:off x="4332" y="3957"/>
              <a:ext cx="18" cy="86"/>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solidFill>
                    <a:schemeClr val="tx2"/>
                  </a:solidFill>
                  <a:effectLst>
                    <a:outerShdw blurRad="38100" dist="38100" dir="2700000" algn="tl">
                      <a:srgbClr val="FFFFFF"/>
                    </a:outerShdw>
                  </a:effectLst>
                  <a:latin typeface="Times New Roman" panose="02020603050405020304" pitchFamily="18" charset="0"/>
                </a:rPr>
                <a:t> </a:t>
              </a:r>
              <a:endParaRPr lang="en-US" altLang="en-US">
                <a:solidFill>
                  <a:schemeClr val="tx2"/>
                </a:solidFill>
                <a:effectLst>
                  <a:outerShdw blurRad="38100" dist="38100" dir="2700000" algn="tl">
                    <a:srgbClr val="FFFFFF"/>
                  </a:outerShdw>
                </a:effectLst>
              </a:endParaRPr>
            </a:p>
          </p:txBody>
        </p:sp>
        <p:sp>
          <p:nvSpPr>
            <p:cNvPr id="24603" name="Rectangle 41">
              <a:extLst>
                <a:ext uri="{FF2B5EF4-FFF2-40B4-BE49-F238E27FC236}">
                  <a16:creationId xmlns:a16="http://schemas.microsoft.com/office/drawing/2014/main" id="{4C183E99-C8B4-E810-9FCB-E9CDAB62E538}"/>
                </a:ext>
              </a:extLst>
            </p:cNvPr>
            <p:cNvSpPr>
              <a:spLocks noChangeArrowheads="1"/>
            </p:cNvSpPr>
            <p:nvPr/>
          </p:nvSpPr>
          <p:spPr bwMode="auto">
            <a:xfrm rot="-1394921">
              <a:off x="4936" y="3606"/>
              <a:ext cx="98" cy="192"/>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tx2"/>
                  </a:solidFill>
                  <a:effectLst>
                    <a:outerShdw blurRad="38100" dist="38100" dir="2700000" algn="tl">
                      <a:srgbClr val="FFFFFF"/>
                    </a:outerShdw>
                  </a:effectLst>
                  <a:latin typeface="Times New Roman" panose="02020603050405020304" pitchFamily="18" charset="0"/>
                </a:rPr>
                <a:t>F</a:t>
              </a:r>
              <a:endParaRPr lang="en-US" altLang="en-US" sz="2000" b="1">
                <a:solidFill>
                  <a:schemeClr val="tx2"/>
                </a:solidFill>
                <a:effectLst>
                  <a:outerShdw blurRad="38100" dist="38100" dir="2700000" algn="tl">
                    <a:srgbClr val="FFFFFF"/>
                  </a:outerShdw>
                </a:effectLst>
              </a:endParaRPr>
            </a:p>
          </p:txBody>
        </p:sp>
      </p:grpSp>
      <p:sp>
        <p:nvSpPr>
          <p:cNvPr id="24584" name="Rectangle 42">
            <a:extLst>
              <a:ext uri="{FF2B5EF4-FFF2-40B4-BE49-F238E27FC236}">
                <a16:creationId xmlns:a16="http://schemas.microsoft.com/office/drawing/2014/main" id="{A843FC27-B67B-4E73-2517-2E5A73F53890}"/>
              </a:ext>
            </a:extLst>
          </p:cNvPr>
          <p:cNvSpPr>
            <a:spLocks noChangeArrowheads="1"/>
          </p:cNvSpPr>
          <p:nvPr/>
        </p:nvSpPr>
        <p:spPr bwMode="auto">
          <a:xfrm rot="-1394921">
            <a:off x="7923213" y="5846763"/>
            <a:ext cx="0" cy="274637"/>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solidFill>
                <a:schemeClr val="tx2"/>
              </a:solidFill>
              <a:effectLst>
                <a:outerShdw blurRad="38100" dist="38100" dir="2700000" algn="tl">
                  <a:srgbClr val="FFFFFF"/>
                </a:outerShdw>
              </a:effectLst>
            </a:endParaRPr>
          </a:p>
        </p:txBody>
      </p:sp>
      <p:grpSp>
        <p:nvGrpSpPr>
          <p:cNvPr id="56328" name="Group 50">
            <a:extLst>
              <a:ext uri="{FF2B5EF4-FFF2-40B4-BE49-F238E27FC236}">
                <a16:creationId xmlns:a16="http://schemas.microsoft.com/office/drawing/2014/main" id="{288E51DB-864B-3902-3B04-26CC12644A31}"/>
              </a:ext>
            </a:extLst>
          </p:cNvPr>
          <p:cNvGrpSpPr>
            <a:grpSpLocks/>
          </p:cNvGrpSpPr>
          <p:nvPr/>
        </p:nvGrpSpPr>
        <p:grpSpPr bwMode="auto">
          <a:xfrm>
            <a:off x="1219200" y="2743200"/>
            <a:ext cx="2590800" cy="3305175"/>
            <a:chOff x="768" y="1815"/>
            <a:chExt cx="1632" cy="2082"/>
          </a:xfrm>
        </p:grpSpPr>
        <p:sp>
          <p:nvSpPr>
            <p:cNvPr id="24586" name="Text Box 4">
              <a:extLst>
                <a:ext uri="{FF2B5EF4-FFF2-40B4-BE49-F238E27FC236}">
                  <a16:creationId xmlns:a16="http://schemas.microsoft.com/office/drawing/2014/main" id="{85B1AA38-3C48-6044-4140-B4E1194964B5}"/>
                </a:ext>
              </a:extLst>
            </p:cNvPr>
            <p:cNvSpPr txBox="1">
              <a:spLocks noChangeArrowheads="1"/>
            </p:cNvSpPr>
            <p:nvPr/>
          </p:nvSpPr>
          <p:spPr bwMode="auto">
            <a:xfrm>
              <a:off x="768" y="1815"/>
              <a:ext cx="1632" cy="2082"/>
            </a:xfrm>
            <a:prstGeom prst="rect">
              <a:avLst/>
            </a:prstGeom>
            <a:noFill/>
            <a:ln w="9525">
              <a:noFill/>
              <a:miter lim="800000"/>
              <a:headEnd/>
              <a:tailEnd/>
            </a:ln>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rPr>
                <a:t>AB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sym typeface="Symbol" panose="05050102010706020507" pitchFamily="18" charset="2"/>
                </a:rPr>
                <a:t> </a:t>
              </a:r>
              <a:r>
                <a:rPr lang="en-US" altLang="en-US" sz="2400" b="1">
                  <a:solidFill>
                    <a:schemeClr val="tx2"/>
                  </a:solidFill>
                  <a:effectLst>
                    <a:outerShdw blurRad="38100" dist="38100" dir="2700000" algn="tl">
                      <a:srgbClr val="FFFFFF"/>
                    </a:outerShdw>
                  </a:effectLst>
                </a:rPr>
                <a:t>DE</a:t>
              </a:r>
            </a:p>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rPr>
                <a:t>BC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rPr>
                <a:t>  </a:t>
              </a:r>
              <a:r>
                <a:rPr lang="en-US" altLang="en-US" sz="2400" b="1">
                  <a:solidFill>
                    <a:schemeClr val="tx2"/>
                  </a:solidFill>
                  <a:effectLst>
                    <a:outerShdw blurRad="38100" dist="38100" dir="2700000" algn="tl">
                      <a:srgbClr val="FFFFFF"/>
                    </a:outerShdw>
                  </a:effectLst>
                </a:rPr>
                <a:t>EF</a:t>
              </a:r>
            </a:p>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rPr>
                <a:t>AC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sym typeface="Symbol" panose="05050102010706020507" pitchFamily="18" charset="2"/>
                </a:rPr>
                <a:t> </a:t>
              </a:r>
              <a:r>
                <a:rPr lang="en-US" altLang="en-US" sz="2400" b="1">
                  <a:solidFill>
                    <a:schemeClr val="tx2"/>
                  </a:solidFill>
                  <a:effectLst>
                    <a:outerShdw blurRad="38100" dist="38100" dir="2700000" algn="tl">
                      <a:srgbClr val="FFFFFF"/>
                    </a:outerShdw>
                  </a:effectLst>
                  <a:sym typeface="Symbol" panose="05050102010706020507" pitchFamily="18" charset="2"/>
                </a:rPr>
                <a:t>DF</a:t>
              </a:r>
            </a:p>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sym typeface="Symbol" panose="05050102010706020507" pitchFamily="18" charset="2"/>
                </a:rPr>
                <a:t> A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sym typeface="Symbol" panose="05050102010706020507" pitchFamily="18" charset="2"/>
                </a:rPr>
                <a:t> </a:t>
              </a:r>
              <a:r>
                <a:rPr lang="en-US" altLang="en-US" sz="2400" b="1">
                  <a:solidFill>
                    <a:schemeClr val="tx2"/>
                  </a:solidFill>
                  <a:effectLst>
                    <a:outerShdw blurRad="38100" dist="38100" dir="2700000" algn="tl">
                      <a:srgbClr val="FFFFFF"/>
                    </a:outerShdw>
                  </a:effectLst>
                  <a:sym typeface="Symbol" panose="05050102010706020507" pitchFamily="18" charset="2"/>
                </a:rPr>
                <a:t> D</a:t>
              </a:r>
            </a:p>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sym typeface="Symbol" panose="05050102010706020507" pitchFamily="18" charset="2"/>
                </a:rPr>
                <a:t> B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sym typeface="Symbol" panose="05050102010706020507" pitchFamily="18" charset="2"/>
                </a:rPr>
                <a:t> </a:t>
              </a:r>
              <a:r>
                <a:rPr lang="en-US" altLang="en-US" sz="2400" b="1">
                  <a:solidFill>
                    <a:schemeClr val="tx2"/>
                  </a:solidFill>
                  <a:effectLst>
                    <a:outerShdw blurRad="38100" dist="38100" dir="2700000" algn="tl">
                      <a:srgbClr val="FFFFFF"/>
                    </a:outerShdw>
                  </a:effectLst>
                  <a:sym typeface="Symbol" panose="05050102010706020507" pitchFamily="18" charset="2"/>
                </a:rPr>
                <a:t> E</a:t>
              </a:r>
            </a:p>
            <a:p>
              <a:pPr eaLnBrk="1" hangingPunct="1">
                <a:spcBef>
                  <a:spcPct val="30000"/>
                </a:spcBef>
                <a:buFontTx/>
                <a:buAutoNum type="arabicPeriod"/>
              </a:pPr>
              <a:r>
                <a:rPr lang="en-US" altLang="en-US" sz="2400" b="1">
                  <a:solidFill>
                    <a:schemeClr val="folHlink"/>
                  </a:solidFill>
                  <a:effectLst>
                    <a:outerShdw blurRad="38100" dist="38100" dir="2700000" algn="tl">
                      <a:srgbClr val="FFFFFF"/>
                    </a:outerShdw>
                  </a:effectLst>
                  <a:sym typeface="Symbol" panose="05050102010706020507" pitchFamily="18" charset="2"/>
                </a:rPr>
                <a:t> C </a:t>
              </a:r>
              <a:r>
                <a:rPr lang="en-US" altLang="en-US" sz="2400" b="1">
                  <a:effectLst>
                    <a:outerShdw blurRad="38100" dist="38100" dir="2700000" algn="tl">
                      <a:srgbClr val="444D26"/>
                    </a:outerShdw>
                  </a:effectLst>
                  <a:sym typeface="Symbol" panose="05050102010706020507" pitchFamily="18" charset="2"/>
                </a:rPr>
                <a:t></a:t>
              </a:r>
              <a:r>
                <a:rPr lang="en-US" altLang="en-US" sz="2400" b="1">
                  <a:solidFill>
                    <a:schemeClr val="folHlink"/>
                  </a:solidFill>
                  <a:effectLst>
                    <a:outerShdw blurRad="38100" dist="38100" dir="2700000" algn="tl">
                      <a:srgbClr val="FFFFFF"/>
                    </a:outerShdw>
                  </a:effectLst>
                  <a:sym typeface="Symbol" panose="05050102010706020507" pitchFamily="18" charset="2"/>
                </a:rPr>
                <a:t> </a:t>
              </a:r>
              <a:r>
                <a:rPr lang="en-US" altLang="en-US" sz="2400" b="1">
                  <a:solidFill>
                    <a:schemeClr val="tx2"/>
                  </a:solidFill>
                  <a:effectLst>
                    <a:outerShdw blurRad="38100" dist="38100" dir="2700000" algn="tl">
                      <a:srgbClr val="FFFFFF"/>
                    </a:outerShdw>
                  </a:effectLst>
                  <a:sym typeface="Symbol" panose="05050102010706020507" pitchFamily="18" charset="2"/>
                </a:rPr>
                <a:t> F</a:t>
              </a:r>
            </a:p>
            <a:p>
              <a:pPr eaLnBrk="1" hangingPunct="1">
                <a:spcBef>
                  <a:spcPct val="30000"/>
                </a:spcBef>
                <a:buFontTx/>
                <a:buAutoNum type="arabicPeriod"/>
              </a:pPr>
              <a:endParaRPr lang="en-US" altLang="en-US" sz="2400" b="1">
                <a:solidFill>
                  <a:schemeClr val="folHlink"/>
                </a:solidFill>
                <a:effectLst>
                  <a:outerShdw blurRad="38100" dist="38100" dir="2700000" algn="tl">
                    <a:srgbClr val="FFFFFF"/>
                  </a:outerShdw>
                </a:effectLst>
                <a:sym typeface="Symbol" panose="05050102010706020507" pitchFamily="18" charset="2"/>
              </a:endParaRPr>
            </a:p>
          </p:txBody>
        </p:sp>
        <p:sp>
          <p:nvSpPr>
            <p:cNvPr id="24587" name="Line 44">
              <a:extLst>
                <a:ext uri="{FF2B5EF4-FFF2-40B4-BE49-F238E27FC236}">
                  <a16:creationId xmlns:a16="http://schemas.microsoft.com/office/drawing/2014/main" id="{BAE1EA7C-6F1E-5F79-2949-ED566ABDF2F1}"/>
                </a:ext>
              </a:extLst>
            </p:cNvPr>
            <p:cNvSpPr>
              <a:spLocks noChangeShapeType="1"/>
            </p:cNvSpPr>
            <p:nvPr/>
          </p:nvSpPr>
          <p:spPr bwMode="auto">
            <a:xfrm>
              <a:off x="1680" y="1872"/>
              <a:ext cx="240" cy="0"/>
            </a:xfrm>
            <a:prstGeom prst="line">
              <a:avLst/>
            </a:prstGeom>
            <a:noFill/>
            <a:ln w="9525">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88" name="Line 45">
              <a:extLst>
                <a:ext uri="{FF2B5EF4-FFF2-40B4-BE49-F238E27FC236}">
                  <a16:creationId xmlns:a16="http://schemas.microsoft.com/office/drawing/2014/main" id="{7D9568B6-AF35-62C9-697A-387032CDFCE6}"/>
                </a:ext>
              </a:extLst>
            </p:cNvPr>
            <p:cNvSpPr>
              <a:spLocks noChangeShapeType="1"/>
            </p:cNvSpPr>
            <p:nvPr/>
          </p:nvSpPr>
          <p:spPr bwMode="auto">
            <a:xfrm>
              <a:off x="1728" y="2160"/>
              <a:ext cx="240" cy="0"/>
            </a:xfrm>
            <a:prstGeom prst="line">
              <a:avLst/>
            </a:prstGeom>
            <a:noFill/>
            <a:ln w="9525">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89" name="Line 46">
              <a:extLst>
                <a:ext uri="{FF2B5EF4-FFF2-40B4-BE49-F238E27FC236}">
                  <a16:creationId xmlns:a16="http://schemas.microsoft.com/office/drawing/2014/main" id="{5EA42FCB-3F4A-03A8-1576-F826327E16BD}"/>
                </a:ext>
              </a:extLst>
            </p:cNvPr>
            <p:cNvSpPr>
              <a:spLocks noChangeShapeType="1"/>
            </p:cNvSpPr>
            <p:nvPr/>
          </p:nvSpPr>
          <p:spPr bwMode="auto">
            <a:xfrm>
              <a:off x="1680" y="2448"/>
              <a:ext cx="240" cy="0"/>
            </a:xfrm>
            <a:prstGeom prst="line">
              <a:avLst/>
            </a:prstGeom>
            <a:noFill/>
            <a:ln w="9525">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0" name="Line 47">
              <a:extLst>
                <a:ext uri="{FF2B5EF4-FFF2-40B4-BE49-F238E27FC236}">
                  <a16:creationId xmlns:a16="http://schemas.microsoft.com/office/drawing/2014/main" id="{AD00933C-6415-47BF-9D34-5F49D9F8405D}"/>
                </a:ext>
              </a:extLst>
            </p:cNvPr>
            <p:cNvSpPr>
              <a:spLocks noChangeShapeType="1"/>
            </p:cNvSpPr>
            <p:nvPr/>
          </p:nvSpPr>
          <p:spPr bwMode="auto">
            <a:xfrm>
              <a:off x="1152" y="1872"/>
              <a:ext cx="240" cy="0"/>
            </a:xfrm>
            <a:prstGeom prst="line">
              <a:avLst/>
            </a:prstGeom>
            <a:noFill/>
            <a:ln w="9525">
              <a:solidFill>
                <a:srgbClr val="0000FF"/>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1" name="Line 48">
              <a:extLst>
                <a:ext uri="{FF2B5EF4-FFF2-40B4-BE49-F238E27FC236}">
                  <a16:creationId xmlns:a16="http://schemas.microsoft.com/office/drawing/2014/main" id="{732A0F24-E466-AF82-B3DB-24053B22F053}"/>
                </a:ext>
              </a:extLst>
            </p:cNvPr>
            <p:cNvSpPr>
              <a:spLocks noChangeShapeType="1"/>
            </p:cNvSpPr>
            <p:nvPr/>
          </p:nvSpPr>
          <p:spPr bwMode="auto">
            <a:xfrm>
              <a:off x="1152" y="2160"/>
              <a:ext cx="240" cy="0"/>
            </a:xfrm>
            <a:prstGeom prst="line">
              <a:avLst/>
            </a:prstGeom>
            <a:noFill/>
            <a:ln w="9525">
              <a:solidFill>
                <a:srgbClr val="0000FF"/>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2" name="Line 49">
              <a:extLst>
                <a:ext uri="{FF2B5EF4-FFF2-40B4-BE49-F238E27FC236}">
                  <a16:creationId xmlns:a16="http://schemas.microsoft.com/office/drawing/2014/main" id="{A3777E8F-21C8-61E3-C7D5-BE7A49BF4260}"/>
                </a:ext>
              </a:extLst>
            </p:cNvPr>
            <p:cNvSpPr>
              <a:spLocks noChangeShapeType="1"/>
            </p:cNvSpPr>
            <p:nvPr/>
          </p:nvSpPr>
          <p:spPr bwMode="auto">
            <a:xfrm>
              <a:off x="1152" y="2448"/>
              <a:ext cx="240" cy="0"/>
            </a:xfrm>
            <a:prstGeom prst="line">
              <a:avLst/>
            </a:prstGeom>
            <a:noFill/>
            <a:ln w="9525">
              <a:solidFill>
                <a:srgbClr val="0000FF"/>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9135F56-8368-1480-3583-6802016399C1}"/>
              </a:ext>
            </a:extLst>
          </p:cNvPr>
          <p:cNvSpPr>
            <a:spLocks noGrp="1" noChangeArrowheads="1"/>
          </p:cNvSpPr>
          <p:nvPr>
            <p:ph type="title"/>
          </p:nvPr>
        </p:nvSpPr>
        <p:spPr/>
        <p:txBody>
          <a:bodyPr/>
          <a:lstStyle/>
          <a:p>
            <a:pPr eaLnBrk="1" fontAlgn="auto" hangingPunct="1">
              <a:spcAft>
                <a:spcPts val="0"/>
              </a:spcAft>
              <a:defRPr/>
            </a:pPr>
            <a:r>
              <a:rPr>
                <a:solidFill>
                  <a:schemeClr val="bg2"/>
                </a:solidFill>
              </a:rPr>
              <a:t>SSS </a:t>
            </a:r>
          </a:p>
        </p:txBody>
      </p:sp>
      <p:sp>
        <p:nvSpPr>
          <p:cNvPr id="57346" name="Text Box 4">
            <a:extLst>
              <a:ext uri="{FF2B5EF4-FFF2-40B4-BE49-F238E27FC236}">
                <a16:creationId xmlns:a16="http://schemas.microsoft.com/office/drawing/2014/main" id="{89069CF2-BC2C-2B2A-D6ED-3DE9C0611B1E}"/>
              </a:ext>
            </a:extLst>
          </p:cNvPr>
          <p:cNvSpPr txBox="1">
            <a:spLocks noChangeArrowheads="1"/>
          </p:cNvSpPr>
          <p:nvPr/>
        </p:nvSpPr>
        <p:spPr bwMode="auto">
          <a:xfrm>
            <a:off x="1066800" y="2057400"/>
            <a:ext cx="7086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If all the sides of one triangle are congruent to all of the sides of a second triangle, then the triangles are congruent.  (SSS)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4">
            <a:extLst>
              <a:ext uri="{FF2B5EF4-FFF2-40B4-BE49-F238E27FC236}">
                <a16:creationId xmlns:a16="http://schemas.microsoft.com/office/drawing/2014/main" id="{FB95010B-A546-E85D-4A75-B34690A10E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2438400"/>
            <a:ext cx="3733800" cy="3733800"/>
          </a:xfrm>
          <a:noFill/>
        </p:spPr>
      </p:pic>
      <p:sp>
        <p:nvSpPr>
          <p:cNvPr id="2" name="Rectangle 2">
            <a:extLst>
              <a:ext uri="{FF2B5EF4-FFF2-40B4-BE49-F238E27FC236}">
                <a16:creationId xmlns:a16="http://schemas.microsoft.com/office/drawing/2014/main" id="{8215EC4C-7784-E3D6-BD66-4ADA7B2A6551}"/>
              </a:ext>
            </a:extLst>
          </p:cNvPr>
          <p:cNvSpPr>
            <a:spLocks noGrp="1" noChangeArrowheads="1"/>
          </p:cNvSpPr>
          <p:nvPr>
            <p:ph type="title"/>
          </p:nvPr>
        </p:nvSpPr>
        <p:spPr>
          <a:xfrm>
            <a:off x="457200" y="457200"/>
            <a:ext cx="8229600" cy="762000"/>
          </a:xfrm>
        </p:spPr>
        <p:txBody>
          <a:bodyPr/>
          <a:lstStyle/>
          <a:p>
            <a:pPr eaLnBrk="1" fontAlgn="auto" hangingPunct="1">
              <a:spcAft>
                <a:spcPts val="0"/>
              </a:spcAft>
              <a:defRPr/>
            </a:pPr>
            <a:r>
              <a:rPr sz="2400">
                <a:solidFill>
                  <a:schemeClr val="bg2"/>
                </a:solidFill>
              </a:rPr>
              <a:t>Example #1 – SSS – Postulate</a:t>
            </a:r>
          </a:p>
        </p:txBody>
      </p:sp>
      <p:sp>
        <p:nvSpPr>
          <p:cNvPr id="58371" name="Text Box 3">
            <a:extLst>
              <a:ext uri="{FF2B5EF4-FFF2-40B4-BE49-F238E27FC236}">
                <a16:creationId xmlns:a16="http://schemas.microsoft.com/office/drawing/2014/main" id="{C12D2A8B-A5CD-DB5A-8365-82E3C3BD2DB5}"/>
              </a:ext>
            </a:extLst>
          </p:cNvPr>
          <p:cNvSpPr txBox="1">
            <a:spLocks noChangeArrowheads="1"/>
          </p:cNvSpPr>
          <p:nvPr/>
        </p:nvSpPr>
        <p:spPr bwMode="auto">
          <a:xfrm>
            <a:off x="1028700" y="1238250"/>
            <a:ext cx="7086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Use the SSS Postulate/rule to prove the two triangles are congruent.  Find the length of each side.</a:t>
            </a:r>
          </a:p>
        </p:txBody>
      </p:sp>
      <p:sp>
        <p:nvSpPr>
          <p:cNvPr id="3" name="TextBox 2">
            <a:extLst>
              <a:ext uri="{FF2B5EF4-FFF2-40B4-BE49-F238E27FC236}">
                <a16:creationId xmlns:a16="http://schemas.microsoft.com/office/drawing/2014/main" id="{40E336B1-35E0-C053-6600-29D7F873A631}"/>
              </a:ext>
            </a:extLst>
          </p:cNvPr>
          <p:cNvSpPr txBox="1">
            <a:spLocks noRot="1" noChangeAspect="1" noMove="1" noResize="1" noEditPoints="1" noAdjustHandles="1" noChangeArrowheads="1" noChangeShapeType="1" noTextEdit="1"/>
          </p:cNvSpPr>
          <p:nvPr/>
        </p:nvSpPr>
        <p:spPr>
          <a:xfrm>
            <a:off x="5562600" y="3505200"/>
            <a:ext cx="2743200" cy="633571"/>
          </a:xfrm>
          <a:prstGeom prst="rect">
            <a:avLst/>
          </a:prstGeom>
          <a:blipFill rotWithShape="0">
            <a:blip r:embed="rId3"/>
            <a:stretch>
              <a:fillRect b="-10577"/>
            </a:stretch>
          </a:blipFill>
        </p:spPr>
        <p:txBody>
          <a:bodyPr/>
          <a:lstStyle/>
          <a:p>
            <a:r>
              <a:rPr lang="en-US">
                <a:noFill/>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F6044EF1-F26B-F26A-2046-55D737F678D5}"/>
              </a:ext>
            </a:extLst>
          </p:cNvPr>
          <p:cNvSpPr>
            <a:spLocks noGrp="1" noChangeArrowheads="1"/>
          </p:cNvSpPr>
          <p:nvPr>
            <p:ph type="title"/>
          </p:nvPr>
        </p:nvSpPr>
        <p:spPr/>
        <p:txBody>
          <a:bodyPr/>
          <a:lstStyle/>
          <a:p>
            <a:pPr eaLnBrk="1" fontAlgn="auto" hangingPunct="1">
              <a:spcAft>
                <a:spcPts val="0"/>
              </a:spcAft>
              <a:defRPr/>
            </a:pPr>
            <a:r>
              <a:rPr>
                <a:solidFill>
                  <a:schemeClr val="bg2"/>
                </a:solidFill>
              </a:rPr>
              <a:t>Definition – Included Angle</a:t>
            </a:r>
          </a:p>
        </p:txBody>
      </p:sp>
      <p:pic>
        <p:nvPicPr>
          <p:cNvPr id="59394" name="Picture 4">
            <a:extLst>
              <a:ext uri="{FF2B5EF4-FFF2-40B4-BE49-F238E27FC236}">
                <a16:creationId xmlns:a16="http://schemas.microsoft.com/office/drawing/2014/main" id="{CF732CDC-6C25-E855-D482-4DFF231B4F4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990600" y="1752600"/>
            <a:ext cx="3638550" cy="2185988"/>
          </a:xfrm>
          <a:noFill/>
        </p:spPr>
      </p:pic>
      <p:pic>
        <p:nvPicPr>
          <p:cNvPr id="11272" name="Picture 8">
            <a:extLst>
              <a:ext uri="{FF2B5EF4-FFF2-40B4-BE49-F238E27FC236}">
                <a16:creationId xmlns:a16="http://schemas.microsoft.com/office/drawing/2014/main" id="{EB70DE51-EA89-65F6-F4B0-BBEEF016D0E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724400" y="4267200"/>
            <a:ext cx="3638550" cy="2185988"/>
          </a:xfrm>
          <a:noFill/>
        </p:spPr>
      </p:pic>
      <p:sp>
        <p:nvSpPr>
          <p:cNvPr id="59396" name="Text Box 6">
            <a:extLst>
              <a:ext uri="{FF2B5EF4-FFF2-40B4-BE49-F238E27FC236}">
                <a16:creationId xmlns:a16="http://schemas.microsoft.com/office/drawing/2014/main" id="{4987E339-FB45-5B70-6EB2-8A14D1923B15}"/>
              </a:ext>
            </a:extLst>
          </p:cNvPr>
          <p:cNvSpPr txBox="1">
            <a:spLocks noChangeArrowheads="1"/>
          </p:cNvSpPr>
          <p:nvPr/>
        </p:nvSpPr>
        <p:spPr bwMode="auto">
          <a:xfrm>
            <a:off x="5105400" y="2209800"/>
            <a:ext cx="4038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    K is the angle between JK and KL.  It is called the </a:t>
            </a:r>
            <a:r>
              <a:rPr lang="en-US" altLang="en-US" sz="2400" i="1" u="sng">
                <a:solidFill>
                  <a:schemeClr val="bg2"/>
                </a:solidFill>
              </a:rPr>
              <a:t>included angle</a:t>
            </a:r>
            <a:r>
              <a:rPr lang="en-US" altLang="en-US" sz="2400">
                <a:solidFill>
                  <a:schemeClr val="bg2"/>
                </a:solidFill>
              </a:rPr>
              <a:t> of sides JK and KL.</a:t>
            </a:r>
          </a:p>
        </p:txBody>
      </p:sp>
      <p:graphicFrame>
        <p:nvGraphicFramePr>
          <p:cNvPr id="59397" name="Object 7">
            <a:extLst>
              <a:ext uri="{FF2B5EF4-FFF2-40B4-BE49-F238E27FC236}">
                <a16:creationId xmlns:a16="http://schemas.microsoft.com/office/drawing/2014/main" id="{2CDF476E-2468-8206-F0CE-103D9C87AE41}"/>
              </a:ext>
            </a:extLst>
          </p:cNvPr>
          <p:cNvGraphicFramePr>
            <a:graphicFrameLocks noChangeAspect="1"/>
          </p:cNvGraphicFramePr>
          <p:nvPr/>
        </p:nvGraphicFramePr>
        <p:xfrm>
          <a:off x="5219700" y="2324100"/>
          <a:ext cx="266700" cy="254000"/>
        </p:xfrm>
        <a:graphic>
          <a:graphicData uri="http://schemas.openxmlformats.org/presentationml/2006/ole">
            <mc:AlternateContent xmlns:mc="http://schemas.openxmlformats.org/markup-compatibility/2006">
              <mc:Choice xmlns:v="urn:schemas-microsoft-com:vml" Requires="v">
                <p:oleObj name="Equation" r:id="rId4" imgW="266469" imgH="253780" progId="Equation.DSMT4">
                  <p:embed/>
                </p:oleObj>
              </mc:Choice>
              <mc:Fallback>
                <p:oleObj name="Equation" r:id="rId4" imgW="266469" imgH="2537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2324100"/>
                        <a:ext cx="2667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274" name="Text Box 10">
            <a:extLst>
              <a:ext uri="{FF2B5EF4-FFF2-40B4-BE49-F238E27FC236}">
                <a16:creationId xmlns:a16="http://schemas.microsoft.com/office/drawing/2014/main" id="{6B198885-FCED-7C25-3487-BA4262283449}"/>
              </a:ext>
            </a:extLst>
          </p:cNvPr>
          <p:cNvSpPr txBox="1">
            <a:spLocks noChangeArrowheads="1"/>
          </p:cNvSpPr>
          <p:nvPr/>
        </p:nvSpPr>
        <p:spPr bwMode="auto">
          <a:xfrm>
            <a:off x="838200" y="4267200"/>
            <a:ext cx="3962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What is the included angle for sides KL and JL?</a:t>
            </a:r>
          </a:p>
        </p:txBody>
      </p:sp>
      <p:sp>
        <p:nvSpPr>
          <p:cNvPr id="11275" name="Text Box 11">
            <a:extLst>
              <a:ext uri="{FF2B5EF4-FFF2-40B4-BE49-F238E27FC236}">
                <a16:creationId xmlns:a16="http://schemas.microsoft.com/office/drawing/2014/main" id="{738CE5E0-28B1-620C-88A0-C6FB086AAAAD}"/>
              </a:ext>
            </a:extLst>
          </p:cNvPr>
          <p:cNvSpPr txBox="1">
            <a:spLocks noChangeArrowheads="1"/>
          </p:cNvSpPr>
          <p:nvPr/>
        </p:nvSpPr>
        <p:spPr bwMode="auto">
          <a:xfrm>
            <a:off x="762000" y="5273675"/>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       </a:t>
            </a:r>
            <a:r>
              <a:rPr lang="en-US" altLang="en-US" sz="2400">
                <a:solidFill>
                  <a:srgbClr val="FF0000"/>
                </a:solidFill>
              </a:rPr>
              <a:t>L</a:t>
            </a:r>
          </a:p>
        </p:txBody>
      </p:sp>
      <p:graphicFrame>
        <p:nvGraphicFramePr>
          <p:cNvPr id="11276" name="Object 12">
            <a:extLst>
              <a:ext uri="{FF2B5EF4-FFF2-40B4-BE49-F238E27FC236}">
                <a16:creationId xmlns:a16="http://schemas.microsoft.com/office/drawing/2014/main" id="{CFDC8671-B7DA-3B1E-BE50-C8C075868F56}"/>
              </a:ext>
            </a:extLst>
          </p:cNvPr>
          <p:cNvGraphicFramePr>
            <a:graphicFrameLocks noChangeAspect="1"/>
          </p:cNvGraphicFramePr>
          <p:nvPr/>
        </p:nvGraphicFramePr>
        <p:xfrm>
          <a:off x="1143000" y="5378450"/>
          <a:ext cx="266700" cy="254000"/>
        </p:xfrm>
        <a:graphic>
          <a:graphicData uri="http://schemas.openxmlformats.org/presentationml/2006/ole">
            <mc:AlternateContent xmlns:mc="http://schemas.openxmlformats.org/markup-compatibility/2006">
              <mc:Choice xmlns:v="urn:schemas-microsoft-com:vml" Requires="v">
                <p:oleObj name="Equation" r:id="rId6" imgW="266469" imgH="253780" progId="Equation.DSMT4">
                  <p:embed/>
                </p:oleObj>
              </mc:Choice>
              <mc:Fallback>
                <p:oleObj name="Equation" r:id="rId6" imgW="266469" imgH="25378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5378450"/>
                        <a:ext cx="2667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277" name="Line 13">
            <a:extLst>
              <a:ext uri="{FF2B5EF4-FFF2-40B4-BE49-F238E27FC236}">
                <a16:creationId xmlns:a16="http://schemas.microsoft.com/office/drawing/2014/main" id="{509F0028-863D-60C9-F900-8FA7AFBBEF48}"/>
              </a:ext>
            </a:extLst>
          </p:cNvPr>
          <p:cNvSpPr>
            <a:spLocks noChangeShapeType="1"/>
          </p:cNvSpPr>
          <p:nvPr/>
        </p:nvSpPr>
        <p:spPr bwMode="auto">
          <a:xfrm>
            <a:off x="5181600" y="2638425"/>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8" name="Line 14">
            <a:extLst>
              <a:ext uri="{FF2B5EF4-FFF2-40B4-BE49-F238E27FC236}">
                <a16:creationId xmlns:a16="http://schemas.microsoft.com/office/drawing/2014/main" id="{A94A0E1A-EDA2-E545-9434-38E5D2CDF049}"/>
              </a:ext>
            </a:extLst>
          </p:cNvPr>
          <p:cNvSpPr>
            <a:spLocks noChangeShapeType="1"/>
          </p:cNvSpPr>
          <p:nvPr/>
        </p:nvSpPr>
        <p:spPr bwMode="auto">
          <a:xfrm>
            <a:off x="6176963" y="2633663"/>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9" name="Line 15">
            <a:extLst>
              <a:ext uri="{FF2B5EF4-FFF2-40B4-BE49-F238E27FC236}">
                <a16:creationId xmlns:a16="http://schemas.microsoft.com/office/drawing/2014/main" id="{C0BA36AA-04F1-0094-A973-97F81EEEC6F0}"/>
              </a:ext>
            </a:extLst>
          </p:cNvPr>
          <p:cNvSpPr>
            <a:spLocks noChangeShapeType="1"/>
          </p:cNvSpPr>
          <p:nvPr/>
        </p:nvSpPr>
        <p:spPr bwMode="auto">
          <a:xfrm>
            <a:off x="8386763" y="2971800"/>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80" name="Line 16">
            <a:extLst>
              <a:ext uri="{FF2B5EF4-FFF2-40B4-BE49-F238E27FC236}">
                <a16:creationId xmlns:a16="http://schemas.microsoft.com/office/drawing/2014/main" id="{36A90BA9-ED61-B97E-056C-EDDB076BAB7D}"/>
              </a:ext>
            </a:extLst>
          </p:cNvPr>
          <p:cNvSpPr>
            <a:spLocks noChangeShapeType="1"/>
          </p:cNvSpPr>
          <p:nvPr/>
        </p:nvSpPr>
        <p:spPr bwMode="auto">
          <a:xfrm>
            <a:off x="5753100" y="3371850"/>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81" name="Line 17">
            <a:extLst>
              <a:ext uri="{FF2B5EF4-FFF2-40B4-BE49-F238E27FC236}">
                <a16:creationId xmlns:a16="http://schemas.microsoft.com/office/drawing/2014/main" id="{23495266-DA63-2AEB-19D4-0CF8CACA3DCC}"/>
              </a:ext>
            </a:extLst>
          </p:cNvPr>
          <p:cNvSpPr>
            <a:spLocks noChangeShapeType="1"/>
          </p:cNvSpPr>
          <p:nvPr/>
        </p:nvSpPr>
        <p:spPr bwMode="auto">
          <a:xfrm>
            <a:off x="2133600" y="4705350"/>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82" name="Line 18">
            <a:extLst>
              <a:ext uri="{FF2B5EF4-FFF2-40B4-BE49-F238E27FC236}">
                <a16:creationId xmlns:a16="http://schemas.microsoft.com/office/drawing/2014/main" id="{38A6A72D-D79A-A76C-6491-4AAB455BF516}"/>
              </a:ext>
            </a:extLst>
          </p:cNvPr>
          <p:cNvSpPr>
            <a:spLocks noChangeShapeType="1"/>
          </p:cNvSpPr>
          <p:nvPr/>
        </p:nvSpPr>
        <p:spPr bwMode="auto">
          <a:xfrm>
            <a:off x="3200400" y="4710113"/>
            <a:ext cx="3810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 grpId="0"/>
      <p:bldP spid="1127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C774CD4D-5B36-9F0D-BB36-12651DDC1159}"/>
              </a:ext>
            </a:extLst>
          </p:cNvPr>
          <p:cNvSpPr>
            <a:spLocks noGrp="1" noChangeArrowheads="1"/>
          </p:cNvSpPr>
          <p:nvPr>
            <p:ph type="title"/>
          </p:nvPr>
        </p:nvSpPr>
        <p:spPr/>
        <p:txBody>
          <a:bodyPr/>
          <a:lstStyle/>
          <a:p>
            <a:pPr eaLnBrk="1" fontAlgn="auto" hangingPunct="1">
              <a:spcAft>
                <a:spcPts val="0"/>
              </a:spcAft>
              <a:defRPr/>
            </a:pPr>
            <a:r>
              <a:rPr>
                <a:solidFill>
                  <a:schemeClr val="bg2"/>
                </a:solidFill>
              </a:rPr>
              <a:t>SAS </a:t>
            </a:r>
            <a:r>
              <a:rPr lang="mr-IN">
                <a:solidFill>
                  <a:schemeClr val="bg2"/>
                </a:solidFill>
              </a:rPr>
              <a:t>–</a:t>
            </a:r>
            <a:r>
              <a:rPr>
                <a:solidFill>
                  <a:schemeClr val="bg2"/>
                </a:solidFill>
              </a:rPr>
              <a:t> Postulate/Rule</a:t>
            </a:r>
          </a:p>
        </p:txBody>
      </p:sp>
      <p:pic>
        <p:nvPicPr>
          <p:cNvPr id="13324" name="Picture 12">
            <a:extLst>
              <a:ext uri="{FF2B5EF4-FFF2-40B4-BE49-F238E27FC236}">
                <a16:creationId xmlns:a16="http://schemas.microsoft.com/office/drawing/2014/main" id="{1F3DA8F5-512A-E0D8-6E7D-EDE357703D5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87388" y="2714625"/>
            <a:ext cx="3600450" cy="2190750"/>
          </a:xfrm>
          <a:noFill/>
        </p:spPr>
      </p:pic>
      <p:pic>
        <p:nvPicPr>
          <p:cNvPr id="13321" name="Picture 9">
            <a:extLst>
              <a:ext uri="{FF2B5EF4-FFF2-40B4-BE49-F238E27FC236}">
                <a16:creationId xmlns:a16="http://schemas.microsoft.com/office/drawing/2014/main" id="{7E38D1FD-6CAD-5C71-3AD0-C38D20AD8ED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953000" y="3733800"/>
            <a:ext cx="3295650" cy="2597150"/>
          </a:xfrm>
          <a:noFill/>
        </p:spPr>
      </p:pic>
      <p:sp>
        <p:nvSpPr>
          <p:cNvPr id="60420" name="Text Box 3">
            <a:extLst>
              <a:ext uri="{FF2B5EF4-FFF2-40B4-BE49-F238E27FC236}">
                <a16:creationId xmlns:a16="http://schemas.microsoft.com/office/drawing/2014/main" id="{E5D1A82D-B7DE-8E2D-FDFA-B55C1E2424E1}"/>
              </a:ext>
            </a:extLst>
          </p:cNvPr>
          <p:cNvSpPr txBox="1">
            <a:spLocks noChangeArrowheads="1"/>
          </p:cNvSpPr>
          <p:nvPr/>
        </p:nvSpPr>
        <p:spPr bwMode="auto">
          <a:xfrm>
            <a:off x="1066800" y="1828800"/>
            <a:ext cx="7086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If two sides and the included angle of one triangle are congruent to two sides and the included angle of a second triangle, then the triangles are congruent.  (SAS)</a:t>
            </a:r>
          </a:p>
        </p:txBody>
      </p:sp>
      <p:sp>
        <p:nvSpPr>
          <p:cNvPr id="13326" name="Text Box 14">
            <a:extLst>
              <a:ext uri="{FF2B5EF4-FFF2-40B4-BE49-F238E27FC236}">
                <a16:creationId xmlns:a16="http://schemas.microsoft.com/office/drawing/2014/main" id="{80A05B6D-78CA-A893-C20A-D3DAD87FE55C}"/>
              </a:ext>
            </a:extLst>
          </p:cNvPr>
          <p:cNvSpPr txBox="1">
            <a:spLocks noChangeArrowheads="1"/>
          </p:cNvSpPr>
          <p:nvPr/>
        </p:nvSpPr>
        <p:spPr bwMode="auto">
          <a:xfrm>
            <a:off x="1752600" y="4572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S</a:t>
            </a:r>
          </a:p>
        </p:txBody>
      </p:sp>
      <p:sp>
        <p:nvSpPr>
          <p:cNvPr id="60422" name="Text Box 16">
            <a:extLst>
              <a:ext uri="{FF2B5EF4-FFF2-40B4-BE49-F238E27FC236}">
                <a16:creationId xmlns:a16="http://schemas.microsoft.com/office/drawing/2014/main" id="{D7CE7660-001E-C4A6-2E77-4A64517369E7}"/>
              </a:ext>
            </a:extLst>
          </p:cNvPr>
          <p:cNvSpPr txBox="1">
            <a:spLocks noChangeArrowheads="1"/>
          </p:cNvSpPr>
          <p:nvPr/>
        </p:nvSpPr>
        <p:spPr bwMode="auto">
          <a:xfrm>
            <a:off x="1905000" y="4495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0423" name="Text Box 17">
            <a:extLst>
              <a:ext uri="{FF2B5EF4-FFF2-40B4-BE49-F238E27FC236}">
                <a16:creationId xmlns:a16="http://schemas.microsoft.com/office/drawing/2014/main" id="{6648531C-F290-FD83-1B7B-30BCDB73693B}"/>
              </a:ext>
            </a:extLst>
          </p:cNvPr>
          <p:cNvSpPr txBox="1">
            <a:spLocks noChangeArrowheads="1"/>
          </p:cNvSpPr>
          <p:nvPr/>
        </p:nvSpPr>
        <p:spPr bwMode="auto">
          <a:xfrm>
            <a:off x="2895600" y="48006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330" name="Text Box 18">
            <a:extLst>
              <a:ext uri="{FF2B5EF4-FFF2-40B4-BE49-F238E27FC236}">
                <a16:creationId xmlns:a16="http://schemas.microsoft.com/office/drawing/2014/main" id="{9F68CEF3-48B8-B452-A83D-A116C825DF79}"/>
              </a:ext>
            </a:extLst>
          </p:cNvPr>
          <p:cNvSpPr txBox="1">
            <a:spLocks noChangeArrowheads="1"/>
          </p:cNvSpPr>
          <p:nvPr/>
        </p:nvSpPr>
        <p:spPr bwMode="auto">
          <a:xfrm>
            <a:off x="2667000" y="3810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A</a:t>
            </a:r>
          </a:p>
        </p:txBody>
      </p:sp>
      <p:sp>
        <p:nvSpPr>
          <p:cNvPr id="13331" name="Text Box 19">
            <a:extLst>
              <a:ext uri="{FF2B5EF4-FFF2-40B4-BE49-F238E27FC236}">
                <a16:creationId xmlns:a16="http://schemas.microsoft.com/office/drawing/2014/main" id="{8E043CED-F5CF-1A32-D2F0-82C409887F54}"/>
              </a:ext>
            </a:extLst>
          </p:cNvPr>
          <p:cNvSpPr txBox="1">
            <a:spLocks noChangeArrowheads="1"/>
          </p:cNvSpPr>
          <p:nvPr/>
        </p:nvSpPr>
        <p:spPr bwMode="auto">
          <a:xfrm>
            <a:off x="3733800" y="3733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S</a:t>
            </a:r>
          </a:p>
        </p:txBody>
      </p:sp>
      <p:sp>
        <p:nvSpPr>
          <p:cNvPr id="13332" name="Text Box 20">
            <a:extLst>
              <a:ext uri="{FF2B5EF4-FFF2-40B4-BE49-F238E27FC236}">
                <a16:creationId xmlns:a16="http://schemas.microsoft.com/office/drawing/2014/main" id="{70E275E3-50B2-3025-0EB8-97F6B5C19B6F}"/>
              </a:ext>
            </a:extLst>
          </p:cNvPr>
          <p:cNvSpPr txBox="1">
            <a:spLocks noChangeArrowheads="1"/>
          </p:cNvSpPr>
          <p:nvPr/>
        </p:nvSpPr>
        <p:spPr bwMode="auto">
          <a:xfrm>
            <a:off x="5867400" y="3429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S</a:t>
            </a:r>
          </a:p>
        </p:txBody>
      </p:sp>
      <p:sp>
        <p:nvSpPr>
          <p:cNvPr id="13333" name="Text Box 21">
            <a:extLst>
              <a:ext uri="{FF2B5EF4-FFF2-40B4-BE49-F238E27FC236}">
                <a16:creationId xmlns:a16="http://schemas.microsoft.com/office/drawing/2014/main" id="{D184FF1E-0779-D6C5-6F80-6B9ECDFFE2F7}"/>
              </a:ext>
            </a:extLst>
          </p:cNvPr>
          <p:cNvSpPr txBox="1">
            <a:spLocks noChangeArrowheads="1"/>
          </p:cNvSpPr>
          <p:nvPr/>
        </p:nvSpPr>
        <p:spPr bwMode="auto">
          <a:xfrm>
            <a:off x="6629400" y="4114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A</a:t>
            </a:r>
          </a:p>
        </p:txBody>
      </p:sp>
      <p:sp>
        <p:nvSpPr>
          <p:cNvPr id="13334" name="Text Box 22">
            <a:extLst>
              <a:ext uri="{FF2B5EF4-FFF2-40B4-BE49-F238E27FC236}">
                <a16:creationId xmlns:a16="http://schemas.microsoft.com/office/drawing/2014/main" id="{2348B1E0-D36A-B7E4-C031-B222FE42D79C}"/>
              </a:ext>
            </a:extLst>
          </p:cNvPr>
          <p:cNvSpPr txBox="1">
            <a:spLocks noChangeArrowheads="1"/>
          </p:cNvSpPr>
          <p:nvPr/>
        </p:nvSpPr>
        <p:spPr bwMode="auto">
          <a:xfrm>
            <a:off x="7543800" y="4648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rgbClr val="009900"/>
                </a:solidFill>
              </a:rPr>
              <a:t>S</a:t>
            </a:r>
          </a:p>
        </p:txBody>
      </p:sp>
      <p:graphicFrame>
        <p:nvGraphicFramePr>
          <p:cNvPr id="13335" name="Object 23">
            <a:extLst>
              <a:ext uri="{FF2B5EF4-FFF2-40B4-BE49-F238E27FC236}">
                <a16:creationId xmlns:a16="http://schemas.microsoft.com/office/drawing/2014/main" id="{947F7C75-5B9C-A0E5-7405-60BA9EBDFDF5}"/>
              </a:ext>
            </a:extLst>
          </p:cNvPr>
          <p:cNvGraphicFramePr>
            <a:graphicFrameLocks noChangeAspect="1"/>
          </p:cNvGraphicFramePr>
          <p:nvPr/>
        </p:nvGraphicFramePr>
        <p:xfrm>
          <a:off x="2819400" y="6096000"/>
          <a:ext cx="1739900" cy="342900"/>
        </p:xfrm>
        <a:graphic>
          <a:graphicData uri="http://schemas.openxmlformats.org/presentationml/2006/ole">
            <mc:AlternateContent xmlns:mc="http://schemas.openxmlformats.org/markup-compatibility/2006">
              <mc:Choice xmlns:v="urn:schemas-microsoft-com:vml" Requires="v">
                <p:oleObj name="Equation" r:id="rId4" imgW="1739900" imgH="342900" progId="Equation.DSMT4">
                  <p:embed/>
                </p:oleObj>
              </mc:Choice>
              <mc:Fallback>
                <p:oleObj name="Equation" r:id="rId4" imgW="1739900" imgH="342900" progId="Equation.DSMT4">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6096000"/>
                        <a:ext cx="17399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336" name="Text Box 24">
            <a:extLst>
              <a:ext uri="{FF2B5EF4-FFF2-40B4-BE49-F238E27FC236}">
                <a16:creationId xmlns:a16="http://schemas.microsoft.com/office/drawing/2014/main" id="{2694D61B-7A2B-1465-A2F4-CF37408BDF7A}"/>
              </a:ext>
            </a:extLst>
          </p:cNvPr>
          <p:cNvSpPr txBox="1">
            <a:spLocks noChangeArrowheads="1"/>
          </p:cNvSpPr>
          <p:nvPr/>
        </p:nvSpPr>
        <p:spPr bwMode="auto">
          <a:xfrm>
            <a:off x="4724400" y="60071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by SAS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2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3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6" grpId="0"/>
      <p:bldP spid="13330" grpId="0"/>
      <p:bldP spid="13331" grpId="0"/>
      <p:bldP spid="13332" grpId="0"/>
      <p:bldP spid="13333" grpId="0"/>
      <p:bldP spid="13334" grpId="0"/>
      <p:bldP spid="1333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a:extLst>
              <a:ext uri="{FF2B5EF4-FFF2-40B4-BE49-F238E27FC236}">
                <a16:creationId xmlns:a16="http://schemas.microsoft.com/office/drawing/2014/main" id="{BBDAB05A-001E-41D7-85CF-65F143F91AB8}"/>
              </a:ext>
            </a:extLst>
          </p:cNvPr>
          <p:cNvSpPr>
            <a:spLocks noGrp="1" noChangeArrowheads="1"/>
          </p:cNvSpPr>
          <p:nvPr>
            <p:ph type="title"/>
          </p:nvPr>
        </p:nvSpPr>
        <p:spPr/>
        <p:txBody>
          <a:bodyPr/>
          <a:lstStyle/>
          <a:p>
            <a:pPr eaLnBrk="1" fontAlgn="auto" hangingPunct="1">
              <a:spcAft>
                <a:spcPts val="0"/>
              </a:spcAft>
              <a:defRPr/>
            </a:pPr>
            <a:r>
              <a:rPr sz="2400">
                <a:solidFill>
                  <a:schemeClr val="bg2"/>
                </a:solidFill>
              </a:rPr>
              <a:t>Example #2 – SAS – Postulate</a:t>
            </a:r>
          </a:p>
        </p:txBody>
      </p:sp>
      <p:pic>
        <p:nvPicPr>
          <p:cNvPr id="61442" name="Picture 19">
            <a:extLst>
              <a:ext uri="{FF2B5EF4-FFF2-40B4-BE49-F238E27FC236}">
                <a16:creationId xmlns:a16="http://schemas.microsoft.com/office/drawing/2014/main" id="{A4F772A2-9209-C13E-9CA6-5E62D4AD992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787900" y="1090613"/>
            <a:ext cx="4038600" cy="2338387"/>
          </a:xfrm>
          <a:noFill/>
        </p:spPr>
      </p:pic>
      <p:pic>
        <p:nvPicPr>
          <p:cNvPr id="16423" name="Picture 39">
            <a:extLst>
              <a:ext uri="{FF2B5EF4-FFF2-40B4-BE49-F238E27FC236}">
                <a16:creationId xmlns:a16="http://schemas.microsoft.com/office/drawing/2014/main" id="{B254AF11-B4A0-B1A6-A061-EB5E16500FD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324600" y="1997075"/>
            <a:ext cx="1047750" cy="534988"/>
          </a:xfrm>
          <a:noFill/>
        </p:spPr>
      </p:pic>
      <p:sp>
        <p:nvSpPr>
          <p:cNvPr id="61444" name="Text Box 3">
            <a:extLst>
              <a:ext uri="{FF2B5EF4-FFF2-40B4-BE49-F238E27FC236}">
                <a16:creationId xmlns:a16="http://schemas.microsoft.com/office/drawing/2014/main" id="{09632214-448E-2EC0-9506-900CA66463AC}"/>
              </a:ext>
            </a:extLst>
          </p:cNvPr>
          <p:cNvSpPr txBox="1">
            <a:spLocks noChangeArrowheads="1"/>
          </p:cNvSpPr>
          <p:nvPr/>
        </p:nvSpPr>
        <p:spPr bwMode="auto">
          <a:xfrm>
            <a:off x="381000" y="1600200"/>
            <a:ext cx="7086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  N is the midpoint of LW</a:t>
            </a:r>
            <a:br>
              <a:rPr lang="en-US" altLang="en-US" sz="2400">
                <a:solidFill>
                  <a:schemeClr val="bg2"/>
                </a:solidFill>
              </a:rPr>
            </a:br>
            <a:r>
              <a:rPr lang="en-US" altLang="en-US" sz="2400">
                <a:solidFill>
                  <a:schemeClr val="bg2"/>
                </a:solidFill>
              </a:rPr>
              <a:t>            N is the midpoint of SK</a:t>
            </a:r>
          </a:p>
          <a:p>
            <a:pPr eaLnBrk="1" hangingPunct="1">
              <a:spcBef>
                <a:spcPct val="50000"/>
              </a:spcBef>
            </a:pPr>
            <a:r>
              <a:rPr lang="en-US" altLang="en-US" sz="2400">
                <a:solidFill>
                  <a:schemeClr val="bg2"/>
                </a:solidFill>
              </a:rPr>
              <a:t>Prove:</a:t>
            </a:r>
          </a:p>
        </p:txBody>
      </p:sp>
      <p:sp>
        <p:nvSpPr>
          <p:cNvPr id="16405" name="Line 21">
            <a:extLst>
              <a:ext uri="{FF2B5EF4-FFF2-40B4-BE49-F238E27FC236}">
                <a16:creationId xmlns:a16="http://schemas.microsoft.com/office/drawing/2014/main" id="{79A97901-DAF9-FFE9-4070-3D14894E9B93}"/>
              </a:ext>
            </a:extLst>
          </p:cNvPr>
          <p:cNvSpPr>
            <a:spLocks noChangeShapeType="1"/>
          </p:cNvSpPr>
          <p:nvPr/>
        </p:nvSpPr>
        <p:spPr bwMode="auto">
          <a:xfrm>
            <a:off x="4206875" y="1631950"/>
            <a:ext cx="517525"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06" name="Line 22">
            <a:extLst>
              <a:ext uri="{FF2B5EF4-FFF2-40B4-BE49-F238E27FC236}">
                <a16:creationId xmlns:a16="http://schemas.microsoft.com/office/drawing/2014/main" id="{114954FC-AEC7-E7DE-9C80-BE1B78CFCC23}"/>
              </a:ext>
            </a:extLst>
          </p:cNvPr>
          <p:cNvSpPr>
            <a:spLocks noChangeShapeType="1"/>
          </p:cNvSpPr>
          <p:nvPr/>
        </p:nvSpPr>
        <p:spPr bwMode="auto">
          <a:xfrm>
            <a:off x="4191000" y="2009775"/>
            <a:ext cx="41275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61447" name="Object 23">
            <a:extLst>
              <a:ext uri="{FF2B5EF4-FFF2-40B4-BE49-F238E27FC236}">
                <a16:creationId xmlns:a16="http://schemas.microsoft.com/office/drawing/2014/main" id="{2961476C-57AE-7233-16B7-C0B6AE10EDFE}"/>
              </a:ext>
            </a:extLst>
          </p:cNvPr>
          <p:cNvGraphicFramePr>
            <a:graphicFrameLocks noChangeAspect="1"/>
          </p:cNvGraphicFramePr>
          <p:nvPr/>
        </p:nvGraphicFramePr>
        <p:xfrm>
          <a:off x="1676400" y="2590800"/>
          <a:ext cx="2065338" cy="315913"/>
        </p:xfrm>
        <a:graphic>
          <a:graphicData uri="http://schemas.openxmlformats.org/presentationml/2006/ole">
            <mc:AlternateContent xmlns:mc="http://schemas.openxmlformats.org/markup-compatibility/2006">
              <mc:Choice xmlns:v="urn:schemas-microsoft-com:vml" Requires="v">
                <p:oleObj name="Equation" r:id="rId4" imgW="1828800" imgH="279400" progId="Equation.DSMT4">
                  <p:embed/>
                </p:oleObj>
              </mc:Choice>
              <mc:Fallback>
                <p:oleObj name="Equation" r:id="rId4" imgW="1828800" imgH="279400" progId="Equation.DSMT4">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590800"/>
                        <a:ext cx="206533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408" name="Text Box 24">
            <a:extLst>
              <a:ext uri="{FF2B5EF4-FFF2-40B4-BE49-F238E27FC236}">
                <a16:creationId xmlns:a16="http://schemas.microsoft.com/office/drawing/2014/main" id="{EA259BEE-DAFF-410C-EF10-AAAFE1447140}"/>
              </a:ext>
            </a:extLst>
          </p:cNvPr>
          <p:cNvSpPr txBox="1">
            <a:spLocks noChangeArrowheads="1"/>
          </p:cNvSpPr>
          <p:nvPr/>
        </p:nvSpPr>
        <p:spPr bwMode="auto">
          <a:xfrm>
            <a:off x="914400" y="3505200"/>
            <a:ext cx="365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N is the midpoint of LW</a:t>
            </a:r>
            <a:br>
              <a:rPr lang="en-US" altLang="en-US" sz="2400">
                <a:solidFill>
                  <a:schemeClr val="bg2"/>
                </a:solidFill>
              </a:rPr>
            </a:br>
            <a:r>
              <a:rPr lang="en-US" altLang="en-US" sz="2400">
                <a:solidFill>
                  <a:schemeClr val="bg2"/>
                </a:solidFill>
              </a:rPr>
              <a:t>N is the midpoint of SK</a:t>
            </a:r>
          </a:p>
        </p:txBody>
      </p:sp>
      <p:sp>
        <p:nvSpPr>
          <p:cNvPr id="61449" name="Text Box 25">
            <a:extLst>
              <a:ext uri="{FF2B5EF4-FFF2-40B4-BE49-F238E27FC236}">
                <a16:creationId xmlns:a16="http://schemas.microsoft.com/office/drawing/2014/main" id="{1B215884-8B40-40F4-E713-14C86A285CC7}"/>
              </a:ext>
            </a:extLst>
          </p:cNvPr>
          <p:cNvSpPr txBox="1">
            <a:spLocks noChangeArrowheads="1"/>
          </p:cNvSpPr>
          <p:nvPr/>
        </p:nvSpPr>
        <p:spPr bwMode="auto">
          <a:xfrm>
            <a:off x="4267200" y="38782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16410" name="Line 26">
            <a:extLst>
              <a:ext uri="{FF2B5EF4-FFF2-40B4-BE49-F238E27FC236}">
                <a16:creationId xmlns:a16="http://schemas.microsoft.com/office/drawing/2014/main" id="{554E8CB2-3608-7FF6-BB1D-E1199A1D8063}"/>
              </a:ext>
            </a:extLst>
          </p:cNvPr>
          <p:cNvSpPr>
            <a:spLocks noChangeShapeType="1"/>
          </p:cNvSpPr>
          <p:nvPr/>
        </p:nvSpPr>
        <p:spPr bwMode="auto">
          <a:xfrm>
            <a:off x="685800" y="3435350"/>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11" name="Line 27">
            <a:extLst>
              <a:ext uri="{FF2B5EF4-FFF2-40B4-BE49-F238E27FC236}">
                <a16:creationId xmlns:a16="http://schemas.microsoft.com/office/drawing/2014/main" id="{43518811-E748-5C5C-B52C-3C4420E7E6A4}"/>
              </a:ext>
            </a:extLst>
          </p:cNvPr>
          <p:cNvSpPr>
            <a:spLocks noChangeShapeType="1"/>
          </p:cNvSpPr>
          <p:nvPr/>
        </p:nvSpPr>
        <p:spPr bwMode="auto">
          <a:xfrm>
            <a:off x="4572000" y="3200400"/>
            <a:ext cx="0" cy="342900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12" name="Text Box 28">
            <a:extLst>
              <a:ext uri="{FF2B5EF4-FFF2-40B4-BE49-F238E27FC236}">
                <a16:creationId xmlns:a16="http://schemas.microsoft.com/office/drawing/2014/main" id="{3693898D-4C12-9C0A-76E9-F673EC706419}"/>
              </a:ext>
            </a:extLst>
          </p:cNvPr>
          <p:cNvSpPr txBox="1">
            <a:spLocks noChangeArrowheads="1"/>
          </p:cNvSpPr>
          <p:nvPr/>
        </p:nvSpPr>
        <p:spPr bwMode="auto">
          <a:xfrm>
            <a:off x="4727575" y="36576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a:t>
            </a:r>
          </a:p>
        </p:txBody>
      </p:sp>
      <p:sp>
        <p:nvSpPr>
          <p:cNvPr id="16413" name="Line 29">
            <a:extLst>
              <a:ext uri="{FF2B5EF4-FFF2-40B4-BE49-F238E27FC236}">
                <a16:creationId xmlns:a16="http://schemas.microsoft.com/office/drawing/2014/main" id="{64B1DD82-3C73-1D08-5E64-0DABFA489F0E}"/>
              </a:ext>
            </a:extLst>
          </p:cNvPr>
          <p:cNvSpPr>
            <a:spLocks noChangeShapeType="1"/>
          </p:cNvSpPr>
          <p:nvPr/>
        </p:nvSpPr>
        <p:spPr bwMode="auto">
          <a:xfrm>
            <a:off x="685800" y="4343400"/>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16414" name="Object 30">
            <a:extLst>
              <a:ext uri="{FF2B5EF4-FFF2-40B4-BE49-F238E27FC236}">
                <a16:creationId xmlns:a16="http://schemas.microsoft.com/office/drawing/2014/main" id="{036BBE9B-BC79-267C-63F5-113EE44C0738}"/>
              </a:ext>
            </a:extLst>
          </p:cNvPr>
          <p:cNvGraphicFramePr>
            <a:graphicFrameLocks noChangeAspect="1"/>
          </p:cNvGraphicFramePr>
          <p:nvPr/>
        </p:nvGraphicFramePr>
        <p:xfrm>
          <a:off x="1066800" y="4448175"/>
          <a:ext cx="3124200" cy="511175"/>
        </p:xfrm>
        <a:graphic>
          <a:graphicData uri="http://schemas.openxmlformats.org/presentationml/2006/ole">
            <mc:AlternateContent xmlns:mc="http://schemas.openxmlformats.org/markup-compatibility/2006">
              <mc:Choice xmlns:v="urn:schemas-microsoft-com:vml" Requires="v">
                <p:oleObj name="Equation" r:id="rId6" imgW="2565400" imgH="419100" progId="Equation.DSMT4">
                  <p:embed/>
                </p:oleObj>
              </mc:Choice>
              <mc:Fallback>
                <p:oleObj name="Equation" r:id="rId6" imgW="2565400" imgH="419100" progId="Equation.DSMT4">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4448175"/>
                        <a:ext cx="31242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415" name="Text Box 31">
            <a:extLst>
              <a:ext uri="{FF2B5EF4-FFF2-40B4-BE49-F238E27FC236}">
                <a16:creationId xmlns:a16="http://schemas.microsoft.com/office/drawing/2014/main" id="{93B36001-CD2B-C76D-CB1F-30248DD421A1}"/>
              </a:ext>
            </a:extLst>
          </p:cNvPr>
          <p:cNvSpPr txBox="1">
            <a:spLocks noChangeArrowheads="1"/>
          </p:cNvSpPr>
          <p:nvPr/>
        </p:nvSpPr>
        <p:spPr bwMode="auto">
          <a:xfrm>
            <a:off x="4727575" y="44196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Definition of Midpoint</a:t>
            </a:r>
          </a:p>
        </p:txBody>
      </p:sp>
      <p:sp>
        <p:nvSpPr>
          <p:cNvPr id="16416" name="Line 32">
            <a:extLst>
              <a:ext uri="{FF2B5EF4-FFF2-40B4-BE49-F238E27FC236}">
                <a16:creationId xmlns:a16="http://schemas.microsoft.com/office/drawing/2014/main" id="{1AC6C549-5536-7B46-0935-19DBFAA03F2F}"/>
              </a:ext>
            </a:extLst>
          </p:cNvPr>
          <p:cNvSpPr>
            <a:spLocks noChangeShapeType="1"/>
          </p:cNvSpPr>
          <p:nvPr/>
        </p:nvSpPr>
        <p:spPr bwMode="auto">
          <a:xfrm>
            <a:off x="685800" y="5029200"/>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17" name="Line 33">
            <a:extLst>
              <a:ext uri="{FF2B5EF4-FFF2-40B4-BE49-F238E27FC236}">
                <a16:creationId xmlns:a16="http://schemas.microsoft.com/office/drawing/2014/main" id="{2DC92418-D87E-FC08-6F8F-A8AEE847DB1E}"/>
              </a:ext>
            </a:extLst>
          </p:cNvPr>
          <p:cNvSpPr>
            <a:spLocks noChangeShapeType="1"/>
          </p:cNvSpPr>
          <p:nvPr/>
        </p:nvSpPr>
        <p:spPr bwMode="auto">
          <a:xfrm flipH="1">
            <a:off x="6096000" y="1905000"/>
            <a:ext cx="762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18" name="Line 34">
            <a:extLst>
              <a:ext uri="{FF2B5EF4-FFF2-40B4-BE49-F238E27FC236}">
                <a16:creationId xmlns:a16="http://schemas.microsoft.com/office/drawing/2014/main" id="{2359D2FA-B31D-A683-5DBC-1D1FB4AF6A1B}"/>
              </a:ext>
            </a:extLst>
          </p:cNvPr>
          <p:cNvSpPr>
            <a:spLocks noChangeShapeType="1"/>
          </p:cNvSpPr>
          <p:nvPr/>
        </p:nvSpPr>
        <p:spPr bwMode="auto">
          <a:xfrm flipH="1">
            <a:off x="7620000" y="2454275"/>
            <a:ext cx="762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19" name="Line 35">
            <a:extLst>
              <a:ext uri="{FF2B5EF4-FFF2-40B4-BE49-F238E27FC236}">
                <a16:creationId xmlns:a16="http://schemas.microsoft.com/office/drawing/2014/main" id="{B77C83AD-DB10-32DD-AB8F-ED03149A56B0}"/>
              </a:ext>
            </a:extLst>
          </p:cNvPr>
          <p:cNvSpPr>
            <a:spLocks noChangeShapeType="1"/>
          </p:cNvSpPr>
          <p:nvPr/>
        </p:nvSpPr>
        <p:spPr bwMode="auto">
          <a:xfrm>
            <a:off x="5486400" y="2698750"/>
            <a:ext cx="1524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20" name="Line 36">
            <a:extLst>
              <a:ext uri="{FF2B5EF4-FFF2-40B4-BE49-F238E27FC236}">
                <a16:creationId xmlns:a16="http://schemas.microsoft.com/office/drawing/2014/main" id="{BADBAA0D-EBC9-8596-B7DD-D24D2D2BFB57}"/>
              </a:ext>
            </a:extLst>
          </p:cNvPr>
          <p:cNvSpPr>
            <a:spLocks noChangeShapeType="1"/>
          </p:cNvSpPr>
          <p:nvPr/>
        </p:nvSpPr>
        <p:spPr bwMode="auto">
          <a:xfrm>
            <a:off x="5562600" y="2635250"/>
            <a:ext cx="1524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21" name="Line 37">
            <a:extLst>
              <a:ext uri="{FF2B5EF4-FFF2-40B4-BE49-F238E27FC236}">
                <a16:creationId xmlns:a16="http://schemas.microsoft.com/office/drawing/2014/main" id="{5935CB12-69F0-495C-22C5-8EECF81D0C75}"/>
              </a:ext>
            </a:extLst>
          </p:cNvPr>
          <p:cNvSpPr>
            <a:spLocks noChangeShapeType="1"/>
          </p:cNvSpPr>
          <p:nvPr/>
        </p:nvSpPr>
        <p:spPr bwMode="auto">
          <a:xfrm>
            <a:off x="7696200" y="1784350"/>
            <a:ext cx="1524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6422" name="Line 38">
            <a:extLst>
              <a:ext uri="{FF2B5EF4-FFF2-40B4-BE49-F238E27FC236}">
                <a16:creationId xmlns:a16="http://schemas.microsoft.com/office/drawing/2014/main" id="{DDFCA489-C85E-5CDF-149B-DE134C7FCB0D}"/>
              </a:ext>
            </a:extLst>
          </p:cNvPr>
          <p:cNvSpPr>
            <a:spLocks noChangeShapeType="1"/>
          </p:cNvSpPr>
          <p:nvPr/>
        </p:nvSpPr>
        <p:spPr bwMode="auto">
          <a:xfrm>
            <a:off x="7772400" y="1720850"/>
            <a:ext cx="1524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16425" name="Object 41">
            <a:extLst>
              <a:ext uri="{FF2B5EF4-FFF2-40B4-BE49-F238E27FC236}">
                <a16:creationId xmlns:a16="http://schemas.microsoft.com/office/drawing/2014/main" id="{67FDFE33-F0EE-8ACF-0F42-7CDADAAA9F07}"/>
              </a:ext>
            </a:extLst>
          </p:cNvPr>
          <p:cNvGraphicFramePr>
            <a:graphicFrameLocks noChangeAspect="1"/>
          </p:cNvGraphicFramePr>
          <p:nvPr/>
        </p:nvGraphicFramePr>
        <p:xfrm>
          <a:off x="1066800" y="5181600"/>
          <a:ext cx="2514600" cy="357188"/>
        </p:xfrm>
        <a:graphic>
          <a:graphicData uri="http://schemas.openxmlformats.org/presentationml/2006/ole">
            <mc:AlternateContent xmlns:mc="http://schemas.openxmlformats.org/markup-compatibility/2006">
              <mc:Choice xmlns:v="urn:schemas-microsoft-com:vml" Requires="v">
                <p:oleObj name="Equation" r:id="rId8" imgW="1968500" imgH="279400" progId="Equation.DSMT4">
                  <p:embed/>
                </p:oleObj>
              </mc:Choice>
              <mc:Fallback>
                <p:oleObj name="Equation" r:id="rId8" imgW="1968500" imgH="279400"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5181600"/>
                        <a:ext cx="25146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426" name="Text Box 42">
            <a:extLst>
              <a:ext uri="{FF2B5EF4-FFF2-40B4-BE49-F238E27FC236}">
                <a16:creationId xmlns:a16="http://schemas.microsoft.com/office/drawing/2014/main" id="{F45D3CB8-08B9-BDA8-9F3A-812BFF0D9DD5}"/>
              </a:ext>
            </a:extLst>
          </p:cNvPr>
          <p:cNvSpPr txBox="1">
            <a:spLocks noChangeArrowheads="1"/>
          </p:cNvSpPr>
          <p:nvPr/>
        </p:nvSpPr>
        <p:spPr bwMode="auto">
          <a:xfrm>
            <a:off x="4648200" y="5133975"/>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Vertical Angles are congruent</a:t>
            </a:r>
          </a:p>
        </p:txBody>
      </p:sp>
      <p:sp>
        <p:nvSpPr>
          <p:cNvPr id="16427" name="Line 43">
            <a:extLst>
              <a:ext uri="{FF2B5EF4-FFF2-40B4-BE49-F238E27FC236}">
                <a16:creationId xmlns:a16="http://schemas.microsoft.com/office/drawing/2014/main" id="{A1B8B2DC-632E-8437-65EE-9CF9A72039F2}"/>
              </a:ext>
            </a:extLst>
          </p:cNvPr>
          <p:cNvSpPr>
            <a:spLocks noChangeShapeType="1"/>
          </p:cNvSpPr>
          <p:nvPr/>
        </p:nvSpPr>
        <p:spPr bwMode="auto">
          <a:xfrm>
            <a:off x="701675" y="5578475"/>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16428" name="Object 44">
            <a:extLst>
              <a:ext uri="{FF2B5EF4-FFF2-40B4-BE49-F238E27FC236}">
                <a16:creationId xmlns:a16="http://schemas.microsoft.com/office/drawing/2014/main" id="{4DC1E90F-9E14-F89D-354E-CFAD8226E881}"/>
              </a:ext>
            </a:extLst>
          </p:cNvPr>
          <p:cNvGraphicFramePr>
            <a:graphicFrameLocks noChangeAspect="1"/>
          </p:cNvGraphicFramePr>
          <p:nvPr/>
        </p:nvGraphicFramePr>
        <p:xfrm>
          <a:off x="990600" y="5715000"/>
          <a:ext cx="2743200" cy="419100"/>
        </p:xfrm>
        <a:graphic>
          <a:graphicData uri="http://schemas.openxmlformats.org/presentationml/2006/ole">
            <mc:AlternateContent xmlns:mc="http://schemas.openxmlformats.org/markup-compatibility/2006">
              <mc:Choice xmlns:v="urn:schemas-microsoft-com:vml" Requires="v">
                <p:oleObj name="Equation" r:id="rId10" imgW="1828800" imgH="279400" progId="Equation.DSMT4">
                  <p:embed/>
                </p:oleObj>
              </mc:Choice>
              <mc:Fallback>
                <p:oleObj name="Equation" r:id="rId10" imgW="1828800" imgH="279400" progId="Equation.DSMT4">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5715000"/>
                        <a:ext cx="2743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429" name="Text Box 45">
            <a:extLst>
              <a:ext uri="{FF2B5EF4-FFF2-40B4-BE49-F238E27FC236}">
                <a16:creationId xmlns:a16="http://schemas.microsoft.com/office/drawing/2014/main" id="{5F80B0CF-C929-61EA-98D8-C87EE0BBA7AC}"/>
              </a:ext>
            </a:extLst>
          </p:cNvPr>
          <p:cNvSpPr txBox="1">
            <a:spLocks noChangeArrowheads="1"/>
          </p:cNvSpPr>
          <p:nvPr/>
        </p:nvSpPr>
        <p:spPr bwMode="auto">
          <a:xfrm>
            <a:off x="4651375" y="57150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SAS Postulate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4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4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4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4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4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4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4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4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4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42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41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64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4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427"/>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42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642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8" grpId="0"/>
      <p:bldP spid="16412" grpId="0"/>
      <p:bldP spid="16415" grpId="0"/>
      <p:bldP spid="16426" grpId="0"/>
      <p:bldP spid="1642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0D8DE8CB-66D1-0309-8411-8ACF50794C07}"/>
              </a:ext>
            </a:extLst>
          </p:cNvPr>
          <p:cNvSpPr>
            <a:spLocks noGrp="1" noChangeArrowheads="1"/>
          </p:cNvSpPr>
          <p:nvPr>
            <p:ph type="title"/>
          </p:nvPr>
        </p:nvSpPr>
        <p:spPr/>
        <p:txBody>
          <a:bodyPr/>
          <a:lstStyle/>
          <a:p>
            <a:pPr eaLnBrk="1" fontAlgn="auto" hangingPunct="1">
              <a:spcAft>
                <a:spcPts val="0"/>
              </a:spcAft>
              <a:defRPr/>
            </a:pPr>
            <a:r>
              <a:rPr>
                <a:solidFill>
                  <a:schemeClr val="bg2"/>
                </a:solidFill>
              </a:rPr>
              <a:t>Definition – Included Side</a:t>
            </a:r>
          </a:p>
        </p:txBody>
      </p:sp>
      <p:pic>
        <p:nvPicPr>
          <p:cNvPr id="62466" name="Picture 11">
            <a:extLst>
              <a:ext uri="{FF2B5EF4-FFF2-40B4-BE49-F238E27FC236}">
                <a16:creationId xmlns:a16="http://schemas.microsoft.com/office/drawing/2014/main" id="{28A2E058-7EC0-3796-1937-E8793F2B66F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09600" y="1828800"/>
            <a:ext cx="3638550" cy="2185988"/>
          </a:xfrm>
          <a:noFill/>
        </p:spPr>
      </p:pic>
      <p:pic>
        <p:nvPicPr>
          <p:cNvPr id="18448" name="Picture 16">
            <a:extLst>
              <a:ext uri="{FF2B5EF4-FFF2-40B4-BE49-F238E27FC236}">
                <a16:creationId xmlns:a16="http://schemas.microsoft.com/office/drawing/2014/main" id="{F4689EC4-42D0-A0C6-AB4D-A7972BC4531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64100" y="3778250"/>
            <a:ext cx="3638550" cy="2190750"/>
          </a:xfrm>
          <a:noFill/>
        </p:spPr>
      </p:pic>
      <p:sp>
        <p:nvSpPr>
          <p:cNvPr id="62468" name="Text Box 4">
            <a:extLst>
              <a:ext uri="{FF2B5EF4-FFF2-40B4-BE49-F238E27FC236}">
                <a16:creationId xmlns:a16="http://schemas.microsoft.com/office/drawing/2014/main" id="{5B2FC070-F69F-4AE6-97C5-11F3C2248E14}"/>
              </a:ext>
            </a:extLst>
          </p:cNvPr>
          <p:cNvSpPr txBox="1">
            <a:spLocks noChangeArrowheads="1"/>
          </p:cNvSpPr>
          <p:nvPr/>
        </p:nvSpPr>
        <p:spPr bwMode="auto">
          <a:xfrm>
            <a:off x="5105400" y="2209800"/>
            <a:ext cx="4038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JK is the side between</a:t>
            </a:r>
            <a:br>
              <a:rPr lang="en-US" altLang="en-US" sz="2400">
                <a:solidFill>
                  <a:schemeClr val="bg2"/>
                </a:solidFill>
              </a:rPr>
            </a:br>
            <a:r>
              <a:rPr lang="en-US" altLang="en-US" sz="2400">
                <a:solidFill>
                  <a:schemeClr val="bg2"/>
                </a:solidFill>
              </a:rPr>
              <a:t>    J and     K.  It is called the </a:t>
            </a:r>
            <a:r>
              <a:rPr lang="en-US" altLang="en-US" sz="2400" i="1" u="sng">
                <a:solidFill>
                  <a:schemeClr val="bg2"/>
                </a:solidFill>
              </a:rPr>
              <a:t>included side</a:t>
            </a:r>
            <a:r>
              <a:rPr lang="en-US" altLang="en-US" sz="2400">
                <a:solidFill>
                  <a:schemeClr val="bg2"/>
                </a:solidFill>
              </a:rPr>
              <a:t> of angles J and K.</a:t>
            </a:r>
          </a:p>
        </p:txBody>
      </p:sp>
      <p:graphicFrame>
        <p:nvGraphicFramePr>
          <p:cNvPr id="62469" name="Object 5">
            <a:extLst>
              <a:ext uri="{FF2B5EF4-FFF2-40B4-BE49-F238E27FC236}">
                <a16:creationId xmlns:a16="http://schemas.microsoft.com/office/drawing/2014/main" id="{D69EA646-275A-3DAA-786D-EC15B8B81732}"/>
              </a:ext>
            </a:extLst>
          </p:cNvPr>
          <p:cNvGraphicFramePr>
            <a:graphicFrameLocks noChangeAspect="1"/>
          </p:cNvGraphicFramePr>
          <p:nvPr/>
        </p:nvGraphicFramePr>
        <p:xfrm>
          <a:off x="5229225" y="2682875"/>
          <a:ext cx="266700" cy="254000"/>
        </p:xfrm>
        <a:graphic>
          <a:graphicData uri="http://schemas.openxmlformats.org/presentationml/2006/ole">
            <mc:AlternateContent xmlns:mc="http://schemas.openxmlformats.org/markup-compatibility/2006">
              <mc:Choice xmlns:v="urn:schemas-microsoft-com:vml" Requires="v">
                <p:oleObj name="Equation" r:id="rId4" imgW="266469" imgH="253780" progId="Equation.DSMT4">
                  <p:embed/>
                </p:oleObj>
              </mc:Choice>
              <mc:Fallback>
                <p:oleObj name="Equation" r:id="rId4" imgW="266469" imgH="2537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9225" y="2682875"/>
                        <a:ext cx="2667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39" name="Text Box 7">
            <a:extLst>
              <a:ext uri="{FF2B5EF4-FFF2-40B4-BE49-F238E27FC236}">
                <a16:creationId xmlns:a16="http://schemas.microsoft.com/office/drawing/2014/main" id="{14FCF399-549D-50A2-5853-FB36AC49FF4F}"/>
              </a:ext>
            </a:extLst>
          </p:cNvPr>
          <p:cNvSpPr txBox="1">
            <a:spLocks noChangeArrowheads="1"/>
          </p:cNvSpPr>
          <p:nvPr/>
        </p:nvSpPr>
        <p:spPr bwMode="auto">
          <a:xfrm>
            <a:off x="838200" y="4267200"/>
            <a:ext cx="3962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What is the included side for angles K and L?</a:t>
            </a:r>
          </a:p>
        </p:txBody>
      </p:sp>
      <p:sp>
        <p:nvSpPr>
          <p:cNvPr id="18440" name="Text Box 8">
            <a:extLst>
              <a:ext uri="{FF2B5EF4-FFF2-40B4-BE49-F238E27FC236}">
                <a16:creationId xmlns:a16="http://schemas.microsoft.com/office/drawing/2014/main" id="{1880F8CC-BEB0-8892-FCD9-1D93877AD1E6}"/>
              </a:ext>
            </a:extLst>
          </p:cNvPr>
          <p:cNvSpPr txBox="1">
            <a:spLocks noChangeArrowheads="1"/>
          </p:cNvSpPr>
          <p:nvPr/>
        </p:nvSpPr>
        <p:spPr bwMode="auto">
          <a:xfrm>
            <a:off x="762000" y="5273675"/>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     </a:t>
            </a:r>
            <a:r>
              <a:rPr lang="en-US" altLang="en-US" sz="2400">
                <a:solidFill>
                  <a:srgbClr val="FF0000"/>
                </a:solidFill>
              </a:rPr>
              <a:t>KL</a:t>
            </a:r>
          </a:p>
        </p:txBody>
      </p:sp>
      <p:graphicFrame>
        <p:nvGraphicFramePr>
          <p:cNvPr id="62472" name="Object 13">
            <a:extLst>
              <a:ext uri="{FF2B5EF4-FFF2-40B4-BE49-F238E27FC236}">
                <a16:creationId xmlns:a16="http://schemas.microsoft.com/office/drawing/2014/main" id="{D81DBB0B-CC7D-A54E-E098-35B8BB19BCFB}"/>
              </a:ext>
            </a:extLst>
          </p:cNvPr>
          <p:cNvGraphicFramePr>
            <a:graphicFrameLocks noChangeAspect="1"/>
          </p:cNvGraphicFramePr>
          <p:nvPr/>
        </p:nvGraphicFramePr>
        <p:xfrm>
          <a:off x="6416675" y="2682875"/>
          <a:ext cx="266700" cy="254000"/>
        </p:xfrm>
        <a:graphic>
          <a:graphicData uri="http://schemas.openxmlformats.org/presentationml/2006/ole">
            <mc:AlternateContent xmlns:mc="http://schemas.openxmlformats.org/markup-compatibility/2006">
              <mc:Choice xmlns:v="urn:schemas-microsoft-com:vml" Requires="v">
                <p:oleObj name="Equation" r:id="rId6" imgW="266469" imgH="253780" progId="Equation.DSMT4">
                  <p:embed/>
                </p:oleObj>
              </mc:Choice>
              <mc:Fallback>
                <p:oleObj name="Equation" r:id="rId6" imgW="266469" imgH="253780"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6675" y="2682875"/>
                        <a:ext cx="2667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46" name="Line 14">
            <a:extLst>
              <a:ext uri="{FF2B5EF4-FFF2-40B4-BE49-F238E27FC236}">
                <a16:creationId xmlns:a16="http://schemas.microsoft.com/office/drawing/2014/main" id="{D320363A-8708-85B1-D602-D517DF27C8EF}"/>
              </a:ext>
            </a:extLst>
          </p:cNvPr>
          <p:cNvSpPr>
            <a:spLocks noChangeShapeType="1"/>
          </p:cNvSpPr>
          <p:nvPr/>
        </p:nvSpPr>
        <p:spPr bwMode="auto">
          <a:xfrm>
            <a:off x="5197475" y="2270125"/>
            <a:ext cx="3048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8449" name="Line 17">
            <a:extLst>
              <a:ext uri="{FF2B5EF4-FFF2-40B4-BE49-F238E27FC236}">
                <a16:creationId xmlns:a16="http://schemas.microsoft.com/office/drawing/2014/main" id="{AA6ED574-3B1A-083E-94AA-A049CF8480DB}"/>
              </a:ext>
            </a:extLst>
          </p:cNvPr>
          <p:cNvSpPr>
            <a:spLocks noChangeShapeType="1"/>
          </p:cNvSpPr>
          <p:nvPr/>
        </p:nvSpPr>
        <p:spPr bwMode="auto">
          <a:xfrm>
            <a:off x="1295400" y="5302250"/>
            <a:ext cx="304800" cy="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8450" name="Line 18">
            <a:extLst>
              <a:ext uri="{FF2B5EF4-FFF2-40B4-BE49-F238E27FC236}">
                <a16:creationId xmlns:a16="http://schemas.microsoft.com/office/drawing/2014/main" id="{BA3B5E2F-428A-253A-C783-79082E274442}"/>
              </a:ext>
            </a:extLst>
          </p:cNvPr>
          <p:cNvSpPr>
            <a:spLocks noChangeShapeType="1"/>
          </p:cNvSpPr>
          <p:nvPr/>
        </p:nvSpPr>
        <p:spPr bwMode="auto">
          <a:xfrm>
            <a:off x="5213350" y="5683250"/>
            <a:ext cx="2117725" cy="201613"/>
          </a:xfrm>
          <a:prstGeom prst="line">
            <a:avLst/>
          </a:prstGeom>
          <a:noFill/>
          <a:ln w="5715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4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P spid="1844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4924A5C5-23D9-0BCC-137A-9C7ECA528E68}"/>
              </a:ext>
            </a:extLst>
          </p:cNvPr>
          <p:cNvSpPr>
            <a:spLocks noGrp="1" noChangeArrowheads="1"/>
          </p:cNvSpPr>
          <p:nvPr>
            <p:ph type="title"/>
          </p:nvPr>
        </p:nvSpPr>
        <p:spPr/>
        <p:txBody>
          <a:bodyPr/>
          <a:lstStyle/>
          <a:p>
            <a:pPr eaLnBrk="1" fontAlgn="auto" hangingPunct="1">
              <a:spcAft>
                <a:spcPts val="0"/>
              </a:spcAft>
              <a:defRPr/>
            </a:pPr>
            <a:r>
              <a:rPr>
                <a:solidFill>
                  <a:schemeClr val="bg2"/>
                </a:solidFill>
              </a:rPr>
              <a:t>ASA - Postulate</a:t>
            </a:r>
          </a:p>
        </p:txBody>
      </p:sp>
      <p:pic>
        <p:nvPicPr>
          <p:cNvPr id="19474" name="Picture 18">
            <a:extLst>
              <a:ext uri="{FF2B5EF4-FFF2-40B4-BE49-F238E27FC236}">
                <a16:creationId xmlns:a16="http://schemas.microsoft.com/office/drawing/2014/main" id="{EF446984-5FE0-2FA8-A1B0-A474B2958DF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7200" y="3452813"/>
            <a:ext cx="3638550" cy="2185987"/>
          </a:xfrm>
          <a:noFill/>
        </p:spPr>
      </p:pic>
      <p:pic>
        <p:nvPicPr>
          <p:cNvPr id="19481" name="Picture 25">
            <a:extLst>
              <a:ext uri="{FF2B5EF4-FFF2-40B4-BE49-F238E27FC236}">
                <a16:creationId xmlns:a16="http://schemas.microsoft.com/office/drawing/2014/main" id="{B084F092-48D5-D590-87B8-6CAF7721124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60925" y="3397250"/>
            <a:ext cx="3467100" cy="2587625"/>
          </a:xfrm>
          <a:noFill/>
        </p:spPr>
      </p:pic>
      <p:sp>
        <p:nvSpPr>
          <p:cNvPr id="63492" name="Text Box 4">
            <a:extLst>
              <a:ext uri="{FF2B5EF4-FFF2-40B4-BE49-F238E27FC236}">
                <a16:creationId xmlns:a16="http://schemas.microsoft.com/office/drawing/2014/main" id="{189D0AA9-2C98-E2EE-D44E-BBAF063F9C3F}"/>
              </a:ext>
            </a:extLst>
          </p:cNvPr>
          <p:cNvSpPr txBox="1">
            <a:spLocks noChangeArrowheads="1"/>
          </p:cNvSpPr>
          <p:nvPr/>
        </p:nvSpPr>
        <p:spPr bwMode="auto">
          <a:xfrm>
            <a:off x="1066800" y="1828800"/>
            <a:ext cx="7086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If two angles and the included side of one triangle are congruent to two angles and the included side of a second triangle, then the triangles are congruent.  (ASA)</a:t>
            </a:r>
          </a:p>
        </p:txBody>
      </p:sp>
      <p:sp>
        <p:nvSpPr>
          <p:cNvPr id="19478" name="Line 22">
            <a:extLst>
              <a:ext uri="{FF2B5EF4-FFF2-40B4-BE49-F238E27FC236}">
                <a16:creationId xmlns:a16="http://schemas.microsoft.com/office/drawing/2014/main" id="{A837801D-E955-D338-6997-C3AB9423E648}"/>
              </a:ext>
            </a:extLst>
          </p:cNvPr>
          <p:cNvSpPr>
            <a:spLocks noChangeShapeType="1"/>
          </p:cNvSpPr>
          <p:nvPr/>
        </p:nvSpPr>
        <p:spPr bwMode="auto">
          <a:xfrm>
            <a:off x="2057400" y="4343400"/>
            <a:ext cx="152400" cy="3048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9479" name="Line 23">
            <a:extLst>
              <a:ext uri="{FF2B5EF4-FFF2-40B4-BE49-F238E27FC236}">
                <a16:creationId xmlns:a16="http://schemas.microsoft.com/office/drawing/2014/main" id="{F486418D-9D72-F9FD-6880-CF839DA4CAD6}"/>
              </a:ext>
            </a:extLst>
          </p:cNvPr>
          <p:cNvSpPr>
            <a:spLocks noChangeShapeType="1"/>
          </p:cNvSpPr>
          <p:nvPr/>
        </p:nvSpPr>
        <p:spPr bwMode="auto">
          <a:xfrm flipH="1">
            <a:off x="6569075" y="4632325"/>
            <a:ext cx="1524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19482" name="Object 26">
            <a:extLst>
              <a:ext uri="{FF2B5EF4-FFF2-40B4-BE49-F238E27FC236}">
                <a16:creationId xmlns:a16="http://schemas.microsoft.com/office/drawing/2014/main" id="{475F53C8-E07B-F6D3-EA71-56B336D214CE}"/>
              </a:ext>
            </a:extLst>
          </p:cNvPr>
          <p:cNvGraphicFramePr>
            <a:graphicFrameLocks noChangeAspect="1"/>
          </p:cNvGraphicFramePr>
          <p:nvPr/>
        </p:nvGraphicFramePr>
        <p:xfrm>
          <a:off x="2286000" y="5715000"/>
          <a:ext cx="2133600" cy="350838"/>
        </p:xfrm>
        <a:graphic>
          <a:graphicData uri="http://schemas.openxmlformats.org/presentationml/2006/ole">
            <mc:AlternateContent xmlns:mc="http://schemas.openxmlformats.org/markup-compatibility/2006">
              <mc:Choice xmlns:v="urn:schemas-microsoft-com:vml" Requires="v">
                <p:oleObj name="Equation" r:id="rId4" imgW="1701800" imgH="279400" progId="Equation.DSMT4">
                  <p:embed/>
                </p:oleObj>
              </mc:Choice>
              <mc:Fallback>
                <p:oleObj name="Equation" r:id="rId4" imgW="1701800" imgH="27940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5715000"/>
                        <a:ext cx="2133600"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483" name="Text Box 27">
            <a:extLst>
              <a:ext uri="{FF2B5EF4-FFF2-40B4-BE49-F238E27FC236}">
                <a16:creationId xmlns:a16="http://schemas.microsoft.com/office/drawing/2014/main" id="{40A662A3-287F-41F1-E076-0C3812915177}"/>
              </a:ext>
            </a:extLst>
          </p:cNvPr>
          <p:cNvSpPr txBox="1">
            <a:spLocks noChangeArrowheads="1"/>
          </p:cNvSpPr>
          <p:nvPr/>
        </p:nvSpPr>
        <p:spPr bwMode="auto">
          <a:xfrm>
            <a:off x="4648200" y="567055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by ASA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7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7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4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9" name="Rectangle 2">
            <a:extLst>
              <a:ext uri="{FF2B5EF4-FFF2-40B4-BE49-F238E27FC236}">
                <a16:creationId xmlns:a16="http://schemas.microsoft.com/office/drawing/2014/main" id="{4C00127A-8D1B-7813-5723-FC874694A9AF}"/>
              </a:ext>
            </a:extLst>
          </p:cNvPr>
          <p:cNvSpPr>
            <a:spLocks noGrp="1" noChangeArrowheads="1"/>
          </p:cNvSpPr>
          <p:nvPr>
            <p:ph type="title" sz="quarter"/>
          </p:nvPr>
        </p:nvSpPr>
        <p:spPr>
          <a:xfrm>
            <a:off x="457200" y="457200"/>
            <a:ext cx="8229600" cy="990601"/>
          </a:xfrm>
        </p:spPr>
        <p:txBody>
          <a:bodyPr/>
          <a:lstStyle/>
          <a:p>
            <a:pPr eaLnBrk="1" fontAlgn="auto" hangingPunct="1">
              <a:spcAft>
                <a:spcPts val="0"/>
              </a:spcAft>
              <a:defRPr/>
            </a:pPr>
            <a:r>
              <a:rPr sz="2400">
                <a:solidFill>
                  <a:schemeClr val="bg2"/>
                </a:solidFill>
              </a:rPr>
              <a:t>Example #3 – ASA – Postulate</a:t>
            </a:r>
          </a:p>
        </p:txBody>
      </p:sp>
      <p:pic>
        <p:nvPicPr>
          <p:cNvPr id="64514" name="Picture 31">
            <a:extLst>
              <a:ext uri="{FF2B5EF4-FFF2-40B4-BE49-F238E27FC236}">
                <a16:creationId xmlns:a16="http://schemas.microsoft.com/office/drawing/2014/main" id="{AC8D259E-1595-18C7-9DB0-F9AA48ED5144}"/>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835650" y="441325"/>
            <a:ext cx="2286000" cy="2711450"/>
          </a:xfrm>
          <a:noFill/>
        </p:spPr>
      </p:pic>
      <p:graphicFrame>
        <p:nvGraphicFramePr>
          <p:cNvPr id="22566" name="Object 38">
            <a:extLst>
              <a:ext uri="{FF2B5EF4-FFF2-40B4-BE49-F238E27FC236}">
                <a16:creationId xmlns:a16="http://schemas.microsoft.com/office/drawing/2014/main" id="{9157A87E-99DC-7AF2-D1BD-156E32CD45A6}"/>
              </a:ext>
            </a:extLst>
          </p:cNvPr>
          <p:cNvGraphicFramePr>
            <a:graphicFrameLocks noChangeAspect="1"/>
          </p:cNvGraphicFramePr>
          <p:nvPr>
            <p:ph sz="quarter" idx="2"/>
          </p:nvPr>
        </p:nvGraphicFramePr>
        <p:xfrm>
          <a:off x="2422525" y="3552825"/>
          <a:ext cx="1231900" cy="279400"/>
        </p:xfrm>
        <a:graphic>
          <a:graphicData uri="http://schemas.openxmlformats.org/presentationml/2006/ole">
            <mc:AlternateContent xmlns:mc="http://schemas.openxmlformats.org/markup-compatibility/2006">
              <mc:Choice xmlns:v="urn:schemas-microsoft-com:vml" Requires="v">
                <p:oleObj name="Equation" r:id="rId3" imgW="1231366" imgH="279279" progId="Equation.DSMT4">
                  <p:embed/>
                </p:oleObj>
              </mc:Choice>
              <mc:Fallback>
                <p:oleObj name="Equation" r:id="rId3" imgW="1231366" imgH="279279" progId="Equation.DSMT4">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525" y="3552825"/>
                        <a:ext cx="12319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pic>
        <p:nvPicPr>
          <p:cNvPr id="22568" name="Picture 40">
            <a:extLst>
              <a:ext uri="{FF2B5EF4-FFF2-40B4-BE49-F238E27FC236}">
                <a16:creationId xmlns:a16="http://schemas.microsoft.com/office/drawing/2014/main" id="{DACE9785-1677-1CC0-E18C-A064A791EAB8}"/>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362700" y="838200"/>
            <a:ext cx="1196975" cy="1878013"/>
          </a:xfrm>
          <a:noFill/>
        </p:spPr>
      </p:pic>
      <p:pic>
        <p:nvPicPr>
          <p:cNvPr id="22572" name="Picture 44">
            <a:extLst>
              <a:ext uri="{FF2B5EF4-FFF2-40B4-BE49-F238E27FC236}">
                <a16:creationId xmlns:a16="http://schemas.microsoft.com/office/drawing/2014/main" id="{938D80AC-C37A-0386-556E-8AAB6D08703F}"/>
              </a:ext>
            </a:extLst>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6597650" y="1343025"/>
            <a:ext cx="685800" cy="830263"/>
          </a:xfrm>
          <a:noFill/>
        </p:spPr>
      </p:pic>
      <p:sp>
        <p:nvSpPr>
          <p:cNvPr id="64518" name="Text Box 4">
            <a:extLst>
              <a:ext uri="{FF2B5EF4-FFF2-40B4-BE49-F238E27FC236}">
                <a16:creationId xmlns:a16="http://schemas.microsoft.com/office/drawing/2014/main" id="{780A0A5E-5F84-BDEA-2617-48CABCA89A43}"/>
              </a:ext>
            </a:extLst>
          </p:cNvPr>
          <p:cNvSpPr txBox="1">
            <a:spLocks noChangeArrowheads="1"/>
          </p:cNvSpPr>
          <p:nvPr/>
        </p:nvSpPr>
        <p:spPr bwMode="auto">
          <a:xfrm>
            <a:off x="381000" y="1600200"/>
            <a:ext cx="7086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  HA || KS</a:t>
            </a:r>
            <a:br>
              <a:rPr lang="en-US" altLang="en-US" sz="2400">
                <a:solidFill>
                  <a:schemeClr val="bg2"/>
                </a:solidFill>
              </a:rPr>
            </a:br>
            <a:endParaRPr lang="en-US" altLang="en-US" sz="2400">
              <a:solidFill>
                <a:schemeClr val="bg2"/>
              </a:solidFill>
            </a:endParaRPr>
          </a:p>
          <a:p>
            <a:pPr eaLnBrk="1" hangingPunct="1">
              <a:spcBef>
                <a:spcPct val="50000"/>
              </a:spcBef>
            </a:pPr>
            <a:r>
              <a:rPr lang="en-US" altLang="en-US" sz="2400">
                <a:solidFill>
                  <a:schemeClr val="bg2"/>
                </a:solidFill>
              </a:rPr>
              <a:t>Prove:</a:t>
            </a:r>
          </a:p>
        </p:txBody>
      </p:sp>
      <p:sp>
        <p:nvSpPr>
          <p:cNvPr id="22533" name="Line 5">
            <a:extLst>
              <a:ext uri="{FF2B5EF4-FFF2-40B4-BE49-F238E27FC236}">
                <a16:creationId xmlns:a16="http://schemas.microsoft.com/office/drawing/2014/main" id="{6278E563-69CB-67B8-87AD-A6560C94E28F}"/>
              </a:ext>
            </a:extLst>
          </p:cNvPr>
          <p:cNvSpPr>
            <a:spLocks noChangeShapeType="1"/>
          </p:cNvSpPr>
          <p:nvPr/>
        </p:nvSpPr>
        <p:spPr bwMode="auto">
          <a:xfrm>
            <a:off x="2209800" y="1631950"/>
            <a:ext cx="517525"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34" name="Line 6">
            <a:extLst>
              <a:ext uri="{FF2B5EF4-FFF2-40B4-BE49-F238E27FC236}">
                <a16:creationId xmlns:a16="http://schemas.microsoft.com/office/drawing/2014/main" id="{E7EECED2-26D9-40F9-898C-4185155D94AE}"/>
              </a:ext>
            </a:extLst>
          </p:cNvPr>
          <p:cNvSpPr>
            <a:spLocks noChangeShapeType="1"/>
          </p:cNvSpPr>
          <p:nvPr/>
        </p:nvSpPr>
        <p:spPr bwMode="auto">
          <a:xfrm>
            <a:off x="1492250" y="1616075"/>
            <a:ext cx="41275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64521" name="Object 7">
            <a:extLst>
              <a:ext uri="{FF2B5EF4-FFF2-40B4-BE49-F238E27FC236}">
                <a16:creationId xmlns:a16="http://schemas.microsoft.com/office/drawing/2014/main" id="{A3A69C35-77DE-8E6C-9F35-C48D0C20AA02}"/>
              </a:ext>
            </a:extLst>
          </p:cNvPr>
          <p:cNvGraphicFramePr>
            <a:graphicFrameLocks noChangeAspect="1"/>
          </p:cNvGraphicFramePr>
          <p:nvPr/>
        </p:nvGraphicFramePr>
        <p:xfrm>
          <a:off x="1598613" y="2590800"/>
          <a:ext cx="2222500" cy="315913"/>
        </p:xfrm>
        <a:graphic>
          <a:graphicData uri="http://schemas.openxmlformats.org/presentationml/2006/ole">
            <mc:AlternateContent xmlns:mc="http://schemas.openxmlformats.org/markup-compatibility/2006">
              <mc:Choice xmlns:v="urn:schemas-microsoft-com:vml" Requires="v">
                <p:oleObj name="Equation" r:id="rId7" imgW="1968500" imgH="279400" progId="Equation.DSMT4">
                  <p:embed/>
                </p:oleObj>
              </mc:Choice>
              <mc:Fallback>
                <p:oleObj name="Equation" r:id="rId7" imgW="1968500" imgH="2794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8613" y="2590800"/>
                        <a:ext cx="22225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36" name="Text Box 8">
            <a:extLst>
              <a:ext uri="{FF2B5EF4-FFF2-40B4-BE49-F238E27FC236}">
                <a16:creationId xmlns:a16="http://schemas.microsoft.com/office/drawing/2014/main" id="{C7740699-D434-31CA-B3CF-6146661F473A}"/>
              </a:ext>
            </a:extLst>
          </p:cNvPr>
          <p:cNvSpPr txBox="1">
            <a:spLocks noChangeArrowheads="1"/>
          </p:cNvSpPr>
          <p:nvPr/>
        </p:nvSpPr>
        <p:spPr bwMode="auto">
          <a:xfrm>
            <a:off x="914400" y="35052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HA || KS, </a:t>
            </a:r>
            <a:endParaRPr lang="en-US" altLang="en-US">
              <a:solidFill>
                <a:schemeClr val="bg2"/>
              </a:solidFill>
            </a:endParaRPr>
          </a:p>
        </p:txBody>
      </p:sp>
      <p:sp>
        <p:nvSpPr>
          <p:cNvPr id="64523" name="Text Box 9">
            <a:extLst>
              <a:ext uri="{FF2B5EF4-FFF2-40B4-BE49-F238E27FC236}">
                <a16:creationId xmlns:a16="http://schemas.microsoft.com/office/drawing/2014/main" id="{2FE59DDF-5860-7907-BF9E-6D39870A669C}"/>
              </a:ext>
            </a:extLst>
          </p:cNvPr>
          <p:cNvSpPr txBox="1">
            <a:spLocks noChangeArrowheads="1"/>
          </p:cNvSpPr>
          <p:nvPr/>
        </p:nvSpPr>
        <p:spPr bwMode="auto">
          <a:xfrm>
            <a:off x="4267200" y="38782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22538" name="Line 10">
            <a:extLst>
              <a:ext uri="{FF2B5EF4-FFF2-40B4-BE49-F238E27FC236}">
                <a16:creationId xmlns:a16="http://schemas.microsoft.com/office/drawing/2014/main" id="{23B76B05-FF72-8FD5-3922-A9C0EBF691F1}"/>
              </a:ext>
            </a:extLst>
          </p:cNvPr>
          <p:cNvSpPr>
            <a:spLocks noChangeShapeType="1"/>
          </p:cNvSpPr>
          <p:nvPr/>
        </p:nvSpPr>
        <p:spPr bwMode="auto">
          <a:xfrm>
            <a:off x="685800" y="3435350"/>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39" name="Line 11">
            <a:extLst>
              <a:ext uri="{FF2B5EF4-FFF2-40B4-BE49-F238E27FC236}">
                <a16:creationId xmlns:a16="http://schemas.microsoft.com/office/drawing/2014/main" id="{F529689C-DEC6-5C5E-A892-25F10DAE44F5}"/>
              </a:ext>
            </a:extLst>
          </p:cNvPr>
          <p:cNvSpPr>
            <a:spLocks noChangeShapeType="1"/>
          </p:cNvSpPr>
          <p:nvPr/>
        </p:nvSpPr>
        <p:spPr bwMode="auto">
          <a:xfrm>
            <a:off x="4572000" y="3200400"/>
            <a:ext cx="0" cy="342900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40" name="Text Box 12">
            <a:extLst>
              <a:ext uri="{FF2B5EF4-FFF2-40B4-BE49-F238E27FC236}">
                <a16:creationId xmlns:a16="http://schemas.microsoft.com/office/drawing/2014/main" id="{B4D9C03D-2CDD-66D3-20AD-2152A66AAD93}"/>
              </a:ext>
            </a:extLst>
          </p:cNvPr>
          <p:cNvSpPr txBox="1">
            <a:spLocks noChangeArrowheads="1"/>
          </p:cNvSpPr>
          <p:nvPr/>
        </p:nvSpPr>
        <p:spPr bwMode="auto">
          <a:xfrm>
            <a:off x="4727575" y="3482975"/>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a:t>
            </a:r>
          </a:p>
        </p:txBody>
      </p:sp>
      <p:sp>
        <p:nvSpPr>
          <p:cNvPr id="22541" name="Line 13">
            <a:extLst>
              <a:ext uri="{FF2B5EF4-FFF2-40B4-BE49-F238E27FC236}">
                <a16:creationId xmlns:a16="http://schemas.microsoft.com/office/drawing/2014/main" id="{5242E95B-B3A5-8D0D-8D7F-23FCD8D9D017}"/>
              </a:ext>
            </a:extLst>
          </p:cNvPr>
          <p:cNvSpPr>
            <a:spLocks noChangeShapeType="1"/>
          </p:cNvSpPr>
          <p:nvPr/>
        </p:nvSpPr>
        <p:spPr bwMode="auto">
          <a:xfrm>
            <a:off x="685800" y="3990975"/>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22542" name="Object 14">
            <a:extLst>
              <a:ext uri="{FF2B5EF4-FFF2-40B4-BE49-F238E27FC236}">
                <a16:creationId xmlns:a16="http://schemas.microsoft.com/office/drawing/2014/main" id="{E27AD1C3-8381-7013-CB0F-BE20305D668F}"/>
              </a:ext>
            </a:extLst>
          </p:cNvPr>
          <p:cNvGraphicFramePr>
            <a:graphicFrameLocks noChangeAspect="1"/>
          </p:cNvGraphicFramePr>
          <p:nvPr/>
        </p:nvGraphicFramePr>
        <p:xfrm>
          <a:off x="1044575" y="4154488"/>
          <a:ext cx="2536825" cy="341312"/>
        </p:xfrm>
        <a:graphic>
          <a:graphicData uri="http://schemas.openxmlformats.org/presentationml/2006/ole">
            <mc:AlternateContent xmlns:mc="http://schemas.openxmlformats.org/markup-compatibility/2006">
              <mc:Choice xmlns:v="urn:schemas-microsoft-com:vml" Requires="v">
                <p:oleObj name="Equation" r:id="rId9" imgW="2082800" imgH="279400" progId="Equation.DSMT4">
                  <p:embed/>
                </p:oleObj>
              </mc:Choice>
              <mc:Fallback>
                <p:oleObj name="Equation" r:id="rId9" imgW="2082800" imgH="2794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575" y="4154488"/>
                        <a:ext cx="253682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43" name="Text Box 15">
            <a:extLst>
              <a:ext uri="{FF2B5EF4-FFF2-40B4-BE49-F238E27FC236}">
                <a16:creationId xmlns:a16="http://schemas.microsoft.com/office/drawing/2014/main" id="{F97CB932-74A9-7D27-3DE2-99A97AB7DB35}"/>
              </a:ext>
            </a:extLst>
          </p:cNvPr>
          <p:cNvSpPr txBox="1">
            <a:spLocks noChangeArrowheads="1"/>
          </p:cNvSpPr>
          <p:nvPr/>
        </p:nvSpPr>
        <p:spPr bwMode="auto">
          <a:xfrm>
            <a:off x="4727575" y="4038600"/>
            <a:ext cx="418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Alt. Int. Angles are congruent</a:t>
            </a:r>
          </a:p>
        </p:txBody>
      </p:sp>
      <p:sp>
        <p:nvSpPr>
          <p:cNvPr id="22544" name="Line 16">
            <a:extLst>
              <a:ext uri="{FF2B5EF4-FFF2-40B4-BE49-F238E27FC236}">
                <a16:creationId xmlns:a16="http://schemas.microsoft.com/office/drawing/2014/main" id="{5CDBE203-EDFC-0A0C-E24B-5FF7972852CF}"/>
              </a:ext>
            </a:extLst>
          </p:cNvPr>
          <p:cNvSpPr>
            <a:spLocks noChangeShapeType="1"/>
          </p:cNvSpPr>
          <p:nvPr/>
        </p:nvSpPr>
        <p:spPr bwMode="auto">
          <a:xfrm>
            <a:off x="685800" y="4556125"/>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22552" name="Object 24">
            <a:extLst>
              <a:ext uri="{FF2B5EF4-FFF2-40B4-BE49-F238E27FC236}">
                <a16:creationId xmlns:a16="http://schemas.microsoft.com/office/drawing/2014/main" id="{620204B2-7864-0D40-0189-F35D45C26CD6}"/>
              </a:ext>
            </a:extLst>
          </p:cNvPr>
          <p:cNvGraphicFramePr>
            <a:graphicFrameLocks noChangeAspect="1"/>
          </p:cNvGraphicFramePr>
          <p:nvPr/>
        </p:nvGraphicFramePr>
        <p:xfrm>
          <a:off x="1035050" y="4724400"/>
          <a:ext cx="2579688" cy="357188"/>
        </p:xfrm>
        <a:graphic>
          <a:graphicData uri="http://schemas.openxmlformats.org/presentationml/2006/ole">
            <mc:AlternateContent xmlns:mc="http://schemas.openxmlformats.org/markup-compatibility/2006">
              <mc:Choice xmlns:v="urn:schemas-microsoft-com:vml" Requires="v">
                <p:oleObj name="Equation" r:id="rId11" imgW="2019300" imgH="279400" progId="Equation.DSMT4">
                  <p:embed/>
                </p:oleObj>
              </mc:Choice>
              <mc:Fallback>
                <p:oleObj name="Equation" r:id="rId11" imgW="2019300" imgH="279400"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5050" y="4724400"/>
                        <a:ext cx="2579688"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53" name="Text Box 25">
            <a:extLst>
              <a:ext uri="{FF2B5EF4-FFF2-40B4-BE49-F238E27FC236}">
                <a16:creationId xmlns:a16="http://schemas.microsoft.com/office/drawing/2014/main" id="{94234B4C-5C82-7261-20B0-AF9C1FE21743}"/>
              </a:ext>
            </a:extLst>
          </p:cNvPr>
          <p:cNvSpPr txBox="1">
            <a:spLocks noChangeArrowheads="1"/>
          </p:cNvSpPr>
          <p:nvPr/>
        </p:nvSpPr>
        <p:spPr bwMode="auto">
          <a:xfrm>
            <a:off x="4648200" y="45720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Vertical Angles are congruent</a:t>
            </a:r>
          </a:p>
        </p:txBody>
      </p:sp>
      <p:sp>
        <p:nvSpPr>
          <p:cNvPr id="22554" name="Line 26">
            <a:extLst>
              <a:ext uri="{FF2B5EF4-FFF2-40B4-BE49-F238E27FC236}">
                <a16:creationId xmlns:a16="http://schemas.microsoft.com/office/drawing/2014/main" id="{F3EC06D5-5997-F529-E4CF-950E52F1D3DA}"/>
              </a:ext>
            </a:extLst>
          </p:cNvPr>
          <p:cNvSpPr>
            <a:spLocks noChangeShapeType="1"/>
          </p:cNvSpPr>
          <p:nvPr/>
        </p:nvSpPr>
        <p:spPr bwMode="auto">
          <a:xfrm>
            <a:off x="701675" y="5105400"/>
            <a:ext cx="8077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22555" name="Object 27">
            <a:extLst>
              <a:ext uri="{FF2B5EF4-FFF2-40B4-BE49-F238E27FC236}">
                <a16:creationId xmlns:a16="http://schemas.microsoft.com/office/drawing/2014/main" id="{409C778C-FB06-7484-135D-6500E8DB98E6}"/>
              </a:ext>
            </a:extLst>
          </p:cNvPr>
          <p:cNvGraphicFramePr>
            <a:graphicFrameLocks noChangeAspect="1"/>
          </p:cNvGraphicFramePr>
          <p:nvPr/>
        </p:nvGraphicFramePr>
        <p:xfrm>
          <a:off x="885825" y="5181600"/>
          <a:ext cx="2952750" cy="419100"/>
        </p:xfrm>
        <a:graphic>
          <a:graphicData uri="http://schemas.openxmlformats.org/presentationml/2006/ole">
            <mc:AlternateContent xmlns:mc="http://schemas.openxmlformats.org/markup-compatibility/2006">
              <mc:Choice xmlns:v="urn:schemas-microsoft-com:vml" Requires="v">
                <p:oleObj name="Equation" r:id="rId13" imgW="1968500" imgH="279400" progId="Equation.DSMT4">
                  <p:embed/>
                </p:oleObj>
              </mc:Choice>
              <mc:Fallback>
                <p:oleObj name="Equation" r:id="rId13" imgW="1968500" imgH="279400" progId="Equation.DSMT4">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5825" y="5181600"/>
                        <a:ext cx="29527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56" name="Text Box 28">
            <a:extLst>
              <a:ext uri="{FF2B5EF4-FFF2-40B4-BE49-F238E27FC236}">
                <a16:creationId xmlns:a16="http://schemas.microsoft.com/office/drawing/2014/main" id="{427E125B-8EE2-41C4-E0C6-6E28C2B302D8}"/>
              </a:ext>
            </a:extLst>
          </p:cNvPr>
          <p:cNvSpPr txBox="1">
            <a:spLocks noChangeArrowheads="1"/>
          </p:cNvSpPr>
          <p:nvPr/>
        </p:nvSpPr>
        <p:spPr bwMode="auto">
          <a:xfrm>
            <a:off x="4651375"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ASA Postulate</a:t>
            </a:r>
          </a:p>
        </p:txBody>
      </p:sp>
      <p:graphicFrame>
        <p:nvGraphicFramePr>
          <p:cNvPr id="64536" name="Object 33">
            <a:extLst>
              <a:ext uri="{FF2B5EF4-FFF2-40B4-BE49-F238E27FC236}">
                <a16:creationId xmlns:a16="http://schemas.microsoft.com/office/drawing/2014/main" id="{0EBB5E9A-5D64-5F5F-4A3D-300CB263D58D}"/>
              </a:ext>
            </a:extLst>
          </p:cNvPr>
          <p:cNvGraphicFramePr>
            <a:graphicFrameLocks noChangeAspect="1"/>
          </p:cNvGraphicFramePr>
          <p:nvPr/>
        </p:nvGraphicFramePr>
        <p:xfrm>
          <a:off x="1435100" y="2006600"/>
          <a:ext cx="1460500" cy="331788"/>
        </p:xfrm>
        <a:graphic>
          <a:graphicData uri="http://schemas.openxmlformats.org/presentationml/2006/ole">
            <mc:AlternateContent xmlns:mc="http://schemas.openxmlformats.org/markup-compatibility/2006">
              <mc:Choice xmlns:v="urn:schemas-microsoft-com:vml" Requires="v">
                <p:oleObj name="Equation" r:id="rId15" imgW="1231366" imgH="279279" progId="Equation.DSMT4">
                  <p:embed/>
                </p:oleObj>
              </mc:Choice>
              <mc:Fallback>
                <p:oleObj name="Equation" r:id="rId15" imgW="1231366" imgH="279279" progId="Equation.DSMT4">
                  <p:embed/>
                  <p:pic>
                    <p:nvPicPr>
                      <p:cNvPr id="0" name="Object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35100" y="2006600"/>
                        <a:ext cx="146050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62" name="Line 34">
            <a:extLst>
              <a:ext uri="{FF2B5EF4-FFF2-40B4-BE49-F238E27FC236}">
                <a16:creationId xmlns:a16="http://schemas.microsoft.com/office/drawing/2014/main" id="{82AC3E04-52B2-861E-CAA9-1343D83088D6}"/>
              </a:ext>
            </a:extLst>
          </p:cNvPr>
          <p:cNvSpPr>
            <a:spLocks noChangeShapeType="1"/>
          </p:cNvSpPr>
          <p:nvPr/>
        </p:nvSpPr>
        <p:spPr bwMode="auto">
          <a:xfrm>
            <a:off x="1724025" y="3552825"/>
            <a:ext cx="517525"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63" name="Line 35">
            <a:extLst>
              <a:ext uri="{FF2B5EF4-FFF2-40B4-BE49-F238E27FC236}">
                <a16:creationId xmlns:a16="http://schemas.microsoft.com/office/drawing/2014/main" id="{7A45FAD6-F4D8-73BA-F2B9-DD7603A5F3B8}"/>
              </a:ext>
            </a:extLst>
          </p:cNvPr>
          <p:cNvSpPr>
            <a:spLocks noChangeShapeType="1"/>
          </p:cNvSpPr>
          <p:nvPr/>
        </p:nvSpPr>
        <p:spPr bwMode="auto">
          <a:xfrm>
            <a:off x="1006475" y="3536950"/>
            <a:ext cx="41275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70" name="Line 42">
            <a:extLst>
              <a:ext uri="{FF2B5EF4-FFF2-40B4-BE49-F238E27FC236}">
                <a16:creationId xmlns:a16="http://schemas.microsoft.com/office/drawing/2014/main" id="{24A532C2-4292-F3D8-6B1D-49688BE48487}"/>
              </a:ext>
            </a:extLst>
          </p:cNvPr>
          <p:cNvSpPr>
            <a:spLocks noChangeShapeType="1"/>
          </p:cNvSpPr>
          <p:nvPr/>
        </p:nvSpPr>
        <p:spPr bwMode="auto">
          <a:xfrm>
            <a:off x="7194550" y="1295400"/>
            <a:ext cx="182563" cy="182563"/>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71" name="Line 43">
            <a:extLst>
              <a:ext uri="{FF2B5EF4-FFF2-40B4-BE49-F238E27FC236}">
                <a16:creationId xmlns:a16="http://schemas.microsoft.com/office/drawing/2014/main" id="{EBBD83F4-D732-0299-9A8D-221360045E73}"/>
              </a:ext>
            </a:extLst>
          </p:cNvPr>
          <p:cNvSpPr>
            <a:spLocks noChangeShapeType="1"/>
          </p:cNvSpPr>
          <p:nvPr/>
        </p:nvSpPr>
        <p:spPr bwMode="auto">
          <a:xfrm>
            <a:off x="6516688" y="2000250"/>
            <a:ext cx="182562" cy="182563"/>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pic>
        <p:nvPicPr>
          <p:cNvPr id="22574" name="Picture 46">
            <a:extLst>
              <a:ext uri="{FF2B5EF4-FFF2-40B4-BE49-F238E27FC236}">
                <a16:creationId xmlns:a16="http://schemas.microsoft.com/office/drawing/2014/main" id="{E5DBFA23-7682-3056-240F-7C82DA9F13C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900000">
            <a:off x="6756400" y="793750"/>
            <a:ext cx="1778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75" name="Picture 47">
            <a:extLst>
              <a:ext uri="{FF2B5EF4-FFF2-40B4-BE49-F238E27FC236}">
                <a16:creationId xmlns:a16="http://schemas.microsoft.com/office/drawing/2014/main" id="{12015489-6276-469A-6942-23551F4BB75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900000">
            <a:off x="6908800" y="2530475"/>
            <a:ext cx="1778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7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57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25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5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56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54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25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55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5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2255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572"/>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P spid="22540" grpId="0"/>
      <p:bldP spid="22543" grpId="0"/>
      <p:bldP spid="22553" grpId="0"/>
      <p:bldP spid="225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Picture 2">
            <a:extLst>
              <a:ext uri="{FF2B5EF4-FFF2-40B4-BE49-F238E27FC236}">
                <a16:creationId xmlns:a16="http://schemas.microsoft.com/office/drawing/2014/main" id="{31C2DE44-ADDF-E2B2-89CE-653A8C2474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057400"/>
            <a:ext cx="2143125" cy="2533650"/>
          </a:xfrm>
          <a:noFill/>
        </p:spPr>
      </p:pic>
      <p:sp>
        <p:nvSpPr>
          <p:cNvPr id="23554" name="Title 1">
            <a:extLst>
              <a:ext uri="{FF2B5EF4-FFF2-40B4-BE49-F238E27FC236}">
                <a16:creationId xmlns:a16="http://schemas.microsoft.com/office/drawing/2014/main" id="{231A747E-B168-E1E2-B97B-441FCCCC5051}"/>
              </a:ext>
            </a:extLst>
          </p:cNvPr>
          <p:cNvSpPr>
            <a:spLocks noGrp="1"/>
          </p:cNvSpPr>
          <p:nvPr>
            <p:ph type="title"/>
          </p:nvPr>
        </p:nvSpPr>
        <p:spPr/>
        <p:txBody>
          <a:bodyPr/>
          <a:lstStyle/>
          <a:p>
            <a:pPr eaLnBrk="1" fontAlgn="auto" hangingPunct="1">
              <a:spcAft>
                <a:spcPts val="0"/>
              </a:spcAft>
              <a:defRPr/>
            </a:pPr>
            <a:endParaRPr/>
          </a:p>
        </p:txBody>
      </p:sp>
      <p:sp>
        <p:nvSpPr>
          <p:cNvPr id="5" name="Rectangle 4">
            <a:extLst>
              <a:ext uri="{FF2B5EF4-FFF2-40B4-BE49-F238E27FC236}">
                <a16:creationId xmlns:a16="http://schemas.microsoft.com/office/drawing/2014/main" id="{F701E41F-7B61-5A8E-51D7-FE749B292F45}"/>
              </a:ext>
            </a:extLst>
          </p:cNvPr>
          <p:cNvSpPr/>
          <p:nvPr/>
        </p:nvSpPr>
        <p:spPr>
          <a:xfrm>
            <a:off x="2819400" y="1997075"/>
            <a:ext cx="5867400" cy="2678113"/>
          </a:xfrm>
          <a:prstGeom prst="rect">
            <a:avLst/>
          </a:prstGeom>
        </p:spPr>
        <p:txBody>
          <a:bodyPr>
            <a:spAutoFit/>
          </a:bodyPr>
          <a:lstStyle/>
          <a:p>
            <a:pPr eaLnBrk="1" hangingPunct="1">
              <a:defRPr/>
            </a:pPr>
            <a:r>
              <a:rPr lang="en-US" sz="2400" dirty="0">
                <a:effectLst>
                  <a:outerShdw blurRad="38100" dist="38100" dir="2700000" algn="tl">
                    <a:srgbClr val="000000">
                      <a:alpha val="43137"/>
                    </a:srgbClr>
                  </a:outerShdw>
                </a:effectLst>
                <a:latin typeface="Arial" charset="0"/>
                <a:cs typeface="Arial" charset="0"/>
              </a:rPr>
              <a:t>METEORITES</a:t>
            </a:r>
          </a:p>
          <a:p>
            <a:pPr eaLnBrk="1" hangingPunct="1">
              <a:defRPr/>
            </a:pPr>
            <a:r>
              <a:rPr lang="en-US" sz="2400" dirty="0">
                <a:effectLst>
                  <a:outerShdw blurRad="38100" dist="38100" dir="2700000" algn="tl">
                    <a:srgbClr val="000000">
                      <a:alpha val="43137"/>
                    </a:srgbClr>
                  </a:outerShdw>
                </a:effectLst>
                <a:latin typeface="Arial" charset="0"/>
                <a:cs typeface="Arial" charset="0"/>
              </a:rPr>
              <a:t>When a meteoroid (a piece of rocky or metallic matter from space) enters Earth’s atmosphere, it </a:t>
            </a:r>
            <a:r>
              <a:rPr lang="en-US" sz="2400" dirty="0" err="1">
                <a:effectLst>
                  <a:outerShdw blurRad="38100" dist="38100" dir="2700000" algn="tl">
                    <a:srgbClr val="000000">
                      <a:alpha val="43137"/>
                    </a:srgbClr>
                  </a:outerShdw>
                </a:effectLst>
                <a:latin typeface="Arial" charset="0"/>
                <a:cs typeface="Arial" charset="0"/>
              </a:rPr>
              <a:t>heatsup</a:t>
            </a:r>
            <a:r>
              <a:rPr lang="en-US" sz="2400" dirty="0">
                <a:effectLst>
                  <a:outerShdw blurRad="38100" dist="38100" dir="2700000" algn="tl">
                    <a:srgbClr val="000000">
                      <a:alpha val="43137"/>
                    </a:srgbClr>
                  </a:outerShdw>
                </a:effectLst>
                <a:latin typeface="Arial" charset="0"/>
                <a:cs typeface="Arial" charset="0"/>
              </a:rPr>
              <a:t>, leaving a trail of burning gases called a meteor. Meteoroid fragments that reach Earth without </a:t>
            </a:r>
            <a:r>
              <a:rPr lang="en-US" sz="2400" dirty="0" err="1">
                <a:effectLst>
                  <a:outerShdw blurRad="38100" dist="38100" dir="2700000" algn="tl">
                    <a:srgbClr val="000000">
                      <a:alpha val="43137"/>
                    </a:srgbClr>
                  </a:outerShdw>
                </a:effectLst>
                <a:latin typeface="Arial" charset="0"/>
                <a:cs typeface="Arial" charset="0"/>
              </a:rPr>
              <a:t>burningup</a:t>
            </a:r>
            <a:r>
              <a:rPr lang="en-US" sz="2400" dirty="0">
                <a:effectLst>
                  <a:outerShdw blurRad="38100" dist="38100" dir="2700000" algn="tl">
                    <a:srgbClr val="000000">
                      <a:alpha val="43137"/>
                    </a:srgbClr>
                  </a:outerShdw>
                </a:effectLst>
                <a:latin typeface="Arial" charset="0"/>
                <a:cs typeface="Arial" charset="0"/>
              </a:rPr>
              <a:t> are called meteorites.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Content Placeholder 2">
            <a:extLst>
              <a:ext uri="{FF2B5EF4-FFF2-40B4-BE49-F238E27FC236}">
                <a16:creationId xmlns:a16="http://schemas.microsoft.com/office/drawing/2014/main" id="{09B0B379-3C5A-AE5C-D865-86421185C931}"/>
              </a:ext>
            </a:extLst>
          </p:cNvPr>
          <p:cNvSpPr>
            <a:spLocks noGrp="1"/>
          </p:cNvSpPr>
          <p:nvPr>
            <p:ph idx="1"/>
          </p:nvPr>
        </p:nvSpPr>
        <p:spPr/>
        <p:txBody>
          <a:bodyPr/>
          <a:lstStyle/>
          <a:p>
            <a:pPr eaLnBrk="1" hangingPunct="1"/>
            <a:r>
              <a:rPr lang="en-US" altLang="en-US" sz="2000"/>
              <a:t>On December 9, 1997, an extremely bright meteor lit up the sky</a:t>
            </a:r>
          </a:p>
          <a:p>
            <a:pPr eaLnBrk="1" hangingPunct="1">
              <a:buFont typeface="Wingdings" panose="05000000000000000000" pitchFamily="2" charset="2"/>
              <a:buNone/>
            </a:pPr>
            <a:r>
              <a:rPr lang="en-US" altLang="en-US" sz="2000"/>
              <a:t>    above Greenland. Scientists attempted to find meteorite fragments by collecting data from eyewitnesses who had seen the meteor pass through the sky. As shown, the scientists were able to describe sightlines from observers in different towns. One sightline was from observers in Paamiut (Town </a:t>
            </a:r>
            <a:r>
              <a:rPr lang="en-US" altLang="en-US" sz="2000" i="1"/>
              <a:t>P) and another was from </a:t>
            </a:r>
            <a:r>
              <a:rPr lang="en-US" altLang="en-US" sz="2000"/>
              <a:t>observers in Narsarsuaq (Town </a:t>
            </a:r>
            <a:r>
              <a:rPr lang="en-US" altLang="en-US" sz="2000" i="1"/>
              <a:t>N). </a:t>
            </a:r>
            <a:r>
              <a:rPr lang="en-US" altLang="en-US" sz="2000"/>
              <a:t>Assuming the sightlines were accurate, did the scientists have enough information to locate any meteorite fragments? Explain. ( this example is taken from your text book pg. 222</a:t>
            </a:r>
          </a:p>
        </p:txBody>
      </p:sp>
      <p:sp>
        <p:nvSpPr>
          <p:cNvPr id="24578" name="Title 1">
            <a:extLst>
              <a:ext uri="{FF2B5EF4-FFF2-40B4-BE49-F238E27FC236}">
                <a16:creationId xmlns:a16="http://schemas.microsoft.com/office/drawing/2014/main" id="{242A2FD7-030D-97CC-B97E-EA0688D82A85}"/>
              </a:ext>
            </a:extLst>
          </p:cNvPr>
          <p:cNvSpPr>
            <a:spLocks noGrp="1"/>
          </p:cNvSpPr>
          <p:nvPr>
            <p:ph type="title"/>
          </p:nvPr>
        </p:nvSpPr>
        <p:spPr/>
        <p:txBody>
          <a:bodyPr/>
          <a:lstStyle/>
          <a:p>
            <a:pPr eaLnBrk="1" fontAlgn="auto" hangingPunct="1">
              <a:spcAft>
                <a:spcPts val="0"/>
              </a:spcAft>
              <a:defRPr/>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92" name="Text Box 24">
            <a:extLst>
              <a:ext uri="{FF2B5EF4-FFF2-40B4-BE49-F238E27FC236}">
                <a16:creationId xmlns:a16="http://schemas.microsoft.com/office/drawing/2014/main" id="{E283BC05-7742-E8BF-A891-EEA0FBE2AC2D}"/>
              </a:ext>
            </a:extLst>
          </p:cNvPr>
          <p:cNvSpPr txBox="1">
            <a:spLocks noChangeArrowheads="1"/>
          </p:cNvSpPr>
          <p:nvPr/>
        </p:nvSpPr>
        <p:spPr bwMode="auto">
          <a:xfrm>
            <a:off x="5562600" y="5562600"/>
            <a:ext cx="3200400" cy="822325"/>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rgbClr val="FF0000"/>
                </a:solidFill>
                <a:effectLst>
                  <a:outerShdw blurRad="38100" dist="38100" dir="2700000" algn="tl">
                    <a:srgbClr val="C0C0C0"/>
                  </a:outerShdw>
                </a:effectLst>
                <a:latin typeface="Arial" charset="0"/>
                <a:cs typeface="Arial" charset="0"/>
              </a:rPr>
              <a:t>Note:            is not SSS, SAS, or ASA.</a:t>
            </a:r>
          </a:p>
        </p:txBody>
      </p:sp>
      <p:pic>
        <p:nvPicPr>
          <p:cNvPr id="67586" name="Picture 21">
            <a:extLst>
              <a:ext uri="{FF2B5EF4-FFF2-40B4-BE49-F238E27FC236}">
                <a16:creationId xmlns:a16="http://schemas.microsoft.com/office/drawing/2014/main" id="{7209F550-5EEB-73A5-D82D-515C47A02A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19275" y="2095500"/>
            <a:ext cx="5505450" cy="3429000"/>
          </a:xfrm>
          <a:noFill/>
        </p:spPr>
      </p:pic>
      <p:sp>
        <p:nvSpPr>
          <p:cNvPr id="2" name="Rectangle 3">
            <a:extLst>
              <a:ext uri="{FF2B5EF4-FFF2-40B4-BE49-F238E27FC236}">
                <a16:creationId xmlns:a16="http://schemas.microsoft.com/office/drawing/2014/main" id="{408A66DE-C579-EDE7-4774-4D380D709BDF}"/>
              </a:ext>
            </a:extLst>
          </p:cNvPr>
          <p:cNvSpPr>
            <a:spLocks noGrp="1" noChangeArrowheads="1"/>
          </p:cNvSpPr>
          <p:nvPr>
            <p:ph type="title"/>
          </p:nvPr>
        </p:nvSpPr>
        <p:spPr>
          <a:xfrm>
            <a:off x="457200" y="457200"/>
            <a:ext cx="8229600" cy="685800"/>
          </a:xfrm>
        </p:spPr>
        <p:txBody>
          <a:bodyPr/>
          <a:lstStyle/>
          <a:p>
            <a:pPr eaLnBrk="1" fontAlgn="auto" hangingPunct="1">
              <a:spcAft>
                <a:spcPts val="0"/>
              </a:spcAft>
              <a:defRPr/>
            </a:pPr>
            <a:r>
              <a:rPr sz="2800">
                <a:solidFill>
                  <a:schemeClr val="bg2"/>
                </a:solidFill>
              </a:rPr>
              <a:t>Identify the Congruent Triangles.</a:t>
            </a:r>
          </a:p>
        </p:txBody>
      </p:sp>
      <p:sp>
        <p:nvSpPr>
          <p:cNvPr id="67588" name="Text Box 5">
            <a:extLst>
              <a:ext uri="{FF2B5EF4-FFF2-40B4-BE49-F238E27FC236}">
                <a16:creationId xmlns:a16="http://schemas.microsoft.com/office/drawing/2014/main" id="{36D119C1-EDB5-8AD7-1772-31E6418EE6DA}"/>
              </a:ext>
            </a:extLst>
          </p:cNvPr>
          <p:cNvSpPr txBox="1">
            <a:spLocks noChangeArrowheads="1"/>
          </p:cNvSpPr>
          <p:nvPr/>
        </p:nvSpPr>
        <p:spPr bwMode="auto">
          <a:xfrm>
            <a:off x="1066800" y="1295400"/>
            <a:ext cx="7086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Identify the congruent triangles (if any).  State the postulate by which the triangles are congruent.</a:t>
            </a:r>
          </a:p>
        </p:txBody>
      </p:sp>
      <p:graphicFrame>
        <p:nvGraphicFramePr>
          <p:cNvPr id="32782" name="Object 14">
            <a:extLst>
              <a:ext uri="{FF2B5EF4-FFF2-40B4-BE49-F238E27FC236}">
                <a16:creationId xmlns:a16="http://schemas.microsoft.com/office/drawing/2014/main" id="{2F55A7CE-177C-7DD8-3CE8-B6D842B4A9A6}"/>
              </a:ext>
            </a:extLst>
          </p:cNvPr>
          <p:cNvGraphicFramePr>
            <a:graphicFrameLocks noChangeAspect="1"/>
          </p:cNvGraphicFramePr>
          <p:nvPr/>
        </p:nvGraphicFramePr>
        <p:xfrm>
          <a:off x="1828800" y="5715000"/>
          <a:ext cx="1739900" cy="279400"/>
        </p:xfrm>
        <a:graphic>
          <a:graphicData uri="http://schemas.openxmlformats.org/presentationml/2006/ole">
            <mc:AlternateContent xmlns:mc="http://schemas.openxmlformats.org/markup-compatibility/2006">
              <mc:Choice xmlns:v="urn:schemas-microsoft-com:vml" Requires="v">
                <p:oleObj name="Equation" r:id="rId3" imgW="1739900" imgH="279400" progId="Equation.DSMT4">
                  <p:embed/>
                </p:oleObj>
              </mc:Choice>
              <mc:Fallback>
                <p:oleObj name="Equation" r:id="rId3" imgW="1739900" imgH="2794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5715000"/>
                        <a:ext cx="17399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786" name="Text Box 18">
            <a:extLst>
              <a:ext uri="{FF2B5EF4-FFF2-40B4-BE49-F238E27FC236}">
                <a16:creationId xmlns:a16="http://schemas.microsoft.com/office/drawing/2014/main" id="{33993FD7-C496-22F5-FDBC-84B8EA85DC46}"/>
              </a:ext>
            </a:extLst>
          </p:cNvPr>
          <p:cNvSpPr txBox="1">
            <a:spLocks noChangeArrowheads="1"/>
          </p:cNvSpPr>
          <p:nvPr/>
        </p:nvSpPr>
        <p:spPr bwMode="auto">
          <a:xfrm>
            <a:off x="3643313" y="5595938"/>
            <a:ext cx="20574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rgbClr val="FF0000"/>
                </a:solidFill>
                <a:effectLst>
                  <a:outerShdw blurRad="38100" dist="38100" dir="2700000" algn="tl">
                    <a:srgbClr val="C0C0C0"/>
                  </a:outerShdw>
                </a:effectLst>
                <a:latin typeface="Arial" charset="0"/>
                <a:cs typeface="Arial" charset="0"/>
              </a:rPr>
              <a:t>by SSS</a:t>
            </a:r>
          </a:p>
        </p:txBody>
      </p:sp>
      <p:graphicFrame>
        <p:nvGraphicFramePr>
          <p:cNvPr id="32787" name="Object 19">
            <a:extLst>
              <a:ext uri="{FF2B5EF4-FFF2-40B4-BE49-F238E27FC236}">
                <a16:creationId xmlns:a16="http://schemas.microsoft.com/office/drawing/2014/main" id="{EC3EB588-92FB-87BF-1A84-A021A52DAB07}"/>
              </a:ext>
            </a:extLst>
          </p:cNvPr>
          <p:cNvGraphicFramePr>
            <a:graphicFrameLocks noChangeAspect="1"/>
          </p:cNvGraphicFramePr>
          <p:nvPr/>
        </p:nvGraphicFramePr>
        <p:xfrm>
          <a:off x="1841500" y="6172200"/>
          <a:ext cx="1892300" cy="279400"/>
        </p:xfrm>
        <a:graphic>
          <a:graphicData uri="http://schemas.openxmlformats.org/presentationml/2006/ole">
            <mc:AlternateContent xmlns:mc="http://schemas.openxmlformats.org/markup-compatibility/2006">
              <mc:Choice xmlns:v="urn:schemas-microsoft-com:vml" Requires="v">
                <p:oleObj name="Equation" r:id="rId5" imgW="1892300" imgH="279400" progId="Equation.DSMT4">
                  <p:embed/>
                </p:oleObj>
              </mc:Choice>
              <mc:Fallback>
                <p:oleObj name="Equation" r:id="rId5" imgW="1892300" imgH="2794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1500" y="6172200"/>
                        <a:ext cx="18923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790" name="Text Box 22">
            <a:extLst>
              <a:ext uri="{FF2B5EF4-FFF2-40B4-BE49-F238E27FC236}">
                <a16:creationId xmlns:a16="http://schemas.microsoft.com/office/drawing/2014/main" id="{B6971E7F-E0D4-2358-665F-9B0C90F35857}"/>
              </a:ext>
            </a:extLst>
          </p:cNvPr>
          <p:cNvSpPr txBox="1">
            <a:spLocks noChangeArrowheads="1"/>
          </p:cNvSpPr>
          <p:nvPr/>
        </p:nvSpPr>
        <p:spPr bwMode="auto">
          <a:xfrm>
            <a:off x="3810000" y="6096000"/>
            <a:ext cx="20574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rgbClr val="FF0000"/>
                </a:solidFill>
                <a:effectLst>
                  <a:outerShdw blurRad="38100" dist="38100" dir="2700000" algn="tl">
                    <a:srgbClr val="C0C0C0"/>
                  </a:outerShdw>
                </a:effectLst>
                <a:latin typeface="Arial" charset="0"/>
                <a:cs typeface="Arial" charset="0"/>
              </a:rPr>
              <a:t>by SAS</a:t>
            </a:r>
          </a:p>
        </p:txBody>
      </p:sp>
      <p:graphicFrame>
        <p:nvGraphicFramePr>
          <p:cNvPr id="32791" name="Object 23">
            <a:extLst>
              <a:ext uri="{FF2B5EF4-FFF2-40B4-BE49-F238E27FC236}">
                <a16:creationId xmlns:a16="http://schemas.microsoft.com/office/drawing/2014/main" id="{2EABE0AD-C6F2-C4B3-7D19-805D6F6AEC3C}"/>
              </a:ext>
            </a:extLst>
          </p:cNvPr>
          <p:cNvGraphicFramePr>
            <a:graphicFrameLocks noChangeAspect="1"/>
          </p:cNvGraphicFramePr>
          <p:nvPr/>
        </p:nvGraphicFramePr>
        <p:xfrm>
          <a:off x="6553200" y="5638800"/>
          <a:ext cx="723900" cy="279400"/>
        </p:xfrm>
        <a:graphic>
          <a:graphicData uri="http://schemas.openxmlformats.org/presentationml/2006/ole">
            <mc:AlternateContent xmlns:mc="http://schemas.openxmlformats.org/markup-compatibility/2006">
              <mc:Choice xmlns:v="urn:schemas-microsoft-com:vml" Requires="v">
                <p:oleObj name="Equation" r:id="rId7" imgW="723586" imgH="279279" progId="Equation.DSMT4">
                  <p:embed/>
                </p:oleObj>
              </mc:Choice>
              <mc:Fallback>
                <p:oleObj name="Equation" r:id="rId7" imgW="723586" imgH="279279"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5638800"/>
                        <a:ext cx="7239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8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278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79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7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2" grpId="0"/>
      <p:bldP spid="32786" grpId="0"/>
      <p:bldP spid="3279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5">
            <a:extLst>
              <a:ext uri="{FF2B5EF4-FFF2-40B4-BE49-F238E27FC236}">
                <a16:creationId xmlns:a16="http://schemas.microsoft.com/office/drawing/2014/main" id="{94CF3D1B-2D33-72D1-B0B2-53286DAB2336}"/>
              </a:ext>
            </a:extLst>
          </p:cNvPr>
          <p:cNvSpPr>
            <a:spLocks noGrp="1" noChangeArrowheads="1"/>
          </p:cNvSpPr>
          <p:nvPr>
            <p:ph type="title"/>
          </p:nvPr>
        </p:nvSpPr>
        <p:spPr/>
        <p:txBody>
          <a:bodyPr/>
          <a:lstStyle/>
          <a:p>
            <a:pPr eaLnBrk="1" fontAlgn="auto" hangingPunct="1">
              <a:spcAft>
                <a:spcPts val="0"/>
              </a:spcAft>
              <a:defRPr/>
            </a:pPr>
            <a:r>
              <a:rPr sz="2400">
                <a:solidFill>
                  <a:schemeClr val="bg2"/>
                </a:solidFill>
              </a:rPr>
              <a:t>Example #4 –   Paragraph Proof</a:t>
            </a:r>
          </a:p>
        </p:txBody>
      </p:sp>
      <p:pic>
        <p:nvPicPr>
          <p:cNvPr id="68610" name="Picture 35">
            <a:extLst>
              <a:ext uri="{FF2B5EF4-FFF2-40B4-BE49-F238E27FC236}">
                <a16:creationId xmlns:a16="http://schemas.microsoft.com/office/drawing/2014/main" id="{6C2D4A57-1A98-7320-C705-83B5D1C060F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5943600" y="609600"/>
            <a:ext cx="2324100" cy="2530475"/>
          </a:xfrm>
          <a:noFill/>
        </p:spPr>
      </p:pic>
      <p:pic>
        <p:nvPicPr>
          <p:cNvPr id="29742" name="Picture 46">
            <a:extLst>
              <a:ext uri="{FF2B5EF4-FFF2-40B4-BE49-F238E27FC236}">
                <a16:creationId xmlns:a16="http://schemas.microsoft.com/office/drawing/2014/main" id="{2A3A5D7C-1D2C-98E6-16D9-2434D64DC03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264275" y="1163638"/>
            <a:ext cx="733425" cy="573087"/>
          </a:xfrm>
          <a:noFill/>
        </p:spPr>
      </p:pic>
      <p:sp>
        <p:nvSpPr>
          <p:cNvPr id="68612" name="Text Box 7">
            <a:extLst>
              <a:ext uri="{FF2B5EF4-FFF2-40B4-BE49-F238E27FC236}">
                <a16:creationId xmlns:a16="http://schemas.microsoft.com/office/drawing/2014/main" id="{54B68D21-BE29-CCFF-2E61-3FD3D324E82F}"/>
              </a:ext>
            </a:extLst>
          </p:cNvPr>
          <p:cNvSpPr txBox="1">
            <a:spLocks noChangeArrowheads="1"/>
          </p:cNvSpPr>
          <p:nvPr/>
        </p:nvSpPr>
        <p:spPr bwMode="auto">
          <a:xfrm>
            <a:off x="381000" y="1600200"/>
            <a:ext cx="7086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a:t>
            </a:r>
          </a:p>
          <a:p>
            <a:pPr eaLnBrk="1" hangingPunct="1">
              <a:spcBef>
                <a:spcPct val="50000"/>
              </a:spcBef>
            </a:pPr>
            <a:br>
              <a:rPr lang="en-US" altLang="en-US" sz="2400">
                <a:solidFill>
                  <a:schemeClr val="bg2"/>
                </a:solidFill>
              </a:rPr>
            </a:br>
            <a:r>
              <a:rPr lang="en-US" altLang="en-US" sz="2400">
                <a:solidFill>
                  <a:schemeClr val="bg2"/>
                </a:solidFill>
              </a:rPr>
              <a:t>Prove:</a:t>
            </a:r>
          </a:p>
        </p:txBody>
      </p:sp>
      <p:graphicFrame>
        <p:nvGraphicFramePr>
          <p:cNvPr id="68613" name="Object 10">
            <a:extLst>
              <a:ext uri="{FF2B5EF4-FFF2-40B4-BE49-F238E27FC236}">
                <a16:creationId xmlns:a16="http://schemas.microsoft.com/office/drawing/2014/main" id="{DABDB480-3679-4D9D-B323-7A8EDBBDF1FF}"/>
              </a:ext>
            </a:extLst>
          </p:cNvPr>
          <p:cNvGraphicFramePr>
            <a:graphicFrameLocks noChangeAspect="1"/>
          </p:cNvGraphicFramePr>
          <p:nvPr/>
        </p:nvGraphicFramePr>
        <p:xfrm>
          <a:off x="1568450" y="2498725"/>
          <a:ext cx="1376363" cy="387350"/>
        </p:xfrm>
        <a:graphic>
          <a:graphicData uri="http://schemas.openxmlformats.org/presentationml/2006/ole">
            <mc:AlternateContent xmlns:mc="http://schemas.openxmlformats.org/markup-compatibility/2006">
              <mc:Choice xmlns:v="urn:schemas-microsoft-com:vml" Requires="v">
                <p:oleObj name="Equation" r:id="rId4" imgW="1218671" imgH="342751" progId="Equation.DSMT4">
                  <p:embed/>
                </p:oleObj>
              </mc:Choice>
              <mc:Fallback>
                <p:oleObj name="Equation" r:id="rId4" imgW="1218671" imgH="342751"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8450" y="2498725"/>
                        <a:ext cx="1376363"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614" name="Object 25">
            <a:extLst>
              <a:ext uri="{FF2B5EF4-FFF2-40B4-BE49-F238E27FC236}">
                <a16:creationId xmlns:a16="http://schemas.microsoft.com/office/drawing/2014/main" id="{FD4E876C-9716-F1D5-73E3-48130189E960}"/>
              </a:ext>
            </a:extLst>
          </p:cNvPr>
          <p:cNvGraphicFramePr>
            <a:graphicFrameLocks noChangeAspect="1"/>
          </p:cNvGraphicFramePr>
          <p:nvPr/>
        </p:nvGraphicFramePr>
        <p:xfrm>
          <a:off x="1524000" y="1676400"/>
          <a:ext cx="1038225" cy="315913"/>
        </p:xfrm>
        <a:graphic>
          <a:graphicData uri="http://schemas.openxmlformats.org/presentationml/2006/ole">
            <mc:AlternateContent xmlns:mc="http://schemas.openxmlformats.org/markup-compatibility/2006">
              <mc:Choice xmlns:v="urn:schemas-microsoft-com:vml" Requires="v">
                <p:oleObj name="Equation" r:id="rId6" imgW="875920" imgH="266584" progId="Equation.DSMT4">
                  <p:embed/>
                </p:oleObj>
              </mc:Choice>
              <mc:Fallback>
                <p:oleObj name="Equation" r:id="rId6" imgW="875920" imgH="266584" progId="Equation.DSMT4">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1676400"/>
                        <a:ext cx="1038225"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615" name="Text Box 37">
            <a:extLst>
              <a:ext uri="{FF2B5EF4-FFF2-40B4-BE49-F238E27FC236}">
                <a16:creationId xmlns:a16="http://schemas.microsoft.com/office/drawing/2014/main" id="{A045B1C6-9937-760E-B709-21A1C4D9EB7C}"/>
              </a:ext>
            </a:extLst>
          </p:cNvPr>
          <p:cNvSpPr txBox="1">
            <a:spLocks noChangeArrowheads="1"/>
          </p:cNvSpPr>
          <p:nvPr/>
        </p:nvSpPr>
        <p:spPr bwMode="auto">
          <a:xfrm>
            <a:off x="1447800" y="1612900"/>
            <a:ext cx="441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              is isosceles with vertex              bisected by AH.</a:t>
            </a:r>
          </a:p>
        </p:txBody>
      </p:sp>
      <p:graphicFrame>
        <p:nvGraphicFramePr>
          <p:cNvPr id="68616" name="Object 38">
            <a:extLst>
              <a:ext uri="{FF2B5EF4-FFF2-40B4-BE49-F238E27FC236}">
                <a16:creationId xmlns:a16="http://schemas.microsoft.com/office/drawing/2014/main" id="{ACB88E3E-642D-5243-CCD8-F359526CDDCF}"/>
              </a:ext>
            </a:extLst>
          </p:cNvPr>
          <p:cNvGraphicFramePr>
            <a:graphicFrameLocks noChangeAspect="1"/>
          </p:cNvGraphicFramePr>
          <p:nvPr/>
        </p:nvGraphicFramePr>
        <p:xfrm>
          <a:off x="2457450" y="2063750"/>
          <a:ext cx="914400" cy="266700"/>
        </p:xfrm>
        <a:graphic>
          <a:graphicData uri="http://schemas.openxmlformats.org/presentationml/2006/ole">
            <mc:AlternateContent xmlns:mc="http://schemas.openxmlformats.org/markup-compatibility/2006">
              <mc:Choice xmlns:v="urn:schemas-microsoft-com:vml" Requires="v">
                <p:oleObj name="Equation" r:id="rId8" imgW="914003" imgH="266584" progId="Equation.DSMT4">
                  <p:embed/>
                </p:oleObj>
              </mc:Choice>
              <mc:Fallback>
                <p:oleObj name="Equation" r:id="rId8" imgW="914003" imgH="266584" progId="Equation.DSMT4">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7450" y="2063750"/>
                        <a:ext cx="9144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37" name="Line 41">
            <a:extLst>
              <a:ext uri="{FF2B5EF4-FFF2-40B4-BE49-F238E27FC236}">
                <a16:creationId xmlns:a16="http://schemas.microsoft.com/office/drawing/2014/main" id="{34EB8619-4C8B-850B-44CB-B0E7E025633B}"/>
              </a:ext>
            </a:extLst>
          </p:cNvPr>
          <p:cNvSpPr>
            <a:spLocks noChangeShapeType="1"/>
          </p:cNvSpPr>
          <p:nvPr/>
        </p:nvSpPr>
        <p:spPr bwMode="auto">
          <a:xfrm>
            <a:off x="5181600" y="2028825"/>
            <a:ext cx="457200" cy="0"/>
          </a:xfrm>
          <a:prstGeom prst="line">
            <a:avLst/>
          </a:prstGeom>
          <a:noFill/>
          <a:ln w="25400">
            <a:solidFill>
              <a:schemeClr val="bg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38" name="Text Box 42">
            <a:extLst>
              <a:ext uri="{FF2B5EF4-FFF2-40B4-BE49-F238E27FC236}">
                <a16:creationId xmlns:a16="http://schemas.microsoft.com/office/drawing/2014/main" id="{2C74FDCE-F50E-AEB5-3EDF-04E8EF2823A9}"/>
              </a:ext>
            </a:extLst>
          </p:cNvPr>
          <p:cNvSpPr txBox="1">
            <a:spLocks noChangeArrowheads="1"/>
          </p:cNvSpPr>
          <p:nvPr/>
        </p:nvSpPr>
        <p:spPr bwMode="auto">
          <a:xfrm>
            <a:off x="609600" y="3429000"/>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0838" indent="-35083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solidFill>
                  <a:schemeClr val="bg2"/>
                </a:solidFill>
              </a:rPr>
              <a:t>Sides MA and AT are congruent by the definition of an isosceles triangle. </a:t>
            </a:r>
          </a:p>
        </p:txBody>
      </p:sp>
      <p:sp>
        <p:nvSpPr>
          <p:cNvPr id="29739" name="Line 43">
            <a:extLst>
              <a:ext uri="{FF2B5EF4-FFF2-40B4-BE49-F238E27FC236}">
                <a16:creationId xmlns:a16="http://schemas.microsoft.com/office/drawing/2014/main" id="{1EAC023F-6428-FE3F-3FFB-C9EE5B4ADC99}"/>
              </a:ext>
            </a:extLst>
          </p:cNvPr>
          <p:cNvSpPr>
            <a:spLocks noChangeShapeType="1"/>
          </p:cNvSpPr>
          <p:nvPr/>
        </p:nvSpPr>
        <p:spPr bwMode="auto">
          <a:xfrm>
            <a:off x="6172200" y="1905000"/>
            <a:ext cx="228600" cy="762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40" name="Line 44">
            <a:extLst>
              <a:ext uri="{FF2B5EF4-FFF2-40B4-BE49-F238E27FC236}">
                <a16:creationId xmlns:a16="http://schemas.microsoft.com/office/drawing/2014/main" id="{17045965-37B1-6542-2467-0456E880903E}"/>
              </a:ext>
            </a:extLst>
          </p:cNvPr>
          <p:cNvSpPr>
            <a:spLocks noChangeShapeType="1"/>
          </p:cNvSpPr>
          <p:nvPr/>
        </p:nvSpPr>
        <p:spPr bwMode="auto">
          <a:xfrm flipH="1">
            <a:off x="7239000" y="1371600"/>
            <a:ext cx="7620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41" name="Text Box 45">
            <a:extLst>
              <a:ext uri="{FF2B5EF4-FFF2-40B4-BE49-F238E27FC236}">
                <a16:creationId xmlns:a16="http://schemas.microsoft.com/office/drawing/2014/main" id="{EBC318EE-DCE5-3BC7-9F35-B9EE75FEC4DD}"/>
              </a:ext>
            </a:extLst>
          </p:cNvPr>
          <p:cNvSpPr txBox="1">
            <a:spLocks noChangeArrowheads="1"/>
          </p:cNvSpPr>
          <p:nvPr/>
        </p:nvSpPr>
        <p:spPr bwMode="auto">
          <a:xfrm>
            <a:off x="609600" y="4130675"/>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0838" indent="-35083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solidFill>
                  <a:schemeClr val="bg2"/>
                </a:solidFill>
              </a:rPr>
              <a:t>Angle MAH is congruent to angle TAH by the definition of an angle bisector. </a:t>
            </a:r>
          </a:p>
        </p:txBody>
      </p:sp>
      <p:sp>
        <p:nvSpPr>
          <p:cNvPr id="29744" name="Line 48">
            <a:extLst>
              <a:ext uri="{FF2B5EF4-FFF2-40B4-BE49-F238E27FC236}">
                <a16:creationId xmlns:a16="http://schemas.microsoft.com/office/drawing/2014/main" id="{233F739B-51B5-7625-9491-6B2B075CA0CD}"/>
              </a:ext>
            </a:extLst>
          </p:cNvPr>
          <p:cNvSpPr>
            <a:spLocks noChangeShapeType="1"/>
          </p:cNvSpPr>
          <p:nvPr/>
        </p:nvSpPr>
        <p:spPr bwMode="auto">
          <a:xfrm flipV="1">
            <a:off x="6765925" y="1828800"/>
            <a:ext cx="228600" cy="1524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45" name="Line 49">
            <a:extLst>
              <a:ext uri="{FF2B5EF4-FFF2-40B4-BE49-F238E27FC236}">
                <a16:creationId xmlns:a16="http://schemas.microsoft.com/office/drawing/2014/main" id="{7548BF9C-88FC-D120-D24A-4C545AA2CD19}"/>
              </a:ext>
            </a:extLst>
          </p:cNvPr>
          <p:cNvSpPr>
            <a:spLocks noChangeShapeType="1"/>
          </p:cNvSpPr>
          <p:nvPr/>
        </p:nvSpPr>
        <p:spPr bwMode="auto">
          <a:xfrm flipV="1">
            <a:off x="6810375" y="1885950"/>
            <a:ext cx="228600" cy="1524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9746" name="Text Box 50">
            <a:extLst>
              <a:ext uri="{FF2B5EF4-FFF2-40B4-BE49-F238E27FC236}">
                <a16:creationId xmlns:a16="http://schemas.microsoft.com/office/drawing/2014/main" id="{EB264A32-6A88-2A37-3E58-5E02ECAC1216}"/>
              </a:ext>
            </a:extLst>
          </p:cNvPr>
          <p:cNvSpPr txBox="1">
            <a:spLocks noChangeArrowheads="1"/>
          </p:cNvSpPr>
          <p:nvPr/>
        </p:nvSpPr>
        <p:spPr bwMode="auto">
          <a:xfrm>
            <a:off x="609600" y="4816475"/>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0838" indent="-35083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solidFill>
                  <a:schemeClr val="bg2"/>
                </a:solidFill>
              </a:rPr>
              <a:t>Side AH is congruent to side AH by the reflexive property. </a:t>
            </a:r>
          </a:p>
        </p:txBody>
      </p:sp>
      <p:sp>
        <p:nvSpPr>
          <p:cNvPr id="29747" name="Text Box 51">
            <a:extLst>
              <a:ext uri="{FF2B5EF4-FFF2-40B4-BE49-F238E27FC236}">
                <a16:creationId xmlns:a16="http://schemas.microsoft.com/office/drawing/2014/main" id="{644E3D12-2867-421D-B7E9-1D200771B966}"/>
              </a:ext>
            </a:extLst>
          </p:cNvPr>
          <p:cNvSpPr txBox="1">
            <a:spLocks noChangeArrowheads="1"/>
          </p:cNvSpPr>
          <p:nvPr/>
        </p:nvSpPr>
        <p:spPr bwMode="auto">
          <a:xfrm>
            <a:off x="609600" y="5334000"/>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0838" indent="-35083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solidFill>
                  <a:schemeClr val="bg2"/>
                </a:solidFill>
              </a:rPr>
              <a:t>Triangle MAH is congruent to triangle TAH by SAS. </a:t>
            </a:r>
          </a:p>
        </p:txBody>
      </p:sp>
      <p:sp>
        <p:nvSpPr>
          <p:cNvPr id="29748" name="Text Box 52">
            <a:extLst>
              <a:ext uri="{FF2B5EF4-FFF2-40B4-BE49-F238E27FC236}">
                <a16:creationId xmlns:a16="http://schemas.microsoft.com/office/drawing/2014/main" id="{678D41D2-77D7-134A-B009-FF63A904DF5A}"/>
              </a:ext>
            </a:extLst>
          </p:cNvPr>
          <p:cNvSpPr txBox="1">
            <a:spLocks noChangeArrowheads="1"/>
          </p:cNvSpPr>
          <p:nvPr/>
        </p:nvSpPr>
        <p:spPr bwMode="auto">
          <a:xfrm>
            <a:off x="609600" y="5791200"/>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0838" indent="-35083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solidFill>
                  <a:schemeClr val="bg2"/>
                </a:solidFill>
              </a:rPr>
              <a:t>Side MH is congruent to side HT by CPCTC.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7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74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7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7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74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74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8" grpId="0"/>
      <p:bldP spid="29741" grpId="0"/>
      <p:bldP spid="29746" grpId="0"/>
      <p:bldP spid="29747" grpId="0"/>
      <p:bldP spid="297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47" name="Text Box 31">
            <a:extLst>
              <a:ext uri="{FF2B5EF4-FFF2-40B4-BE49-F238E27FC236}">
                <a16:creationId xmlns:a16="http://schemas.microsoft.com/office/drawing/2014/main" id="{A39DC593-15C4-27E8-563E-BD9783F60252}"/>
              </a:ext>
            </a:extLst>
          </p:cNvPr>
          <p:cNvSpPr txBox="1">
            <a:spLocks noChangeArrowheads="1"/>
          </p:cNvSpPr>
          <p:nvPr/>
        </p:nvSpPr>
        <p:spPr bwMode="auto">
          <a:xfrm>
            <a:off x="3625850" y="3733800"/>
            <a:ext cx="5365750" cy="366713"/>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A line     to one of two  || lines is    to the other line.</a:t>
            </a:r>
          </a:p>
        </p:txBody>
      </p:sp>
      <p:sp>
        <p:nvSpPr>
          <p:cNvPr id="10253" name="Rectangle 2">
            <a:extLst>
              <a:ext uri="{FF2B5EF4-FFF2-40B4-BE49-F238E27FC236}">
                <a16:creationId xmlns:a16="http://schemas.microsoft.com/office/drawing/2014/main" id="{FEED2235-7980-C2E6-D749-568652108A74}"/>
              </a:ext>
            </a:extLst>
          </p:cNvPr>
          <p:cNvSpPr>
            <a:spLocks noGrp="1" noChangeArrowheads="1"/>
          </p:cNvSpPr>
          <p:nvPr>
            <p:ph type="title" sz="quarter"/>
          </p:nvPr>
        </p:nvSpPr>
        <p:spPr>
          <a:xfrm>
            <a:off x="457200" y="457200"/>
            <a:ext cx="8229600" cy="533400"/>
          </a:xfrm>
        </p:spPr>
        <p:txBody>
          <a:bodyPr/>
          <a:lstStyle/>
          <a:p>
            <a:pPr eaLnBrk="1" fontAlgn="auto" hangingPunct="1">
              <a:spcAft>
                <a:spcPts val="0"/>
              </a:spcAft>
              <a:defRPr/>
            </a:pPr>
            <a:r>
              <a:rPr sz="2400">
                <a:solidFill>
                  <a:schemeClr val="bg2"/>
                </a:solidFill>
              </a:rPr>
              <a:t>Example #5 –   Column Proof</a:t>
            </a:r>
          </a:p>
        </p:txBody>
      </p:sp>
      <p:pic>
        <p:nvPicPr>
          <p:cNvPr id="69635" name="Picture 22">
            <a:extLst>
              <a:ext uri="{FF2B5EF4-FFF2-40B4-BE49-F238E27FC236}">
                <a16:creationId xmlns:a16="http://schemas.microsoft.com/office/drawing/2014/main" id="{827ABD63-0FFB-AD33-FF41-0349B239282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6535738" y="609600"/>
            <a:ext cx="2074862" cy="1866900"/>
          </a:xfrm>
          <a:noFill/>
        </p:spPr>
      </p:pic>
      <p:graphicFrame>
        <p:nvGraphicFramePr>
          <p:cNvPr id="34842" name="Object 26">
            <a:extLst>
              <a:ext uri="{FF2B5EF4-FFF2-40B4-BE49-F238E27FC236}">
                <a16:creationId xmlns:a16="http://schemas.microsoft.com/office/drawing/2014/main" id="{F623C505-DC3D-8806-6138-D2D17A722A50}"/>
              </a:ext>
            </a:extLst>
          </p:cNvPr>
          <p:cNvGraphicFramePr>
            <a:graphicFrameLocks noChangeAspect="1"/>
          </p:cNvGraphicFramePr>
          <p:nvPr>
            <p:ph sz="quarter" idx="2"/>
          </p:nvPr>
        </p:nvGraphicFramePr>
        <p:xfrm>
          <a:off x="685800" y="2667000"/>
          <a:ext cx="2806700" cy="863600"/>
        </p:xfrm>
        <a:graphic>
          <a:graphicData uri="http://schemas.openxmlformats.org/presentationml/2006/ole">
            <mc:AlternateContent xmlns:mc="http://schemas.openxmlformats.org/markup-compatibility/2006">
              <mc:Choice xmlns:v="urn:schemas-microsoft-com:vml" Requires="v">
                <p:oleObj name="Equation" r:id="rId3" imgW="2806700" imgH="863600" progId="Equation.DSMT4">
                  <p:embed/>
                </p:oleObj>
              </mc:Choice>
              <mc:Fallback>
                <p:oleObj name="Equation" r:id="rId3" imgW="2806700" imgH="8636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667000"/>
                        <a:ext cx="28067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34849" name="Object 33">
            <a:extLst>
              <a:ext uri="{FF2B5EF4-FFF2-40B4-BE49-F238E27FC236}">
                <a16:creationId xmlns:a16="http://schemas.microsoft.com/office/drawing/2014/main" id="{ABF51705-766F-8020-BFB0-7F880516BF0D}"/>
              </a:ext>
            </a:extLst>
          </p:cNvPr>
          <p:cNvGraphicFramePr>
            <a:graphicFrameLocks noChangeAspect="1"/>
          </p:cNvGraphicFramePr>
          <p:nvPr>
            <p:ph sz="quarter" idx="3"/>
          </p:nvPr>
        </p:nvGraphicFramePr>
        <p:xfrm>
          <a:off x="6918325" y="3803650"/>
          <a:ext cx="241300" cy="266700"/>
        </p:xfrm>
        <a:graphic>
          <a:graphicData uri="http://schemas.openxmlformats.org/presentationml/2006/ole">
            <mc:AlternateContent xmlns:mc="http://schemas.openxmlformats.org/markup-compatibility/2006">
              <mc:Choice xmlns:v="urn:schemas-microsoft-com:vml" Requires="v">
                <p:oleObj name="Equation" r:id="rId5" imgW="241091" imgH="266469" progId="Equation.DSMT4">
                  <p:embed/>
                </p:oleObj>
              </mc:Choice>
              <mc:Fallback>
                <p:oleObj name="Equation" r:id="rId5" imgW="241091" imgH="266469"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803650"/>
                        <a:ext cx="2413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69638" name="Text Box 4">
            <a:extLst>
              <a:ext uri="{FF2B5EF4-FFF2-40B4-BE49-F238E27FC236}">
                <a16:creationId xmlns:a16="http://schemas.microsoft.com/office/drawing/2014/main" id="{E6B38832-36CB-0688-477F-53DA44146C72}"/>
              </a:ext>
            </a:extLst>
          </p:cNvPr>
          <p:cNvSpPr txBox="1">
            <a:spLocks noChangeArrowheads="1"/>
          </p:cNvSpPr>
          <p:nvPr/>
        </p:nvSpPr>
        <p:spPr bwMode="auto">
          <a:xfrm>
            <a:off x="381000" y="1066800"/>
            <a:ext cx="7086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solidFill>
                  <a:schemeClr val="bg2"/>
                </a:solidFill>
              </a:rPr>
              <a:t>Given:</a:t>
            </a:r>
          </a:p>
          <a:p>
            <a:pPr eaLnBrk="1" hangingPunct="1">
              <a:spcBef>
                <a:spcPct val="50000"/>
              </a:spcBef>
            </a:pPr>
            <a:br>
              <a:rPr lang="en-US" altLang="en-US" sz="2400">
                <a:solidFill>
                  <a:schemeClr val="bg2"/>
                </a:solidFill>
              </a:rPr>
            </a:br>
            <a:r>
              <a:rPr lang="en-US" altLang="en-US" sz="2400">
                <a:solidFill>
                  <a:schemeClr val="bg2"/>
                </a:solidFill>
              </a:rPr>
              <a:t>Prove:</a:t>
            </a:r>
          </a:p>
        </p:txBody>
      </p:sp>
      <p:graphicFrame>
        <p:nvGraphicFramePr>
          <p:cNvPr id="69639" name="Object 5">
            <a:extLst>
              <a:ext uri="{FF2B5EF4-FFF2-40B4-BE49-F238E27FC236}">
                <a16:creationId xmlns:a16="http://schemas.microsoft.com/office/drawing/2014/main" id="{8B5DF816-DB03-974C-1843-172FD4BA4659}"/>
              </a:ext>
            </a:extLst>
          </p:cNvPr>
          <p:cNvGraphicFramePr>
            <a:graphicFrameLocks noChangeAspect="1"/>
          </p:cNvGraphicFramePr>
          <p:nvPr/>
        </p:nvGraphicFramePr>
        <p:xfrm>
          <a:off x="1447800" y="2074863"/>
          <a:ext cx="1290638" cy="473075"/>
        </p:xfrm>
        <a:graphic>
          <a:graphicData uri="http://schemas.openxmlformats.org/presentationml/2006/ole">
            <mc:AlternateContent xmlns:mc="http://schemas.openxmlformats.org/markup-compatibility/2006">
              <mc:Choice xmlns:v="urn:schemas-microsoft-com:vml" Requires="v">
                <p:oleObj name="Equation" r:id="rId7" imgW="1143000" imgH="419100" progId="Equation.DSMT4">
                  <p:embed/>
                </p:oleObj>
              </mc:Choice>
              <mc:Fallback>
                <p:oleObj name="Equation" r:id="rId7" imgW="1143000" imgH="419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2074863"/>
                        <a:ext cx="1290638"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640" name="Object 6">
            <a:extLst>
              <a:ext uri="{FF2B5EF4-FFF2-40B4-BE49-F238E27FC236}">
                <a16:creationId xmlns:a16="http://schemas.microsoft.com/office/drawing/2014/main" id="{84C93204-594D-5F29-6E99-09F1517FB594}"/>
              </a:ext>
            </a:extLst>
          </p:cNvPr>
          <p:cNvGraphicFramePr>
            <a:graphicFrameLocks noChangeAspect="1"/>
          </p:cNvGraphicFramePr>
          <p:nvPr/>
        </p:nvGraphicFramePr>
        <p:xfrm>
          <a:off x="1420813" y="1066800"/>
          <a:ext cx="3324225" cy="1023938"/>
        </p:xfrm>
        <a:graphic>
          <a:graphicData uri="http://schemas.openxmlformats.org/presentationml/2006/ole">
            <mc:AlternateContent xmlns:mc="http://schemas.openxmlformats.org/markup-compatibility/2006">
              <mc:Choice xmlns:v="urn:schemas-microsoft-com:vml" Requires="v">
                <p:oleObj name="Equation" r:id="rId9" imgW="2806700" imgH="863600" progId="Equation.DSMT4">
                  <p:embed/>
                </p:oleObj>
              </mc:Choice>
              <mc:Fallback>
                <p:oleObj name="Equation" r:id="rId9" imgW="2806700" imgH="863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0813" y="1066800"/>
                        <a:ext cx="3324225"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40" name="Line 24">
            <a:extLst>
              <a:ext uri="{FF2B5EF4-FFF2-40B4-BE49-F238E27FC236}">
                <a16:creationId xmlns:a16="http://schemas.microsoft.com/office/drawing/2014/main" id="{74A49E9D-F157-8FE6-80AF-640EAF3A5117}"/>
              </a:ext>
            </a:extLst>
          </p:cNvPr>
          <p:cNvSpPr>
            <a:spLocks noChangeShapeType="1"/>
          </p:cNvSpPr>
          <p:nvPr/>
        </p:nvSpPr>
        <p:spPr bwMode="auto">
          <a:xfrm>
            <a:off x="609600" y="25908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41" name="Line 25">
            <a:extLst>
              <a:ext uri="{FF2B5EF4-FFF2-40B4-BE49-F238E27FC236}">
                <a16:creationId xmlns:a16="http://schemas.microsoft.com/office/drawing/2014/main" id="{FA111B5F-943B-57EF-05CE-2AB0317AEA32}"/>
              </a:ext>
            </a:extLst>
          </p:cNvPr>
          <p:cNvSpPr>
            <a:spLocks noChangeShapeType="1"/>
          </p:cNvSpPr>
          <p:nvPr/>
        </p:nvSpPr>
        <p:spPr bwMode="auto">
          <a:xfrm>
            <a:off x="3657600" y="2514600"/>
            <a:ext cx="0" cy="411480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44" name="Line 28">
            <a:extLst>
              <a:ext uri="{FF2B5EF4-FFF2-40B4-BE49-F238E27FC236}">
                <a16:creationId xmlns:a16="http://schemas.microsoft.com/office/drawing/2014/main" id="{59FCC38D-C080-0E19-B842-EDA789E55892}"/>
              </a:ext>
            </a:extLst>
          </p:cNvPr>
          <p:cNvSpPr>
            <a:spLocks noChangeShapeType="1"/>
          </p:cNvSpPr>
          <p:nvPr/>
        </p:nvSpPr>
        <p:spPr bwMode="auto">
          <a:xfrm>
            <a:off x="685800" y="36576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45" name="Text Box 29">
            <a:extLst>
              <a:ext uri="{FF2B5EF4-FFF2-40B4-BE49-F238E27FC236}">
                <a16:creationId xmlns:a16="http://schemas.microsoft.com/office/drawing/2014/main" id="{EFDE73CF-1EC5-5A46-3BED-BB4DEE7FDB00}"/>
              </a:ext>
            </a:extLst>
          </p:cNvPr>
          <p:cNvSpPr txBox="1">
            <a:spLocks noChangeArrowheads="1"/>
          </p:cNvSpPr>
          <p:nvPr/>
        </p:nvSpPr>
        <p:spPr bwMode="auto">
          <a:xfrm>
            <a:off x="3886200" y="2819400"/>
            <a:ext cx="35052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bg2"/>
                </a:solidFill>
                <a:effectLst>
                  <a:outerShdw blurRad="38100" dist="38100" dir="2700000" algn="tl">
                    <a:srgbClr val="C0C0C0"/>
                  </a:outerShdw>
                </a:effectLst>
                <a:latin typeface="Arial" charset="0"/>
                <a:cs typeface="Arial" charset="0"/>
              </a:rPr>
              <a:t>Given</a:t>
            </a:r>
          </a:p>
        </p:txBody>
      </p:sp>
      <p:graphicFrame>
        <p:nvGraphicFramePr>
          <p:cNvPr id="34846" name="Object 30">
            <a:extLst>
              <a:ext uri="{FF2B5EF4-FFF2-40B4-BE49-F238E27FC236}">
                <a16:creationId xmlns:a16="http://schemas.microsoft.com/office/drawing/2014/main" id="{501E9D6F-D11E-2F43-CD0D-33C57414A315}"/>
              </a:ext>
            </a:extLst>
          </p:cNvPr>
          <p:cNvGraphicFramePr>
            <a:graphicFrameLocks noChangeAspect="1"/>
          </p:cNvGraphicFramePr>
          <p:nvPr/>
        </p:nvGraphicFramePr>
        <p:xfrm>
          <a:off x="749300" y="3730625"/>
          <a:ext cx="1193800" cy="355600"/>
        </p:xfrm>
        <a:graphic>
          <a:graphicData uri="http://schemas.openxmlformats.org/presentationml/2006/ole">
            <mc:AlternateContent xmlns:mc="http://schemas.openxmlformats.org/markup-compatibility/2006">
              <mc:Choice xmlns:v="urn:schemas-microsoft-com:vml" Requires="v">
                <p:oleObj name="Equation" r:id="rId11" imgW="1193800" imgH="355600" progId="Equation.DSMT4">
                  <p:embed/>
                </p:oleObj>
              </mc:Choice>
              <mc:Fallback>
                <p:oleObj name="Equation" r:id="rId11" imgW="1193800" imgH="355600" progId="Equation.DSMT4">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9300" y="3730625"/>
                        <a:ext cx="11938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848" name="Object 32">
            <a:extLst>
              <a:ext uri="{FF2B5EF4-FFF2-40B4-BE49-F238E27FC236}">
                <a16:creationId xmlns:a16="http://schemas.microsoft.com/office/drawing/2014/main" id="{0C73ED0A-FB23-616F-21D2-AED1C6223458}"/>
              </a:ext>
            </a:extLst>
          </p:cNvPr>
          <p:cNvGraphicFramePr>
            <a:graphicFrameLocks noChangeAspect="1"/>
          </p:cNvGraphicFramePr>
          <p:nvPr/>
        </p:nvGraphicFramePr>
        <p:xfrm>
          <a:off x="4311650" y="3810000"/>
          <a:ext cx="241300" cy="266700"/>
        </p:xfrm>
        <a:graphic>
          <a:graphicData uri="http://schemas.openxmlformats.org/presentationml/2006/ole">
            <mc:AlternateContent xmlns:mc="http://schemas.openxmlformats.org/markup-compatibility/2006">
              <mc:Choice xmlns:v="urn:schemas-microsoft-com:vml" Requires="v">
                <p:oleObj name="Equation" r:id="rId13" imgW="241091" imgH="266469" progId="Equation.DSMT4">
                  <p:embed/>
                </p:oleObj>
              </mc:Choice>
              <mc:Fallback>
                <p:oleObj name="Equation" r:id="rId13" imgW="241091" imgH="266469"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1650" y="3810000"/>
                        <a:ext cx="2413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53" name="Line 37">
            <a:extLst>
              <a:ext uri="{FF2B5EF4-FFF2-40B4-BE49-F238E27FC236}">
                <a16:creationId xmlns:a16="http://schemas.microsoft.com/office/drawing/2014/main" id="{A31488B7-E528-2215-C89E-5C5056B5D8A2}"/>
              </a:ext>
            </a:extLst>
          </p:cNvPr>
          <p:cNvSpPr>
            <a:spLocks noChangeShapeType="1"/>
          </p:cNvSpPr>
          <p:nvPr/>
        </p:nvSpPr>
        <p:spPr bwMode="auto">
          <a:xfrm>
            <a:off x="746125" y="41148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55" name="Line 39">
            <a:extLst>
              <a:ext uri="{FF2B5EF4-FFF2-40B4-BE49-F238E27FC236}">
                <a16:creationId xmlns:a16="http://schemas.microsoft.com/office/drawing/2014/main" id="{EFD5254B-CDBA-1851-5DC4-0845F23990BE}"/>
              </a:ext>
            </a:extLst>
          </p:cNvPr>
          <p:cNvSpPr>
            <a:spLocks noChangeShapeType="1"/>
          </p:cNvSpPr>
          <p:nvPr/>
        </p:nvSpPr>
        <p:spPr bwMode="auto">
          <a:xfrm>
            <a:off x="6611938" y="1600200"/>
            <a:ext cx="228600" cy="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56" name="Line 40">
            <a:extLst>
              <a:ext uri="{FF2B5EF4-FFF2-40B4-BE49-F238E27FC236}">
                <a16:creationId xmlns:a16="http://schemas.microsoft.com/office/drawing/2014/main" id="{28991505-6A43-D871-F85D-6E5A60701E0D}"/>
              </a:ext>
            </a:extLst>
          </p:cNvPr>
          <p:cNvSpPr>
            <a:spLocks noChangeShapeType="1"/>
          </p:cNvSpPr>
          <p:nvPr/>
        </p:nvSpPr>
        <p:spPr bwMode="auto">
          <a:xfrm>
            <a:off x="8183563" y="1600200"/>
            <a:ext cx="228600" cy="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57" name="Text Box 41">
            <a:extLst>
              <a:ext uri="{FF2B5EF4-FFF2-40B4-BE49-F238E27FC236}">
                <a16:creationId xmlns:a16="http://schemas.microsoft.com/office/drawing/2014/main" id="{5990C8EA-DEF5-A4F6-710F-34636335B8E5}"/>
              </a:ext>
            </a:extLst>
          </p:cNvPr>
          <p:cNvSpPr txBox="1">
            <a:spLocks noChangeArrowheads="1"/>
          </p:cNvSpPr>
          <p:nvPr/>
        </p:nvSpPr>
        <p:spPr bwMode="auto">
          <a:xfrm>
            <a:off x="3810000" y="1663700"/>
            <a:ext cx="2057400" cy="396875"/>
          </a:xfrm>
          <a:prstGeom prst="rect">
            <a:avLst/>
          </a:prstGeom>
          <a:noFill/>
          <a:ln w="9525">
            <a:noFill/>
            <a:miter lim="800000"/>
            <a:headEnd/>
            <a:tailEnd/>
          </a:ln>
          <a:effectLst/>
        </p:spPr>
        <p:txBody>
          <a:bodyPr>
            <a:spAutoFit/>
          </a:bodyPr>
          <a:lstStyle/>
          <a:p>
            <a:pPr eaLnBrk="1" hangingPunct="1">
              <a:spcBef>
                <a:spcPct val="50000"/>
              </a:spcBef>
              <a:defRPr/>
            </a:pPr>
            <a:r>
              <a:rPr lang="en-US" sz="2000">
                <a:solidFill>
                  <a:schemeClr val="bg2"/>
                </a:solidFill>
                <a:effectLst>
                  <a:outerShdw blurRad="38100" dist="38100" dir="2700000" algn="tl">
                    <a:srgbClr val="C0C0C0"/>
                  </a:outerShdw>
                </a:effectLst>
                <a:latin typeface="Arial" charset="0"/>
                <a:cs typeface="Arial" charset="0"/>
              </a:rPr>
              <a:t>has midpoint N</a:t>
            </a:r>
          </a:p>
        </p:txBody>
      </p:sp>
      <p:graphicFrame>
        <p:nvGraphicFramePr>
          <p:cNvPr id="34858" name="Object 42">
            <a:extLst>
              <a:ext uri="{FF2B5EF4-FFF2-40B4-BE49-F238E27FC236}">
                <a16:creationId xmlns:a16="http://schemas.microsoft.com/office/drawing/2014/main" id="{FDA57C9F-990A-A2D2-7F30-C3FCE9C38A6D}"/>
              </a:ext>
            </a:extLst>
          </p:cNvPr>
          <p:cNvGraphicFramePr>
            <a:graphicFrameLocks noChangeAspect="1"/>
          </p:cNvGraphicFramePr>
          <p:nvPr/>
        </p:nvGraphicFramePr>
        <p:xfrm>
          <a:off x="762000" y="4191000"/>
          <a:ext cx="1841500" cy="812800"/>
        </p:xfrm>
        <a:graphic>
          <a:graphicData uri="http://schemas.openxmlformats.org/presentationml/2006/ole">
            <mc:AlternateContent xmlns:mc="http://schemas.openxmlformats.org/markup-compatibility/2006">
              <mc:Choice xmlns:v="urn:schemas-microsoft-com:vml" Requires="v">
                <p:oleObj name="Equation" r:id="rId14" imgW="1841500" imgH="812800" progId="Equation.DSMT4">
                  <p:embed/>
                </p:oleObj>
              </mc:Choice>
              <mc:Fallback>
                <p:oleObj name="Equation" r:id="rId14" imgW="1841500" imgH="812800" progId="Equation.DSMT4">
                  <p:embed/>
                  <p:pic>
                    <p:nvPicPr>
                      <p:cNvPr id="0"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2000" y="4191000"/>
                        <a:ext cx="18415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59" name="Text Box 43">
            <a:extLst>
              <a:ext uri="{FF2B5EF4-FFF2-40B4-BE49-F238E27FC236}">
                <a16:creationId xmlns:a16="http://schemas.microsoft.com/office/drawing/2014/main" id="{F4D3C9FD-2D59-DA6E-02F8-4CC37F4F7D3F}"/>
              </a:ext>
            </a:extLst>
          </p:cNvPr>
          <p:cNvSpPr txBox="1">
            <a:spLocks noChangeArrowheads="1"/>
          </p:cNvSpPr>
          <p:nvPr/>
        </p:nvSpPr>
        <p:spPr bwMode="auto">
          <a:xfrm>
            <a:off x="3733800" y="4267200"/>
            <a:ext cx="4724400" cy="641350"/>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Perpendicular lines intersect at 4 right angles.</a:t>
            </a:r>
          </a:p>
        </p:txBody>
      </p:sp>
      <p:sp>
        <p:nvSpPr>
          <p:cNvPr id="34860" name="Line 44">
            <a:extLst>
              <a:ext uri="{FF2B5EF4-FFF2-40B4-BE49-F238E27FC236}">
                <a16:creationId xmlns:a16="http://schemas.microsoft.com/office/drawing/2014/main" id="{BA3E1441-18C7-9676-ED6E-78A48F4E4607}"/>
              </a:ext>
            </a:extLst>
          </p:cNvPr>
          <p:cNvSpPr>
            <a:spLocks noChangeShapeType="1"/>
          </p:cNvSpPr>
          <p:nvPr/>
        </p:nvSpPr>
        <p:spPr bwMode="auto">
          <a:xfrm>
            <a:off x="717550" y="50292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34861" name="Object 45">
            <a:extLst>
              <a:ext uri="{FF2B5EF4-FFF2-40B4-BE49-F238E27FC236}">
                <a16:creationId xmlns:a16="http://schemas.microsoft.com/office/drawing/2014/main" id="{FB639DDA-AE43-6530-88F0-22CFB37356A2}"/>
              </a:ext>
            </a:extLst>
          </p:cNvPr>
          <p:cNvGraphicFramePr>
            <a:graphicFrameLocks noChangeAspect="1"/>
          </p:cNvGraphicFramePr>
          <p:nvPr/>
        </p:nvGraphicFramePr>
        <p:xfrm>
          <a:off x="762000" y="5105400"/>
          <a:ext cx="2070100" cy="342900"/>
        </p:xfrm>
        <a:graphic>
          <a:graphicData uri="http://schemas.openxmlformats.org/presentationml/2006/ole">
            <mc:AlternateContent xmlns:mc="http://schemas.openxmlformats.org/markup-compatibility/2006">
              <mc:Choice xmlns:v="urn:schemas-microsoft-com:vml" Requires="v">
                <p:oleObj name="Equation" r:id="rId16" imgW="2070100" imgH="342900" progId="Equation.DSMT4">
                  <p:embed/>
                </p:oleObj>
              </mc:Choice>
              <mc:Fallback>
                <p:oleObj name="Equation" r:id="rId16" imgW="2070100" imgH="342900" progId="Equation.DSMT4">
                  <p:embed/>
                  <p:pic>
                    <p:nvPicPr>
                      <p:cNvPr id="0" name="Object 4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000" y="5105400"/>
                        <a:ext cx="20701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62" name="Line 46">
            <a:extLst>
              <a:ext uri="{FF2B5EF4-FFF2-40B4-BE49-F238E27FC236}">
                <a16:creationId xmlns:a16="http://schemas.microsoft.com/office/drawing/2014/main" id="{000F41B5-D198-78F4-B154-834F7CE62202}"/>
              </a:ext>
            </a:extLst>
          </p:cNvPr>
          <p:cNvSpPr>
            <a:spLocks noChangeShapeType="1"/>
          </p:cNvSpPr>
          <p:nvPr/>
        </p:nvSpPr>
        <p:spPr bwMode="auto">
          <a:xfrm>
            <a:off x="730250" y="544195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63" name="Text Box 47">
            <a:extLst>
              <a:ext uri="{FF2B5EF4-FFF2-40B4-BE49-F238E27FC236}">
                <a16:creationId xmlns:a16="http://schemas.microsoft.com/office/drawing/2014/main" id="{7B6F505D-80FF-4A53-D14A-08FC46FB3A4E}"/>
              </a:ext>
            </a:extLst>
          </p:cNvPr>
          <p:cNvSpPr txBox="1">
            <a:spLocks noChangeArrowheads="1"/>
          </p:cNvSpPr>
          <p:nvPr/>
        </p:nvSpPr>
        <p:spPr bwMode="auto">
          <a:xfrm>
            <a:off x="3733800" y="5073650"/>
            <a:ext cx="4724400" cy="366713"/>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Substitution, Def of Congruent Angles</a:t>
            </a:r>
          </a:p>
        </p:txBody>
      </p:sp>
      <p:sp>
        <p:nvSpPr>
          <p:cNvPr id="34864" name="Line 48">
            <a:extLst>
              <a:ext uri="{FF2B5EF4-FFF2-40B4-BE49-F238E27FC236}">
                <a16:creationId xmlns:a16="http://schemas.microsoft.com/office/drawing/2014/main" id="{9BBC1B56-DAF7-24C3-AB91-6E3FD1C17046}"/>
              </a:ext>
            </a:extLst>
          </p:cNvPr>
          <p:cNvSpPr>
            <a:spLocks noChangeShapeType="1"/>
          </p:cNvSpPr>
          <p:nvPr/>
        </p:nvSpPr>
        <p:spPr bwMode="auto">
          <a:xfrm>
            <a:off x="6705600" y="1905000"/>
            <a:ext cx="228600" cy="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65" name="Line 49">
            <a:extLst>
              <a:ext uri="{FF2B5EF4-FFF2-40B4-BE49-F238E27FC236}">
                <a16:creationId xmlns:a16="http://schemas.microsoft.com/office/drawing/2014/main" id="{614D5AF9-CAA0-E317-D123-20191AA91737}"/>
              </a:ext>
            </a:extLst>
          </p:cNvPr>
          <p:cNvSpPr>
            <a:spLocks noChangeShapeType="1"/>
          </p:cNvSpPr>
          <p:nvPr/>
        </p:nvSpPr>
        <p:spPr bwMode="auto">
          <a:xfrm>
            <a:off x="6934200" y="1905000"/>
            <a:ext cx="0" cy="1524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66" name="Line 50">
            <a:extLst>
              <a:ext uri="{FF2B5EF4-FFF2-40B4-BE49-F238E27FC236}">
                <a16:creationId xmlns:a16="http://schemas.microsoft.com/office/drawing/2014/main" id="{1F3458BC-B562-47A4-C077-A6DE1816086C}"/>
              </a:ext>
            </a:extLst>
          </p:cNvPr>
          <p:cNvSpPr>
            <a:spLocks noChangeShapeType="1"/>
          </p:cNvSpPr>
          <p:nvPr/>
        </p:nvSpPr>
        <p:spPr bwMode="auto">
          <a:xfrm flipH="1">
            <a:off x="8077200" y="1905000"/>
            <a:ext cx="228600" cy="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67" name="Line 51">
            <a:extLst>
              <a:ext uri="{FF2B5EF4-FFF2-40B4-BE49-F238E27FC236}">
                <a16:creationId xmlns:a16="http://schemas.microsoft.com/office/drawing/2014/main" id="{AD42D177-3F10-7478-FD2F-F708B3DAB250}"/>
              </a:ext>
            </a:extLst>
          </p:cNvPr>
          <p:cNvSpPr>
            <a:spLocks noChangeShapeType="1"/>
          </p:cNvSpPr>
          <p:nvPr/>
        </p:nvSpPr>
        <p:spPr bwMode="auto">
          <a:xfrm>
            <a:off x="8077200" y="1905000"/>
            <a:ext cx="0" cy="1524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69" name="Line 53">
            <a:extLst>
              <a:ext uri="{FF2B5EF4-FFF2-40B4-BE49-F238E27FC236}">
                <a16:creationId xmlns:a16="http://schemas.microsoft.com/office/drawing/2014/main" id="{C7C4612C-DAFA-96B5-3D80-0DA86EE1BD87}"/>
              </a:ext>
            </a:extLst>
          </p:cNvPr>
          <p:cNvSpPr>
            <a:spLocks noChangeShapeType="1"/>
          </p:cNvSpPr>
          <p:nvPr/>
        </p:nvSpPr>
        <p:spPr bwMode="auto">
          <a:xfrm>
            <a:off x="685800" y="58674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70" name="Text Box 54">
            <a:extLst>
              <a:ext uri="{FF2B5EF4-FFF2-40B4-BE49-F238E27FC236}">
                <a16:creationId xmlns:a16="http://schemas.microsoft.com/office/drawing/2014/main" id="{77D8F6A9-1C41-3681-5CED-CE9C2CE72309}"/>
              </a:ext>
            </a:extLst>
          </p:cNvPr>
          <p:cNvSpPr txBox="1">
            <a:spLocks noChangeArrowheads="1"/>
          </p:cNvSpPr>
          <p:nvPr/>
        </p:nvSpPr>
        <p:spPr bwMode="auto">
          <a:xfrm>
            <a:off x="3733800" y="5500688"/>
            <a:ext cx="4724400" cy="366712"/>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Definition of Midpoint</a:t>
            </a:r>
          </a:p>
        </p:txBody>
      </p:sp>
      <p:sp>
        <p:nvSpPr>
          <p:cNvPr id="34871" name="Line 55">
            <a:extLst>
              <a:ext uri="{FF2B5EF4-FFF2-40B4-BE49-F238E27FC236}">
                <a16:creationId xmlns:a16="http://schemas.microsoft.com/office/drawing/2014/main" id="{DBD1C34A-254F-82B2-0106-0CC6C49292E7}"/>
              </a:ext>
            </a:extLst>
          </p:cNvPr>
          <p:cNvSpPr>
            <a:spLocks noChangeShapeType="1"/>
          </p:cNvSpPr>
          <p:nvPr/>
        </p:nvSpPr>
        <p:spPr bwMode="auto">
          <a:xfrm>
            <a:off x="7086600" y="1981200"/>
            <a:ext cx="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72" name="Line 56">
            <a:extLst>
              <a:ext uri="{FF2B5EF4-FFF2-40B4-BE49-F238E27FC236}">
                <a16:creationId xmlns:a16="http://schemas.microsoft.com/office/drawing/2014/main" id="{B8752BFB-3552-6BC3-9272-8D7043C0679E}"/>
              </a:ext>
            </a:extLst>
          </p:cNvPr>
          <p:cNvSpPr>
            <a:spLocks noChangeShapeType="1"/>
          </p:cNvSpPr>
          <p:nvPr/>
        </p:nvSpPr>
        <p:spPr bwMode="auto">
          <a:xfrm>
            <a:off x="7159625" y="1981200"/>
            <a:ext cx="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73" name="Line 57">
            <a:extLst>
              <a:ext uri="{FF2B5EF4-FFF2-40B4-BE49-F238E27FC236}">
                <a16:creationId xmlns:a16="http://schemas.microsoft.com/office/drawing/2014/main" id="{B8ED8A76-7F63-F120-987C-709A8730E8DF}"/>
              </a:ext>
            </a:extLst>
          </p:cNvPr>
          <p:cNvSpPr>
            <a:spLocks noChangeShapeType="1"/>
          </p:cNvSpPr>
          <p:nvPr/>
        </p:nvSpPr>
        <p:spPr bwMode="auto">
          <a:xfrm flipH="1">
            <a:off x="7772400" y="1949450"/>
            <a:ext cx="1905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4874" name="Line 58">
            <a:extLst>
              <a:ext uri="{FF2B5EF4-FFF2-40B4-BE49-F238E27FC236}">
                <a16:creationId xmlns:a16="http://schemas.microsoft.com/office/drawing/2014/main" id="{6396FAAA-8A1D-CA6B-DF35-D431E1AFB95E}"/>
              </a:ext>
            </a:extLst>
          </p:cNvPr>
          <p:cNvSpPr>
            <a:spLocks noChangeShapeType="1"/>
          </p:cNvSpPr>
          <p:nvPr/>
        </p:nvSpPr>
        <p:spPr bwMode="auto">
          <a:xfrm>
            <a:off x="7864475" y="1949450"/>
            <a:ext cx="0" cy="228600"/>
          </a:xfrm>
          <a:prstGeom prst="line">
            <a:avLst/>
          </a:prstGeom>
          <a:noFill/>
          <a:ln w="25400">
            <a:solidFill>
              <a:srgbClr val="FF0000"/>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34875" name="Object 59">
            <a:extLst>
              <a:ext uri="{FF2B5EF4-FFF2-40B4-BE49-F238E27FC236}">
                <a16:creationId xmlns:a16="http://schemas.microsoft.com/office/drawing/2014/main" id="{8E8C635D-8D5C-C8EB-686F-E0289860B331}"/>
              </a:ext>
            </a:extLst>
          </p:cNvPr>
          <p:cNvGraphicFramePr>
            <a:graphicFrameLocks noChangeAspect="1"/>
          </p:cNvGraphicFramePr>
          <p:nvPr/>
        </p:nvGraphicFramePr>
        <p:xfrm>
          <a:off x="762000" y="5943600"/>
          <a:ext cx="1930400" cy="342900"/>
        </p:xfrm>
        <a:graphic>
          <a:graphicData uri="http://schemas.openxmlformats.org/presentationml/2006/ole">
            <mc:AlternateContent xmlns:mc="http://schemas.openxmlformats.org/markup-compatibility/2006">
              <mc:Choice xmlns:v="urn:schemas-microsoft-com:vml" Requires="v">
                <p:oleObj name="Equation" r:id="rId18" imgW="1930400" imgH="342900" progId="Equation.DSMT4">
                  <p:embed/>
                </p:oleObj>
              </mc:Choice>
              <mc:Fallback>
                <p:oleObj name="Equation" r:id="rId18" imgW="1930400" imgH="342900" progId="Equation.DSMT4">
                  <p:embed/>
                  <p:pic>
                    <p:nvPicPr>
                      <p:cNvPr id="0" name="Object 5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2000" y="5943600"/>
                        <a:ext cx="19304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76" name="Text Box 60">
            <a:extLst>
              <a:ext uri="{FF2B5EF4-FFF2-40B4-BE49-F238E27FC236}">
                <a16:creationId xmlns:a16="http://schemas.microsoft.com/office/drawing/2014/main" id="{B276A280-C317-C15E-A475-E941B7E43054}"/>
              </a:ext>
            </a:extLst>
          </p:cNvPr>
          <p:cNvSpPr txBox="1">
            <a:spLocks noChangeArrowheads="1"/>
          </p:cNvSpPr>
          <p:nvPr/>
        </p:nvSpPr>
        <p:spPr bwMode="auto">
          <a:xfrm>
            <a:off x="3733800" y="5867400"/>
            <a:ext cx="4724400" cy="366713"/>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SAS</a:t>
            </a:r>
          </a:p>
        </p:txBody>
      </p:sp>
      <p:sp>
        <p:nvSpPr>
          <p:cNvPr id="34877" name="Line 61">
            <a:extLst>
              <a:ext uri="{FF2B5EF4-FFF2-40B4-BE49-F238E27FC236}">
                <a16:creationId xmlns:a16="http://schemas.microsoft.com/office/drawing/2014/main" id="{335BB0AA-5363-ABCE-EE68-9154AF81110F}"/>
              </a:ext>
            </a:extLst>
          </p:cNvPr>
          <p:cNvSpPr>
            <a:spLocks noChangeShapeType="1"/>
          </p:cNvSpPr>
          <p:nvPr/>
        </p:nvSpPr>
        <p:spPr bwMode="auto">
          <a:xfrm>
            <a:off x="685800" y="6324600"/>
            <a:ext cx="7696200" cy="0"/>
          </a:xfrm>
          <a:prstGeom prst="line">
            <a:avLst/>
          </a:prstGeom>
          <a:noFill/>
          <a:ln w="9525">
            <a:solidFill>
              <a:schemeClr val="tx1"/>
            </a:solidFill>
            <a:round/>
            <a:headEnd/>
            <a:tailEnd/>
          </a:ln>
          <a:effectLst/>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aphicFrame>
        <p:nvGraphicFramePr>
          <p:cNvPr id="34878" name="Object 62">
            <a:extLst>
              <a:ext uri="{FF2B5EF4-FFF2-40B4-BE49-F238E27FC236}">
                <a16:creationId xmlns:a16="http://schemas.microsoft.com/office/drawing/2014/main" id="{37072363-AAE1-A170-3D68-A21A7A45ED72}"/>
              </a:ext>
            </a:extLst>
          </p:cNvPr>
          <p:cNvGraphicFramePr>
            <a:graphicFrameLocks noChangeAspect="1"/>
          </p:cNvGraphicFramePr>
          <p:nvPr/>
        </p:nvGraphicFramePr>
        <p:xfrm>
          <a:off x="762000" y="6362700"/>
          <a:ext cx="1117600" cy="419100"/>
        </p:xfrm>
        <a:graphic>
          <a:graphicData uri="http://schemas.openxmlformats.org/presentationml/2006/ole">
            <mc:AlternateContent xmlns:mc="http://schemas.openxmlformats.org/markup-compatibility/2006">
              <mc:Choice xmlns:v="urn:schemas-microsoft-com:vml" Requires="v">
                <p:oleObj name="Equation" r:id="rId20" imgW="1117600" imgH="419100" progId="Equation.DSMT4">
                  <p:embed/>
                </p:oleObj>
              </mc:Choice>
              <mc:Fallback>
                <p:oleObj name="Equation" r:id="rId20" imgW="1117600" imgH="419100" progId="Equation.DSMT4">
                  <p:embed/>
                  <p:pic>
                    <p:nvPicPr>
                      <p:cNvPr id="0" name="Object 6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2000" y="6362700"/>
                        <a:ext cx="1117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79" name="Text Box 63">
            <a:extLst>
              <a:ext uri="{FF2B5EF4-FFF2-40B4-BE49-F238E27FC236}">
                <a16:creationId xmlns:a16="http://schemas.microsoft.com/office/drawing/2014/main" id="{F0CED1FB-B5D4-C083-C35A-FA5B73C5BED9}"/>
              </a:ext>
            </a:extLst>
          </p:cNvPr>
          <p:cNvSpPr txBox="1">
            <a:spLocks noChangeArrowheads="1"/>
          </p:cNvSpPr>
          <p:nvPr/>
        </p:nvSpPr>
        <p:spPr bwMode="auto">
          <a:xfrm>
            <a:off x="3733800" y="6415088"/>
            <a:ext cx="4724400" cy="366712"/>
          </a:xfrm>
          <a:prstGeom prst="rect">
            <a:avLst/>
          </a:prstGeom>
          <a:noFill/>
          <a:ln w="9525">
            <a:noFill/>
            <a:miter lim="800000"/>
            <a:headEnd/>
            <a:tailEnd/>
          </a:ln>
          <a:effectLst/>
        </p:spPr>
        <p:txBody>
          <a:bodyPr>
            <a:spAutoFit/>
          </a:bodyPr>
          <a:lstStyle/>
          <a:p>
            <a:pPr eaLnBrk="1" hangingPunct="1">
              <a:spcBef>
                <a:spcPct val="50000"/>
              </a:spcBef>
              <a:defRPr/>
            </a:pPr>
            <a:r>
              <a:rPr lang="en-US">
                <a:solidFill>
                  <a:schemeClr val="bg2"/>
                </a:solidFill>
                <a:effectLst>
                  <a:outerShdw blurRad="38100" dist="38100" dir="2700000" algn="tl">
                    <a:srgbClr val="C0C0C0"/>
                  </a:outerShdw>
                </a:effectLst>
                <a:latin typeface="Arial" charset="0"/>
                <a:cs typeface="Arial" charset="0"/>
              </a:rPr>
              <a:t>CPCTC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4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484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48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8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8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8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85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485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86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8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86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86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485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86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3486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8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86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87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87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87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87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487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486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3487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87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487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34878"/>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8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7" grpId="0"/>
      <p:bldP spid="34845" grpId="0"/>
      <p:bldP spid="34859" grpId="0"/>
      <p:bldP spid="34863" grpId="0"/>
      <p:bldP spid="34870" grpId="0"/>
      <p:bldP spid="34876" grpId="0"/>
      <p:bldP spid="3487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a:extLst>
              <a:ext uri="{FF2B5EF4-FFF2-40B4-BE49-F238E27FC236}">
                <a16:creationId xmlns:a16="http://schemas.microsoft.com/office/drawing/2014/main" id="{140734CF-596B-0B06-EAB0-009A9655966B}"/>
              </a:ext>
            </a:extLst>
          </p:cNvPr>
          <p:cNvSpPr>
            <a:spLocks noGrp="1" noChangeArrowheads="1"/>
          </p:cNvSpPr>
          <p:nvPr>
            <p:ph idx="1"/>
          </p:nvPr>
        </p:nvSpPr>
        <p:spPr>
          <a:xfrm>
            <a:off x="457200" y="1981200"/>
            <a:ext cx="8229600" cy="2209800"/>
          </a:xfrm>
        </p:spPr>
        <p:txBody>
          <a:bodyPr/>
          <a:lstStyle/>
          <a:p>
            <a:pPr eaLnBrk="1" hangingPunct="1"/>
            <a:r>
              <a:rPr lang="en-US" altLang="en-US">
                <a:solidFill>
                  <a:schemeClr val="bg2"/>
                </a:solidFill>
              </a:rPr>
              <a:t>Triangles may be proved congruent by </a:t>
            </a:r>
            <a:br>
              <a:rPr lang="en-US" altLang="en-US">
                <a:solidFill>
                  <a:schemeClr val="bg2"/>
                </a:solidFill>
              </a:rPr>
            </a:br>
            <a:r>
              <a:rPr lang="en-US" altLang="en-US">
                <a:solidFill>
                  <a:schemeClr val="bg2"/>
                </a:solidFill>
              </a:rPr>
              <a:t>Side – Side – Side (SSS) Postulate</a:t>
            </a:r>
            <a:br>
              <a:rPr lang="en-US" altLang="en-US">
                <a:solidFill>
                  <a:schemeClr val="bg2"/>
                </a:solidFill>
              </a:rPr>
            </a:br>
            <a:r>
              <a:rPr lang="en-US" altLang="en-US">
                <a:solidFill>
                  <a:schemeClr val="bg2"/>
                </a:solidFill>
              </a:rPr>
              <a:t>Side – Angle – Side (SAS) Postulate, and Angle – Side – Angle (ASA) Postulate.</a:t>
            </a:r>
          </a:p>
        </p:txBody>
      </p:sp>
      <p:sp>
        <p:nvSpPr>
          <p:cNvPr id="25602" name="Rectangle 2">
            <a:extLst>
              <a:ext uri="{FF2B5EF4-FFF2-40B4-BE49-F238E27FC236}">
                <a16:creationId xmlns:a16="http://schemas.microsoft.com/office/drawing/2014/main" id="{0BBE0CA6-E5E6-0179-3C60-7CB868EFAFAA}"/>
              </a:ext>
            </a:extLst>
          </p:cNvPr>
          <p:cNvSpPr>
            <a:spLocks noGrp="1" noChangeArrowheads="1"/>
          </p:cNvSpPr>
          <p:nvPr>
            <p:ph type="title"/>
          </p:nvPr>
        </p:nvSpPr>
        <p:spPr>
          <a:xfrm>
            <a:off x="457200" y="457200"/>
            <a:ext cx="8229600" cy="1143000"/>
          </a:xfrm>
        </p:spPr>
        <p:txBody>
          <a:bodyPr/>
          <a:lstStyle/>
          <a:p>
            <a:pPr eaLnBrk="1" fontAlgn="auto" hangingPunct="1">
              <a:spcAft>
                <a:spcPts val="0"/>
              </a:spcAft>
              <a:defRPr/>
            </a:pPr>
            <a:r>
              <a:rPr sz="3600">
                <a:solidFill>
                  <a:schemeClr val="bg2"/>
                </a:solidFill>
              </a:rPr>
              <a:t>Summary</a:t>
            </a:r>
          </a:p>
        </p:txBody>
      </p:sp>
      <p:sp>
        <p:nvSpPr>
          <p:cNvPr id="31748" name="Rectangle 4">
            <a:extLst>
              <a:ext uri="{FF2B5EF4-FFF2-40B4-BE49-F238E27FC236}">
                <a16:creationId xmlns:a16="http://schemas.microsoft.com/office/drawing/2014/main" id="{498933CF-B4D1-CF6C-9CE4-30C6391A5EB5}"/>
              </a:ext>
            </a:extLst>
          </p:cNvPr>
          <p:cNvSpPr>
            <a:spLocks noChangeArrowheads="1"/>
          </p:cNvSpPr>
          <p:nvPr/>
        </p:nvSpPr>
        <p:spPr bwMode="auto">
          <a:xfrm>
            <a:off x="457200" y="4191000"/>
            <a:ext cx="8229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bg2"/>
              </a:buClr>
              <a:buSzPct val="75000"/>
              <a:buFont typeface="Wingdings" panose="05000000000000000000" pitchFamily="2" charset="2"/>
              <a:buChar char="n"/>
            </a:pPr>
            <a:r>
              <a:rPr lang="en-US" altLang="en-US" sz="3200">
                <a:solidFill>
                  <a:schemeClr val="bg2"/>
                </a:solidFill>
              </a:rPr>
              <a:t>Parts of triangles may be shown to be congruent by Congruent Parts of Congruent Triangles are Congruent (CPCTC).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a:extLst>
              <a:ext uri="{FF2B5EF4-FFF2-40B4-BE49-F238E27FC236}">
                <a16:creationId xmlns:a16="http://schemas.microsoft.com/office/drawing/2014/main" id="{9DDCE5A1-6C42-8408-9555-24AA53439FA6}"/>
              </a:ext>
            </a:extLst>
          </p:cNvPr>
          <p:cNvSpPr>
            <a:spLocks noGrp="1" noChangeArrowheads="1"/>
          </p:cNvSpPr>
          <p:nvPr>
            <p:ph idx="1"/>
          </p:nvPr>
        </p:nvSpPr>
        <p:spPr/>
        <p:txBody>
          <a:bodyPr/>
          <a:lstStyle/>
          <a:p>
            <a:pPr eaLnBrk="1" hangingPunct="1"/>
            <a:r>
              <a:rPr lang="en-US" altLang="en-US"/>
              <a:t>If two angles and a non included side of one triangle are congruent to two angles and non included side of a second triangle, then the two triangles are congruent. </a:t>
            </a:r>
          </a:p>
        </p:txBody>
      </p:sp>
      <p:sp>
        <p:nvSpPr>
          <p:cNvPr id="26626" name="Rectangle 2">
            <a:extLst>
              <a:ext uri="{FF2B5EF4-FFF2-40B4-BE49-F238E27FC236}">
                <a16:creationId xmlns:a16="http://schemas.microsoft.com/office/drawing/2014/main" id="{9B0D770D-FC56-FF1C-39B8-8008AA8B2C59}"/>
              </a:ext>
            </a:extLst>
          </p:cNvPr>
          <p:cNvSpPr>
            <a:spLocks noGrp="1" noChangeArrowheads="1"/>
          </p:cNvSpPr>
          <p:nvPr>
            <p:ph type="title"/>
          </p:nvPr>
        </p:nvSpPr>
        <p:spPr/>
        <p:txBody>
          <a:bodyPr/>
          <a:lstStyle/>
          <a:p>
            <a:pPr eaLnBrk="1" fontAlgn="auto" hangingPunct="1">
              <a:spcAft>
                <a:spcPts val="0"/>
              </a:spcAft>
              <a:defRPr/>
            </a:pPr>
            <a:r>
              <a:t>Angle-Angle-Side Theorem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ubtitle 2">
            <a:extLst>
              <a:ext uri="{FF2B5EF4-FFF2-40B4-BE49-F238E27FC236}">
                <a16:creationId xmlns:a16="http://schemas.microsoft.com/office/drawing/2014/main" id="{32FB7793-B511-A957-6D97-D0840C69661C}"/>
              </a:ext>
            </a:extLst>
          </p:cNvPr>
          <p:cNvSpPr>
            <a:spLocks noGrp="1"/>
          </p:cNvSpPr>
          <p:nvPr>
            <p:ph type="subTitle" idx="1"/>
          </p:nvPr>
        </p:nvSpPr>
        <p:spPr>
          <a:xfrm>
            <a:off x="457200" y="3700463"/>
            <a:ext cx="8305800" cy="1143000"/>
          </a:xfrm>
        </p:spPr>
        <p:txBody>
          <a:bodyPr/>
          <a:lstStyle/>
          <a:p>
            <a:pPr eaLnBrk="1" fontAlgn="auto" hangingPunct="1">
              <a:spcAft>
                <a:spcPts val="0"/>
              </a:spcAft>
              <a:buFont typeface="Wingdings 2"/>
              <a:buNone/>
              <a:defRPr/>
            </a:pPr>
            <a:endParaRPr lang="en-US"/>
          </a:p>
        </p:txBody>
      </p:sp>
      <p:sp>
        <p:nvSpPr>
          <p:cNvPr id="27650" name="Title 1">
            <a:extLst>
              <a:ext uri="{FF2B5EF4-FFF2-40B4-BE49-F238E27FC236}">
                <a16:creationId xmlns:a16="http://schemas.microsoft.com/office/drawing/2014/main" id="{14A20C7F-3E98-4B8A-BD9B-A7EC4D366323}"/>
              </a:ext>
            </a:extLst>
          </p:cNvPr>
          <p:cNvSpPr>
            <a:spLocks noGrp="1"/>
          </p:cNvSpPr>
          <p:nvPr>
            <p:ph type="ctrTitle"/>
          </p:nvPr>
        </p:nvSpPr>
        <p:spPr>
          <a:xfrm>
            <a:off x="381000" y="1828800"/>
            <a:ext cx="8610600" cy="2133600"/>
          </a:xfrm>
        </p:spPr>
        <p:txBody>
          <a:bodyPr/>
          <a:lstStyle/>
          <a:p>
            <a:pPr eaLnBrk="1" fontAlgn="auto" hangingPunct="1">
              <a:spcAft>
                <a:spcPts val="0"/>
              </a:spcAft>
              <a:defRPr/>
            </a:pPr>
            <a:r>
              <a:t>Prove this theorem in group by two and share.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C26B7E1A-D4F3-3616-E13B-BFCA65FC64C9}"/>
              </a:ext>
            </a:extLst>
          </p:cNvPr>
          <p:cNvSpPr>
            <a:spLocks noChangeArrowheads="1"/>
          </p:cNvSpPr>
          <p:nvPr/>
        </p:nvSpPr>
        <p:spPr bwMode="auto">
          <a:xfrm>
            <a:off x="-76200" y="76200"/>
            <a:ext cx="9144000" cy="1143000"/>
          </a:xfrm>
          <a:prstGeom prst="rect">
            <a:avLst/>
          </a:prstGeom>
          <a:noFill/>
          <a:ln w="9525">
            <a:noFill/>
            <a:miter lim="800000"/>
            <a:headEnd/>
            <a:tailEnd/>
          </a:ln>
          <a:effectLst/>
        </p:spPr>
        <p:txBody>
          <a:bodyPr anchor="ctr"/>
          <a:lstStyle/>
          <a:p>
            <a:pPr algn="ctr" eaLnBrk="1" hangingPunct="1">
              <a:defRPr/>
            </a:pPr>
            <a:r>
              <a:rPr lang="en-US" sz="4400" b="1">
                <a:solidFill>
                  <a:schemeClr val="tx2"/>
                </a:solidFill>
                <a:effectLst>
                  <a:outerShdw blurRad="38100" dist="38100" dir="2700000" algn="tl">
                    <a:srgbClr val="C0C0C0"/>
                  </a:outerShdw>
                </a:effectLst>
                <a:cs typeface="Arial" charset="0"/>
              </a:rPr>
              <a:t>Do you need </a:t>
            </a:r>
            <a:r>
              <a:rPr lang="en-US" sz="4400" b="1" i="1">
                <a:solidFill>
                  <a:schemeClr val="tx2"/>
                </a:solidFill>
                <a:effectLst>
                  <a:outerShdw blurRad="38100" dist="38100" dir="2700000" algn="tl">
                    <a:srgbClr val="C0C0C0"/>
                  </a:outerShdw>
                </a:effectLst>
                <a:cs typeface="Arial" charset="0"/>
              </a:rPr>
              <a:t>all six ?</a:t>
            </a:r>
          </a:p>
        </p:txBody>
      </p:sp>
      <p:sp>
        <p:nvSpPr>
          <p:cNvPr id="25603" name="Rectangle 38">
            <a:extLst>
              <a:ext uri="{FF2B5EF4-FFF2-40B4-BE49-F238E27FC236}">
                <a16:creationId xmlns:a16="http://schemas.microsoft.com/office/drawing/2014/main" id="{6BAB248F-468F-52E2-74E4-DCA0D5E3BE3A}"/>
              </a:ext>
            </a:extLst>
          </p:cNvPr>
          <p:cNvSpPr>
            <a:spLocks noChangeArrowheads="1"/>
          </p:cNvSpPr>
          <p:nvPr/>
        </p:nvSpPr>
        <p:spPr bwMode="auto">
          <a:xfrm rot="-1394921">
            <a:off x="7923213" y="5846763"/>
            <a:ext cx="0" cy="274637"/>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solidFill>
                <a:schemeClr val="tx2"/>
              </a:solidFill>
              <a:effectLst>
                <a:outerShdw blurRad="38100" dist="38100" dir="2700000" algn="tl">
                  <a:srgbClr val="FFFFFF"/>
                </a:outerShdw>
              </a:effectLst>
            </a:endParaRPr>
          </a:p>
        </p:txBody>
      </p:sp>
      <p:pic>
        <p:nvPicPr>
          <p:cNvPr id="73731" name="Picture 39" descr="pe02854_">
            <a:extLst>
              <a:ext uri="{FF2B5EF4-FFF2-40B4-BE49-F238E27FC236}">
                <a16:creationId xmlns:a16="http://schemas.microsoft.com/office/drawing/2014/main" id="{BA9F0278-817D-4377-231B-07AC4439F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819400"/>
            <a:ext cx="3733800" cy="263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AutoShape 40">
            <a:extLst>
              <a:ext uri="{FF2B5EF4-FFF2-40B4-BE49-F238E27FC236}">
                <a16:creationId xmlns:a16="http://schemas.microsoft.com/office/drawing/2014/main" id="{E950C309-59B8-FA7D-446F-F9A0CB97BC87}"/>
              </a:ext>
            </a:extLst>
          </p:cNvPr>
          <p:cNvSpPr>
            <a:spLocks noChangeArrowheads="1"/>
          </p:cNvSpPr>
          <p:nvPr/>
        </p:nvSpPr>
        <p:spPr bwMode="auto">
          <a:xfrm>
            <a:off x="4267200" y="1295400"/>
            <a:ext cx="2514600" cy="1371600"/>
          </a:xfrm>
          <a:prstGeom prst="wedgeRoundRectCallout">
            <a:avLst>
              <a:gd name="adj1" fmla="val -41227"/>
              <a:gd name="adj2" fmla="val 87616"/>
              <a:gd name="adj3" fmla="val 16667"/>
            </a:avLst>
          </a:prstGeom>
          <a:solidFill>
            <a:schemeClr val="accent1"/>
          </a:solidFill>
          <a:ln w="9525">
            <a:solidFill>
              <a:schemeClr val="tx1"/>
            </a:solidFill>
            <a:miter lim="800000"/>
            <a:headEnd/>
            <a:tailEnd/>
          </a:ln>
        </p:spPr>
        <p:txBody>
          <a:bodyPr/>
          <a:lstStyle/>
          <a:p>
            <a:pPr algn="ctr" eaLnBrk="1" hangingPunct="1">
              <a:defRPr/>
            </a:pPr>
            <a:r>
              <a:rPr lang="en-US" sz="7200" b="1">
                <a:solidFill>
                  <a:schemeClr val="folHlink"/>
                </a:solidFill>
                <a:effectLst>
                  <a:outerShdw blurRad="38100" dist="38100" dir="2700000" algn="tl">
                    <a:srgbClr val="000000">
                      <a:alpha val="43137"/>
                    </a:srgbClr>
                  </a:outerShdw>
                </a:effectLst>
                <a:latin typeface="Arial" charset="0"/>
                <a:cs typeface="Arial" charset="0"/>
              </a:rPr>
              <a:t>NO !</a:t>
            </a:r>
          </a:p>
        </p:txBody>
      </p:sp>
      <p:grpSp>
        <p:nvGrpSpPr>
          <p:cNvPr id="73733" name="Group 52">
            <a:extLst>
              <a:ext uri="{FF2B5EF4-FFF2-40B4-BE49-F238E27FC236}">
                <a16:creationId xmlns:a16="http://schemas.microsoft.com/office/drawing/2014/main" id="{2CABC81D-5466-8918-5749-6DA67046C84C}"/>
              </a:ext>
            </a:extLst>
          </p:cNvPr>
          <p:cNvGrpSpPr>
            <a:grpSpLocks/>
          </p:cNvGrpSpPr>
          <p:nvPr/>
        </p:nvGrpSpPr>
        <p:grpSpPr bwMode="auto">
          <a:xfrm>
            <a:off x="6248400" y="4191000"/>
            <a:ext cx="2133600" cy="2392363"/>
            <a:chOff x="3936" y="2640"/>
            <a:chExt cx="1344" cy="1507"/>
          </a:xfrm>
        </p:grpSpPr>
        <p:sp>
          <p:nvSpPr>
            <p:cNvPr id="25607" name="Rectangle 41">
              <a:extLst>
                <a:ext uri="{FF2B5EF4-FFF2-40B4-BE49-F238E27FC236}">
                  <a16:creationId xmlns:a16="http://schemas.microsoft.com/office/drawing/2014/main" id="{50E9E906-E0D0-0686-4D57-177241A6C267}"/>
                </a:ext>
              </a:extLst>
            </p:cNvPr>
            <p:cNvSpPr>
              <a:spLocks noChangeArrowheads="1"/>
            </p:cNvSpPr>
            <p:nvPr/>
          </p:nvSpPr>
          <p:spPr bwMode="auto">
            <a:xfrm>
              <a:off x="3936" y="2642"/>
              <a:ext cx="1344" cy="1505"/>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800" b="1">
                <a:effectLst>
                  <a:outerShdw blurRad="38100" dist="38100" dir="2700000" algn="tl">
                    <a:srgbClr val="000000"/>
                  </a:outerShdw>
                </a:effectLst>
              </a:endParaRPr>
            </a:p>
            <a:p>
              <a:pPr algn="ctr" eaLnBrk="1" hangingPunct="1"/>
              <a:r>
                <a:rPr lang="en-US" altLang="en-US" sz="2800" b="1">
                  <a:effectLst>
                    <a:outerShdw blurRad="38100" dist="38100" dir="2700000" algn="tl">
                      <a:srgbClr val="000000"/>
                    </a:outerShdw>
                  </a:effectLst>
                </a:rPr>
                <a:t>SSS</a:t>
              </a:r>
            </a:p>
            <a:p>
              <a:pPr algn="ctr" eaLnBrk="1" hangingPunct="1"/>
              <a:r>
                <a:rPr lang="en-US" altLang="en-US" sz="2800" b="1">
                  <a:effectLst>
                    <a:outerShdw blurRad="38100" dist="38100" dir="2700000" algn="tl">
                      <a:srgbClr val="000000"/>
                    </a:outerShdw>
                  </a:effectLst>
                </a:rPr>
                <a:t>SAS</a:t>
              </a:r>
            </a:p>
            <a:p>
              <a:pPr algn="ctr" eaLnBrk="1" hangingPunct="1"/>
              <a:r>
                <a:rPr lang="en-US" altLang="en-US" sz="2800" b="1">
                  <a:effectLst>
                    <a:outerShdw blurRad="38100" dist="38100" dir="2700000" algn="tl">
                      <a:srgbClr val="000000"/>
                    </a:outerShdw>
                  </a:effectLst>
                </a:rPr>
                <a:t>ASA</a:t>
              </a:r>
            </a:p>
            <a:p>
              <a:pPr algn="ctr" eaLnBrk="1" hangingPunct="1"/>
              <a:r>
                <a:rPr lang="en-US" altLang="en-US" sz="2800" b="1">
                  <a:effectLst>
                    <a:outerShdw blurRad="38100" dist="38100" dir="2700000" algn="tl">
                      <a:srgbClr val="000000"/>
                    </a:outerShdw>
                  </a:effectLst>
                </a:rPr>
                <a:t>AAS</a:t>
              </a:r>
            </a:p>
            <a:p>
              <a:pPr algn="ctr" eaLnBrk="1" hangingPunct="1"/>
              <a:endParaRPr lang="en-US" altLang="en-US" sz="1000" b="1">
                <a:effectLst>
                  <a:outerShdw blurRad="38100" dist="38100" dir="2700000" algn="tl">
                    <a:srgbClr val="000000"/>
                  </a:outerShdw>
                </a:effectLst>
              </a:endParaRPr>
            </a:p>
          </p:txBody>
        </p:sp>
        <p:sp>
          <p:nvSpPr>
            <p:cNvPr id="25608" name="Line 42">
              <a:extLst>
                <a:ext uri="{FF2B5EF4-FFF2-40B4-BE49-F238E27FC236}">
                  <a16:creationId xmlns:a16="http://schemas.microsoft.com/office/drawing/2014/main" id="{C008CA32-6E1A-A0F1-1FEB-C54CE2DE14B4}"/>
                </a:ext>
              </a:extLst>
            </p:cNvPr>
            <p:cNvSpPr>
              <a:spLocks noChangeShapeType="1"/>
            </p:cNvSpPr>
            <p:nvPr/>
          </p:nvSpPr>
          <p:spPr bwMode="auto">
            <a:xfrm>
              <a:off x="3936" y="3216"/>
              <a:ext cx="1296" cy="0"/>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09" name="Line 43">
              <a:extLst>
                <a:ext uri="{FF2B5EF4-FFF2-40B4-BE49-F238E27FC236}">
                  <a16:creationId xmlns:a16="http://schemas.microsoft.com/office/drawing/2014/main" id="{57A4AF21-AA77-2125-C155-C7279B528F15}"/>
                </a:ext>
              </a:extLst>
            </p:cNvPr>
            <p:cNvSpPr>
              <a:spLocks noChangeShapeType="1"/>
            </p:cNvSpPr>
            <p:nvPr/>
          </p:nvSpPr>
          <p:spPr bwMode="auto">
            <a:xfrm>
              <a:off x="3936" y="3456"/>
              <a:ext cx="1296" cy="0"/>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10" name="Line 44">
              <a:extLst>
                <a:ext uri="{FF2B5EF4-FFF2-40B4-BE49-F238E27FC236}">
                  <a16:creationId xmlns:a16="http://schemas.microsoft.com/office/drawing/2014/main" id="{2A9907B0-F282-F508-A8A1-72AC5026F618}"/>
                </a:ext>
              </a:extLst>
            </p:cNvPr>
            <p:cNvSpPr>
              <a:spLocks noChangeShapeType="1"/>
            </p:cNvSpPr>
            <p:nvPr/>
          </p:nvSpPr>
          <p:spPr bwMode="auto">
            <a:xfrm>
              <a:off x="3936" y="3744"/>
              <a:ext cx="1296" cy="0"/>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11" name="Line 45">
              <a:extLst>
                <a:ext uri="{FF2B5EF4-FFF2-40B4-BE49-F238E27FC236}">
                  <a16:creationId xmlns:a16="http://schemas.microsoft.com/office/drawing/2014/main" id="{D8770BAD-E474-919D-BBBD-23DB4B1D8751}"/>
                </a:ext>
              </a:extLst>
            </p:cNvPr>
            <p:cNvSpPr>
              <a:spLocks noChangeShapeType="1"/>
            </p:cNvSpPr>
            <p:nvPr/>
          </p:nvSpPr>
          <p:spPr bwMode="auto">
            <a:xfrm>
              <a:off x="3936" y="4032"/>
              <a:ext cx="1296" cy="0"/>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12" name="Line 46">
              <a:extLst>
                <a:ext uri="{FF2B5EF4-FFF2-40B4-BE49-F238E27FC236}">
                  <a16:creationId xmlns:a16="http://schemas.microsoft.com/office/drawing/2014/main" id="{C5980213-4C11-22B7-9E30-24DA9D9662EA}"/>
                </a:ext>
              </a:extLst>
            </p:cNvPr>
            <p:cNvSpPr>
              <a:spLocks noChangeShapeType="1"/>
            </p:cNvSpPr>
            <p:nvPr/>
          </p:nvSpPr>
          <p:spPr bwMode="auto">
            <a:xfrm>
              <a:off x="3936" y="2928"/>
              <a:ext cx="1296" cy="0"/>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13" name="Line 47">
              <a:extLst>
                <a:ext uri="{FF2B5EF4-FFF2-40B4-BE49-F238E27FC236}">
                  <a16:creationId xmlns:a16="http://schemas.microsoft.com/office/drawing/2014/main" id="{4CCD2678-3F1B-6DE8-66F3-7CF8D59E3F97}"/>
                </a:ext>
              </a:extLst>
            </p:cNvPr>
            <p:cNvSpPr>
              <a:spLocks noChangeShapeType="1"/>
            </p:cNvSpPr>
            <p:nvPr/>
          </p:nvSpPr>
          <p:spPr bwMode="auto">
            <a:xfrm>
              <a:off x="4176" y="2640"/>
              <a:ext cx="0" cy="1488"/>
            </a:xfrm>
            <a:prstGeom prst="line">
              <a:avLst/>
            </a:prstGeom>
            <a:noFill/>
            <a:ln w="9525">
              <a:solidFill>
                <a:srgbClr val="E9A2EE"/>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5614" name="Oval 49">
              <a:extLst>
                <a:ext uri="{FF2B5EF4-FFF2-40B4-BE49-F238E27FC236}">
                  <a16:creationId xmlns:a16="http://schemas.microsoft.com/office/drawing/2014/main" id="{6CE6CE9D-1DDA-D051-14F8-088DA35B6539}"/>
                </a:ext>
              </a:extLst>
            </p:cNvPr>
            <p:cNvSpPr>
              <a:spLocks noChangeArrowheads="1"/>
            </p:cNvSpPr>
            <p:nvPr/>
          </p:nvSpPr>
          <p:spPr bwMode="auto">
            <a:xfrm>
              <a:off x="4032" y="2832"/>
              <a:ext cx="48" cy="48"/>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25615" name="Oval 50">
              <a:extLst>
                <a:ext uri="{FF2B5EF4-FFF2-40B4-BE49-F238E27FC236}">
                  <a16:creationId xmlns:a16="http://schemas.microsoft.com/office/drawing/2014/main" id="{FC39240F-098B-DD35-F9BF-0E30B147B9C9}"/>
                </a:ext>
              </a:extLst>
            </p:cNvPr>
            <p:cNvSpPr>
              <a:spLocks noChangeArrowheads="1"/>
            </p:cNvSpPr>
            <p:nvPr/>
          </p:nvSpPr>
          <p:spPr bwMode="auto">
            <a:xfrm>
              <a:off x="4032" y="3408"/>
              <a:ext cx="48" cy="48"/>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25616" name="Oval 51">
              <a:extLst>
                <a:ext uri="{FF2B5EF4-FFF2-40B4-BE49-F238E27FC236}">
                  <a16:creationId xmlns:a16="http://schemas.microsoft.com/office/drawing/2014/main" id="{57C5798C-99FE-F36F-32CB-3F30F156C379}"/>
                </a:ext>
              </a:extLst>
            </p:cNvPr>
            <p:cNvSpPr>
              <a:spLocks noChangeArrowheads="1"/>
            </p:cNvSpPr>
            <p:nvPr/>
          </p:nvSpPr>
          <p:spPr bwMode="auto">
            <a:xfrm>
              <a:off x="4032" y="3936"/>
              <a:ext cx="48" cy="48"/>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3" name="Object 2">
            <a:extLst>
              <a:ext uri="{FF2B5EF4-FFF2-40B4-BE49-F238E27FC236}">
                <a16:creationId xmlns:a16="http://schemas.microsoft.com/office/drawing/2014/main" id="{D81702C4-B251-2713-F277-49221C5026B5}"/>
              </a:ext>
            </a:extLst>
          </p:cNvPr>
          <p:cNvGraphicFramePr>
            <a:graphicFrameLocks noChangeAspect="1"/>
          </p:cNvGraphicFramePr>
          <p:nvPr/>
        </p:nvGraphicFramePr>
        <p:xfrm>
          <a:off x="0" y="6535738"/>
          <a:ext cx="9144000" cy="322262"/>
        </p:xfrm>
        <a:graphic>
          <a:graphicData uri="http://schemas.openxmlformats.org/presentationml/2006/ole">
            <mc:AlternateContent xmlns:mc="http://schemas.openxmlformats.org/markup-compatibility/2006">
              <mc:Choice xmlns:v="urn:schemas-microsoft-com:vml" Requires="v">
                <p:oleObj name="Image" r:id="rId2" imgW="13003175" imgH="456821" progId="Photoshop.Image.7">
                  <p:embed/>
                </p:oleObj>
              </mc:Choice>
              <mc:Fallback>
                <p:oleObj name="Image" r:id="rId2" imgW="13003175" imgH="456821" progId="Photoshop.Image.7">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35738"/>
                        <a:ext cx="914400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9" name="Rectangle 5">
            <a:extLst>
              <a:ext uri="{FF2B5EF4-FFF2-40B4-BE49-F238E27FC236}">
                <a16:creationId xmlns:a16="http://schemas.microsoft.com/office/drawing/2014/main" id="{36D136B6-A46C-9671-ED37-A601602CB155}"/>
              </a:ext>
            </a:extLst>
          </p:cNvPr>
          <p:cNvSpPr>
            <a:spLocks noChangeArrowheads="1"/>
          </p:cNvSpPr>
          <p:nvPr/>
        </p:nvSpPr>
        <p:spPr bwMode="auto">
          <a:xfrm>
            <a:off x="2460625" y="293688"/>
            <a:ext cx="3729038" cy="457200"/>
          </a:xfrm>
          <a:prstGeom prst="rect">
            <a:avLst/>
          </a:prstGeom>
          <a:noFill/>
          <a:ln w="9525">
            <a:noFill/>
            <a:miter lim="800000"/>
            <a:headEnd/>
            <a:tailEnd/>
          </a:ln>
        </p:spPr>
        <p:txBody>
          <a:bodyPr wrap="none">
            <a:spAutoFit/>
          </a:bodyPr>
          <a:lstStyle/>
          <a:p>
            <a:pPr eaLnBrk="1" hangingPunct="1">
              <a:defRPr/>
            </a:pPr>
            <a:r>
              <a:rPr lang="en-US" sz="2400" b="1">
                <a:solidFill>
                  <a:srgbClr val="CC0000"/>
                </a:solidFill>
                <a:effectLst>
                  <a:outerShdw blurRad="38100" dist="38100" dir="2700000" algn="tl">
                    <a:srgbClr val="000000">
                      <a:alpha val="43137"/>
                    </a:srgbClr>
                  </a:outerShdw>
                </a:effectLst>
                <a:latin typeface="Times New Roman" pitchFamily="18" charset="0"/>
                <a:cs typeface="Arial" charset="0"/>
              </a:rPr>
              <a:t>Solve a real-world problem</a:t>
            </a:r>
          </a:p>
        </p:txBody>
      </p:sp>
      <p:grpSp>
        <p:nvGrpSpPr>
          <p:cNvPr id="2" name="Group 6">
            <a:extLst>
              <a:ext uri="{FF2B5EF4-FFF2-40B4-BE49-F238E27FC236}">
                <a16:creationId xmlns:a16="http://schemas.microsoft.com/office/drawing/2014/main" id="{966F5FD7-2E76-ABED-77C8-1290FC98CB6F}"/>
              </a:ext>
            </a:extLst>
          </p:cNvPr>
          <p:cNvGrpSpPr>
            <a:grpSpLocks/>
          </p:cNvGrpSpPr>
          <p:nvPr/>
        </p:nvGrpSpPr>
        <p:grpSpPr bwMode="auto">
          <a:xfrm>
            <a:off x="457200" y="1100138"/>
            <a:ext cx="8153400" cy="3509962"/>
            <a:chOff x="288" y="693"/>
            <a:chExt cx="5136" cy="2211"/>
          </a:xfrm>
        </p:grpSpPr>
        <p:sp>
          <p:nvSpPr>
            <p:cNvPr id="1031" name="Rectangle 7">
              <a:extLst>
                <a:ext uri="{FF2B5EF4-FFF2-40B4-BE49-F238E27FC236}">
                  <a16:creationId xmlns:a16="http://schemas.microsoft.com/office/drawing/2014/main" id="{B577E191-C4A8-9E98-A56A-1CB759554F8F}"/>
                </a:ext>
              </a:extLst>
            </p:cNvPr>
            <p:cNvSpPr>
              <a:spLocks noChangeArrowheads="1"/>
            </p:cNvSpPr>
            <p:nvPr/>
          </p:nvSpPr>
          <p:spPr bwMode="auto">
            <a:xfrm>
              <a:off x="363" y="693"/>
              <a:ext cx="1811" cy="288"/>
            </a:xfrm>
            <a:prstGeom prst="rect">
              <a:avLst/>
            </a:prstGeom>
            <a:solidFill>
              <a:srgbClr val="E5CBFF"/>
            </a:solidFill>
            <a:ln w="9525">
              <a:noFill/>
              <a:miter lim="800000"/>
              <a:headEnd/>
              <a:tailEnd/>
            </a:ln>
          </p:spPr>
          <p:txBody>
            <a:bodyPr wrap="none">
              <a:spAutoFit/>
            </a:bodyPr>
            <a:lstStyle/>
            <a:p>
              <a:pPr eaLnBrk="1" hangingPunct="1">
                <a:defRPr/>
              </a:pPr>
              <a:r>
                <a:rPr lang="en-US" sz="2400" b="1">
                  <a:effectLst>
                    <a:outerShdw blurRad="38100" dist="38100" dir="2700000" algn="tl">
                      <a:srgbClr val="000000">
                        <a:alpha val="43137"/>
                      </a:srgbClr>
                    </a:outerShdw>
                  </a:effectLst>
                  <a:cs typeface="Arial" charset="0"/>
                </a:rPr>
                <a:t>Structural Support</a:t>
              </a:r>
            </a:p>
          </p:txBody>
        </p:sp>
        <p:sp>
          <p:nvSpPr>
            <p:cNvPr id="1032" name="Rectangle 8">
              <a:extLst>
                <a:ext uri="{FF2B5EF4-FFF2-40B4-BE49-F238E27FC236}">
                  <a16:creationId xmlns:a16="http://schemas.microsoft.com/office/drawing/2014/main" id="{DE5C86F7-8BFC-64B6-01DF-B9C49FBBBE65}"/>
                </a:ext>
              </a:extLst>
            </p:cNvPr>
            <p:cNvSpPr>
              <a:spLocks noChangeArrowheads="1"/>
            </p:cNvSpPr>
            <p:nvPr/>
          </p:nvSpPr>
          <p:spPr bwMode="auto">
            <a:xfrm>
              <a:off x="288" y="1113"/>
              <a:ext cx="5136" cy="518"/>
            </a:xfrm>
            <a:prstGeom prst="rect">
              <a:avLst/>
            </a:prstGeom>
            <a:noFill/>
            <a:ln w="9525">
              <a:noFill/>
              <a:miter lim="800000"/>
              <a:headEnd/>
              <a:tailEnd/>
            </a:ln>
          </p:spPr>
          <p:txBody>
            <a:bodyPr>
              <a:spAutoFit/>
            </a:bodyPr>
            <a:lstStyle/>
            <a:p>
              <a:pPr eaLnBrk="1" hangingPunct="1">
                <a:spcBef>
                  <a:spcPct val="50000"/>
                </a:spcBef>
                <a:defRPr/>
              </a:pPr>
              <a:r>
                <a:rPr lang="en-US" sz="2400" b="1">
                  <a:effectLst>
                    <a:outerShdw blurRad="38100" dist="38100" dir="2700000" algn="tl">
                      <a:srgbClr val="000000">
                        <a:alpha val="43137"/>
                      </a:srgbClr>
                    </a:outerShdw>
                  </a:effectLst>
                  <a:cs typeface="Arial" charset="0"/>
                </a:rPr>
                <a:t>Explain why the bench with the diagonal support is stable, while the one without the support can collapse.</a:t>
              </a:r>
            </a:p>
          </p:txBody>
        </p:sp>
        <p:pic>
          <p:nvPicPr>
            <p:cNvPr id="74758" name="Picture 9">
              <a:extLst>
                <a:ext uri="{FF2B5EF4-FFF2-40B4-BE49-F238E27FC236}">
                  <a16:creationId xmlns:a16="http://schemas.microsoft.com/office/drawing/2014/main" id="{7F6F57FA-F913-A85C-87D8-2F26CF179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 y="1758"/>
              <a:ext cx="4578"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7" name="Object 2">
            <a:extLst>
              <a:ext uri="{FF2B5EF4-FFF2-40B4-BE49-F238E27FC236}">
                <a16:creationId xmlns:a16="http://schemas.microsoft.com/office/drawing/2014/main" id="{A33CC92F-F684-69B9-9B8A-BE9830BF59FE}"/>
              </a:ext>
            </a:extLst>
          </p:cNvPr>
          <p:cNvGraphicFramePr>
            <a:graphicFrameLocks noChangeAspect="1"/>
          </p:cNvGraphicFramePr>
          <p:nvPr/>
        </p:nvGraphicFramePr>
        <p:xfrm>
          <a:off x="0" y="6535738"/>
          <a:ext cx="9144000" cy="322262"/>
        </p:xfrm>
        <a:graphic>
          <a:graphicData uri="http://schemas.openxmlformats.org/presentationml/2006/ole">
            <mc:AlternateContent xmlns:mc="http://schemas.openxmlformats.org/markup-compatibility/2006">
              <mc:Choice xmlns:v="urn:schemas-microsoft-com:vml" Requires="v">
                <p:oleObj name="Image" r:id="rId2" imgW="13003175" imgH="456821" progId="Photoshop.Image.7">
                  <p:embed/>
                </p:oleObj>
              </mc:Choice>
              <mc:Fallback>
                <p:oleObj name="Image" r:id="rId2" imgW="13003175" imgH="456821" progId="Photoshop.Image.7">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35738"/>
                        <a:ext cx="914400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053" name="Rectangle 5">
            <a:extLst>
              <a:ext uri="{FF2B5EF4-FFF2-40B4-BE49-F238E27FC236}">
                <a16:creationId xmlns:a16="http://schemas.microsoft.com/office/drawing/2014/main" id="{A8886B19-B985-8598-E4D4-82A37A4416D0}"/>
              </a:ext>
            </a:extLst>
          </p:cNvPr>
          <p:cNvSpPr>
            <a:spLocks noChangeArrowheads="1"/>
          </p:cNvSpPr>
          <p:nvPr/>
        </p:nvSpPr>
        <p:spPr bwMode="auto">
          <a:xfrm>
            <a:off x="2460625" y="293688"/>
            <a:ext cx="3729038" cy="457200"/>
          </a:xfrm>
          <a:prstGeom prst="rect">
            <a:avLst/>
          </a:prstGeom>
          <a:noFill/>
          <a:ln w="9525">
            <a:noFill/>
            <a:miter lim="800000"/>
            <a:headEnd/>
            <a:tailEnd/>
          </a:ln>
        </p:spPr>
        <p:txBody>
          <a:bodyPr wrap="none">
            <a:spAutoFit/>
          </a:bodyPr>
          <a:lstStyle/>
          <a:p>
            <a:pPr eaLnBrk="1" hangingPunct="1">
              <a:defRPr/>
            </a:pPr>
            <a:r>
              <a:rPr lang="en-US" sz="2400" b="1">
                <a:solidFill>
                  <a:srgbClr val="CC0000"/>
                </a:solidFill>
                <a:effectLst>
                  <a:outerShdw blurRad="38100" dist="38100" dir="2700000" algn="tl">
                    <a:srgbClr val="000000">
                      <a:alpha val="43137"/>
                    </a:srgbClr>
                  </a:outerShdw>
                </a:effectLst>
                <a:latin typeface="Times New Roman" pitchFamily="18" charset="0"/>
                <a:cs typeface="Arial" charset="0"/>
              </a:rPr>
              <a:t>Solve a real-world problem</a:t>
            </a:r>
          </a:p>
        </p:txBody>
      </p:sp>
      <p:grpSp>
        <p:nvGrpSpPr>
          <p:cNvPr id="2" name="Group 6">
            <a:extLst>
              <a:ext uri="{FF2B5EF4-FFF2-40B4-BE49-F238E27FC236}">
                <a16:creationId xmlns:a16="http://schemas.microsoft.com/office/drawing/2014/main" id="{8722C63E-928D-A4C4-781A-2C4E0B93FA6F}"/>
              </a:ext>
            </a:extLst>
          </p:cNvPr>
          <p:cNvGrpSpPr>
            <a:grpSpLocks/>
          </p:cNvGrpSpPr>
          <p:nvPr/>
        </p:nvGrpSpPr>
        <p:grpSpPr bwMode="auto">
          <a:xfrm>
            <a:off x="447675" y="1100138"/>
            <a:ext cx="8391525" cy="2949575"/>
            <a:chOff x="282" y="693"/>
            <a:chExt cx="5286" cy="1858"/>
          </a:xfrm>
        </p:grpSpPr>
        <p:sp>
          <p:nvSpPr>
            <p:cNvPr id="2055" name="Rectangle 7">
              <a:extLst>
                <a:ext uri="{FF2B5EF4-FFF2-40B4-BE49-F238E27FC236}">
                  <a16:creationId xmlns:a16="http://schemas.microsoft.com/office/drawing/2014/main" id="{EF12012A-ADF5-C316-EB89-3AE586A68026}"/>
                </a:ext>
              </a:extLst>
            </p:cNvPr>
            <p:cNvSpPr>
              <a:spLocks noChangeArrowheads="1"/>
            </p:cNvSpPr>
            <p:nvPr/>
          </p:nvSpPr>
          <p:spPr bwMode="auto">
            <a:xfrm>
              <a:off x="282" y="1113"/>
              <a:ext cx="5286" cy="1438"/>
            </a:xfrm>
            <a:prstGeom prst="rect">
              <a:avLst/>
            </a:prstGeom>
            <a:noFill/>
            <a:ln w="9525">
              <a:noFill/>
              <a:miter lim="800000"/>
              <a:headEnd/>
              <a:tailEnd/>
            </a:ln>
          </p:spPr>
          <p:txBody>
            <a:bodyPr>
              <a:spAutoFit/>
            </a:bodyPr>
            <a:lstStyle/>
            <a:p>
              <a:pPr eaLnBrk="1" hangingPunct="1">
                <a:spcBef>
                  <a:spcPct val="50000"/>
                </a:spcBef>
                <a:defRPr/>
              </a:pPr>
              <a:r>
                <a:rPr lang="en-US" sz="2400" b="1">
                  <a:effectLst>
                    <a:outerShdw blurRad="38100" dist="38100" dir="2700000" algn="tl">
                      <a:srgbClr val="000000">
                        <a:alpha val="43137"/>
                      </a:srgbClr>
                    </a:outerShdw>
                  </a:effectLst>
                  <a:cs typeface="Arial" charset="0"/>
                </a:rPr>
                <a:t>The bench with a diagonal support forms triangles with fixed side lengths. By the </a:t>
              </a:r>
              <a:r>
                <a:rPr lang="en-US" sz="2400" i="1">
                  <a:effectLst>
                    <a:outerShdw blurRad="38100" dist="38100" dir="2700000" algn="tl">
                      <a:srgbClr val="000000">
                        <a:alpha val="43137"/>
                      </a:srgbClr>
                    </a:outerShdw>
                  </a:effectLst>
                  <a:latin typeface="Times New Roman" pitchFamily="18" charset="0"/>
                  <a:cs typeface="Arial" charset="0"/>
                </a:rPr>
                <a:t>SSS</a:t>
              </a:r>
              <a:r>
                <a:rPr lang="en-US" sz="2400" b="1">
                  <a:effectLst>
                    <a:outerShdw blurRad="38100" dist="38100" dir="2700000" algn="tl">
                      <a:srgbClr val="000000">
                        <a:alpha val="43137"/>
                      </a:srgbClr>
                    </a:outerShdw>
                  </a:effectLst>
                  <a:cs typeface="Arial" charset="0"/>
                </a:rPr>
                <a:t> Congruence Postulate, these triangles cannot change shape, so the bench is stable. The bench without a diagonal support is not stable because there are many possible quadrilaterals with the given side lengths.</a:t>
              </a:r>
            </a:p>
          </p:txBody>
        </p:sp>
        <p:sp>
          <p:nvSpPr>
            <p:cNvPr id="2056" name="Text Box 8">
              <a:extLst>
                <a:ext uri="{FF2B5EF4-FFF2-40B4-BE49-F238E27FC236}">
                  <a16:creationId xmlns:a16="http://schemas.microsoft.com/office/drawing/2014/main" id="{7253D514-63E7-3275-E17F-42AC310E4633}"/>
                </a:ext>
              </a:extLst>
            </p:cNvPr>
            <p:cNvSpPr txBox="1">
              <a:spLocks noChangeArrowheads="1"/>
            </p:cNvSpPr>
            <p:nvPr/>
          </p:nvSpPr>
          <p:spPr bwMode="auto">
            <a:xfrm>
              <a:off x="360" y="693"/>
              <a:ext cx="1107" cy="288"/>
            </a:xfrm>
            <a:prstGeom prst="rect">
              <a:avLst/>
            </a:prstGeom>
            <a:solidFill>
              <a:srgbClr val="7DE5CB"/>
            </a:solidFill>
            <a:ln w="9525">
              <a:noFill/>
              <a:miter lim="800000"/>
              <a:headEnd/>
              <a:tailEnd/>
            </a:ln>
          </p:spPr>
          <p:txBody>
            <a:bodyPr wrap="none">
              <a:spAutoFit/>
            </a:bodyPr>
            <a:lstStyle/>
            <a:p>
              <a:pPr eaLnBrk="1" hangingPunct="1">
                <a:defRPr/>
              </a:pPr>
              <a:r>
                <a:rPr lang="en-US" sz="2400" b="1">
                  <a:effectLst>
                    <a:outerShdw blurRad="38100" dist="38100" dir="2700000" algn="tl">
                      <a:srgbClr val="000000">
                        <a:alpha val="43137"/>
                      </a:srgbClr>
                    </a:outerShdw>
                  </a:effectLst>
                  <a:cs typeface="Arial" charset="0"/>
                </a:rPr>
                <a:t>SOLUTION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9ED838A-A2C9-FD4F-D102-69DD5EE9AE04}"/>
              </a:ext>
            </a:extLst>
          </p:cNvPr>
          <p:cNvSpPr>
            <a:spLocks noChangeArrowheads="1"/>
          </p:cNvSpPr>
          <p:nvPr/>
        </p:nvSpPr>
        <p:spPr bwMode="auto">
          <a:xfrm>
            <a:off x="-304800" y="152400"/>
            <a:ext cx="9144000" cy="1143000"/>
          </a:xfrm>
          <a:prstGeom prst="rect">
            <a:avLst/>
          </a:prstGeom>
          <a:noFill/>
          <a:ln w="9525">
            <a:noFill/>
            <a:miter lim="800000"/>
            <a:headEnd/>
            <a:tailEnd/>
          </a:ln>
          <a:effectLst/>
        </p:spPr>
        <p:txBody>
          <a:bodyPr anchor="ctr"/>
          <a:lstStyle/>
          <a:p>
            <a:pPr algn="ctr" eaLnBrk="1" hangingPunct="1">
              <a:defRPr/>
            </a:pPr>
            <a:r>
              <a:rPr lang="en-US" sz="4400" i="1">
                <a:solidFill>
                  <a:schemeClr val="tx2"/>
                </a:solidFill>
                <a:effectLst>
                  <a:outerShdw blurRad="38100" dist="38100" dir="2700000" algn="tl">
                    <a:srgbClr val="C0C0C0"/>
                  </a:outerShdw>
                </a:effectLst>
                <a:cs typeface="Arial" charset="0"/>
              </a:rPr>
              <a:t>Warning:</a:t>
            </a:r>
            <a:r>
              <a:rPr lang="en-US" sz="4400">
                <a:solidFill>
                  <a:schemeClr val="tx2"/>
                </a:solidFill>
                <a:effectLst>
                  <a:outerShdw blurRad="38100" dist="38100" dir="2700000" algn="tl">
                    <a:srgbClr val="C0C0C0"/>
                  </a:outerShdw>
                </a:effectLst>
                <a:cs typeface="Arial" charset="0"/>
              </a:rPr>
              <a:t> No SSA Postulate</a:t>
            </a:r>
          </a:p>
        </p:txBody>
      </p:sp>
      <p:sp>
        <p:nvSpPr>
          <p:cNvPr id="35843" name="AutoShape 4">
            <a:extLst>
              <a:ext uri="{FF2B5EF4-FFF2-40B4-BE49-F238E27FC236}">
                <a16:creationId xmlns:a16="http://schemas.microsoft.com/office/drawing/2014/main" id="{70E00967-1220-E250-098A-8A82CCE8F4C8}"/>
              </a:ext>
            </a:extLst>
          </p:cNvPr>
          <p:cNvSpPr>
            <a:spLocks noChangeArrowheads="1"/>
          </p:cNvSpPr>
          <p:nvPr/>
        </p:nvSpPr>
        <p:spPr bwMode="auto">
          <a:xfrm>
            <a:off x="2597150" y="4540250"/>
            <a:ext cx="1600200" cy="762000"/>
          </a:xfrm>
          <a:prstGeom prst="rtTriangle">
            <a:avLst/>
          </a:prstGeom>
          <a:noFill/>
          <a:ln w="28575">
            <a:solidFill>
              <a:schemeClr val="folHlink"/>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35844" name="Text Box 5">
            <a:extLst>
              <a:ext uri="{FF2B5EF4-FFF2-40B4-BE49-F238E27FC236}">
                <a16:creationId xmlns:a16="http://schemas.microsoft.com/office/drawing/2014/main" id="{214A737E-7670-934D-AD7D-D5E70C814F2C}"/>
              </a:ext>
            </a:extLst>
          </p:cNvPr>
          <p:cNvSpPr txBox="1">
            <a:spLocks noChangeArrowheads="1"/>
          </p:cNvSpPr>
          <p:nvPr/>
        </p:nvSpPr>
        <p:spPr bwMode="auto">
          <a:xfrm>
            <a:off x="2444750" y="5286375"/>
            <a:ext cx="368300"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A</a:t>
            </a:r>
          </a:p>
        </p:txBody>
      </p:sp>
      <p:sp>
        <p:nvSpPr>
          <p:cNvPr id="35845" name="Text Box 6">
            <a:extLst>
              <a:ext uri="{FF2B5EF4-FFF2-40B4-BE49-F238E27FC236}">
                <a16:creationId xmlns:a16="http://schemas.microsoft.com/office/drawing/2014/main" id="{0DCE8192-7B52-32D0-BAF1-D50A846C3D2C}"/>
              </a:ext>
            </a:extLst>
          </p:cNvPr>
          <p:cNvSpPr txBox="1">
            <a:spLocks noChangeArrowheads="1"/>
          </p:cNvSpPr>
          <p:nvPr/>
        </p:nvSpPr>
        <p:spPr bwMode="auto">
          <a:xfrm>
            <a:off x="3968750" y="5302250"/>
            <a:ext cx="354013"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C</a:t>
            </a:r>
          </a:p>
        </p:txBody>
      </p:sp>
      <p:sp>
        <p:nvSpPr>
          <p:cNvPr id="35846" name="Text Box 7">
            <a:extLst>
              <a:ext uri="{FF2B5EF4-FFF2-40B4-BE49-F238E27FC236}">
                <a16:creationId xmlns:a16="http://schemas.microsoft.com/office/drawing/2014/main" id="{B1FC0404-00A8-603A-50E7-5173457DEE2E}"/>
              </a:ext>
            </a:extLst>
          </p:cNvPr>
          <p:cNvSpPr txBox="1">
            <a:spLocks noChangeArrowheads="1"/>
          </p:cNvSpPr>
          <p:nvPr/>
        </p:nvSpPr>
        <p:spPr bwMode="auto">
          <a:xfrm>
            <a:off x="2471738" y="4159250"/>
            <a:ext cx="354012"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B</a:t>
            </a:r>
          </a:p>
        </p:txBody>
      </p:sp>
      <p:sp>
        <p:nvSpPr>
          <p:cNvPr id="35847" name="Text Box 8">
            <a:extLst>
              <a:ext uri="{FF2B5EF4-FFF2-40B4-BE49-F238E27FC236}">
                <a16:creationId xmlns:a16="http://schemas.microsoft.com/office/drawing/2014/main" id="{07B5DF7E-7F58-F1AF-3FFB-D658A0DA928D}"/>
              </a:ext>
            </a:extLst>
          </p:cNvPr>
          <p:cNvSpPr txBox="1">
            <a:spLocks noChangeArrowheads="1"/>
          </p:cNvSpPr>
          <p:nvPr/>
        </p:nvSpPr>
        <p:spPr bwMode="auto">
          <a:xfrm>
            <a:off x="5249863" y="5470525"/>
            <a:ext cx="368300"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D</a:t>
            </a:r>
          </a:p>
        </p:txBody>
      </p:sp>
      <p:sp>
        <p:nvSpPr>
          <p:cNvPr id="35848" name="Text Box 9">
            <a:extLst>
              <a:ext uri="{FF2B5EF4-FFF2-40B4-BE49-F238E27FC236}">
                <a16:creationId xmlns:a16="http://schemas.microsoft.com/office/drawing/2014/main" id="{F0168883-0E53-5018-141C-DCEBAE9CE7A9}"/>
              </a:ext>
            </a:extLst>
          </p:cNvPr>
          <p:cNvSpPr txBox="1">
            <a:spLocks noChangeArrowheads="1"/>
          </p:cNvSpPr>
          <p:nvPr/>
        </p:nvSpPr>
        <p:spPr bwMode="auto">
          <a:xfrm>
            <a:off x="5313363" y="4098925"/>
            <a:ext cx="339725"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E</a:t>
            </a:r>
          </a:p>
        </p:txBody>
      </p:sp>
      <p:sp>
        <p:nvSpPr>
          <p:cNvPr id="35849" name="Text Box 10">
            <a:extLst>
              <a:ext uri="{FF2B5EF4-FFF2-40B4-BE49-F238E27FC236}">
                <a16:creationId xmlns:a16="http://schemas.microsoft.com/office/drawing/2014/main" id="{4643AE3A-D222-8964-704A-A1A7F5DFBD0A}"/>
              </a:ext>
            </a:extLst>
          </p:cNvPr>
          <p:cNvSpPr txBox="1">
            <a:spLocks noChangeArrowheads="1"/>
          </p:cNvSpPr>
          <p:nvPr/>
        </p:nvSpPr>
        <p:spPr bwMode="auto">
          <a:xfrm>
            <a:off x="7218363" y="4784725"/>
            <a:ext cx="325437"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F</a:t>
            </a:r>
          </a:p>
        </p:txBody>
      </p:sp>
      <p:sp>
        <p:nvSpPr>
          <p:cNvPr id="35850" name="Arc 14">
            <a:extLst>
              <a:ext uri="{FF2B5EF4-FFF2-40B4-BE49-F238E27FC236}">
                <a16:creationId xmlns:a16="http://schemas.microsoft.com/office/drawing/2014/main" id="{B09E2131-0C1B-7B0D-E9E3-CBAC1BAE9818}"/>
              </a:ext>
            </a:extLst>
          </p:cNvPr>
          <p:cNvSpPr>
            <a:spLocks/>
          </p:cNvSpPr>
          <p:nvPr/>
        </p:nvSpPr>
        <p:spPr bwMode="auto">
          <a:xfrm>
            <a:off x="2606675" y="5089525"/>
            <a:ext cx="304800" cy="228600"/>
          </a:xfrm>
          <a:custGeom>
            <a:avLst/>
            <a:gdLst>
              <a:gd name="T0" fmla="*/ 0 w 21600"/>
              <a:gd name="T1" fmla="*/ 0 h 21600"/>
              <a:gd name="T2" fmla="*/ 3048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1" name="Line 17">
            <a:extLst>
              <a:ext uri="{FF2B5EF4-FFF2-40B4-BE49-F238E27FC236}">
                <a16:creationId xmlns:a16="http://schemas.microsoft.com/office/drawing/2014/main" id="{A7F53BA1-0E16-84D9-8AFD-E4F10D61B29B}"/>
              </a:ext>
            </a:extLst>
          </p:cNvPr>
          <p:cNvSpPr>
            <a:spLocks noChangeShapeType="1"/>
          </p:cNvSpPr>
          <p:nvPr/>
        </p:nvSpPr>
        <p:spPr bwMode="auto">
          <a:xfrm rot="-2623187">
            <a:off x="2682875" y="5165725"/>
            <a:ext cx="228600" cy="1588"/>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pic>
        <p:nvPicPr>
          <p:cNvPr id="76811" name="Picture 28" descr="pe02854_">
            <a:extLst>
              <a:ext uri="{FF2B5EF4-FFF2-40B4-BE49-F238E27FC236}">
                <a16:creationId xmlns:a16="http://schemas.microsoft.com/office/drawing/2014/main" id="{BFCE8BFD-FC1C-9026-91D8-563741F1B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27432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3" name="AutoShape 30">
            <a:extLst>
              <a:ext uri="{FF2B5EF4-FFF2-40B4-BE49-F238E27FC236}">
                <a16:creationId xmlns:a16="http://schemas.microsoft.com/office/drawing/2014/main" id="{89C1C5DA-F8EE-D30A-4904-732C46B2AD9E}"/>
              </a:ext>
            </a:extLst>
          </p:cNvPr>
          <p:cNvSpPr>
            <a:spLocks noChangeArrowheads="1"/>
          </p:cNvSpPr>
          <p:nvPr/>
        </p:nvSpPr>
        <p:spPr bwMode="auto">
          <a:xfrm rot="5400000">
            <a:off x="5846763" y="4175125"/>
            <a:ext cx="914400" cy="1676400"/>
          </a:xfrm>
          <a:prstGeom prst="triangle">
            <a:avLst>
              <a:gd name="adj" fmla="val 50000"/>
            </a:avLst>
          </a:prstGeom>
          <a:noFill/>
          <a:ln w="28575">
            <a:solidFill>
              <a:srgbClr val="99CC00"/>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35854" name="Line 31">
            <a:extLst>
              <a:ext uri="{FF2B5EF4-FFF2-40B4-BE49-F238E27FC236}">
                <a16:creationId xmlns:a16="http://schemas.microsoft.com/office/drawing/2014/main" id="{18E5837D-8DF2-90EC-44F8-8B788060B77E}"/>
              </a:ext>
            </a:extLst>
          </p:cNvPr>
          <p:cNvSpPr>
            <a:spLocks noChangeShapeType="1"/>
          </p:cNvSpPr>
          <p:nvPr/>
        </p:nvSpPr>
        <p:spPr bwMode="auto">
          <a:xfrm>
            <a:off x="2530475" y="49371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5" name="Line 32">
            <a:extLst>
              <a:ext uri="{FF2B5EF4-FFF2-40B4-BE49-F238E27FC236}">
                <a16:creationId xmlns:a16="http://schemas.microsoft.com/office/drawing/2014/main" id="{399DDBF0-7F2F-2E5A-6FA2-86F21611721D}"/>
              </a:ext>
            </a:extLst>
          </p:cNvPr>
          <p:cNvSpPr>
            <a:spLocks noChangeShapeType="1"/>
          </p:cNvSpPr>
          <p:nvPr/>
        </p:nvSpPr>
        <p:spPr bwMode="auto">
          <a:xfrm rot="-2969076">
            <a:off x="3178969" y="4861719"/>
            <a:ext cx="228600" cy="1588"/>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6" name="Line 33">
            <a:extLst>
              <a:ext uri="{FF2B5EF4-FFF2-40B4-BE49-F238E27FC236}">
                <a16:creationId xmlns:a16="http://schemas.microsoft.com/office/drawing/2014/main" id="{5ABC4456-CD8B-B699-B533-450383516F80}"/>
              </a:ext>
            </a:extLst>
          </p:cNvPr>
          <p:cNvSpPr>
            <a:spLocks noChangeShapeType="1"/>
          </p:cNvSpPr>
          <p:nvPr/>
        </p:nvSpPr>
        <p:spPr bwMode="auto">
          <a:xfrm rot="-2969076">
            <a:off x="3293269" y="4898231"/>
            <a:ext cx="228600" cy="1588"/>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7" name="Arc 34">
            <a:extLst>
              <a:ext uri="{FF2B5EF4-FFF2-40B4-BE49-F238E27FC236}">
                <a16:creationId xmlns:a16="http://schemas.microsoft.com/office/drawing/2014/main" id="{2C6439BC-2521-B5D0-75BA-4EF3C5F1CFEC}"/>
              </a:ext>
            </a:extLst>
          </p:cNvPr>
          <p:cNvSpPr>
            <a:spLocks/>
          </p:cNvSpPr>
          <p:nvPr/>
        </p:nvSpPr>
        <p:spPr bwMode="auto">
          <a:xfrm>
            <a:off x="5465763" y="5202238"/>
            <a:ext cx="304800" cy="228600"/>
          </a:xfrm>
          <a:custGeom>
            <a:avLst/>
            <a:gdLst>
              <a:gd name="T0" fmla="*/ 0 w 21600"/>
              <a:gd name="T1" fmla="*/ 0 h 21600"/>
              <a:gd name="T2" fmla="*/ 3048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8" name="Line 35">
            <a:extLst>
              <a:ext uri="{FF2B5EF4-FFF2-40B4-BE49-F238E27FC236}">
                <a16:creationId xmlns:a16="http://schemas.microsoft.com/office/drawing/2014/main" id="{D208CD72-FB74-8810-9A19-246254D30BE3}"/>
              </a:ext>
            </a:extLst>
          </p:cNvPr>
          <p:cNvSpPr>
            <a:spLocks noChangeShapeType="1"/>
          </p:cNvSpPr>
          <p:nvPr/>
        </p:nvSpPr>
        <p:spPr bwMode="auto">
          <a:xfrm rot="-2623187">
            <a:off x="5541963" y="5278438"/>
            <a:ext cx="228600" cy="1587"/>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59" name="Line 36">
            <a:extLst>
              <a:ext uri="{FF2B5EF4-FFF2-40B4-BE49-F238E27FC236}">
                <a16:creationId xmlns:a16="http://schemas.microsoft.com/office/drawing/2014/main" id="{42D33B16-3A66-EA86-A6F2-7274A40D6799}"/>
              </a:ext>
            </a:extLst>
          </p:cNvPr>
          <p:cNvSpPr>
            <a:spLocks noChangeShapeType="1"/>
          </p:cNvSpPr>
          <p:nvPr/>
        </p:nvSpPr>
        <p:spPr bwMode="auto">
          <a:xfrm>
            <a:off x="5389563" y="5049838"/>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60" name="Line 37">
            <a:extLst>
              <a:ext uri="{FF2B5EF4-FFF2-40B4-BE49-F238E27FC236}">
                <a16:creationId xmlns:a16="http://schemas.microsoft.com/office/drawing/2014/main" id="{A352E2E5-AFEF-81D4-E135-70AB2B4D68F8}"/>
              </a:ext>
            </a:extLst>
          </p:cNvPr>
          <p:cNvSpPr>
            <a:spLocks noChangeShapeType="1"/>
          </p:cNvSpPr>
          <p:nvPr/>
        </p:nvSpPr>
        <p:spPr bwMode="auto">
          <a:xfrm rot="-2969076">
            <a:off x="6038057" y="4709319"/>
            <a:ext cx="228600" cy="1587"/>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61" name="Line 38">
            <a:extLst>
              <a:ext uri="{FF2B5EF4-FFF2-40B4-BE49-F238E27FC236}">
                <a16:creationId xmlns:a16="http://schemas.microsoft.com/office/drawing/2014/main" id="{10F1DD42-5061-8E32-571A-1EBAD202466B}"/>
              </a:ext>
            </a:extLst>
          </p:cNvPr>
          <p:cNvSpPr>
            <a:spLocks noChangeShapeType="1"/>
          </p:cNvSpPr>
          <p:nvPr/>
        </p:nvSpPr>
        <p:spPr bwMode="auto">
          <a:xfrm rot="-2969076">
            <a:off x="6152357" y="4745831"/>
            <a:ext cx="228600" cy="1587"/>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5862" name="Text Box 39">
            <a:extLst>
              <a:ext uri="{FF2B5EF4-FFF2-40B4-BE49-F238E27FC236}">
                <a16:creationId xmlns:a16="http://schemas.microsoft.com/office/drawing/2014/main" id="{C5515851-CBDC-7709-2D92-8BD6A5EAA0A5}"/>
              </a:ext>
            </a:extLst>
          </p:cNvPr>
          <p:cNvSpPr txBox="1">
            <a:spLocks noChangeArrowheads="1"/>
          </p:cNvSpPr>
          <p:nvPr/>
        </p:nvSpPr>
        <p:spPr bwMode="auto">
          <a:xfrm>
            <a:off x="3276600" y="6019800"/>
            <a:ext cx="3124200" cy="457200"/>
          </a:xfrm>
          <a:prstGeom prst="rect">
            <a:avLst/>
          </a:prstGeom>
          <a:solidFill>
            <a:srgbClr val="FFFF00"/>
          </a:solidFill>
          <a:ln w="9525">
            <a:noFill/>
            <a:miter lim="800000"/>
            <a:headEnd/>
            <a:tailEnd/>
          </a:ln>
        </p:spPr>
        <p:txBody>
          <a:bodyPr>
            <a:spAutoFit/>
          </a:bodyPr>
          <a:lstStyle/>
          <a:p>
            <a:pPr algn="ctr" eaLnBrk="1" hangingPunct="1">
              <a:spcBef>
                <a:spcPct val="50000"/>
              </a:spcBef>
              <a:defRPr/>
            </a:pPr>
            <a:r>
              <a:rPr lang="en-US" sz="2400" b="1">
                <a:effectLst>
                  <a:outerShdw blurRad="38100" dist="38100" dir="2700000" algn="tl">
                    <a:srgbClr val="000000">
                      <a:alpha val="43137"/>
                    </a:srgbClr>
                  </a:outerShdw>
                </a:effectLst>
                <a:latin typeface="Times New Roman" pitchFamily="18" charset="0"/>
                <a:cs typeface="Arial" charset="0"/>
              </a:rPr>
              <a:t>NOT CONGRUENT</a:t>
            </a:r>
          </a:p>
        </p:txBody>
      </p:sp>
      <p:sp>
        <p:nvSpPr>
          <p:cNvPr id="35863" name="AutoShape 29">
            <a:extLst>
              <a:ext uri="{FF2B5EF4-FFF2-40B4-BE49-F238E27FC236}">
                <a16:creationId xmlns:a16="http://schemas.microsoft.com/office/drawing/2014/main" id="{02EA1ABC-3FC1-4346-2BA8-1382FD7857EB}"/>
              </a:ext>
            </a:extLst>
          </p:cNvPr>
          <p:cNvSpPr>
            <a:spLocks noChangeArrowheads="1"/>
          </p:cNvSpPr>
          <p:nvPr/>
        </p:nvSpPr>
        <p:spPr bwMode="auto">
          <a:xfrm>
            <a:off x="2743200" y="1371600"/>
            <a:ext cx="3962400" cy="2057400"/>
          </a:xfrm>
          <a:prstGeom prst="wedgeEllipseCallout">
            <a:avLst>
              <a:gd name="adj1" fmla="val -66708"/>
              <a:gd name="adj2" fmla="val 23301"/>
            </a:avLst>
          </a:prstGeom>
          <a:solidFill>
            <a:srgbClr val="E6FCFC"/>
          </a:solidFill>
          <a:ln w="9525">
            <a:solidFill>
              <a:schemeClr val="tx1"/>
            </a:solidFill>
            <a:miter lim="800000"/>
            <a:headEnd/>
            <a:tailEnd/>
          </a:ln>
        </p:spPr>
        <p:txBody>
          <a:bodyPr/>
          <a:lstStyle/>
          <a:p>
            <a:pPr algn="ctr" eaLnBrk="1" hangingPunct="1">
              <a:defRPr/>
            </a:pPr>
            <a:r>
              <a:rPr lang="en-US" sz="2800" b="1">
                <a:effectLst>
                  <a:outerShdw blurRad="38100" dist="38100" dir="2700000" algn="tl">
                    <a:srgbClr val="000000">
                      <a:alpha val="43137"/>
                    </a:srgbClr>
                  </a:outerShdw>
                </a:effectLst>
                <a:latin typeface="Times New Roman" pitchFamily="18" charset="0"/>
                <a:cs typeface="Arial" charset="0"/>
              </a:rPr>
              <a:t>There is no such thing as an SSA postulate!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207125C-79F7-D38B-95AB-66EC5694A28E}"/>
              </a:ext>
            </a:extLst>
          </p:cNvPr>
          <p:cNvSpPr>
            <a:spLocks noChangeArrowheads="1"/>
          </p:cNvSpPr>
          <p:nvPr/>
        </p:nvSpPr>
        <p:spPr bwMode="auto">
          <a:xfrm>
            <a:off x="0" y="152400"/>
            <a:ext cx="9144000" cy="1143000"/>
          </a:xfrm>
          <a:prstGeom prst="rect">
            <a:avLst/>
          </a:prstGeom>
          <a:noFill/>
          <a:ln w="9525">
            <a:noFill/>
            <a:miter lim="800000"/>
            <a:headEnd/>
            <a:tailEnd/>
          </a:ln>
          <a:effectLst/>
        </p:spPr>
        <p:txBody>
          <a:bodyPr anchor="ctr"/>
          <a:lstStyle/>
          <a:p>
            <a:pPr algn="ctr" eaLnBrk="1" hangingPunct="1">
              <a:defRPr/>
            </a:pPr>
            <a:r>
              <a:rPr lang="en-US" sz="4400" i="1">
                <a:solidFill>
                  <a:schemeClr val="tx2"/>
                </a:solidFill>
                <a:effectLst>
                  <a:outerShdw blurRad="38100" dist="38100" dir="2700000" algn="tl">
                    <a:srgbClr val="C0C0C0"/>
                  </a:outerShdw>
                </a:effectLst>
                <a:cs typeface="Arial" charset="0"/>
              </a:rPr>
              <a:t>Warning:</a:t>
            </a:r>
            <a:r>
              <a:rPr lang="en-US" sz="4400">
                <a:solidFill>
                  <a:schemeClr val="tx2"/>
                </a:solidFill>
                <a:effectLst>
                  <a:outerShdw blurRad="38100" dist="38100" dir="2700000" algn="tl">
                    <a:srgbClr val="C0C0C0"/>
                  </a:outerShdw>
                </a:effectLst>
                <a:cs typeface="Arial" charset="0"/>
              </a:rPr>
              <a:t> No AAA Postulate</a:t>
            </a:r>
          </a:p>
        </p:txBody>
      </p:sp>
      <p:sp>
        <p:nvSpPr>
          <p:cNvPr id="36867" name="AutoShape 4">
            <a:extLst>
              <a:ext uri="{FF2B5EF4-FFF2-40B4-BE49-F238E27FC236}">
                <a16:creationId xmlns:a16="http://schemas.microsoft.com/office/drawing/2014/main" id="{30E0B4AC-1914-C77B-7E07-4512B3822741}"/>
              </a:ext>
            </a:extLst>
          </p:cNvPr>
          <p:cNvSpPr>
            <a:spLocks noChangeArrowheads="1"/>
          </p:cNvSpPr>
          <p:nvPr/>
        </p:nvSpPr>
        <p:spPr bwMode="auto">
          <a:xfrm>
            <a:off x="2236788" y="4616450"/>
            <a:ext cx="1600200" cy="762000"/>
          </a:xfrm>
          <a:prstGeom prst="rtTriangle">
            <a:avLst/>
          </a:prstGeom>
          <a:noFill/>
          <a:ln w="2857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36868" name="Text Box 5">
            <a:extLst>
              <a:ext uri="{FF2B5EF4-FFF2-40B4-BE49-F238E27FC236}">
                <a16:creationId xmlns:a16="http://schemas.microsoft.com/office/drawing/2014/main" id="{133904F6-3A58-06D8-06D7-694A6F27ECE7}"/>
              </a:ext>
            </a:extLst>
          </p:cNvPr>
          <p:cNvSpPr txBox="1">
            <a:spLocks noChangeArrowheads="1"/>
          </p:cNvSpPr>
          <p:nvPr/>
        </p:nvSpPr>
        <p:spPr bwMode="auto">
          <a:xfrm>
            <a:off x="2084388" y="5362575"/>
            <a:ext cx="368300"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A</a:t>
            </a:r>
          </a:p>
        </p:txBody>
      </p:sp>
      <p:sp>
        <p:nvSpPr>
          <p:cNvPr id="36869" name="Text Box 6">
            <a:extLst>
              <a:ext uri="{FF2B5EF4-FFF2-40B4-BE49-F238E27FC236}">
                <a16:creationId xmlns:a16="http://schemas.microsoft.com/office/drawing/2014/main" id="{B1310646-5905-A8A2-1ABA-9DF44CF1F97E}"/>
              </a:ext>
            </a:extLst>
          </p:cNvPr>
          <p:cNvSpPr txBox="1">
            <a:spLocks noChangeArrowheads="1"/>
          </p:cNvSpPr>
          <p:nvPr/>
        </p:nvSpPr>
        <p:spPr bwMode="auto">
          <a:xfrm>
            <a:off x="3608388" y="5378450"/>
            <a:ext cx="354012"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C</a:t>
            </a:r>
          </a:p>
        </p:txBody>
      </p:sp>
      <p:sp>
        <p:nvSpPr>
          <p:cNvPr id="36870" name="Text Box 7">
            <a:extLst>
              <a:ext uri="{FF2B5EF4-FFF2-40B4-BE49-F238E27FC236}">
                <a16:creationId xmlns:a16="http://schemas.microsoft.com/office/drawing/2014/main" id="{78623262-3946-2406-9EB4-82D27673FD2F}"/>
              </a:ext>
            </a:extLst>
          </p:cNvPr>
          <p:cNvSpPr txBox="1">
            <a:spLocks noChangeArrowheads="1"/>
          </p:cNvSpPr>
          <p:nvPr/>
        </p:nvSpPr>
        <p:spPr bwMode="auto">
          <a:xfrm>
            <a:off x="2111375" y="4235450"/>
            <a:ext cx="354013"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B</a:t>
            </a:r>
          </a:p>
        </p:txBody>
      </p:sp>
      <p:sp>
        <p:nvSpPr>
          <p:cNvPr id="36871" name="Text Box 8">
            <a:extLst>
              <a:ext uri="{FF2B5EF4-FFF2-40B4-BE49-F238E27FC236}">
                <a16:creationId xmlns:a16="http://schemas.microsoft.com/office/drawing/2014/main" id="{844EDEEE-49FB-DE5D-5B6C-6FF8AD2D890D}"/>
              </a:ext>
            </a:extLst>
          </p:cNvPr>
          <p:cNvSpPr txBox="1">
            <a:spLocks noChangeArrowheads="1"/>
          </p:cNvSpPr>
          <p:nvPr/>
        </p:nvSpPr>
        <p:spPr bwMode="auto">
          <a:xfrm>
            <a:off x="4876800" y="5546725"/>
            <a:ext cx="368300"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D</a:t>
            </a:r>
          </a:p>
        </p:txBody>
      </p:sp>
      <p:sp>
        <p:nvSpPr>
          <p:cNvPr id="36872" name="Text Box 9">
            <a:extLst>
              <a:ext uri="{FF2B5EF4-FFF2-40B4-BE49-F238E27FC236}">
                <a16:creationId xmlns:a16="http://schemas.microsoft.com/office/drawing/2014/main" id="{03AEE059-5AAF-063F-9E95-6D498F271022}"/>
              </a:ext>
            </a:extLst>
          </p:cNvPr>
          <p:cNvSpPr txBox="1">
            <a:spLocks noChangeArrowheads="1"/>
          </p:cNvSpPr>
          <p:nvPr/>
        </p:nvSpPr>
        <p:spPr bwMode="auto">
          <a:xfrm>
            <a:off x="4841875" y="4098925"/>
            <a:ext cx="339725"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E</a:t>
            </a:r>
          </a:p>
        </p:txBody>
      </p:sp>
      <p:sp>
        <p:nvSpPr>
          <p:cNvPr id="36873" name="Text Box 10">
            <a:extLst>
              <a:ext uri="{FF2B5EF4-FFF2-40B4-BE49-F238E27FC236}">
                <a16:creationId xmlns:a16="http://schemas.microsoft.com/office/drawing/2014/main" id="{29429569-1179-A57A-201A-04B1B32B5FB2}"/>
              </a:ext>
            </a:extLst>
          </p:cNvPr>
          <p:cNvSpPr txBox="1">
            <a:spLocks noChangeArrowheads="1"/>
          </p:cNvSpPr>
          <p:nvPr/>
        </p:nvSpPr>
        <p:spPr bwMode="auto">
          <a:xfrm>
            <a:off x="7620000" y="5378450"/>
            <a:ext cx="325438" cy="396875"/>
          </a:xfrm>
          <a:prstGeom prst="rect">
            <a:avLst/>
          </a:prstGeom>
          <a:noFill/>
          <a:ln w="9525">
            <a:noFill/>
            <a:miter lim="800000"/>
            <a:headEnd/>
            <a:tailEnd/>
          </a:ln>
        </p:spPr>
        <p:txBody>
          <a:bodyPr wrap="none">
            <a:spAutoFit/>
          </a:bodyPr>
          <a:lstStyle/>
          <a:p>
            <a:pPr eaLnBrk="1" hangingPunct="1">
              <a:defRPr/>
            </a:pPr>
            <a:r>
              <a:rPr lang="en-US" sz="2000">
                <a:effectLst>
                  <a:outerShdw blurRad="38100" dist="38100" dir="2700000" algn="tl">
                    <a:srgbClr val="000000">
                      <a:alpha val="43137"/>
                    </a:srgbClr>
                  </a:outerShdw>
                </a:effectLst>
                <a:latin typeface="Times New Roman" pitchFamily="18" charset="0"/>
                <a:cs typeface="Arial" charset="0"/>
              </a:rPr>
              <a:t>F</a:t>
            </a:r>
          </a:p>
        </p:txBody>
      </p:sp>
      <p:sp>
        <p:nvSpPr>
          <p:cNvPr id="36874" name="Arc 11">
            <a:extLst>
              <a:ext uri="{FF2B5EF4-FFF2-40B4-BE49-F238E27FC236}">
                <a16:creationId xmlns:a16="http://schemas.microsoft.com/office/drawing/2014/main" id="{C1CB96F5-8397-E146-1232-AD5B3026A002}"/>
              </a:ext>
            </a:extLst>
          </p:cNvPr>
          <p:cNvSpPr>
            <a:spLocks/>
          </p:cNvSpPr>
          <p:nvPr/>
        </p:nvSpPr>
        <p:spPr bwMode="auto">
          <a:xfrm>
            <a:off x="2246313" y="5165725"/>
            <a:ext cx="304800" cy="228600"/>
          </a:xfrm>
          <a:custGeom>
            <a:avLst/>
            <a:gdLst>
              <a:gd name="T0" fmla="*/ 0 w 21600"/>
              <a:gd name="T1" fmla="*/ 0 h 21600"/>
              <a:gd name="T2" fmla="*/ 3048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75" name="Line 12">
            <a:extLst>
              <a:ext uri="{FF2B5EF4-FFF2-40B4-BE49-F238E27FC236}">
                <a16:creationId xmlns:a16="http://schemas.microsoft.com/office/drawing/2014/main" id="{41C27D10-7F13-9626-7BA7-B1359242369D}"/>
              </a:ext>
            </a:extLst>
          </p:cNvPr>
          <p:cNvSpPr>
            <a:spLocks noChangeShapeType="1"/>
          </p:cNvSpPr>
          <p:nvPr/>
        </p:nvSpPr>
        <p:spPr bwMode="auto">
          <a:xfrm rot="-2623187">
            <a:off x="2322513" y="5241925"/>
            <a:ext cx="228600" cy="1588"/>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pic>
        <p:nvPicPr>
          <p:cNvPr id="77835" name="Picture 13" descr="pe02854_">
            <a:extLst>
              <a:ext uri="{FF2B5EF4-FFF2-40B4-BE49-F238E27FC236}">
                <a16:creationId xmlns:a16="http://schemas.microsoft.com/office/drawing/2014/main" id="{FD8F82F5-6697-D1B3-7474-FB01C6DCC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27432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7" name="AutoShape 14">
            <a:extLst>
              <a:ext uri="{FF2B5EF4-FFF2-40B4-BE49-F238E27FC236}">
                <a16:creationId xmlns:a16="http://schemas.microsoft.com/office/drawing/2014/main" id="{8D3BF24E-D2AC-5B93-CE9E-FC761F9A78AF}"/>
              </a:ext>
            </a:extLst>
          </p:cNvPr>
          <p:cNvSpPr>
            <a:spLocks noChangeArrowheads="1"/>
          </p:cNvSpPr>
          <p:nvPr/>
        </p:nvSpPr>
        <p:spPr bwMode="auto">
          <a:xfrm>
            <a:off x="3048000" y="1295400"/>
            <a:ext cx="3962400" cy="2057400"/>
          </a:xfrm>
          <a:prstGeom prst="wedgeEllipseCallout">
            <a:avLst>
              <a:gd name="adj1" fmla="val -66708"/>
              <a:gd name="adj2" fmla="val 23301"/>
            </a:avLst>
          </a:prstGeom>
          <a:solidFill>
            <a:srgbClr val="F7DDF9"/>
          </a:solidFill>
          <a:ln w="9525">
            <a:solidFill>
              <a:schemeClr val="tx1"/>
            </a:solidFill>
            <a:miter lim="800000"/>
            <a:headEnd/>
            <a:tailEnd/>
          </a:ln>
        </p:spPr>
        <p:txBody>
          <a:bodyPr/>
          <a:lstStyle/>
          <a:p>
            <a:pPr algn="ctr" eaLnBrk="1" hangingPunct="1">
              <a:defRPr/>
            </a:pPr>
            <a:r>
              <a:rPr lang="en-US" sz="2800" b="1">
                <a:effectLst>
                  <a:outerShdw blurRad="38100" dist="38100" dir="2700000" algn="tl">
                    <a:srgbClr val="000000">
                      <a:alpha val="43137"/>
                    </a:srgbClr>
                  </a:outerShdw>
                </a:effectLst>
                <a:latin typeface="Times New Roman" pitchFamily="18" charset="0"/>
                <a:cs typeface="Arial" charset="0"/>
              </a:rPr>
              <a:t>There is no such thing as an AAA postulate! </a:t>
            </a:r>
          </a:p>
        </p:txBody>
      </p:sp>
      <p:sp>
        <p:nvSpPr>
          <p:cNvPr id="36878" name="Arc 24">
            <a:extLst>
              <a:ext uri="{FF2B5EF4-FFF2-40B4-BE49-F238E27FC236}">
                <a16:creationId xmlns:a16="http://schemas.microsoft.com/office/drawing/2014/main" id="{CDA98776-42D8-BF66-E084-EF45718C5C52}"/>
              </a:ext>
            </a:extLst>
          </p:cNvPr>
          <p:cNvSpPr>
            <a:spLocks/>
          </p:cNvSpPr>
          <p:nvPr/>
        </p:nvSpPr>
        <p:spPr bwMode="auto">
          <a:xfrm flipH="1">
            <a:off x="3200400" y="5089525"/>
            <a:ext cx="76200" cy="304800"/>
          </a:xfrm>
          <a:custGeom>
            <a:avLst/>
            <a:gdLst>
              <a:gd name="T0" fmla="*/ 0 w 21600"/>
              <a:gd name="T1" fmla="*/ 0 h 21600"/>
              <a:gd name="T2" fmla="*/ 76200 w 21600"/>
              <a:gd name="T3" fmla="*/ 304800 h 21600"/>
              <a:gd name="T4" fmla="*/ 0 w 21600"/>
              <a:gd name="T5" fmla="*/ 3048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79" name="Line 25">
            <a:extLst>
              <a:ext uri="{FF2B5EF4-FFF2-40B4-BE49-F238E27FC236}">
                <a16:creationId xmlns:a16="http://schemas.microsoft.com/office/drawing/2014/main" id="{F014C668-9ADF-250C-5A99-72881086B9E9}"/>
              </a:ext>
            </a:extLst>
          </p:cNvPr>
          <p:cNvSpPr>
            <a:spLocks noChangeShapeType="1"/>
          </p:cNvSpPr>
          <p:nvPr/>
        </p:nvSpPr>
        <p:spPr bwMode="auto">
          <a:xfrm rot="1153795">
            <a:off x="3124200" y="53181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0" name="Line 26">
            <a:extLst>
              <a:ext uri="{FF2B5EF4-FFF2-40B4-BE49-F238E27FC236}">
                <a16:creationId xmlns:a16="http://schemas.microsoft.com/office/drawing/2014/main" id="{A4C216E3-5F22-A066-AE9A-74F44EC1BCB0}"/>
              </a:ext>
            </a:extLst>
          </p:cNvPr>
          <p:cNvSpPr>
            <a:spLocks noChangeShapeType="1"/>
          </p:cNvSpPr>
          <p:nvPr/>
        </p:nvSpPr>
        <p:spPr bwMode="auto">
          <a:xfrm rot="1153795">
            <a:off x="3124200" y="52419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1" name="Line 34">
            <a:extLst>
              <a:ext uri="{FF2B5EF4-FFF2-40B4-BE49-F238E27FC236}">
                <a16:creationId xmlns:a16="http://schemas.microsoft.com/office/drawing/2014/main" id="{6FF34800-68C4-CC33-7508-007A5CB51B4C}"/>
              </a:ext>
            </a:extLst>
          </p:cNvPr>
          <p:cNvSpPr>
            <a:spLocks noChangeShapeType="1"/>
          </p:cNvSpPr>
          <p:nvPr/>
        </p:nvSpPr>
        <p:spPr bwMode="auto">
          <a:xfrm rot="1153795">
            <a:off x="3124200" y="51657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2" name="Line 36">
            <a:extLst>
              <a:ext uri="{FF2B5EF4-FFF2-40B4-BE49-F238E27FC236}">
                <a16:creationId xmlns:a16="http://schemas.microsoft.com/office/drawing/2014/main" id="{A3FF0C5A-3ECE-62CD-E220-9C12B1226519}"/>
              </a:ext>
            </a:extLst>
          </p:cNvPr>
          <p:cNvSpPr>
            <a:spLocks noChangeShapeType="1"/>
          </p:cNvSpPr>
          <p:nvPr/>
        </p:nvSpPr>
        <p:spPr bwMode="auto">
          <a:xfrm rot="1153795">
            <a:off x="2362200" y="47847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3" name="Line 37">
            <a:extLst>
              <a:ext uri="{FF2B5EF4-FFF2-40B4-BE49-F238E27FC236}">
                <a16:creationId xmlns:a16="http://schemas.microsoft.com/office/drawing/2014/main" id="{2E0F361A-ABD7-161C-C20A-49235F739D1C}"/>
              </a:ext>
            </a:extLst>
          </p:cNvPr>
          <p:cNvSpPr>
            <a:spLocks noChangeShapeType="1"/>
          </p:cNvSpPr>
          <p:nvPr/>
        </p:nvSpPr>
        <p:spPr bwMode="auto">
          <a:xfrm rot="1153795">
            <a:off x="2286000" y="48609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4" name="Arc 38">
            <a:extLst>
              <a:ext uri="{FF2B5EF4-FFF2-40B4-BE49-F238E27FC236}">
                <a16:creationId xmlns:a16="http://schemas.microsoft.com/office/drawing/2014/main" id="{8B576AF8-AB03-FE5E-8F7C-CDA79E8BBD50}"/>
              </a:ext>
            </a:extLst>
          </p:cNvPr>
          <p:cNvSpPr>
            <a:spLocks/>
          </p:cNvSpPr>
          <p:nvPr/>
        </p:nvSpPr>
        <p:spPr bwMode="auto">
          <a:xfrm flipV="1">
            <a:off x="2209800" y="4784725"/>
            <a:ext cx="304800" cy="76200"/>
          </a:xfrm>
          <a:custGeom>
            <a:avLst/>
            <a:gdLst>
              <a:gd name="T0" fmla="*/ 0 w 21600"/>
              <a:gd name="T1" fmla="*/ 0 h 21600"/>
              <a:gd name="T2" fmla="*/ 3048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rot="10800000" wrap="none" anchor="ctr"/>
          <a:lstStyle/>
          <a:p>
            <a:pPr algn="ctr" eaLnBrk="1" hangingPunct="1">
              <a:defRPr/>
            </a:pPr>
            <a:endParaRPr lang="en-US" sz="2400">
              <a:effectLst>
                <a:outerShdw blurRad="38100" dist="38100" dir="2700000" algn="tl">
                  <a:srgbClr val="000000">
                    <a:alpha val="43137"/>
                  </a:srgbClr>
                </a:outerShdw>
              </a:effectLst>
              <a:latin typeface="Times New Roman" pitchFamily="18" charset="0"/>
              <a:cs typeface="Arial" charset="0"/>
            </a:endParaRPr>
          </a:p>
        </p:txBody>
      </p:sp>
      <p:sp>
        <p:nvSpPr>
          <p:cNvPr id="36885" name="AutoShape 39">
            <a:extLst>
              <a:ext uri="{FF2B5EF4-FFF2-40B4-BE49-F238E27FC236}">
                <a16:creationId xmlns:a16="http://schemas.microsoft.com/office/drawing/2014/main" id="{F77D3840-7ECB-C3A2-7763-482971B9EA0A}"/>
              </a:ext>
            </a:extLst>
          </p:cNvPr>
          <p:cNvSpPr>
            <a:spLocks noChangeArrowheads="1"/>
          </p:cNvSpPr>
          <p:nvPr/>
        </p:nvSpPr>
        <p:spPr bwMode="auto">
          <a:xfrm>
            <a:off x="5105400" y="4479925"/>
            <a:ext cx="2514600" cy="990600"/>
          </a:xfrm>
          <a:prstGeom prst="rtTriangle">
            <a:avLst/>
          </a:prstGeom>
          <a:noFill/>
          <a:ln w="2857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36886" name="Arc 40">
            <a:extLst>
              <a:ext uri="{FF2B5EF4-FFF2-40B4-BE49-F238E27FC236}">
                <a16:creationId xmlns:a16="http://schemas.microsoft.com/office/drawing/2014/main" id="{5FE6A900-56F3-B65E-9965-39DEDBF274FF}"/>
              </a:ext>
            </a:extLst>
          </p:cNvPr>
          <p:cNvSpPr>
            <a:spLocks/>
          </p:cNvSpPr>
          <p:nvPr/>
        </p:nvSpPr>
        <p:spPr bwMode="auto">
          <a:xfrm>
            <a:off x="5105400" y="5241925"/>
            <a:ext cx="304800" cy="228600"/>
          </a:xfrm>
          <a:custGeom>
            <a:avLst/>
            <a:gdLst>
              <a:gd name="T0" fmla="*/ 0 w 21600"/>
              <a:gd name="T1" fmla="*/ 0 h 21600"/>
              <a:gd name="T2" fmla="*/ 3048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7" name="Line 41">
            <a:extLst>
              <a:ext uri="{FF2B5EF4-FFF2-40B4-BE49-F238E27FC236}">
                <a16:creationId xmlns:a16="http://schemas.microsoft.com/office/drawing/2014/main" id="{9D82631B-6010-FDDF-ED3B-297567315CC8}"/>
              </a:ext>
            </a:extLst>
          </p:cNvPr>
          <p:cNvSpPr>
            <a:spLocks noChangeShapeType="1"/>
          </p:cNvSpPr>
          <p:nvPr/>
        </p:nvSpPr>
        <p:spPr bwMode="auto">
          <a:xfrm rot="-2623187">
            <a:off x="5181600" y="5241925"/>
            <a:ext cx="228600" cy="1588"/>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8" name="Line 42">
            <a:extLst>
              <a:ext uri="{FF2B5EF4-FFF2-40B4-BE49-F238E27FC236}">
                <a16:creationId xmlns:a16="http://schemas.microsoft.com/office/drawing/2014/main" id="{35F26209-D2CA-D8AF-DFAF-3A77C6E67680}"/>
              </a:ext>
            </a:extLst>
          </p:cNvPr>
          <p:cNvSpPr>
            <a:spLocks noChangeShapeType="1"/>
          </p:cNvSpPr>
          <p:nvPr/>
        </p:nvSpPr>
        <p:spPr bwMode="auto">
          <a:xfrm rot="1153795">
            <a:off x="6781800" y="53943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89" name="Line 43">
            <a:extLst>
              <a:ext uri="{FF2B5EF4-FFF2-40B4-BE49-F238E27FC236}">
                <a16:creationId xmlns:a16="http://schemas.microsoft.com/office/drawing/2014/main" id="{662E8F31-E248-062C-F1AE-EB90ACEF8A7A}"/>
              </a:ext>
            </a:extLst>
          </p:cNvPr>
          <p:cNvSpPr>
            <a:spLocks noChangeShapeType="1"/>
          </p:cNvSpPr>
          <p:nvPr/>
        </p:nvSpPr>
        <p:spPr bwMode="auto">
          <a:xfrm rot="1153795">
            <a:off x="6781800" y="53181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0" name="Line 44">
            <a:extLst>
              <a:ext uri="{FF2B5EF4-FFF2-40B4-BE49-F238E27FC236}">
                <a16:creationId xmlns:a16="http://schemas.microsoft.com/office/drawing/2014/main" id="{A0F402BA-9237-6DC1-EF1B-7CDD0A955124}"/>
              </a:ext>
            </a:extLst>
          </p:cNvPr>
          <p:cNvSpPr>
            <a:spLocks noChangeShapeType="1"/>
          </p:cNvSpPr>
          <p:nvPr/>
        </p:nvSpPr>
        <p:spPr bwMode="auto">
          <a:xfrm rot="1153795">
            <a:off x="6781800" y="52419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1" name="Arc 48">
            <a:extLst>
              <a:ext uri="{FF2B5EF4-FFF2-40B4-BE49-F238E27FC236}">
                <a16:creationId xmlns:a16="http://schemas.microsoft.com/office/drawing/2014/main" id="{05143D2C-74E7-FFD7-BB17-81E9A282BB17}"/>
              </a:ext>
            </a:extLst>
          </p:cNvPr>
          <p:cNvSpPr>
            <a:spLocks/>
          </p:cNvSpPr>
          <p:nvPr/>
        </p:nvSpPr>
        <p:spPr bwMode="auto">
          <a:xfrm flipV="1">
            <a:off x="5105400" y="4632325"/>
            <a:ext cx="304800" cy="152400"/>
          </a:xfrm>
          <a:custGeom>
            <a:avLst/>
            <a:gdLst>
              <a:gd name="T0" fmla="*/ 0 w 21600"/>
              <a:gd name="T1" fmla="*/ 0 h 21600"/>
              <a:gd name="T2" fmla="*/ 304800 w 21600"/>
              <a:gd name="T3" fmla="*/ 152400 h 21600"/>
              <a:gd name="T4" fmla="*/ 0 w 21600"/>
              <a:gd name="T5" fmla="*/ 1524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2" name="Line 49">
            <a:extLst>
              <a:ext uri="{FF2B5EF4-FFF2-40B4-BE49-F238E27FC236}">
                <a16:creationId xmlns:a16="http://schemas.microsoft.com/office/drawing/2014/main" id="{5A7E45F3-A1E3-DAC4-67EB-CD59882CA681}"/>
              </a:ext>
            </a:extLst>
          </p:cNvPr>
          <p:cNvSpPr>
            <a:spLocks noChangeShapeType="1"/>
          </p:cNvSpPr>
          <p:nvPr/>
        </p:nvSpPr>
        <p:spPr bwMode="auto">
          <a:xfrm rot="1153795">
            <a:off x="5257800" y="47085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3" name="Line 50">
            <a:extLst>
              <a:ext uri="{FF2B5EF4-FFF2-40B4-BE49-F238E27FC236}">
                <a16:creationId xmlns:a16="http://schemas.microsoft.com/office/drawing/2014/main" id="{36276C1D-F3D9-EFD5-C3CF-17A5F9DDC40A}"/>
              </a:ext>
            </a:extLst>
          </p:cNvPr>
          <p:cNvSpPr>
            <a:spLocks noChangeShapeType="1"/>
          </p:cNvSpPr>
          <p:nvPr/>
        </p:nvSpPr>
        <p:spPr bwMode="auto">
          <a:xfrm rot="1153795">
            <a:off x="5181600" y="4784725"/>
            <a:ext cx="228600" cy="0"/>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4" name="Arc 51">
            <a:extLst>
              <a:ext uri="{FF2B5EF4-FFF2-40B4-BE49-F238E27FC236}">
                <a16:creationId xmlns:a16="http://schemas.microsoft.com/office/drawing/2014/main" id="{AA4748B0-09FF-DFCA-1E38-A39C8C944733}"/>
              </a:ext>
            </a:extLst>
          </p:cNvPr>
          <p:cNvSpPr>
            <a:spLocks/>
          </p:cNvSpPr>
          <p:nvPr/>
        </p:nvSpPr>
        <p:spPr bwMode="auto">
          <a:xfrm flipH="1">
            <a:off x="6858000" y="5241925"/>
            <a:ext cx="152400" cy="228600"/>
          </a:xfrm>
          <a:custGeom>
            <a:avLst/>
            <a:gdLst>
              <a:gd name="T0" fmla="*/ 0 w 21600"/>
              <a:gd name="T1" fmla="*/ 0 h 21600"/>
              <a:gd name="T2" fmla="*/ 1524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6895" name="Text Box 53">
            <a:extLst>
              <a:ext uri="{FF2B5EF4-FFF2-40B4-BE49-F238E27FC236}">
                <a16:creationId xmlns:a16="http://schemas.microsoft.com/office/drawing/2014/main" id="{BE0ED7D5-3BCA-26F4-F99F-2440C6A385EA}"/>
              </a:ext>
            </a:extLst>
          </p:cNvPr>
          <p:cNvSpPr txBox="1">
            <a:spLocks noChangeArrowheads="1"/>
          </p:cNvSpPr>
          <p:nvPr/>
        </p:nvSpPr>
        <p:spPr bwMode="auto">
          <a:xfrm>
            <a:off x="3276600" y="6019800"/>
            <a:ext cx="3124200" cy="457200"/>
          </a:xfrm>
          <a:prstGeom prst="rect">
            <a:avLst/>
          </a:prstGeom>
          <a:solidFill>
            <a:srgbClr val="FFFF00"/>
          </a:solidFill>
          <a:ln w="9525">
            <a:noFill/>
            <a:miter lim="800000"/>
            <a:headEnd/>
            <a:tailEnd/>
          </a:ln>
        </p:spPr>
        <p:txBody>
          <a:bodyPr>
            <a:spAutoFit/>
          </a:bodyPr>
          <a:lstStyle/>
          <a:p>
            <a:pPr algn="ctr" eaLnBrk="1" hangingPunct="1">
              <a:spcBef>
                <a:spcPct val="50000"/>
              </a:spcBef>
              <a:defRPr/>
            </a:pPr>
            <a:r>
              <a:rPr lang="en-US" sz="2400" b="1">
                <a:effectLst>
                  <a:outerShdw blurRad="38100" dist="38100" dir="2700000" algn="tl">
                    <a:srgbClr val="000000">
                      <a:alpha val="43137"/>
                    </a:srgbClr>
                  </a:outerShdw>
                </a:effectLst>
                <a:latin typeface="Times New Roman" pitchFamily="18" charset="0"/>
                <a:cs typeface="Arial" charset="0"/>
              </a:rPr>
              <a:t>NOT CONGRUENT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1">
            <a:extLst>
              <a:ext uri="{FF2B5EF4-FFF2-40B4-BE49-F238E27FC236}">
                <a16:creationId xmlns:a16="http://schemas.microsoft.com/office/drawing/2014/main" id="{0940D0C9-ABC2-E564-D17C-9B105999C9D7}"/>
              </a:ext>
            </a:extLst>
          </p:cNvPr>
          <p:cNvSpPr txBox="1">
            <a:spLocks noChangeArrowheads="1"/>
          </p:cNvSpPr>
          <p:nvPr/>
        </p:nvSpPr>
        <p:spPr bwMode="auto">
          <a:xfrm>
            <a:off x="457200" y="442913"/>
            <a:ext cx="7772400" cy="6186487"/>
          </a:xfrm>
          <a:prstGeom prst="rect">
            <a:avLst/>
          </a:prstGeom>
          <a:noFill/>
          <a:ln w="9525">
            <a:no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4400">
                <a:effectLst>
                  <a:outerShdw blurRad="38100" dist="38100" dir="2700000" algn="tl">
                    <a:srgbClr val="444D26"/>
                  </a:outerShdw>
                </a:effectLst>
              </a:rPr>
              <a:t>Tell whether you can use the given information at determine whether </a:t>
            </a:r>
          </a:p>
          <a:p>
            <a:pPr eaLnBrk="1" hangingPunct="1">
              <a:buFont typeface="Symbol" panose="05050102010706020507" pitchFamily="18" charset="2"/>
              <a:buChar char="D"/>
            </a:pPr>
            <a:r>
              <a:rPr lang="en-US" altLang="en-US" sz="4400">
                <a:effectLst>
                  <a:outerShdw blurRad="38100" dist="38100" dir="2700000" algn="tl">
                    <a:srgbClr val="444D26"/>
                  </a:outerShdw>
                </a:effectLst>
              </a:rPr>
              <a:t>ABC </a:t>
            </a:r>
            <a:r>
              <a:rPr lang="en-US" altLang="en-US" sz="4400" b="1">
                <a:solidFill>
                  <a:schemeClr val="hlink"/>
                </a:solidFill>
                <a:effectLst>
                  <a:outerShdw blurRad="38100" dist="38100" dir="2700000" algn="tl">
                    <a:srgbClr val="FFFFFF"/>
                  </a:outerShdw>
                </a:effectLst>
                <a:sym typeface="Symbol" panose="05050102010706020507" pitchFamily="18" charset="2"/>
              </a:rPr>
              <a:t></a:t>
            </a:r>
            <a:r>
              <a:rPr lang="en-US" altLang="en-US" sz="4400">
                <a:effectLst>
                  <a:outerShdw blurRad="38100" dist="38100" dir="2700000" algn="tl">
                    <a:srgbClr val="444D26"/>
                  </a:outerShdw>
                </a:effectLst>
                <a:sym typeface="Symbol" panose="05050102010706020507" pitchFamily="18" charset="2"/>
              </a:rPr>
              <a:t> </a:t>
            </a:r>
            <a:r>
              <a:rPr lang="en-US" altLang="en-US" sz="4400">
                <a:effectLst>
                  <a:outerShdw blurRad="38100" dist="38100" dir="2700000" algn="tl">
                    <a:srgbClr val="444D26"/>
                  </a:outerShdw>
                </a:effectLst>
              </a:rPr>
              <a:t> DEF</a:t>
            </a:r>
          </a:p>
          <a:p>
            <a:pPr eaLnBrk="1" hangingPunct="1">
              <a:buFont typeface="Symbol" panose="05050102010706020507" pitchFamily="18" charset="2"/>
              <a:buChar char="D"/>
            </a:pPr>
            <a:endParaRPr lang="en-US" altLang="en-US" sz="4400">
              <a:effectLst>
                <a:outerShdw blurRad="38100" dist="38100" dir="2700000" algn="tl">
                  <a:srgbClr val="444D26"/>
                </a:outerShdw>
              </a:effectLst>
            </a:endParaRPr>
          </a:p>
          <a:p>
            <a:pPr eaLnBrk="1" hangingPunct="1"/>
            <a:r>
              <a:rPr lang="en-US" altLang="en-US" sz="4400" b="1">
                <a:solidFill>
                  <a:srgbClr val="FF0000"/>
                </a:solidFill>
                <a:effectLst>
                  <a:outerShdw blurRad="38100" dist="38100" dir="2700000" algn="tl">
                    <a:srgbClr val="FFFFFF"/>
                  </a:outerShdw>
                </a:effectLst>
                <a:sym typeface="Symbol" panose="05050102010706020507" pitchFamily="18" charset="2"/>
              </a:rPr>
              <a:t>A  D, ABDE, ACDF </a:t>
            </a:r>
          </a:p>
          <a:p>
            <a:pPr eaLnBrk="1" hangingPunct="1"/>
            <a:endParaRPr lang="en-US" altLang="en-US" sz="4400" b="1">
              <a:solidFill>
                <a:srgbClr val="FF0000"/>
              </a:solidFill>
              <a:effectLst>
                <a:outerShdw blurRad="38100" dist="38100" dir="2700000" algn="tl">
                  <a:srgbClr val="FFFFFF"/>
                </a:outerShdw>
              </a:effectLst>
              <a:sym typeface="Symbol" panose="05050102010706020507" pitchFamily="18" charset="2"/>
            </a:endParaRPr>
          </a:p>
          <a:p>
            <a:pPr eaLnBrk="1" hangingPunct="1"/>
            <a:r>
              <a:rPr lang="en-US" altLang="en-US" sz="4400" b="1">
                <a:solidFill>
                  <a:srgbClr val="FF0000"/>
                </a:solidFill>
                <a:effectLst>
                  <a:outerShdw blurRad="38100" dist="38100" dir="2700000" algn="tl">
                    <a:srgbClr val="FFFFFF"/>
                  </a:outerShdw>
                </a:effectLst>
                <a:sym typeface="Symbol" panose="05050102010706020507" pitchFamily="18" charset="2"/>
              </a:rPr>
              <a:t>AB  EF, BC  FD, AC DE</a:t>
            </a:r>
          </a:p>
          <a:p>
            <a:pPr eaLnBrk="1" hangingPunct="1"/>
            <a:r>
              <a:rPr lang="en-US" altLang="en-US" sz="4400" b="1">
                <a:solidFill>
                  <a:schemeClr val="hlink"/>
                </a:solidFill>
                <a:effectLst>
                  <a:outerShdw blurRad="38100" dist="38100" dir="2700000" algn="tl">
                    <a:srgbClr val="FFFFFF"/>
                  </a:outerShdw>
                </a:effectLst>
                <a:sym typeface="Symbol" panose="05050102010706020507" pitchFamily="18" charset="2"/>
              </a:rPr>
              <a:t> </a:t>
            </a:r>
            <a:r>
              <a:rPr lang="en-US" altLang="en-US" sz="4400">
                <a:effectLst>
                  <a:outerShdw blurRad="38100" dist="38100" dir="2700000" algn="tl">
                    <a:srgbClr val="444D26"/>
                  </a:outerShdw>
                </a:effectLst>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4A04F96-BBC1-CE74-23FB-F5B4A27948BA}"/>
              </a:ext>
            </a:extLst>
          </p:cNvPr>
          <p:cNvSpPr>
            <a:spLocks noChangeArrowheads="1"/>
          </p:cNvSpPr>
          <p:nvPr/>
        </p:nvSpPr>
        <p:spPr bwMode="auto">
          <a:xfrm>
            <a:off x="-304800" y="152400"/>
            <a:ext cx="9144000" cy="1143000"/>
          </a:xfrm>
          <a:prstGeom prst="rect">
            <a:avLst/>
          </a:prstGeom>
          <a:noFill/>
          <a:ln w="9525">
            <a:noFill/>
            <a:miter lim="800000"/>
            <a:headEnd/>
            <a:tailEnd/>
          </a:ln>
          <a:effectLst/>
        </p:spPr>
        <p:txBody>
          <a:bodyPr anchor="ctr"/>
          <a:lstStyle/>
          <a:p>
            <a:pPr algn="ctr" eaLnBrk="1" hangingPunct="1">
              <a:defRPr/>
            </a:pPr>
            <a:r>
              <a:rPr lang="en-US" sz="4400" dirty="0">
                <a:solidFill>
                  <a:schemeClr val="tx2"/>
                </a:solidFill>
                <a:effectLst>
                  <a:outerShdw blurRad="38100" dist="38100" dir="2700000" algn="tl">
                    <a:srgbClr val="C0C0C0"/>
                  </a:outerShdw>
                </a:effectLst>
                <a:cs typeface="Arial" charset="0"/>
              </a:rPr>
              <a:t>The Congruence Postulates &amp; Theorem</a:t>
            </a:r>
          </a:p>
        </p:txBody>
      </p:sp>
      <p:grpSp>
        <p:nvGrpSpPr>
          <p:cNvPr id="79874" name="Group 12">
            <a:extLst>
              <a:ext uri="{FF2B5EF4-FFF2-40B4-BE49-F238E27FC236}">
                <a16:creationId xmlns:a16="http://schemas.microsoft.com/office/drawing/2014/main" id="{F8E2714F-C1F3-A129-B7CE-0F309D1FD6BF}"/>
              </a:ext>
            </a:extLst>
          </p:cNvPr>
          <p:cNvGrpSpPr>
            <a:grpSpLocks/>
          </p:cNvGrpSpPr>
          <p:nvPr/>
        </p:nvGrpSpPr>
        <p:grpSpPr bwMode="auto">
          <a:xfrm>
            <a:off x="2438400" y="1447800"/>
            <a:ext cx="4267200" cy="4648200"/>
            <a:chOff x="1680" y="1056"/>
            <a:chExt cx="2688" cy="2928"/>
          </a:xfrm>
        </p:grpSpPr>
        <p:sp>
          <p:nvSpPr>
            <p:cNvPr id="38916" name="Rectangle 3">
              <a:extLst>
                <a:ext uri="{FF2B5EF4-FFF2-40B4-BE49-F238E27FC236}">
                  <a16:creationId xmlns:a16="http://schemas.microsoft.com/office/drawing/2014/main" id="{45784F50-70A9-78EA-DFF9-1DF67E5D17D4}"/>
                </a:ext>
              </a:extLst>
            </p:cNvPr>
            <p:cNvSpPr>
              <a:spLocks noChangeArrowheads="1"/>
            </p:cNvSpPr>
            <p:nvPr/>
          </p:nvSpPr>
          <p:spPr bwMode="auto">
            <a:xfrm>
              <a:off x="1680" y="1056"/>
              <a:ext cx="2688" cy="2592"/>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60000"/>
                </a:spcBef>
                <a:buClr>
                  <a:schemeClr val="accent2"/>
                </a:buClr>
                <a:buSzPct val="80000"/>
                <a:buFont typeface="Wingdings" panose="05000000000000000000" pitchFamily="2" charset="2"/>
                <a:buChar char="F"/>
              </a:pPr>
              <a:r>
                <a:rPr lang="en-US" altLang="en-US" sz="3200">
                  <a:solidFill>
                    <a:srgbClr val="0000FF"/>
                  </a:solidFill>
                  <a:effectLst>
                    <a:outerShdw blurRad="38100" dist="38100" dir="2700000" algn="tl">
                      <a:srgbClr val="FFFFFF"/>
                    </a:outerShdw>
                  </a:effectLst>
                  <a:latin typeface="Franklin Gothic Medium" panose="020B0603020102020204" pitchFamily="34" charset="0"/>
                </a:rPr>
                <a:t>SSS correspondence</a:t>
              </a:r>
            </a:p>
            <a:p>
              <a:pPr eaLnBrk="1" hangingPunct="1">
                <a:spcBef>
                  <a:spcPct val="60000"/>
                </a:spcBef>
                <a:buClr>
                  <a:schemeClr val="accent2"/>
                </a:buClr>
                <a:buSzPct val="80000"/>
                <a:buFont typeface="Wingdings" panose="05000000000000000000" pitchFamily="2" charset="2"/>
                <a:buChar char="F"/>
              </a:pPr>
              <a:r>
                <a:rPr lang="en-US" altLang="en-US" sz="3200">
                  <a:solidFill>
                    <a:srgbClr val="0000FF"/>
                  </a:solidFill>
                  <a:effectLst>
                    <a:outerShdw blurRad="38100" dist="38100" dir="2700000" algn="tl">
                      <a:srgbClr val="FFFFFF"/>
                    </a:outerShdw>
                  </a:effectLst>
                  <a:latin typeface="Franklin Gothic Medium" panose="020B0603020102020204" pitchFamily="34" charset="0"/>
                </a:rPr>
                <a:t>ASA correspondence</a:t>
              </a:r>
            </a:p>
            <a:p>
              <a:pPr eaLnBrk="1" hangingPunct="1">
                <a:spcBef>
                  <a:spcPct val="60000"/>
                </a:spcBef>
                <a:buClr>
                  <a:schemeClr val="accent2"/>
                </a:buClr>
                <a:buSzPct val="80000"/>
                <a:buFont typeface="Wingdings" panose="05000000000000000000" pitchFamily="2" charset="2"/>
                <a:buChar char="F"/>
              </a:pPr>
              <a:r>
                <a:rPr lang="en-US" altLang="en-US" sz="3200">
                  <a:solidFill>
                    <a:srgbClr val="0000FF"/>
                  </a:solidFill>
                  <a:effectLst>
                    <a:outerShdw blurRad="38100" dist="38100" dir="2700000" algn="tl">
                      <a:srgbClr val="FFFFFF"/>
                    </a:outerShdw>
                  </a:effectLst>
                  <a:latin typeface="Franklin Gothic Medium" panose="020B0603020102020204" pitchFamily="34" charset="0"/>
                </a:rPr>
                <a:t>SAS correspondence</a:t>
              </a:r>
            </a:p>
            <a:p>
              <a:pPr eaLnBrk="1" hangingPunct="1">
                <a:spcBef>
                  <a:spcPct val="60000"/>
                </a:spcBef>
                <a:buClr>
                  <a:schemeClr val="accent2"/>
                </a:buClr>
                <a:buSzPct val="80000"/>
                <a:buFont typeface="Wingdings" panose="05000000000000000000" pitchFamily="2" charset="2"/>
                <a:buChar char="F"/>
              </a:pPr>
              <a:r>
                <a:rPr lang="en-US" altLang="en-US" sz="3200">
                  <a:solidFill>
                    <a:srgbClr val="FF0000"/>
                  </a:solidFill>
                  <a:effectLst>
                    <a:outerShdw blurRad="38100" dist="38100" dir="2700000" algn="tl">
                      <a:srgbClr val="FFFFFF"/>
                    </a:outerShdw>
                  </a:effectLst>
                  <a:latin typeface="Franklin Gothic Medium" panose="020B0603020102020204" pitchFamily="34" charset="0"/>
                </a:rPr>
                <a:t>AAS correspondence</a:t>
              </a:r>
            </a:p>
            <a:p>
              <a:pPr eaLnBrk="1" hangingPunct="1">
                <a:spcBef>
                  <a:spcPct val="60000"/>
                </a:spcBef>
                <a:buClr>
                  <a:schemeClr val="accent2"/>
                </a:buClr>
                <a:buSzPct val="80000"/>
                <a:buFont typeface="Wingdings" panose="05000000000000000000" pitchFamily="2" charset="2"/>
                <a:buChar char="F"/>
              </a:pPr>
              <a:r>
                <a:rPr lang="en-US" altLang="en-US" sz="3200">
                  <a:solidFill>
                    <a:schemeClr val="hlink"/>
                  </a:solidFill>
                  <a:effectLst>
                    <a:outerShdw blurRad="38100" dist="38100" dir="2700000" algn="tl">
                      <a:srgbClr val="FFFFFF"/>
                    </a:outerShdw>
                  </a:effectLst>
                  <a:latin typeface="Franklin Gothic Medium" panose="020B0603020102020204" pitchFamily="34" charset="0"/>
                </a:rPr>
                <a:t>SSA correspondence</a:t>
              </a:r>
            </a:p>
            <a:p>
              <a:pPr eaLnBrk="1" hangingPunct="1">
                <a:spcBef>
                  <a:spcPct val="60000"/>
                </a:spcBef>
                <a:buClr>
                  <a:schemeClr val="accent2"/>
                </a:buClr>
                <a:buSzPct val="80000"/>
                <a:buFont typeface="Wingdings" panose="05000000000000000000" pitchFamily="2" charset="2"/>
                <a:buChar char="F"/>
              </a:pPr>
              <a:r>
                <a:rPr lang="en-US" altLang="en-US" sz="3200">
                  <a:solidFill>
                    <a:schemeClr val="hlink"/>
                  </a:solidFill>
                  <a:effectLst>
                    <a:outerShdw blurRad="38100" dist="38100" dir="2700000" algn="tl">
                      <a:srgbClr val="FFFFFF"/>
                    </a:outerShdw>
                  </a:effectLst>
                  <a:latin typeface="Franklin Gothic Medium" panose="020B0603020102020204" pitchFamily="34" charset="0"/>
                </a:rPr>
                <a:t>AAA correspondence</a:t>
              </a:r>
            </a:p>
            <a:p>
              <a:pPr eaLnBrk="1" hangingPunct="1">
                <a:spcBef>
                  <a:spcPct val="60000"/>
                </a:spcBef>
                <a:buClr>
                  <a:schemeClr val="accent2"/>
                </a:buClr>
                <a:buSzPct val="80000"/>
                <a:buFont typeface="Wingdings" panose="05000000000000000000" pitchFamily="2" charset="2"/>
                <a:buNone/>
              </a:pPr>
              <a:endParaRPr lang="en-US" altLang="en-US" sz="3200">
                <a:solidFill>
                  <a:schemeClr val="hlink"/>
                </a:solidFill>
                <a:effectLst>
                  <a:outerShdw blurRad="38100" dist="38100" dir="2700000" algn="tl">
                    <a:srgbClr val="FFFFFF"/>
                  </a:outerShdw>
                </a:effectLst>
                <a:latin typeface="Franklin Gothic Medium" panose="020B0603020102020204" pitchFamily="34" charset="0"/>
              </a:endParaRPr>
            </a:p>
          </p:txBody>
        </p:sp>
        <p:grpSp>
          <p:nvGrpSpPr>
            <p:cNvPr id="79876" name="Group 11">
              <a:extLst>
                <a:ext uri="{FF2B5EF4-FFF2-40B4-BE49-F238E27FC236}">
                  <a16:creationId xmlns:a16="http://schemas.microsoft.com/office/drawing/2014/main" id="{754C5728-DD53-1923-0F78-07BBDEC55A1B}"/>
                </a:ext>
              </a:extLst>
            </p:cNvPr>
            <p:cNvGrpSpPr>
              <a:grpSpLocks/>
            </p:cNvGrpSpPr>
            <p:nvPr/>
          </p:nvGrpSpPr>
          <p:grpSpPr bwMode="auto">
            <a:xfrm>
              <a:off x="1920" y="3072"/>
              <a:ext cx="2112" cy="432"/>
              <a:chOff x="1920" y="2784"/>
              <a:chExt cx="2112" cy="432"/>
            </a:xfrm>
          </p:grpSpPr>
          <p:sp>
            <p:nvSpPr>
              <p:cNvPr id="38921" name="Line 4">
                <a:extLst>
                  <a:ext uri="{FF2B5EF4-FFF2-40B4-BE49-F238E27FC236}">
                    <a16:creationId xmlns:a16="http://schemas.microsoft.com/office/drawing/2014/main" id="{2B8C830A-2ED5-7F4A-ECAB-C7C6AEB18063}"/>
                  </a:ext>
                </a:extLst>
              </p:cNvPr>
              <p:cNvSpPr>
                <a:spLocks noChangeShapeType="1"/>
              </p:cNvSpPr>
              <p:nvPr/>
            </p:nvSpPr>
            <p:spPr bwMode="auto">
              <a:xfrm flipH="1">
                <a:off x="1968" y="2784"/>
                <a:ext cx="2064" cy="432"/>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8922" name="Line 5">
                <a:extLst>
                  <a:ext uri="{FF2B5EF4-FFF2-40B4-BE49-F238E27FC236}">
                    <a16:creationId xmlns:a16="http://schemas.microsoft.com/office/drawing/2014/main" id="{C6EFE5D0-1025-853A-7639-E3D7035AAB5C}"/>
                  </a:ext>
                </a:extLst>
              </p:cNvPr>
              <p:cNvSpPr>
                <a:spLocks noChangeShapeType="1"/>
              </p:cNvSpPr>
              <p:nvPr/>
            </p:nvSpPr>
            <p:spPr bwMode="auto">
              <a:xfrm rot="16207177" flipH="1">
                <a:off x="2784" y="1920"/>
                <a:ext cx="383" cy="2112"/>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grpSp>
          <p:nvGrpSpPr>
            <p:cNvPr id="79877" name="Group 10">
              <a:extLst>
                <a:ext uri="{FF2B5EF4-FFF2-40B4-BE49-F238E27FC236}">
                  <a16:creationId xmlns:a16="http://schemas.microsoft.com/office/drawing/2014/main" id="{01033F71-6004-C1B2-EAA1-C3B5832AAA98}"/>
                </a:ext>
              </a:extLst>
            </p:cNvPr>
            <p:cNvGrpSpPr>
              <a:grpSpLocks/>
            </p:cNvGrpSpPr>
            <p:nvPr/>
          </p:nvGrpSpPr>
          <p:grpSpPr bwMode="auto">
            <a:xfrm>
              <a:off x="2016" y="3552"/>
              <a:ext cx="2112" cy="432"/>
              <a:chOff x="2016" y="3264"/>
              <a:chExt cx="2112" cy="432"/>
            </a:xfrm>
          </p:grpSpPr>
          <p:sp>
            <p:nvSpPr>
              <p:cNvPr id="38919" name="Line 8">
                <a:extLst>
                  <a:ext uri="{FF2B5EF4-FFF2-40B4-BE49-F238E27FC236}">
                    <a16:creationId xmlns:a16="http://schemas.microsoft.com/office/drawing/2014/main" id="{58FACDEB-88EC-5F05-DD93-3F8CD5B39A1F}"/>
                  </a:ext>
                </a:extLst>
              </p:cNvPr>
              <p:cNvSpPr>
                <a:spLocks noChangeShapeType="1"/>
              </p:cNvSpPr>
              <p:nvPr/>
            </p:nvSpPr>
            <p:spPr bwMode="auto">
              <a:xfrm flipH="1">
                <a:off x="2064" y="3264"/>
                <a:ext cx="2064" cy="432"/>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8920" name="Line 9">
                <a:extLst>
                  <a:ext uri="{FF2B5EF4-FFF2-40B4-BE49-F238E27FC236}">
                    <a16:creationId xmlns:a16="http://schemas.microsoft.com/office/drawing/2014/main" id="{D163A3A7-E27A-CAF2-E1F0-49D92B917C52}"/>
                  </a:ext>
                </a:extLst>
              </p:cNvPr>
              <p:cNvSpPr>
                <a:spLocks noChangeShapeType="1"/>
              </p:cNvSpPr>
              <p:nvPr/>
            </p:nvSpPr>
            <p:spPr bwMode="auto">
              <a:xfrm rot="16207177" flipH="1">
                <a:off x="2880" y="2400"/>
                <a:ext cx="383" cy="2112"/>
              </a:xfrm>
              <a:prstGeom prst="line">
                <a:avLst/>
              </a:prstGeom>
              <a:noFill/>
              <a:ln w="9525">
                <a:solidFill>
                  <a:schemeClr val="tx1"/>
                </a:solidFill>
                <a:round/>
                <a:headEnd/>
                <a:tailEnd/>
              </a:ln>
            </p:spPr>
            <p:txBody>
              <a:bodyPr wrap="none"/>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17CC74F-3ED4-614C-A56E-4DABC643623A}"/>
              </a:ext>
            </a:extLst>
          </p:cNvPr>
          <p:cNvSpPr>
            <a:spLocks noChangeArrowheads="1"/>
          </p:cNvSpPr>
          <p:nvPr/>
        </p:nvSpPr>
        <p:spPr bwMode="auto">
          <a:xfrm>
            <a:off x="0" y="15240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Name That Postulate</a:t>
            </a:r>
          </a:p>
        </p:txBody>
      </p:sp>
      <p:graphicFrame>
        <p:nvGraphicFramePr>
          <p:cNvPr id="80898" name="Object 4">
            <a:extLst>
              <a:ext uri="{FF2B5EF4-FFF2-40B4-BE49-F238E27FC236}">
                <a16:creationId xmlns:a16="http://schemas.microsoft.com/office/drawing/2014/main" id="{0CFE26B1-7414-F52E-0137-2560CF674E80}"/>
              </a:ext>
            </a:extLst>
          </p:cNvPr>
          <p:cNvGraphicFramePr>
            <a:graphicFrameLocks noChangeAspect="1"/>
          </p:cNvGraphicFramePr>
          <p:nvPr/>
        </p:nvGraphicFramePr>
        <p:xfrm>
          <a:off x="762000" y="1828800"/>
          <a:ext cx="3505200" cy="679450"/>
        </p:xfrm>
        <a:graphic>
          <a:graphicData uri="http://schemas.openxmlformats.org/presentationml/2006/ole">
            <mc:AlternateContent xmlns:mc="http://schemas.openxmlformats.org/markup-compatibility/2006">
              <mc:Choice xmlns:v="urn:schemas-microsoft-com:vml" Requires="v">
                <p:oleObj name="Bitmap Image" r:id="rId2" imgW="6238095" imgH="1209524" progId="Paint.Picture">
                  <p:embed/>
                </p:oleObj>
              </mc:Choice>
              <mc:Fallback>
                <p:oleObj name="Bitmap Image" r:id="rId2" imgW="6238095" imgH="1209524"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828800"/>
                        <a:ext cx="35052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0899" name="Object 7">
            <a:extLst>
              <a:ext uri="{FF2B5EF4-FFF2-40B4-BE49-F238E27FC236}">
                <a16:creationId xmlns:a16="http://schemas.microsoft.com/office/drawing/2014/main" id="{A9B448F1-9C06-A6B8-8C45-C27A0647BD93}"/>
              </a:ext>
            </a:extLst>
          </p:cNvPr>
          <p:cNvGraphicFramePr>
            <a:graphicFrameLocks noChangeAspect="1"/>
          </p:cNvGraphicFramePr>
          <p:nvPr/>
        </p:nvGraphicFramePr>
        <p:xfrm>
          <a:off x="685800" y="4057650"/>
          <a:ext cx="3657600" cy="1168400"/>
        </p:xfrm>
        <a:graphic>
          <a:graphicData uri="http://schemas.openxmlformats.org/presentationml/2006/ole">
            <mc:AlternateContent xmlns:mc="http://schemas.openxmlformats.org/markup-compatibility/2006">
              <mc:Choice xmlns:v="urn:schemas-microsoft-com:vml" Requires="v">
                <p:oleObj name="Bitmap Image" r:id="rId4" imgW="6295238" imgH="2010056" progId="Paint.Picture">
                  <p:embed/>
                </p:oleObj>
              </mc:Choice>
              <mc:Fallback>
                <p:oleObj name="Bitmap Image" r:id="rId4" imgW="6295238" imgH="2010056" progId="Paint.Picture">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057650"/>
                        <a:ext cx="36576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49" name="Rectangle 9">
            <a:extLst>
              <a:ext uri="{FF2B5EF4-FFF2-40B4-BE49-F238E27FC236}">
                <a16:creationId xmlns:a16="http://schemas.microsoft.com/office/drawing/2014/main" id="{6DD59E3F-6E0C-0F8B-B5EE-9C2913C96CCE}"/>
              </a:ext>
            </a:extLst>
          </p:cNvPr>
          <p:cNvSpPr>
            <a:spLocks noChangeArrowheads="1"/>
          </p:cNvSpPr>
          <p:nvPr/>
        </p:nvSpPr>
        <p:spPr bwMode="auto">
          <a:xfrm>
            <a:off x="1981200" y="2514600"/>
            <a:ext cx="126047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SAS</a:t>
            </a:r>
          </a:p>
        </p:txBody>
      </p:sp>
      <p:sp>
        <p:nvSpPr>
          <p:cNvPr id="10250" name="Rectangle 10">
            <a:extLst>
              <a:ext uri="{FF2B5EF4-FFF2-40B4-BE49-F238E27FC236}">
                <a16:creationId xmlns:a16="http://schemas.microsoft.com/office/drawing/2014/main" id="{D1FD2B76-0E69-8AB9-81D8-9A1FC185077E}"/>
              </a:ext>
            </a:extLst>
          </p:cNvPr>
          <p:cNvSpPr>
            <a:spLocks noChangeArrowheads="1"/>
          </p:cNvSpPr>
          <p:nvPr/>
        </p:nvSpPr>
        <p:spPr bwMode="auto">
          <a:xfrm>
            <a:off x="5791200" y="2819400"/>
            <a:ext cx="127952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ASA</a:t>
            </a:r>
          </a:p>
        </p:txBody>
      </p:sp>
      <p:sp>
        <p:nvSpPr>
          <p:cNvPr id="10252" name="Rectangle 12">
            <a:extLst>
              <a:ext uri="{FF2B5EF4-FFF2-40B4-BE49-F238E27FC236}">
                <a16:creationId xmlns:a16="http://schemas.microsoft.com/office/drawing/2014/main" id="{B293E1F0-EEED-35B1-FCB3-946502291E6D}"/>
              </a:ext>
            </a:extLst>
          </p:cNvPr>
          <p:cNvSpPr>
            <a:spLocks noChangeArrowheads="1"/>
          </p:cNvSpPr>
          <p:nvPr/>
        </p:nvSpPr>
        <p:spPr bwMode="auto">
          <a:xfrm>
            <a:off x="6172200" y="5486400"/>
            <a:ext cx="124142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SSS</a:t>
            </a:r>
          </a:p>
        </p:txBody>
      </p:sp>
      <p:graphicFrame>
        <p:nvGraphicFramePr>
          <p:cNvPr id="80903" name="Object 13">
            <a:extLst>
              <a:ext uri="{FF2B5EF4-FFF2-40B4-BE49-F238E27FC236}">
                <a16:creationId xmlns:a16="http://schemas.microsoft.com/office/drawing/2014/main" id="{430AA5C8-A8D3-F965-D7BF-8061510AD4A5}"/>
              </a:ext>
            </a:extLst>
          </p:cNvPr>
          <p:cNvGraphicFramePr>
            <a:graphicFrameLocks noChangeAspect="1"/>
          </p:cNvGraphicFramePr>
          <p:nvPr/>
        </p:nvGraphicFramePr>
        <p:xfrm>
          <a:off x="4876800" y="1752600"/>
          <a:ext cx="3257550" cy="1068388"/>
        </p:xfrm>
        <a:graphic>
          <a:graphicData uri="http://schemas.openxmlformats.org/presentationml/2006/ole">
            <mc:AlternateContent xmlns:mc="http://schemas.openxmlformats.org/markup-compatibility/2006">
              <mc:Choice xmlns:v="urn:schemas-microsoft-com:vml" Requires="v">
                <p:oleObj name="Bitmap Image" r:id="rId6" imgW="5695238" imgH="1867161" progId="Paint.Picture">
                  <p:embed/>
                </p:oleObj>
              </mc:Choice>
              <mc:Fallback>
                <p:oleObj name="Bitmap Image" r:id="rId6" imgW="5695238" imgH="1867161" progId="Paint.Picture">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1752600"/>
                        <a:ext cx="3257550"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51" name="Rectangle 11">
            <a:extLst>
              <a:ext uri="{FF2B5EF4-FFF2-40B4-BE49-F238E27FC236}">
                <a16:creationId xmlns:a16="http://schemas.microsoft.com/office/drawing/2014/main" id="{8D0FFEA8-46A9-D5C8-7A77-1D105CDCC3B1}"/>
              </a:ext>
            </a:extLst>
          </p:cNvPr>
          <p:cNvSpPr>
            <a:spLocks noChangeArrowheads="1"/>
          </p:cNvSpPr>
          <p:nvPr/>
        </p:nvSpPr>
        <p:spPr bwMode="auto">
          <a:xfrm>
            <a:off x="2209800" y="5410200"/>
            <a:ext cx="126047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SSA</a:t>
            </a:r>
          </a:p>
        </p:txBody>
      </p:sp>
      <p:sp>
        <p:nvSpPr>
          <p:cNvPr id="10254" name="Line 14">
            <a:extLst>
              <a:ext uri="{FF2B5EF4-FFF2-40B4-BE49-F238E27FC236}">
                <a16:creationId xmlns:a16="http://schemas.microsoft.com/office/drawing/2014/main" id="{E927151F-4639-9B22-02A2-24B38ECE9664}"/>
              </a:ext>
            </a:extLst>
          </p:cNvPr>
          <p:cNvSpPr>
            <a:spLocks noChangeShapeType="1"/>
          </p:cNvSpPr>
          <p:nvPr/>
        </p:nvSpPr>
        <p:spPr bwMode="auto">
          <a:xfrm>
            <a:off x="2209800" y="5486400"/>
            <a:ext cx="1371600" cy="6858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255" name="Line 15">
            <a:extLst>
              <a:ext uri="{FF2B5EF4-FFF2-40B4-BE49-F238E27FC236}">
                <a16:creationId xmlns:a16="http://schemas.microsoft.com/office/drawing/2014/main" id="{9EAADC90-37DF-9572-D8B6-56C01E2E2524}"/>
              </a:ext>
            </a:extLst>
          </p:cNvPr>
          <p:cNvSpPr>
            <a:spLocks noChangeShapeType="1"/>
          </p:cNvSpPr>
          <p:nvPr/>
        </p:nvSpPr>
        <p:spPr bwMode="auto">
          <a:xfrm flipH="1">
            <a:off x="2057400" y="5410200"/>
            <a:ext cx="1447800" cy="7620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1" name="Text Box 17">
            <a:extLst>
              <a:ext uri="{FF2B5EF4-FFF2-40B4-BE49-F238E27FC236}">
                <a16:creationId xmlns:a16="http://schemas.microsoft.com/office/drawing/2014/main" id="{A14F367B-1658-58A0-2089-6C108FF24CE7}"/>
              </a:ext>
            </a:extLst>
          </p:cNvPr>
          <p:cNvSpPr txBox="1">
            <a:spLocks noChangeArrowheads="1"/>
          </p:cNvSpPr>
          <p:nvPr/>
        </p:nvSpPr>
        <p:spPr bwMode="auto">
          <a:xfrm>
            <a:off x="6172200" y="914400"/>
            <a:ext cx="1804988" cy="366713"/>
          </a:xfrm>
          <a:prstGeom prst="rect">
            <a:avLst/>
          </a:prstGeom>
          <a:noFill/>
          <a:ln w="9525">
            <a:noFill/>
            <a:miter lim="800000"/>
            <a:headEnd/>
            <a:tailEnd/>
          </a:ln>
        </p:spPr>
        <p:txBody>
          <a:bodyPr wrap="none">
            <a:spAutoFit/>
          </a:bodyPr>
          <a:lstStyle/>
          <a:p>
            <a:pPr eaLnBrk="1" hangingPunct="1">
              <a:defRPr/>
            </a:pPr>
            <a:r>
              <a:rPr lang="en-US">
                <a:solidFill>
                  <a:schemeClr val="tx2"/>
                </a:solidFill>
                <a:effectLst>
                  <a:outerShdw blurRad="38100" dist="38100" dir="2700000" algn="tl">
                    <a:srgbClr val="000000">
                      <a:alpha val="43137"/>
                    </a:srgbClr>
                  </a:outerShdw>
                </a:effectLst>
                <a:latin typeface="Arial" charset="0"/>
                <a:cs typeface="Arial" charset="0"/>
              </a:rPr>
              <a:t>(when possible)</a:t>
            </a:r>
          </a:p>
        </p:txBody>
      </p:sp>
      <p:graphicFrame>
        <p:nvGraphicFramePr>
          <p:cNvPr id="80908" name="Object 18">
            <a:extLst>
              <a:ext uri="{FF2B5EF4-FFF2-40B4-BE49-F238E27FC236}">
                <a16:creationId xmlns:a16="http://schemas.microsoft.com/office/drawing/2014/main" id="{D8A3A48F-1360-0BA6-5352-FE7F5C5337F1}"/>
              </a:ext>
            </a:extLst>
          </p:cNvPr>
          <p:cNvGraphicFramePr>
            <a:graphicFrameLocks noChangeAspect="1"/>
          </p:cNvGraphicFramePr>
          <p:nvPr/>
        </p:nvGraphicFramePr>
        <p:xfrm>
          <a:off x="5257800" y="3810000"/>
          <a:ext cx="2800350" cy="1641475"/>
        </p:xfrm>
        <a:graphic>
          <a:graphicData uri="http://schemas.openxmlformats.org/presentationml/2006/ole">
            <mc:AlternateContent xmlns:mc="http://schemas.openxmlformats.org/markup-compatibility/2006">
              <mc:Choice xmlns:v="urn:schemas-microsoft-com:vml" Requires="v">
                <p:oleObj name="Bitmap Image" r:id="rId8" imgW="3638095" imgH="2133898" progId="Paint.Picture">
                  <p:embed/>
                </p:oleObj>
              </mc:Choice>
              <mc:Fallback>
                <p:oleObj name="Bitmap Image" r:id="rId8" imgW="3638095" imgH="2133898" progId="Paint.Picture">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7800" y="3810000"/>
                        <a:ext cx="2800350" cy="164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10249"/>
                                        </p:tgtEl>
                                        <p:attrNameLst>
                                          <p:attrName>style.visibility</p:attrName>
                                        </p:attrNameLst>
                                      </p:cBhvr>
                                      <p:to>
                                        <p:strVal val="visible"/>
                                      </p:to>
                                    </p:set>
                                    <p:animEffect transition="in" filter="fade">
                                      <p:cBhvr>
                                        <p:cTn id="7" dur="500"/>
                                        <p:tgtEl>
                                          <p:spTgt spid="10249"/>
                                        </p:tgtEl>
                                      </p:cBhvr>
                                    </p:animEffect>
                                    <p:anim calcmode="lin" valueType="num">
                                      <p:cBhvr>
                                        <p:cTn id="8" dur="500" fill="hold"/>
                                        <p:tgtEl>
                                          <p:spTgt spid="10249"/>
                                        </p:tgtEl>
                                        <p:attrNameLst>
                                          <p:attrName>style.rotation</p:attrName>
                                        </p:attrNameLst>
                                      </p:cBhvr>
                                      <p:tavLst>
                                        <p:tav tm="0">
                                          <p:val>
                                            <p:fltVal val="720"/>
                                          </p:val>
                                        </p:tav>
                                        <p:tav tm="100000">
                                          <p:val>
                                            <p:fltVal val="0"/>
                                          </p:val>
                                        </p:tav>
                                      </p:tavLst>
                                    </p:anim>
                                    <p:anim calcmode="lin" valueType="num">
                                      <p:cBhvr>
                                        <p:cTn id="9" dur="500" fill="hold"/>
                                        <p:tgtEl>
                                          <p:spTgt spid="10249"/>
                                        </p:tgtEl>
                                        <p:attrNameLst>
                                          <p:attrName>ppt_h</p:attrName>
                                        </p:attrNameLst>
                                      </p:cBhvr>
                                      <p:tavLst>
                                        <p:tav tm="0">
                                          <p:val>
                                            <p:fltVal val="0"/>
                                          </p:val>
                                        </p:tav>
                                        <p:tav tm="100000">
                                          <p:val>
                                            <p:strVal val="#ppt_h"/>
                                          </p:val>
                                        </p:tav>
                                      </p:tavLst>
                                    </p:anim>
                                    <p:anim calcmode="lin" valueType="num">
                                      <p:cBhvr>
                                        <p:cTn id="10" dur="500" fill="hold"/>
                                        <p:tgtEl>
                                          <p:spTgt spid="10249"/>
                                        </p:tgtEl>
                                        <p:attrNameLst>
                                          <p:attrName>ppt_w</p:attrName>
                                        </p:attrNameLst>
                                      </p:cBhvr>
                                      <p:tavLst>
                                        <p:tav tm="0">
                                          <p:val>
                                            <p:fltVal val="0"/>
                                          </p:val>
                                        </p:tav>
                                        <p:tav tm="100000">
                                          <p:val>
                                            <p:strVal val="#ppt_w"/>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10250"/>
                                        </p:tgtEl>
                                        <p:attrNameLst>
                                          <p:attrName>style.visibility</p:attrName>
                                        </p:attrNameLst>
                                      </p:cBhvr>
                                      <p:to>
                                        <p:strVal val="visible"/>
                                      </p:to>
                                    </p:set>
                                    <p:animEffect transition="in" filter="fade">
                                      <p:cBhvr>
                                        <p:cTn id="15" dur="500"/>
                                        <p:tgtEl>
                                          <p:spTgt spid="10250"/>
                                        </p:tgtEl>
                                      </p:cBhvr>
                                    </p:animEffect>
                                    <p:anim calcmode="lin" valueType="num">
                                      <p:cBhvr>
                                        <p:cTn id="16" dur="500" fill="hold"/>
                                        <p:tgtEl>
                                          <p:spTgt spid="10250"/>
                                        </p:tgtEl>
                                        <p:attrNameLst>
                                          <p:attrName>style.rotation</p:attrName>
                                        </p:attrNameLst>
                                      </p:cBhvr>
                                      <p:tavLst>
                                        <p:tav tm="0">
                                          <p:val>
                                            <p:fltVal val="720"/>
                                          </p:val>
                                        </p:tav>
                                        <p:tav tm="100000">
                                          <p:val>
                                            <p:fltVal val="0"/>
                                          </p:val>
                                        </p:tav>
                                      </p:tavLst>
                                    </p:anim>
                                    <p:anim calcmode="lin" valueType="num">
                                      <p:cBhvr>
                                        <p:cTn id="17" dur="500" fill="hold"/>
                                        <p:tgtEl>
                                          <p:spTgt spid="10250"/>
                                        </p:tgtEl>
                                        <p:attrNameLst>
                                          <p:attrName>ppt_h</p:attrName>
                                        </p:attrNameLst>
                                      </p:cBhvr>
                                      <p:tavLst>
                                        <p:tav tm="0">
                                          <p:val>
                                            <p:fltVal val="0"/>
                                          </p:val>
                                        </p:tav>
                                        <p:tav tm="100000">
                                          <p:val>
                                            <p:strVal val="#ppt_h"/>
                                          </p:val>
                                        </p:tav>
                                      </p:tavLst>
                                    </p:anim>
                                    <p:anim calcmode="lin" valueType="num">
                                      <p:cBhvr>
                                        <p:cTn id="18" dur="500" fill="hold"/>
                                        <p:tgtEl>
                                          <p:spTgt spid="10250"/>
                                        </p:tgtEl>
                                        <p:attrNameLst>
                                          <p:attrName>ppt_w</p:attrName>
                                        </p:attrNameLst>
                                      </p:cBhvr>
                                      <p:tavLst>
                                        <p:tav tm="0">
                                          <p:val>
                                            <p:fltVal val="0"/>
                                          </p:val>
                                        </p:tav>
                                        <p:tav tm="100000">
                                          <p:val>
                                            <p:strVal val="#ppt_w"/>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ntr" presetSubtype="0" fill="hold" grpId="0" nodeType="clickEffect">
                                  <p:stCondLst>
                                    <p:cond delay="0"/>
                                  </p:stCondLst>
                                  <p:childTnLst>
                                    <p:set>
                                      <p:cBhvr>
                                        <p:cTn id="22" dur="1" fill="hold">
                                          <p:stCondLst>
                                            <p:cond delay="0"/>
                                          </p:stCondLst>
                                        </p:cTn>
                                        <p:tgtEl>
                                          <p:spTgt spid="10251"/>
                                        </p:tgtEl>
                                        <p:attrNameLst>
                                          <p:attrName>style.visibility</p:attrName>
                                        </p:attrNameLst>
                                      </p:cBhvr>
                                      <p:to>
                                        <p:strVal val="visible"/>
                                      </p:to>
                                    </p:set>
                                    <p:animEffect transition="in" filter="fade">
                                      <p:cBhvr>
                                        <p:cTn id="23" dur="500"/>
                                        <p:tgtEl>
                                          <p:spTgt spid="10251"/>
                                        </p:tgtEl>
                                      </p:cBhvr>
                                    </p:animEffect>
                                    <p:anim calcmode="lin" valueType="num">
                                      <p:cBhvr>
                                        <p:cTn id="24" dur="500" fill="hold"/>
                                        <p:tgtEl>
                                          <p:spTgt spid="10251"/>
                                        </p:tgtEl>
                                        <p:attrNameLst>
                                          <p:attrName>style.rotation</p:attrName>
                                        </p:attrNameLst>
                                      </p:cBhvr>
                                      <p:tavLst>
                                        <p:tav tm="0">
                                          <p:val>
                                            <p:fltVal val="720"/>
                                          </p:val>
                                        </p:tav>
                                        <p:tav tm="100000">
                                          <p:val>
                                            <p:fltVal val="0"/>
                                          </p:val>
                                        </p:tav>
                                      </p:tavLst>
                                    </p:anim>
                                    <p:anim calcmode="lin" valueType="num">
                                      <p:cBhvr>
                                        <p:cTn id="25" dur="500" fill="hold"/>
                                        <p:tgtEl>
                                          <p:spTgt spid="10251"/>
                                        </p:tgtEl>
                                        <p:attrNameLst>
                                          <p:attrName>ppt_h</p:attrName>
                                        </p:attrNameLst>
                                      </p:cBhvr>
                                      <p:tavLst>
                                        <p:tav tm="0">
                                          <p:val>
                                            <p:fltVal val="0"/>
                                          </p:val>
                                        </p:tav>
                                        <p:tav tm="100000">
                                          <p:val>
                                            <p:strVal val="#ppt_h"/>
                                          </p:val>
                                        </p:tav>
                                      </p:tavLst>
                                    </p:anim>
                                    <p:anim calcmode="lin" valueType="num">
                                      <p:cBhvr>
                                        <p:cTn id="26" dur="500" fill="hold"/>
                                        <p:tgtEl>
                                          <p:spTgt spid="10251"/>
                                        </p:tgtEl>
                                        <p:attrNameLst>
                                          <p:attrName>ppt_w</p:attrName>
                                        </p:attrNameLst>
                                      </p:cBhvr>
                                      <p:tavLst>
                                        <p:tav tm="0">
                                          <p:val>
                                            <p:fltVal val="0"/>
                                          </p:val>
                                        </p:tav>
                                        <p:tav tm="100000">
                                          <p:val>
                                            <p:strVal val="#ppt_w"/>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254"/>
                                        </p:tgtEl>
                                        <p:attrNameLst>
                                          <p:attrName>style.visibility</p:attrName>
                                        </p:attrNameLst>
                                      </p:cBhvr>
                                      <p:to>
                                        <p:strVal val="visible"/>
                                      </p:to>
                                    </p:set>
                                    <p:animEffect transition="in" filter="wipe(up)">
                                      <p:cBhvr>
                                        <p:cTn id="31" dur="500"/>
                                        <p:tgtEl>
                                          <p:spTgt spid="10254"/>
                                        </p:tgtEl>
                                      </p:cBhvr>
                                    </p:animEffect>
                                  </p:childTnLst>
                                </p:cTn>
                              </p:par>
                            </p:childTnLst>
                          </p:cTn>
                        </p:par>
                        <p:par>
                          <p:cTn id="32" fill="hold" nodeType="afterGroup">
                            <p:stCondLst>
                              <p:cond delay="500"/>
                            </p:stCondLst>
                            <p:childTnLst>
                              <p:par>
                                <p:cTn id="33" presetID="22" presetClass="entr" presetSubtype="1" fill="hold" nodeType="afterEffect">
                                  <p:stCondLst>
                                    <p:cond delay="0"/>
                                  </p:stCondLst>
                                  <p:childTnLst>
                                    <p:set>
                                      <p:cBhvr>
                                        <p:cTn id="34" dur="1" fill="hold">
                                          <p:stCondLst>
                                            <p:cond delay="0"/>
                                          </p:stCondLst>
                                        </p:cTn>
                                        <p:tgtEl>
                                          <p:spTgt spid="10255"/>
                                        </p:tgtEl>
                                        <p:attrNameLst>
                                          <p:attrName>style.visibility</p:attrName>
                                        </p:attrNameLst>
                                      </p:cBhvr>
                                      <p:to>
                                        <p:strVal val="visible"/>
                                      </p:to>
                                    </p:set>
                                    <p:animEffect transition="in" filter="wipe(up)">
                                      <p:cBhvr>
                                        <p:cTn id="35" dur="500"/>
                                        <p:tgtEl>
                                          <p:spTgt spid="1025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5" presetClass="entr" presetSubtype="0" fill="hold" grpId="0" nodeType="clickEffect">
                                  <p:stCondLst>
                                    <p:cond delay="0"/>
                                  </p:stCondLst>
                                  <p:childTnLst>
                                    <p:set>
                                      <p:cBhvr>
                                        <p:cTn id="39" dur="1" fill="hold">
                                          <p:stCondLst>
                                            <p:cond delay="0"/>
                                          </p:stCondLst>
                                        </p:cTn>
                                        <p:tgtEl>
                                          <p:spTgt spid="10252"/>
                                        </p:tgtEl>
                                        <p:attrNameLst>
                                          <p:attrName>style.visibility</p:attrName>
                                        </p:attrNameLst>
                                      </p:cBhvr>
                                      <p:to>
                                        <p:strVal val="visible"/>
                                      </p:to>
                                    </p:set>
                                    <p:animEffect transition="in" filter="fade">
                                      <p:cBhvr>
                                        <p:cTn id="40" dur="500"/>
                                        <p:tgtEl>
                                          <p:spTgt spid="10252"/>
                                        </p:tgtEl>
                                      </p:cBhvr>
                                    </p:animEffect>
                                    <p:anim calcmode="lin" valueType="num">
                                      <p:cBhvr>
                                        <p:cTn id="41" dur="500" fill="hold"/>
                                        <p:tgtEl>
                                          <p:spTgt spid="10252"/>
                                        </p:tgtEl>
                                        <p:attrNameLst>
                                          <p:attrName>style.rotation</p:attrName>
                                        </p:attrNameLst>
                                      </p:cBhvr>
                                      <p:tavLst>
                                        <p:tav tm="0">
                                          <p:val>
                                            <p:fltVal val="720"/>
                                          </p:val>
                                        </p:tav>
                                        <p:tav tm="100000">
                                          <p:val>
                                            <p:fltVal val="0"/>
                                          </p:val>
                                        </p:tav>
                                      </p:tavLst>
                                    </p:anim>
                                    <p:anim calcmode="lin" valueType="num">
                                      <p:cBhvr>
                                        <p:cTn id="42" dur="500" fill="hold"/>
                                        <p:tgtEl>
                                          <p:spTgt spid="10252"/>
                                        </p:tgtEl>
                                        <p:attrNameLst>
                                          <p:attrName>ppt_h</p:attrName>
                                        </p:attrNameLst>
                                      </p:cBhvr>
                                      <p:tavLst>
                                        <p:tav tm="0">
                                          <p:val>
                                            <p:fltVal val="0"/>
                                          </p:val>
                                        </p:tav>
                                        <p:tav tm="100000">
                                          <p:val>
                                            <p:strVal val="#ppt_h"/>
                                          </p:val>
                                        </p:tav>
                                      </p:tavLst>
                                    </p:anim>
                                    <p:anim calcmode="lin" valueType="num">
                                      <p:cBhvr>
                                        <p:cTn id="43" dur="500" fill="hold"/>
                                        <p:tgtEl>
                                          <p:spTgt spid="1025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p:bldP spid="10250" grpId="0"/>
      <p:bldP spid="10252" grpId="0"/>
      <p:bldP spid="1025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1" name="Object 1028">
            <a:extLst>
              <a:ext uri="{FF2B5EF4-FFF2-40B4-BE49-F238E27FC236}">
                <a16:creationId xmlns:a16="http://schemas.microsoft.com/office/drawing/2014/main" id="{55041BC9-160E-48BA-69D5-1EBF704797B6}"/>
              </a:ext>
            </a:extLst>
          </p:cNvPr>
          <p:cNvGraphicFramePr>
            <a:graphicFrameLocks noChangeAspect="1"/>
          </p:cNvGraphicFramePr>
          <p:nvPr/>
        </p:nvGraphicFramePr>
        <p:xfrm>
          <a:off x="5257800" y="4267200"/>
          <a:ext cx="1895475" cy="1401763"/>
        </p:xfrm>
        <a:graphic>
          <a:graphicData uri="http://schemas.openxmlformats.org/presentationml/2006/ole">
            <mc:AlternateContent xmlns:mc="http://schemas.openxmlformats.org/markup-compatibility/2006">
              <mc:Choice xmlns:v="urn:schemas-microsoft-com:vml" Requires="v">
                <p:oleObj name="Bitmap Image" r:id="rId2" imgW="2886478" imgH="2133898" progId="Paint.Picture">
                  <p:embed/>
                </p:oleObj>
              </mc:Choice>
              <mc:Fallback>
                <p:oleObj name="Bitmap Image" r:id="rId2" imgW="2886478" imgH="2133898" progId="Paint.Picture">
                  <p:embed/>
                  <p:pic>
                    <p:nvPicPr>
                      <p:cNvPr id="0" name="Object 1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267200"/>
                        <a:ext cx="1895475"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1922" name="Object 1029">
            <a:extLst>
              <a:ext uri="{FF2B5EF4-FFF2-40B4-BE49-F238E27FC236}">
                <a16:creationId xmlns:a16="http://schemas.microsoft.com/office/drawing/2014/main" id="{ABF1CB56-7A04-0C51-A272-D5EA0B9E6098}"/>
              </a:ext>
            </a:extLst>
          </p:cNvPr>
          <p:cNvGraphicFramePr>
            <a:graphicFrameLocks noChangeAspect="1"/>
          </p:cNvGraphicFramePr>
          <p:nvPr/>
        </p:nvGraphicFramePr>
        <p:xfrm>
          <a:off x="381000" y="1524000"/>
          <a:ext cx="3819525" cy="996950"/>
        </p:xfrm>
        <a:graphic>
          <a:graphicData uri="http://schemas.openxmlformats.org/presentationml/2006/ole">
            <mc:AlternateContent xmlns:mc="http://schemas.openxmlformats.org/markup-compatibility/2006">
              <mc:Choice xmlns:v="urn:schemas-microsoft-com:vml" Requires="v">
                <p:oleObj name="Bitmap Image" r:id="rId4" imgW="5800000" imgH="1514686" progId="Paint.Picture">
                  <p:embed/>
                </p:oleObj>
              </mc:Choice>
              <mc:Fallback>
                <p:oleObj name="Bitmap Image" r:id="rId4" imgW="5800000" imgH="1514686" progId="Paint.Picture">
                  <p:embed/>
                  <p:pic>
                    <p:nvPicPr>
                      <p:cNvPr id="0" name="Object 10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524000"/>
                        <a:ext cx="381952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4582" name="Rectangle 1030">
            <a:extLst>
              <a:ext uri="{FF2B5EF4-FFF2-40B4-BE49-F238E27FC236}">
                <a16:creationId xmlns:a16="http://schemas.microsoft.com/office/drawing/2014/main" id="{EEA268F2-1272-A373-5C1D-8276932E8FB0}"/>
              </a:ext>
            </a:extLst>
          </p:cNvPr>
          <p:cNvSpPr>
            <a:spLocks noChangeArrowheads="1"/>
          </p:cNvSpPr>
          <p:nvPr/>
        </p:nvSpPr>
        <p:spPr bwMode="auto">
          <a:xfrm>
            <a:off x="0" y="15240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Name That Postulate</a:t>
            </a:r>
          </a:p>
        </p:txBody>
      </p:sp>
      <p:sp>
        <p:nvSpPr>
          <p:cNvPr id="13318" name="Text Box 1031">
            <a:extLst>
              <a:ext uri="{FF2B5EF4-FFF2-40B4-BE49-F238E27FC236}">
                <a16:creationId xmlns:a16="http://schemas.microsoft.com/office/drawing/2014/main" id="{8EF93CC2-A11E-8CEE-E979-C508466F6D4E}"/>
              </a:ext>
            </a:extLst>
          </p:cNvPr>
          <p:cNvSpPr txBox="1">
            <a:spLocks noChangeArrowheads="1"/>
          </p:cNvSpPr>
          <p:nvPr/>
        </p:nvSpPr>
        <p:spPr bwMode="auto">
          <a:xfrm>
            <a:off x="6172200" y="914400"/>
            <a:ext cx="1804988" cy="366713"/>
          </a:xfrm>
          <a:prstGeom prst="rect">
            <a:avLst/>
          </a:prstGeom>
          <a:noFill/>
          <a:ln w="9525">
            <a:noFill/>
            <a:miter lim="800000"/>
            <a:headEnd/>
            <a:tailEnd/>
          </a:ln>
        </p:spPr>
        <p:txBody>
          <a:bodyPr wrap="none">
            <a:spAutoFit/>
          </a:bodyPr>
          <a:lstStyle/>
          <a:p>
            <a:pPr eaLnBrk="1" hangingPunct="1">
              <a:defRPr/>
            </a:pPr>
            <a:r>
              <a:rPr lang="en-US">
                <a:solidFill>
                  <a:schemeClr val="tx2"/>
                </a:solidFill>
                <a:effectLst>
                  <a:outerShdw blurRad="38100" dist="38100" dir="2700000" algn="tl">
                    <a:srgbClr val="000000">
                      <a:alpha val="43137"/>
                    </a:srgbClr>
                  </a:outerShdw>
                </a:effectLst>
                <a:latin typeface="Arial" charset="0"/>
                <a:cs typeface="Arial" charset="0"/>
              </a:rPr>
              <a:t>(when possible)</a:t>
            </a:r>
          </a:p>
        </p:txBody>
      </p:sp>
      <p:pic>
        <p:nvPicPr>
          <p:cNvPr id="81925" name="Picture 1033">
            <a:extLst>
              <a:ext uri="{FF2B5EF4-FFF2-40B4-BE49-F238E27FC236}">
                <a16:creationId xmlns:a16="http://schemas.microsoft.com/office/drawing/2014/main" id="{73261791-9D85-4BC0-53CE-58DA751ED3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038600"/>
            <a:ext cx="28956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7" name="Rectangle 1035">
            <a:extLst>
              <a:ext uri="{FF2B5EF4-FFF2-40B4-BE49-F238E27FC236}">
                <a16:creationId xmlns:a16="http://schemas.microsoft.com/office/drawing/2014/main" id="{7B00681B-5E08-AB9F-3D5B-E76037A5ABC0}"/>
              </a:ext>
            </a:extLst>
          </p:cNvPr>
          <p:cNvSpPr>
            <a:spLocks noChangeArrowheads="1"/>
          </p:cNvSpPr>
          <p:nvPr/>
        </p:nvSpPr>
        <p:spPr bwMode="auto">
          <a:xfrm>
            <a:off x="6324600" y="3124200"/>
            <a:ext cx="127952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ASA</a:t>
            </a:r>
          </a:p>
        </p:txBody>
      </p:sp>
      <p:sp>
        <p:nvSpPr>
          <p:cNvPr id="24589" name="Rectangle 1037">
            <a:extLst>
              <a:ext uri="{FF2B5EF4-FFF2-40B4-BE49-F238E27FC236}">
                <a16:creationId xmlns:a16="http://schemas.microsoft.com/office/drawing/2014/main" id="{4764B419-FAF2-3200-C9E2-84FB12811493}"/>
              </a:ext>
            </a:extLst>
          </p:cNvPr>
          <p:cNvSpPr>
            <a:spLocks noChangeArrowheads="1"/>
          </p:cNvSpPr>
          <p:nvPr/>
        </p:nvSpPr>
        <p:spPr bwMode="auto">
          <a:xfrm>
            <a:off x="2286000" y="5410200"/>
            <a:ext cx="1260475" cy="701675"/>
          </a:xfrm>
          <a:prstGeom prst="rect">
            <a:avLst/>
          </a:prstGeom>
          <a:noFill/>
          <a:ln w="9525">
            <a:noFill/>
            <a:miter lim="800000"/>
            <a:headEnd/>
            <a:tailEnd/>
          </a:ln>
          <a:effectLst/>
        </p:spPr>
        <p:txBody>
          <a:bodyPr>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SAS</a:t>
            </a:r>
          </a:p>
        </p:txBody>
      </p:sp>
      <p:graphicFrame>
        <p:nvGraphicFramePr>
          <p:cNvPr id="81928" name="Object 1038">
            <a:extLst>
              <a:ext uri="{FF2B5EF4-FFF2-40B4-BE49-F238E27FC236}">
                <a16:creationId xmlns:a16="http://schemas.microsoft.com/office/drawing/2014/main" id="{737E4C7E-1B80-DDC1-7E60-5C2A981D1900}"/>
              </a:ext>
            </a:extLst>
          </p:cNvPr>
          <p:cNvGraphicFramePr>
            <a:graphicFrameLocks noChangeAspect="1"/>
          </p:cNvGraphicFramePr>
          <p:nvPr/>
        </p:nvGraphicFramePr>
        <p:xfrm>
          <a:off x="5181600" y="1371600"/>
          <a:ext cx="2895600" cy="1774825"/>
        </p:xfrm>
        <a:graphic>
          <a:graphicData uri="http://schemas.openxmlformats.org/presentationml/2006/ole">
            <mc:AlternateContent xmlns:mc="http://schemas.openxmlformats.org/markup-compatibility/2006">
              <mc:Choice xmlns:v="urn:schemas-microsoft-com:vml" Requires="v">
                <p:oleObj name="Bitmap Image" r:id="rId7" imgW="3619048" imgH="2219635" progId="Paint.Picture">
                  <p:embed/>
                </p:oleObj>
              </mc:Choice>
              <mc:Fallback>
                <p:oleObj name="Bitmap Image" r:id="rId7" imgW="3619048" imgH="2219635" progId="Paint.Picture">
                  <p:embed/>
                  <p:pic>
                    <p:nvPicPr>
                      <p:cNvPr id="0" name="Object 10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1371600"/>
                        <a:ext cx="2895600" cy="17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4586" name="Rectangle 1034">
            <a:extLst>
              <a:ext uri="{FF2B5EF4-FFF2-40B4-BE49-F238E27FC236}">
                <a16:creationId xmlns:a16="http://schemas.microsoft.com/office/drawing/2014/main" id="{3BEC3537-E69C-12BC-18C1-6564D8FA01F7}"/>
              </a:ext>
            </a:extLst>
          </p:cNvPr>
          <p:cNvSpPr>
            <a:spLocks noChangeArrowheads="1"/>
          </p:cNvSpPr>
          <p:nvPr/>
        </p:nvSpPr>
        <p:spPr bwMode="auto">
          <a:xfrm>
            <a:off x="1447800" y="2514600"/>
            <a:ext cx="129857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AAA</a:t>
            </a:r>
          </a:p>
        </p:txBody>
      </p:sp>
      <p:sp>
        <p:nvSpPr>
          <p:cNvPr id="24591" name="Line 1039">
            <a:extLst>
              <a:ext uri="{FF2B5EF4-FFF2-40B4-BE49-F238E27FC236}">
                <a16:creationId xmlns:a16="http://schemas.microsoft.com/office/drawing/2014/main" id="{3253B106-4984-70ED-7756-4F364EA73BBD}"/>
              </a:ext>
            </a:extLst>
          </p:cNvPr>
          <p:cNvSpPr>
            <a:spLocks noChangeShapeType="1"/>
          </p:cNvSpPr>
          <p:nvPr/>
        </p:nvSpPr>
        <p:spPr bwMode="auto">
          <a:xfrm>
            <a:off x="1600200" y="2514600"/>
            <a:ext cx="1371600" cy="6858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2" name="Line 1040">
            <a:extLst>
              <a:ext uri="{FF2B5EF4-FFF2-40B4-BE49-F238E27FC236}">
                <a16:creationId xmlns:a16="http://schemas.microsoft.com/office/drawing/2014/main" id="{13FF80F4-045B-3203-3E75-17E364D6644F}"/>
              </a:ext>
            </a:extLst>
          </p:cNvPr>
          <p:cNvSpPr>
            <a:spLocks noChangeShapeType="1"/>
          </p:cNvSpPr>
          <p:nvPr/>
        </p:nvSpPr>
        <p:spPr bwMode="auto">
          <a:xfrm flipH="1">
            <a:off x="1447800" y="2438400"/>
            <a:ext cx="1447800" cy="7620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88" name="Rectangle 1036">
            <a:extLst>
              <a:ext uri="{FF2B5EF4-FFF2-40B4-BE49-F238E27FC236}">
                <a16:creationId xmlns:a16="http://schemas.microsoft.com/office/drawing/2014/main" id="{09D0D63F-0293-45AA-0BDE-C2FE371E81F6}"/>
              </a:ext>
            </a:extLst>
          </p:cNvPr>
          <p:cNvSpPr>
            <a:spLocks noChangeArrowheads="1"/>
          </p:cNvSpPr>
          <p:nvPr/>
        </p:nvSpPr>
        <p:spPr bwMode="auto">
          <a:xfrm>
            <a:off x="7086600" y="5334000"/>
            <a:ext cx="1260475" cy="701675"/>
          </a:xfrm>
          <a:prstGeom prst="rect">
            <a:avLst/>
          </a:prstGeom>
          <a:noFill/>
          <a:ln w="9525">
            <a:noFill/>
            <a:miter lim="800000"/>
            <a:headEnd/>
            <a:tailEnd/>
          </a:ln>
          <a:effectLst/>
        </p:spPr>
        <p:txBody>
          <a:bodyPr wrap="none">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SSA</a:t>
            </a:r>
          </a:p>
        </p:txBody>
      </p:sp>
      <p:sp>
        <p:nvSpPr>
          <p:cNvPr id="24593" name="Line 1041">
            <a:extLst>
              <a:ext uri="{FF2B5EF4-FFF2-40B4-BE49-F238E27FC236}">
                <a16:creationId xmlns:a16="http://schemas.microsoft.com/office/drawing/2014/main" id="{941BA481-E4AE-A961-017B-6ED17C51E894}"/>
              </a:ext>
            </a:extLst>
          </p:cNvPr>
          <p:cNvSpPr>
            <a:spLocks noChangeShapeType="1"/>
          </p:cNvSpPr>
          <p:nvPr/>
        </p:nvSpPr>
        <p:spPr bwMode="auto">
          <a:xfrm>
            <a:off x="7162800" y="5410200"/>
            <a:ext cx="1371600" cy="6858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4594" name="Line 1042">
            <a:extLst>
              <a:ext uri="{FF2B5EF4-FFF2-40B4-BE49-F238E27FC236}">
                <a16:creationId xmlns:a16="http://schemas.microsoft.com/office/drawing/2014/main" id="{F41B0F6C-8EA2-A894-253B-AD4451435C8F}"/>
              </a:ext>
            </a:extLst>
          </p:cNvPr>
          <p:cNvSpPr>
            <a:spLocks noChangeShapeType="1"/>
          </p:cNvSpPr>
          <p:nvPr/>
        </p:nvSpPr>
        <p:spPr bwMode="auto">
          <a:xfrm flipH="1">
            <a:off x="7010400" y="5334000"/>
            <a:ext cx="1447800" cy="7620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4586"/>
                                        </p:tgtEl>
                                        <p:attrNameLst>
                                          <p:attrName>style.visibility</p:attrName>
                                        </p:attrNameLst>
                                      </p:cBhvr>
                                      <p:to>
                                        <p:strVal val="visible"/>
                                      </p:to>
                                    </p:set>
                                    <p:animEffect transition="in" filter="fade">
                                      <p:cBhvr>
                                        <p:cTn id="7" dur="500"/>
                                        <p:tgtEl>
                                          <p:spTgt spid="24586"/>
                                        </p:tgtEl>
                                      </p:cBhvr>
                                    </p:animEffect>
                                    <p:anim calcmode="lin" valueType="num">
                                      <p:cBhvr>
                                        <p:cTn id="8" dur="500" fill="hold"/>
                                        <p:tgtEl>
                                          <p:spTgt spid="24586"/>
                                        </p:tgtEl>
                                        <p:attrNameLst>
                                          <p:attrName>style.rotation</p:attrName>
                                        </p:attrNameLst>
                                      </p:cBhvr>
                                      <p:tavLst>
                                        <p:tav tm="0">
                                          <p:val>
                                            <p:fltVal val="720"/>
                                          </p:val>
                                        </p:tav>
                                        <p:tav tm="100000">
                                          <p:val>
                                            <p:fltVal val="0"/>
                                          </p:val>
                                        </p:tav>
                                      </p:tavLst>
                                    </p:anim>
                                    <p:anim calcmode="lin" valueType="num">
                                      <p:cBhvr>
                                        <p:cTn id="9" dur="500" fill="hold"/>
                                        <p:tgtEl>
                                          <p:spTgt spid="24586"/>
                                        </p:tgtEl>
                                        <p:attrNameLst>
                                          <p:attrName>ppt_h</p:attrName>
                                        </p:attrNameLst>
                                      </p:cBhvr>
                                      <p:tavLst>
                                        <p:tav tm="0">
                                          <p:val>
                                            <p:fltVal val="0"/>
                                          </p:val>
                                        </p:tav>
                                        <p:tav tm="100000">
                                          <p:val>
                                            <p:strVal val="#ppt_h"/>
                                          </p:val>
                                        </p:tav>
                                      </p:tavLst>
                                    </p:anim>
                                    <p:anim calcmode="lin" valueType="num">
                                      <p:cBhvr>
                                        <p:cTn id="10" dur="500" fill="hold"/>
                                        <p:tgtEl>
                                          <p:spTgt spid="24586"/>
                                        </p:tgtEl>
                                        <p:attrNameLst>
                                          <p:attrName>ppt_w</p:attrName>
                                        </p:attrNameLst>
                                      </p:cBhvr>
                                      <p:tavLst>
                                        <p:tav tm="0">
                                          <p:val>
                                            <p:fltVal val="0"/>
                                          </p:val>
                                        </p:tav>
                                        <p:tav tm="100000">
                                          <p:val>
                                            <p:strVal val="#ppt_w"/>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24592"/>
                                        </p:tgtEl>
                                        <p:attrNameLst>
                                          <p:attrName>style.visibility</p:attrName>
                                        </p:attrNameLst>
                                      </p:cBhvr>
                                      <p:to>
                                        <p:strVal val="visible"/>
                                      </p:to>
                                    </p:set>
                                    <p:animEffect transition="in" filter="wipe(up)">
                                      <p:cBhvr>
                                        <p:cTn id="15" dur="500"/>
                                        <p:tgtEl>
                                          <p:spTgt spid="24592"/>
                                        </p:tgtEl>
                                      </p:cBhvr>
                                    </p:animEffect>
                                  </p:childTnLst>
                                </p:cTn>
                              </p:par>
                              <p:par>
                                <p:cTn id="16" presetID="22" presetClass="entr" presetSubtype="1" fill="hold" nodeType="withEffect">
                                  <p:stCondLst>
                                    <p:cond delay="0"/>
                                  </p:stCondLst>
                                  <p:childTnLst>
                                    <p:set>
                                      <p:cBhvr>
                                        <p:cTn id="17" dur="1" fill="hold">
                                          <p:stCondLst>
                                            <p:cond delay="0"/>
                                          </p:stCondLst>
                                        </p:cTn>
                                        <p:tgtEl>
                                          <p:spTgt spid="24591"/>
                                        </p:tgtEl>
                                        <p:attrNameLst>
                                          <p:attrName>style.visibility</p:attrName>
                                        </p:attrNameLst>
                                      </p:cBhvr>
                                      <p:to>
                                        <p:strVal val="visible"/>
                                      </p:to>
                                    </p:set>
                                    <p:animEffect transition="in" filter="wipe(up)">
                                      <p:cBhvr>
                                        <p:cTn id="18" dur="500"/>
                                        <p:tgtEl>
                                          <p:spTgt spid="2459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ntr" presetSubtype="0" fill="hold" grpId="0" nodeType="clickEffect">
                                  <p:stCondLst>
                                    <p:cond delay="0"/>
                                  </p:stCondLst>
                                  <p:childTnLst>
                                    <p:set>
                                      <p:cBhvr>
                                        <p:cTn id="22" dur="1" fill="hold">
                                          <p:stCondLst>
                                            <p:cond delay="0"/>
                                          </p:stCondLst>
                                        </p:cTn>
                                        <p:tgtEl>
                                          <p:spTgt spid="24587"/>
                                        </p:tgtEl>
                                        <p:attrNameLst>
                                          <p:attrName>style.visibility</p:attrName>
                                        </p:attrNameLst>
                                      </p:cBhvr>
                                      <p:to>
                                        <p:strVal val="visible"/>
                                      </p:to>
                                    </p:set>
                                    <p:animEffect transition="in" filter="fade">
                                      <p:cBhvr>
                                        <p:cTn id="23" dur="500"/>
                                        <p:tgtEl>
                                          <p:spTgt spid="24587"/>
                                        </p:tgtEl>
                                      </p:cBhvr>
                                    </p:animEffect>
                                    <p:anim calcmode="lin" valueType="num">
                                      <p:cBhvr>
                                        <p:cTn id="24" dur="500" fill="hold"/>
                                        <p:tgtEl>
                                          <p:spTgt spid="24587"/>
                                        </p:tgtEl>
                                        <p:attrNameLst>
                                          <p:attrName>style.rotation</p:attrName>
                                        </p:attrNameLst>
                                      </p:cBhvr>
                                      <p:tavLst>
                                        <p:tav tm="0">
                                          <p:val>
                                            <p:fltVal val="720"/>
                                          </p:val>
                                        </p:tav>
                                        <p:tav tm="100000">
                                          <p:val>
                                            <p:fltVal val="0"/>
                                          </p:val>
                                        </p:tav>
                                      </p:tavLst>
                                    </p:anim>
                                    <p:anim calcmode="lin" valueType="num">
                                      <p:cBhvr>
                                        <p:cTn id="25" dur="500" fill="hold"/>
                                        <p:tgtEl>
                                          <p:spTgt spid="24587"/>
                                        </p:tgtEl>
                                        <p:attrNameLst>
                                          <p:attrName>ppt_h</p:attrName>
                                        </p:attrNameLst>
                                      </p:cBhvr>
                                      <p:tavLst>
                                        <p:tav tm="0">
                                          <p:val>
                                            <p:fltVal val="0"/>
                                          </p:val>
                                        </p:tav>
                                        <p:tav tm="100000">
                                          <p:val>
                                            <p:strVal val="#ppt_h"/>
                                          </p:val>
                                        </p:tav>
                                      </p:tavLst>
                                    </p:anim>
                                    <p:anim calcmode="lin" valueType="num">
                                      <p:cBhvr>
                                        <p:cTn id="26" dur="500" fill="hold"/>
                                        <p:tgtEl>
                                          <p:spTgt spid="24587"/>
                                        </p:tgtEl>
                                        <p:attrNameLst>
                                          <p:attrName>ppt_w</p:attrName>
                                        </p:attrNameLst>
                                      </p:cBhvr>
                                      <p:tavLst>
                                        <p:tav tm="0">
                                          <p:val>
                                            <p:fltVal val="0"/>
                                          </p:val>
                                        </p:tav>
                                        <p:tav tm="100000">
                                          <p:val>
                                            <p:strVal val="#ppt_w"/>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ntr" presetSubtype="0" fill="hold" grpId="0" nodeType="clickEffect">
                                  <p:stCondLst>
                                    <p:cond delay="0"/>
                                  </p:stCondLst>
                                  <p:childTnLst>
                                    <p:set>
                                      <p:cBhvr>
                                        <p:cTn id="30" dur="1" fill="hold">
                                          <p:stCondLst>
                                            <p:cond delay="0"/>
                                          </p:stCondLst>
                                        </p:cTn>
                                        <p:tgtEl>
                                          <p:spTgt spid="24589"/>
                                        </p:tgtEl>
                                        <p:attrNameLst>
                                          <p:attrName>style.visibility</p:attrName>
                                        </p:attrNameLst>
                                      </p:cBhvr>
                                      <p:to>
                                        <p:strVal val="visible"/>
                                      </p:to>
                                    </p:set>
                                    <p:animEffect transition="in" filter="fade">
                                      <p:cBhvr>
                                        <p:cTn id="31" dur="500"/>
                                        <p:tgtEl>
                                          <p:spTgt spid="24589"/>
                                        </p:tgtEl>
                                      </p:cBhvr>
                                    </p:animEffect>
                                    <p:anim calcmode="lin" valueType="num">
                                      <p:cBhvr>
                                        <p:cTn id="32" dur="500" fill="hold"/>
                                        <p:tgtEl>
                                          <p:spTgt spid="24589"/>
                                        </p:tgtEl>
                                        <p:attrNameLst>
                                          <p:attrName>style.rotation</p:attrName>
                                        </p:attrNameLst>
                                      </p:cBhvr>
                                      <p:tavLst>
                                        <p:tav tm="0">
                                          <p:val>
                                            <p:fltVal val="720"/>
                                          </p:val>
                                        </p:tav>
                                        <p:tav tm="100000">
                                          <p:val>
                                            <p:fltVal val="0"/>
                                          </p:val>
                                        </p:tav>
                                      </p:tavLst>
                                    </p:anim>
                                    <p:anim calcmode="lin" valueType="num">
                                      <p:cBhvr>
                                        <p:cTn id="33" dur="500" fill="hold"/>
                                        <p:tgtEl>
                                          <p:spTgt spid="24589"/>
                                        </p:tgtEl>
                                        <p:attrNameLst>
                                          <p:attrName>ppt_h</p:attrName>
                                        </p:attrNameLst>
                                      </p:cBhvr>
                                      <p:tavLst>
                                        <p:tav tm="0">
                                          <p:val>
                                            <p:fltVal val="0"/>
                                          </p:val>
                                        </p:tav>
                                        <p:tav tm="100000">
                                          <p:val>
                                            <p:strVal val="#ppt_h"/>
                                          </p:val>
                                        </p:tav>
                                      </p:tavLst>
                                    </p:anim>
                                    <p:anim calcmode="lin" valueType="num">
                                      <p:cBhvr>
                                        <p:cTn id="34" dur="500" fill="hold"/>
                                        <p:tgtEl>
                                          <p:spTgt spid="24589"/>
                                        </p:tgtEl>
                                        <p:attrNameLst>
                                          <p:attrName>ppt_w</p:attrName>
                                        </p:attrNameLst>
                                      </p:cBhvr>
                                      <p:tavLst>
                                        <p:tav tm="0">
                                          <p:val>
                                            <p:fltVal val="0"/>
                                          </p:val>
                                        </p:tav>
                                        <p:tav tm="100000">
                                          <p:val>
                                            <p:strVal val="#ppt_w"/>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5" presetClass="entr" presetSubtype="0" fill="hold" grpId="0" nodeType="clickEffect">
                                  <p:stCondLst>
                                    <p:cond delay="0"/>
                                  </p:stCondLst>
                                  <p:childTnLst>
                                    <p:set>
                                      <p:cBhvr>
                                        <p:cTn id="38" dur="1" fill="hold">
                                          <p:stCondLst>
                                            <p:cond delay="0"/>
                                          </p:stCondLst>
                                        </p:cTn>
                                        <p:tgtEl>
                                          <p:spTgt spid="24588"/>
                                        </p:tgtEl>
                                        <p:attrNameLst>
                                          <p:attrName>style.visibility</p:attrName>
                                        </p:attrNameLst>
                                      </p:cBhvr>
                                      <p:to>
                                        <p:strVal val="visible"/>
                                      </p:to>
                                    </p:set>
                                    <p:animEffect transition="in" filter="fade">
                                      <p:cBhvr>
                                        <p:cTn id="39" dur="500"/>
                                        <p:tgtEl>
                                          <p:spTgt spid="24588"/>
                                        </p:tgtEl>
                                      </p:cBhvr>
                                    </p:animEffect>
                                    <p:anim calcmode="lin" valueType="num">
                                      <p:cBhvr>
                                        <p:cTn id="40" dur="500" fill="hold"/>
                                        <p:tgtEl>
                                          <p:spTgt spid="24588"/>
                                        </p:tgtEl>
                                        <p:attrNameLst>
                                          <p:attrName>style.rotation</p:attrName>
                                        </p:attrNameLst>
                                      </p:cBhvr>
                                      <p:tavLst>
                                        <p:tav tm="0">
                                          <p:val>
                                            <p:fltVal val="720"/>
                                          </p:val>
                                        </p:tav>
                                        <p:tav tm="100000">
                                          <p:val>
                                            <p:fltVal val="0"/>
                                          </p:val>
                                        </p:tav>
                                      </p:tavLst>
                                    </p:anim>
                                    <p:anim calcmode="lin" valueType="num">
                                      <p:cBhvr>
                                        <p:cTn id="41" dur="500" fill="hold"/>
                                        <p:tgtEl>
                                          <p:spTgt spid="24588"/>
                                        </p:tgtEl>
                                        <p:attrNameLst>
                                          <p:attrName>ppt_h</p:attrName>
                                        </p:attrNameLst>
                                      </p:cBhvr>
                                      <p:tavLst>
                                        <p:tav tm="0">
                                          <p:val>
                                            <p:fltVal val="0"/>
                                          </p:val>
                                        </p:tav>
                                        <p:tav tm="100000">
                                          <p:val>
                                            <p:strVal val="#ppt_h"/>
                                          </p:val>
                                        </p:tav>
                                      </p:tavLst>
                                    </p:anim>
                                    <p:anim calcmode="lin" valueType="num">
                                      <p:cBhvr>
                                        <p:cTn id="42" dur="500" fill="hold"/>
                                        <p:tgtEl>
                                          <p:spTgt spid="24588"/>
                                        </p:tgtEl>
                                        <p:attrNameLst>
                                          <p:attrName>ppt_w</p:attrName>
                                        </p:attrNameLst>
                                      </p:cBhvr>
                                      <p:tavLst>
                                        <p:tav tm="0">
                                          <p:val>
                                            <p:fltVal val="0"/>
                                          </p:val>
                                        </p:tav>
                                        <p:tav tm="100000">
                                          <p:val>
                                            <p:strVal val="#ppt_w"/>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24594"/>
                                        </p:tgtEl>
                                        <p:attrNameLst>
                                          <p:attrName>style.visibility</p:attrName>
                                        </p:attrNameLst>
                                      </p:cBhvr>
                                      <p:to>
                                        <p:strVal val="visible"/>
                                      </p:to>
                                    </p:set>
                                    <p:animEffect transition="in" filter="wipe(up)">
                                      <p:cBhvr>
                                        <p:cTn id="47" dur="500"/>
                                        <p:tgtEl>
                                          <p:spTgt spid="24594"/>
                                        </p:tgtEl>
                                      </p:cBhvr>
                                    </p:animEffect>
                                  </p:childTnLst>
                                </p:cTn>
                              </p:par>
                              <p:par>
                                <p:cTn id="48" presetID="22" presetClass="entr" presetSubtype="1" fill="hold" nodeType="withEffect">
                                  <p:stCondLst>
                                    <p:cond delay="0"/>
                                  </p:stCondLst>
                                  <p:childTnLst>
                                    <p:set>
                                      <p:cBhvr>
                                        <p:cTn id="49" dur="1" fill="hold">
                                          <p:stCondLst>
                                            <p:cond delay="0"/>
                                          </p:stCondLst>
                                        </p:cTn>
                                        <p:tgtEl>
                                          <p:spTgt spid="24593"/>
                                        </p:tgtEl>
                                        <p:attrNameLst>
                                          <p:attrName>style.visibility</p:attrName>
                                        </p:attrNameLst>
                                      </p:cBhvr>
                                      <p:to>
                                        <p:strVal val="visible"/>
                                      </p:to>
                                    </p:set>
                                    <p:animEffect transition="in" filter="wipe(up)">
                                      <p:cBhvr>
                                        <p:cTn id="50" dur="500"/>
                                        <p:tgtEl>
                                          <p:spTgt spid="24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7" grpId="0"/>
      <p:bldP spid="24589" grpId="0"/>
      <p:bldP spid="24586" grpId="0"/>
      <p:bldP spid="2458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5" name="Object 1026">
            <a:extLst>
              <a:ext uri="{FF2B5EF4-FFF2-40B4-BE49-F238E27FC236}">
                <a16:creationId xmlns:a16="http://schemas.microsoft.com/office/drawing/2014/main" id="{D3A5E973-818A-2D0B-3D4C-5571D44B9995}"/>
              </a:ext>
            </a:extLst>
          </p:cNvPr>
          <p:cNvGraphicFramePr>
            <a:graphicFrameLocks noChangeAspect="1"/>
          </p:cNvGraphicFramePr>
          <p:nvPr/>
        </p:nvGraphicFramePr>
        <p:xfrm>
          <a:off x="304800" y="1725613"/>
          <a:ext cx="2743200" cy="865187"/>
        </p:xfrm>
        <a:graphic>
          <a:graphicData uri="http://schemas.openxmlformats.org/presentationml/2006/ole">
            <mc:AlternateContent xmlns:mc="http://schemas.openxmlformats.org/markup-compatibility/2006">
              <mc:Choice xmlns:v="urn:schemas-microsoft-com:vml" Requires="v">
                <p:oleObj name="Bitmap Image" r:id="rId2" imgW="4200000" imgH="1324160" progId="Paint.Picture">
                  <p:embed/>
                </p:oleObj>
              </mc:Choice>
              <mc:Fallback>
                <p:oleObj name="Bitmap Image" r:id="rId2" imgW="4200000" imgH="1324160" progId="Paint.Picture">
                  <p:embed/>
                  <p:pic>
                    <p:nvPicPr>
                      <p:cNvPr id="0"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725613"/>
                        <a:ext cx="2743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2946" name="Object 1027">
            <a:extLst>
              <a:ext uri="{FF2B5EF4-FFF2-40B4-BE49-F238E27FC236}">
                <a16:creationId xmlns:a16="http://schemas.microsoft.com/office/drawing/2014/main" id="{2D968BCC-5751-4500-CC9D-8ADE8F5580D3}"/>
              </a:ext>
            </a:extLst>
          </p:cNvPr>
          <p:cNvGraphicFramePr>
            <a:graphicFrameLocks noChangeAspect="1"/>
          </p:cNvGraphicFramePr>
          <p:nvPr/>
        </p:nvGraphicFramePr>
        <p:xfrm>
          <a:off x="4343400" y="1524000"/>
          <a:ext cx="2838450" cy="1704975"/>
        </p:xfrm>
        <a:graphic>
          <a:graphicData uri="http://schemas.openxmlformats.org/presentationml/2006/ole">
            <mc:AlternateContent xmlns:mc="http://schemas.openxmlformats.org/markup-compatibility/2006">
              <mc:Choice xmlns:v="urn:schemas-microsoft-com:vml" Requires="v">
                <p:oleObj name="Bitmap Image" r:id="rId4" imgW="3600000" imgH="2161905" progId="Paint.Picture">
                  <p:embed/>
                </p:oleObj>
              </mc:Choice>
              <mc:Fallback>
                <p:oleObj name="Bitmap Image" r:id="rId4" imgW="3600000" imgH="2161905" progId="Paint.Picture">
                  <p:embed/>
                  <p:pic>
                    <p:nvPicPr>
                      <p:cNvPr id="0" name="Object 10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524000"/>
                        <a:ext cx="28384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2947" name="Object 1028">
            <a:extLst>
              <a:ext uri="{FF2B5EF4-FFF2-40B4-BE49-F238E27FC236}">
                <a16:creationId xmlns:a16="http://schemas.microsoft.com/office/drawing/2014/main" id="{3FE1B985-6598-A4BD-88E1-E9F42D90465E}"/>
              </a:ext>
            </a:extLst>
          </p:cNvPr>
          <p:cNvGraphicFramePr>
            <a:graphicFrameLocks noChangeAspect="1"/>
          </p:cNvGraphicFramePr>
          <p:nvPr/>
        </p:nvGraphicFramePr>
        <p:xfrm>
          <a:off x="5638800" y="4114800"/>
          <a:ext cx="3124200" cy="1577975"/>
        </p:xfrm>
        <a:graphic>
          <a:graphicData uri="http://schemas.openxmlformats.org/presentationml/2006/ole">
            <mc:AlternateContent xmlns:mc="http://schemas.openxmlformats.org/markup-compatibility/2006">
              <mc:Choice xmlns:v="urn:schemas-microsoft-com:vml" Requires="v">
                <p:oleObj name="Bitmap Image" r:id="rId6" imgW="3790476" imgH="1914286" progId="Paint.Picture">
                  <p:embed/>
                </p:oleObj>
              </mc:Choice>
              <mc:Fallback>
                <p:oleObj name="Bitmap Image" r:id="rId6" imgW="3790476" imgH="1914286" progId="Paint.Picture">
                  <p:embed/>
                  <p:pic>
                    <p:nvPicPr>
                      <p:cNvPr id="0" name="Object 10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4114800"/>
                        <a:ext cx="3124200"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2948" name="Object 1029">
            <a:extLst>
              <a:ext uri="{FF2B5EF4-FFF2-40B4-BE49-F238E27FC236}">
                <a16:creationId xmlns:a16="http://schemas.microsoft.com/office/drawing/2014/main" id="{192CCADC-A4FB-F0C0-AE1F-92BB3393092F}"/>
              </a:ext>
            </a:extLst>
          </p:cNvPr>
          <p:cNvGraphicFramePr>
            <a:graphicFrameLocks noChangeAspect="1"/>
          </p:cNvGraphicFramePr>
          <p:nvPr/>
        </p:nvGraphicFramePr>
        <p:xfrm>
          <a:off x="304800" y="4483100"/>
          <a:ext cx="3495675" cy="1003300"/>
        </p:xfrm>
        <a:graphic>
          <a:graphicData uri="http://schemas.openxmlformats.org/presentationml/2006/ole">
            <mc:AlternateContent xmlns:mc="http://schemas.openxmlformats.org/markup-compatibility/2006">
              <mc:Choice xmlns:v="urn:schemas-microsoft-com:vml" Requires="v">
                <p:oleObj name="Bitmap Image" r:id="rId8" imgW="4180952" imgH="1200318" progId="Paint.Picture">
                  <p:embed/>
                </p:oleObj>
              </mc:Choice>
              <mc:Fallback>
                <p:oleObj name="Bitmap Image" r:id="rId8" imgW="4180952" imgH="1200318" progId="Paint.Picture">
                  <p:embed/>
                  <p:pic>
                    <p:nvPicPr>
                      <p:cNvPr id="0" name="Object 10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4483100"/>
                        <a:ext cx="3495675"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2534" name="Rectangle 1030">
            <a:extLst>
              <a:ext uri="{FF2B5EF4-FFF2-40B4-BE49-F238E27FC236}">
                <a16:creationId xmlns:a16="http://schemas.microsoft.com/office/drawing/2014/main" id="{8B768542-E8B8-07DC-5407-91976961D33F}"/>
              </a:ext>
            </a:extLst>
          </p:cNvPr>
          <p:cNvSpPr>
            <a:spLocks noChangeArrowheads="1"/>
          </p:cNvSpPr>
          <p:nvPr/>
        </p:nvSpPr>
        <p:spPr bwMode="auto">
          <a:xfrm>
            <a:off x="0" y="15240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Name That Postulate</a:t>
            </a:r>
          </a:p>
        </p:txBody>
      </p:sp>
      <p:sp>
        <p:nvSpPr>
          <p:cNvPr id="14343" name="Text Box 1031">
            <a:extLst>
              <a:ext uri="{FF2B5EF4-FFF2-40B4-BE49-F238E27FC236}">
                <a16:creationId xmlns:a16="http://schemas.microsoft.com/office/drawing/2014/main" id="{5B44E21E-A474-DDD8-A1C9-C075BB142AF5}"/>
              </a:ext>
            </a:extLst>
          </p:cNvPr>
          <p:cNvSpPr txBox="1">
            <a:spLocks noChangeArrowheads="1"/>
          </p:cNvSpPr>
          <p:nvPr/>
        </p:nvSpPr>
        <p:spPr bwMode="auto">
          <a:xfrm>
            <a:off x="6172200" y="914400"/>
            <a:ext cx="1804988" cy="366713"/>
          </a:xfrm>
          <a:prstGeom prst="rect">
            <a:avLst/>
          </a:prstGeom>
          <a:noFill/>
          <a:ln w="9525">
            <a:noFill/>
            <a:miter lim="800000"/>
            <a:headEnd/>
            <a:tailEnd/>
          </a:ln>
        </p:spPr>
        <p:txBody>
          <a:bodyPr wrap="none">
            <a:spAutoFit/>
          </a:bodyPr>
          <a:lstStyle/>
          <a:p>
            <a:pPr eaLnBrk="1" hangingPunct="1">
              <a:defRPr/>
            </a:pPr>
            <a:r>
              <a:rPr lang="en-US">
                <a:solidFill>
                  <a:schemeClr val="tx2"/>
                </a:solidFill>
                <a:effectLst>
                  <a:outerShdw blurRad="38100" dist="38100" dir="2700000" algn="tl">
                    <a:srgbClr val="000000">
                      <a:alpha val="43137"/>
                    </a:srgbClr>
                  </a:outerShdw>
                </a:effectLst>
                <a:latin typeface="Arial" charset="0"/>
                <a:cs typeface="Arial" charset="0"/>
              </a:rPr>
              <a:t>(when possible)</a:t>
            </a:r>
          </a:p>
        </p:txBody>
      </p:sp>
      <p:grpSp>
        <p:nvGrpSpPr>
          <p:cNvPr id="2" name="Group 1037">
            <a:extLst>
              <a:ext uri="{FF2B5EF4-FFF2-40B4-BE49-F238E27FC236}">
                <a16:creationId xmlns:a16="http://schemas.microsoft.com/office/drawing/2014/main" id="{800DA074-0716-06EE-2ED8-E527D9471A39}"/>
              </a:ext>
            </a:extLst>
          </p:cNvPr>
          <p:cNvGrpSpPr>
            <a:grpSpLocks/>
          </p:cNvGrpSpPr>
          <p:nvPr/>
        </p:nvGrpSpPr>
        <p:grpSpPr bwMode="auto">
          <a:xfrm>
            <a:off x="1524000" y="1981200"/>
            <a:ext cx="304800" cy="76200"/>
            <a:chOff x="960" y="1248"/>
            <a:chExt cx="192" cy="48"/>
          </a:xfrm>
        </p:grpSpPr>
        <p:sp>
          <p:nvSpPr>
            <p:cNvPr id="14362" name="Line 1035">
              <a:extLst>
                <a:ext uri="{FF2B5EF4-FFF2-40B4-BE49-F238E27FC236}">
                  <a16:creationId xmlns:a16="http://schemas.microsoft.com/office/drawing/2014/main" id="{4FC65A8B-D62D-A842-50C6-A5AC3476EFE8}"/>
                </a:ext>
              </a:extLst>
            </p:cNvPr>
            <p:cNvSpPr>
              <a:spLocks noChangeShapeType="1"/>
            </p:cNvSpPr>
            <p:nvPr/>
          </p:nvSpPr>
          <p:spPr bwMode="auto">
            <a:xfrm>
              <a:off x="960" y="1248"/>
              <a:ext cx="192" cy="0"/>
            </a:xfrm>
            <a:prstGeom prst="line">
              <a:avLst/>
            </a:prstGeom>
            <a:noFill/>
            <a:ln w="9525">
              <a:solidFill>
                <a:srgbClr val="A620B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4363" name="Line 1036">
              <a:extLst>
                <a:ext uri="{FF2B5EF4-FFF2-40B4-BE49-F238E27FC236}">
                  <a16:creationId xmlns:a16="http://schemas.microsoft.com/office/drawing/2014/main" id="{83C87FFE-3247-B018-C09C-A2A4C5D74787}"/>
                </a:ext>
              </a:extLst>
            </p:cNvPr>
            <p:cNvSpPr>
              <a:spLocks noChangeShapeType="1"/>
            </p:cNvSpPr>
            <p:nvPr/>
          </p:nvSpPr>
          <p:spPr bwMode="auto">
            <a:xfrm>
              <a:off x="960" y="1296"/>
              <a:ext cx="192" cy="0"/>
            </a:xfrm>
            <a:prstGeom prst="line">
              <a:avLst/>
            </a:prstGeom>
            <a:noFill/>
            <a:ln w="9525">
              <a:solidFill>
                <a:srgbClr val="A620B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
        <p:nvSpPr>
          <p:cNvPr id="22542" name="Rectangle 1038">
            <a:extLst>
              <a:ext uri="{FF2B5EF4-FFF2-40B4-BE49-F238E27FC236}">
                <a16:creationId xmlns:a16="http://schemas.microsoft.com/office/drawing/2014/main" id="{74783059-48D9-F68D-6661-718105DDF933}"/>
              </a:ext>
            </a:extLst>
          </p:cNvPr>
          <p:cNvSpPr>
            <a:spLocks noChangeArrowheads="1"/>
          </p:cNvSpPr>
          <p:nvPr/>
        </p:nvSpPr>
        <p:spPr bwMode="auto">
          <a:xfrm>
            <a:off x="2133600" y="2743200"/>
            <a:ext cx="1260475" cy="701675"/>
          </a:xfrm>
          <a:prstGeom prst="rect">
            <a:avLst/>
          </a:prstGeom>
          <a:noFill/>
          <a:ln w="9525">
            <a:noFill/>
            <a:miter lim="800000"/>
            <a:headEnd/>
            <a:tailEnd/>
          </a:ln>
          <a:effectLst/>
        </p:spPr>
        <p:txBody>
          <a:bodyPr>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SAS</a:t>
            </a:r>
          </a:p>
        </p:txBody>
      </p:sp>
      <p:sp>
        <p:nvSpPr>
          <p:cNvPr id="22543" name="Rectangle 1039">
            <a:extLst>
              <a:ext uri="{FF2B5EF4-FFF2-40B4-BE49-F238E27FC236}">
                <a16:creationId xmlns:a16="http://schemas.microsoft.com/office/drawing/2014/main" id="{5CDFF2A1-48EC-1640-17A2-B16CBDED6119}"/>
              </a:ext>
            </a:extLst>
          </p:cNvPr>
          <p:cNvSpPr>
            <a:spLocks noChangeArrowheads="1"/>
          </p:cNvSpPr>
          <p:nvPr/>
        </p:nvSpPr>
        <p:spPr bwMode="auto">
          <a:xfrm>
            <a:off x="3200400" y="5791200"/>
            <a:ext cx="1600200" cy="701675"/>
          </a:xfrm>
          <a:prstGeom prst="rect">
            <a:avLst/>
          </a:prstGeom>
          <a:noFill/>
          <a:ln w="9525">
            <a:noFill/>
            <a:miter lim="800000"/>
            <a:headEnd/>
            <a:tailEnd/>
          </a:ln>
          <a:effectLst/>
        </p:spPr>
        <p:txBody>
          <a:bodyPr>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SAS</a:t>
            </a:r>
          </a:p>
        </p:txBody>
      </p:sp>
      <p:sp>
        <p:nvSpPr>
          <p:cNvPr id="22544" name="Rectangle 1040">
            <a:extLst>
              <a:ext uri="{FF2B5EF4-FFF2-40B4-BE49-F238E27FC236}">
                <a16:creationId xmlns:a16="http://schemas.microsoft.com/office/drawing/2014/main" id="{8DFEA4E5-C55E-C76E-2085-20547B1FF979}"/>
              </a:ext>
            </a:extLst>
          </p:cNvPr>
          <p:cNvSpPr>
            <a:spLocks noChangeArrowheads="1"/>
          </p:cNvSpPr>
          <p:nvPr/>
        </p:nvSpPr>
        <p:spPr bwMode="auto">
          <a:xfrm>
            <a:off x="7197725" y="2819400"/>
            <a:ext cx="1260475" cy="701675"/>
          </a:xfrm>
          <a:prstGeom prst="rect">
            <a:avLst/>
          </a:prstGeom>
          <a:noFill/>
          <a:ln w="9525">
            <a:noFill/>
            <a:miter lim="800000"/>
            <a:headEnd/>
            <a:tailEnd/>
          </a:ln>
          <a:effectLst/>
        </p:spPr>
        <p:txBody>
          <a:bodyPr>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SAS</a:t>
            </a:r>
          </a:p>
        </p:txBody>
      </p:sp>
      <p:sp>
        <p:nvSpPr>
          <p:cNvPr id="22547" name="Arc 1043">
            <a:extLst>
              <a:ext uri="{FF2B5EF4-FFF2-40B4-BE49-F238E27FC236}">
                <a16:creationId xmlns:a16="http://schemas.microsoft.com/office/drawing/2014/main" id="{4C184540-BE5D-9D5D-F3ED-8F34D9D24E2E}"/>
              </a:ext>
            </a:extLst>
          </p:cNvPr>
          <p:cNvSpPr>
            <a:spLocks/>
          </p:cNvSpPr>
          <p:nvPr/>
        </p:nvSpPr>
        <p:spPr bwMode="auto">
          <a:xfrm rot="1263505" flipV="1">
            <a:off x="5718175" y="2517775"/>
            <a:ext cx="450850" cy="217488"/>
          </a:xfrm>
          <a:custGeom>
            <a:avLst/>
            <a:gdLst>
              <a:gd name="T0" fmla="*/ 0 w 28839"/>
              <a:gd name="T1" fmla="*/ 12576 h 21600"/>
              <a:gd name="T2" fmla="*/ 450850 w 28839"/>
              <a:gd name="T3" fmla="*/ 217488 h 21600"/>
              <a:gd name="T4" fmla="*/ 113170 w 28839"/>
              <a:gd name="T5" fmla="*/ 217488 h 21600"/>
              <a:gd name="T6" fmla="*/ 0 60000 65536"/>
              <a:gd name="T7" fmla="*/ 0 60000 65536"/>
              <a:gd name="T8" fmla="*/ 0 60000 65536"/>
              <a:gd name="T9" fmla="*/ 0 w 28839"/>
              <a:gd name="T10" fmla="*/ 0 h 21600"/>
              <a:gd name="T11" fmla="*/ 28839 w 28839"/>
              <a:gd name="T12" fmla="*/ 21600 h 21600"/>
            </a:gdLst>
            <a:ahLst/>
            <a:cxnLst>
              <a:cxn ang="T6">
                <a:pos x="T0" y="T1"/>
              </a:cxn>
              <a:cxn ang="T7">
                <a:pos x="T2" y="T3"/>
              </a:cxn>
              <a:cxn ang="T8">
                <a:pos x="T4" y="T5"/>
              </a:cxn>
            </a:cxnLst>
            <a:rect l="T9" t="T10" r="T11" b="T12"/>
            <a:pathLst>
              <a:path w="28839" h="21600" fill="none" extrusionOk="0">
                <a:moveTo>
                  <a:pt x="0" y="1249"/>
                </a:moveTo>
                <a:cubicBezTo>
                  <a:pt x="2324" y="422"/>
                  <a:pt x="4772" y="-1"/>
                  <a:pt x="7239" y="0"/>
                </a:cubicBezTo>
                <a:cubicBezTo>
                  <a:pt x="19168" y="0"/>
                  <a:pt x="28839" y="9670"/>
                  <a:pt x="28839" y="21600"/>
                </a:cubicBezTo>
              </a:path>
              <a:path w="28839" h="21600" stroke="0" extrusionOk="0">
                <a:moveTo>
                  <a:pt x="0" y="1249"/>
                </a:moveTo>
                <a:cubicBezTo>
                  <a:pt x="2324" y="422"/>
                  <a:pt x="4772" y="-1"/>
                  <a:pt x="7239" y="0"/>
                </a:cubicBezTo>
                <a:cubicBezTo>
                  <a:pt x="19168" y="0"/>
                  <a:pt x="28839" y="9670"/>
                  <a:pt x="28839" y="21600"/>
                </a:cubicBezTo>
                <a:lnTo>
                  <a:pt x="7239" y="21600"/>
                </a:lnTo>
                <a:close/>
              </a:path>
            </a:pathLst>
          </a:custGeom>
          <a:noFill/>
          <a:ln w="9525">
            <a:solidFill>
              <a:srgbClr val="A620B0"/>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48" name="Arc 1044">
            <a:extLst>
              <a:ext uri="{FF2B5EF4-FFF2-40B4-BE49-F238E27FC236}">
                <a16:creationId xmlns:a16="http://schemas.microsoft.com/office/drawing/2014/main" id="{48507B9B-CE55-D4D4-BC98-9027AE07ACDF}"/>
              </a:ext>
            </a:extLst>
          </p:cNvPr>
          <p:cNvSpPr>
            <a:spLocks/>
          </p:cNvSpPr>
          <p:nvPr/>
        </p:nvSpPr>
        <p:spPr bwMode="auto">
          <a:xfrm rot="-970069">
            <a:off x="5786438" y="2286000"/>
            <a:ext cx="457200" cy="228600"/>
          </a:xfrm>
          <a:custGeom>
            <a:avLst/>
            <a:gdLst>
              <a:gd name="T0" fmla="*/ 33189 w 21600"/>
              <a:gd name="T1" fmla="*/ 0 h 28918"/>
              <a:gd name="T2" fmla="*/ 429726 w 21600"/>
              <a:gd name="T3" fmla="*/ 228600 h 28918"/>
              <a:gd name="T4" fmla="*/ 0 w 21600"/>
              <a:gd name="T5" fmla="*/ 170300 h 28918"/>
              <a:gd name="T6" fmla="*/ 0 60000 65536"/>
              <a:gd name="T7" fmla="*/ 0 60000 65536"/>
              <a:gd name="T8" fmla="*/ 0 60000 65536"/>
              <a:gd name="T9" fmla="*/ 0 w 21600"/>
              <a:gd name="T10" fmla="*/ 0 h 28918"/>
              <a:gd name="T11" fmla="*/ 21600 w 21600"/>
              <a:gd name="T12" fmla="*/ 28918 h 28918"/>
            </a:gdLst>
            <a:ahLst/>
            <a:cxnLst>
              <a:cxn ang="T6">
                <a:pos x="T0" y="T1"/>
              </a:cxn>
              <a:cxn ang="T7">
                <a:pos x="T2" y="T3"/>
              </a:cxn>
              <a:cxn ang="T8">
                <a:pos x="T4" y="T5"/>
              </a:cxn>
            </a:cxnLst>
            <a:rect l="T9" t="T10" r="T11" b="T12"/>
            <a:pathLst>
              <a:path w="21600" h="28918" fill="none" extrusionOk="0">
                <a:moveTo>
                  <a:pt x="1568" y="-1"/>
                </a:moveTo>
                <a:cubicBezTo>
                  <a:pt x="12859" y="821"/>
                  <a:pt x="21600" y="10222"/>
                  <a:pt x="21600" y="21543"/>
                </a:cubicBezTo>
                <a:cubicBezTo>
                  <a:pt x="21600" y="24058"/>
                  <a:pt x="21160" y="26553"/>
                  <a:pt x="20301" y="28917"/>
                </a:cubicBezTo>
              </a:path>
              <a:path w="21600" h="28918" stroke="0" extrusionOk="0">
                <a:moveTo>
                  <a:pt x="1568" y="-1"/>
                </a:moveTo>
                <a:cubicBezTo>
                  <a:pt x="12859" y="821"/>
                  <a:pt x="21600" y="10222"/>
                  <a:pt x="21600" y="21543"/>
                </a:cubicBezTo>
                <a:cubicBezTo>
                  <a:pt x="21600" y="24058"/>
                  <a:pt x="21160" y="26553"/>
                  <a:pt x="20301" y="28917"/>
                </a:cubicBezTo>
                <a:lnTo>
                  <a:pt x="0" y="21543"/>
                </a:lnTo>
                <a:close/>
              </a:path>
            </a:pathLst>
          </a:custGeom>
          <a:noFill/>
          <a:ln w="9525">
            <a:solidFill>
              <a:srgbClr val="A620B0"/>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49" name="Rectangle 1045">
            <a:extLst>
              <a:ext uri="{FF2B5EF4-FFF2-40B4-BE49-F238E27FC236}">
                <a16:creationId xmlns:a16="http://schemas.microsoft.com/office/drawing/2014/main" id="{55AFD0DA-D7DE-6C3B-6D53-98500E63F624}"/>
              </a:ext>
            </a:extLst>
          </p:cNvPr>
          <p:cNvSpPr>
            <a:spLocks noChangeArrowheads="1"/>
          </p:cNvSpPr>
          <p:nvPr/>
        </p:nvSpPr>
        <p:spPr bwMode="auto">
          <a:xfrm>
            <a:off x="304800" y="2590800"/>
            <a:ext cx="2286000" cy="946150"/>
          </a:xfrm>
          <a:prstGeom prst="rect">
            <a:avLst/>
          </a:prstGeom>
          <a:noFill/>
          <a:ln w="9525">
            <a:noFill/>
            <a:miter lim="800000"/>
            <a:headEnd/>
            <a:tailEnd/>
          </a:ln>
        </p:spPr>
        <p:txBody>
          <a:bodyPr>
            <a:spAutoFit/>
          </a:bodyPr>
          <a:lstStyle/>
          <a:p>
            <a:pPr eaLnBrk="1" hangingPunct="1">
              <a:defRPr/>
            </a:pPr>
            <a:r>
              <a:rPr lang="en-US" sz="2800">
                <a:solidFill>
                  <a:srgbClr val="A620B0"/>
                </a:solidFill>
                <a:effectLst>
                  <a:outerShdw blurRad="38100" dist="38100" dir="2700000" algn="tl">
                    <a:srgbClr val="000000">
                      <a:alpha val="43137"/>
                    </a:srgbClr>
                  </a:outerShdw>
                </a:effectLst>
                <a:latin typeface="Arial" charset="0"/>
                <a:cs typeface="Arial" charset="0"/>
              </a:rPr>
              <a:t>Reflexive Property</a:t>
            </a:r>
          </a:p>
        </p:txBody>
      </p:sp>
      <p:sp>
        <p:nvSpPr>
          <p:cNvPr id="22550" name="Rectangle 1046">
            <a:extLst>
              <a:ext uri="{FF2B5EF4-FFF2-40B4-BE49-F238E27FC236}">
                <a16:creationId xmlns:a16="http://schemas.microsoft.com/office/drawing/2014/main" id="{27EE66CA-62E0-7B26-43FC-2C848E20BEF1}"/>
              </a:ext>
            </a:extLst>
          </p:cNvPr>
          <p:cNvSpPr>
            <a:spLocks noChangeArrowheads="1"/>
          </p:cNvSpPr>
          <p:nvPr/>
        </p:nvSpPr>
        <p:spPr bwMode="auto">
          <a:xfrm>
            <a:off x="7162800" y="1981200"/>
            <a:ext cx="2286000" cy="946150"/>
          </a:xfrm>
          <a:prstGeom prst="rect">
            <a:avLst/>
          </a:prstGeom>
          <a:noFill/>
          <a:ln w="9525">
            <a:noFill/>
            <a:miter lim="800000"/>
            <a:headEnd/>
            <a:tailEnd/>
          </a:ln>
        </p:spPr>
        <p:txBody>
          <a:bodyPr>
            <a:spAutoFit/>
          </a:bodyPr>
          <a:lstStyle/>
          <a:p>
            <a:pPr eaLnBrk="1" hangingPunct="1">
              <a:defRPr/>
            </a:pPr>
            <a:r>
              <a:rPr lang="en-US" sz="2800">
                <a:solidFill>
                  <a:srgbClr val="A620B0"/>
                </a:solidFill>
                <a:effectLst>
                  <a:outerShdw blurRad="38100" dist="38100" dir="2700000" algn="tl">
                    <a:srgbClr val="000000">
                      <a:alpha val="43137"/>
                    </a:srgbClr>
                  </a:outerShdw>
                </a:effectLst>
                <a:latin typeface="Arial" charset="0"/>
                <a:cs typeface="Arial" charset="0"/>
              </a:rPr>
              <a:t>Vertical Angles</a:t>
            </a:r>
          </a:p>
        </p:txBody>
      </p:sp>
      <p:sp>
        <p:nvSpPr>
          <p:cNvPr id="22551" name="Rectangle 1047">
            <a:extLst>
              <a:ext uri="{FF2B5EF4-FFF2-40B4-BE49-F238E27FC236}">
                <a16:creationId xmlns:a16="http://schemas.microsoft.com/office/drawing/2014/main" id="{93E2D321-9FA0-2044-BC00-0A737BE86308}"/>
              </a:ext>
            </a:extLst>
          </p:cNvPr>
          <p:cNvSpPr>
            <a:spLocks noChangeArrowheads="1"/>
          </p:cNvSpPr>
          <p:nvPr/>
        </p:nvSpPr>
        <p:spPr bwMode="auto">
          <a:xfrm>
            <a:off x="1752600" y="5607050"/>
            <a:ext cx="2286000" cy="946150"/>
          </a:xfrm>
          <a:prstGeom prst="rect">
            <a:avLst/>
          </a:prstGeom>
          <a:noFill/>
          <a:ln w="9525">
            <a:noFill/>
            <a:miter lim="800000"/>
            <a:headEnd/>
            <a:tailEnd/>
          </a:ln>
        </p:spPr>
        <p:txBody>
          <a:bodyPr>
            <a:spAutoFit/>
          </a:bodyPr>
          <a:lstStyle/>
          <a:p>
            <a:pPr eaLnBrk="1" hangingPunct="1">
              <a:defRPr/>
            </a:pPr>
            <a:r>
              <a:rPr lang="en-US" sz="2800">
                <a:solidFill>
                  <a:srgbClr val="A620B0"/>
                </a:solidFill>
                <a:effectLst>
                  <a:outerShdw blurRad="38100" dist="38100" dir="2700000" algn="tl">
                    <a:srgbClr val="000000">
                      <a:alpha val="43137"/>
                    </a:srgbClr>
                  </a:outerShdw>
                </a:effectLst>
                <a:latin typeface="Arial" charset="0"/>
                <a:cs typeface="Arial" charset="0"/>
              </a:rPr>
              <a:t>Vertical Angles</a:t>
            </a:r>
          </a:p>
        </p:txBody>
      </p:sp>
      <p:sp>
        <p:nvSpPr>
          <p:cNvPr id="22552" name="Rectangle 1048">
            <a:extLst>
              <a:ext uri="{FF2B5EF4-FFF2-40B4-BE49-F238E27FC236}">
                <a16:creationId xmlns:a16="http://schemas.microsoft.com/office/drawing/2014/main" id="{BA350326-2AC4-BD4F-B4CE-A236AD2E49B2}"/>
              </a:ext>
            </a:extLst>
          </p:cNvPr>
          <p:cNvSpPr>
            <a:spLocks noChangeArrowheads="1"/>
          </p:cNvSpPr>
          <p:nvPr/>
        </p:nvSpPr>
        <p:spPr bwMode="auto">
          <a:xfrm>
            <a:off x="5638800" y="5562600"/>
            <a:ext cx="2286000" cy="946150"/>
          </a:xfrm>
          <a:prstGeom prst="rect">
            <a:avLst/>
          </a:prstGeom>
          <a:noFill/>
          <a:ln w="9525">
            <a:noFill/>
            <a:miter lim="800000"/>
            <a:headEnd/>
            <a:tailEnd/>
          </a:ln>
        </p:spPr>
        <p:txBody>
          <a:bodyPr>
            <a:spAutoFit/>
          </a:bodyPr>
          <a:lstStyle/>
          <a:p>
            <a:pPr eaLnBrk="1" hangingPunct="1">
              <a:defRPr/>
            </a:pPr>
            <a:r>
              <a:rPr lang="en-US" sz="2800">
                <a:solidFill>
                  <a:srgbClr val="A620B0"/>
                </a:solidFill>
                <a:effectLst>
                  <a:outerShdw blurRad="38100" dist="38100" dir="2700000" algn="tl">
                    <a:srgbClr val="000000">
                      <a:alpha val="43137"/>
                    </a:srgbClr>
                  </a:outerShdw>
                </a:effectLst>
                <a:latin typeface="Arial" charset="0"/>
                <a:cs typeface="Arial" charset="0"/>
              </a:rPr>
              <a:t>Reflexive Property</a:t>
            </a:r>
          </a:p>
        </p:txBody>
      </p:sp>
      <p:sp>
        <p:nvSpPr>
          <p:cNvPr id="22545" name="Rectangle 1041">
            <a:extLst>
              <a:ext uri="{FF2B5EF4-FFF2-40B4-BE49-F238E27FC236}">
                <a16:creationId xmlns:a16="http://schemas.microsoft.com/office/drawing/2014/main" id="{44A77CD3-FACC-60E8-67BA-CC210F545991}"/>
              </a:ext>
            </a:extLst>
          </p:cNvPr>
          <p:cNvSpPr>
            <a:spLocks noChangeArrowheads="1"/>
          </p:cNvSpPr>
          <p:nvPr/>
        </p:nvSpPr>
        <p:spPr bwMode="auto">
          <a:xfrm>
            <a:off x="7350125" y="5715000"/>
            <a:ext cx="1260475" cy="701675"/>
          </a:xfrm>
          <a:prstGeom prst="rect">
            <a:avLst/>
          </a:prstGeom>
          <a:noFill/>
          <a:ln w="9525">
            <a:noFill/>
            <a:miter lim="800000"/>
            <a:headEnd/>
            <a:tailEnd/>
          </a:ln>
          <a:effectLst/>
        </p:spPr>
        <p:txBody>
          <a:bodyPr>
            <a:spAutoFit/>
          </a:bodyPr>
          <a:lstStyle/>
          <a:p>
            <a:pPr eaLnBrk="1" hangingPunct="1">
              <a:defRPr/>
            </a:pPr>
            <a:r>
              <a:rPr lang="en-US" sz="4000" b="1">
                <a:solidFill>
                  <a:srgbClr val="0000FF"/>
                </a:solidFill>
                <a:effectLst>
                  <a:outerShdw blurRad="38100" dist="38100" dir="2700000" algn="tl">
                    <a:srgbClr val="C0C0C0"/>
                  </a:outerShdw>
                </a:effectLst>
                <a:latin typeface="Arial" charset="0"/>
                <a:cs typeface="Arial" charset="0"/>
              </a:rPr>
              <a:t>SSA</a:t>
            </a:r>
          </a:p>
        </p:txBody>
      </p:sp>
      <p:sp>
        <p:nvSpPr>
          <p:cNvPr id="22553" name="Line 1049">
            <a:extLst>
              <a:ext uri="{FF2B5EF4-FFF2-40B4-BE49-F238E27FC236}">
                <a16:creationId xmlns:a16="http://schemas.microsoft.com/office/drawing/2014/main" id="{02BEF394-414D-8290-9A63-97642E512AC4}"/>
              </a:ext>
            </a:extLst>
          </p:cNvPr>
          <p:cNvSpPr>
            <a:spLocks noChangeShapeType="1"/>
          </p:cNvSpPr>
          <p:nvPr/>
        </p:nvSpPr>
        <p:spPr bwMode="auto">
          <a:xfrm>
            <a:off x="7467600" y="5715000"/>
            <a:ext cx="1371600" cy="6858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54" name="Line 1050">
            <a:extLst>
              <a:ext uri="{FF2B5EF4-FFF2-40B4-BE49-F238E27FC236}">
                <a16:creationId xmlns:a16="http://schemas.microsoft.com/office/drawing/2014/main" id="{E2E053C0-85B1-A143-7EA5-6D8CE1845E35}"/>
              </a:ext>
            </a:extLst>
          </p:cNvPr>
          <p:cNvSpPr>
            <a:spLocks noChangeShapeType="1"/>
          </p:cNvSpPr>
          <p:nvPr/>
        </p:nvSpPr>
        <p:spPr bwMode="auto">
          <a:xfrm flipH="1">
            <a:off x="7315200" y="5638800"/>
            <a:ext cx="1447800" cy="762000"/>
          </a:xfrm>
          <a:prstGeom prst="line">
            <a:avLst/>
          </a:prstGeom>
          <a:noFill/>
          <a:ln w="38100">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nvGrpSpPr>
          <p:cNvPr id="3" name="Group 1052">
            <a:extLst>
              <a:ext uri="{FF2B5EF4-FFF2-40B4-BE49-F238E27FC236}">
                <a16:creationId xmlns:a16="http://schemas.microsoft.com/office/drawing/2014/main" id="{5AE7E73A-55AD-68DF-D905-EE800D5C3EAB}"/>
              </a:ext>
            </a:extLst>
          </p:cNvPr>
          <p:cNvGrpSpPr>
            <a:grpSpLocks/>
          </p:cNvGrpSpPr>
          <p:nvPr/>
        </p:nvGrpSpPr>
        <p:grpSpPr bwMode="auto">
          <a:xfrm>
            <a:off x="7010400" y="4876800"/>
            <a:ext cx="304800" cy="76200"/>
            <a:chOff x="960" y="1248"/>
            <a:chExt cx="192" cy="48"/>
          </a:xfrm>
        </p:grpSpPr>
        <p:sp>
          <p:nvSpPr>
            <p:cNvPr id="14360" name="Line 1053">
              <a:extLst>
                <a:ext uri="{FF2B5EF4-FFF2-40B4-BE49-F238E27FC236}">
                  <a16:creationId xmlns:a16="http://schemas.microsoft.com/office/drawing/2014/main" id="{DF74AB0E-99B8-88A0-3882-346D663191C8}"/>
                </a:ext>
              </a:extLst>
            </p:cNvPr>
            <p:cNvSpPr>
              <a:spLocks noChangeShapeType="1"/>
            </p:cNvSpPr>
            <p:nvPr/>
          </p:nvSpPr>
          <p:spPr bwMode="auto">
            <a:xfrm>
              <a:off x="960" y="1248"/>
              <a:ext cx="192" cy="0"/>
            </a:xfrm>
            <a:prstGeom prst="line">
              <a:avLst/>
            </a:prstGeom>
            <a:noFill/>
            <a:ln w="9525">
              <a:solidFill>
                <a:srgbClr val="A620B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4361" name="Line 1054">
              <a:extLst>
                <a:ext uri="{FF2B5EF4-FFF2-40B4-BE49-F238E27FC236}">
                  <a16:creationId xmlns:a16="http://schemas.microsoft.com/office/drawing/2014/main" id="{0A5D3F14-2D21-7EBF-3857-F356BE115714}"/>
                </a:ext>
              </a:extLst>
            </p:cNvPr>
            <p:cNvSpPr>
              <a:spLocks noChangeShapeType="1"/>
            </p:cNvSpPr>
            <p:nvPr/>
          </p:nvSpPr>
          <p:spPr bwMode="auto">
            <a:xfrm>
              <a:off x="960" y="1296"/>
              <a:ext cx="192" cy="0"/>
            </a:xfrm>
            <a:prstGeom prst="line">
              <a:avLst/>
            </a:prstGeom>
            <a:noFill/>
            <a:ln w="9525">
              <a:solidFill>
                <a:srgbClr val="A620B0"/>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
        <p:nvSpPr>
          <p:cNvPr id="22559" name="Arc 1055">
            <a:extLst>
              <a:ext uri="{FF2B5EF4-FFF2-40B4-BE49-F238E27FC236}">
                <a16:creationId xmlns:a16="http://schemas.microsoft.com/office/drawing/2014/main" id="{EF92B29C-4140-A7BE-1699-BB455A08CF46}"/>
              </a:ext>
            </a:extLst>
          </p:cNvPr>
          <p:cNvSpPr>
            <a:spLocks/>
          </p:cNvSpPr>
          <p:nvPr/>
        </p:nvSpPr>
        <p:spPr bwMode="auto">
          <a:xfrm>
            <a:off x="2590800" y="4876800"/>
            <a:ext cx="76200" cy="228600"/>
          </a:xfrm>
          <a:custGeom>
            <a:avLst/>
            <a:gdLst>
              <a:gd name="T0" fmla="*/ 0 w 21600"/>
              <a:gd name="T1" fmla="*/ 0 h 21600"/>
              <a:gd name="T2" fmla="*/ 76200 w 21600"/>
              <a:gd name="T3" fmla="*/ 228600 h 21600"/>
              <a:gd name="T4" fmla="*/ 0 w 21600"/>
              <a:gd name="T5" fmla="*/ 2286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A620B0"/>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2560" name="Arc 1056">
            <a:extLst>
              <a:ext uri="{FF2B5EF4-FFF2-40B4-BE49-F238E27FC236}">
                <a16:creationId xmlns:a16="http://schemas.microsoft.com/office/drawing/2014/main" id="{F5F4E0DD-BE7E-F5BA-403D-8902A12B2E4B}"/>
              </a:ext>
            </a:extLst>
          </p:cNvPr>
          <p:cNvSpPr>
            <a:spLocks/>
          </p:cNvSpPr>
          <p:nvPr/>
        </p:nvSpPr>
        <p:spPr bwMode="auto">
          <a:xfrm flipH="1">
            <a:off x="1222375" y="4876800"/>
            <a:ext cx="149225" cy="457200"/>
          </a:xfrm>
          <a:custGeom>
            <a:avLst/>
            <a:gdLst>
              <a:gd name="T0" fmla="*/ 0 w 20387"/>
              <a:gd name="T1" fmla="*/ 0 h 21600"/>
              <a:gd name="T2" fmla="*/ 149225 w 20387"/>
              <a:gd name="T3" fmla="*/ 306155 h 21600"/>
              <a:gd name="T4" fmla="*/ 0 w 20387"/>
              <a:gd name="T5" fmla="*/ 457200 h 21600"/>
              <a:gd name="T6" fmla="*/ 0 60000 65536"/>
              <a:gd name="T7" fmla="*/ 0 60000 65536"/>
              <a:gd name="T8" fmla="*/ 0 60000 65536"/>
              <a:gd name="T9" fmla="*/ 0 w 20387"/>
              <a:gd name="T10" fmla="*/ 0 h 21600"/>
              <a:gd name="T11" fmla="*/ 20387 w 20387"/>
              <a:gd name="T12" fmla="*/ 21600 h 21600"/>
            </a:gdLst>
            <a:ahLst/>
            <a:cxnLst>
              <a:cxn ang="T6">
                <a:pos x="T0" y="T1"/>
              </a:cxn>
              <a:cxn ang="T7">
                <a:pos x="T2" y="T3"/>
              </a:cxn>
              <a:cxn ang="T8">
                <a:pos x="T4" y="T5"/>
              </a:cxn>
            </a:cxnLst>
            <a:rect l="T9" t="T10" r="T11" b="T12"/>
            <a:pathLst>
              <a:path w="20387" h="21600" fill="none" extrusionOk="0">
                <a:moveTo>
                  <a:pt x="-1" y="0"/>
                </a:moveTo>
                <a:cubicBezTo>
                  <a:pt x="9178" y="0"/>
                  <a:pt x="17354" y="5800"/>
                  <a:pt x="20387" y="14463"/>
                </a:cubicBezTo>
              </a:path>
              <a:path w="20387" h="21600" stroke="0" extrusionOk="0">
                <a:moveTo>
                  <a:pt x="-1" y="0"/>
                </a:moveTo>
                <a:cubicBezTo>
                  <a:pt x="9178" y="0"/>
                  <a:pt x="17354" y="5800"/>
                  <a:pt x="20387" y="14463"/>
                </a:cubicBezTo>
                <a:lnTo>
                  <a:pt x="0" y="21600"/>
                </a:lnTo>
                <a:close/>
              </a:path>
            </a:pathLst>
          </a:custGeom>
          <a:noFill/>
          <a:ln w="9525">
            <a:solidFill>
              <a:srgbClr val="A620B0"/>
            </a:solidFill>
            <a:round/>
            <a:headEnd/>
            <a:tailEnd/>
          </a:ln>
        </p:spPr>
        <p:txBody>
          <a:bodyPr wrap="none" anchor="ct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nodeType="afterGroup">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22549"/>
                                        </p:tgtEl>
                                        <p:attrNameLst>
                                          <p:attrName>style.visibility</p:attrName>
                                        </p:attrNameLst>
                                      </p:cBhvr>
                                      <p:to>
                                        <p:strVal val="visible"/>
                                      </p:to>
                                    </p:set>
                                    <p:anim calcmode="lin" valueType="num">
                                      <p:cBhvr>
                                        <p:cTn id="11" dur="1000" fill="hold"/>
                                        <p:tgtEl>
                                          <p:spTgt spid="22549"/>
                                        </p:tgtEl>
                                        <p:attrNameLst>
                                          <p:attrName>ppt_w</p:attrName>
                                        </p:attrNameLst>
                                      </p:cBhvr>
                                      <p:tavLst>
                                        <p:tav tm="0">
                                          <p:val>
                                            <p:strVal val="#ppt_w*0.70"/>
                                          </p:val>
                                        </p:tav>
                                        <p:tav tm="100000">
                                          <p:val>
                                            <p:strVal val="#ppt_w"/>
                                          </p:val>
                                        </p:tav>
                                      </p:tavLst>
                                    </p:anim>
                                    <p:anim calcmode="lin" valueType="num">
                                      <p:cBhvr>
                                        <p:cTn id="12" dur="1000" fill="hold"/>
                                        <p:tgtEl>
                                          <p:spTgt spid="22549"/>
                                        </p:tgtEl>
                                        <p:attrNameLst>
                                          <p:attrName>ppt_h</p:attrName>
                                        </p:attrNameLst>
                                      </p:cBhvr>
                                      <p:tavLst>
                                        <p:tav tm="0">
                                          <p:val>
                                            <p:strVal val="#ppt_h"/>
                                          </p:val>
                                        </p:tav>
                                        <p:tav tm="100000">
                                          <p:val>
                                            <p:strVal val="#ppt_h"/>
                                          </p:val>
                                        </p:tav>
                                      </p:tavLst>
                                    </p:anim>
                                    <p:animEffect transition="in" filter="fade">
                                      <p:cBhvr>
                                        <p:cTn id="13" dur="1000"/>
                                        <p:tgtEl>
                                          <p:spTgt spid="225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5" presetClass="entr" presetSubtype="0" fill="hold" grpId="0" nodeType="clickEffect">
                                  <p:stCondLst>
                                    <p:cond delay="0"/>
                                  </p:stCondLst>
                                  <p:childTnLst>
                                    <p:set>
                                      <p:cBhvr>
                                        <p:cTn id="17" dur="1" fill="hold">
                                          <p:stCondLst>
                                            <p:cond delay="0"/>
                                          </p:stCondLst>
                                        </p:cTn>
                                        <p:tgtEl>
                                          <p:spTgt spid="22542"/>
                                        </p:tgtEl>
                                        <p:attrNameLst>
                                          <p:attrName>style.visibility</p:attrName>
                                        </p:attrNameLst>
                                      </p:cBhvr>
                                      <p:to>
                                        <p:strVal val="visible"/>
                                      </p:to>
                                    </p:set>
                                    <p:animEffect transition="in" filter="fade">
                                      <p:cBhvr>
                                        <p:cTn id="18" dur="500"/>
                                        <p:tgtEl>
                                          <p:spTgt spid="22542"/>
                                        </p:tgtEl>
                                      </p:cBhvr>
                                    </p:animEffect>
                                    <p:anim calcmode="lin" valueType="num">
                                      <p:cBhvr>
                                        <p:cTn id="19" dur="500" fill="hold"/>
                                        <p:tgtEl>
                                          <p:spTgt spid="22542"/>
                                        </p:tgtEl>
                                        <p:attrNameLst>
                                          <p:attrName>style.rotation</p:attrName>
                                        </p:attrNameLst>
                                      </p:cBhvr>
                                      <p:tavLst>
                                        <p:tav tm="0">
                                          <p:val>
                                            <p:fltVal val="720"/>
                                          </p:val>
                                        </p:tav>
                                        <p:tav tm="100000">
                                          <p:val>
                                            <p:fltVal val="0"/>
                                          </p:val>
                                        </p:tav>
                                      </p:tavLst>
                                    </p:anim>
                                    <p:anim calcmode="lin" valueType="num">
                                      <p:cBhvr>
                                        <p:cTn id="20" dur="500" fill="hold"/>
                                        <p:tgtEl>
                                          <p:spTgt spid="22542"/>
                                        </p:tgtEl>
                                        <p:attrNameLst>
                                          <p:attrName>ppt_h</p:attrName>
                                        </p:attrNameLst>
                                      </p:cBhvr>
                                      <p:tavLst>
                                        <p:tav tm="0">
                                          <p:val>
                                            <p:fltVal val="0"/>
                                          </p:val>
                                        </p:tav>
                                        <p:tav tm="100000">
                                          <p:val>
                                            <p:strVal val="#ppt_h"/>
                                          </p:val>
                                        </p:tav>
                                      </p:tavLst>
                                    </p:anim>
                                    <p:anim calcmode="lin" valueType="num">
                                      <p:cBhvr>
                                        <p:cTn id="21" dur="500" fill="hold"/>
                                        <p:tgtEl>
                                          <p:spTgt spid="22542"/>
                                        </p:tgtEl>
                                        <p:attrNameLst>
                                          <p:attrName>ppt_w</p:attrName>
                                        </p:attrNameLst>
                                      </p:cBhvr>
                                      <p:tavLst>
                                        <p:tav tm="0">
                                          <p:val>
                                            <p:fltVal val="0"/>
                                          </p:val>
                                        </p:tav>
                                        <p:tav tm="100000">
                                          <p:val>
                                            <p:strVal val="#ppt_w"/>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22547"/>
                                        </p:tgtEl>
                                        <p:attrNameLst>
                                          <p:attrName>style.visibility</p:attrName>
                                        </p:attrNameLst>
                                      </p:cBhvr>
                                      <p:to>
                                        <p:strVal val="visible"/>
                                      </p:to>
                                    </p:set>
                                    <p:animEffect transition="in" filter="wipe(down)">
                                      <p:cBhvr>
                                        <p:cTn id="26" dur="500"/>
                                        <p:tgtEl>
                                          <p:spTgt spid="22547"/>
                                        </p:tgtEl>
                                      </p:cBhvr>
                                    </p:animEffect>
                                  </p:childTnLst>
                                </p:cTn>
                              </p:par>
                              <p:par>
                                <p:cTn id="27" presetID="22" presetClass="entr" presetSubtype="4" fill="hold" nodeType="withEffect">
                                  <p:stCondLst>
                                    <p:cond delay="0"/>
                                  </p:stCondLst>
                                  <p:childTnLst>
                                    <p:set>
                                      <p:cBhvr>
                                        <p:cTn id="28" dur="1" fill="hold">
                                          <p:stCondLst>
                                            <p:cond delay="0"/>
                                          </p:stCondLst>
                                        </p:cTn>
                                        <p:tgtEl>
                                          <p:spTgt spid="22548"/>
                                        </p:tgtEl>
                                        <p:attrNameLst>
                                          <p:attrName>style.visibility</p:attrName>
                                        </p:attrNameLst>
                                      </p:cBhvr>
                                      <p:to>
                                        <p:strVal val="visible"/>
                                      </p:to>
                                    </p:set>
                                    <p:animEffect transition="in" filter="wipe(down)">
                                      <p:cBhvr>
                                        <p:cTn id="29" dur="500"/>
                                        <p:tgtEl>
                                          <p:spTgt spid="22548"/>
                                        </p:tgtEl>
                                      </p:cBhvr>
                                    </p:animEffect>
                                  </p:childTnLst>
                                </p:cTn>
                              </p:par>
                            </p:childTnLst>
                          </p:cTn>
                        </p:par>
                        <p:par>
                          <p:cTn id="30" fill="hold" nodeType="afterGroup">
                            <p:stCondLst>
                              <p:cond delay="500"/>
                            </p:stCondLst>
                            <p:childTnLst>
                              <p:par>
                                <p:cTn id="31" presetID="55" presetClass="entr" presetSubtype="0" fill="hold" grpId="0" nodeType="afterEffect">
                                  <p:stCondLst>
                                    <p:cond delay="0"/>
                                  </p:stCondLst>
                                  <p:childTnLst>
                                    <p:set>
                                      <p:cBhvr>
                                        <p:cTn id="32" dur="1" fill="hold">
                                          <p:stCondLst>
                                            <p:cond delay="0"/>
                                          </p:stCondLst>
                                        </p:cTn>
                                        <p:tgtEl>
                                          <p:spTgt spid="22550"/>
                                        </p:tgtEl>
                                        <p:attrNameLst>
                                          <p:attrName>style.visibility</p:attrName>
                                        </p:attrNameLst>
                                      </p:cBhvr>
                                      <p:to>
                                        <p:strVal val="visible"/>
                                      </p:to>
                                    </p:set>
                                    <p:anim calcmode="lin" valueType="num">
                                      <p:cBhvr>
                                        <p:cTn id="33" dur="1000" fill="hold"/>
                                        <p:tgtEl>
                                          <p:spTgt spid="22550"/>
                                        </p:tgtEl>
                                        <p:attrNameLst>
                                          <p:attrName>ppt_w</p:attrName>
                                        </p:attrNameLst>
                                      </p:cBhvr>
                                      <p:tavLst>
                                        <p:tav tm="0">
                                          <p:val>
                                            <p:strVal val="#ppt_w*0.70"/>
                                          </p:val>
                                        </p:tav>
                                        <p:tav tm="100000">
                                          <p:val>
                                            <p:strVal val="#ppt_w"/>
                                          </p:val>
                                        </p:tav>
                                      </p:tavLst>
                                    </p:anim>
                                    <p:anim calcmode="lin" valueType="num">
                                      <p:cBhvr>
                                        <p:cTn id="34" dur="1000" fill="hold"/>
                                        <p:tgtEl>
                                          <p:spTgt spid="22550"/>
                                        </p:tgtEl>
                                        <p:attrNameLst>
                                          <p:attrName>ppt_h</p:attrName>
                                        </p:attrNameLst>
                                      </p:cBhvr>
                                      <p:tavLst>
                                        <p:tav tm="0">
                                          <p:val>
                                            <p:strVal val="#ppt_h"/>
                                          </p:val>
                                        </p:tav>
                                        <p:tav tm="100000">
                                          <p:val>
                                            <p:strVal val="#ppt_h"/>
                                          </p:val>
                                        </p:tav>
                                      </p:tavLst>
                                    </p:anim>
                                    <p:animEffect transition="in" filter="fade">
                                      <p:cBhvr>
                                        <p:cTn id="35" dur="1000"/>
                                        <p:tgtEl>
                                          <p:spTgt spid="2255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5" presetClass="entr" presetSubtype="0" fill="hold" grpId="0" nodeType="clickEffect">
                                  <p:stCondLst>
                                    <p:cond delay="0"/>
                                  </p:stCondLst>
                                  <p:childTnLst>
                                    <p:set>
                                      <p:cBhvr>
                                        <p:cTn id="39" dur="1" fill="hold">
                                          <p:stCondLst>
                                            <p:cond delay="0"/>
                                          </p:stCondLst>
                                        </p:cTn>
                                        <p:tgtEl>
                                          <p:spTgt spid="22544"/>
                                        </p:tgtEl>
                                        <p:attrNameLst>
                                          <p:attrName>style.visibility</p:attrName>
                                        </p:attrNameLst>
                                      </p:cBhvr>
                                      <p:to>
                                        <p:strVal val="visible"/>
                                      </p:to>
                                    </p:set>
                                    <p:animEffect transition="in" filter="fade">
                                      <p:cBhvr>
                                        <p:cTn id="40" dur="500"/>
                                        <p:tgtEl>
                                          <p:spTgt spid="22544"/>
                                        </p:tgtEl>
                                      </p:cBhvr>
                                    </p:animEffect>
                                    <p:anim calcmode="lin" valueType="num">
                                      <p:cBhvr>
                                        <p:cTn id="41" dur="500" fill="hold"/>
                                        <p:tgtEl>
                                          <p:spTgt spid="22544"/>
                                        </p:tgtEl>
                                        <p:attrNameLst>
                                          <p:attrName>style.rotation</p:attrName>
                                        </p:attrNameLst>
                                      </p:cBhvr>
                                      <p:tavLst>
                                        <p:tav tm="0">
                                          <p:val>
                                            <p:fltVal val="720"/>
                                          </p:val>
                                        </p:tav>
                                        <p:tav tm="100000">
                                          <p:val>
                                            <p:fltVal val="0"/>
                                          </p:val>
                                        </p:tav>
                                      </p:tavLst>
                                    </p:anim>
                                    <p:anim calcmode="lin" valueType="num">
                                      <p:cBhvr>
                                        <p:cTn id="42" dur="500" fill="hold"/>
                                        <p:tgtEl>
                                          <p:spTgt spid="22544"/>
                                        </p:tgtEl>
                                        <p:attrNameLst>
                                          <p:attrName>ppt_h</p:attrName>
                                        </p:attrNameLst>
                                      </p:cBhvr>
                                      <p:tavLst>
                                        <p:tav tm="0">
                                          <p:val>
                                            <p:fltVal val="0"/>
                                          </p:val>
                                        </p:tav>
                                        <p:tav tm="100000">
                                          <p:val>
                                            <p:strVal val="#ppt_h"/>
                                          </p:val>
                                        </p:tav>
                                      </p:tavLst>
                                    </p:anim>
                                    <p:anim calcmode="lin" valueType="num">
                                      <p:cBhvr>
                                        <p:cTn id="43" dur="500" fill="hold"/>
                                        <p:tgtEl>
                                          <p:spTgt spid="22544"/>
                                        </p:tgtEl>
                                        <p:attrNameLst>
                                          <p:attrName>ppt_w</p:attrName>
                                        </p:attrNameLst>
                                      </p:cBhvr>
                                      <p:tavLst>
                                        <p:tav tm="0">
                                          <p:val>
                                            <p:fltVal val="0"/>
                                          </p:val>
                                        </p:tav>
                                        <p:tav tm="100000">
                                          <p:val>
                                            <p:strVal val="#ppt_w"/>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54" presetClass="entr" presetSubtype="0" accel="100000" fill="hold" nodeType="clickEffect">
                                  <p:stCondLst>
                                    <p:cond delay="0"/>
                                  </p:stCondLst>
                                  <p:childTnLst>
                                    <p:set>
                                      <p:cBhvr>
                                        <p:cTn id="47" dur="1" fill="hold">
                                          <p:stCondLst>
                                            <p:cond delay="0"/>
                                          </p:stCondLst>
                                        </p:cTn>
                                        <p:tgtEl>
                                          <p:spTgt spid="22560"/>
                                        </p:tgtEl>
                                        <p:attrNameLst>
                                          <p:attrName>style.visibility</p:attrName>
                                        </p:attrNameLst>
                                      </p:cBhvr>
                                      <p:to>
                                        <p:strVal val="visible"/>
                                      </p:to>
                                    </p:set>
                                    <p:anim calcmode="lin" valueType="num">
                                      <p:cBhvr>
                                        <p:cTn id="48" dur="500" fill="hold"/>
                                        <p:tgtEl>
                                          <p:spTgt spid="22560"/>
                                        </p:tgtEl>
                                        <p:attrNameLst>
                                          <p:attrName>ppt_w</p:attrName>
                                        </p:attrNameLst>
                                      </p:cBhvr>
                                      <p:tavLst>
                                        <p:tav tm="0">
                                          <p:val>
                                            <p:strVal val="#ppt_w*0.05"/>
                                          </p:val>
                                        </p:tav>
                                        <p:tav tm="100000">
                                          <p:val>
                                            <p:strVal val="#ppt_w"/>
                                          </p:val>
                                        </p:tav>
                                      </p:tavLst>
                                    </p:anim>
                                    <p:anim calcmode="lin" valueType="num">
                                      <p:cBhvr>
                                        <p:cTn id="49" dur="500" fill="hold"/>
                                        <p:tgtEl>
                                          <p:spTgt spid="22560"/>
                                        </p:tgtEl>
                                        <p:attrNameLst>
                                          <p:attrName>ppt_h</p:attrName>
                                        </p:attrNameLst>
                                      </p:cBhvr>
                                      <p:tavLst>
                                        <p:tav tm="0">
                                          <p:val>
                                            <p:strVal val="#ppt_h"/>
                                          </p:val>
                                        </p:tav>
                                        <p:tav tm="100000">
                                          <p:val>
                                            <p:strVal val="#ppt_h"/>
                                          </p:val>
                                        </p:tav>
                                      </p:tavLst>
                                    </p:anim>
                                    <p:anim calcmode="lin" valueType="num">
                                      <p:cBhvr>
                                        <p:cTn id="50" dur="500" fill="hold"/>
                                        <p:tgtEl>
                                          <p:spTgt spid="22560"/>
                                        </p:tgtEl>
                                        <p:attrNameLst>
                                          <p:attrName>ppt_x</p:attrName>
                                        </p:attrNameLst>
                                      </p:cBhvr>
                                      <p:tavLst>
                                        <p:tav tm="0">
                                          <p:val>
                                            <p:strVal val="#ppt_x-.2"/>
                                          </p:val>
                                        </p:tav>
                                        <p:tav tm="100000">
                                          <p:val>
                                            <p:strVal val="#ppt_x"/>
                                          </p:val>
                                        </p:tav>
                                      </p:tavLst>
                                    </p:anim>
                                    <p:anim calcmode="lin" valueType="num">
                                      <p:cBhvr>
                                        <p:cTn id="51" dur="500" fill="hold"/>
                                        <p:tgtEl>
                                          <p:spTgt spid="22560"/>
                                        </p:tgtEl>
                                        <p:attrNameLst>
                                          <p:attrName>ppt_y</p:attrName>
                                        </p:attrNameLst>
                                      </p:cBhvr>
                                      <p:tavLst>
                                        <p:tav tm="0">
                                          <p:val>
                                            <p:strVal val="#ppt_y"/>
                                          </p:val>
                                        </p:tav>
                                        <p:tav tm="100000">
                                          <p:val>
                                            <p:strVal val="#ppt_y"/>
                                          </p:val>
                                        </p:tav>
                                      </p:tavLst>
                                    </p:anim>
                                    <p:animEffect transition="in" filter="fade">
                                      <p:cBhvr>
                                        <p:cTn id="52" dur="500"/>
                                        <p:tgtEl>
                                          <p:spTgt spid="22560"/>
                                        </p:tgtEl>
                                      </p:cBhvr>
                                    </p:animEffect>
                                  </p:childTnLst>
                                </p:cTn>
                              </p:par>
                              <p:par>
                                <p:cTn id="53" presetID="54" presetClass="entr" presetSubtype="0" accel="100000" fill="hold" nodeType="withEffect">
                                  <p:stCondLst>
                                    <p:cond delay="0"/>
                                  </p:stCondLst>
                                  <p:childTnLst>
                                    <p:set>
                                      <p:cBhvr>
                                        <p:cTn id="54" dur="1" fill="hold">
                                          <p:stCondLst>
                                            <p:cond delay="0"/>
                                          </p:stCondLst>
                                        </p:cTn>
                                        <p:tgtEl>
                                          <p:spTgt spid="22559"/>
                                        </p:tgtEl>
                                        <p:attrNameLst>
                                          <p:attrName>style.visibility</p:attrName>
                                        </p:attrNameLst>
                                      </p:cBhvr>
                                      <p:to>
                                        <p:strVal val="visible"/>
                                      </p:to>
                                    </p:set>
                                    <p:anim calcmode="lin" valueType="num">
                                      <p:cBhvr>
                                        <p:cTn id="55" dur="500" fill="hold"/>
                                        <p:tgtEl>
                                          <p:spTgt spid="22559"/>
                                        </p:tgtEl>
                                        <p:attrNameLst>
                                          <p:attrName>ppt_w</p:attrName>
                                        </p:attrNameLst>
                                      </p:cBhvr>
                                      <p:tavLst>
                                        <p:tav tm="0">
                                          <p:val>
                                            <p:strVal val="#ppt_w*0.05"/>
                                          </p:val>
                                        </p:tav>
                                        <p:tav tm="100000">
                                          <p:val>
                                            <p:strVal val="#ppt_w"/>
                                          </p:val>
                                        </p:tav>
                                      </p:tavLst>
                                    </p:anim>
                                    <p:anim calcmode="lin" valueType="num">
                                      <p:cBhvr>
                                        <p:cTn id="56" dur="500" fill="hold"/>
                                        <p:tgtEl>
                                          <p:spTgt spid="22559"/>
                                        </p:tgtEl>
                                        <p:attrNameLst>
                                          <p:attrName>ppt_h</p:attrName>
                                        </p:attrNameLst>
                                      </p:cBhvr>
                                      <p:tavLst>
                                        <p:tav tm="0">
                                          <p:val>
                                            <p:strVal val="#ppt_h"/>
                                          </p:val>
                                        </p:tav>
                                        <p:tav tm="100000">
                                          <p:val>
                                            <p:strVal val="#ppt_h"/>
                                          </p:val>
                                        </p:tav>
                                      </p:tavLst>
                                    </p:anim>
                                    <p:anim calcmode="lin" valueType="num">
                                      <p:cBhvr>
                                        <p:cTn id="57" dur="500" fill="hold"/>
                                        <p:tgtEl>
                                          <p:spTgt spid="22559"/>
                                        </p:tgtEl>
                                        <p:attrNameLst>
                                          <p:attrName>ppt_x</p:attrName>
                                        </p:attrNameLst>
                                      </p:cBhvr>
                                      <p:tavLst>
                                        <p:tav tm="0">
                                          <p:val>
                                            <p:strVal val="#ppt_x-.2"/>
                                          </p:val>
                                        </p:tav>
                                        <p:tav tm="100000">
                                          <p:val>
                                            <p:strVal val="#ppt_x"/>
                                          </p:val>
                                        </p:tav>
                                      </p:tavLst>
                                    </p:anim>
                                    <p:anim calcmode="lin" valueType="num">
                                      <p:cBhvr>
                                        <p:cTn id="58" dur="500" fill="hold"/>
                                        <p:tgtEl>
                                          <p:spTgt spid="22559"/>
                                        </p:tgtEl>
                                        <p:attrNameLst>
                                          <p:attrName>ppt_y</p:attrName>
                                        </p:attrNameLst>
                                      </p:cBhvr>
                                      <p:tavLst>
                                        <p:tav tm="0">
                                          <p:val>
                                            <p:strVal val="#ppt_y"/>
                                          </p:val>
                                        </p:tav>
                                        <p:tav tm="100000">
                                          <p:val>
                                            <p:strVal val="#ppt_y"/>
                                          </p:val>
                                        </p:tav>
                                      </p:tavLst>
                                    </p:anim>
                                    <p:animEffect transition="in" filter="fade">
                                      <p:cBhvr>
                                        <p:cTn id="59" dur="500"/>
                                        <p:tgtEl>
                                          <p:spTgt spid="22559"/>
                                        </p:tgtEl>
                                      </p:cBhvr>
                                    </p:animEffect>
                                  </p:childTnLst>
                                </p:cTn>
                              </p:par>
                            </p:childTnLst>
                          </p:cTn>
                        </p:par>
                        <p:par>
                          <p:cTn id="60" fill="hold" nodeType="afterGroup">
                            <p:stCondLst>
                              <p:cond delay="500"/>
                            </p:stCondLst>
                            <p:childTnLst>
                              <p:par>
                                <p:cTn id="61" presetID="55" presetClass="entr" presetSubtype="0" fill="hold" grpId="0" nodeType="afterEffect">
                                  <p:stCondLst>
                                    <p:cond delay="0"/>
                                  </p:stCondLst>
                                  <p:childTnLst>
                                    <p:set>
                                      <p:cBhvr>
                                        <p:cTn id="62" dur="1" fill="hold">
                                          <p:stCondLst>
                                            <p:cond delay="0"/>
                                          </p:stCondLst>
                                        </p:cTn>
                                        <p:tgtEl>
                                          <p:spTgt spid="22551"/>
                                        </p:tgtEl>
                                        <p:attrNameLst>
                                          <p:attrName>style.visibility</p:attrName>
                                        </p:attrNameLst>
                                      </p:cBhvr>
                                      <p:to>
                                        <p:strVal val="visible"/>
                                      </p:to>
                                    </p:set>
                                    <p:anim calcmode="lin" valueType="num">
                                      <p:cBhvr>
                                        <p:cTn id="63" dur="1000" fill="hold"/>
                                        <p:tgtEl>
                                          <p:spTgt spid="22551"/>
                                        </p:tgtEl>
                                        <p:attrNameLst>
                                          <p:attrName>ppt_w</p:attrName>
                                        </p:attrNameLst>
                                      </p:cBhvr>
                                      <p:tavLst>
                                        <p:tav tm="0">
                                          <p:val>
                                            <p:strVal val="#ppt_w*0.70"/>
                                          </p:val>
                                        </p:tav>
                                        <p:tav tm="100000">
                                          <p:val>
                                            <p:strVal val="#ppt_w"/>
                                          </p:val>
                                        </p:tav>
                                      </p:tavLst>
                                    </p:anim>
                                    <p:anim calcmode="lin" valueType="num">
                                      <p:cBhvr>
                                        <p:cTn id="64" dur="1000" fill="hold"/>
                                        <p:tgtEl>
                                          <p:spTgt spid="22551"/>
                                        </p:tgtEl>
                                        <p:attrNameLst>
                                          <p:attrName>ppt_h</p:attrName>
                                        </p:attrNameLst>
                                      </p:cBhvr>
                                      <p:tavLst>
                                        <p:tav tm="0">
                                          <p:val>
                                            <p:strVal val="#ppt_h"/>
                                          </p:val>
                                        </p:tav>
                                        <p:tav tm="100000">
                                          <p:val>
                                            <p:strVal val="#ppt_h"/>
                                          </p:val>
                                        </p:tav>
                                      </p:tavLst>
                                    </p:anim>
                                    <p:animEffect transition="in" filter="fade">
                                      <p:cBhvr>
                                        <p:cTn id="65" dur="1000"/>
                                        <p:tgtEl>
                                          <p:spTgt spid="2255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5" presetClass="entr" presetSubtype="0" fill="hold" grpId="0" nodeType="clickEffect">
                                  <p:stCondLst>
                                    <p:cond delay="0"/>
                                  </p:stCondLst>
                                  <p:childTnLst>
                                    <p:set>
                                      <p:cBhvr>
                                        <p:cTn id="69" dur="1" fill="hold">
                                          <p:stCondLst>
                                            <p:cond delay="0"/>
                                          </p:stCondLst>
                                        </p:cTn>
                                        <p:tgtEl>
                                          <p:spTgt spid="22543"/>
                                        </p:tgtEl>
                                        <p:attrNameLst>
                                          <p:attrName>style.visibility</p:attrName>
                                        </p:attrNameLst>
                                      </p:cBhvr>
                                      <p:to>
                                        <p:strVal val="visible"/>
                                      </p:to>
                                    </p:set>
                                    <p:animEffect transition="in" filter="fade">
                                      <p:cBhvr>
                                        <p:cTn id="70" dur="500"/>
                                        <p:tgtEl>
                                          <p:spTgt spid="22543"/>
                                        </p:tgtEl>
                                      </p:cBhvr>
                                    </p:animEffect>
                                    <p:anim calcmode="lin" valueType="num">
                                      <p:cBhvr>
                                        <p:cTn id="71" dur="500" fill="hold"/>
                                        <p:tgtEl>
                                          <p:spTgt spid="22543"/>
                                        </p:tgtEl>
                                        <p:attrNameLst>
                                          <p:attrName>style.rotation</p:attrName>
                                        </p:attrNameLst>
                                      </p:cBhvr>
                                      <p:tavLst>
                                        <p:tav tm="0">
                                          <p:val>
                                            <p:fltVal val="720"/>
                                          </p:val>
                                        </p:tav>
                                        <p:tav tm="100000">
                                          <p:val>
                                            <p:fltVal val="0"/>
                                          </p:val>
                                        </p:tav>
                                      </p:tavLst>
                                    </p:anim>
                                    <p:anim calcmode="lin" valueType="num">
                                      <p:cBhvr>
                                        <p:cTn id="72" dur="500" fill="hold"/>
                                        <p:tgtEl>
                                          <p:spTgt spid="22543"/>
                                        </p:tgtEl>
                                        <p:attrNameLst>
                                          <p:attrName>ppt_h</p:attrName>
                                        </p:attrNameLst>
                                      </p:cBhvr>
                                      <p:tavLst>
                                        <p:tav tm="0">
                                          <p:val>
                                            <p:fltVal val="0"/>
                                          </p:val>
                                        </p:tav>
                                        <p:tav tm="100000">
                                          <p:val>
                                            <p:strVal val="#ppt_h"/>
                                          </p:val>
                                        </p:tav>
                                      </p:tavLst>
                                    </p:anim>
                                    <p:anim calcmode="lin" valueType="num">
                                      <p:cBhvr>
                                        <p:cTn id="73" dur="500" fill="hold"/>
                                        <p:tgtEl>
                                          <p:spTgt spid="22543"/>
                                        </p:tgtEl>
                                        <p:attrNameLst>
                                          <p:attrName>ppt_w</p:attrName>
                                        </p:attrNameLst>
                                      </p:cBhvr>
                                      <p:tavLst>
                                        <p:tav tm="0">
                                          <p:val>
                                            <p:fltVal val="0"/>
                                          </p:val>
                                        </p:tav>
                                        <p:tav tm="100000">
                                          <p:val>
                                            <p:strVal val="#ppt_w"/>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nodeType="click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wipe(down)">
                                      <p:cBhvr>
                                        <p:cTn id="78" dur="500"/>
                                        <p:tgtEl>
                                          <p:spTgt spid="3"/>
                                        </p:tgtEl>
                                      </p:cBhvr>
                                    </p:animEffect>
                                  </p:childTnLst>
                                </p:cTn>
                              </p:par>
                            </p:childTnLst>
                          </p:cTn>
                        </p:par>
                        <p:par>
                          <p:cTn id="79" fill="hold" nodeType="afterGroup">
                            <p:stCondLst>
                              <p:cond delay="500"/>
                            </p:stCondLst>
                            <p:childTnLst>
                              <p:par>
                                <p:cTn id="80" presetID="55" presetClass="entr" presetSubtype="0" fill="hold" grpId="0" nodeType="afterEffect">
                                  <p:stCondLst>
                                    <p:cond delay="0"/>
                                  </p:stCondLst>
                                  <p:childTnLst>
                                    <p:set>
                                      <p:cBhvr>
                                        <p:cTn id="81" dur="1" fill="hold">
                                          <p:stCondLst>
                                            <p:cond delay="0"/>
                                          </p:stCondLst>
                                        </p:cTn>
                                        <p:tgtEl>
                                          <p:spTgt spid="22552"/>
                                        </p:tgtEl>
                                        <p:attrNameLst>
                                          <p:attrName>style.visibility</p:attrName>
                                        </p:attrNameLst>
                                      </p:cBhvr>
                                      <p:to>
                                        <p:strVal val="visible"/>
                                      </p:to>
                                    </p:set>
                                    <p:anim calcmode="lin" valueType="num">
                                      <p:cBhvr>
                                        <p:cTn id="82" dur="1000" fill="hold"/>
                                        <p:tgtEl>
                                          <p:spTgt spid="22552"/>
                                        </p:tgtEl>
                                        <p:attrNameLst>
                                          <p:attrName>ppt_w</p:attrName>
                                        </p:attrNameLst>
                                      </p:cBhvr>
                                      <p:tavLst>
                                        <p:tav tm="0">
                                          <p:val>
                                            <p:strVal val="#ppt_w*0.70"/>
                                          </p:val>
                                        </p:tav>
                                        <p:tav tm="100000">
                                          <p:val>
                                            <p:strVal val="#ppt_w"/>
                                          </p:val>
                                        </p:tav>
                                      </p:tavLst>
                                    </p:anim>
                                    <p:anim calcmode="lin" valueType="num">
                                      <p:cBhvr>
                                        <p:cTn id="83" dur="1000" fill="hold"/>
                                        <p:tgtEl>
                                          <p:spTgt spid="22552"/>
                                        </p:tgtEl>
                                        <p:attrNameLst>
                                          <p:attrName>ppt_h</p:attrName>
                                        </p:attrNameLst>
                                      </p:cBhvr>
                                      <p:tavLst>
                                        <p:tav tm="0">
                                          <p:val>
                                            <p:strVal val="#ppt_h"/>
                                          </p:val>
                                        </p:tav>
                                        <p:tav tm="100000">
                                          <p:val>
                                            <p:strVal val="#ppt_h"/>
                                          </p:val>
                                        </p:tav>
                                      </p:tavLst>
                                    </p:anim>
                                    <p:animEffect transition="in" filter="fade">
                                      <p:cBhvr>
                                        <p:cTn id="84" dur="1000"/>
                                        <p:tgtEl>
                                          <p:spTgt spid="2255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5" presetClass="entr" presetSubtype="0" fill="hold" grpId="0" nodeType="clickEffect">
                                  <p:stCondLst>
                                    <p:cond delay="0"/>
                                  </p:stCondLst>
                                  <p:childTnLst>
                                    <p:set>
                                      <p:cBhvr>
                                        <p:cTn id="88" dur="1" fill="hold">
                                          <p:stCondLst>
                                            <p:cond delay="0"/>
                                          </p:stCondLst>
                                        </p:cTn>
                                        <p:tgtEl>
                                          <p:spTgt spid="22545"/>
                                        </p:tgtEl>
                                        <p:attrNameLst>
                                          <p:attrName>style.visibility</p:attrName>
                                        </p:attrNameLst>
                                      </p:cBhvr>
                                      <p:to>
                                        <p:strVal val="visible"/>
                                      </p:to>
                                    </p:set>
                                    <p:animEffect transition="in" filter="fade">
                                      <p:cBhvr>
                                        <p:cTn id="89" dur="500"/>
                                        <p:tgtEl>
                                          <p:spTgt spid="22545"/>
                                        </p:tgtEl>
                                      </p:cBhvr>
                                    </p:animEffect>
                                    <p:anim calcmode="lin" valueType="num">
                                      <p:cBhvr>
                                        <p:cTn id="90" dur="500" fill="hold"/>
                                        <p:tgtEl>
                                          <p:spTgt spid="22545"/>
                                        </p:tgtEl>
                                        <p:attrNameLst>
                                          <p:attrName>style.rotation</p:attrName>
                                        </p:attrNameLst>
                                      </p:cBhvr>
                                      <p:tavLst>
                                        <p:tav tm="0">
                                          <p:val>
                                            <p:fltVal val="720"/>
                                          </p:val>
                                        </p:tav>
                                        <p:tav tm="100000">
                                          <p:val>
                                            <p:fltVal val="0"/>
                                          </p:val>
                                        </p:tav>
                                      </p:tavLst>
                                    </p:anim>
                                    <p:anim calcmode="lin" valueType="num">
                                      <p:cBhvr>
                                        <p:cTn id="91" dur="500" fill="hold"/>
                                        <p:tgtEl>
                                          <p:spTgt spid="22545"/>
                                        </p:tgtEl>
                                        <p:attrNameLst>
                                          <p:attrName>ppt_h</p:attrName>
                                        </p:attrNameLst>
                                      </p:cBhvr>
                                      <p:tavLst>
                                        <p:tav tm="0">
                                          <p:val>
                                            <p:fltVal val="0"/>
                                          </p:val>
                                        </p:tav>
                                        <p:tav tm="100000">
                                          <p:val>
                                            <p:strVal val="#ppt_h"/>
                                          </p:val>
                                        </p:tav>
                                      </p:tavLst>
                                    </p:anim>
                                    <p:anim calcmode="lin" valueType="num">
                                      <p:cBhvr>
                                        <p:cTn id="92" dur="500" fill="hold"/>
                                        <p:tgtEl>
                                          <p:spTgt spid="22545"/>
                                        </p:tgtEl>
                                        <p:attrNameLst>
                                          <p:attrName>ppt_w</p:attrName>
                                        </p:attrNameLst>
                                      </p:cBhvr>
                                      <p:tavLst>
                                        <p:tav tm="0">
                                          <p:val>
                                            <p:fltVal val="0"/>
                                          </p:val>
                                        </p:tav>
                                        <p:tav tm="100000">
                                          <p:val>
                                            <p:strVal val="#ppt_w"/>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22554"/>
                                        </p:tgtEl>
                                        <p:attrNameLst>
                                          <p:attrName>style.visibility</p:attrName>
                                        </p:attrNameLst>
                                      </p:cBhvr>
                                      <p:to>
                                        <p:strVal val="visible"/>
                                      </p:to>
                                    </p:set>
                                    <p:animEffect transition="in" filter="wipe(up)">
                                      <p:cBhvr>
                                        <p:cTn id="97" dur="500"/>
                                        <p:tgtEl>
                                          <p:spTgt spid="22554"/>
                                        </p:tgtEl>
                                      </p:cBhvr>
                                    </p:animEffect>
                                  </p:childTnLst>
                                </p:cTn>
                              </p:par>
                              <p:par>
                                <p:cTn id="98" presetID="22" presetClass="entr" presetSubtype="1" fill="hold" nodeType="withEffect">
                                  <p:stCondLst>
                                    <p:cond delay="0"/>
                                  </p:stCondLst>
                                  <p:childTnLst>
                                    <p:set>
                                      <p:cBhvr>
                                        <p:cTn id="99" dur="1" fill="hold">
                                          <p:stCondLst>
                                            <p:cond delay="0"/>
                                          </p:stCondLst>
                                        </p:cTn>
                                        <p:tgtEl>
                                          <p:spTgt spid="22553"/>
                                        </p:tgtEl>
                                        <p:attrNameLst>
                                          <p:attrName>style.visibility</p:attrName>
                                        </p:attrNameLst>
                                      </p:cBhvr>
                                      <p:to>
                                        <p:strVal val="visible"/>
                                      </p:to>
                                    </p:set>
                                    <p:animEffect transition="in" filter="wipe(up)">
                                      <p:cBhvr>
                                        <p:cTn id="100" dur="500"/>
                                        <p:tgtEl>
                                          <p:spTgt spid="22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2" grpId="0"/>
      <p:bldP spid="22543" grpId="0"/>
      <p:bldP spid="22544" grpId="0"/>
      <p:bldP spid="22549" grpId="0"/>
      <p:bldP spid="22550" grpId="0"/>
      <p:bldP spid="22551" grpId="0"/>
      <p:bldP spid="22552" grpId="0"/>
      <p:bldP spid="2254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9" name="Object 2">
            <a:extLst>
              <a:ext uri="{FF2B5EF4-FFF2-40B4-BE49-F238E27FC236}">
                <a16:creationId xmlns:a16="http://schemas.microsoft.com/office/drawing/2014/main" id="{D972149A-4959-667F-F7FE-57E629D7A457}"/>
              </a:ext>
            </a:extLst>
          </p:cNvPr>
          <p:cNvGraphicFramePr>
            <a:graphicFrameLocks noChangeAspect="1"/>
          </p:cNvGraphicFramePr>
          <p:nvPr/>
        </p:nvGraphicFramePr>
        <p:xfrm>
          <a:off x="0" y="4038600"/>
          <a:ext cx="5505450" cy="1838325"/>
        </p:xfrm>
        <a:graphic>
          <a:graphicData uri="http://schemas.openxmlformats.org/presentationml/2006/ole">
            <mc:AlternateContent xmlns:mc="http://schemas.openxmlformats.org/markup-compatibility/2006">
              <mc:Choice xmlns:v="urn:schemas-microsoft-com:vml" Requires="v">
                <p:oleObj name="Bitmap Image" r:id="rId2" imgW="5504762" imgH="1838095" progId="Paint.Picture">
                  <p:embed/>
                </p:oleObj>
              </mc:Choice>
              <mc:Fallback>
                <p:oleObj name="Bitmap Image" r:id="rId2" imgW="5504762" imgH="1838095"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38600"/>
                        <a:ext cx="5505450"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3970" name="Object 3">
            <a:extLst>
              <a:ext uri="{FF2B5EF4-FFF2-40B4-BE49-F238E27FC236}">
                <a16:creationId xmlns:a16="http://schemas.microsoft.com/office/drawing/2014/main" id="{AC9A0064-E171-815C-40C6-5331E62D20C8}"/>
              </a:ext>
            </a:extLst>
          </p:cNvPr>
          <p:cNvGraphicFramePr>
            <a:graphicFrameLocks noChangeAspect="1"/>
          </p:cNvGraphicFramePr>
          <p:nvPr/>
        </p:nvGraphicFramePr>
        <p:xfrm>
          <a:off x="5562600" y="4038600"/>
          <a:ext cx="2971800" cy="2192338"/>
        </p:xfrm>
        <a:graphic>
          <a:graphicData uri="http://schemas.openxmlformats.org/presentationml/2006/ole">
            <mc:AlternateContent xmlns:mc="http://schemas.openxmlformats.org/markup-compatibility/2006">
              <mc:Choice xmlns:v="urn:schemas-microsoft-com:vml" Requires="v">
                <p:oleObj name="Bitmap Image" r:id="rId4" imgW="3780952" imgH="2790476" progId="Paint.Picture">
                  <p:embed/>
                </p:oleObj>
              </mc:Choice>
              <mc:Fallback>
                <p:oleObj name="Bitmap Image" r:id="rId4" imgW="3780952" imgH="2790476"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4038600"/>
                        <a:ext cx="2971800" cy="219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3971" name="Object 4">
            <a:extLst>
              <a:ext uri="{FF2B5EF4-FFF2-40B4-BE49-F238E27FC236}">
                <a16:creationId xmlns:a16="http://schemas.microsoft.com/office/drawing/2014/main" id="{18653BA3-E85D-8192-8F59-4D397342A7FE}"/>
              </a:ext>
            </a:extLst>
          </p:cNvPr>
          <p:cNvGraphicFramePr>
            <a:graphicFrameLocks noChangeAspect="1"/>
          </p:cNvGraphicFramePr>
          <p:nvPr/>
        </p:nvGraphicFramePr>
        <p:xfrm>
          <a:off x="457200" y="1524000"/>
          <a:ext cx="3276600" cy="1714500"/>
        </p:xfrm>
        <a:graphic>
          <a:graphicData uri="http://schemas.openxmlformats.org/presentationml/2006/ole">
            <mc:AlternateContent xmlns:mc="http://schemas.openxmlformats.org/markup-compatibility/2006">
              <mc:Choice xmlns:v="urn:schemas-microsoft-com:vml" Requires="v">
                <p:oleObj name="Bitmap Image" r:id="rId6" imgW="4315427" imgH="2257740" progId="Paint.Picture">
                  <p:embed/>
                </p:oleObj>
              </mc:Choice>
              <mc:Fallback>
                <p:oleObj name="Bitmap Image" r:id="rId6" imgW="4315427" imgH="2257740" progId="Paint.Picture">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1524000"/>
                        <a:ext cx="32766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3972" name="Object 5">
            <a:extLst>
              <a:ext uri="{FF2B5EF4-FFF2-40B4-BE49-F238E27FC236}">
                <a16:creationId xmlns:a16="http://schemas.microsoft.com/office/drawing/2014/main" id="{B588BA5B-E410-2F06-ED41-5BD35340DE5A}"/>
              </a:ext>
            </a:extLst>
          </p:cNvPr>
          <p:cNvGraphicFramePr>
            <a:graphicFrameLocks noChangeAspect="1"/>
          </p:cNvGraphicFramePr>
          <p:nvPr/>
        </p:nvGraphicFramePr>
        <p:xfrm>
          <a:off x="4419600" y="1828800"/>
          <a:ext cx="3962400" cy="1323975"/>
        </p:xfrm>
        <a:graphic>
          <a:graphicData uri="http://schemas.openxmlformats.org/presentationml/2006/ole">
            <mc:AlternateContent xmlns:mc="http://schemas.openxmlformats.org/markup-compatibility/2006">
              <mc:Choice xmlns:v="urn:schemas-microsoft-com:vml" Requires="v">
                <p:oleObj name="Bitmap Image" r:id="rId8" imgW="5106113" imgH="1704762" progId="Paint.Picture">
                  <p:embed/>
                </p:oleObj>
              </mc:Choice>
              <mc:Fallback>
                <p:oleObj name="Bitmap Image" r:id="rId8" imgW="5106113" imgH="1704762" progId="Paint.Picture">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1828800"/>
                        <a:ext cx="39624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6630" name="Rectangle 6">
            <a:extLst>
              <a:ext uri="{FF2B5EF4-FFF2-40B4-BE49-F238E27FC236}">
                <a16:creationId xmlns:a16="http://schemas.microsoft.com/office/drawing/2014/main" id="{6E043BE2-8CF5-8ACE-CDBF-64A395856A1C}"/>
              </a:ext>
            </a:extLst>
          </p:cNvPr>
          <p:cNvSpPr>
            <a:spLocks noChangeArrowheads="1"/>
          </p:cNvSpPr>
          <p:nvPr/>
        </p:nvSpPr>
        <p:spPr bwMode="auto">
          <a:xfrm>
            <a:off x="-304800" y="15240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HW: Name That Postulate</a:t>
            </a:r>
          </a:p>
        </p:txBody>
      </p:sp>
      <p:sp>
        <p:nvSpPr>
          <p:cNvPr id="15367" name="Text Box 7">
            <a:extLst>
              <a:ext uri="{FF2B5EF4-FFF2-40B4-BE49-F238E27FC236}">
                <a16:creationId xmlns:a16="http://schemas.microsoft.com/office/drawing/2014/main" id="{E79D484A-9EA5-A12B-3F65-815F3EBCBFB2}"/>
              </a:ext>
            </a:extLst>
          </p:cNvPr>
          <p:cNvSpPr txBox="1">
            <a:spLocks noChangeArrowheads="1"/>
          </p:cNvSpPr>
          <p:nvPr/>
        </p:nvSpPr>
        <p:spPr bwMode="auto">
          <a:xfrm>
            <a:off x="6172200" y="914400"/>
            <a:ext cx="1804988" cy="366713"/>
          </a:xfrm>
          <a:prstGeom prst="rect">
            <a:avLst/>
          </a:prstGeom>
          <a:noFill/>
          <a:ln w="9525">
            <a:noFill/>
            <a:miter lim="800000"/>
            <a:headEnd/>
            <a:tailEnd/>
          </a:ln>
        </p:spPr>
        <p:txBody>
          <a:bodyPr wrap="none">
            <a:spAutoFit/>
          </a:bodyPr>
          <a:lstStyle/>
          <a:p>
            <a:pPr eaLnBrk="1" hangingPunct="1">
              <a:defRPr/>
            </a:pPr>
            <a:r>
              <a:rPr lang="en-US">
                <a:solidFill>
                  <a:schemeClr val="tx2"/>
                </a:solidFill>
                <a:effectLst>
                  <a:outerShdw blurRad="38100" dist="38100" dir="2700000" algn="tl">
                    <a:srgbClr val="000000">
                      <a:alpha val="43137"/>
                    </a:srgbClr>
                  </a:outerShdw>
                </a:effectLst>
                <a:latin typeface="Arial" charset="0"/>
                <a:cs typeface="Arial" charset="0"/>
              </a:rPr>
              <a:t>(when possible)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4B989CF-5CF9-678D-73BB-B83EBE80DFC4}"/>
              </a:ext>
            </a:extLst>
          </p:cNvPr>
          <p:cNvSpPr>
            <a:spLocks noChangeArrowheads="1"/>
          </p:cNvSpPr>
          <p:nvPr/>
        </p:nvSpPr>
        <p:spPr bwMode="auto">
          <a:xfrm>
            <a:off x="0" y="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Closure</a:t>
            </a:r>
          </a:p>
        </p:txBody>
      </p:sp>
      <p:sp>
        <p:nvSpPr>
          <p:cNvPr id="18436" name="Text Box 3">
            <a:extLst>
              <a:ext uri="{FF2B5EF4-FFF2-40B4-BE49-F238E27FC236}">
                <a16:creationId xmlns:a16="http://schemas.microsoft.com/office/drawing/2014/main" id="{51A1F6F5-AF67-72B3-8F32-C566DCE74598}"/>
              </a:ext>
            </a:extLst>
          </p:cNvPr>
          <p:cNvSpPr txBox="1">
            <a:spLocks noChangeArrowheads="1"/>
          </p:cNvSpPr>
          <p:nvPr/>
        </p:nvSpPr>
        <p:spPr bwMode="auto">
          <a:xfrm>
            <a:off x="685800" y="1143000"/>
            <a:ext cx="7391400" cy="1373188"/>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0000FF"/>
                </a:solidFill>
                <a:effectLst>
                  <a:outerShdw blurRad="38100" dist="38100" dir="2700000" algn="tl">
                    <a:srgbClr val="000000">
                      <a:alpha val="43137"/>
                    </a:srgbClr>
                  </a:outerShdw>
                </a:effectLst>
                <a:latin typeface="Arial" charset="0"/>
                <a:cs typeface="Arial" charset="0"/>
              </a:rPr>
              <a:t>Indicate the additional information needed to enable us to apply the specified congruence postulate.</a:t>
            </a:r>
          </a:p>
        </p:txBody>
      </p:sp>
      <p:sp>
        <p:nvSpPr>
          <p:cNvPr id="18437" name="Text Box 4">
            <a:extLst>
              <a:ext uri="{FF2B5EF4-FFF2-40B4-BE49-F238E27FC236}">
                <a16:creationId xmlns:a16="http://schemas.microsoft.com/office/drawing/2014/main" id="{0EF36FCF-EACB-7E4F-0E44-C9D11E537562}"/>
              </a:ext>
            </a:extLst>
          </p:cNvPr>
          <p:cNvSpPr txBox="1">
            <a:spLocks noChangeArrowheads="1"/>
          </p:cNvSpPr>
          <p:nvPr/>
        </p:nvSpPr>
        <p:spPr bwMode="auto">
          <a:xfrm>
            <a:off x="533400" y="30480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ASA: </a:t>
            </a:r>
          </a:p>
        </p:txBody>
      </p:sp>
      <p:sp>
        <p:nvSpPr>
          <p:cNvPr id="58373" name="Text Box 5">
            <a:extLst>
              <a:ext uri="{FF2B5EF4-FFF2-40B4-BE49-F238E27FC236}">
                <a16:creationId xmlns:a16="http://schemas.microsoft.com/office/drawing/2014/main" id="{B4D3134C-882B-12EC-DAE2-F2A8D04DEE66}"/>
              </a:ext>
            </a:extLst>
          </p:cNvPr>
          <p:cNvSpPr txBox="1">
            <a:spLocks noChangeArrowheads="1"/>
          </p:cNvSpPr>
          <p:nvPr/>
        </p:nvSpPr>
        <p:spPr bwMode="auto">
          <a:xfrm>
            <a:off x="533400" y="37338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SAS:</a:t>
            </a:r>
          </a:p>
        </p:txBody>
      </p:sp>
      <p:sp>
        <p:nvSpPr>
          <p:cNvPr id="58376" name="Text Box 8">
            <a:extLst>
              <a:ext uri="{FF2B5EF4-FFF2-40B4-BE49-F238E27FC236}">
                <a16:creationId xmlns:a16="http://schemas.microsoft.com/office/drawing/2014/main" id="{399AC8F0-74A3-0B2C-6D3E-ED6B81D1E5F9}"/>
              </a:ext>
            </a:extLst>
          </p:cNvPr>
          <p:cNvSpPr txBox="1">
            <a:spLocks noChangeArrowheads="1"/>
          </p:cNvSpPr>
          <p:nvPr/>
        </p:nvSpPr>
        <p:spPr bwMode="auto">
          <a:xfrm>
            <a:off x="533400" y="44958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AAS:</a:t>
            </a:r>
          </a:p>
        </p:txBody>
      </p:sp>
      <p:graphicFrame>
        <p:nvGraphicFramePr>
          <p:cNvPr id="84998" name="Object 14">
            <a:extLst>
              <a:ext uri="{FF2B5EF4-FFF2-40B4-BE49-F238E27FC236}">
                <a16:creationId xmlns:a16="http://schemas.microsoft.com/office/drawing/2014/main" id="{00E7149E-655B-84E8-1CD2-F9ECA248E8A0}"/>
              </a:ext>
            </a:extLst>
          </p:cNvPr>
          <p:cNvGraphicFramePr>
            <a:graphicFrameLocks noChangeAspect="1"/>
          </p:cNvGraphicFramePr>
          <p:nvPr/>
        </p:nvGraphicFramePr>
        <p:xfrm>
          <a:off x="4267200" y="2895600"/>
          <a:ext cx="3902075" cy="1674813"/>
        </p:xfrm>
        <a:graphic>
          <a:graphicData uri="http://schemas.openxmlformats.org/presentationml/2006/ole">
            <mc:AlternateContent xmlns:mc="http://schemas.openxmlformats.org/markup-compatibility/2006">
              <mc:Choice xmlns:v="urn:schemas-microsoft-com:vml" Requires="v">
                <p:oleObj name="Bitmap Image" r:id="rId2" imgW="6125430" imgH="2629267" progId="Paint.Picture">
                  <p:embed/>
                </p:oleObj>
              </mc:Choice>
              <mc:Fallback>
                <p:oleObj name="Bitmap Image" r:id="rId2" imgW="6125430" imgH="2629267" progId="Paint.Picture">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2895600"/>
                        <a:ext cx="3902075"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strips(downRight)">
                                      <p:cBhvr>
                                        <p:cTn id="7" dur="500"/>
                                        <p:tgtEl>
                                          <p:spTgt spid="58373"/>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8376"/>
                                        </p:tgtEl>
                                        <p:attrNameLst>
                                          <p:attrName>style.visibility</p:attrName>
                                        </p:attrNameLst>
                                      </p:cBhvr>
                                      <p:to>
                                        <p:strVal val="visible"/>
                                      </p:to>
                                    </p:set>
                                    <p:animEffect transition="in" filter="strips(downRight)">
                                      <p:cBhvr>
                                        <p:cTn id="11" dur="500"/>
                                        <p:tgtEl>
                                          <p:spTgt spid="58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37DD5BA-09DD-2A31-C456-F43EC47ABD43}"/>
              </a:ext>
            </a:extLst>
          </p:cNvPr>
          <p:cNvSpPr>
            <a:spLocks noChangeArrowheads="1"/>
          </p:cNvSpPr>
          <p:nvPr/>
        </p:nvSpPr>
        <p:spPr bwMode="auto">
          <a:xfrm>
            <a:off x="0" y="0"/>
            <a:ext cx="9144000" cy="1143000"/>
          </a:xfrm>
          <a:prstGeom prst="rect">
            <a:avLst/>
          </a:prstGeom>
          <a:noFill/>
          <a:ln w="9525">
            <a:noFill/>
            <a:miter lim="800000"/>
            <a:headEnd/>
            <a:tailEnd/>
          </a:ln>
          <a:effectLst/>
        </p:spPr>
        <p:txBody>
          <a:bodyPr anchor="ctr"/>
          <a:lstStyle/>
          <a:p>
            <a:pPr algn="ctr" eaLnBrk="1" hangingPunct="1">
              <a:defRPr/>
            </a:pPr>
            <a:r>
              <a:rPr lang="en-US" sz="4400">
                <a:solidFill>
                  <a:schemeClr val="tx2"/>
                </a:solidFill>
                <a:effectLst>
                  <a:outerShdw blurRad="38100" dist="38100" dir="2700000" algn="tl">
                    <a:srgbClr val="C0C0C0"/>
                  </a:outerShdw>
                </a:effectLst>
                <a:cs typeface="Arial" charset="0"/>
              </a:rPr>
              <a:t>Let’s Practice</a:t>
            </a:r>
          </a:p>
        </p:txBody>
      </p:sp>
      <p:sp>
        <p:nvSpPr>
          <p:cNvPr id="17412" name="Text Box 4">
            <a:extLst>
              <a:ext uri="{FF2B5EF4-FFF2-40B4-BE49-F238E27FC236}">
                <a16:creationId xmlns:a16="http://schemas.microsoft.com/office/drawing/2014/main" id="{30653309-97F9-9446-2F4C-F7A16C7AF494}"/>
              </a:ext>
            </a:extLst>
          </p:cNvPr>
          <p:cNvSpPr txBox="1">
            <a:spLocks noChangeArrowheads="1"/>
          </p:cNvSpPr>
          <p:nvPr/>
        </p:nvSpPr>
        <p:spPr bwMode="auto">
          <a:xfrm>
            <a:off x="685800" y="1143000"/>
            <a:ext cx="7391400" cy="1373188"/>
          </a:xfrm>
          <a:prstGeom prst="rect">
            <a:avLst/>
          </a:prstGeom>
          <a:noFill/>
          <a:ln w="9525">
            <a:noFill/>
            <a:miter lim="800000"/>
            <a:headEnd/>
            <a:tailEnd/>
          </a:ln>
        </p:spPr>
        <p:txBody>
          <a:bodyPr>
            <a:spAutoFit/>
          </a:bodyPr>
          <a:lstStyle/>
          <a:p>
            <a:pPr eaLnBrk="1" hangingPunct="1">
              <a:spcBef>
                <a:spcPct val="50000"/>
              </a:spcBef>
              <a:defRPr/>
            </a:pPr>
            <a:r>
              <a:rPr lang="en-US" sz="2800">
                <a:solidFill>
                  <a:srgbClr val="0000FF"/>
                </a:solidFill>
                <a:effectLst>
                  <a:outerShdw blurRad="38100" dist="38100" dir="2700000" algn="tl">
                    <a:srgbClr val="000000">
                      <a:alpha val="43137"/>
                    </a:srgbClr>
                  </a:outerShdw>
                </a:effectLst>
                <a:latin typeface="Arial" charset="0"/>
                <a:cs typeface="Arial" charset="0"/>
              </a:rPr>
              <a:t>Indicate the additional information needed to enable us to apply the specified congruence postulate.</a:t>
            </a:r>
          </a:p>
        </p:txBody>
      </p:sp>
      <p:sp>
        <p:nvSpPr>
          <p:cNvPr id="17413" name="Text Box 5">
            <a:extLst>
              <a:ext uri="{FF2B5EF4-FFF2-40B4-BE49-F238E27FC236}">
                <a16:creationId xmlns:a16="http://schemas.microsoft.com/office/drawing/2014/main" id="{8E4CCE81-5DCE-395A-65A3-D3BD45C1BB65}"/>
              </a:ext>
            </a:extLst>
          </p:cNvPr>
          <p:cNvSpPr txBox="1">
            <a:spLocks noChangeArrowheads="1"/>
          </p:cNvSpPr>
          <p:nvPr/>
        </p:nvSpPr>
        <p:spPr bwMode="auto">
          <a:xfrm>
            <a:off x="533400" y="30480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ASA: </a:t>
            </a:r>
          </a:p>
        </p:txBody>
      </p:sp>
      <p:sp>
        <p:nvSpPr>
          <p:cNvPr id="12295" name="Text Box 7">
            <a:extLst>
              <a:ext uri="{FF2B5EF4-FFF2-40B4-BE49-F238E27FC236}">
                <a16:creationId xmlns:a16="http://schemas.microsoft.com/office/drawing/2014/main" id="{ED8FB2CC-D833-89C4-EFE9-2624FE94BA4C}"/>
              </a:ext>
            </a:extLst>
          </p:cNvPr>
          <p:cNvSpPr txBox="1">
            <a:spLocks noChangeArrowheads="1"/>
          </p:cNvSpPr>
          <p:nvPr/>
        </p:nvSpPr>
        <p:spPr bwMode="auto">
          <a:xfrm>
            <a:off x="533400" y="37338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SAS:</a:t>
            </a:r>
          </a:p>
        </p:txBody>
      </p:sp>
      <p:graphicFrame>
        <p:nvGraphicFramePr>
          <p:cNvPr id="86021" name="Object 8">
            <a:extLst>
              <a:ext uri="{FF2B5EF4-FFF2-40B4-BE49-F238E27FC236}">
                <a16:creationId xmlns:a16="http://schemas.microsoft.com/office/drawing/2014/main" id="{9B654B97-373E-14F0-8EF9-738BDFADA72C}"/>
              </a:ext>
            </a:extLst>
          </p:cNvPr>
          <p:cNvGraphicFramePr>
            <a:graphicFrameLocks noChangeAspect="1"/>
          </p:cNvGraphicFramePr>
          <p:nvPr/>
        </p:nvGraphicFramePr>
        <p:xfrm>
          <a:off x="4503738" y="2667000"/>
          <a:ext cx="4030662" cy="1393825"/>
        </p:xfrm>
        <a:graphic>
          <a:graphicData uri="http://schemas.openxmlformats.org/presentationml/2006/ole">
            <mc:AlternateContent xmlns:mc="http://schemas.openxmlformats.org/markup-compatibility/2006">
              <mc:Choice xmlns:v="urn:schemas-microsoft-com:vml" Requires="v">
                <p:oleObj name="Bitmap Image" r:id="rId2" imgW="6620799" imgH="2285714" progId="Paint.Picture">
                  <p:embed/>
                </p:oleObj>
              </mc:Choice>
              <mc:Fallback>
                <p:oleObj name="Bitmap Image" r:id="rId2" imgW="6620799" imgH="2285714" progId="Paint.Picture">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738" y="2667000"/>
                        <a:ext cx="4030662" cy="139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2297" name="Rectangle 9">
            <a:extLst>
              <a:ext uri="{FF2B5EF4-FFF2-40B4-BE49-F238E27FC236}">
                <a16:creationId xmlns:a16="http://schemas.microsoft.com/office/drawing/2014/main" id="{E5EDC255-6423-9D83-E55C-67BC39BD56BD}"/>
              </a:ext>
            </a:extLst>
          </p:cNvPr>
          <p:cNvSpPr>
            <a:spLocks noChangeArrowheads="1"/>
          </p:cNvSpPr>
          <p:nvPr/>
        </p:nvSpPr>
        <p:spPr bwMode="auto">
          <a:xfrm>
            <a:off x="2057400" y="3048000"/>
            <a:ext cx="2057400" cy="579438"/>
          </a:xfrm>
          <a:prstGeom prst="rect">
            <a:avLst/>
          </a:prstGeom>
          <a:noFill/>
          <a:ln w="9525">
            <a:noFill/>
            <a:miter lim="800000"/>
            <a:headEnd/>
            <a:tailEnd/>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effectLst>
                  <a:outerShdw blurRad="38100" dist="38100" dir="2700000" algn="tl">
                    <a:srgbClr val="444D26"/>
                  </a:outerShdw>
                </a:effectLst>
                <a:sym typeface="Symbol" panose="05050102010706020507" pitchFamily="18" charset="2"/>
              </a:rPr>
              <a:t> </a:t>
            </a:r>
            <a:r>
              <a:rPr lang="en-US" altLang="en-US" sz="3200" b="1">
                <a:solidFill>
                  <a:schemeClr val="folHlink"/>
                </a:solidFill>
                <a:effectLst>
                  <a:outerShdw blurRad="38100" dist="38100" dir="2700000" algn="tl">
                    <a:srgbClr val="FFFFFF"/>
                  </a:outerShdw>
                </a:effectLst>
                <a:sym typeface="Symbol" panose="05050102010706020507" pitchFamily="18" charset="2"/>
              </a:rPr>
              <a:t></a:t>
            </a:r>
            <a:r>
              <a:rPr lang="en-US" altLang="en-US" sz="3200" b="1">
                <a:solidFill>
                  <a:schemeClr val="folHlink"/>
                </a:solidFill>
                <a:effectLst>
                  <a:outerShdw blurRad="38100" dist="38100" dir="2700000" algn="tl">
                    <a:srgbClr val="FFFFFF"/>
                  </a:outerShdw>
                </a:effectLst>
              </a:rPr>
              <a:t>B </a:t>
            </a:r>
            <a:r>
              <a:rPr lang="en-US" altLang="en-US" sz="3200" b="1">
                <a:effectLst>
                  <a:outerShdw blurRad="38100" dist="38100" dir="2700000" algn="tl">
                    <a:srgbClr val="444D26"/>
                  </a:outerShdw>
                </a:effectLst>
                <a:sym typeface="Symbol" panose="05050102010706020507" pitchFamily="18" charset="2"/>
              </a:rPr>
              <a:t></a:t>
            </a:r>
            <a:r>
              <a:rPr lang="en-US" altLang="en-US" sz="3200" b="1">
                <a:solidFill>
                  <a:schemeClr val="folHlink"/>
                </a:solidFill>
                <a:effectLst>
                  <a:outerShdw blurRad="38100" dist="38100" dir="2700000" algn="tl">
                    <a:srgbClr val="FFFFFF"/>
                  </a:outerShdw>
                </a:effectLst>
                <a:sym typeface="Symbol" panose="05050102010706020507" pitchFamily="18" charset="2"/>
              </a:rPr>
              <a:t> </a:t>
            </a:r>
            <a:r>
              <a:rPr lang="en-US" altLang="en-US" sz="3200" b="1">
                <a:solidFill>
                  <a:schemeClr val="tx2"/>
                </a:solidFill>
                <a:effectLst>
                  <a:outerShdw blurRad="38100" dist="38100" dir="2700000" algn="tl">
                    <a:srgbClr val="FFFFFF"/>
                  </a:outerShdw>
                </a:effectLst>
                <a:sym typeface="Symbol" panose="05050102010706020507" pitchFamily="18" charset="2"/>
              </a:rPr>
              <a:t></a:t>
            </a:r>
            <a:r>
              <a:rPr lang="en-US" altLang="en-US" sz="3200" b="1">
                <a:solidFill>
                  <a:schemeClr val="tx2"/>
                </a:solidFill>
                <a:effectLst>
                  <a:outerShdw blurRad="38100" dist="38100" dir="2700000" algn="tl">
                    <a:srgbClr val="FFFFFF"/>
                  </a:outerShdw>
                </a:effectLst>
              </a:rPr>
              <a:t>D</a:t>
            </a:r>
          </a:p>
        </p:txBody>
      </p:sp>
      <p:sp>
        <p:nvSpPr>
          <p:cNvPr id="12300" name="Text Box 12">
            <a:extLst>
              <a:ext uri="{FF2B5EF4-FFF2-40B4-BE49-F238E27FC236}">
                <a16:creationId xmlns:a16="http://schemas.microsoft.com/office/drawing/2014/main" id="{630FB42C-BC0B-32BC-770C-B761FF06372C}"/>
              </a:ext>
            </a:extLst>
          </p:cNvPr>
          <p:cNvSpPr txBox="1">
            <a:spLocks noChangeArrowheads="1"/>
          </p:cNvSpPr>
          <p:nvPr/>
        </p:nvSpPr>
        <p:spPr bwMode="auto">
          <a:xfrm>
            <a:off x="533400" y="4495800"/>
            <a:ext cx="1828800" cy="457200"/>
          </a:xfrm>
          <a:prstGeom prst="rect">
            <a:avLst/>
          </a:prstGeom>
          <a:noFill/>
          <a:ln w="9525">
            <a:noFill/>
            <a:miter lim="800000"/>
            <a:headEnd/>
            <a:tailEnd/>
          </a:ln>
        </p:spPr>
        <p:txBody>
          <a:bodyPr>
            <a:spAutoFit/>
          </a:bodyPr>
          <a:lstStyle/>
          <a:p>
            <a:pPr eaLnBrk="1" hangingPunct="1">
              <a:spcBef>
                <a:spcPct val="50000"/>
              </a:spcBef>
              <a:defRPr/>
            </a:pPr>
            <a:r>
              <a:rPr lang="en-US" sz="2400" b="1">
                <a:solidFill>
                  <a:srgbClr val="A620B0"/>
                </a:solidFill>
                <a:effectLst>
                  <a:outerShdw blurRad="38100" dist="38100" dir="2700000" algn="tl">
                    <a:srgbClr val="000000">
                      <a:alpha val="43137"/>
                    </a:srgbClr>
                  </a:outerShdw>
                </a:effectLst>
                <a:latin typeface="Times New Roman" pitchFamily="18" charset="0"/>
                <a:cs typeface="Arial" charset="0"/>
              </a:rPr>
              <a:t>For AAS:</a:t>
            </a:r>
          </a:p>
        </p:txBody>
      </p:sp>
      <p:sp>
        <p:nvSpPr>
          <p:cNvPr id="12301" name="Rectangle 13">
            <a:extLst>
              <a:ext uri="{FF2B5EF4-FFF2-40B4-BE49-F238E27FC236}">
                <a16:creationId xmlns:a16="http://schemas.microsoft.com/office/drawing/2014/main" id="{CA9D2434-23D1-EF12-DB73-A237627AF589}"/>
              </a:ext>
            </a:extLst>
          </p:cNvPr>
          <p:cNvSpPr>
            <a:spLocks noChangeArrowheads="1"/>
          </p:cNvSpPr>
          <p:nvPr/>
        </p:nvSpPr>
        <p:spPr bwMode="auto">
          <a:xfrm>
            <a:off x="2057400" y="4419600"/>
            <a:ext cx="1971675" cy="579438"/>
          </a:xfrm>
          <a:prstGeom prst="rect">
            <a:avLst/>
          </a:prstGeom>
          <a:noFill/>
          <a:ln w="9525">
            <a:noFill/>
            <a:miter lim="800000"/>
            <a:headEnd/>
            <a:tailEnd/>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effectLst>
                  <a:outerShdw blurRad="38100" dist="38100" dir="2700000" algn="tl">
                    <a:srgbClr val="444D26"/>
                  </a:outerShdw>
                </a:effectLst>
                <a:sym typeface="Symbol" panose="05050102010706020507" pitchFamily="18" charset="2"/>
              </a:rPr>
              <a:t> </a:t>
            </a:r>
            <a:r>
              <a:rPr lang="en-US" altLang="en-US" sz="2800" b="1">
                <a:solidFill>
                  <a:schemeClr val="folHlink"/>
                </a:solidFill>
                <a:effectLst>
                  <a:outerShdw blurRad="38100" dist="38100" dir="2700000" algn="tl">
                    <a:srgbClr val="FFFFFF"/>
                  </a:outerShdw>
                </a:effectLst>
                <a:sym typeface="Symbol" panose="05050102010706020507" pitchFamily="18" charset="2"/>
              </a:rPr>
              <a:t></a:t>
            </a:r>
            <a:r>
              <a:rPr lang="en-US" altLang="en-US" sz="3200" b="1">
                <a:solidFill>
                  <a:schemeClr val="folHlink"/>
                </a:solidFill>
                <a:effectLst>
                  <a:outerShdw blurRad="38100" dist="38100" dir="2700000" algn="tl">
                    <a:srgbClr val="FFFFFF"/>
                  </a:outerShdw>
                </a:effectLst>
                <a:sym typeface="Symbol" panose="05050102010706020507" pitchFamily="18" charset="2"/>
              </a:rPr>
              <a:t>A</a:t>
            </a:r>
            <a:r>
              <a:rPr lang="en-US" altLang="en-US" sz="3200" b="1">
                <a:solidFill>
                  <a:schemeClr val="folHlink"/>
                </a:solidFill>
                <a:effectLst>
                  <a:outerShdw blurRad="38100" dist="38100" dir="2700000" algn="tl">
                    <a:srgbClr val="FFFFFF"/>
                  </a:outerShdw>
                </a:effectLst>
              </a:rPr>
              <a:t> </a:t>
            </a:r>
            <a:r>
              <a:rPr lang="en-US" altLang="en-US" sz="3200" b="1">
                <a:effectLst>
                  <a:outerShdw blurRad="38100" dist="38100" dir="2700000" algn="tl">
                    <a:srgbClr val="444D26"/>
                  </a:outerShdw>
                </a:effectLst>
                <a:sym typeface="Symbol" panose="05050102010706020507" pitchFamily="18" charset="2"/>
              </a:rPr>
              <a:t></a:t>
            </a:r>
            <a:r>
              <a:rPr lang="en-US" altLang="en-US" sz="3200" b="1">
                <a:solidFill>
                  <a:schemeClr val="folHlink"/>
                </a:solidFill>
                <a:effectLst>
                  <a:outerShdw blurRad="38100" dist="38100" dir="2700000" algn="tl">
                    <a:srgbClr val="FFFFFF"/>
                  </a:outerShdw>
                </a:effectLst>
                <a:sym typeface="Symbol" panose="05050102010706020507" pitchFamily="18" charset="2"/>
              </a:rPr>
              <a:t> </a:t>
            </a:r>
            <a:r>
              <a:rPr lang="en-US" altLang="en-US" sz="2800" b="1">
                <a:solidFill>
                  <a:schemeClr val="tx2"/>
                </a:solidFill>
                <a:effectLst>
                  <a:outerShdw blurRad="38100" dist="38100" dir="2700000" algn="tl">
                    <a:srgbClr val="FFFFFF"/>
                  </a:outerShdw>
                </a:effectLst>
                <a:sym typeface="Symbol" panose="05050102010706020507" pitchFamily="18" charset="2"/>
              </a:rPr>
              <a:t></a:t>
            </a:r>
            <a:r>
              <a:rPr lang="en-US" altLang="en-US" sz="3200" b="1">
                <a:solidFill>
                  <a:schemeClr val="tx2"/>
                </a:solidFill>
                <a:effectLst>
                  <a:outerShdw blurRad="38100" dist="38100" dir="2700000" algn="tl">
                    <a:srgbClr val="FFFFFF"/>
                  </a:outerShdw>
                </a:effectLst>
                <a:sym typeface="Symbol" panose="05050102010706020507" pitchFamily="18" charset="2"/>
              </a:rPr>
              <a:t>F</a:t>
            </a:r>
          </a:p>
        </p:txBody>
      </p:sp>
      <p:grpSp>
        <p:nvGrpSpPr>
          <p:cNvPr id="2" name="Group 16">
            <a:extLst>
              <a:ext uri="{FF2B5EF4-FFF2-40B4-BE49-F238E27FC236}">
                <a16:creationId xmlns:a16="http://schemas.microsoft.com/office/drawing/2014/main" id="{BB40FA5C-0135-2260-593E-F0DB231BDCD6}"/>
              </a:ext>
            </a:extLst>
          </p:cNvPr>
          <p:cNvGrpSpPr>
            <a:grpSpLocks/>
          </p:cNvGrpSpPr>
          <p:nvPr/>
        </p:nvGrpSpPr>
        <p:grpSpPr bwMode="auto">
          <a:xfrm>
            <a:off x="2057400" y="3733800"/>
            <a:ext cx="1930400" cy="579438"/>
            <a:chOff x="1296" y="2352"/>
            <a:chExt cx="1216" cy="365"/>
          </a:xfrm>
        </p:grpSpPr>
        <p:sp>
          <p:nvSpPr>
            <p:cNvPr id="17419" name="Rectangle 10">
              <a:extLst>
                <a:ext uri="{FF2B5EF4-FFF2-40B4-BE49-F238E27FC236}">
                  <a16:creationId xmlns:a16="http://schemas.microsoft.com/office/drawing/2014/main" id="{449D9A77-3CE2-780D-149E-1767F2E12BE8}"/>
                </a:ext>
              </a:extLst>
            </p:cNvPr>
            <p:cNvSpPr>
              <a:spLocks noChangeArrowheads="1"/>
            </p:cNvSpPr>
            <p:nvPr/>
          </p:nvSpPr>
          <p:spPr bwMode="auto">
            <a:xfrm>
              <a:off x="1296" y="2352"/>
              <a:ext cx="1216" cy="365"/>
            </a:xfrm>
            <a:prstGeom prst="rect">
              <a:avLst/>
            </a:prstGeom>
            <a:noFill/>
            <a:ln w="9525">
              <a:noFill/>
              <a:miter lim="800000"/>
              <a:headEnd/>
              <a:tailEnd/>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effectLst>
                    <a:outerShdw blurRad="38100" dist="38100" dir="2700000" algn="tl">
                      <a:srgbClr val="444D26"/>
                    </a:outerShdw>
                  </a:effectLst>
                  <a:sym typeface="Symbol" panose="05050102010706020507" pitchFamily="18" charset="2"/>
                </a:rPr>
                <a:t> </a:t>
              </a:r>
              <a:r>
                <a:rPr lang="en-US" altLang="en-US" sz="3200" b="1">
                  <a:solidFill>
                    <a:schemeClr val="folHlink"/>
                  </a:solidFill>
                  <a:effectLst>
                    <a:outerShdw blurRad="38100" dist="38100" dir="2700000" algn="tl">
                      <a:srgbClr val="FFFFFF"/>
                    </a:outerShdw>
                  </a:effectLst>
                  <a:sym typeface="Symbol" panose="05050102010706020507" pitchFamily="18" charset="2"/>
                </a:rPr>
                <a:t>AC</a:t>
              </a:r>
              <a:r>
                <a:rPr lang="en-US" altLang="en-US" sz="3200" b="1">
                  <a:solidFill>
                    <a:schemeClr val="folHlink"/>
                  </a:solidFill>
                  <a:effectLst>
                    <a:outerShdw blurRad="38100" dist="38100" dir="2700000" algn="tl">
                      <a:srgbClr val="FFFFFF"/>
                    </a:outerShdw>
                  </a:effectLst>
                </a:rPr>
                <a:t> </a:t>
              </a:r>
              <a:r>
                <a:rPr lang="en-US" altLang="en-US" sz="3200" b="1">
                  <a:effectLst>
                    <a:outerShdw blurRad="38100" dist="38100" dir="2700000" algn="tl">
                      <a:srgbClr val="444D26"/>
                    </a:outerShdw>
                  </a:effectLst>
                  <a:sym typeface="Symbol" panose="05050102010706020507" pitchFamily="18" charset="2"/>
                </a:rPr>
                <a:t></a:t>
              </a:r>
              <a:r>
                <a:rPr lang="en-US" altLang="en-US" sz="3200" b="1">
                  <a:solidFill>
                    <a:schemeClr val="folHlink"/>
                  </a:solidFill>
                  <a:effectLst>
                    <a:outerShdw blurRad="38100" dist="38100" dir="2700000" algn="tl">
                      <a:srgbClr val="FFFFFF"/>
                    </a:outerShdw>
                  </a:effectLst>
                  <a:sym typeface="Symbol" panose="05050102010706020507" pitchFamily="18" charset="2"/>
                </a:rPr>
                <a:t> </a:t>
              </a:r>
              <a:r>
                <a:rPr lang="en-US" altLang="en-US" sz="3200" b="1">
                  <a:solidFill>
                    <a:schemeClr val="tx2"/>
                  </a:solidFill>
                  <a:effectLst>
                    <a:outerShdw blurRad="38100" dist="38100" dir="2700000" algn="tl">
                      <a:srgbClr val="FFFFFF"/>
                    </a:outerShdw>
                  </a:effectLst>
                  <a:sym typeface="Symbol" panose="05050102010706020507" pitchFamily="18" charset="2"/>
                </a:rPr>
                <a:t>FE</a:t>
              </a:r>
              <a:endParaRPr lang="en-US" altLang="en-US" sz="3200" b="1">
                <a:solidFill>
                  <a:schemeClr val="tx2"/>
                </a:solidFill>
                <a:effectLst>
                  <a:outerShdw blurRad="38100" dist="38100" dir="2700000" algn="tl">
                    <a:srgbClr val="FFFFFF"/>
                  </a:outerShdw>
                </a:effectLst>
              </a:endParaRPr>
            </a:p>
          </p:txBody>
        </p:sp>
        <p:sp>
          <p:nvSpPr>
            <p:cNvPr id="17420" name="Line 14">
              <a:extLst>
                <a:ext uri="{FF2B5EF4-FFF2-40B4-BE49-F238E27FC236}">
                  <a16:creationId xmlns:a16="http://schemas.microsoft.com/office/drawing/2014/main" id="{3C0E6D3E-0F1E-937D-5E45-CCDE3A8005BC}"/>
                </a:ext>
              </a:extLst>
            </p:cNvPr>
            <p:cNvSpPr>
              <a:spLocks noChangeShapeType="1"/>
            </p:cNvSpPr>
            <p:nvPr/>
          </p:nvSpPr>
          <p:spPr bwMode="auto">
            <a:xfrm>
              <a:off x="2112" y="2400"/>
              <a:ext cx="336" cy="0"/>
            </a:xfrm>
            <a:prstGeom prst="line">
              <a:avLst/>
            </a:prstGeom>
            <a:noFill/>
            <a:ln w="9525">
              <a:solidFill>
                <a:schemeClr val="tx2"/>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7421" name="Line 15">
              <a:extLst>
                <a:ext uri="{FF2B5EF4-FFF2-40B4-BE49-F238E27FC236}">
                  <a16:creationId xmlns:a16="http://schemas.microsoft.com/office/drawing/2014/main" id="{FBB5C994-5A4D-F14D-5AC0-0362656788D1}"/>
                </a:ext>
              </a:extLst>
            </p:cNvPr>
            <p:cNvSpPr>
              <a:spLocks noChangeShapeType="1"/>
            </p:cNvSpPr>
            <p:nvPr/>
          </p:nvSpPr>
          <p:spPr bwMode="auto">
            <a:xfrm>
              <a:off x="1440" y="2400"/>
              <a:ext cx="336" cy="0"/>
            </a:xfrm>
            <a:prstGeom prst="line">
              <a:avLst/>
            </a:prstGeom>
            <a:noFill/>
            <a:ln w="9525">
              <a:solidFill>
                <a:srgbClr val="0000FF"/>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12297"/>
                                        </p:tgtEl>
                                        <p:attrNameLst>
                                          <p:attrName>style.visibility</p:attrName>
                                        </p:attrNameLst>
                                      </p:cBhvr>
                                      <p:to>
                                        <p:strVal val="visible"/>
                                      </p:to>
                                    </p:set>
                                    <p:animEffect transition="in" filter="fade">
                                      <p:cBhvr>
                                        <p:cTn id="7" dur="2000"/>
                                        <p:tgtEl>
                                          <p:spTgt spid="12297"/>
                                        </p:tgtEl>
                                      </p:cBhvr>
                                    </p:animEffect>
                                    <p:anim calcmode="lin" valueType="num">
                                      <p:cBhvr>
                                        <p:cTn id="8" dur="2000" fill="hold"/>
                                        <p:tgtEl>
                                          <p:spTgt spid="12297"/>
                                        </p:tgtEl>
                                        <p:attrNameLst>
                                          <p:attrName>style.rotation</p:attrName>
                                        </p:attrNameLst>
                                      </p:cBhvr>
                                      <p:tavLst>
                                        <p:tav tm="0">
                                          <p:val>
                                            <p:fltVal val="720"/>
                                          </p:val>
                                        </p:tav>
                                        <p:tav tm="100000">
                                          <p:val>
                                            <p:fltVal val="0"/>
                                          </p:val>
                                        </p:tav>
                                      </p:tavLst>
                                    </p:anim>
                                    <p:anim calcmode="lin" valueType="num">
                                      <p:cBhvr>
                                        <p:cTn id="9" dur="2000" fill="hold"/>
                                        <p:tgtEl>
                                          <p:spTgt spid="12297"/>
                                        </p:tgtEl>
                                        <p:attrNameLst>
                                          <p:attrName>ppt_h</p:attrName>
                                        </p:attrNameLst>
                                      </p:cBhvr>
                                      <p:tavLst>
                                        <p:tav tm="0">
                                          <p:val>
                                            <p:fltVal val="0"/>
                                          </p:val>
                                        </p:tav>
                                        <p:tav tm="100000">
                                          <p:val>
                                            <p:strVal val="#ppt_h"/>
                                          </p:val>
                                        </p:tav>
                                      </p:tavLst>
                                    </p:anim>
                                    <p:anim calcmode="lin" valueType="num">
                                      <p:cBhvr>
                                        <p:cTn id="10" dur="2000" fill="hold"/>
                                        <p:tgtEl>
                                          <p:spTgt spid="12297"/>
                                        </p:tgtEl>
                                        <p:attrNameLst>
                                          <p:attrName>ppt_w</p:attrName>
                                        </p:attrNameLst>
                                      </p:cBhvr>
                                      <p:tavLst>
                                        <p:tav tm="0">
                                          <p:val>
                                            <p:fltVal val="0"/>
                                          </p:val>
                                        </p:tav>
                                        <p:tav tm="100000">
                                          <p:val>
                                            <p:strVal val="#ppt_w"/>
                                          </p:val>
                                        </p:tav>
                                      </p:tavLst>
                                    </p:anim>
                                  </p:childTnLst>
                                </p:cTn>
                              </p:par>
                            </p:childTnLst>
                          </p:cTn>
                        </p:par>
                        <p:par>
                          <p:cTn id="11" fill="hold" nodeType="afterGroup">
                            <p:stCondLst>
                              <p:cond delay="2000"/>
                            </p:stCondLst>
                            <p:childTnLst>
                              <p:par>
                                <p:cTn id="12" presetID="18" presetClass="entr" presetSubtype="6" fill="hold" grpId="0" nodeType="afterEffect">
                                  <p:stCondLst>
                                    <p:cond delay="0"/>
                                  </p:stCondLst>
                                  <p:childTnLst>
                                    <p:set>
                                      <p:cBhvr>
                                        <p:cTn id="13" dur="1" fill="hold">
                                          <p:stCondLst>
                                            <p:cond delay="0"/>
                                          </p:stCondLst>
                                        </p:cTn>
                                        <p:tgtEl>
                                          <p:spTgt spid="12295"/>
                                        </p:tgtEl>
                                        <p:attrNameLst>
                                          <p:attrName>style.visibility</p:attrName>
                                        </p:attrNameLst>
                                      </p:cBhvr>
                                      <p:to>
                                        <p:strVal val="visible"/>
                                      </p:to>
                                    </p:set>
                                    <p:animEffect transition="in" filter="strips(downRight)">
                                      <p:cBhvr>
                                        <p:cTn id="14" dur="500"/>
                                        <p:tgtEl>
                                          <p:spTgt spid="122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2000"/>
                                        <p:tgtEl>
                                          <p:spTgt spid="2"/>
                                        </p:tgtEl>
                                      </p:cBhvr>
                                    </p:animEffect>
                                    <p:anim calcmode="lin" valueType="num">
                                      <p:cBhvr>
                                        <p:cTn id="20" dur="2000" fill="hold"/>
                                        <p:tgtEl>
                                          <p:spTgt spid="2"/>
                                        </p:tgtEl>
                                        <p:attrNameLst>
                                          <p:attrName>style.rotation</p:attrName>
                                        </p:attrNameLst>
                                      </p:cBhvr>
                                      <p:tavLst>
                                        <p:tav tm="0">
                                          <p:val>
                                            <p:fltVal val="720"/>
                                          </p:val>
                                        </p:tav>
                                        <p:tav tm="100000">
                                          <p:val>
                                            <p:fltVal val="0"/>
                                          </p:val>
                                        </p:tav>
                                      </p:tavLst>
                                    </p:anim>
                                    <p:anim calcmode="lin" valueType="num">
                                      <p:cBhvr>
                                        <p:cTn id="21" dur="2000" fill="hold"/>
                                        <p:tgtEl>
                                          <p:spTgt spid="2"/>
                                        </p:tgtEl>
                                        <p:attrNameLst>
                                          <p:attrName>ppt_h</p:attrName>
                                        </p:attrNameLst>
                                      </p:cBhvr>
                                      <p:tavLst>
                                        <p:tav tm="0">
                                          <p:val>
                                            <p:fltVal val="0"/>
                                          </p:val>
                                        </p:tav>
                                        <p:tav tm="100000">
                                          <p:val>
                                            <p:strVal val="#ppt_h"/>
                                          </p:val>
                                        </p:tav>
                                      </p:tavLst>
                                    </p:anim>
                                    <p:anim calcmode="lin" valueType="num">
                                      <p:cBhvr>
                                        <p:cTn id="22" dur="2000" fill="hold"/>
                                        <p:tgtEl>
                                          <p:spTgt spid="2"/>
                                        </p:tgtEl>
                                        <p:attrNameLst>
                                          <p:attrName>ppt_w</p:attrName>
                                        </p:attrNameLst>
                                      </p:cBhvr>
                                      <p:tavLst>
                                        <p:tav tm="0">
                                          <p:val>
                                            <p:fltVal val="0"/>
                                          </p:val>
                                        </p:tav>
                                        <p:tav tm="100000">
                                          <p:val>
                                            <p:strVal val="#ppt_w"/>
                                          </p:val>
                                        </p:tav>
                                      </p:tavLst>
                                    </p:anim>
                                  </p:childTnLst>
                                </p:cTn>
                              </p:par>
                            </p:childTnLst>
                          </p:cTn>
                        </p:par>
                        <p:par>
                          <p:cTn id="23" fill="hold" nodeType="afterGroup">
                            <p:stCondLst>
                              <p:cond delay="2000"/>
                            </p:stCondLst>
                            <p:childTnLst>
                              <p:par>
                                <p:cTn id="24" presetID="18" presetClass="entr" presetSubtype="6" fill="hold" grpId="0" nodeType="afterEffect">
                                  <p:stCondLst>
                                    <p:cond delay="0"/>
                                  </p:stCondLst>
                                  <p:childTnLst>
                                    <p:set>
                                      <p:cBhvr>
                                        <p:cTn id="25" dur="1" fill="hold">
                                          <p:stCondLst>
                                            <p:cond delay="0"/>
                                          </p:stCondLst>
                                        </p:cTn>
                                        <p:tgtEl>
                                          <p:spTgt spid="12300"/>
                                        </p:tgtEl>
                                        <p:attrNameLst>
                                          <p:attrName>style.visibility</p:attrName>
                                        </p:attrNameLst>
                                      </p:cBhvr>
                                      <p:to>
                                        <p:strVal val="visible"/>
                                      </p:to>
                                    </p:set>
                                    <p:animEffect transition="in" filter="strips(downRight)">
                                      <p:cBhvr>
                                        <p:cTn id="26" dur="500"/>
                                        <p:tgtEl>
                                          <p:spTgt spid="1230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ntr" presetSubtype="0" fill="hold" grpId="0" nodeType="clickEffect">
                                  <p:stCondLst>
                                    <p:cond delay="0"/>
                                  </p:stCondLst>
                                  <p:childTnLst>
                                    <p:set>
                                      <p:cBhvr>
                                        <p:cTn id="30" dur="1" fill="hold">
                                          <p:stCondLst>
                                            <p:cond delay="0"/>
                                          </p:stCondLst>
                                        </p:cTn>
                                        <p:tgtEl>
                                          <p:spTgt spid="12301"/>
                                        </p:tgtEl>
                                        <p:attrNameLst>
                                          <p:attrName>style.visibility</p:attrName>
                                        </p:attrNameLst>
                                      </p:cBhvr>
                                      <p:to>
                                        <p:strVal val="visible"/>
                                      </p:to>
                                    </p:set>
                                    <p:animEffect transition="in" filter="fade">
                                      <p:cBhvr>
                                        <p:cTn id="31" dur="2000"/>
                                        <p:tgtEl>
                                          <p:spTgt spid="12301"/>
                                        </p:tgtEl>
                                      </p:cBhvr>
                                    </p:animEffect>
                                    <p:anim calcmode="lin" valueType="num">
                                      <p:cBhvr>
                                        <p:cTn id="32" dur="2000" fill="hold"/>
                                        <p:tgtEl>
                                          <p:spTgt spid="12301"/>
                                        </p:tgtEl>
                                        <p:attrNameLst>
                                          <p:attrName>style.rotation</p:attrName>
                                        </p:attrNameLst>
                                      </p:cBhvr>
                                      <p:tavLst>
                                        <p:tav tm="0">
                                          <p:val>
                                            <p:fltVal val="720"/>
                                          </p:val>
                                        </p:tav>
                                        <p:tav tm="100000">
                                          <p:val>
                                            <p:fltVal val="0"/>
                                          </p:val>
                                        </p:tav>
                                      </p:tavLst>
                                    </p:anim>
                                    <p:anim calcmode="lin" valueType="num">
                                      <p:cBhvr>
                                        <p:cTn id="33" dur="2000" fill="hold"/>
                                        <p:tgtEl>
                                          <p:spTgt spid="12301"/>
                                        </p:tgtEl>
                                        <p:attrNameLst>
                                          <p:attrName>ppt_h</p:attrName>
                                        </p:attrNameLst>
                                      </p:cBhvr>
                                      <p:tavLst>
                                        <p:tav tm="0">
                                          <p:val>
                                            <p:fltVal val="0"/>
                                          </p:val>
                                        </p:tav>
                                        <p:tav tm="100000">
                                          <p:val>
                                            <p:strVal val="#ppt_h"/>
                                          </p:val>
                                        </p:tav>
                                      </p:tavLst>
                                    </p:anim>
                                    <p:anim calcmode="lin" valueType="num">
                                      <p:cBhvr>
                                        <p:cTn id="34" dur="2000" fill="hold"/>
                                        <p:tgtEl>
                                          <p:spTgt spid="12301"/>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5" grpId="0"/>
      <p:bldP spid="12297" grpId="0"/>
      <p:bldP spid="12300" grpId="0"/>
      <p:bldP spid="1230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3">
            <a:extLst>
              <a:ext uri="{FF2B5EF4-FFF2-40B4-BE49-F238E27FC236}">
                <a16:creationId xmlns:a16="http://schemas.microsoft.com/office/drawing/2014/main" id="{B429EAEA-9C09-EC51-A389-41520464FE81}"/>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sz="5400"/>
              <a:t>Now For The Fun Part…</a:t>
            </a:r>
          </a:p>
          <a:p>
            <a:pPr eaLnBrk="1" hangingPunct="1">
              <a:buFont typeface="Wingdings" panose="05000000000000000000" pitchFamily="2" charset="2"/>
              <a:buNone/>
            </a:pPr>
            <a:endParaRPr lang="en-US" altLang="en-US" sz="5400"/>
          </a:p>
          <a:p>
            <a:pPr eaLnBrk="1" hangingPunct="1">
              <a:buFont typeface="Wingdings" panose="05000000000000000000" pitchFamily="2" charset="2"/>
              <a:buNone/>
            </a:pPr>
            <a:endParaRPr lang="en-US" altLang="en-US" sz="5400"/>
          </a:p>
        </p:txBody>
      </p:sp>
      <p:sp>
        <p:nvSpPr>
          <p:cNvPr id="87042" name="WordArt 4">
            <a:extLst>
              <a:ext uri="{FF2B5EF4-FFF2-40B4-BE49-F238E27FC236}">
                <a16:creationId xmlns:a16="http://schemas.microsoft.com/office/drawing/2014/main" id="{92EF4567-B8A9-827D-163C-55C0C2CEB536}"/>
              </a:ext>
            </a:extLst>
          </p:cNvPr>
          <p:cNvSpPr>
            <a:spLocks noChangeArrowheads="1" noChangeShapeType="1" noTextEdit="1"/>
          </p:cNvSpPr>
          <p:nvPr/>
        </p:nvSpPr>
        <p:spPr bwMode="auto">
          <a:xfrm>
            <a:off x="1981200" y="3167063"/>
            <a:ext cx="5029200" cy="2395537"/>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AU"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Proofs!</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5" name="Picture 4">
            <a:extLst>
              <a:ext uri="{FF2B5EF4-FFF2-40B4-BE49-F238E27FC236}">
                <a16:creationId xmlns:a16="http://schemas.microsoft.com/office/drawing/2014/main" id="{B1333373-9681-9550-022C-EA03024165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67400" y="0"/>
            <a:ext cx="2971800" cy="2328863"/>
          </a:xfrm>
          <a:noFill/>
        </p:spPr>
      </p:pic>
      <p:sp>
        <p:nvSpPr>
          <p:cNvPr id="35842" name="Rectangle 2">
            <a:extLst>
              <a:ext uri="{FF2B5EF4-FFF2-40B4-BE49-F238E27FC236}">
                <a16:creationId xmlns:a16="http://schemas.microsoft.com/office/drawing/2014/main" id="{6F320BA3-278E-9628-0018-19DA9ED3BC83}"/>
              </a:ext>
            </a:extLst>
          </p:cNvPr>
          <p:cNvSpPr>
            <a:spLocks noGrp="1" noChangeArrowheads="1"/>
          </p:cNvSpPr>
          <p:nvPr>
            <p:ph type="title"/>
          </p:nvPr>
        </p:nvSpPr>
        <p:spPr/>
        <p:txBody>
          <a:bodyPr>
            <a:normAutofit fontScale="90000"/>
          </a:bodyPr>
          <a:lstStyle/>
          <a:p>
            <a:pPr eaLnBrk="1" fontAlgn="auto" hangingPunct="1">
              <a:spcAft>
                <a:spcPts val="0"/>
              </a:spcAft>
              <a:defRPr/>
            </a:pPr>
            <a:br>
              <a:rPr sz="3200"/>
            </a:br>
            <a:br>
              <a:rPr sz="3200"/>
            </a:br>
            <a:br>
              <a:rPr sz="3200"/>
            </a:br>
            <a:r>
              <a:rPr sz="3200"/>
              <a:t>       Given: JO </a:t>
            </a:r>
            <a:r>
              <a:rPr sz="3200">
                <a:sym typeface="Symbol" pitchFamily="18" charset="2"/>
              </a:rPr>
              <a:t></a:t>
            </a:r>
            <a:r>
              <a:rPr sz="3200"/>
              <a:t> SH;</a:t>
            </a:r>
            <a:br>
              <a:rPr sz="3200"/>
            </a:br>
            <a:r>
              <a:rPr sz="3200"/>
              <a:t>       O is the midpoint of SH                  </a:t>
            </a:r>
            <a:br>
              <a:rPr sz="3200"/>
            </a:br>
            <a:r>
              <a:rPr sz="3200"/>
              <a:t>       Prove: </a:t>
            </a:r>
            <a:r>
              <a:rPr sz="3200">
                <a:sym typeface="Symbol" pitchFamily="18" charset="2"/>
              </a:rPr>
              <a:t></a:t>
            </a:r>
            <a:r>
              <a:rPr sz="3200"/>
              <a:t> SOJ </a:t>
            </a:r>
            <a:r>
              <a:rPr sz="3200">
                <a:sym typeface="Symbol" pitchFamily="18" charset="2"/>
              </a:rPr>
              <a:t></a:t>
            </a:r>
            <a:r>
              <a:rPr sz="3200"/>
              <a:t> HOJ</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3">
            <a:extLst>
              <a:ext uri="{FF2B5EF4-FFF2-40B4-BE49-F238E27FC236}">
                <a16:creationId xmlns:a16="http://schemas.microsoft.com/office/drawing/2014/main" id="{B477E9FB-D5DD-70AE-601F-F7D9B10BED8E}"/>
              </a:ext>
            </a:extLst>
          </p:cNvPr>
          <p:cNvSpPr>
            <a:spLocks noGrp="1" noChangeArrowheads="1"/>
          </p:cNvSpPr>
          <p:nvPr>
            <p:ph idx="1"/>
          </p:nvPr>
        </p:nvSpPr>
        <p:spPr>
          <a:xfrm>
            <a:off x="685800" y="0"/>
            <a:ext cx="7696200" cy="5486400"/>
          </a:xfrm>
        </p:spPr>
        <p:txBody>
          <a:bodyPr/>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a:t>Write a two column Proof</a:t>
            </a:r>
          </a:p>
          <a:p>
            <a:pPr eaLnBrk="1" hangingPunct="1">
              <a:buFont typeface="Wingdings" panose="05000000000000000000" pitchFamily="2" charset="2"/>
              <a:buNone/>
            </a:pPr>
            <a:r>
              <a:rPr lang="en-US" altLang="en-US"/>
              <a:t>Given: BC bisects AD and </a:t>
            </a:r>
            <a:r>
              <a:rPr lang="en-US" altLang="en-US" b="1">
                <a:sym typeface="Symbol" panose="05050102010706020507" pitchFamily="18" charset="2"/>
              </a:rPr>
              <a:t></a:t>
            </a:r>
            <a:r>
              <a:rPr lang="en-US" altLang="en-US" b="1"/>
              <a:t>A </a:t>
            </a:r>
            <a:r>
              <a:rPr lang="en-US" altLang="en-US" b="1">
                <a:sym typeface="Symbol" panose="05050102010706020507" pitchFamily="18" charset="2"/>
              </a:rPr>
              <a:t></a:t>
            </a:r>
            <a:r>
              <a:rPr lang="en-US" altLang="en-US" b="1">
                <a:solidFill>
                  <a:schemeClr val="folHlink"/>
                </a:solidFill>
                <a:sym typeface="Symbol" panose="05050102010706020507" pitchFamily="18" charset="2"/>
              </a:rPr>
              <a:t> </a:t>
            </a:r>
            <a:r>
              <a:rPr lang="en-US" altLang="en-US" b="1">
                <a:solidFill>
                  <a:schemeClr val="tx2"/>
                </a:solidFill>
                <a:sym typeface="Symbol" panose="05050102010706020507" pitchFamily="18" charset="2"/>
              </a:rPr>
              <a:t></a:t>
            </a:r>
            <a:r>
              <a:rPr lang="en-US" altLang="en-US"/>
              <a:t> </a:t>
            </a:r>
            <a:r>
              <a:rPr lang="en-US" altLang="en-US" b="1">
                <a:solidFill>
                  <a:schemeClr val="tx2"/>
                </a:solidFill>
              </a:rPr>
              <a:t>D</a:t>
            </a:r>
            <a:r>
              <a:rPr lang="en-US" altLang="en-US"/>
              <a:t>                                                                                                                 </a:t>
            </a:r>
          </a:p>
          <a:p>
            <a:pPr eaLnBrk="1" hangingPunct="1">
              <a:buFont typeface="Wingdings" panose="05000000000000000000" pitchFamily="2" charset="2"/>
              <a:buNone/>
            </a:pPr>
            <a:r>
              <a:rPr lang="en-US" altLang="en-US"/>
              <a:t>Prove: AB </a:t>
            </a:r>
            <a:r>
              <a:rPr lang="en-US" altLang="en-US" b="1">
                <a:sym typeface="Symbol" panose="05050102010706020507" pitchFamily="18" charset="2"/>
              </a:rPr>
              <a:t> </a:t>
            </a:r>
            <a:r>
              <a:rPr lang="en-US" altLang="en-US">
                <a:sym typeface="Symbol" panose="05050102010706020507" pitchFamily="18" charset="2"/>
              </a:rPr>
              <a:t>DC</a:t>
            </a:r>
            <a:endParaRPr lang="en-US" altLang="en-US" b="1">
              <a:sym typeface="Symbol" panose="05050102010706020507" pitchFamily="18" charset="2"/>
            </a:endParaRPr>
          </a:p>
        </p:txBody>
      </p:sp>
      <p:sp>
        <p:nvSpPr>
          <p:cNvPr id="41987" name="AutoShape 6">
            <a:extLst>
              <a:ext uri="{FF2B5EF4-FFF2-40B4-BE49-F238E27FC236}">
                <a16:creationId xmlns:a16="http://schemas.microsoft.com/office/drawing/2014/main" id="{D0EE26AB-E3E0-BE81-F381-A4D6BC10D77A}"/>
              </a:ext>
            </a:extLst>
          </p:cNvPr>
          <p:cNvSpPr>
            <a:spLocks noChangeArrowheads="1"/>
          </p:cNvSpPr>
          <p:nvPr/>
        </p:nvSpPr>
        <p:spPr bwMode="auto">
          <a:xfrm rot="5400000">
            <a:off x="5619750" y="3219450"/>
            <a:ext cx="800100" cy="914400"/>
          </a:xfrm>
          <a:prstGeom prst="triangle">
            <a:avLst>
              <a:gd name="adj" fmla="val 50000"/>
            </a:avLst>
          </a:prstGeom>
          <a:no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41988" name="AutoShape 7">
            <a:extLst>
              <a:ext uri="{FF2B5EF4-FFF2-40B4-BE49-F238E27FC236}">
                <a16:creationId xmlns:a16="http://schemas.microsoft.com/office/drawing/2014/main" id="{1A8B15D9-B30A-1BAB-E15D-D73A66F4E5A4}"/>
              </a:ext>
            </a:extLst>
          </p:cNvPr>
          <p:cNvSpPr>
            <a:spLocks noChangeArrowheads="1"/>
          </p:cNvSpPr>
          <p:nvPr/>
        </p:nvSpPr>
        <p:spPr bwMode="auto">
          <a:xfrm rot="-5400000">
            <a:off x="6532563" y="3221037"/>
            <a:ext cx="800100" cy="911225"/>
          </a:xfrm>
          <a:prstGeom prst="triangle">
            <a:avLst>
              <a:gd name="adj" fmla="val 50000"/>
            </a:avLst>
          </a:prstGeom>
          <a:no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444D26"/>
                </a:outerShdw>
              </a:effectLst>
            </a:endParaRPr>
          </a:p>
        </p:txBody>
      </p:sp>
      <p:sp>
        <p:nvSpPr>
          <p:cNvPr id="41989" name="Text Box 8">
            <a:extLst>
              <a:ext uri="{FF2B5EF4-FFF2-40B4-BE49-F238E27FC236}">
                <a16:creationId xmlns:a16="http://schemas.microsoft.com/office/drawing/2014/main" id="{D0C75896-376E-3977-7D2B-E6C666CB0936}"/>
              </a:ext>
            </a:extLst>
          </p:cNvPr>
          <p:cNvSpPr txBox="1">
            <a:spLocks noChangeArrowheads="1"/>
          </p:cNvSpPr>
          <p:nvPr/>
        </p:nvSpPr>
        <p:spPr bwMode="auto">
          <a:xfrm>
            <a:off x="4572000" y="2971800"/>
            <a:ext cx="4038600" cy="1200150"/>
          </a:xfrm>
          <a:prstGeom prst="rect">
            <a:avLst/>
          </a:prstGeom>
          <a:noFill/>
          <a:ln w="9525">
            <a:noFill/>
            <a:miter lim="800000"/>
            <a:headEnd/>
            <a:tailEnd/>
          </a:ln>
        </p:spPr>
        <p:txBody>
          <a:bodyPr>
            <a:spAutoFit/>
          </a:bodyPr>
          <a:lstStyle/>
          <a:p>
            <a:pPr eaLnBrk="1" hangingPunct="1">
              <a:spcBef>
                <a:spcPct val="50000"/>
              </a:spcBef>
              <a:defRPr/>
            </a:pPr>
            <a:r>
              <a:rPr lang="en-US" dirty="0">
                <a:effectLst>
                  <a:outerShdw blurRad="38100" dist="38100" dir="2700000" algn="tl">
                    <a:srgbClr val="000000">
                      <a:alpha val="43137"/>
                    </a:srgbClr>
                  </a:outerShdw>
                </a:effectLst>
                <a:latin typeface="Arial" charset="0"/>
                <a:cs typeface="Arial" charset="0"/>
              </a:rPr>
              <a:t>           A             		 C</a:t>
            </a:r>
          </a:p>
          <a:p>
            <a:pPr eaLnBrk="1" hangingPunct="1">
              <a:spcBef>
                <a:spcPct val="50000"/>
              </a:spcBef>
              <a:defRPr/>
            </a:pPr>
            <a:r>
              <a:rPr lang="en-US" dirty="0">
                <a:effectLst>
                  <a:outerShdw blurRad="38100" dist="38100" dir="2700000" algn="tl">
                    <a:srgbClr val="000000">
                      <a:alpha val="43137"/>
                    </a:srgbClr>
                  </a:outerShdw>
                </a:effectLst>
                <a:latin typeface="Arial" charset="0"/>
                <a:cs typeface="Arial" charset="0"/>
              </a:rPr>
              <a:t>		 E</a:t>
            </a:r>
          </a:p>
          <a:p>
            <a:pPr eaLnBrk="1" hangingPunct="1">
              <a:spcBef>
                <a:spcPct val="50000"/>
              </a:spcBef>
              <a:defRPr/>
            </a:pPr>
            <a:r>
              <a:rPr lang="en-US" dirty="0">
                <a:effectLst>
                  <a:outerShdw blurRad="38100" dist="38100" dir="2700000" algn="tl">
                    <a:srgbClr val="000000">
                      <a:alpha val="43137"/>
                    </a:srgbClr>
                  </a:outerShdw>
                </a:effectLst>
                <a:latin typeface="Arial" charset="0"/>
                <a:cs typeface="Arial" charset="0"/>
              </a:rPr>
              <a:t>           B			  D</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Content Placeholder 2">
            <a:extLst>
              <a:ext uri="{FF2B5EF4-FFF2-40B4-BE49-F238E27FC236}">
                <a16:creationId xmlns:a16="http://schemas.microsoft.com/office/drawing/2014/main" id="{A6913EB1-F118-A3F2-FBCB-1A8E2F4D5F1A}"/>
              </a:ext>
            </a:extLst>
          </p:cNvPr>
          <p:cNvSpPr>
            <a:spLocks noGrp="1"/>
          </p:cNvSpPr>
          <p:nvPr>
            <p:ph idx="1"/>
          </p:nvPr>
        </p:nvSpPr>
        <p:spPr/>
        <p:txBody>
          <a:bodyPr/>
          <a:lstStyle/>
          <a:p>
            <a:pPr eaLnBrk="1" hangingPunct="1"/>
            <a:endParaRPr lang="en-US" altLang="en-US"/>
          </a:p>
        </p:txBody>
      </p:sp>
      <p:sp>
        <p:nvSpPr>
          <p:cNvPr id="8194" name="Title 1">
            <a:extLst>
              <a:ext uri="{FF2B5EF4-FFF2-40B4-BE49-F238E27FC236}">
                <a16:creationId xmlns:a16="http://schemas.microsoft.com/office/drawing/2014/main" id="{74D60805-5C26-05EC-554A-AE947E98AC97}"/>
              </a:ext>
            </a:extLst>
          </p:cNvPr>
          <p:cNvSpPr>
            <a:spLocks noGrp="1"/>
          </p:cNvSpPr>
          <p:nvPr>
            <p:ph type="title"/>
          </p:nvPr>
        </p:nvSpPr>
        <p:spPr/>
        <p:txBody>
          <a:bodyPr>
            <a:normAutofit fontScale="90000"/>
          </a:bodyPr>
          <a:lstStyle/>
          <a:p>
            <a:pPr algn="ctr" eaLnBrk="1" fontAlgn="auto" hangingPunct="1">
              <a:spcAft>
                <a:spcPts val="0"/>
              </a:spcAft>
              <a:defRPr/>
            </a:pPr>
            <a:r>
              <a:t>Isosceles, Equilateral, and Right Triangles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3">
            <a:extLst>
              <a:ext uri="{FF2B5EF4-FFF2-40B4-BE49-F238E27FC236}">
                <a16:creationId xmlns:a16="http://schemas.microsoft.com/office/drawing/2014/main" id="{8AE7E71C-3DC9-1C04-74D7-1DE7309794B1}"/>
              </a:ext>
            </a:extLst>
          </p:cNvPr>
          <p:cNvSpPr>
            <a:spLocks noGrp="1" noChangeArrowheads="1"/>
          </p:cNvSpPr>
          <p:nvPr>
            <p:ph idx="1"/>
          </p:nvPr>
        </p:nvSpPr>
        <p:spPr/>
        <p:txBody>
          <a:bodyPr/>
          <a:lstStyle/>
          <a:p>
            <a:pPr eaLnBrk="1" hangingPunct="1"/>
            <a:r>
              <a:rPr lang="en-US" altLang="en-US"/>
              <a:t>The two angles in an isosceles triangle adjacent to the base of the triangle are called </a:t>
            </a:r>
            <a:r>
              <a:rPr lang="en-US" altLang="en-US">
                <a:solidFill>
                  <a:schemeClr val="accent2"/>
                </a:solidFill>
              </a:rPr>
              <a:t>base angles</a:t>
            </a:r>
            <a:r>
              <a:rPr lang="en-US" altLang="en-US"/>
              <a:t>.</a:t>
            </a:r>
          </a:p>
          <a:p>
            <a:pPr eaLnBrk="1" hangingPunct="1"/>
            <a:r>
              <a:rPr lang="en-US" altLang="en-US"/>
              <a:t>The angle opposite the base is called the </a:t>
            </a:r>
            <a:r>
              <a:rPr lang="en-US" altLang="en-US">
                <a:solidFill>
                  <a:schemeClr val="accent2"/>
                </a:solidFill>
              </a:rPr>
              <a:t>vertex angle</a:t>
            </a:r>
            <a:r>
              <a:rPr lang="en-US" altLang="en-US"/>
              <a:t>.</a:t>
            </a:r>
          </a:p>
        </p:txBody>
      </p:sp>
      <p:sp>
        <p:nvSpPr>
          <p:cNvPr id="9218" name="Rectangle 2">
            <a:extLst>
              <a:ext uri="{FF2B5EF4-FFF2-40B4-BE49-F238E27FC236}">
                <a16:creationId xmlns:a16="http://schemas.microsoft.com/office/drawing/2014/main" id="{1751DDF5-12B2-48B0-38D0-8AE41C873EFE}"/>
              </a:ext>
            </a:extLst>
          </p:cNvPr>
          <p:cNvSpPr>
            <a:spLocks noGrp="1" noChangeArrowheads="1"/>
          </p:cNvSpPr>
          <p:nvPr>
            <p:ph type="title"/>
          </p:nvPr>
        </p:nvSpPr>
        <p:spPr/>
        <p:txBody>
          <a:bodyPr>
            <a:normAutofit fontScale="90000"/>
          </a:bodyPr>
          <a:lstStyle/>
          <a:p>
            <a:pPr eaLnBrk="1" fontAlgn="auto" hangingPunct="1">
              <a:spcAft>
                <a:spcPts val="0"/>
              </a:spcAft>
              <a:defRPr/>
            </a:pPr>
            <a:r>
              <a:rPr sz="3800"/>
              <a:t>4.6 Isosceles, Equilateral, and Right Triangles</a:t>
            </a:r>
          </a:p>
        </p:txBody>
      </p:sp>
      <p:sp>
        <p:nvSpPr>
          <p:cNvPr id="9220" name="AutoShape 4">
            <a:extLst>
              <a:ext uri="{FF2B5EF4-FFF2-40B4-BE49-F238E27FC236}">
                <a16:creationId xmlns:a16="http://schemas.microsoft.com/office/drawing/2014/main" id="{C42153C2-875F-0470-90FC-DC717F224910}"/>
              </a:ext>
            </a:extLst>
          </p:cNvPr>
          <p:cNvSpPr>
            <a:spLocks noChangeArrowheads="1"/>
          </p:cNvSpPr>
          <p:nvPr/>
        </p:nvSpPr>
        <p:spPr bwMode="auto">
          <a:xfrm>
            <a:off x="3352800" y="4038600"/>
            <a:ext cx="3048000" cy="1752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9221" name="AutoShape 5">
            <a:extLst>
              <a:ext uri="{FF2B5EF4-FFF2-40B4-BE49-F238E27FC236}">
                <a16:creationId xmlns:a16="http://schemas.microsoft.com/office/drawing/2014/main" id="{E5F39177-F030-F9E6-A74A-6A04B638519B}"/>
              </a:ext>
            </a:extLst>
          </p:cNvPr>
          <p:cNvSpPr>
            <a:spLocks noChangeArrowheads="1"/>
          </p:cNvSpPr>
          <p:nvPr/>
        </p:nvSpPr>
        <p:spPr bwMode="auto">
          <a:xfrm>
            <a:off x="1447800" y="5562600"/>
            <a:ext cx="1752600" cy="457200"/>
          </a:xfrm>
          <a:prstGeom prst="rightArrow">
            <a:avLst>
              <a:gd name="adj1" fmla="val 50000"/>
              <a:gd name="adj2" fmla="val 95833"/>
            </a:avLst>
          </a:prstGeom>
          <a:noFill/>
          <a:ln w="9525">
            <a:solidFill>
              <a:schemeClr val="tx1"/>
            </a:solidFill>
            <a:miter lim="800000"/>
            <a:headEnd/>
            <a:tailEnd/>
          </a:ln>
        </p:spPr>
        <p:txBody>
          <a:bodyPr wrap="none" anchor="ctr"/>
          <a:lstStyle/>
          <a:p>
            <a:pPr algn="ctr" eaLnBrk="1" hangingPunct="1">
              <a:defRPr/>
            </a:pPr>
            <a:r>
              <a:rPr lang="en-US">
                <a:effectLst>
                  <a:outerShdw blurRad="38100" dist="38100" dir="2700000" algn="tl">
                    <a:srgbClr val="000000">
                      <a:alpha val="43137"/>
                    </a:srgbClr>
                  </a:outerShdw>
                </a:effectLst>
                <a:latin typeface="Arial" charset="0"/>
                <a:cs typeface="Arial" charset="0"/>
              </a:rPr>
              <a:t>Base Angle</a:t>
            </a:r>
          </a:p>
        </p:txBody>
      </p:sp>
      <p:sp>
        <p:nvSpPr>
          <p:cNvPr id="9222" name="AutoShape 6">
            <a:extLst>
              <a:ext uri="{FF2B5EF4-FFF2-40B4-BE49-F238E27FC236}">
                <a16:creationId xmlns:a16="http://schemas.microsoft.com/office/drawing/2014/main" id="{EBD24CD1-5B6D-8D8E-7EE5-C56515E1BAC6}"/>
              </a:ext>
            </a:extLst>
          </p:cNvPr>
          <p:cNvSpPr>
            <a:spLocks noChangeArrowheads="1"/>
          </p:cNvSpPr>
          <p:nvPr/>
        </p:nvSpPr>
        <p:spPr bwMode="auto">
          <a:xfrm>
            <a:off x="6553200" y="5562600"/>
            <a:ext cx="1905000" cy="457200"/>
          </a:xfrm>
          <a:prstGeom prst="leftArrow">
            <a:avLst>
              <a:gd name="adj1" fmla="val 50000"/>
              <a:gd name="adj2" fmla="val 104167"/>
            </a:avLst>
          </a:prstGeom>
          <a:noFill/>
          <a:ln w="9525">
            <a:solidFill>
              <a:schemeClr val="tx1"/>
            </a:solidFill>
            <a:miter lim="800000"/>
            <a:headEnd/>
            <a:tailEnd/>
          </a:ln>
        </p:spPr>
        <p:txBody>
          <a:bodyPr wrap="none" anchor="ctr"/>
          <a:lstStyle/>
          <a:p>
            <a:pPr algn="ctr" eaLnBrk="1" hangingPunct="1">
              <a:defRPr/>
            </a:pPr>
            <a:r>
              <a:rPr lang="en-US">
                <a:effectLst>
                  <a:outerShdw blurRad="38100" dist="38100" dir="2700000" algn="tl">
                    <a:srgbClr val="000000">
                      <a:alpha val="43137"/>
                    </a:srgbClr>
                  </a:outerShdw>
                </a:effectLst>
                <a:latin typeface="Arial" charset="0"/>
                <a:cs typeface="Arial" charset="0"/>
              </a:rPr>
              <a:t>Base Angle</a:t>
            </a:r>
          </a:p>
        </p:txBody>
      </p:sp>
      <p:sp>
        <p:nvSpPr>
          <p:cNvPr id="9223" name="AutoShape 7">
            <a:extLst>
              <a:ext uri="{FF2B5EF4-FFF2-40B4-BE49-F238E27FC236}">
                <a16:creationId xmlns:a16="http://schemas.microsoft.com/office/drawing/2014/main" id="{1032AED9-7840-12FC-F8D0-C357932B4301}"/>
              </a:ext>
            </a:extLst>
          </p:cNvPr>
          <p:cNvSpPr>
            <a:spLocks noChangeArrowheads="1"/>
          </p:cNvSpPr>
          <p:nvPr/>
        </p:nvSpPr>
        <p:spPr bwMode="auto">
          <a:xfrm rot="-886690">
            <a:off x="2971800" y="4038600"/>
            <a:ext cx="1828800" cy="533400"/>
          </a:xfrm>
          <a:prstGeom prst="rightArrow">
            <a:avLst>
              <a:gd name="adj1" fmla="val 50000"/>
              <a:gd name="adj2" fmla="val 85714"/>
            </a:avLst>
          </a:prstGeom>
          <a:noFill/>
          <a:ln w="9525">
            <a:solidFill>
              <a:schemeClr val="tx1"/>
            </a:solidFill>
            <a:miter lim="800000"/>
            <a:headEnd/>
            <a:tailEnd/>
          </a:ln>
        </p:spPr>
        <p:txBody>
          <a:bodyPr wrap="none" anchor="ctr"/>
          <a:lstStyle/>
          <a:p>
            <a:pPr algn="ctr" eaLnBrk="1" hangingPunct="1">
              <a:defRPr/>
            </a:pPr>
            <a:r>
              <a:rPr lang="en-US">
                <a:effectLst>
                  <a:outerShdw blurRad="38100" dist="38100" dir="2700000" algn="tl">
                    <a:srgbClr val="000000">
                      <a:alpha val="43137"/>
                    </a:srgbClr>
                  </a:outerShdw>
                </a:effectLst>
                <a:latin typeface="Arial" charset="0"/>
                <a:cs typeface="Arial" charset="0"/>
              </a:rPr>
              <a:t>Vertex Angle</a:t>
            </a:r>
          </a:p>
        </p:txBody>
      </p:sp>
      <p:sp>
        <p:nvSpPr>
          <p:cNvPr id="9224" name="Line 8">
            <a:extLst>
              <a:ext uri="{FF2B5EF4-FFF2-40B4-BE49-F238E27FC236}">
                <a16:creationId xmlns:a16="http://schemas.microsoft.com/office/drawing/2014/main" id="{CED56037-F952-BCCB-5158-634F3F420BED}"/>
              </a:ext>
            </a:extLst>
          </p:cNvPr>
          <p:cNvSpPr>
            <a:spLocks noChangeShapeType="1"/>
          </p:cNvSpPr>
          <p:nvPr/>
        </p:nvSpPr>
        <p:spPr bwMode="auto">
          <a:xfrm>
            <a:off x="3962400" y="4724400"/>
            <a:ext cx="3810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9225" name="Line 9">
            <a:extLst>
              <a:ext uri="{FF2B5EF4-FFF2-40B4-BE49-F238E27FC236}">
                <a16:creationId xmlns:a16="http://schemas.microsoft.com/office/drawing/2014/main" id="{11920009-5001-296C-9EBE-2A052CA3E465}"/>
              </a:ext>
            </a:extLst>
          </p:cNvPr>
          <p:cNvSpPr>
            <a:spLocks noChangeShapeType="1"/>
          </p:cNvSpPr>
          <p:nvPr/>
        </p:nvSpPr>
        <p:spPr bwMode="auto">
          <a:xfrm flipH="1">
            <a:off x="5410200" y="4572000"/>
            <a:ext cx="381000" cy="4572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801585FC-F1C2-DF5E-53BF-66327DC69406}"/>
              </a:ext>
            </a:extLst>
          </p:cNvPr>
          <p:cNvSpPr>
            <a:spLocks noGrp="1" noChangeArrowheads="1"/>
          </p:cNvSpPr>
          <p:nvPr>
            <p:ph type="title"/>
          </p:nvPr>
        </p:nvSpPr>
        <p:spPr/>
        <p:txBody>
          <a:bodyPr/>
          <a:lstStyle/>
          <a:p>
            <a:pPr eaLnBrk="1" fontAlgn="auto" hangingPunct="1">
              <a:spcAft>
                <a:spcPts val="0"/>
              </a:spcAft>
              <a:defRPr/>
            </a:pPr>
            <a:r>
              <a:t>Base Angles Theorem</a:t>
            </a:r>
          </a:p>
        </p:txBody>
      </p:sp>
      <p:sp>
        <p:nvSpPr>
          <p:cNvPr id="92162" name="Rectangle 3">
            <a:extLst>
              <a:ext uri="{FF2B5EF4-FFF2-40B4-BE49-F238E27FC236}">
                <a16:creationId xmlns:a16="http://schemas.microsoft.com/office/drawing/2014/main" id="{16330899-982A-0C5D-720F-74A9E8AB86F2}"/>
              </a:ext>
            </a:extLst>
          </p:cNvPr>
          <p:cNvSpPr>
            <a:spLocks noGrp="1" noChangeArrowheads="1"/>
          </p:cNvSpPr>
          <p:nvPr>
            <p:ph type="body" sz="half" idx="1"/>
          </p:nvPr>
        </p:nvSpPr>
        <p:spPr>
          <a:xfrm>
            <a:off x="914400" y="1600200"/>
            <a:ext cx="3808413" cy="4530725"/>
          </a:xfrm>
        </p:spPr>
        <p:txBody>
          <a:bodyPr/>
          <a:lstStyle/>
          <a:p>
            <a:pPr eaLnBrk="1" hangingPunct="1"/>
            <a:r>
              <a:rPr lang="en-US" altLang="en-US" sz="2400"/>
              <a:t>If two sides of a triangle are congruent, then the angles opposite them are congruent.</a:t>
            </a:r>
          </a:p>
          <a:p>
            <a:pPr lvl="1" eaLnBrk="1" hangingPunct="1">
              <a:buFont typeface="Wingdings" panose="05000000000000000000" pitchFamily="2" charset="2"/>
              <a:buNone/>
            </a:pPr>
            <a:endParaRPr lang="en-US" altLang="en-US" sz="2200"/>
          </a:p>
        </p:txBody>
      </p:sp>
      <p:graphicFrame>
        <p:nvGraphicFramePr>
          <p:cNvPr id="92163" name="Object 4">
            <a:extLst>
              <a:ext uri="{FF2B5EF4-FFF2-40B4-BE49-F238E27FC236}">
                <a16:creationId xmlns:a16="http://schemas.microsoft.com/office/drawing/2014/main" id="{BD79E2E5-228C-6316-FEA9-302509784DDB}"/>
              </a:ext>
            </a:extLst>
          </p:cNvPr>
          <p:cNvGraphicFramePr>
            <a:graphicFrameLocks noChangeAspect="1"/>
          </p:cNvGraphicFramePr>
          <p:nvPr>
            <p:ph sz="half" idx="2"/>
          </p:nvPr>
        </p:nvGraphicFramePr>
        <p:xfrm>
          <a:off x="1143000" y="3427413"/>
          <a:ext cx="3808413" cy="552450"/>
        </p:xfrm>
        <a:graphic>
          <a:graphicData uri="http://schemas.openxmlformats.org/presentationml/2006/ole">
            <mc:AlternateContent xmlns:mc="http://schemas.openxmlformats.org/markup-compatibility/2006">
              <mc:Choice xmlns:v="urn:schemas-microsoft-com:vml" Requires="v">
                <p:oleObj name="Equation" r:id="rId2" imgW="1663700" imgH="241300" progId="Equation.3">
                  <p:embed/>
                </p:oleObj>
              </mc:Choice>
              <mc:Fallback>
                <p:oleObj name="Equation" r:id="rId2" imgW="1663700" imgH="241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7413"/>
                        <a:ext cx="3808413"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1029" name="AutoShape 5">
            <a:extLst>
              <a:ext uri="{FF2B5EF4-FFF2-40B4-BE49-F238E27FC236}">
                <a16:creationId xmlns:a16="http://schemas.microsoft.com/office/drawing/2014/main" id="{A4687706-11EE-5A9E-3161-22587B06376D}"/>
              </a:ext>
            </a:extLst>
          </p:cNvPr>
          <p:cNvSpPr>
            <a:spLocks noChangeArrowheads="1"/>
          </p:cNvSpPr>
          <p:nvPr/>
        </p:nvSpPr>
        <p:spPr bwMode="auto">
          <a:xfrm>
            <a:off x="5867400" y="2286000"/>
            <a:ext cx="2133600" cy="32004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030" name="Line 6">
            <a:extLst>
              <a:ext uri="{FF2B5EF4-FFF2-40B4-BE49-F238E27FC236}">
                <a16:creationId xmlns:a16="http://schemas.microsoft.com/office/drawing/2014/main" id="{15283068-2CBC-0970-D51F-C1B12FB444A9}"/>
              </a:ext>
            </a:extLst>
          </p:cNvPr>
          <p:cNvSpPr>
            <a:spLocks noChangeShapeType="1"/>
          </p:cNvSpPr>
          <p:nvPr/>
        </p:nvSpPr>
        <p:spPr bwMode="auto">
          <a:xfrm>
            <a:off x="6248400" y="3657600"/>
            <a:ext cx="3048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1" name="Line 7">
            <a:extLst>
              <a:ext uri="{FF2B5EF4-FFF2-40B4-BE49-F238E27FC236}">
                <a16:creationId xmlns:a16="http://schemas.microsoft.com/office/drawing/2014/main" id="{FCABB9CD-2344-3D3C-2AC3-72BFC6D6947A}"/>
              </a:ext>
            </a:extLst>
          </p:cNvPr>
          <p:cNvSpPr>
            <a:spLocks noChangeShapeType="1"/>
          </p:cNvSpPr>
          <p:nvPr/>
        </p:nvSpPr>
        <p:spPr bwMode="auto">
          <a:xfrm flipH="1">
            <a:off x="7391400" y="3657600"/>
            <a:ext cx="2286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32" name="Text Box 8">
            <a:extLst>
              <a:ext uri="{FF2B5EF4-FFF2-40B4-BE49-F238E27FC236}">
                <a16:creationId xmlns:a16="http://schemas.microsoft.com/office/drawing/2014/main" id="{C9C50709-3500-2AD7-4BF1-D733F99DFD2C}"/>
              </a:ext>
            </a:extLst>
          </p:cNvPr>
          <p:cNvSpPr txBox="1">
            <a:spLocks noChangeArrowheads="1"/>
          </p:cNvSpPr>
          <p:nvPr/>
        </p:nvSpPr>
        <p:spPr bwMode="auto">
          <a:xfrm>
            <a:off x="6781800" y="19050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1033" name="Text Box 9">
            <a:extLst>
              <a:ext uri="{FF2B5EF4-FFF2-40B4-BE49-F238E27FC236}">
                <a16:creationId xmlns:a16="http://schemas.microsoft.com/office/drawing/2014/main" id="{E7D2C047-AAE1-D71F-72C1-7307C992B452}"/>
              </a:ext>
            </a:extLst>
          </p:cNvPr>
          <p:cNvSpPr txBox="1">
            <a:spLocks noChangeArrowheads="1"/>
          </p:cNvSpPr>
          <p:nvPr/>
        </p:nvSpPr>
        <p:spPr bwMode="auto">
          <a:xfrm>
            <a:off x="5486400" y="52578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1034" name="Text Box 10">
            <a:extLst>
              <a:ext uri="{FF2B5EF4-FFF2-40B4-BE49-F238E27FC236}">
                <a16:creationId xmlns:a16="http://schemas.microsoft.com/office/drawing/2014/main" id="{18B1CEA7-C5DC-813E-B422-B1A183BEDBD2}"/>
              </a:ext>
            </a:extLst>
          </p:cNvPr>
          <p:cNvSpPr txBox="1">
            <a:spLocks noChangeArrowheads="1"/>
          </p:cNvSpPr>
          <p:nvPr/>
        </p:nvSpPr>
        <p:spPr bwMode="auto">
          <a:xfrm>
            <a:off x="8001000" y="52578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4107" name="Freeform 11">
            <a:extLst>
              <a:ext uri="{FF2B5EF4-FFF2-40B4-BE49-F238E27FC236}">
                <a16:creationId xmlns:a16="http://schemas.microsoft.com/office/drawing/2014/main" id="{A9C83E3D-A6F5-D85D-DC18-A4F6228AD6D6}"/>
              </a:ext>
            </a:extLst>
          </p:cNvPr>
          <p:cNvSpPr>
            <a:spLocks/>
          </p:cNvSpPr>
          <p:nvPr/>
        </p:nvSpPr>
        <p:spPr bwMode="auto">
          <a:xfrm>
            <a:off x="6096000" y="4876800"/>
            <a:ext cx="457200" cy="609600"/>
          </a:xfrm>
          <a:custGeom>
            <a:avLst/>
            <a:gdLst>
              <a:gd name="T0" fmla="*/ 0 w 288"/>
              <a:gd name="T1" fmla="*/ 0 h 384"/>
              <a:gd name="T2" fmla="*/ 240 w 288"/>
              <a:gd name="T3" fmla="*/ 96 h 384"/>
              <a:gd name="T4" fmla="*/ 288 w 288"/>
              <a:gd name="T5" fmla="*/ 384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cubicBezTo>
                  <a:pt x="96" y="16"/>
                  <a:pt x="192" y="32"/>
                  <a:pt x="240" y="96"/>
                </a:cubicBezTo>
                <a:cubicBezTo>
                  <a:pt x="288" y="160"/>
                  <a:pt x="288" y="272"/>
                  <a:pt x="288" y="38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8" name="Freeform 12">
            <a:extLst>
              <a:ext uri="{FF2B5EF4-FFF2-40B4-BE49-F238E27FC236}">
                <a16:creationId xmlns:a16="http://schemas.microsoft.com/office/drawing/2014/main" id="{CED93C62-9854-DE93-FF62-8C8DA4212A25}"/>
              </a:ext>
            </a:extLst>
          </p:cNvPr>
          <p:cNvSpPr>
            <a:spLocks/>
          </p:cNvSpPr>
          <p:nvPr/>
        </p:nvSpPr>
        <p:spPr bwMode="auto">
          <a:xfrm>
            <a:off x="7239000" y="4876800"/>
            <a:ext cx="533400" cy="609600"/>
          </a:xfrm>
          <a:custGeom>
            <a:avLst/>
            <a:gdLst>
              <a:gd name="T0" fmla="*/ 336 w 336"/>
              <a:gd name="T1" fmla="*/ 0 h 384"/>
              <a:gd name="T2" fmla="*/ 48 w 336"/>
              <a:gd name="T3" fmla="*/ 96 h 384"/>
              <a:gd name="T4" fmla="*/ 48 w 336"/>
              <a:gd name="T5" fmla="*/ 384 h 384"/>
              <a:gd name="T6" fmla="*/ 0 60000 65536"/>
              <a:gd name="T7" fmla="*/ 0 60000 65536"/>
              <a:gd name="T8" fmla="*/ 0 60000 65536"/>
              <a:gd name="T9" fmla="*/ 0 w 336"/>
              <a:gd name="T10" fmla="*/ 0 h 384"/>
              <a:gd name="T11" fmla="*/ 336 w 336"/>
              <a:gd name="T12" fmla="*/ 384 h 384"/>
            </a:gdLst>
            <a:ahLst/>
            <a:cxnLst>
              <a:cxn ang="T6">
                <a:pos x="T0" y="T1"/>
              </a:cxn>
              <a:cxn ang="T7">
                <a:pos x="T2" y="T3"/>
              </a:cxn>
              <a:cxn ang="T8">
                <a:pos x="T4" y="T5"/>
              </a:cxn>
            </a:cxnLst>
            <a:rect l="T9" t="T10" r="T11" b="T12"/>
            <a:pathLst>
              <a:path w="336" h="384">
                <a:moveTo>
                  <a:pt x="336" y="0"/>
                </a:moveTo>
                <a:cubicBezTo>
                  <a:pt x="216" y="16"/>
                  <a:pt x="96" y="32"/>
                  <a:pt x="48" y="96"/>
                </a:cubicBezTo>
                <a:cubicBezTo>
                  <a:pt x="0" y="160"/>
                  <a:pt x="24" y="272"/>
                  <a:pt x="48" y="38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4107"/>
                                        </p:tgtEl>
                                        <p:attrNameLst>
                                          <p:attrName>style.visibility</p:attrName>
                                        </p:attrNameLst>
                                      </p:cBhvr>
                                      <p:to>
                                        <p:strVal val="visible"/>
                                      </p:to>
                                    </p:set>
                                    <p:anim calcmode="lin" valueType="num">
                                      <p:cBhvr>
                                        <p:cTn id="7" dur="2000" fill="hold"/>
                                        <p:tgtEl>
                                          <p:spTgt spid="4107"/>
                                        </p:tgtEl>
                                        <p:attrNameLst>
                                          <p:attrName>ppt_w</p:attrName>
                                        </p:attrNameLst>
                                      </p:cBhvr>
                                      <p:tavLst>
                                        <p:tav tm="0" fmla="#ppt_w*sin(2.5*pi*$)">
                                          <p:val>
                                            <p:fltVal val="0"/>
                                          </p:val>
                                        </p:tav>
                                        <p:tav tm="100000">
                                          <p:val>
                                            <p:fltVal val="1"/>
                                          </p:val>
                                        </p:tav>
                                      </p:tavLst>
                                    </p:anim>
                                    <p:anim calcmode="lin" valueType="num">
                                      <p:cBhvr>
                                        <p:cTn id="8" dur="2000" fill="hold"/>
                                        <p:tgtEl>
                                          <p:spTgt spid="4107"/>
                                        </p:tgtEl>
                                        <p:attrNameLst>
                                          <p:attrName>ppt_h</p:attrName>
                                        </p:attrNameLst>
                                      </p:cBhvr>
                                      <p:tavLst>
                                        <p:tav tm="0">
                                          <p:val>
                                            <p:strVal val="#ppt_h"/>
                                          </p:val>
                                        </p:tav>
                                        <p:tav tm="100000">
                                          <p:val>
                                            <p:strVal val="#ppt_h"/>
                                          </p:val>
                                        </p:tav>
                                      </p:tavLst>
                                    </p:anim>
                                  </p:childTnLst>
                                </p:cTn>
                              </p:par>
                              <p:par>
                                <p:cTn id="9" presetID="19" presetClass="entr" presetSubtype="10" fill="hold" nodeType="withEffect">
                                  <p:stCondLst>
                                    <p:cond delay="0"/>
                                  </p:stCondLst>
                                  <p:childTnLst>
                                    <p:set>
                                      <p:cBhvr>
                                        <p:cTn id="10" dur="1" fill="hold">
                                          <p:stCondLst>
                                            <p:cond delay="0"/>
                                          </p:stCondLst>
                                        </p:cTn>
                                        <p:tgtEl>
                                          <p:spTgt spid="4108"/>
                                        </p:tgtEl>
                                        <p:attrNameLst>
                                          <p:attrName>style.visibility</p:attrName>
                                        </p:attrNameLst>
                                      </p:cBhvr>
                                      <p:to>
                                        <p:strVal val="visible"/>
                                      </p:to>
                                    </p:set>
                                    <p:anim calcmode="lin" valueType="num">
                                      <p:cBhvr>
                                        <p:cTn id="11" dur="2000" fill="hold"/>
                                        <p:tgtEl>
                                          <p:spTgt spid="4108"/>
                                        </p:tgtEl>
                                        <p:attrNameLst>
                                          <p:attrName>ppt_w</p:attrName>
                                        </p:attrNameLst>
                                      </p:cBhvr>
                                      <p:tavLst>
                                        <p:tav tm="0" fmla="#ppt_w*sin(2.5*pi*$)">
                                          <p:val>
                                            <p:fltVal val="0"/>
                                          </p:val>
                                        </p:tav>
                                        <p:tav tm="100000">
                                          <p:val>
                                            <p:fltVal val="1"/>
                                          </p:val>
                                        </p:tav>
                                      </p:tavLst>
                                    </p:anim>
                                    <p:anim calcmode="lin" valueType="num">
                                      <p:cBhvr>
                                        <p:cTn id="12" dur="2000" fill="hold"/>
                                        <p:tgtEl>
                                          <p:spTgt spid="41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3D9AF19E-CB09-C4D4-C981-CE179C1A2BD4}"/>
              </a:ext>
            </a:extLst>
          </p:cNvPr>
          <p:cNvSpPr>
            <a:spLocks noGrp="1" noChangeArrowheads="1"/>
          </p:cNvSpPr>
          <p:nvPr>
            <p:ph type="title"/>
          </p:nvPr>
        </p:nvSpPr>
        <p:spPr/>
        <p:txBody>
          <a:bodyPr/>
          <a:lstStyle/>
          <a:p>
            <a:pPr eaLnBrk="1" fontAlgn="auto" hangingPunct="1">
              <a:spcAft>
                <a:spcPts val="0"/>
              </a:spcAft>
              <a:defRPr/>
            </a:pPr>
            <a:r>
              <a:rPr sz="3800"/>
              <a:t>Converse to the Base Angles Theorem</a:t>
            </a:r>
          </a:p>
        </p:txBody>
      </p:sp>
      <p:sp>
        <p:nvSpPr>
          <p:cNvPr id="93186" name="Rectangle 3">
            <a:extLst>
              <a:ext uri="{FF2B5EF4-FFF2-40B4-BE49-F238E27FC236}">
                <a16:creationId xmlns:a16="http://schemas.microsoft.com/office/drawing/2014/main" id="{D6793186-674E-2B64-7951-DF52E344568A}"/>
              </a:ext>
            </a:extLst>
          </p:cNvPr>
          <p:cNvSpPr>
            <a:spLocks noGrp="1" noChangeArrowheads="1"/>
          </p:cNvSpPr>
          <p:nvPr>
            <p:ph type="body" sz="half" idx="1"/>
          </p:nvPr>
        </p:nvSpPr>
        <p:spPr>
          <a:xfrm>
            <a:off x="914400" y="1600200"/>
            <a:ext cx="3808413" cy="4530725"/>
          </a:xfrm>
        </p:spPr>
        <p:txBody>
          <a:bodyPr/>
          <a:lstStyle/>
          <a:p>
            <a:pPr eaLnBrk="1" hangingPunct="1"/>
            <a:r>
              <a:rPr lang="en-US" altLang="en-US" sz="2400"/>
              <a:t>If two angles of a triangle are congruent, then the sides opposite them are congruent.</a:t>
            </a:r>
          </a:p>
        </p:txBody>
      </p:sp>
      <p:graphicFrame>
        <p:nvGraphicFramePr>
          <p:cNvPr id="93187" name="Object 4">
            <a:extLst>
              <a:ext uri="{FF2B5EF4-FFF2-40B4-BE49-F238E27FC236}">
                <a16:creationId xmlns:a16="http://schemas.microsoft.com/office/drawing/2014/main" id="{F894CEC0-9375-837E-F926-97A167A85804}"/>
              </a:ext>
            </a:extLst>
          </p:cNvPr>
          <p:cNvGraphicFramePr>
            <a:graphicFrameLocks noChangeAspect="1"/>
          </p:cNvGraphicFramePr>
          <p:nvPr>
            <p:ph sz="half" idx="2"/>
          </p:nvPr>
        </p:nvGraphicFramePr>
        <p:xfrm>
          <a:off x="1141413" y="3429000"/>
          <a:ext cx="3811587" cy="565150"/>
        </p:xfrm>
        <a:graphic>
          <a:graphicData uri="http://schemas.openxmlformats.org/presentationml/2006/ole">
            <mc:AlternateContent xmlns:mc="http://schemas.openxmlformats.org/markup-compatibility/2006">
              <mc:Choice xmlns:v="urn:schemas-microsoft-com:vml" Requires="v">
                <p:oleObj name="Equation" r:id="rId2" imgW="1625600" imgH="241300" progId="Equation.3">
                  <p:embed/>
                </p:oleObj>
              </mc:Choice>
              <mc:Fallback>
                <p:oleObj name="Equation" r:id="rId2" imgW="1625600" imgH="241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3429000"/>
                        <a:ext cx="3811587"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2053" name="AutoShape 5">
            <a:extLst>
              <a:ext uri="{FF2B5EF4-FFF2-40B4-BE49-F238E27FC236}">
                <a16:creationId xmlns:a16="http://schemas.microsoft.com/office/drawing/2014/main" id="{6B3853A7-4940-B4C6-5A3F-EE2DDB51A512}"/>
              </a:ext>
            </a:extLst>
          </p:cNvPr>
          <p:cNvSpPr>
            <a:spLocks noChangeArrowheads="1"/>
          </p:cNvSpPr>
          <p:nvPr/>
        </p:nvSpPr>
        <p:spPr bwMode="auto">
          <a:xfrm>
            <a:off x="5715000" y="1981200"/>
            <a:ext cx="2286000" cy="35814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2054" name="Freeform 6">
            <a:extLst>
              <a:ext uri="{FF2B5EF4-FFF2-40B4-BE49-F238E27FC236}">
                <a16:creationId xmlns:a16="http://schemas.microsoft.com/office/drawing/2014/main" id="{39CFA4D9-30F4-65D5-994F-715B857C1AA4}"/>
              </a:ext>
            </a:extLst>
          </p:cNvPr>
          <p:cNvSpPr>
            <a:spLocks/>
          </p:cNvSpPr>
          <p:nvPr/>
        </p:nvSpPr>
        <p:spPr bwMode="auto">
          <a:xfrm>
            <a:off x="5943600" y="4724400"/>
            <a:ext cx="546100" cy="838200"/>
          </a:xfrm>
          <a:custGeom>
            <a:avLst/>
            <a:gdLst>
              <a:gd name="T0" fmla="*/ 0 w 344"/>
              <a:gd name="T1" fmla="*/ 0 h 528"/>
              <a:gd name="T2" fmla="*/ 288 w 344"/>
              <a:gd name="T3" fmla="*/ 96 h 528"/>
              <a:gd name="T4" fmla="*/ 336 w 344"/>
              <a:gd name="T5" fmla="*/ 528 h 528"/>
              <a:gd name="T6" fmla="*/ 0 60000 65536"/>
              <a:gd name="T7" fmla="*/ 0 60000 65536"/>
              <a:gd name="T8" fmla="*/ 0 60000 65536"/>
              <a:gd name="T9" fmla="*/ 0 w 344"/>
              <a:gd name="T10" fmla="*/ 0 h 528"/>
              <a:gd name="T11" fmla="*/ 344 w 344"/>
              <a:gd name="T12" fmla="*/ 528 h 528"/>
            </a:gdLst>
            <a:ahLst/>
            <a:cxnLst>
              <a:cxn ang="T6">
                <a:pos x="T0" y="T1"/>
              </a:cxn>
              <a:cxn ang="T7">
                <a:pos x="T2" y="T3"/>
              </a:cxn>
              <a:cxn ang="T8">
                <a:pos x="T4" y="T5"/>
              </a:cxn>
            </a:cxnLst>
            <a:rect l="T9" t="T10" r="T11" b="T12"/>
            <a:pathLst>
              <a:path w="344" h="528">
                <a:moveTo>
                  <a:pt x="0" y="0"/>
                </a:moveTo>
                <a:cubicBezTo>
                  <a:pt x="116" y="4"/>
                  <a:pt x="232" y="8"/>
                  <a:pt x="288" y="96"/>
                </a:cubicBezTo>
                <a:cubicBezTo>
                  <a:pt x="344" y="184"/>
                  <a:pt x="340" y="356"/>
                  <a:pt x="336" y="528"/>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2055" name="Freeform 7">
            <a:extLst>
              <a:ext uri="{FF2B5EF4-FFF2-40B4-BE49-F238E27FC236}">
                <a16:creationId xmlns:a16="http://schemas.microsoft.com/office/drawing/2014/main" id="{77563E12-8DAE-61E2-E429-78F237B039F6}"/>
              </a:ext>
            </a:extLst>
          </p:cNvPr>
          <p:cNvSpPr>
            <a:spLocks/>
          </p:cNvSpPr>
          <p:nvPr/>
        </p:nvSpPr>
        <p:spPr bwMode="auto">
          <a:xfrm>
            <a:off x="7239000" y="4648200"/>
            <a:ext cx="457200" cy="914400"/>
          </a:xfrm>
          <a:custGeom>
            <a:avLst/>
            <a:gdLst>
              <a:gd name="T0" fmla="*/ 344 w 344"/>
              <a:gd name="T1" fmla="*/ 48 h 624"/>
              <a:gd name="T2" fmla="*/ 56 w 344"/>
              <a:gd name="T3" fmla="*/ 96 h 624"/>
              <a:gd name="T4" fmla="*/ 8 w 344"/>
              <a:gd name="T5" fmla="*/ 624 h 624"/>
              <a:gd name="T6" fmla="*/ 0 60000 65536"/>
              <a:gd name="T7" fmla="*/ 0 60000 65536"/>
              <a:gd name="T8" fmla="*/ 0 60000 65536"/>
              <a:gd name="T9" fmla="*/ 0 w 344"/>
              <a:gd name="T10" fmla="*/ 0 h 624"/>
              <a:gd name="T11" fmla="*/ 344 w 344"/>
              <a:gd name="T12" fmla="*/ 624 h 624"/>
            </a:gdLst>
            <a:ahLst/>
            <a:cxnLst>
              <a:cxn ang="T6">
                <a:pos x="T0" y="T1"/>
              </a:cxn>
              <a:cxn ang="T7">
                <a:pos x="T2" y="T3"/>
              </a:cxn>
              <a:cxn ang="T8">
                <a:pos x="T4" y="T5"/>
              </a:cxn>
            </a:cxnLst>
            <a:rect l="T9" t="T10" r="T11" b="T12"/>
            <a:pathLst>
              <a:path w="344" h="624">
                <a:moveTo>
                  <a:pt x="344" y="48"/>
                </a:moveTo>
                <a:cubicBezTo>
                  <a:pt x="228" y="24"/>
                  <a:pt x="112" y="0"/>
                  <a:pt x="56" y="96"/>
                </a:cubicBezTo>
                <a:cubicBezTo>
                  <a:pt x="0" y="192"/>
                  <a:pt x="4" y="408"/>
                  <a:pt x="8" y="62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28" name="Line 8">
            <a:extLst>
              <a:ext uri="{FF2B5EF4-FFF2-40B4-BE49-F238E27FC236}">
                <a16:creationId xmlns:a16="http://schemas.microsoft.com/office/drawing/2014/main" id="{E49C6A6D-1977-9D73-B185-37785E460E23}"/>
              </a:ext>
            </a:extLst>
          </p:cNvPr>
          <p:cNvSpPr>
            <a:spLocks noChangeShapeType="1"/>
          </p:cNvSpPr>
          <p:nvPr/>
        </p:nvSpPr>
        <p:spPr bwMode="auto">
          <a:xfrm>
            <a:off x="6019800" y="3581400"/>
            <a:ext cx="4572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29" name="Line 9">
            <a:extLst>
              <a:ext uri="{FF2B5EF4-FFF2-40B4-BE49-F238E27FC236}">
                <a16:creationId xmlns:a16="http://schemas.microsoft.com/office/drawing/2014/main" id="{30815F89-E482-66ED-0A23-53765D6D024F}"/>
              </a:ext>
            </a:extLst>
          </p:cNvPr>
          <p:cNvSpPr>
            <a:spLocks noChangeShapeType="1"/>
          </p:cNvSpPr>
          <p:nvPr/>
        </p:nvSpPr>
        <p:spPr bwMode="auto">
          <a:xfrm flipH="1">
            <a:off x="7239000" y="3505200"/>
            <a:ext cx="53340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9"/>
                                        </p:tgtEl>
                                        <p:attrNameLst>
                                          <p:attrName>style.visibility</p:attrName>
                                        </p:attrNameLst>
                                      </p:cBhvr>
                                      <p:to>
                                        <p:strVal val="visible"/>
                                      </p:to>
                                    </p:set>
                                    <p:anim calcmode="lin" valueType="num">
                                      <p:cBhvr additive="base">
                                        <p:cTn id="7" dur="1000" fill="hold"/>
                                        <p:tgtEl>
                                          <p:spTgt spid="5129"/>
                                        </p:tgtEl>
                                        <p:attrNameLst>
                                          <p:attrName>ppt_x</p:attrName>
                                        </p:attrNameLst>
                                      </p:cBhvr>
                                      <p:tavLst>
                                        <p:tav tm="0">
                                          <p:val>
                                            <p:strVal val="#ppt_x"/>
                                          </p:val>
                                        </p:tav>
                                        <p:tav tm="100000">
                                          <p:val>
                                            <p:strVal val="#ppt_x"/>
                                          </p:val>
                                        </p:tav>
                                      </p:tavLst>
                                    </p:anim>
                                    <p:anim calcmode="lin" valueType="num">
                                      <p:cBhvr additive="base">
                                        <p:cTn id="8" dur="1000" fill="hold"/>
                                        <p:tgtEl>
                                          <p:spTgt spid="512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8"/>
                                        </p:tgtEl>
                                        <p:attrNameLst>
                                          <p:attrName>style.visibility</p:attrName>
                                        </p:attrNameLst>
                                      </p:cBhvr>
                                      <p:to>
                                        <p:strVal val="visible"/>
                                      </p:to>
                                    </p:set>
                                    <p:anim calcmode="lin" valueType="num">
                                      <p:cBhvr additive="base">
                                        <p:cTn id="11" dur="1000" fill="hold"/>
                                        <p:tgtEl>
                                          <p:spTgt spid="5128"/>
                                        </p:tgtEl>
                                        <p:attrNameLst>
                                          <p:attrName>ppt_x</p:attrName>
                                        </p:attrNameLst>
                                      </p:cBhvr>
                                      <p:tavLst>
                                        <p:tav tm="0">
                                          <p:val>
                                            <p:strVal val="#ppt_x"/>
                                          </p:val>
                                        </p:tav>
                                        <p:tav tm="100000">
                                          <p:val>
                                            <p:strVal val="#ppt_x"/>
                                          </p:val>
                                        </p:tav>
                                      </p:tavLst>
                                    </p:anim>
                                    <p:anim calcmode="lin" valueType="num">
                                      <p:cBhvr additive="base">
                                        <p:cTn id="12" dur="1000" fill="hold"/>
                                        <p:tgtEl>
                                          <p:spTgt spid="51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3">
            <a:extLst>
              <a:ext uri="{FF2B5EF4-FFF2-40B4-BE49-F238E27FC236}">
                <a16:creationId xmlns:a16="http://schemas.microsoft.com/office/drawing/2014/main" id="{46032685-75A0-BA1F-7253-1D90E655628B}"/>
              </a:ext>
            </a:extLst>
          </p:cNvPr>
          <p:cNvSpPr>
            <a:spLocks noGrp="1" noChangeArrowheads="1"/>
          </p:cNvSpPr>
          <p:nvPr>
            <p:ph idx="1"/>
          </p:nvPr>
        </p:nvSpPr>
        <p:spPr/>
        <p:txBody>
          <a:bodyPr/>
          <a:lstStyle/>
          <a:p>
            <a:pPr eaLnBrk="1" hangingPunct="1"/>
            <a:r>
              <a:rPr lang="en-US" altLang="en-US"/>
              <a:t>If a triangle is equilateral, then it is equiangular.</a:t>
            </a:r>
          </a:p>
        </p:txBody>
      </p:sp>
      <p:sp>
        <p:nvSpPr>
          <p:cNvPr id="10242" name="Rectangle 2">
            <a:extLst>
              <a:ext uri="{FF2B5EF4-FFF2-40B4-BE49-F238E27FC236}">
                <a16:creationId xmlns:a16="http://schemas.microsoft.com/office/drawing/2014/main" id="{3602CE69-A553-0BD1-7215-38475CB5E65D}"/>
              </a:ext>
            </a:extLst>
          </p:cNvPr>
          <p:cNvSpPr>
            <a:spLocks noGrp="1" noChangeArrowheads="1"/>
          </p:cNvSpPr>
          <p:nvPr>
            <p:ph type="title"/>
          </p:nvPr>
        </p:nvSpPr>
        <p:spPr/>
        <p:txBody>
          <a:bodyPr/>
          <a:lstStyle/>
          <a:p>
            <a:pPr eaLnBrk="1" fontAlgn="auto" hangingPunct="1">
              <a:spcAft>
                <a:spcPts val="0"/>
              </a:spcAft>
              <a:defRPr/>
            </a:pPr>
            <a:r>
              <a:rPr sz="3800"/>
              <a:t>Corollary to the Base Angles Theorem</a:t>
            </a:r>
          </a:p>
        </p:txBody>
      </p:sp>
      <p:sp>
        <p:nvSpPr>
          <p:cNvPr id="10244" name="AutoShape 4">
            <a:extLst>
              <a:ext uri="{FF2B5EF4-FFF2-40B4-BE49-F238E27FC236}">
                <a16:creationId xmlns:a16="http://schemas.microsoft.com/office/drawing/2014/main" id="{8834AB84-8F93-5613-3A74-1759F7F2BDB8}"/>
              </a:ext>
            </a:extLst>
          </p:cNvPr>
          <p:cNvSpPr>
            <a:spLocks noChangeArrowheads="1"/>
          </p:cNvSpPr>
          <p:nvPr/>
        </p:nvSpPr>
        <p:spPr bwMode="auto">
          <a:xfrm>
            <a:off x="3657600" y="3200400"/>
            <a:ext cx="2286000" cy="24384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0245" name="Line 5">
            <a:extLst>
              <a:ext uri="{FF2B5EF4-FFF2-40B4-BE49-F238E27FC236}">
                <a16:creationId xmlns:a16="http://schemas.microsoft.com/office/drawing/2014/main" id="{2E8521B6-1B8E-E9E0-0D4A-EF78266AFC01}"/>
              </a:ext>
            </a:extLst>
          </p:cNvPr>
          <p:cNvSpPr>
            <a:spLocks noChangeShapeType="1"/>
          </p:cNvSpPr>
          <p:nvPr/>
        </p:nvSpPr>
        <p:spPr bwMode="auto">
          <a:xfrm>
            <a:off x="4038600" y="4191000"/>
            <a:ext cx="304800" cy="4572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246" name="Line 6">
            <a:extLst>
              <a:ext uri="{FF2B5EF4-FFF2-40B4-BE49-F238E27FC236}">
                <a16:creationId xmlns:a16="http://schemas.microsoft.com/office/drawing/2014/main" id="{514E2C68-9C70-7B4A-936A-5B5E08D02BE1}"/>
              </a:ext>
            </a:extLst>
          </p:cNvPr>
          <p:cNvSpPr>
            <a:spLocks noChangeShapeType="1"/>
          </p:cNvSpPr>
          <p:nvPr/>
        </p:nvSpPr>
        <p:spPr bwMode="auto">
          <a:xfrm flipH="1">
            <a:off x="5334000" y="4114800"/>
            <a:ext cx="228600" cy="5334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0247" name="Line 7">
            <a:extLst>
              <a:ext uri="{FF2B5EF4-FFF2-40B4-BE49-F238E27FC236}">
                <a16:creationId xmlns:a16="http://schemas.microsoft.com/office/drawing/2014/main" id="{E199AB8D-4449-0975-C235-45ADBBF54B35}"/>
              </a:ext>
            </a:extLst>
          </p:cNvPr>
          <p:cNvSpPr>
            <a:spLocks noChangeShapeType="1"/>
          </p:cNvSpPr>
          <p:nvPr/>
        </p:nvSpPr>
        <p:spPr bwMode="auto">
          <a:xfrm>
            <a:off x="4876800" y="5334000"/>
            <a:ext cx="0" cy="609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6152" name="Freeform 8">
            <a:extLst>
              <a:ext uri="{FF2B5EF4-FFF2-40B4-BE49-F238E27FC236}">
                <a16:creationId xmlns:a16="http://schemas.microsoft.com/office/drawing/2014/main" id="{F6D6E654-A824-E228-D5B5-3EB7713C7AE2}"/>
              </a:ext>
            </a:extLst>
          </p:cNvPr>
          <p:cNvSpPr>
            <a:spLocks/>
          </p:cNvSpPr>
          <p:nvPr/>
        </p:nvSpPr>
        <p:spPr bwMode="auto">
          <a:xfrm>
            <a:off x="3886200" y="5181600"/>
            <a:ext cx="266700" cy="457200"/>
          </a:xfrm>
          <a:custGeom>
            <a:avLst/>
            <a:gdLst>
              <a:gd name="T0" fmla="*/ 0 w 168"/>
              <a:gd name="T1" fmla="*/ 0 h 288"/>
              <a:gd name="T2" fmla="*/ 144 w 168"/>
              <a:gd name="T3" fmla="*/ 96 h 288"/>
              <a:gd name="T4" fmla="*/ 144 w 168"/>
              <a:gd name="T5" fmla="*/ 288 h 288"/>
              <a:gd name="T6" fmla="*/ 0 60000 65536"/>
              <a:gd name="T7" fmla="*/ 0 60000 65536"/>
              <a:gd name="T8" fmla="*/ 0 60000 65536"/>
              <a:gd name="T9" fmla="*/ 0 w 168"/>
              <a:gd name="T10" fmla="*/ 0 h 288"/>
              <a:gd name="T11" fmla="*/ 168 w 168"/>
              <a:gd name="T12" fmla="*/ 288 h 288"/>
            </a:gdLst>
            <a:ahLst/>
            <a:cxnLst>
              <a:cxn ang="T6">
                <a:pos x="T0" y="T1"/>
              </a:cxn>
              <a:cxn ang="T7">
                <a:pos x="T2" y="T3"/>
              </a:cxn>
              <a:cxn ang="T8">
                <a:pos x="T4" y="T5"/>
              </a:cxn>
            </a:cxnLst>
            <a:rect l="T9" t="T10" r="T11" b="T12"/>
            <a:pathLst>
              <a:path w="168" h="288">
                <a:moveTo>
                  <a:pt x="0" y="0"/>
                </a:moveTo>
                <a:cubicBezTo>
                  <a:pt x="60" y="24"/>
                  <a:pt x="120" y="48"/>
                  <a:pt x="144" y="96"/>
                </a:cubicBezTo>
                <a:cubicBezTo>
                  <a:pt x="168" y="144"/>
                  <a:pt x="156" y="216"/>
                  <a:pt x="144" y="288"/>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6153" name="Freeform 9">
            <a:extLst>
              <a:ext uri="{FF2B5EF4-FFF2-40B4-BE49-F238E27FC236}">
                <a16:creationId xmlns:a16="http://schemas.microsoft.com/office/drawing/2014/main" id="{B089B6C6-303B-F839-8380-59DA71CCF868}"/>
              </a:ext>
            </a:extLst>
          </p:cNvPr>
          <p:cNvSpPr>
            <a:spLocks/>
          </p:cNvSpPr>
          <p:nvPr/>
        </p:nvSpPr>
        <p:spPr bwMode="auto">
          <a:xfrm>
            <a:off x="5346700" y="5181600"/>
            <a:ext cx="444500" cy="457200"/>
          </a:xfrm>
          <a:custGeom>
            <a:avLst/>
            <a:gdLst>
              <a:gd name="T0" fmla="*/ 280 w 280"/>
              <a:gd name="T1" fmla="*/ 0 h 288"/>
              <a:gd name="T2" fmla="*/ 40 w 280"/>
              <a:gd name="T3" fmla="*/ 96 h 288"/>
              <a:gd name="T4" fmla="*/ 40 w 280"/>
              <a:gd name="T5" fmla="*/ 288 h 288"/>
              <a:gd name="T6" fmla="*/ 0 60000 65536"/>
              <a:gd name="T7" fmla="*/ 0 60000 65536"/>
              <a:gd name="T8" fmla="*/ 0 60000 65536"/>
              <a:gd name="T9" fmla="*/ 0 w 280"/>
              <a:gd name="T10" fmla="*/ 0 h 288"/>
              <a:gd name="T11" fmla="*/ 280 w 280"/>
              <a:gd name="T12" fmla="*/ 288 h 288"/>
            </a:gdLst>
            <a:ahLst/>
            <a:cxnLst>
              <a:cxn ang="T6">
                <a:pos x="T0" y="T1"/>
              </a:cxn>
              <a:cxn ang="T7">
                <a:pos x="T2" y="T3"/>
              </a:cxn>
              <a:cxn ang="T8">
                <a:pos x="T4" y="T5"/>
              </a:cxn>
            </a:cxnLst>
            <a:rect l="T9" t="T10" r="T11" b="T12"/>
            <a:pathLst>
              <a:path w="280" h="288">
                <a:moveTo>
                  <a:pt x="280" y="0"/>
                </a:moveTo>
                <a:cubicBezTo>
                  <a:pt x="180" y="24"/>
                  <a:pt x="80" y="48"/>
                  <a:pt x="40" y="96"/>
                </a:cubicBezTo>
                <a:cubicBezTo>
                  <a:pt x="0" y="144"/>
                  <a:pt x="20" y="216"/>
                  <a:pt x="40" y="288"/>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6154" name="Freeform 10">
            <a:extLst>
              <a:ext uri="{FF2B5EF4-FFF2-40B4-BE49-F238E27FC236}">
                <a16:creationId xmlns:a16="http://schemas.microsoft.com/office/drawing/2014/main" id="{74655007-E715-A4DD-3E55-CF60F957C3C0}"/>
              </a:ext>
            </a:extLst>
          </p:cNvPr>
          <p:cNvSpPr>
            <a:spLocks/>
          </p:cNvSpPr>
          <p:nvPr/>
        </p:nvSpPr>
        <p:spPr bwMode="auto">
          <a:xfrm>
            <a:off x="4648200" y="3581400"/>
            <a:ext cx="381000" cy="165100"/>
          </a:xfrm>
          <a:custGeom>
            <a:avLst/>
            <a:gdLst>
              <a:gd name="T0" fmla="*/ 0 w 240"/>
              <a:gd name="T1" fmla="*/ 0 h 104"/>
              <a:gd name="T2" fmla="*/ 48 w 240"/>
              <a:gd name="T3" fmla="*/ 96 h 104"/>
              <a:gd name="T4" fmla="*/ 240 w 240"/>
              <a:gd name="T5" fmla="*/ 48 h 104"/>
              <a:gd name="T6" fmla="*/ 0 60000 65536"/>
              <a:gd name="T7" fmla="*/ 0 60000 65536"/>
              <a:gd name="T8" fmla="*/ 0 60000 65536"/>
              <a:gd name="T9" fmla="*/ 0 w 240"/>
              <a:gd name="T10" fmla="*/ 0 h 104"/>
              <a:gd name="T11" fmla="*/ 240 w 240"/>
              <a:gd name="T12" fmla="*/ 104 h 104"/>
            </a:gdLst>
            <a:ahLst/>
            <a:cxnLst>
              <a:cxn ang="T6">
                <a:pos x="T0" y="T1"/>
              </a:cxn>
              <a:cxn ang="T7">
                <a:pos x="T2" y="T3"/>
              </a:cxn>
              <a:cxn ang="T8">
                <a:pos x="T4" y="T5"/>
              </a:cxn>
            </a:cxnLst>
            <a:rect l="T9" t="T10" r="T11" b="T12"/>
            <a:pathLst>
              <a:path w="240" h="104">
                <a:moveTo>
                  <a:pt x="0" y="0"/>
                </a:moveTo>
                <a:cubicBezTo>
                  <a:pt x="4" y="44"/>
                  <a:pt x="8" y="88"/>
                  <a:pt x="48" y="96"/>
                </a:cubicBezTo>
                <a:cubicBezTo>
                  <a:pt x="88" y="104"/>
                  <a:pt x="164" y="76"/>
                  <a:pt x="240" y="48"/>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154"/>
                                        </p:tgtEl>
                                        <p:attrNameLst>
                                          <p:attrName>style.visibility</p:attrName>
                                        </p:attrNameLst>
                                      </p:cBhvr>
                                      <p:to>
                                        <p:strVal val="visible"/>
                                      </p:to>
                                    </p:set>
                                    <p:animEffect transition="in" filter="wipe(down)">
                                      <p:cBhvr>
                                        <p:cTn id="7" dur="1000"/>
                                        <p:tgtEl>
                                          <p:spTgt spid="6154"/>
                                        </p:tgtEl>
                                      </p:cBhvr>
                                    </p:animEffect>
                                  </p:childTnLst>
                                </p:cTn>
                              </p:par>
                              <p:par>
                                <p:cTn id="8" presetID="22" presetClass="entr" presetSubtype="4" fill="hold" nodeType="withEffect">
                                  <p:stCondLst>
                                    <p:cond delay="0"/>
                                  </p:stCondLst>
                                  <p:childTnLst>
                                    <p:set>
                                      <p:cBhvr>
                                        <p:cTn id="9" dur="1" fill="hold">
                                          <p:stCondLst>
                                            <p:cond delay="0"/>
                                          </p:stCondLst>
                                        </p:cTn>
                                        <p:tgtEl>
                                          <p:spTgt spid="6153"/>
                                        </p:tgtEl>
                                        <p:attrNameLst>
                                          <p:attrName>style.visibility</p:attrName>
                                        </p:attrNameLst>
                                      </p:cBhvr>
                                      <p:to>
                                        <p:strVal val="visible"/>
                                      </p:to>
                                    </p:set>
                                    <p:animEffect transition="in" filter="wipe(down)">
                                      <p:cBhvr>
                                        <p:cTn id="10" dur="1000"/>
                                        <p:tgtEl>
                                          <p:spTgt spid="6153"/>
                                        </p:tgtEl>
                                      </p:cBhvr>
                                    </p:animEffect>
                                  </p:childTnLst>
                                </p:cTn>
                              </p:par>
                              <p:par>
                                <p:cTn id="11" presetID="22" presetClass="entr" presetSubtype="4" fill="hold" nodeType="withEffect">
                                  <p:stCondLst>
                                    <p:cond delay="0"/>
                                  </p:stCondLst>
                                  <p:childTnLst>
                                    <p:set>
                                      <p:cBhvr>
                                        <p:cTn id="12" dur="1" fill="hold">
                                          <p:stCondLst>
                                            <p:cond delay="0"/>
                                          </p:stCondLst>
                                        </p:cTn>
                                        <p:tgtEl>
                                          <p:spTgt spid="6152"/>
                                        </p:tgtEl>
                                        <p:attrNameLst>
                                          <p:attrName>style.visibility</p:attrName>
                                        </p:attrNameLst>
                                      </p:cBhvr>
                                      <p:to>
                                        <p:strVal val="visible"/>
                                      </p:to>
                                    </p:set>
                                    <p:animEffect transition="in" filter="wipe(down)">
                                      <p:cBhvr>
                                        <p:cTn id="13" dur="10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3">
            <a:extLst>
              <a:ext uri="{FF2B5EF4-FFF2-40B4-BE49-F238E27FC236}">
                <a16:creationId xmlns:a16="http://schemas.microsoft.com/office/drawing/2014/main" id="{D381B004-6588-8FF2-6452-CA5AE6C69727}"/>
              </a:ext>
            </a:extLst>
          </p:cNvPr>
          <p:cNvSpPr>
            <a:spLocks noGrp="1" noChangeArrowheads="1"/>
          </p:cNvSpPr>
          <p:nvPr>
            <p:ph idx="1"/>
          </p:nvPr>
        </p:nvSpPr>
        <p:spPr/>
        <p:txBody>
          <a:bodyPr/>
          <a:lstStyle/>
          <a:p>
            <a:pPr eaLnBrk="1" hangingPunct="1"/>
            <a:r>
              <a:rPr lang="en-US" altLang="en-US"/>
              <a:t>If a triangle is equiangular, then it is equilateral.</a:t>
            </a:r>
          </a:p>
        </p:txBody>
      </p:sp>
      <p:sp>
        <p:nvSpPr>
          <p:cNvPr id="11266" name="Rectangle 2">
            <a:extLst>
              <a:ext uri="{FF2B5EF4-FFF2-40B4-BE49-F238E27FC236}">
                <a16:creationId xmlns:a16="http://schemas.microsoft.com/office/drawing/2014/main" id="{C339D3EA-5F93-966E-6E2C-77E3DE1DBA55}"/>
              </a:ext>
            </a:extLst>
          </p:cNvPr>
          <p:cNvSpPr>
            <a:spLocks noGrp="1" noChangeArrowheads="1"/>
          </p:cNvSpPr>
          <p:nvPr>
            <p:ph type="title"/>
          </p:nvPr>
        </p:nvSpPr>
        <p:spPr/>
        <p:txBody>
          <a:bodyPr>
            <a:normAutofit fontScale="90000"/>
          </a:bodyPr>
          <a:lstStyle/>
          <a:p>
            <a:pPr eaLnBrk="1" fontAlgn="auto" hangingPunct="1">
              <a:spcAft>
                <a:spcPts val="0"/>
              </a:spcAft>
              <a:defRPr/>
            </a:pPr>
            <a:r>
              <a:rPr sz="3800"/>
              <a:t>Corollary to the Converse of the Base Angles Theorem</a:t>
            </a:r>
          </a:p>
        </p:txBody>
      </p:sp>
      <p:sp>
        <p:nvSpPr>
          <p:cNvPr id="11268" name="AutoShape 4">
            <a:extLst>
              <a:ext uri="{FF2B5EF4-FFF2-40B4-BE49-F238E27FC236}">
                <a16:creationId xmlns:a16="http://schemas.microsoft.com/office/drawing/2014/main" id="{23336E4F-C1BD-4D75-EA58-77B8CF4313D8}"/>
              </a:ext>
            </a:extLst>
          </p:cNvPr>
          <p:cNvSpPr>
            <a:spLocks noChangeArrowheads="1"/>
          </p:cNvSpPr>
          <p:nvPr/>
        </p:nvSpPr>
        <p:spPr bwMode="auto">
          <a:xfrm>
            <a:off x="3276600" y="2514600"/>
            <a:ext cx="2514600" cy="26670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1269" name="Freeform 5">
            <a:extLst>
              <a:ext uri="{FF2B5EF4-FFF2-40B4-BE49-F238E27FC236}">
                <a16:creationId xmlns:a16="http://schemas.microsoft.com/office/drawing/2014/main" id="{119E8401-E3F9-C064-0EBC-B22F069E1D20}"/>
              </a:ext>
            </a:extLst>
          </p:cNvPr>
          <p:cNvSpPr>
            <a:spLocks/>
          </p:cNvSpPr>
          <p:nvPr/>
        </p:nvSpPr>
        <p:spPr bwMode="auto">
          <a:xfrm>
            <a:off x="3429000" y="4724400"/>
            <a:ext cx="304800" cy="457200"/>
          </a:xfrm>
          <a:custGeom>
            <a:avLst/>
            <a:gdLst>
              <a:gd name="T0" fmla="*/ 0 w 192"/>
              <a:gd name="T1" fmla="*/ 0 h 288"/>
              <a:gd name="T2" fmla="*/ 144 w 192"/>
              <a:gd name="T3" fmla="*/ 48 h 288"/>
              <a:gd name="T4" fmla="*/ 192 w 192"/>
              <a:gd name="T5" fmla="*/ 288 h 288"/>
              <a:gd name="T6" fmla="*/ 0 60000 65536"/>
              <a:gd name="T7" fmla="*/ 0 60000 65536"/>
              <a:gd name="T8" fmla="*/ 0 60000 65536"/>
              <a:gd name="T9" fmla="*/ 0 w 192"/>
              <a:gd name="T10" fmla="*/ 0 h 288"/>
              <a:gd name="T11" fmla="*/ 192 w 192"/>
              <a:gd name="T12" fmla="*/ 288 h 288"/>
            </a:gdLst>
            <a:ahLst/>
            <a:cxnLst>
              <a:cxn ang="T6">
                <a:pos x="T0" y="T1"/>
              </a:cxn>
              <a:cxn ang="T7">
                <a:pos x="T2" y="T3"/>
              </a:cxn>
              <a:cxn ang="T8">
                <a:pos x="T4" y="T5"/>
              </a:cxn>
            </a:cxnLst>
            <a:rect l="T9" t="T10" r="T11" b="T12"/>
            <a:pathLst>
              <a:path w="192" h="288">
                <a:moveTo>
                  <a:pt x="0" y="0"/>
                </a:moveTo>
                <a:cubicBezTo>
                  <a:pt x="56" y="0"/>
                  <a:pt x="112" y="0"/>
                  <a:pt x="144" y="48"/>
                </a:cubicBezTo>
                <a:cubicBezTo>
                  <a:pt x="176" y="96"/>
                  <a:pt x="184" y="192"/>
                  <a:pt x="192" y="288"/>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0" name="Freeform 6">
            <a:extLst>
              <a:ext uri="{FF2B5EF4-FFF2-40B4-BE49-F238E27FC236}">
                <a16:creationId xmlns:a16="http://schemas.microsoft.com/office/drawing/2014/main" id="{0A0F8F91-76BC-EC6E-20BE-FEA243FB1E3D}"/>
              </a:ext>
            </a:extLst>
          </p:cNvPr>
          <p:cNvSpPr>
            <a:spLocks/>
          </p:cNvSpPr>
          <p:nvPr/>
        </p:nvSpPr>
        <p:spPr bwMode="auto">
          <a:xfrm>
            <a:off x="5257800" y="4724400"/>
            <a:ext cx="304800" cy="457200"/>
          </a:xfrm>
          <a:custGeom>
            <a:avLst/>
            <a:gdLst>
              <a:gd name="T0" fmla="*/ 280 w 280"/>
              <a:gd name="T1" fmla="*/ 0 h 336"/>
              <a:gd name="T2" fmla="*/ 40 w 280"/>
              <a:gd name="T3" fmla="*/ 96 h 336"/>
              <a:gd name="T4" fmla="*/ 40 w 280"/>
              <a:gd name="T5" fmla="*/ 336 h 336"/>
              <a:gd name="T6" fmla="*/ 0 60000 65536"/>
              <a:gd name="T7" fmla="*/ 0 60000 65536"/>
              <a:gd name="T8" fmla="*/ 0 60000 65536"/>
              <a:gd name="T9" fmla="*/ 0 w 280"/>
              <a:gd name="T10" fmla="*/ 0 h 336"/>
              <a:gd name="T11" fmla="*/ 280 w 280"/>
              <a:gd name="T12" fmla="*/ 336 h 336"/>
            </a:gdLst>
            <a:ahLst/>
            <a:cxnLst>
              <a:cxn ang="T6">
                <a:pos x="T0" y="T1"/>
              </a:cxn>
              <a:cxn ang="T7">
                <a:pos x="T2" y="T3"/>
              </a:cxn>
              <a:cxn ang="T8">
                <a:pos x="T4" y="T5"/>
              </a:cxn>
            </a:cxnLst>
            <a:rect l="T9" t="T10" r="T11" b="T12"/>
            <a:pathLst>
              <a:path w="280" h="336">
                <a:moveTo>
                  <a:pt x="280" y="0"/>
                </a:moveTo>
                <a:cubicBezTo>
                  <a:pt x="180" y="20"/>
                  <a:pt x="80" y="40"/>
                  <a:pt x="40" y="96"/>
                </a:cubicBezTo>
                <a:cubicBezTo>
                  <a:pt x="0" y="152"/>
                  <a:pt x="20" y="244"/>
                  <a:pt x="40" y="336"/>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71" name="Freeform 7">
            <a:extLst>
              <a:ext uri="{FF2B5EF4-FFF2-40B4-BE49-F238E27FC236}">
                <a16:creationId xmlns:a16="http://schemas.microsoft.com/office/drawing/2014/main" id="{70450A40-C5D2-9A85-4378-99D1B0D7EDEE}"/>
              </a:ext>
            </a:extLst>
          </p:cNvPr>
          <p:cNvSpPr>
            <a:spLocks/>
          </p:cNvSpPr>
          <p:nvPr/>
        </p:nvSpPr>
        <p:spPr bwMode="auto">
          <a:xfrm>
            <a:off x="4343400" y="2895600"/>
            <a:ext cx="381000" cy="152400"/>
          </a:xfrm>
          <a:custGeom>
            <a:avLst/>
            <a:gdLst>
              <a:gd name="T0" fmla="*/ 0 w 240"/>
              <a:gd name="T1" fmla="*/ 0 h 96"/>
              <a:gd name="T2" fmla="*/ 144 w 240"/>
              <a:gd name="T3" fmla="*/ 96 h 96"/>
              <a:gd name="T4" fmla="*/ 240 w 240"/>
              <a:gd name="T5" fmla="*/ 0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52" y="48"/>
                  <a:pt x="104" y="96"/>
                  <a:pt x="144" y="96"/>
                </a:cubicBezTo>
                <a:cubicBezTo>
                  <a:pt x="184" y="96"/>
                  <a:pt x="212" y="48"/>
                  <a:pt x="240" y="0"/>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7176" name="Line 8">
            <a:extLst>
              <a:ext uri="{FF2B5EF4-FFF2-40B4-BE49-F238E27FC236}">
                <a16:creationId xmlns:a16="http://schemas.microsoft.com/office/drawing/2014/main" id="{C64F0E9F-933E-CB9B-B6DF-E574709BA33C}"/>
              </a:ext>
            </a:extLst>
          </p:cNvPr>
          <p:cNvSpPr>
            <a:spLocks noChangeShapeType="1"/>
          </p:cNvSpPr>
          <p:nvPr/>
        </p:nvSpPr>
        <p:spPr bwMode="auto">
          <a:xfrm>
            <a:off x="3733800" y="3733800"/>
            <a:ext cx="3048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7177" name="Line 9">
            <a:extLst>
              <a:ext uri="{FF2B5EF4-FFF2-40B4-BE49-F238E27FC236}">
                <a16:creationId xmlns:a16="http://schemas.microsoft.com/office/drawing/2014/main" id="{AD2CD3C5-DDE5-F549-202A-84B6BD14F56C}"/>
              </a:ext>
            </a:extLst>
          </p:cNvPr>
          <p:cNvSpPr>
            <a:spLocks noChangeShapeType="1"/>
          </p:cNvSpPr>
          <p:nvPr/>
        </p:nvSpPr>
        <p:spPr bwMode="auto">
          <a:xfrm flipH="1">
            <a:off x="5029200" y="3581400"/>
            <a:ext cx="3048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7178" name="Line 10">
            <a:extLst>
              <a:ext uri="{FF2B5EF4-FFF2-40B4-BE49-F238E27FC236}">
                <a16:creationId xmlns:a16="http://schemas.microsoft.com/office/drawing/2014/main" id="{451F3447-5B66-36E8-778D-910951DC47C0}"/>
              </a:ext>
            </a:extLst>
          </p:cNvPr>
          <p:cNvSpPr>
            <a:spLocks noChangeShapeType="1"/>
          </p:cNvSpPr>
          <p:nvPr/>
        </p:nvSpPr>
        <p:spPr bwMode="auto">
          <a:xfrm>
            <a:off x="4572000" y="4876800"/>
            <a:ext cx="0" cy="5334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7178"/>
                                        </p:tgtEl>
                                        <p:attrNameLst>
                                          <p:attrName>style.visibility</p:attrName>
                                        </p:attrNameLst>
                                      </p:cBhvr>
                                      <p:to>
                                        <p:strVal val="visible"/>
                                      </p:to>
                                    </p:set>
                                    <p:animEffect transition="in" filter="barn(inHorizontal)">
                                      <p:cBhvr>
                                        <p:cTn id="7" dur="1000"/>
                                        <p:tgtEl>
                                          <p:spTgt spid="7178"/>
                                        </p:tgtEl>
                                      </p:cBhvr>
                                    </p:animEffect>
                                  </p:childTnLst>
                                </p:cTn>
                              </p:par>
                              <p:par>
                                <p:cTn id="8" presetID="16" presetClass="entr" presetSubtype="26" fill="hold" nodeType="withEffect">
                                  <p:stCondLst>
                                    <p:cond delay="0"/>
                                  </p:stCondLst>
                                  <p:childTnLst>
                                    <p:set>
                                      <p:cBhvr>
                                        <p:cTn id="9" dur="1" fill="hold">
                                          <p:stCondLst>
                                            <p:cond delay="0"/>
                                          </p:stCondLst>
                                        </p:cTn>
                                        <p:tgtEl>
                                          <p:spTgt spid="7177"/>
                                        </p:tgtEl>
                                        <p:attrNameLst>
                                          <p:attrName>style.visibility</p:attrName>
                                        </p:attrNameLst>
                                      </p:cBhvr>
                                      <p:to>
                                        <p:strVal val="visible"/>
                                      </p:to>
                                    </p:set>
                                    <p:animEffect transition="in" filter="barn(inHorizontal)">
                                      <p:cBhvr>
                                        <p:cTn id="10" dur="1000"/>
                                        <p:tgtEl>
                                          <p:spTgt spid="7177"/>
                                        </p:tgtEl>
                                      </p:cBhvr>
                                    </p:animEffect>
                                  </p:childTnLst>
                                </p:cTn>
                              </p:par>
                              <p:par>
                                <p:cTn id="11" presetID="16" presetClass="entr" presetSubtype="26" fill="hold" nodeType="withEffect">
                                  <p:stCondLst>
                                    <p:cond delay="0"/>
                                  </p:stCondLst>
                                  <p:childTnLst>
                                    <p:set>
                                      <p:cBhvr>
                                        <p:cTn id="12" dur="1" fill="hold">
                                          <p:stCondLst>
                                            <p:cond delay="0"/>
                                          </p:stCondLst>
                                        </p:cTn>
                                        <p:tgtEl>
                                          <p:spTgt spid="7176"/>
                                        </p:tgtEl>
                                        <p:attrNameLst>
                                          <p:attrName>style.visibility</p:attrName>
                                        </p:attrNameLst>
                                      </p:cBhvr>
                                      <p:to>
                                        <p:strVal val="visible"/>
                                      </p:to>
                                    </p:set>
                                    <p:animEffect transition="in" filter="barn(inHorizontal)">
                                      <p:cBhvr>
                                        <p:cTn id="13" dur="1000"/>
                                        <p:tgtEl>
                                          <p:spTgt spid="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7" name="Object 4">
            <a:extLst>
              <a:ext uri="{FF2B5EF4-FFF2-40B4-BE49-F238E27FC236}">
                <a16:creationId xmlns:a16="http://schemas.microsoft.com/office/drawing/2014/main" id="{46F66374-0ACE-BB2D-F39B-A61D5D75058C}"/>
              </a:ext>
            </a:extLst>
          </p:cNvPr>
          <p:cNvGraphicFramePr>
            <a:graphicFrameLocks noChangeAspect="1"/>
          </p:cNvGraphicFramePr>
          <p:nvPr>
            <p:ph idx="1"/>
          </p:nvPr>
        </p:nvGraphicFramePr>
        <p:xfrm>
          <a:off x="2244725" y="1600200"/>
          <a:ext cx="3113088" cy="681038"/>
        </p:xfrm>
        <a:graphic>
          <a:graphicData uri="http://schemas.openxmlformats.org/presentationml/2006/ole">
            <mc:AlternateContent xmlns:mc="http://schemas.openxmlformats.org/markup-compatibility/2006">
              <mc:Choice xmlns:v="urn:schemas-microsoft-com:vml" Requires="v">
                <p:oleObj name="Equation" r:id="rId2" imgW="812447" imgH="177723" progId="Equation.3">
                  <p:embed/>
                </p:oleObj>
              </mc:Choice>
              <mc:Fallback>
                <p:oleObj name="Equation" r:id="rId2" imgW="812447" imgH="17772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725" y="1600200"/>
                        <a:ext cx="3113088"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3075" name="Rectangle 2">
            <a:extLst>
              <a:ext uri="{FF2B5EF4-FFF2-40B4-BE49-F238E27FC236}">
                <a16:creationId xmlns:a16="http://schemas.microsoft.com/office/drawing/2014/main" id="{891A3ED4-ACE4-0B6A-C84D-11911F4B9136}"/>
              </a:ext>
            </a:extLst>
          </p:cNvPr>
          <p:cNvSpPr>
            <a:spLocks noGrp="1" noChangeArrowheads="1"/>
          </p:cNvSpPr>
          <p:nvPr>
            <p:ph type="title"/>
          </p:nvPr>
        </p:nvSpPr>
        <p:spPr/>
        <p:txBody>
          <a:bodyPr/>
          <a:lstStyle/>
          <a:p>
            <a:pPr eaLnBrk="1" fontAlgn="auto" hangingPunct="1">
              <a:spcAft>
                <a:spcPts val="0"/>
              </a:spcAft>
              <a:defRPr/>
            </a:pPr>
            <a:endParaRPr/>
          </a:p>
        </p:txBody>
      </p:sp>
      <p:sp>
        <p:nvSpPr>
          <p:cNvPr id="3076" name="AutoShape 3">
            <a:extLst>
              <a:ext uri="{FF2B5EF4-FFF2-40B4-BE49-F238E27FC236}">
                <a16:creationId xmlns:a16="http://schemas.microsoft.com/office/drawing/2014/main" id="{A4711CE8-90A1-02A0-3A75-01AD18593E72}"/>
              </a:ext>
            </a:extLst>
          </p:cNvPr>
          <p:cNvSpPr>
            <a:spLocks noChangeArrowheads="1"/>
          </p:cNvSpPr>
          <p:nvPr/>
        </p:nvSpPr>
        <p:spPr bwMode="auto">
          <a:xfrm>
            <a:off x="990600" y="3048000"/>
            <a:ext cx="2133600" cy="1371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3077" name="AutoShape 5">
            <a:extLst>
              <a:ext uri="{FF2B5EF4-FFF2-40B4-BE49-F238E27FC236}">
                <a16:creationId xmlns:a16="http://schemas.microsoft.com/office/drawing/2014/main" id="{83382AE7-9249-494D-A713-F0BA9E57CE70}"/>
              </a:ext>
            </a:extLst>
          </p:cNvPr>
          <p:cNvSpPr>
            <a:spLocks noChangeArrowheads="1"/>
          </p:cNvSpPr>
          <p:nvPr/>
        </p:nvSpPr>
        <p:spPr bwMode="auto">
          <a:xfrm rot="5100259">
            <a:off x="4198144" y="2583656"/>
            <a:ext cx="1057275" cy="1985963"/>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3078" name="AutoShape 6">
            <a:extLst>
              <a:ext uri="{FF2B5EF4-FFF2-40B4-BE49-F238E27FC236}">
                <a16:creationId xmlns:a16="http://schemas.microsoft.com/office/drawing/2014/main" id="{1C40F213-07EB-0BA6-A6BB-8D6958724A02}"/>
              </a:ext>
            </a:extLst>
          </p:cNvPr>
          <p:cNvSpPr>
            <a:spLocks noChangeArrowheads="1"/>
          </p:cNvSpPr>
          <p:nvPr/>
        </p:nvSpPr>
        <p:spPr bwMode="auto">
          <a:xfrm rot="10137544">
            <a:off x="6019800" y="3581400"/>
            <a:ext cx="2743200" cy="5334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3079" name="Text Box 7">
            <a:extLst>
              <a:ext uri="{FF2B5EF4-FFF2-40B4-BE49-F238E27FC236}">
                <a16:creationId xmlns:a16="http://schemas.microsoft.com/office/drawing/2014/main" id="{3F824078-A9B5-2C89-4484-0D9F15ECD691}"/>
              </a:ext>
            </a:extLst>
          </p:cNvPr>
          <p:cNvSpPr txBox="1">
            <a:spLocks noChangeArrowheads="1"/>
          </p:cNvSpPr>
          <p:nvPr/>
        </p:nvSpPr>
        <p:spPr bwMode="auto">
          <a:xfrm>
            <a:off x="762000" y="41910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3080" name="Text Box 8">
            <a:extLst>
              <a:ext uri="{FF2B5EF4-FFF2-40B4-BE49-F238E27FC236}">
                <a16:creationId xmlns:a16="http://schemas.microsoft.com/office/drawing/2014/main" id="{18E7E7C1-323B-6D03-7927-EDA871ADFFA0}"/>
              </a:ext>
            </a:extLst>
          </p:cNvPr>
          <p:cNvSpPr txBox="1">
            <a:spLocks noChangeArrowheads="1"/>
          </p:cNvSpPr>
          <p:nvPr/>
        </p:nvSpPr>
        <p:spPr bwMode="auto">
          <a:xfrm>
            <a:off x="1905000" y="26670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3081" name="Text Box 9">
            <a:extLst>
              <a:ext uri="{FF2B5EF4-FFF2-40B4-BE49-F238E27FC236}">
                <a16:creationId xmlns:a16="http://schemas.microsoft.com/office/drawing/2014/main" id="{6D5A50A2-D2B1-896A-A5CB-961B90858AFA}"/>
              </a:ext>
            </a:extLst>
          </p:cNvPr>
          <p:cNvSpPr txBox="1">
            <a:spLocks noChangeArrowheads="1"/>
          </p:cNvSpPr>
          <p:nvPr/>
        </p:nvSpPr>
        <p:spPr bwMode="auto">
          <a:xfrm>
            <a:off x="3124200" y="41910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3082" name="Text Box 10">
            <a:extLst>
              <a:ext uri="{FF2B5EF4-FFF2-40B4-BE49-F238E27FC236}">
                <a16:creationId xmlns:a16="http://schemas.microsoft.com/office/drawing/2014/main" id="{8667AE07-C0F5-78FB-A414-CE6773EEF2C9}"/>
              </a:ext>
            </a:extLst>
          </p:cNvPr>
          <p:cNvSpPr txBox="1">
            <a:spLocks noChangeArrowheads="1"/>
          </p:cNvSpPr>
          <p:nvPr/>
        </p:nvSpPr>
        <p:spPr bwMode="auto">
          <a:xfrm>
            <a:off x="3581400" y="2819400"/>
            <a:ext cx="4572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3083" name="Text Box 11">
            <a:extLst>
              <a:ext uri="{FF2B5EF4-FFF2-40B4-BE49-F238E27FC236}">
                <a16:creationId xmlns:a16="http://schemas.microsoft.com/office/drawing/2014/main" id="{82C03944-7545-EBC3-216F-035341359D60}"/>
              </a:ext>
            </a:extLst>
          </p:cNvPr>
          <p:cNvSpPr txBox="1">
            <a:spLocks noChangeArrowheads="1"/>
          </p:cNvSpPr>
          <p:nvPr/>
        </p:nvSpPr>
        <p:spPr bwMode="auto">
          <a:xfrm>
            <a:off x="5638800" y="31242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3084" name="Text Box 12">
            <a:extLst>
              <a:ext uri="{FF2B5EF4-FFF2-40B4-BE49-F238E27FC236}">
                <a16:creationId xmlns:a16="http://schemas.microsoft.com/office/drawing/2014/main" id="{506AA8CC-0F5D-7841-0AF8-A835FBF6BFA7}"/>
              </a:ext>
            </a:extLst>
          </p:cNvPr>
          <p:cNvSpPr txBox="1">
            <a:spLocks noChangeArrowheads="1"/>
          </p:cNvSpPr>
          <p:nvPr/>
        </p:nvSpPr>
        <p:spPr bwMode="auto">
          <a:xfrm>
            <a:off x="3810000" y="41910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3085" name="Text Box 13">
            <a:extLst>
              <a:ext uri="{FF2B5EF4-FFF2-40B4-BE49-F238E27FC236}">
                <a16:creationId xmlns:a16="http://schemas.microsoft.com/office/drawing/2014/main" id="{B86C8735-C15D-BC60-8AEC-4D0BEB1EAE96}"/>
              </a:ext>
            </a:extLst>
          </p:cNvPr>
          <p:cNvSpPr txBox="1">
            <a:spLocks noChangeArrowheads="1"/>
          </p:cNvSpPr>
          <p:nvPr/>
        </p:nvSpPr>
        <p:spPr bwMode="auto">
          <a:xfrm>
            <a:off x="5943600" y="34290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3086" name="Text Box 14">
            <a:extLst>
              <a:ext uri="{FF2B5EF4-FFF2-40B4-BE49-F238E27FC236}">
                <a16:creationId xmlns:a16="http://schemas.microsoft.com/office/drawing/2014/main" id="{9712D39D-CC50-3C25-52C8-52B43D8F7828}"/>
              </a:ext>
            </a:extLst>
          </p:cNvPr>
          <p:cNvSpPr txBox="1">
            <a:spLocks noChangeArrowheads="1"/>
          </p:cNvSpPr>
          <p:nvPr/>
        </p:nvSpPr>
        <p:spPr bwMode="auto">
          <a:xfrm>
            <a:off x="8610600" y="29718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3087" name="Text Box 15">
            <a:extLst>
              <a:ext uri="{FF2B5EF4-FFF2-40B4-BE49-F238E27FC236}">
                <a16:creationId xmlns:a16="http://schemas.microsoft.com/office/drawing/2014/main" id="{B31E43A5-DB11-B15A-E6BA-7C798E11658F}"/>
              </a:ext>
            </a:extLst>
          </p:cNvPr>
          <p:cNvSpPr txBox="1">
            <a:spLocks noChangeArrowheads="1"/>
          </p:cNvSpPr>
          <p:nvPr/>
        </p:nvSpPr>
        <p:spPr bwMode="auto">
          <a:xfrm>
            <a:off x="7315200" y="41148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3088" name="Line 16">
            <a:extLst>
              <a:ext uri="{FF2B5EF4-FFF2-40B4-BE49-F238E27FC236}">
                <a16:creationId xmlns:a16="http://schemas.microsoft.com/office/drawing/2014/main" id="{40B4B63C-C9C8-AB99-B495-902B0F87C1D9}"/>
              </a:ext>
            </a:extLst>
          </p:cNvPr>
          <p:cNvSpPr>
            <a:spLocks noChangeShapeType="1"/>
          </p:cNvSpPr>
          <p:nvPr/>
        </p:nvSpPr>
        <p:spPr bwMode="auto">
          <a:xfrm>
            <a:off x="1371600" y="3505200"/>
            <a:ext cx="2286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89" name="Line 17">
            <a:extLst>
              <a:ext uri="{FF2B5EF4-FFF2-40B4-BE49-F238E27FC236}">
                <a16:creationId xmlns:a16="http://schemas.microsoft.com/office/drawing/2014/main" id="{7347122C-140B-63C2-DE89-9F7CB2A0309E}"/>
              </a:ext>
            </a:extLst>
          </p:cNvPr>
          <p:cNvSpPr>
            <a:spLocks noChangeShapeType="1"/>
          </p:cNvSpPr>
          <p:nvPr/>
        </p:nvSpPr>
        <p:spPr bwMode="auto">
          <a:xfrm flipH="1">
            <a:off x="2438400" y="3429000"/>
            <a:ext cx="1524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90" name="Line 18">
            <a:extLst>
              <a:ext uri="{FF2B5EF4-FFF2-40B4-BE49-F238E27FC236}">
                <a16:creationId xmlns:a16="http://schemas.microsoft.com/office/drawing/2014/main" id="{C37B572A-CF60-A7C7-4923-3D08123C33A7}"/>
              </a:ext>
            </a:extLst>
          </p:cNvPr>
          <p:cNvSpPr>
            <a:spLocks noChangeShapeType="1"/>
          </p:cNvSpPr>
          <p:nvPr/>
        </p:nvSpPr>
        <p:spPr bwMode="auto">
          <a:xfrm flipH="1">
            <a:off x="4419600" y="3048000"/>
            <a:ext cx="762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91" name="Line 19">
            <a:extLst>
              <a:ext uri="{FF2B5EF4-FFF2-40B4-BE49-F238E27FC236}">
                <a16:creationId xmlns:a16="http://schemas.microsoft.com/office/drawing/2014/main" id="{C14C5B62-14D6-78E5-EAF4-339480A227D8}"/>
              </a:ext>
            </a:extLst>
          </p:cNvPr>
          <p:cNvSpPr>
            <a:spLocks noChangeShapeType="1"/>
          </p:cNvSpPr>
          <p:nvPr/>
        </p:nvSpPr>
        <p:spPr bwMode="auto">
          <a:xfrm>
            <a:off x="4495800" y="3733800"/>
            <a:ext cx="3048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92" name="Line 20">
            <a:extLst>
              <a:ext uri="{FF2B5EF4-FFF2-40B4-BE49-F238E27FC236}">
                <a16:creationId xmlns:a16="http://schemas.microsoft.com/office/drawing/2014/main" id="{5A87936D-56A7-F41C-4E62-1065D5DFA560}"/>
              </a:ext>
            </a:extLst>
          </p:cNvPr>
          <p:cNvSpPr>
            <a:spLocks noChangeShapeType="1"/>
          </p:cNvSpPr>
          <p:nvPr/>
        </p:nvSpPr>
        <p:spPr bwMode="auto">
          <a:xfrm>
            <a:off x="3505200" y="3657600"/>
            <a:ext cx="4572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93" name="Line 21">
            <a:extLst>
              <a:ext uri="{FF2B5EF4-FFF2-40B4-BE49-F238E27FC236}">
                <a16:creationId xmlns:a16="http://schemas.microsoft.com/office/drawing/2014/main" id="{6918ADD0-9564-B965-A2A1-9AE2C0A73C90}"/>
              </a:ext>
            </a:extLst>
          </p:cNvPr>
          <p:cNvSpPr>
            <a:spLocks noChangeShapeType="1"/>
          </p:cNvSpPr>
          <p:nvPr/>
        </p:nvSpPr>
        <p:spPr bwMode="auto">
          <a:xfrm flipH="1">
            <a:off x="6781800" y="3886200"/>
            <a:ext cx="3048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3094" name="Line 22">
            <a:extLst>
              <a:ext uri="{FF2B5EF4-FFF2-40B4-BE49-F238E27FC236}">
                <a16:creationId xmlns:a16="http://schemas.microsoft.com/office/drawing/2014/main" id="{F5BEDFB8-6777-C616-D1EE-57E9202F7410}"/>
              </a:ext>
            </a:extLst>
          </p:cNvPr>
          <p:cNvSpPr>
            <a:spLocks noChangeShapeType="1"/>
          </p:cNvSpPr>
          <p:nvPr/>
        </p:nvSpPr>
        <p:spPr bwMode="auto">
          <a:xfrm>
            <a:off x="7772400" y="3733800"/>
            <a:ext cx="381000" cy="762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8215" name="Text Box 23">
            <a:extLst>
              <a:ext uri="{FF2B5EF4-FFF2-40B4-BE49-F238E27FC236}">
                <a16:creationId xmlns:a16="http://schemas.microsoft.com/office/drawing/2014/main" id="{5E81AFE0-E638-886E-BAE2-86222486E3D8}"/>
              </a:ext>
            </a:extLst>
          </p:cNvPr>
          <p:cNvSpPr txBox="1">
            <a:spLocks noChangeArrowheads="1"/>
          </p:cNvSpPr>
          <p:nvPr/>
        </p:nvSpPr>
        <p:spPr bwMode="auto">
          <a:xfrm>
            <a:off x="1676400" y="4876800"/>
            <a:ext cx="1219200" cy="366713"/>
          </a:xfrm>
          <a:prstGeom prst="rect">
            <a:avLst/>
          </a:prstGeom>
          <a:noFill/>
          <a:ln w="9525">
            <a:noFill/>
            <a:miter lim="800000"/>
            <a:headEnd/>
            <a:tailEnd/>
          </a:ln>
        </p:spPr>
        <p:txBody>
          <a:bodyPr>
            <a:spAutoFit/>
          </a:bodyPr>
          <a:lstStyle/>
          <a:p>
            <a:pPr eaLnBrk="1" hangingPunct="1">
              <a:spcBef>
                <a:spcPct val="50000"/>
              </a:spcBef>
              <a:defRPr/>
            </a:pPr>
            <a:r>
              <a:rPr lang="en-US" b="1">
                <a:solidFill>
                  <a:schemeClr val="hlink"/>
                </a:solidFill>
                <a:effectLst>
                  <a:outerShdw blurRad="38100" dist="38100" dir="2700000" algn="tl">
                    <a:srgbClr val="000000">
                      <a:alpha val="43137"/>
                    </a:srgbClr>
                  </a:outerShdw>
                </a:effectLst>
                <a:latin typeface="Arial" charset="0"/>
                <a:cs typeface="Arial" charset="0"/>
              </a:rPr>
              <a:t>Yes</a:t>
            </a:r>
          </a:p>
        </p:txBody>
      </p:sp>
      <p:sp>
        <p:nvSpPr>
          <p:cNvPr id="8216" name="Text Box 24">
            <a:extLst>
              <a:ext uri="{FF2B5EF4-FFF2-40B4-BE49-F238E27FC236}">
                <a16:creationId xmlns:a16="http://schemas.microsoft.com/office/drawing/2014/main" id="{8B87BB4A-F19C-A879-9F24-5E8B424545C6}"/>
              </a:ext>
            </a:extLst>
          </p:cNvPr>
          <p:cNvSpPr txBox="1">
            <a:spLocks noChangeArrowheads="1"/>
          </p:cNvSpPr>
          <p:nvPr/>
        </p:nvSpPr>
        <p:spPr bwMode="auto">
          <a:xfrm>
            <a:off x="3810000" y="4724400"/>
            <a:ext cx="1295400" cy="366713"/>
          </a:xfrm>
          <a:prstGeom prst="rect">
            <a:avLst/>
          </a:prstGeom>
          <a:noFill/>
          <a:ln w="9525">
            <a:noFill/>
            <a:miter lim="800000"/>
            <a:headEnd/>
            <a:tailEnd/>
          </a:ln>
        </p:spPr>
        <p:txBody>
          <a:bodyPr>
            <a:spAutoFit/>
          </a:bodyPr>
          <a:lstStyle/>
          <a:p>
            <a:pPr eaLnBrk="1" hangingPunct="1">
              <a:spcBef>
                <a:spcPct val="50000"/>
              </a:spcBef>
              <a:defRPr/>
            </a:pPr>
            <a:r>
              <a:rPr lang="en-US" b="1">
                <a:solidFill>
                  <a:schemeClr val="hlink"/>
                </a:solidFill>
                <a:effectLst>
                  <a:outerShdw blurRad="38100" dist="38100" dir="2700000" algn="tl">
                    <a:srgbClr val="000000">
                      <a:alpha val="43137"/>
                    </a:srgbClr>
                  </a:outerShdw>
                </a:effectLst>
                <a:latin typeface="Arial" charset="0"/>
                <a:cs typeface="Arial" charset="0"/>
              </a:rPr>
              <a:t>Yes</a:t>
            </a:r>
          </a:p>
        </p:txBody>
      </p:sp>
      <p:sp>
        <p:nvSpPr>
          <p:cNvPr id="8217" name="Text Box 25">
            <a:extLst>
              <a:ext uri="{FF2B5EF4-FFF2-40B4-BE49-F238E27FC236}">
                <a16:creationId xmlns:a16="http://schemas.microsoft.com/office/drawing/2014/main" id="{A2515F87-F540-3859-F722-359DBFED0ABF}"/>
              </a:ext>
            </a:extLst>
          </p:cNvPr>
          <p:cNvSpPr txBox="1">
            <a:spLocks noChangeArrowheads="1"/>
          </p:cNvSpPr>
          <p:nvPr/>
        </p:nvSpPr>
        <p:spPr bwMode="auto">
          <a:xfrm>
            <a:off x="7162800" y="4876800"/>
            <a:ext cx="1371600" cy="366713"/>
          </a:xfrm>
          <a:prstGeom prst="rect">
            <a:avLst/>
          </a:prstGeom>
          <a:noFill/>
          <a:ln w="9525">
            <a:noFill/>
            <a:miter lim="800000"/>
            <a:headEnd/>
            <a:tailEnd/>
          </a:ln>
        </p:spPr>
        <p:txBody>
          <a:bodyPr>
            <a:spAutoFit/>
          </a:bodyPr>
          <a:lstStyle/>
          <a:p>
            <a:pPr eaLnBrk="1" hangingPunct="1">
              <a:spcBef>
                <a:spcPct val="50000"/>
              </a:spcBef>
              <a:defRPr/>
            </a:pPr>
            <a:r>
              <a:rPr lang="en-US" b="1">
                <a:solidFill>
                  <a:schemeClr val="hlink"/>
                </a:solidFill>
                <a:effectLst>
                  <a:outerShdw blurRad="38100" dist="38100" dir="2700000" algn="tl">
                    <a:srgbClr val="000000">
                      <a:alpha val="43137"/>
                    </a:srgbClr>
                  </a:outerShdw>
                </a:effectLst>
                <a:latin typeface="Arial" charset="0"/>
                <a:cs typeface="Arial" charset="0"/>
              </a:rPr>
              <a:t>No</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215"/>
                                        </p:tgtEl>
                                        <p:attrNameLst>
                                          <p:attrName>style.visibility</p:attrName>
                                        </p:attrNameLst>
                                      </p:cBhvr>
                                      <p:to>
                                        <p:strVal val="visible"/>
                                      </p:to>
                                    </p:set>
                                    <p:anim calcmode="discrete" valueType="clr">
                                      <p:cBhvr override="childStyle">
                                        <p:cTn id="7" dur="1000"/>
                                        <p:tgtEl>
                                          <p:spTgt spid="8215"/>
                                        </p:tgtEl>
                                        <p:attrNameLst>
                                          <p:attrName>style.color</p:attrName>
                                        </p:attrNameLst>
                                      </p:cBhvr>
                                      <p:tavLst>
                                        <p:tav tm="0">
                                          <p:val>
                                            <p:clrVal>
                                              <a:schemeClr val="accent2"/>
                                            </p:clrVal>
                                          </p:val>
                                        </p:tav>
                                        <p:tav tm="50000">
                                          <p:val>
                                            <p:clrVal>
                                              <a:schemeClr val="hlink"/>
                                            </p:clrVal>
                                          </p:val>
                                        </p:tav>
                                      </p:tavLst>
                                    </p:anim>
                                    <p:anim calcmode="discrete" valueType="clr">
                                      <p:cBhvr>
                                        <p:cTn id="8" dur="1000"/>
                                        <p:tgtEl>
                                          <p:spTgt spid="8215"/>
                                        </p:tgtEl>
                                        <p:attrNameLst>
                                          <p:attrName>fillcolor</p:attrName>
                                        </p:attrNameLst>
                                      </p:cBhvr>
                                      <p:tavLst>
                                        <p:tav tm="0">
                                          <p:val>
                                            <p:clrVal>
                                              <a:schemeClr val="accent2"/>
                                            </p:clrVal>
                                          </p:val>
                                        </p:tav>
                                        <p:tav tm="50000">
                                          <p:val>
                                            <p:clrVal>
                                              <a:schemeClr val="hlink"/>
                                            </p:clrVal>
                                          </p:val>
                                        </p:tav>
                                      </p:tavLst>
                                    </p:anim>
                                    <p:set>
                                      <p:cBhvr>
                                        <p:cTn id="9" dur="1000"/>
                                        <p:tgtEl>
                                          <p:spTgt spid="8215"/>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8216"/>
                                        </p:tgtEl>
                                        <p:attrNameLst>
                                          <p:attrName>style.visibility</p:attrName>
                                        </p:attrNameLst>
                                      </p:cBhvr>
                                      <p:to>
                                        <p:strVal val="visible"/>
                                      </p:to>
                                    </p:set>
                                    <p:anim calcmode="discrete" valueType="clr">
                                      <p:cBhvr override="childStyle">
                                        <p:cTn id="14" dur="1000"/>
                                        <p:tgtEl>
                                          <p:spTgt spid="8216"/>
                                        </p:tgtEl>
                                        <p:attrNameLst>
                                          <p:attrName>style.color</p:attrName>
                                        </p:attrNameLst>
                                      </p:cBhvr>
                                      <p:tavLst>
                                        <p:tav tm="0">
                                          <p:val>
                                            <p:clrVal>
                                              <a:schemeClr val="accent2"/>
                                            </p:clrVal>
                                          </p:val>
                                        </p:tav>
                                        <p:tav tm="50000">
                                          <p:val>
                                            <p:clrVal>
                                              <a:schemeClr val="hlink"/>
                                            </p:clrVal>
                                          </p:val>
                                        </p:tav>
                                      </p:tavLst>
                                    </p:anim>
                                    <p:anim calcmode="discrete" valueType="clr">
                                      <p:cBhvr>
                                        <p:cTn id="15" dur="1000"/>
                                        <p:tgtEl>
                                          <p:spTgt spid="8216"/>
                                        </p:tgtEl>
                                        <p:attrNameLst>
                                          <p:attrName>fillcolor</p:attrName>
                                        </p:attrNameLst>
                                      </p:cBhvr>
                                      <p:tavLst>
                                        <p:tav tm="0">
                                          <p:val>
                                            <p:clrVal>
                                              <a:schemeClr val="accent2"/>
                                            </p:clrVal>
                                          </p:val>
                                        </p:tav>
                                        <p:tav tm="50000">
                                          <p:val>
                                            <p:clrVal>
                                              <a:schemeClr val="hlink"/>
                                            </p:clrVal>
                                          </p:val>
                                        </p:tav>
                                      </p:tavLst>
                                    </p:anim>
                                    <p:set>
                                      <p:cBhvr>
                                        <p:cTn id="16" dur="1000"/>
                                        <p:tgtEl>
                                          <p:spTgt spid="8216"/>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8217"/>
                                        </p:tgtEl>
                                        <p:attrNameLst>
                                          <p:attrName>style.visibility</p:attrName>
                                        </p:attrNameLst>
                                      </p:cBhvr>
                                      <p:to>
                                        <p:strVal val="visible"/>
                                      </p:to>
                                    </p:set>
                                    <p:anim calcmode="discrete" valueType="clr">
                                      <p:cBhvr override="childStyle">
                                        <p:cTn id="21" dur="1000"/>
                                        <p:tgtEl>
                                          <p:spTgt spid="8217"/>
                                        </p:tgtEl>
                                        <p:attrNameLst>
                                          <p:attrName>style.color</p:attrName>
                                        </p:attrNameLst>
                                      </p:cBhvr>
                                      <p:tavLst>
                                        <p:tav tm="0">
                                          <p:val>
                                            <p:clrVal>
                                              <a:schemeClr val="accent2"/>
                                            </p:clrVal>
                                          </p:val>
                                        </p:tav>
                                        <p:tav tm="50000">
                                          <p:val>
                                            <p:clrVal>
                                              <a:schemeClr val="hlink"/>
                                            </p:clrVal>
                                          </p:val>
                                        </p:tav>
                                      </p:tavLst>
                                    </p:anim>
                                    <p:anim calcmode="discrete" valueType="clr">
                                      <p:cBhvr>
                                        <p:cTn id="22" dur="1000"/>
                                        <p:tgtEl>
                                          <p:spTgt spid="8217"/>
                                        </p:tgtEl>
                                        <p:attrNameLst>
                                          <p:attrName>fillcolor</p:attrName>
                                        </p:attrNameLst>
                                      </p:cBhvr>
                                      <p:tavLst>
                                        <p:tav tm="0">
                                          <p:val>
                                            <p:clrVal>
                                              <a:schemeClr val="accent2"/>
                                            </p:clrVal>
                                          </p:val>
                                        </p:tav>
                                        <p:tav tm="50000">
                                          <p:val>
                                            <p:clrVal>
                                              <a:schemeClr val="hlink"/>
                                            </p:clrVal>
                                          </p:val>
                                        </p:tav>
                                      </p:tavLst>
                                    </p:anim>
                                    <p:set>
                                      <p:cBhvr>
                                        <p:cTn id="23" dur="1000"/>
                                        <p:tgtEl>
                                          <p:spTgt spid="82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5" grpId="0"/>
      <p:bldP spid="8216" grpId="0"/>
      <p:bldP spid="82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CE1A6AE7-E6AA-02FD-CB08-0C986AE860DD}"/>
              </a:ext>
            </a:extLst>
          </p:cNvPr>
          <p:cNvSpPr>
            <a:spLocks noGrp="1" noChangeArrowheads="1"/>
          </p:cNvSpPr>
          <p:nvPr>
            <p:ph type="title"/>
          </p:nvPr>
        </p:nvSpPr>
        <p:spPr/>
        <p:txBody>
          <a:bodyPr>
            <a:normAutofit fontScale="90000"/>
          </a:bodyPr>
          <a:lstStyle/>
          <a:p>
            <a:pPr eaLnBrk="1" fontAlgn="auto" hangingPunct="1">
              <a:spcAft>
                <a:spcPts val="0"/>
              </a:spcAft>
              <a:defRPr/>
            </a:pPr>
            <a:r>
              <a:rPr sz="3800"/>
              <a:t>Hypotenuse-Leg (HL) Congruence Theorem</a:t>
            </a:r>
          </a:p>
        </p:txBody>
      </p:sp>
      <p:sp>
        <p:nvSpPr>
          <p:cNvPr id="97282" name="Rectangle 3">
            <a:extLst>
              <a:ext uri="{FF2B5EF4-FFF2-40B4-BE49-F238E27FC236}">
                <a16:creationId xmlns:a16="http://schemas.microsoft.com/office/drawing/2014/main" id="{1A2512A0-1A25-6A2B-221C-06DA4F90701C}"/>
              </a:ext>
            </a:extLst>
          </p:cNvPr>
          <p:cNvSpPr>
            <a:spLocks noGrp="1" noChangeArrowheads="1"/>
          </p:cNvSpPr>
          <p:nvPr>
            <p:ph type="body" sz="half" idx="1"/>
          </p:nvPr>
        </p:nvSpPr>
        <p:spPr>
          <a:xfrm>
            <a:off x="914400" y="1600200"/>
            <a:ext cx="3808413" cy="4530725"/>
          </a:xfrm>
        </p:spPr>
        <p:txBody>
          <a:bodyPr/>
          <a:lstStyle/>
          <a:p>
            <a:pPr eaLnBrk="1" hangingPunct="1"/>
            <a:r>
              <a:rPr lang="en-US" altLang="en-US" sz="2400"/>
              <a:t>If the hypotenuse and a leg of a right triangle are congruent to the hypotenuse and a leg of a second right triangle, then the two triangles are congruent.</a:t>
            </a:r>
          </a:p>
        </p:txBody>
      </p:sp>
      <p:graphicFrame>
        <p:nvGraphicFramePr>
          <p:cNvPr id="97283" name="Object 4">
            <a:extLst>
              <a:ext uri="{FF2B5EF4-FFF2-40B4-BE49-F238E27FC236}">
                <a16:creationId xmlns:a16="http://schemas.microsoft.com/office/drawing/2014/main" id="{95AC9127-3213-0706-62F4-B3ECDC6F3237}"/>
              </a:ext>
            </a:extLst>
          </p:cNvPr>
          <p:cNvGraphicFramePr>
            <a:graphicFrameLocks noChangeAspect="1"/>
          </p:cNvGraphicFramePr>
          <p:nvPr>
            <p:ph sz="half" idx="2"/>
          </p:nvPr>
        </p:nvGraphicFramePr>
        <p:xfrm>
          <a:off x="1270000" y="5126038"/>
          <a:ext cx="7315200" cy="620712"/>
        </p:xfrm>
        <a:graphic>
          <a:graphicData uri="http://schemas.openxmlformats.org/presentationml/2006/ole">
            <mc:AlternateContent xmlns:mc="http://schemas.openxmlformats.org/markup-compatibility/2006">
              <mc:Choice xmlns:v="urn:schemas-microsoft-com:vml" Requires="v">
                <p:oleObj name="Equation" r:id="rId2" imgW="2844800" imgH="241300" progId="Equation.3">
                  <p:embed/>
                </p:oleObj>
              </mc:Choice>
              <mc:Fallback>
                <p:oleObj name="Equation" r:id="rId2" imgW="2844800" imgH="241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5126038"/>
                        <a:ext cx="731520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4101" name="AutoShape 5">
            <a:extLst>
              <a:ext uri="{FF2B5EF4-FFF2-40B4-BE49-F238E27FC236}">
                <a16:creationId xmlns:a16="http://schemas.microsoft.com/office/drawing/2014/main" id="{75923354-1575-1646-61E9-0A1698AA8AC3}"/>
              </a:ext>
            </a:extLst>
          </p:cNvPr>
          <p:cNvSpPr>
            <a:spLocks noChangeArrowheads="1"/>
          </p:cNvSpPr>
          <p:nvPr/>
        </p:nvSpPr>
        <p:spPr bwMode="auto">
          <a:xfrm>
            <a:off x="5029200" y="1981200"/>
            <a:ext cx="990600" cy="1600200"/>
          </a:xfrm>
          <a:prstGeom prst="rtTriangle">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4102" name="AutoShape 6">
            <a:extLst>
              <a:ext uri="{FF2B5EF4-FFF2-40B4-BE49-F238E27FC236}">
                <a16:creationId xmlns:a16="http://schemas.microsoft.com/office/drawing/2014/main" id="{97727177-C823-62D9-8CAB-F7A5DFECABF6}"/>
              </a:ext>
            </a:extLst>
          </p:cNvPr>
          <p:cNvSpPr>
            <a:spLocks noChangeArrowheads="1"/>
          </p:cNvSpPr>
          <p:nvPr/>
        </p:nvSpPr>
        <p:spPr bwMode="auto">
          <a:xfrm>
            <a:off x="6553200" y="1981200"/>
            <a:ext cx="990600" cy="1600200"/>
          </a:xfrm>
          <a:prstGeom prst="rtTriangle">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4103" name="Line 7">
            <a:extLst>
              <a:ext uri="{FF2B5EF4-FFF2-40B4-BE49-F238E27FC236}">
                <a16:creationId xmlns:a16="http://schemas.microsoft.com/office/drawing/2014/main" id="{73A9EFD8-7175-FB02-E23C-32C89A996032}"/>
              </a:ext>
            </a:extLst>
          </p:cNvPr>
          <p:cNvSpPr>
            <a:spLocks noChangeShapeType="1"/>
          </p:cNvSpPr>
          <p:nvPr/>
        </p:nvSpPr>
        <p:spPr bwMode="auto">
          <a:xfrm>
            <a:off x="5029200" y="32766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4" name="Line 8">
            <a:extLst>
              <a:ext uri="{FF2B5EF4-FFF2-40B4-BE49-F238E27FC236}">
                <a16:creationId xmlns:a16="http://schemas.microsoft.com/office/drawing/2014/main" id="{8F82F0AA-FEB5-01DF-3A48-221FB3A2B19D}"/>
              </a:ext>
            </a:extLst>
          </p:cNvPr>
          <p:cNvSpPr>
            <a:spLocks noChangeShapeType="1"/>
          </p:cNvSpPr>
          <p:nvPr/>
        </p:nvSpPr>
        <p:spPr bwMode="auto">
          <a:xfrm>
            <a:off x="5257800" y="3276600"/>
            <a:ext cx="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5" name="Line 9">
            <a:extLst>
              <a:ext uri="{FF2B5EF4-FFF2-40B4-BE49-F238E27FC236}">
                <a16:creationId xmlns:a16="http://schemas.microsoft.com/office/drawing/2014/main" id="{0D5DDC4A-CF75-76A7-9474-547E4A5575AF}"/>
              </a:ext>
            </a:extLst>
          </p:cNvPr>
          <p:cNvSpPr>
            <a:spLocks noChangeShapeType="1"/>
          </p:cNvSpPr>
          <p:nvPr/>
        </p:nvSpPr>
        <p:spPr bwMode="auto">
          <a:xfrm>
            <a:off x="6553200" y="32766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6" name="Line 10">
            <a:extLst>
              <a:ext uri="{FF2B5EF4-FFF2-40B4-BE49-F238E27FC236}">
                <a16:creationId xmlns:a16="http://schemas.microsoft.com/office/drawing/2014/main" id="{DFA427FE-7BD7-2474-33D9-0C2938CEA1A3}"/>
              </a:ext>
            </a:extLst>
          </p:cNvPr>
          <p:cNvSpPr>
            <a:spLocks noChangeShapeType="1"/>
          </p:cNvSpPr>
          <p:nvPr/>
        </p:nvSpPr>
        <p:spPr bwMode="auto">
          <a:xfrm>
            <a:off x="6781800" y="3276600"/>
            <a:ext cx="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7" name="Line 11">
            <a:extLst>
              <a:ext uri="{FF2B5EF4-FFF2-40B4-BE49-F238E27FC236}">
                <a16:creationId xmlns:a16="http://schemas.microsoft.com/office/drawing/2014/main" id="{0594BEE8-2814-8729-7B08-42323C86FE35}"/>
              </a:ext>
            </a:extLst>
          </p:cNvPr>
          <p:cNvSpPr>
            <a:spLocks noChangeShapeType="1"/>
          </p:cNvSpPr>
          <p:nvPr/>
        </p:nvSpPr>
        <p:spPr bwMode="auto">
          <a:xfrm>
            <a:off x="5562600" y="3429000"/>
            <a:ext cx="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8" name="Line 12">
            <a:extLst>
              <a:ext uri="{FF2B5EF4-FFF2-40B4-BE49-F238E27FC236}">
                <a16:creationId xmlns:a16="http://schemas.microsoft.com/office/drawing/2014/main" id="{6EC277D8-943A-0E8A-C924-24FD79047F32}"/>
              </a:ext>
            </a:extLst>
          </p:cNvPr>
          <p:cNvSpPr>
            <a:spLocks noChangeShapeType="1"/>
          </p:cNvSpPr>
          <p:nvPr/>
        </p:nvSpPr>
        <p:spPr bwMode="auto">
          <a:xfrm>
            <a:off x="7086600" y="3429000"/>
            <a:ext cx="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09" name="Line 13">
            <a:extLst>
              <a:ext uri="{FF2B5EF4-FFF2-40B4-BE49-F238E27FC236}">
                <a16:creationId xmlns:a16="http://schemas.microsoft.com/office/drawing/2014/main" id="{C1ADC17E-1F59-E9DE-8801-F798D17FE8DD}"/>
              </a:ext>
            </a:extLst>
          </p:cNvPr>
          <p:cNvSpPr>
            <a:spLocks noChangeShapeType="1"/>
          </p:cNvSpPr>
          <p:nvPr/>
        </p:nvSpPr>
        <p:spPr bwMode="auto">
          <a:xfrm flipH="1">
            <a:off x="5410200" y="2667000"/>
            <a:ext cx="1524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10" name="Line 14">
            <a:extLst>
              <a:ext uri="{FF2B5EF4-FFF2-40B4-BE49-F238E27FC236}">
                <a16:creationId xmlns:a16="http://schemas.microsoft.com/office/drawing/2014/main" id="{3DB32529-335A-6CD2-EBB9-BACD3E7B47FF}"/>
              </a:ext>
            </a:extLst>
          </p:cNvPr>
          <p:cNvSpPr>
            <a:spLocks noChangeShapeType="1"/>
          </p:cNvSpPr>
          <p:nvPr/>
        </p:nvSpPr>
        <p:spPr bwMode="auto">
          <a:xfrm flipH="1">
            <a:off x="5486400" y="2743200"/>
            <a:ext cx="1524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11" name="Line 15">
            <a:extLst>
              <a:ext uri="{FF2B5EF4-FFF2-40B4-BE49-F238E27FC236}">
                <a16:creationId xmlns:a16="http://schemas.microsoft.com/office/drawing/2014/main" id="{82391E99-27FA-1466-1B45-60BE92F06B5F}"/>
              </a:ext>
            </a:extLst>
          </p:cNvPr>
          <p:cNvSpPr>
            <a:spLocks noChangeShapeType="1"/>
          </p:cNvSpPr>
          <p:nvPr/>
        </p:nvSpPr>
        <p:spPr bwMode="auto">
          <a:xfrm flipH="1">
            <a:off x="6858000" y="2590800"/>
            <a:ext cx="2286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12" name="Line 16">
            <a:extLst>
              <a:ext uri="{FF2B5EF4-FFF2-40B4-BE49-F238E27FC236}">
                <a16:creationId xmlns:a16="http://schemas.microsoft.com/office/drawing/2014/main" id="{3625BDCC-38B3-2DE5-797A-BC2D6B98064D}"/>
              </a:ext>
            </a:extLst>
          </p:cNvPr>
          <p:cNvSpPr>
            <a:spLocks noChangeShapeType="1"/>
          </p:cNvSpPr>
          <p:nvPr/>
        </p:nvSpPr>
        <p:spPr bwMode="auto">
          <a:xfrm flipH="1">
            <a:off x="6934200" y="2667000"/>
            <a:ext cx="22860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4113" name="Text Box 17">
            <a:extLst>
              <a:ext uri="{FF2B5EF4-FFF2-40B4-BE49-F238E27FC236}">
                <a16:creationId xmlns:a16="http://schemas.microsoft.com/office/drawing/2014/main" id="{33278141-280E-E4EF-88F3-8DEC5E1168B0}"/>
              </a:ext>
            </a:extLst>
          </p:cNvPr>
          <p:cNvSpPr txBox="1">
            <a:spLocks noChangeArrowheads="1"/>
          </p:cNvSpPr>
          <p:nvPr/>
        </p:nvSpPr>
        <p:spPr bwMode="auto">
          <a:xfrm>
            <a:off x="4953000" y="16764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4114" name="Text Box 18">
            <a:extLst>
              <a:ext uri="{FF2B5EF4-FFF2-40B4-BE49-F238E27FC236}">
                <a16:creationId xmlns:a16="http://schemas.microsoft.com/office/drawing/2014/main" id="{EBD3529B-4E4A-8375-E5CE-FDF20B8AC051}"/>
              </a:ext>
            </a:extLst>
          </p:cNvPr>
          <p:cNvSpPr txBox="1">
            <a:spLocks noChangeArrowheads="1"/>
          </p:cNvSpPr>
          <p:nvPr/>
        </p:nvSpPr>
        <p:spPr bwMode="auto">
          <a:xfrm>
            <a:off x="4800600" y="3505200"/>
            <a:ext cx="3048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4115" name="Text Box 19">
            <a:extLst>
              <a:ext uri="{FF2B5EF4-FFF2-40B4-BE49-F238E27FC236}">
                <a16:creationId xmlns:a16="http://schemas.microsoft.com/office/drawing/2014/main" id="{C2CB1B2C-BF7A-A3BF-7E94-0D8FEFB098CB}"/>
              </a:ext>
            </a:extLst>
          </p:cNvPr>
          <p:cNvSpPr txBox="1">
            <a:spLocks noChangeArrowheads="1"/>
          </p:cNvSpPr>
          <p:nvPr/>
        </p:nvSpPr>
        <p:spPr bwMode="auto">
          <a:xfrm>
            <a:off x="5867400" y="35814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4116" name="Text Box 20">
            <a:extLst>
              <a:ext uri="{FF2B5EF4-FFF2-40B4-BE49-F238E27FC236}">
                <a16:creationId xmlns:a16="http://schemas.microsoft.com/office/drawing/2014/main" id="{437AE4CD-01F7-8E90-7060-81C488B4A26B}"/>
              </a:ext>
            </a:extLst>
          </p:cNvPr>
          <p:cNvSpPr txBox="1">
            <a:spLocks noChangeArrowheads="1"/>
          </p:cNvSpPr>
          <p:nvPr/>
        </p:nvSpPr>
        <p:spPr bwMode="auto">
          <a:xfrm>
            <a:off x="6553200" y="1676400"/>
            <a:ext cx="3810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D</a:t>
            </a:r>
          </a:p>
        </p:txBody>
      </p:sp>
      <p:sp>
        <p:nvSpPr>
          <p:cNvPr id="4117" name="Text Box 21">
            <a:extLst>
              <a:ext uri="{FF2B5EF4-FFF2-40B4-BE49-F238E27FC236}">
                <a16:creationId xmlns:a16="http://schemas.microsoft.com/office/drawing/2014/main" id="{56502608-D088-2D41-6F6B-3E7D4B37EA3B}"/>
              </a:ext>
            </a:extLst>
          </p:cNvPr>
          <p:cNvSpPr txBox="1">
            <a:spLocks noChangeArrowheads="1"/>
          </p:cNvSpPr>
          <p:nvPr/>
        </p:nvSpPr>
        <p:spPr bwMode="auto">
          <a:xfrm>
            <a:off x="6553200" y="35814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E</a:t>
            </a:r>
          </a:p>
        </p:txBody>
      </p:sp>
      <p:sp>
        <p:nvSpPr>
          <p:cNvPr id="4118" name="Text Box 22">
            <a:extLst>
              <a:ext uri="{FF2B5EF4-FFF2-40B4-BE49-F238E27FC236}">
                <a16:creationId xmlns:a16="http://schemas.microsoft.com/office/drawing/2014/main" id="{B752C92F-4E54-18A1-0DBA-C134232AC9E4}"/>
              </a:ext>
            </a:extLst>
          </p:cNvPr>
          <p:cNvSpPr txBox="1">
            <a:spLocks noChangeArrowheads="1"/>
          </p:cNvSpPr>
          <p:nvPr/>
        </p:nvSpPr>
        <p:spPr bwMode="auto">
          <a:xfrm>
            <a:off x="7543800" y="3505200"/>
            <a:ext cx="18415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F</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2">
            <a:extLst>
              <a:ext uri="{FF2B5EF4-FFF2-40B4-BE49-F238E27FC236}">
                <a16:creationId xmlns:a16="http://schemas.microsoft.com/office/drawing/2014/main" id="{4A83DF8E-3204-18FE-AED0-C3ADD6AC350B}"/>
              </a:ext>
            </a:extLst>
          </p:cNvPr>
          <p:cNvSpPr>
            <a:spLocks noGrp="1" noChangeArrowheads="1"/>
          </p:cNvSpPr>
          <p:nvPr>
            <p:ph type="title"/>
          </p:nvPr>
        </p:nvSpPr>
        <p:spPr/>
        <p:txBody>
          <a:bodyPr/>
          <a:lstStyle/>
          <a:p>
            <a:pPr eaLnBrk="1" fontAlgn="auto" hangingPunct="1">
              <a:spcAft>
                <a:spcPts val="0"/>
              </a:spcAft>
              <a:defRPr/>
            </a:pPr>
            <a:r>
              <a:t>Practice Problems</a:t>
            </a:r>
          </a:p>
        </p:txBody>
      </p:sp>
      <p:sp>
        <p:nvSpPr>
          <p:cNvPr id="98306" name="Rectangle 3">
            <a:extLst>
              <a:ext uri="{FF2B5EF4-FFF2-40B4-BE49-F238E27FC236}">
                <a16:creationId xmlns:a16="http://schemas.microsoft.com/office/drawing/2014/main" id="{D6ECCF36-1467-7FFB-FAE6-E5F599635905}"/>
              </a:ext>
            </a:extLst>
          </p:cNvPr>
          <p:cNvSpPr>
            <a:spLocks noGrp="1" noChangeArrowheads="1"/>
          </p:cNvSpPr>
          <p:nvPr>
            <p:ph type="body" sz="half" idx="1"/>
          </p:nvPr>
        </p:nvSpPr>
        <p:spPr>
          <a:xfrm>
            <a:off x="914400" y="1600200"/>
            <a:ext cx="7466013" cy="4530725"/>
          </a:xfrm>
        </p:spPr>
        <p:txBody>
          <a:bodyPr/>
          <a:lstStyle/>
          <a:p>
            <a:pPr eaLnBrk="1" hangingPunct="1"/>
            <a:r>
              <a:rPr lang="en-US" altLang="en-US" sz="2400"/>
              <a:t>Find the measure of the missing angles and tell which theorems you used.</a:t>
            </a:r>
          </a:p>
          <a:p>
            <a:pPr eaLnBrk="1" hangingPunct="1">
              <a:buFont typeface="Wingdings" panose="05000000000000000000" pitchFamily="2" charset="2"/>
              <a:buNone/>
            </a:pPr>
            <a:endParaRPr lang="en-US" altLang="en-US" sz="2400"/>
          </a:p>
          <a:p>
            <a:pPr eaLnBrk="1" hangingPunct="1">
              <a:buFont typeface="Wingdings" panose="05000000000000000000" pitchFamily="2" charset="2"/>
              <a:buNone/>
            </a:pPr>
            <a:endParaRPr lang="en-US" altLang="en-US" sz="2400"/>
          </a:p>
        </p:txBody>
      </p:sp>
      <p:graphicFrame>
        <p:nvGraphicFramePr>
          <p:cNvPr id="10244" name="Object 4">
            <a:extLst>
              <a:ext uri="{FF2B5EF4-FFF2-40B4-BE49-F238E27FC236}">
                <a16:creationId xmlns:a16="http://schemas.microsoft.com/office/drawing/2014/main" id="{71FC9FE8-2DAE-585B-9ACF-FF4F52F66437}"/>
              </a:ext>
            </a:extLst>
          </p:cNvPr>
          <p:cNvGraphicFramePr>
            <a:graphicFrameLocks noChangeAspect="1"/>
          </p:cNvGraphicFramePr>
          <p:nvPr>
            <p:ph sz="quarter" idx="2"/>
          </p:nvPr>
        </p:nvGraphicFramePr>
        <p:xfrm>
          <a:off x="1295400" y="4498975"/>
          <a:ext cx="158750" cy="146050"/>
        </p:xfrm>
        <a:graphic>
          <a:graphicData uri="http://schemas.openxmlformats.org/presentationml/2006/ole">
            <mc:AlternateContent xmlns:mc="http://schemas.openxmlformats.org/markup-compatibility/2006">
              <mc:Choice xmlns:v="urn:schemas-microsoft-com:vml" Requires="v">
                <p:oleObj name="Equation" r:id="rId2" imgW="164957" imgH="152268" progId="Equation.3">
                  <p:embed/>
                </p:oleObj>
              </mc:Choice>
              <mc:Fallback>
                <p:oleObj name="Equation" r:id="rId2" imgW="164957" imgH="152268"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498975"/>
                        <a:ext cx="158750" cy="14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10254" name="Object 14">
            <a:extLst>
              <a:ext uri="{FF2B5EF4-FFF2-40B4-BE49-F238E27FC236}">
                <a16:creationId xmlns:a16="http://schemas.microsoft.com/office/drawing/2014/main" id="{56BA5703-FC23-EFAD-FF9D-408C6D68679F}"/>
              </a:ext>
            </a:extLst>
          </p:cNvPr>
          <p:cNvGraphicFramePr>
            <a:graphicFrameLocks noChangeAspect="1"/>
          </p:cNvGraphicFramePr>
          <p:nvPr>
            <p:ph sz="quarter" idx="3"/>
          </p:nvPr>
        </p:nvGraphicFramePr>
        <p:xfrm>
          <a:off x="1293813" y="5335588"/>
          <a:ext cx="161925" cy="149225"/>
        </p:xfrm>
        <a:graphic>
          <a:graphicData uri="http://schemas.openxmlformats.org/presentationml/2006/ole">
            <mc:AlternateContent xmlns:mc="http://schemas.openxmlformats.org/markup-compatibility/2006">
              <mc:Choice xmlns:v="urn:schemas-microsoft-com:vml" Requires="v">
                <p:oleObj name="Equation" r:id="rId4" imgW="164957" imgH="152268" progId="Equation.3">
                  <p:embed/>
                </p:oleObj>
              </mc:Choice>
              <mc:Fallback>
                <p:oleObj name="Equation" r:id="rId4" imgW="164957" imgH="152268"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813" y="5335588"/>
                        <a:ext cx="161925" cy="14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5129" name="AutoShape 5">
            <a:extLst>
              <a:ext uri="{FF2B5EF4-FFF2-40B4-BE49-F238E27FC236}">
                <a16:creationId xmlns:a16="http://schemas.microsoft.com/office/drawing/2014/main" id="{D93EAD3D-73A0-2473-BDE4-22C88C3A41A3}"/>
              </a:ext>
            </a:extLst>
          </p:cNvPr>
          <p:cNvSpPr>
            <a:spLocks noChangeArrowheads="1"/>
          </p:cNvSpPr>
          <p:nvPr/>
        </p:nvSpPr>
        <p:spPr bwMode="auto">
          <a:xfrm>
            <a:off x="1066800" y="2895600"/>
            <a:ext cx="2286000" cy="12954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effectLst>
                <a:outerShdw blurRad="38100" dist="38100" dir="2700000" algn="tl">
                  <a:srgbClr val="000000"/>
                </a:outerShdw>
              </a:effectLst>
            </a:endParaRPr>
          </a:p>
        </p:txBody>
      </p:sp>
      <p:sp>
        <p:nvSpPr>
          <p:cNvPr id="5130" name="Text Box 6">
            <a:extLst>
              <a:ext uri="{FF2B5EF4-FFF2-40B4-BE49-F238E27FC236}">
                <a16:creationId xmlns:a16="http://schemas.microsoft.com/office/drawing/2014/main" id="{94189A84-FE8E-ED2C-92C0-9F5ADA86E3FD}"/>
              </a:ext>
            </a:extLst>
          </p:cNvPr>
          <p:cNvSpPr txBox="1">
            <a:spLocks noChangeArrowheads="1"/>
          </p:cNvSpPr>
          <p:nvPr/>
        </p:nvSpPr>
        <p:spPr bwMode="auto">
          <a:xfrm>
            <a:off x="1219200" y="3886200"/>
            <a:ext cx="530225" cy="366713"/>
          </a:xfrm>
          <a:prstGeom prst="rect">
            <a:avLst/>
          </a:prstGeom>
          <a:noFill/>
          <a:ln w="9525">
            <a:noFill/>
            <a:miter lim="800000"/>
            <a:headEnd/>
            <a:tailEnd/>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effectLst>
                  <a:outerShdw blurRad="38100" dist="38100" dir="2700000" algn="tl">
                    <a:srgbClr val="444D26"/>
                  </a:outerShdw>
                </a:effectLst>
              </a:rPr>
              <a:t>50°</a:t>
            </a:r>
          </a:p>
        </p:txBody>
      </p:sp>
      <p:sp>
        <p:nvSpPr>
          <p:cNvPr id="5131" name="Line 7">
            <a:extLst>
              <a:ext uri="{FF2B5EF4-FFF2-40B4-BE49-F238E27FC236}">
                <a16:creationId xmlns:a16="http://schemas.microsoft.com/office/drawing/2014/main" id="{D6391729-3561-BE31-96D0-2DBBCC8FAB20}"/>
              </a:ext>
            </a:extLst>
          </p:cNvPr>
          <p:cNvSpPr>
            <a:spLocks noChangeShapeType="1"/>
          </p:cNvSpPr>
          <p:nvPr/>
        </p:nvSpPr>
        <p:spPr bwMode="auto">
          <a:xfrm>
            <a:off x="1524000" y="3352800"/>
            <a:ext cx="3048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2" name="Line 8">
            <a:extLst>
              <a:ext uri="{FF2B5EF4-FFF2-40B4-BE49-F238E27FC236}">
                <a16:creationId xmlns:a16="http://schemas.microsoft.com/office/drawing/2014/main" id="{7E7C31C8-11E9-662B-8D06-BCF322436D68}"/>
              </a:ext>
            </a:extLst>
          </p:cNvPr>
          <p:cNvSpPr>
            <a:spLocks noChangeShapeType="1"/>
          </p:cNvSpPr>
          <p:nvPr/>
        </p:nvSpPr>
        <p:spPr bwMode="auto">
          <a:xfrm flipH="1">
            <a:off x="2590800" y="3276600"/>
            <a:ext cx="22860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33" name="Text Box 9">
            <a:extLst>
              <a:ext uri="{FF2B5EF4-FFF2-40B4-BE49-F238E27FC236}">
                <a16:creationId xmlns:a16="http://schemas.microsoft.com/office/drawing/2014/main" id="{CFF42AA2-BF27-D011-B48A-BA26316D3DBC}"/>
              </a:ext>
            </a:extLst>
          </p:cNvPr>
          <p:cNvSpPr txBox="1">
            <a:spLocks noChangeArrowheads="1"/>
          </p:cNvSpPr>
          <p:nvPr/>
        </p:nvSpPr>
        <p:spPr bwMode="auto">
          <a:xfrm>
            <a:off x="746125" y="3846513"/>
            <a:ext cx="336550" cy="366712"/>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A</a:t>
            </a:r>
          </a:p>
        </p:txBody>
      </p:sp>
      <p:sp>
        <p:nvSpPr>
          <p:cNvPr id="5134" name="Text Box 10">
            <a:extLst>
              <a:ext uri="{FF2B5EF4-FFF2-40B4-BE49-F238E27FC236}">
                <a16:creationId xmlns:a16="http://schemas.microsoft.com/office/drawing/2014/main" id="{616C8524-294C-C5CC-5925-32D840BCC853}"/>
              </a:ext>
            </a:extLst>
          </p:cNvPr>
          <p:cNvSpPr txBox="1">
            <a:spLocks noChangeArrowheads="1"/>
          </p:cNvSpPr>
          <p:nvPr/>
        </p:nvSpPr>
        <p:spPr bwMode="auto">
          <a:xfrm>
            <a:off x="2133600" y="2590800"/>
            <a:ext cx="3365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B</a:t>
            </a:r>
          </a:p>
        </p:txBody>
      </p:sp>
      <p:sp>
        <p:nvSpPr>
          <p:cNvPr id="5135" name="Text Box 11">
            <a:extLst>
              <a:ext uri="{FF2B5EF4-FFF2-40B4-BE49-F238E27FC236}">
                <a16:creationId xmlns:a16="http://schemas.microsoft.com/office/drawing/2014/main" id="{9137A895-DDCD-7DAA-B934-776305E415F5}"/>
              </a:ext>
            </a:extLst>
          </p:cNvPr>
          <p:cNvSpPr txBox="1">
            <a:spLocks noChangeArrowheads="1"/>
          </p:cNvSpPr>
          <p:nvPr/>
        </p:nvSpPr>
        <p:spPr bwMode="auto">
          <a:xfrm>
            <a:off x="3352800" y="3810000"/>
            <a:ext cx="3492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C</a:t>
            </a:r>
          </a:p>
        </p:txBody>
      </p:sp>
      <p:sp>
        <p:nvSpPr>
          <p:cNvPr id="5136" name="Text Box 12">
            <a:extLst>
              <a:ext uri="{FF2B5EF4-FFF2-40B4-BE49-F238E27FC236}">
                <a16:creationId xmlns:a16="http://schemas.microsoft.com/office/drawing/2014/main" id="{9ED33B89-420F-429C-8EAD-92A5E5AEBF20}"/>
              </a:ext>
            </a:extLst>
          </p:cNvPr>
          <p:cNvSpPr txBox="1">
            <a:spLocks noChangeArrowheads="1"/>
          </p:cNvSpPr>
          <p:nvPr/>
        </p:nvSpPr>
        <p:spPr bwMode="auto">
          <a:xfrm>
            <a:off x="990600" y="4495800"/>
            <a:ext cx="2590800" cy="366713"/>
          </a:xfrm>
          <a:prstGeom prst="rect">
            <a:avLst/>
          </a:prstGeom>
          <a:noFill/>
          <a:ln w="9525">
            <a:no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solidFill>
                <a:schemeClr val="hlink"/>
              </a:solidFill>
              <a:effectLst>
                <a:outerShdw blurRad="38100" dist="38100" dir="2700000" algn="tl">
                  <a:srgbClr val="FFFFFF"/>
                </a:outerShdw>
              </a:effectLst>
            </a:endParaRPr>
          </a:p>
        </p:txBody>
      </p:sp>
      <p:sp>
        <p:nvSpPr>
          <p:cNvPr id="10253" name="Text Box 13">
            <a:extLst>
              <a:ext uri="{FF2B5EF4-FFF2-40B4-BE49-F238E27FC236}">
                <a16:creationId xmlns:a16="http://schemas.microsoft.com/office/drawing/2014/main" id="{2227579E-3315-88E4-EC49-395B51281804}"/>
              </a:ext>
            </a:extLst>
          </p:cNvPr>
          <p:cNvSpPr txBox="1">
            <a:spLocks noChangeArrowheads="1"/>
          </p:cNvSpPr>
          <p:nvPr/>
        </p:nvSpPr>
        <p:spPr bwMode="auto">
          <a:xfrm>
            <a:off x="990600" y="4419600"/>
            <a:ext cx="2514600" cy="1879600"/>
          </a:xfrm>
          <a:prstGeom prst="rect">
            <a:avLst/>
          </a:prstGeom>
          <a:noFill/>
          <a:ln w="9525">
            <a:no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chemeClr val="hlink"/>
                </a:solidFill>
                <a:effectLst>
                  <a:outerShdw blurRad="38100" dist="38100" dir="2700000" algn="tl">
                    <a:srgbClr val="FFFFFF"/>
                  </a:outerShdw>
                </a:effectLst>
              </a:rPr>
              <a:t>m    B=80° </a:t>
            </a:r>
          </a:p>
          <a:p>
            <a:pPr eaLnBrk="1" hangingPunct="1">
              <a:spcBef>
                <a:spcPct val="50000"/>
              </a:spcBef>
            </a:pPr>
            <a:r>
              <a:rPr lang="en-US" altLang="en-US">
                <a:solidFill>
                  <a:schemeClr val="hlink"/>
                </a:solidFill>
                <a:effectLst>
                  <a:outerShdw blurRad="38100" dist="38100" dir="2700000" algn="tl">
                    <a:srgbClr val="FFFFFF"/>
                  </a:outerShdw>
                </a:effectLst>
              </a:rPr>
              <a:t>(Base Angle Theorem)</a:t>
            </a:r>
          </a:p>
          <a:p>
            <a:pPr eaLnBrk="1" hangingPunct="1">
              <a:spcBef>
                <a:spcPct val="50000"/>
              </a:spcBef>
            </a:pPr>
            <a:r>
              <a:rPr lang="en-US" altLang="en-US">
                <a:solidFill>
                  <a:schemeClr val="hlink"/>
                </a:solidFill>
                <a:effectLst>
                  <a:outerShdw blurRad="38100" dist="38100" dir="2700000" algn="tl">
                    <a:srgbClr val="FFFFFF"/>
                  </a:outerShdw>
                </a:effectLst>
              </a:rPr>
              <a:t>m    C=50°</a:t>
            </a:r>
          </a:p>
          <a:p>
            <a:pPr eaLnBrk="1" hangingPunct="1">
              <a:spcBef>
                <a:spcPct val="50000"/>
              </a:spcBef>
            </a:pPr>
            <a:r>
              <a:rPr lang="en-US" altLang="en-US">
                <a:solidFill>
                  <a:schemeClr val="hlink"/>
                </a:solidFill>
                <a:effectLst>
                  <a:outerShdw blurRad="38100" dist="38100" dir="2700000" algn="tl">
                    <a:srgbClr val="FFFFFF"/>
                  </a:outerShdw>
                </a:effectLst>
              </a:rPr>
              <a:t>(Triangle Sum Theorem)</a:t>
            </a:r>
          </a:p>
        </p:txBody>
      </p:sp>
      <p:sp>
        <p:nvSpPr>
          <p:cNvPr id="5138" name="AutoShape 15">
            <a:extLst>
              <a:ext uri="{FF2B5EF4-FFF2-40B4-BE49-F238E27FC236}">
                <a16:creationId xmlns:a16="http://schemas.microsoft.com/office/drawing/2014/main" id="{CDF5BF0B-BE18-9948-4399-17A323FE9298}"/>
              </a:ext>
            </a:extLst>
          </p:cNvPr>
          <p:cNvSpPr>
            <a:spLocks noChangeArrowheads="1"/>
          </p:cNvSpPr>
          <p:nvPr/>
        </p:nvSpPr>
        <p:spPr bwMode="auto">
          <a:xfrm>
            <a:off x="5181600" y="2362200"/>
            <a:ext cx="2667000" cy="1752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5139" name="Line 16">
            <a:extLst>
              <a:ext uri="{FF2B5EF4-FFF2-40B4-BE49-F238E27FC236}">
                <a16:creationId xmlns:a16="http://schemas.microsoft.com/office/drawing/2014/main" id="{D37D3A04-2581-D8F2-20AF-5AB81264E716}"/>
              </a:ext>
            </a:extLst>
          </p:cNvPr>
          <p:cNvSpPr>
            <a:spLocks noChangeShapeType="1"/>
          </p:cNvSpPr>
          <p:nvPr/>
        </p:nvSpPr>
        <p:spPr bwMode="auto">
          <a:xfrm>
            <a:off x="5638800" y="2971800"/>
            <a:ext cx="457200" cy="3048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40" name="Line 17">
            <a:extLst>
              <a:ext uri="{FF2B5EF4-FFF2-40B4-BE49-F238E27FC236}">
                <a16:creationId xmlns:a16="http://schemas.microsoft.com/office/drawing/2014/main" id="{51B39FD5-B03A-98C3-30ED-C619154650E9}"/>
              </a:ext>
            </a:extLst>
          </p:cNvPr>
          <p:cNvSpPr>
            <a:spLocks noChangeShapeType="1"/>
          </p:cNvSpPr>
          <p:nvPr/>
        </p:nvSpPr>
        <p:spPr bwMode="auto">
          <a:xfrm flipH="1">
            <a:off x="6934200" y="2895600"/>
            <a:ext cx="30480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41" name="Line 18">
            <a:extLst>
              <a:ext uri="{FF2B5EF4-FFF2-40B4-BE49-F238E27FC236}">
                <a16:creationId xmlns:a16="http://schemas.microsoft.com/office/drawing/2014/main" id="{C242E988-D5C6-7450-F667-D3EFDBD7B10C}"/>
              </a:ext>
            </a:extLst>
          </p:cNvPr>
          <p:cNvSpPr>
            <a:spLocks noChangeShapeType="1"/>
          </p:cNvSpPr>
          <p:nvPr/>
        </p:nvSpPr>
        <p:spPr bwMode="auto">
          <a:xfrm>
            <a:off x="6553200" y="3886200"/>
            <a:ext cx="0" cy="3810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5142" name="Text Box 19">
            <a:extLst>
              <a:ext uri="{FF2B5EF4-FFF2-40B4-BE49-F238E27FC236}">
                <a16:creationId xmlns:a16="http://schemas.microsoft.com/office/drawing/2014/main" id="{848DF598-DC43-E02D-EC90-2EBBA8F44490}"/>
              </a:ext>
            </a:extLst>
          </p:cNvPr>
          <p:cNvSpPr txBox="1">
            <a:spLocks noChangeArrowheads="1"/>
          </p:cNvSpPr>
          <p:nvPr/>
        </p:nvSpPr>
        <p:spPr bwMode="auto">
          <a:xfrm>
            <a:off x="4876800" y="39624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A</a:t>
            </a:r>
          </a:p>
        </p:txBody>
      </p:sp>
      <p:sp>
        <p:nvSpPr>
          <p:cNvPr id="5143" name="Text Box 20">
            <a:extLst>
              <a:ext uri="{FF2B5EF4-FFF2-40B4-BE49-F238E27FC236}">
                <a16:creationId xmlns:a16="http://schemas.microsoft.com/office/drawing/2014/main" id="{CBA52691-9825-CD8D-AB34-BE59B17F3BB5}"/>
              </a:ext>
            </a:extLst>
          </p:cNvPr>
          <p:cNvSpPr txBox="1">
            <a:spLocks noChangeArrowheads="1"/>
          </p:cNvSpPr>
          <p:nvPr/>
        </p:nvSpPr>
        <p:spPr bwMode="auto">
          <a:xfrm>
            <a:off x="6400800" y="2057400"/>
            <a:ext cx="5334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B</a:t>
            </a:r>
          </a:p>
        </p:txBody>
      </p:sp>
      <p:sp>
        <p:nvSpPr>
          <p:cNvPr id="5144" name="Text Box 21">
            <a:extLst>
              <a:ext uri="{FF2B5EF4-FFF2-40B4-BE49-F238E27FC236}">
                <a16:creationId xmlns:a16="http://schemas.microsoft.com/office/drawing/2014/main" id="{18EB5EF9-A32F-AB4B-4BE3-9DA7FFD9EFA6}"/>
              </a:ext>
            </a:extLst>
          </p:cNvPr>
          <p:cNvSpPr txBox="1">
            <a:spLocks noChangeArrowheads="1"/>
          </p:cNvSpPr>
          <p:nvPr/>
        </p:nvSpPr>
        <p:spPr bwMode="auto">
          <a:xfrm>
            <a:off x="7848600" y="3962400"/>
            <a:ext cx="228600" cy="366713"/>
          </a:xfrm>
          <a:prstGeom prst="rect">
            <a:avLst/>
          </a:prstGeom>
          <a:noFill/>
          <a:ln w="9525">
            <a:noFill/>
            <a:miter lim="800000"/>
            <a:headEnd/>
            <a:tailEnd/>
          </a:ln>
        </p:spPr>
        <p:txBody>
          <a:bodyPr>
            <a:spAutoFit/>
          </a:bodyPr>
          <a:lstStyle/>
          <a:p>
            <a:pPr eaLnBrk="1" hangingPunct="1">
              <a:spcBef>
                <a:spcPct val="50000"/>
              </a:spcBef>
              <a:defRPr/>
            </a:pPr>
            <a:r>
              <a:rPr lang="en-US">
                <a:effectLst>
                  <a:outerShdw blurRad="38100" dist="38100" dir="2700000" algn="tl">
                    <a:srgbClr val="000000">
                      <a:alpha val="43137"/>
                    </a:srgbClr>
                  </a:outerShdw>
                </a:effectLst>
                <a:latin typeface="Arial" charset="0"/>
                <a:cs typeface="Arial" charset="0"/>
              </a:rPr>
              <a:t>C</a:t>
            </a:r>
          </a:p>
        </p:txBody>
      </p:sp>
      <p:sp>
        <p:nvSpPr>
          <p:cNvPr id="10262" name="Text Box 22">
            <a:extLst>
              <a:ext uri="{FF2B5EF4-FFF2-40B4-BE49-F238E27FC236}">
                <a16:creationId xmlns:a16="http://schemas.microsoft.com/office/drawing/2014/main" id="{181888B9-854D-02AC-1CD3-9BC015B9FF39}"/>
              </a:ext>
            </a:extLst>
          </p:cNvPr>
          <p:cNvSpPr txBox="1">
            <a:spLocks noChangeArrowheads="1"/>
          </p:cNvSpPr>
          <p:nvPr/>
        </p:nvSpPr>
        <p:spPr bwMode="auto">
          <a:xfrm>
            <a:off x="5181600" y="4419600"/>
            <a:ext cx="3124200" cy="1879600"/>
          </a:xfrm>
          <a:prstGeom prst="rect">
            <a:avLst/>
          </a:prstGeom>
          <a:noFill/>
          <a:ln w="9525">
            <a:no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chemeClr val="hlink"/>
                </a:solidFill>
                <a:effectLst>
                  <a:outerShdw blurRad="38100" dist="38100" dir="2700000" algn="tl">
                    <a:srgbClr val="FFFFFF"/>
                  </a:outerShdw>
                </a:effectLst>
              </a:rPr>
              <a:t>m   A=60°</a:t>
            </a:r>
          </a:p>
          <a:p>
            <a:pPr eaLnBrk="1" hangingPunct="1">
              <a:spcBef>
                <a:spcPct val="50000"/>
              </a:spcBef>
            </a:pPr>
            <a:r>
              <a:rPr lang="en-US" altLang="en-US">
                <a:solidFill>
                  <a:schemeClr val="hlink"/>
                </a:solidFill>
                <a:effectLst>
                  <a:outerShdw blurRad="38100" dist="38100" dir="2700000" algn="tl">
                    <a:srgbClr val="FFFFFF"/>
                  </a:outerShdw>
                </a:effectLst>
              </a:rPr>
              <a:t>m   B=60°</a:t>
            </a:r>
          </a:p>
          <a:p>
            <a:pPr eaLnBrk="1" hangingPunct="1">
              <a:spcBef>
                <a:spcPct val="50000"/>
              </a:spcBef>
            </a:pPr>
            <a:r>
              <a:rPr lang="en-US" altLang="en-US">
                <a:solidFill>
                  <a:schemeClr val="hlink"/>
                </a:solidFill>
                <a:effectLst>
                  <a:outerShdw blurRad="38100" dist="38100" dir="2700000" algn="tl">
                    <a:srgbClr val="FFFFFF"/>
                  </a:outerShdw>
                </a:effectLst>
              </a:rPr>
              <a:t>m   C=60°</a:t>
            </a:r>
          </a:p>
          <a:p>
            <a:pPr eaLnBrk="1" hangingPunct="1">
              <a:spcBef>
                <a:spcPct val="50000"/>
              </a:spcBef>
            </a:pPr>
            <a:r>
              <a:rPr lang="en-US" altLang="en-US">
                <a:solidFill>
                  <a:schemeClr val="hlink"/>
                </a:solidFill>
                <a:effectLst>
                  <a:outerShdw blurRad="38100" dist="38100" dir="2700000" algn="tl">
                    <a:srgbClr val="FFFFFF"/>
                  </a:outerShdw>
                </a:effectLst>
              </a:rPr>
              <a:t>(Corollary to the Base Angles Theorem)</a:t>
            </a:r>
          </a:p>
        </p:txBody>
      </p:sp>
      <p:graphicFrame>
        <p:nvGraphicFramePr>
          <p:cNvPr id="10263" name="Object 23">
            <a:extLst>
              <a:ext uri="{FF2B5EF4-FFF2-40B4-BE49-F238E27FC236}">
                <a16:creationId xmlns:a16="http://schemas.microsoft.com/office/drawing/2014/main" id="{402D6928-0C28-E5F2-4F7A-19B229C0A815}"/>
              </a:ext>
            </a:extLst>
          </p:cNvPr>
          <p:cNvGraphicFramePr>
            <a:graphicFrameLocks noChangeAspect="1"/>
          </p:cNvGraphicFramePr>
          <p:nvPr/>
        </p:nvGraphicFramePr>
        <p:xfrm>
          <a:off x="5486400" y="4495800"/>
          <a:ext cx="165100" cy="152400"/>
        </p:xfrm>
        <a:graphic>
          <a:graphicData uri="http://schemas.openxmlformats.org/presentationml/2006/ole">
            <mc:AlternateContent xmlns:mc="http://schemas.openxmlformats.org/markup-compatibility/2006">
              <mc:Choice xmlns:v="urn:schemas-microsoft-com:vml" Requires="v">
                <p:oleObj name="Equation" r:id="rId5" imgW="164957" imgH="152268" progId="Equation.3">
                  <p:embed/>
                </p:oleObj>
              </mc:Choice>
              <mc:Fallback>
                <p:oleObj name="Equation" r:id="rId5" imgW="164957" imgH="152268" progId="Equation.3">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4495800"/>
                        <a:ext cx="16510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64" name="Object 24">
            <a:extLst>
              <a:ext uri="{FF2B5EF4-FFF2-40B4-BE49-F238E27FC236}">
                <a16:creationId xmlns:a16="http://schemas.microsoft.com/office/drawing/2014/main" id="{E800AF86-01ED-46FF-DC8C-F45D30804B81}"/>
              </a:ext>
            </a:extLst>
          </p:cNvPr>
          <p:cNvGraphicFramePr>
            <a:graphicFrameLocks noChangeAspect="1"/>
          </p:cNvGraphicFramePr>
          <p:nvPr/>
        </p:nvGraphicFramePr>
        <p:xfrm>
          <a:off x="5486400" y="4953000"/>
          <a:ext cx="165100" cy="152400"/>
        </p:xfrm>
        <a:graphic>
          <a:graphicData uri="http://schemas.openxmlformats.org/presentationml/2006/ole">
            <mc:AlternateContent xmlns:mc="http://schemas.openxmlformats.org/markup-compatibility/2006">
              <mc:Choice xmlns:v="urn:schemas-microsoft-com:vml" Requires="v">
                <p:oleObj name="Equation" r:id="rId7" imgW="164957" imgH="152268" progId="Equation.3">
                  <p:embed/>
                </p:oleObj>
              </mc:Choice>
              <mc:Fallback>
                <p:oleObj name="Equation" r:id="rId7" imgW="164957" imgH="152268"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4953000"/>
                        <a:ext cx="16510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65" name="Object 25">
            <a:extLst>
              <a:ext uri="{FF2B5EF4-FFF2-40B4-BE49-F238E27FC236}">
                <a16:creationId xmlns:a16="http://schemas.microsoft.com/office/drawing/2014/main" id="{2CD4577C-7363-1AD7-5B11-12B7899BDA06}"/>
              </a:ext>
            </a:extLst>
          </p:cNvPr>
          <p:cNvGraphicFramePr>
            <a:graphicFrameLocks noChangeAspect="1"/>
          </p:cNvGraphicFramePr>
          <p:nvPr/>
        </p:nvGraphicFramePr>
        <p:xfrm>
          <a:off x="5486400" y="5334000"/>
          <a:ext cx="165100" cy="152400"/>
        </p:xfrm>
        <a:graphic>
          <a:graphicData uri="http://schemas.openxmlformats.org/presentationml/2006/ole">
            <mc:AlternateContent xmlns:mc="http://schemas.openxmlformats.org/markup-compatibility/2006">
              <mc:Choice xmlns:v="urn:schemas-microsoft-com:vml" Requires="v">
                <p:oleObj name="Equation" r:id="rId8" imgW="164957" imgH="152268" progId="Equation.3">
                  <p:embed/>
                </p:oleObj>
              </mc:Choice>
              <mc:Fallback>
                <p:oleObj name="Equation" r:id="rId8" imgW="164957" imgH="152268"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5334000"/>
                        <a:ext cx="16510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253"/>
                                        </p:tgtEl>
                                        <p:attrNameLst>
                                          <p:attrName>style.visibility</p:attrName>
                                        </p:attrNameLst>
                                      </p:cBhvr>
                                      <p:to>
                                        <p:strVal val="visible"/>
                                      </p:to>
                                    </p:set>
                                    <p:animEffect transition="in" filter="diamond(in)">
                                      <p:cBhvr>
                                        <p:cTn id="7" dur="2000"/>
                                        <p:tgtEl>
                                          <p:spTgt spid="10253"/>
                                        </p:tgtEl>
                                      </p:cBhvr>
                                    </p:animEffect>
                                  </p:childTnLst>
                                </p:cTn>
                              </p:par>
                              <p:par>
                                <p:cTn id="8" presetID="8" presetClass="entr" presetSubtype="16" fill="hold" nodeType="withEffect">
                                  <p:stCondLst>
                                    <p:cond delay="0"/>
                                  </p:stCondLst>
                                  <p:childTnLst>
                                    <p:set>
                                      <p:cBhvr>
                                        <p:cTn id="9" dur="1" fill="hold">
                                          <p:stCondLst>
                                            <p:cond delay="0"/>
                                          </p:stCondLst>
                                        </p:cTn>
                                        <p:tgtEl>
                                          <p:spTgt spid="10244"/>
                                        </p:tgtEl>
                                        <p:attrNameLst>
                                          <p:attrName>style.visibility</p:attrName>
                                        </p:attrNameLst>
                                      </p:cBhvr>
                                      <p:to>
                                        <p:strVal val="visible"/>
                                      </p:to>
                                    </p:set>
                                    <p:animEffect transition="in" filter="diamond(in)">
                                      <p:cBhvr>
                                        <p:cTn id="10" dur="2000"/>
                                        <p:tgtEl>
                                          <p:spTgt spid="10244"/>
                                        </p:tgtEl>
                                      </p:cBhvr>
                                    </p:animEffect>
                                  </p:childTnLst>
                                </p:cTn>
                              </p:par>
                              <p:par>
                                <p:cTn id="11" presetID="8" presetClass="entr" presetSubtype="16" fill="hold" nodeType="withEffect">
                                  <p:stCondLst>
                                    <p:cond delay="0"/>
                                  </p:stCondLst>
                                  <p:childTnLst>
                                    <p:set>
                                      <p:cBhvr>
                                        <p:cTn id="12" dur="1" fill="hold">
                                          <p:stCondLst>
                                            <p:cond delay="0"/>
                                          </p:stCondLst>
                                        </p:cTn>
                                        <p:tgtEl>
                                          <p:spTgt spid="10254"/>
                                        </p:tgtEl>
                                        <p:attrNameLst>
                                          <p:attrName>style.visibility</p:attrName>
                                        </p:attrNameLst>
                                      </p:cBhvr>
                                      <p:to>
                                        <p:strVal val="visible"/>
                                      </p:to>
                                    </p:set>
                                    <p:animEffect transition="in" filter="diamond(in)">
                                      <p:cBhvr>
                                        <p:cTn id="13" dur="2000"/>
                                        <p:tgtEl>
                                          <p:spTgt spid="1025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10262"/>
                                        </p:tgtEl>
                                        <p:attrNameLst>
                                          <p:attrName>style.visibility</p:attrName>
                                        </p:attrNameLst>
                                      </p:cBhvr>
                                      <p:to>
                                        <p:strVal val="visible"/>
                                      </p:to>
                                    </p:set>
                                    <p:animEffect transition="in" filter="diamond(in)">
                                      <p:cBhvr>
                                        <p:cTn id="18" dur="2000"/>
                                        <p:tgtEl>
                                          <p:spTgt spid="10262"/>
                                        </p:tgtEl>
                                      </p:cBhvr>
                                    </p:animEffect>
                                  </p:childTnLst>
                                </p:cTn>
                              </p:par>
                              <p:par>
                                <p:cTn id="19" presetID="8" presetClass="entr" presetSubtype="16" fill="hold" nodeType="withEffect">
                                  <p:stCondLst>
                                    <p:cond delay="0"/>
                                  </p:stCondLst>
                                  <p:childTnLst>
                                    <p:set>
                                      <p:cBhvr>
                                        <p:cTn id="20" dur="1" fill="hold">
                                          <p:stCondLst>
                                            <p:cond delay="0"/>
                                          </p:stCondLst>
                                        </p:cTn>
                                        <p:tgtEl>
                                          <p:spTgt spid="10263"/>
                                        </p:tgtEl>
                                        <p:attrNameLst>
                                          <p:attrName>style.visibility</p:attrName>
                                        </p:attrNameLst>
                                      </p:cBhvr>
                                      <p:to>
                                        <p:strVal val="visible"/>
                                      </p:to>
                                    </p:set>
                                    <p:animEffect transition="in" filter="diamond(in)">
                                      <p:cBhvr>
                                        <p:cTn id="21" dur="2000"/>
                                        <p:tgtEl>
                                          <p:spTgt spid="10263"/>
                                        </p:tgtEl>
                                      </p:cBhvr>
                                    </p:animEffect>
                                  </p:childTnLst>
                                </p:cTn>
                              </p:par>
                              <p:par>
                                <p:cTn id="22" presetID="8" presetClass="entr" presetSubtype="16" fill="hold" nodeType="withEffect">
                                  <p:stCondLst>
                                    <p:cond delay="0"/>
                                  </p:stCondLst>
                                  <p:childTnLst>
                                    <p:set>
                                      <p:cBhvr>
                                        <p:cTn id="23" dur="1" fill="hold">
                                          <p:stCondLst>
                                            <p:cond delay="0"/>
                                          </p:stCondLst>
                                        </p:cTn>
                                        <p:tgtEl>
                                          <p:spTgt spid="10264"/>
                                        </p:tgtEl>
                                        <p:attrNameLst>
                                          <p:attrName>style.visibility</p:attrName>
                                        </p:attrNameLst>
                                      </p:cBhvr>
                                      <p:to>
                                        <p:strVal val="visible"/>
                                      </p:to>
                                    </p:set>
                                    <p:animEffect transition="in" filter="diamond(in)">
                                      <p:cBhvr>
                                        <p:cTn id="24" dur="2000"/>
                                        <p:tgtEl>
                                          <p:spTgt spid="10264"/>
                                        </p:tgtEl>
                                      </p:cBhvr>
                                    </p:animEffect>
                                  </p:childTnLst>
                                </p:cTn>
                              </p:par>
                              <p:par>
                                <p:cTn id="25" presetID="8" presetClass="entr" presetSubtype="16" fill="hold" nodeType="withEffect">
                                  <p:stCondLst>
                                    <p:cond delay="0"/>
                                  </p:stCondLst>
                                  <p:childTnLst>
                                    <p:set>
                                      <p:cBhvr>
                                        <p:cTn id="26" dur="1" fill="hold">
                                          <p:stCondLst>
                                            <p:cond delay="0"/>
                                          </p:stCondLst>
                                        </p:cTn>
                                        <p:tgtEl>
                                          <p:spTgt spid="10265"/>
                                        </p:tgtEl>
                                        <p:attrNameLst>
                                          <p:attrName>style.visibility</p:attrName>
                                        </p:attrNameLst>
                                      </p:cBhvr>
                                      <p:to>
                                        <p:strVal val="visible"/>
                                      </p:to>
                                    </p:set>
                                    <p:animEffect transition="in" filter="diamond(in)">
                                      <p:cBhvr>
                                        <p:cTn id="27" dur="2000"/>
                                        <p:tgtEl>
                                          <p:spTgt spid="10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P spid="1026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3">
            <a:extLst>
              <a:ext uri="{FF2B5EF4-FFF2-40B4-BE49-F238E27FC236}">
                <a16:creationId xmlns:a16="http://schemas.microsoft.com/office/drawing/2014/main" id="{0F7E11B6-CA1F-5AB4-A0FF-0C2AAB3BA1D2}"/>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a:t>Is there enough information to prove the triangles are congruent?</a:t>
            </a:r>
          </a:p>
        </p:txBody>
      </p:sp>
      <p:sp>
        <p:nvSpPr>
          <p:cNvPr id="12290" name="Rectangle 2">
            <a:extLst>
              <a:ext uri="{FF2B5EF4-FFF2-40B4-BE49-F238E27FC236}">
                <a16:creationId xmlns:a16="http://schemas.microsoft.com/office/drawing/2014/main" id="{61D9A937-3DD3-5360-8870-2C8C8BE02E6D}"/>
              </a:ext>
            </a:extLst>
          </p:cNvPr>
          <p:cNvSpPr>
            <a:spLocks noGrp="1" noChangeArrowheads="1"/>
          </p:cNvSpPr>
          <p:nvPr>
            <p:ph type="title"/>
          </p:nvPr>
        </p:nvSpPr>
        <p:spPr/>
        <p:txBody>
          <a:bodyPr/>
          <a:lstStyle/>
          <a:p>
            <a:pPr eaLnBrk="1" fontAlgn="auto" hangingPunct="1">
              <a:spcAft>
                <a:spcPts val="0"/>
              </a:spcAft>
              <a:defRPr/>
            </a:pPr>
            <a:r>
              <a:t>More Practice Problems</a:t>
            </a:r>
          </a:p>
        </p:txBody>
      </p:sp>
      <p:sp>
        <p:nvSpPr>
          <p:cNvPr id="12292" name="AutoShape 4">
            <a:extLst>
              <a:ext uri="{FF2B5EF4-FFF2-40B4-BE49-F238E27FC236}">
                <a16:creationId xmlns:a16="http://schemas.microsoft.com/office/drawing/2014/main" id="{66DB03C5-17F7-170E-DB16-0A7C9ABDF56D}"/>
              </a:ext>
            </a:extLst>
          </p:cNvPr>
          <p:cNvSpPr>
            <a:spLocks noChangeArrowheads="1"/>
          </p:cNvSpPr>
          <p:nvPr/>
        </p:nvSpPr>
        <p:spPr bwMode="auto">
          <a:xfrm rot="3813229">
            <a:off x="1143000" y="2819400"/>
            <a:ext cx="990600" cy="6858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effectLst>
                <a:outerShdw blurRad="38100" dist="38100" dir="2700000" algn="tl">
                  <a:srgbClr val="000000"/>
                </a:outerShdw>
              </a:effectLst>
            </a:endParaRPr>
          </a:p>
        </p:txBody>
      </p:sp>
      <p:sp>
        <p:nvSpPr>
          <p:cNvPr id="12293" name="AutoShape 5">
            <a:extLst>
              <a:ext uri="{FF2B5EF4-FFF2-40B4-BE49-F238E27FC236}">
                <a16:creationId xmlns:a16="http://schemas.microsoft.com/office/drawing/2014/main" id="{8493F5AB-FDF6-564D-A2EF-2FA398566566}"/>
              </a:ext>
            </a:extLst>
          </p:cNvPr>
          <p:cNvSpPr>
            <a:spLocks noChangeArrowheads="1"/>
          </p:cNvSpPr>
          <p:nvPr/>
        </p:nvSpPr>
        <p:spPr bwMode="auto">
          <a:xfrm rot="4410562">
            <a:off x="2171700" y="3695700"/>
            <a:ext cx="990600" cy="7620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2294" name="Text Box 6">
            <a:extLst>
              <a:ext uri="{FF2B5EF4-FFF2-40B4-BE49-F238E27FC236}">
                <a16:creationId xmlns:a16="http://schemas.microsoft.com/office/drawing/2014/main" id="{F3E30856-2659-1825-30AB-802707AE54B8}"/>
              </a:ext>
            </a:extLst>
          </p:cNvPr>
          <p:cNvSpPr txBox="1">
            <a:spLocks noChangeArrowheads="1"/>
          </p:cNvSpPr>
          <p:nvPr/>
        </p:nvSpPr>
        <p:spPr bwMode="auto">
          <a:xfrm>
            <a:off x="914400" y="2590800"/>
            <a:ext cx="3365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S</a:t>
            </a:r>
          </a:p>
        </p:txBody>
      </p:sp>
      <p:sp>
        <p:nvSpPr>
          <p:cNvPr id="12295" name="Text Box 7">
            <a:extLst>
              <a:ext uri="{FF2B5EF4-FFF2-40B4-BE49-F238E27FC236}">
                <a16:creationId xmlns:a16="http://schemas.microsoft.com/office/drawing/2014/main" id="{89ABCD3E-F008-06F2-F0EF-1BBA35476B0F}"/>
              </a:ext>
            </a:extLst>
          </p:cNvPr>
          <p:cNvSpPr txBox="1">
            <a:spLocks noChangeArrowheads="1"/>
          </p:cNvSpPr>
          <p:nvPr/>
        </p:nvSpPr>
        <p:spPr bwMode="auto">
          <a:xfrm>
            <a:off x="1295400" y="3657600"/>
            <a:ext cx="3492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R</a:t>
            </a:r>
          </a:p>
        </p:txBody>
      </p:sp>
      <p:sp>
        <p:nvSpPr>
          <p:cNvPr id="12296" name="Text Box 8">
            <a:extLst>
              <a:ext uri="{FF2B5EF4-FFF2-40B4-BE49-F238E27FC236}">
                <a16:creationId xmlns:a16="http://schemas.microsoft.com/office/drawing/2014/main" id="{05B4E30F-602F-B784-D5E8-CB9724C65EAD}"/>
              </a:ext>
            </a:extLst>
          </p:cNvPr>
          <p:cNvSpPr txBox="1">
            <a:spLocks noChangeArrowheads="1"/>
          </p:cNvSpPr>
          <p:nvPr/>
        </p:nvSpPr>
        <p:spPr bwMode="auto">
          <a:xfrm>
            <a:off x="1905000" y="2819400"/>
            <a:ext cx="3238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T</a:t>
            </a:r>
          </a:p>
        </p:txBody>
      </p:sp>
      <p:sp>
        <p:nvSpPr>
          <p:cNvPr id="12297" name="Text Box 9">
            <a:extLst>
              <a:ext uri="{FF2B5EF4-FFF2-40B4-BE49-F238E27FC236}">
                <a16:creationId xmlns:a16="http://schemas.microsoft.com/office/drawing/2014/main" id="{DAB48FC6-2119-B4A6-8979-8830BF860404}"/>
              </a:ext>
            </a:extLst>
          </p:cNvPr>
          <p:cNvSpPr txBox="1">
            <a:spLocks noChangeArrowheads="1"/>
          </p:cNvSpPr>
          <p:nvPr/>
        </p:nvSpPr>
        <p:spPr bwMode="auto">
          <a:xfrm>
            <a:off x="1981200" y="3429000"/>
            <a:ext cx="3492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U</a:t>
            </a:r>
          </a:p>
        </p:txBody>
      </p:sp>
      <p:sp>
        <p:nvSpPr>
          <p:cNvPr id="12298" name="Text Box 10">
            <a:extLst>
              <a:ext uri="{FF2B5EF4-FFF2-40B4-BE49-F238E27FC236}">
                <a16:creationId xmlns:a16="http://schemas.microsoft.com/office/drawing/2014/main" id="{F5BC41BB-7DFA-B5B0-2868-6FC561347881}"/>
              </a:ext>
            </a:extLst>
          </p:cNvPr>
          <p:cNvSpPr txBox="1">
            <a:spLocks noChangeArrowheads="1"/>
          </p:cNvSpPr>
          <p:nvPr/>
        </p:nvSpPr>
        <p:spPr bwMode="auto">
          <a:xfrm>
            <a:off x="2895600" y="3657600"/>
            <a:ext cx="3365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V</a:t>
            </a:r>
          </a:p>
        </p:txBody>
      </p:sp>
      <p:sp>
        <p:nvSpPr>
          <p:cNvPr id="12299" name="Text Box 11">
            <a:extLst>
              <a:ext uri="{FF2B5EF4-FFF2-40B4-BE49-F238E27FC236}">
                <a16:creationId xmlns:a16="http://schemas.microsoft.com/office/drawing/2014/main" id="{5F0173A6-B146-9686-AC5C-F75A3C006209}"/>
              </a:ext>
            </a:extLst>
          </p:cNvPr>
          <p:cNvSpPr txBox="1">
            <a:spLocks noChangeArrowheads="1"/>
          </p:cNvSpPr>
          <p:nvPr/>
        </p:nvSpPr>
        <p:spPr bwMode="auto">
          <a:xfrm>
            <a:off x="2133600" y="4648200"/>
            <a:ext cx="400050" cy="366713"/>
          </a:xfrm>
          <a:prstGeom prst="rect">
            <a:avLst/>
          </a:prstGeom>
          <a:noFill/>
          <a:ln w="9525">
            <a:noFill/>
            <a:miter lim="800000"/>
            <a:headEnd/>
            <a:tailEnd/>
          </a:ln>
        </p:spPr>
        <p:txBody>
          <a:bodyPr wrap="none">
            <a:spAutoFit/>
          </a:bodyPr>
          <a:lstStyle/>
          <a:p>
            <a:pPr eaLnBrk="1" hangingPunct="1">
              <a:defRPr/>
            </a:pPr>
            <a:r>
              <a:rPr lang="en-US">
                <a:effectLst>
                  <a:outerShdw blurRad="38100" dist="38100" dir="2700000" algn="tl">
                    <a:srgbClr val="000000">
                      <a:alpha val="43137"/>
                    </a:srgbClr>
                  </a:outerShdw>
                </a:effectLst>
                <a:latin typeface="Arial" charset="0"/>
                <a:cs typeface="Arial" charset="0"/>
              </a:rPr>
              <a:t>W</a:t>
            </a:r>
          </a:p>
        </p:txBody>
      </p:sp>
      <p:sp>
        <p:nvSpPr>
          <p:cNvPr id="12300" name="Freeform 12">
            <a:extLst>
              <a:ext uri="{FF2B5EF4-FFF2-40B4-BE49-F238E27FC236}">
                <a16:creationId xmlns:a16="http://schemas.microsoft.com/office/drawing/2014/main" id="{98E86DBD-745F-51AD-99EF-0554C435D22A}"/>
              </a:ext>
            </a:extLst>
          </p:cNvPr>
          <p:cNvSpPr>
            <a:spLocks/>
          </p:cNvSpPr>
          <p:nvPr/>
        </p:nvSpPr>
        <p:spPr bwMode="auto">
          <a:xfrm>
            <a:off x="1447800" y="3505200"/>
            <a:ext cx="228600" cy="1588"/>
          </a:xfrm>
          <a:custGeom>
            <a:avLst/>
            <a:gdLst>
              <a:gd name="T0" fmla="*/ 0 w 144"/>
              <a:gd name="T1" fmla="*/ 0 h 1"/>
              <a:gd name="T2" fmla="*/ 144 w 144"/>
              <a:gd name="T3" fmla="*/ 0 h 1"/>
              <a:gd name="T4" fmla="*/ 0 60000 65536"/>
              <a:gd name="T5" fmla="*/ 0 60000 65536"/>
              <a:gd name="T6" fmla="*/ 0 w 144"/>
              <a:gd name="T7" fmla="*/ 0 h 1"/>
              <a:gd name="T8" fmla="*/ 144 w 144"/>
              <a:gd name="T9" fmla="*/ 1 h 1"/>
            </a:gdLst>
            <a:ahLst/>
            <a:cxnLst>
              <a:cxn ang="T4">
                <a:pos x="T0" y="T1"/>
              </a:cxn>
              <a:cxn ang="T5">
                <a:pos x="T2" y="T3"/>
              </a:cxn>
            </a:cxnLst>
            <a:rect l="T6" t="T7" r="T8" b="T9"/>
            <a:pathLst>
              <a:path w="144" h="1">
                <a:moveTo>
                  <a:pt x="0" y="0"/>
                </a:moveTo>
                <a:cubicBezTo>
                  <a:pt x="0" y="0"/>
                  <a:pt x="72" y="0"/>
                  <a:pt x="144" y="0"/>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1" name="Freeform 13">
            <a:extLst>
              <a:ext uri="{FF2B5EF4-FFF2-40B4-BE49-F238E27FC236}">
                <a16:creationId xmlns:a16="http://schemas.microsoft.com/office/drawing/2014/main" id="{967685BC-F343-CC94-9A38-7396B98C15CD}"/>
              </a:ext>
            </a:extLst>
          </p:cNvPr>
          <p:cNvSpPr>
            <a:spLocks/>
          </p:cNvSpPr>
          <p:nvPr/>
        </p:nvSpPr>
        <p:spPr bwMode="auto">
          <a:xfrm>
            <a:off x="1663700" y="2971800"/>
            <a:ext cx="165100" cy="228600"/>
          </a:xfrm>
          <a:custGeom>
            <a:avLst/>
            <a:gdLst>
              <a:gd name="T0" fmla="*/ 56 w 104"/>
              <a:gd name="T1" fmla="*/ 0 h 144"/>
              <a:gd name="T2" fmla="*/ 8 w 104"/>
              <a:gd name="T3" fmla="*/ 48 h 144"/>
              <a:gd name="T4" fmla="*/ 104 w 104"/>
              <a:gd name="T5" fmla="*/ 144 h 144"/>
              <a:gd name="T6" fmla="*/ 0 60000 65536"/>
              <a:gd name="T7" fmla="*/ 0 60000 65536"/>
              <a:gd name="T8" fmla="*/ 0 60000 65536"/>
              <a:gd name="T9" fmla="*/ 0 w 104"/>
              <a:gd name="T10" fmla="*/ 0 h 144"/>
              <a:gd name="T11" fmla="*/ 104 w 104"/>
              <a:gd name="T12" fmla="*/ 144 h 144"/>
            </a:gdLst>
            <a:ahLst/>
            <a:cxnLst>
              <a:cxn ang="T6">
                <a:pos x="T0" y="T1"/>
              </a:cxn>
              <a:cxn ang="T7">
                <a:pos x="T2" y="T3"/>
              </a:cxn>
              <a:cxn ang="T8">
                <a:pos x="T4" y="T5"/>
              </a:cxn>
            </a:cxnLst>
            <a:rect l="T9" t="T10" r="T11" b="T12"/>
            <a:pathLst>
              <a:path w="104" h="144">
                <a:moveTo>
                  <a:pt x="56" y="0"/>
                </a:moveTo>
                <a:cubicBezTo>
                  <a:pt x="28" y="12"/>
                  <a:pt x="0" y="24"/>
                  <a:pt x="8" y="48"/>
                </a:cubicBezTo>
                <a:cubicBezTo>
                  <a:pt x="16" y="72"/>
                  <a:pt x="60" y="108"/>
                  <a:pt x="104" y="14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2" name="Freeform 14">
            <a:extLst>
              <a:ext uri="{FF2B5EF4-FFF2-40B4-BE49-F238E27FC236}">
                <a16:creationId xmlns:a16="http://schemas.microsoft.com/office/drawing/2014/main" id="{4A2E2BE1-AC2C-CADE-6886-67611539FAE6}"/>
              </a:ext>
            </a:extLst>
          </p:cNvPr>
          <p:cNvSpPr>
            <a:spLocks/>
          </p:cNvSpPr>
          <p:nvPr/>
        </p:nvSpPr>
        <p:spPr bwMode="auto">
          <a:xfrm>
            <a:off x="1219200" y="2895600"/>
            <a:ext cx="177800" cy="228600"/>
          </a:xfrm>
          <a:custGeom>
            <a:avLst/>
            <a:gdLst>
              <a:gd name="T0" fmla="*/ 96 w 112"/>
              <a:gd name="T1" fmla="*/ 0 h 144"/>
              <a:gd name="T2" fmla="*/ 96 w 112"/>
              <a:gd name="T3" fmla="*/ 96 h 144"/>
              <a:gd name="T4" fmla="*/ 0 w 112"/>
              <a:gd name="T5" fmla="*/ 144 h 144"/>
              <a:gd name="T6" fmla="*/ 0 60000 65536"/>
              <a:gd name="T7" fmla="*/ 0 60000 65536"/>
              <a:gd name="T8" fmla="*/ 0 60000 65536"/>
              <a:gd name="T9" fmla="*/ 0 w 112"/>
              <a:gd name="T10" fmla="*/ 0 h 144"/>
              <a:gd name="T11" fmla="*/ 112 w 112"/>
              <a:gd name="T12" fmla="*/ 144 h 144"/>
            </a:gdLst>
            <a:ahLst/>
            <a:cxnLst>
              <a:cxn ang="T6">
                <a:pos x="T0" y="T1"/>
              </a:cxn>
              <a:cxn ang="T7">
                <a:pos x="T2" y="T3"/>
              </a:cxn>
              <a:cxn ang="T8">
                <a:pos x="T4" y="T5"/>
              </a:cxn>
            </a:cxnLst>
            <a:rect l="T9" t="T10" r="T11" b="T12"/>
            <a:pathLst>
              <a:path w="112" h="144">
                <a:moveTo>
                  <a:pt x="96" y="0"/>
                </a:moveTo>
                <a:cubicBezTo>
                  <a:pt x="104" y="36"/>
                  <a:pt x="112" y="72"/>
                  <a:pt x="96" y="96"/>
                </a:cubicBezTo>
                <a:cubicBezTo>
                  <a:pt x="80" y="120"/>
                  <a:pt x="40" y="132"/>
                  <a:pt x="0" y="14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3" name="Freeform 15">
            <a:extLst>
              <a:ext uri="{FF2B5EF4-FFF2-40B4-BE49-F238E27FC236}">
                <a16:creationId xmlns:a16="http://schemas.microsoft.com/office/drawing/2014/main" id="{5389E6D6-CD95-1E6F-AD48-0A11D18A51A1}"/>
              </a:ext>
            </a:extLst>
          </p:cNvPr>
          <p:cNvSpPr>
            <a:spLocks/>
          </p:cNvSpPr>
          <p:nvPr/>
        </p:nvSpPr>
        <p:spPr bwMode="auto">
          <a:xfrm>
            <a:off x="2209800" y="3733800"/>
            <a:ext cx="177800" cy="228600"/>
          </a:xfrm>
          <a:custGeom>
            <a:avLst/>
            <a:gdLst>
              <a:gd name="T0" fmla="*/ 0 w 112"/>
              <a:gd name="T1" fmla="*/ 144 h 144"/>
              <a:gd name="T2" fmla="*/ 96 w 112"/>
              <a:gd name="T3" fmla="*/ 96 h 144"/>
              <a:gd name="T4" fmla="*/ 96 w 112"/>
              <a:gd name="T5" fmla="*/ 0 h 144"/>
              <a:gd name="T6" fmla="*/ 0 60000 65536"/>
              <a:gd name="T7" fmla="*/ 0 60000 65536"/>
              <a:gd name="T8" fmla="*/ 0 60000 65536"/>
              <a:gd name="T9" fmla="*/ 0 w 112"/>
              <a:gd name="T10" fmla="*/ 0 h 144"/>
              <a:gd name="T11" fmla="*/ 112 w 112"/>
              <a:gd name="T12" fmla="*/ 144 h 144"/>
            </a:gdLst>
            <a:ahLst/>
            <a:cxnLst>
              <a:cxn ang="T6">
                <a:pos x="T0" y="T1"/>
              </a:cxn>
              <a:cxn ang="T7">
                <a:pos x="T2" y="T3"/>
              </a:cxn>
              <a:cxn ang="T8">
                <a:pos x="T4" y="T5"/>
              </a:cxn>
            </a:cxnLst>
            <a:rect l="T9" t="T10" r="T11" b="T12"/>
            <a:pathLst>
              <a:path w="112" h="144">
                <a:moveTo>
                  <a:pt x="0" y="144"/>
                </a:moveTo>
                <a:cubicBezTo>
                  <a:pt x="40" y="132"/>
                  <a:pt x="80" y="120"/>
                  <a:pt x="96" y="96"/>
                </a:cubicBezTo>
                <a:cubicBezTo>
                  <a:pt x="112" y="72"/>
                  <a:pt x="104" y="36"/>
                  <a:pt x="96" y="0"/>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4" name="Freeform 16">
            <a:extLst>
              <a:ext uri="{FF2B5EF4-FFF2-40B4-BE49-F238E27FC236}">
                <a16:creationId xmlns:a16="http://schemas.microsoft.com/office/drawing/2014/main" id="{AB8739E0-ACAB-0098-6667-AC886749AC6F}"/>
              </a:ext>
            </a:extLst>
          </p:cNvPr>
          <p:cNvSpPr>
            <a:spLocks/>
          </p:cNvSpPr>
          <p:nvPr/>
        </p:nvSpPr>
        <p:spPr bwMode="auto">
          <a:xfrm>
            <a:off x="2362200" y="4330700"/>
            <a:ext cx="228600" cy="165100"/>
          </a:xfrm>
          <a:custGeom>
            <a:avLst/>
            <a:gdLst>
              <a:gd name="T0" fmla="*/ 0 w 144"/>
              <a:gd name="T1" fmla="*/ 56 h 104"/>
              <a:gd name="T2" fmla="*/ 96 w 144"/>
              <a:gd name="T3" fmla="*/ 8 h 104"/>
              <a:gd name="T4" fmla="*/ 144 w 144"/>
              <a:gd name="T5" fmla="*/ 104 h 104"/>
              <a:gd name="T6" fmla="*/ 0 60000 65536"/>
              <a:gd name="T7" fmla="*/ 0 60000 65536"/>
              <a:gd name="T8" fmla="*/ 0 60000 65536"/>
              <a:gd name="T9" fmla="*/ 0 w 144"/>
              <a:gd name="T10" fmla="*/ 0 h 104"/>
              <a:gd name="T11" fmla="*/ 144 w 144"/>
              <a:gd name="T12" fmla="*/ 104 h 104"/>
            </a:gdLst>
            <a:ahLst/>
            <a:cxnLst>
              <a:cxn ang="T6">
                <a:pos x="T0" y="T1"/>
              </a:cxn>
              <a:cxn ang="T7">
                <a:pos x="T2" y="T3"/>
              </a:cxn>
              <a:cxn ang="T8">
                <a:pos x="T4" y="T5"/>
              </a:cxn>
            </a:cxnLst>
            <a:rect l="T9" t="T10" r="T11" b="T12"/>
            <a:pathLst>
              <a:path w="144" h="104">
                <a:moveTo>
                  <a:pt x="0" y="56"/>
                </a:moveTo>
                <a:cubicBezTo>
                  <a:pt x="36" y="28"/>
                  <a:pt x="72" y="0"/>
                  <a:pt x="96" y="8"/>
                </a:cubicBezTo>
                <a:cubicBezTo>
                  <a:pt x="120" y="16"/>
                  <a:pt x="132" y="60"/>
                  <a:pt x="144" y="10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5" name="Freeform 17">
            <a:extLst>
              <a:ext uri="{FF2B5EF4-FFF2-40B4-BE49-F238E27FC236}">
                <a16:creationId xmlns:a16="http://schemas.microsoft.com/office/drawing/2014/main" id="{870F50A8-999E-8780-7AED-1B361CB14816}"/>
              </a:ext>
            </a:extLst>
          </p:cNvPr>
          <p:cNvSpPr>
            <a:spLocks/>
          </p:cNvSpPr>
          <p:nvPr/>
        </p:nvSpPr>
        <p:spPr bwMode="auto">
          <a:xfrm>
            <a:off x="2730500" y="3886200"/>
            <a:ext cx="165100" cy="304800"/>
          </a:xfrm>
          <a:custGeom>
            <a:avLst/>
            <a:gdLst>
              <a:gd name="T0" fmla="*/ 56 w 104"/>
              <a:gd name="T1" fmla="*/ 0 h 192"/>
              <a:gd name="T2" fmla="*/ 8 w 104"/>
              <a:gd name="T3" fmla="*/ 96 h 192"/>
              <a:gd name="T4" fmla="*/ 104 w 104"/>
              <a:gd name="T5" fmla="*/ 192 h 192"/>
              <a:gd name="T6" fmla="*/ 0 60000 65536"/>
              <a:gd name="T7" fmla="*/ 0 60000 65536"/>
              <a:gd name="T8" fmla="*/ 0 60000 65536"/>
              <a:gd name="T9" fmla="*/ 0 w 104"/>
              <a:gd name="T10" fmla="*/ 0 h 192"/>
              <a:gd name="T11" fmla="*/ 104 w 104"/>
              <a:gd name="T12" fmla="*/ 192 h 192"/>
            </a:gdLst>
            <a:ahLst/>
            <a:cxnLst>
              <a:cxn ang="T6">
                <a:pos x="T0" y="T1"/>
              </a:cxn>
              <a:cxn ang="T7">
                <a:pos x="T2" y="T3"/>
              </a:cxn>
              <a:cxn ang="T8">
                <a:pos x="T4" y="T5"/>
              </a:cxn>
            </a:cxnLst>
            <a:rect l="T9" t="T10" r="T11" b="T12"/>
            <a:pathLst>
              <a:path w="104" h="192">
                <a:moveTo>
                  <a:pt x="56" y="0"/>
                </a:moveTo>
                <a:cubicBezTo>
                  <a:pt x="28" y="32"/>
                  <a:pt x="0" y="64"/>
                  <a:pt x="8" y="96"/>
                </a:cubicBezTo>
                <a:cubicBezTo>
                  <a:pt x="16" y="128"/>
                  <a:pt x="60" y="160"/>
                  <a:pt x="104" y="192"/>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6" name="AutoShape 18">
            <a:extLst>
              <a:ext uri="{FF2B5EF4-FFF2-40B4-BE49-F238E27FC236}">
                <a16:creationId xmlns:a16="http://schemas.microsoft.com/office/drawing/2014/main" id="{1AF6B53F-5E3A-821A-FC05-1CDBCF80F05E}"/>
              </a:ext>
            </a:extLst>
          </p:cNvPr>
          <p:cNvSpPr>
            <a:spLocks noChangeArrowheads="1"/>
          </p:cNvSpPr>
          <p:nvPr/>
        </p:nvSpPr>
        <p:spPr bwMode="auto">
          <a:xfrm>
            <a:off x="3733800" y="2819400"/>
            <a:ext cx="1600200" cy="1066800"/>
          </a:xfrm>
          <a:prstGeom prst="rtTriangle">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2307" name="AutoShape 19">
            <a:extLst>
              <a:ext uri="{FF2B5EF4-FFF2-40B4-BE49-F238E27FC236}">
                <a16:creationId xmlns:a16="http://schemas.microsoft.com/office/drawing/2014/main" id="{84B05E92-13B7-7E06-EF83-E06E8CA074CE}"/>
              </a:ext>
            </a:extLst>
          </p:cNvPr>
          <p:cNvSpPr>
            <a:spLocks noChangeArrowheads="1"/>
          </p:cNvSpPr>
          <p:nvPr/>
        </p:nvSpPr>
        <p:spPr bwMode="auto">
          <a:xfrm rot="10800000">
            <a:off x="3733800" y="2819400"/>
            <a:ext cx="1600200" cy="1066800"/>
          </a:xfrm>
          <a:prstGeom prst="rtTriangle">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2308" name="Line 20">
            <a:extLst>
              <a:ext uri="{FF2B5EF4-FFF2-40B4-BE49-F238E27FC236}">
                <a16:creationId xmlns:a16="http://schemas.microsoft.com/office/drawing/2014/main" id="{7045CBC2-446B-5252-E4E5-9632B8EDDFBE}"/>
              </a:ext>
            </a:extLst>
          </p:cNvPr>
          <p:cNvSpPr>
            <a:spLocks noChangeShapeType="1"/>
          </p:cNvSpPr>
          <p:nvPr/>
        </p:nvSpPr>
        <p:spPr bwMode="auto">
          <a:xfrm>
            <a:off x="3733800" y="3657600"/>
            <a:ext cx="1524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09" name="Line 21">
            <a:extLst>
              <a:ext uri="{FF2B5EF4-FFF2-40B4-BE49-F238E27FC236}">
                <a16:creationId xmlns:a16="http://schemas.microsoft.com/office/drawing/2014/main" id="{2F54A826-6103-7F35-4471-02DB14DE18FD}"/>
              </a:ext>
            </a:extLst>
          </p:cNvPr>
          <p:cNvSpPr>
            <a:spLocks noChangeShapeType="1"/>
          </p:cNvSpPr>
          <p:nvPr/>
        </p:nvSpPr>
        <p:spPr bwMode="auto">
          <a:xfrm>
            <a:off x="3886200" y="3657600"/>
            <a:ext cx="0" cy="2286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0" name="Line 22">
            <a:extLst>
              <a:ext uri="{FF2B5EF4-FFF2-40B4-BE49-F238E27FC236}">
                <a16:creationId xmlns:a16="http://schemas.microsoft.com/office/drawing/2014/main" id="{DDA65401-E97C-A04E-F681-CBA8B96C58E1}"/>
              </a:ext>
            </a:extLst>
          </p:cNvPr>
          <p:cNvSpPr>
            <a:spLocks noChangeShapeType="1"/>
          </p:cNvSpPr>
          <p:nvPr/>
        </p:nvSpPr>
        <p:spPr bwMode="auto">
          <a:xfrm>
            <a:off x="5105400" y="2819400"/>
            <a:ext cx="0" cy="1524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1" name="Line 23">
            <a:extLst>
              <a:ext uri="{FF2B5EF4-FFF2-40B4-BE49-F238E27FC236}">
                <a16:creationId xmlns:a16="http://schemas.microsoft.com/office/drawing/2014/main" id="{2BE22B2E-0CF8-D4D5-6641-E4B254767B77}"/>
              </a:ext>
            </a:extLst>
          </p:cNvPr>
          <p:cNvSpPr>
            <a:spLocks noChangeShapeType="1"/>
          </p:cNvSpPr>
          <p:nvPr/>
        </p:nvSpPr>
        <p:spPr bwMode="auto">
          <a:xfrm>
            <a:off x="5105400" y="29718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2" name="Line 24">
            <a:extLst>
              <a:ext uri="{FF2B5EF4-FFF2-40B4-BE49-F238E27FC236}">
                <a16:creationId xmlns:a16="http://schemas.microsoft.com/office/drawing/2014/main" id="{970D11A7-61B8-C7FA-8F67-4DB083F4C6D5}"/>
              </a:ext>
            </a:extLst>
          </p:cNvPr>
          <p:cNvSpPr>
            <a:spLocks noChangeShapeType="1"/>
          </p:cNvSpPr>
          <p:nvPr/>
        </p:nvSpPr>
        <p:spPr bwMode="auto">
          <a:xfrm>
            <a:off x="3657600" y="33528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3" name="Line 25">
            <a:extLst>
              <a:ext uri="{FF2B5EF4-FFF2-40B4-BE49-F238E27FC236}">
                <a16:creationId xmlns:a16="http://schemas.microsoft.com/office/drawing/2014/main" id="{490C0131-7751-E104-659A-23F9995ECF05}"/>
              </a:ext>
            </a:extLst>
          </p:cNvPr>
          <p:cNvSpPr>
            <a:spLocks noChangeShapeType="1"/>
          </p:cNvSpPr>
          <p:nvPr/>
        </p:nvSpPr>
        <p:spPr bwMode="auto">
          <a:xfrm>
            <a:off x="5257800" y="3352800"/>
            <a:ext cx="1524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4" name="AutoShape 26">
            <a:extLst>
              <a:ext uri="{FF2B5EF4-FFF2-40B4-BE49-F238E27FC236}">
                <a16:creationId xmlns:a16="http://schemas.microsoft.com/office/drawing/2014/main" id="{487F822D-9982-44F7-6FD1-9C856E55C007}"/>
              </a:ext>
            </a:extLst>
          </p:cNvPr>
          <p:cNvSpPr>
            <a:spLocks noChangeArrowheads="1"/>
          </p:cNvSpPr>
          <p:nvPr/>
        </p:nvSpPr>
        <p:spPr bwMode="auto">
          <a:xfrm>
            <a:off x="6553200" y="2438400"/>
            <a:ext cx="1219200" cy="6858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2315" name="AutoShape 27">
            <a:extLst>
              <a:ext uri="{FF2B5EF4-FFF2-40B4-BE49-F238E27FC236}">
                <a16:creationId xmlns:a16="http://schemas.microsoft.com/office/drawing/2014/main" id="{4526646C-F1E1-51C9-4D76-7ED2A91EF23A}"/>
              </a:ext>
            </a:extLst>
          </p:cNvPr>
          <p:cNvSpPr>
            <a:spLocks noChangeArrowheads="1"/>
          </p:cNvSpPr>
          <p:nvPr/>
        </p:nvSpPr>
        <p:spPr bwMode="auto">
          <a:xfrm rot="10800000">
            <a:off x="6629400" y="3505200"/>
            <a:ext cx="1066800" cy="990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ffectLst>
                <a:outerShdw blurRad="38100" dist="38100" dir="2700000" algn="tl">
                  <a:srgbClr val="000000"/>
                </a:outerShdw>
              </a:effectLst>
            </a:endParaRPr>
          </a:p>
        </p:txBody>
      </p:sp>
      <p:sp>
        <p:nvSpPr>
          <p:cNvPr id="12316" name="Freeform 28">
            <a:extLst>
              <a:ext uri="{FF2B5EF4-FFF2-40B4-BE49-F238E27FC236}">
                <a16:creationId xmlns:a16="http://schemas.microsoft.com/office/drawing/2014/main" id="{11FA639F-B5EA-496D-700F-4F0CB91B4DF0}"/>
              </a:ext>
            </a:extLst>
          </p:cNvPr>
          <p:cNvSpPr>
            <a:spLocks/>
          </p:cNvSpPr>
          <p:nvPr/>
        </p:nvSpPr>
        <p:spPr bwMode="auto">
          <a:xfrm>
            <a:off x="7010400" y="2590800"/>
            <a:ext cx="304800" cy="76200"/>
          </a:xfrm>
          <a:custGeom>
            <a:avLst/>
            <a:gdLst>
              <a:gd name="T0" fmla="*/ 0 w 192"/>
              <a:gd name="T1" fmla="*/ 0 h 48"/>
              <a:gd name="T2" fmla="*/ 96 w 192"/>
              <a:gd name="T3" fmla="*/ 48 h 48"/>
              <a:gd name="T4" fmla="*/ 192 w 192"/>
              <a:gd name="T5" fmla="*/ 0 h 48"/>
              <a:gd name="T6" fmla="*/ 0 60000 65536"/>
              <a:gd name="T7" fmla="*/ 0 60000 65536"/>
              <a:gd name="T8" fmla="*/ 0 60000 65536"/>
              <a:gd name="T9" fmla="*/ 0 w 192"/>
              <a:gd name="T10" fmla="*/ 0 h 48"/>
              <a:gd name="T11" fmla="*/ 192 w 192"/>
              <a:gd name="T12" fmla="*/ 48 h 48"/>
            </a:gdLst>
            <a:ahLst/>
            <a:cxnLst>
              <a:cxn ang="T6">
                <a:pos x="T0" y="T1"/>
              </a:cxn>
              <a:cxn ang="T7">
                <a:pos x="T2" y="T3"/>
              </a:cxn>
              <a:cxn ang="T8">
                <a:pos x="T4" y="T5"/>
              </a:cxn>
            </a:cxnLst>
            <a:rect l="T9" t="T10" r="T11" b="T12"/>
            <a:pathLst>
              <a:path w="192" h="48">
                <a:moveTo>
                  <a:pt x="0" y="0"/>
                </a:moveTo>
                <a:cubicBezTo>
                  <a:pt x="32" y="24"/>
                  <a:pt x="64" y="48"/>
                  <a:pt x="96" y="48"/>
                </a:cubicBezTo>
                <a:cubicBezTo>
                  <a:pt x="128" y="48"/>
                  <a:pt x="160" y="24"/>
                  <a:pt x="192" y="0"/>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7" name="Freeform 29">
            <a:extLst>
              <a:ext uri="{FF2B5EF4-FFF2-40B4-BE49-F238E27FC236}">
                <a16:creationId xmlns:a16="http://schemas.microsoft.com/office/drawing/2014/main" id="{3529E986-4604-CA40-D9DE-BFE2F7F02DE2}"/>
              </a:ext>
            </a:extLst>
          </p:cNvPr>
          <p:cNvSpPr>
            <a:spLocks/>
          </p:cNvSpPr>
          <p:nvPr/>
        </p:nvSpPr>
        <p:spPr bwMode="auto">
          <a:xfrm>
            <a:off x="6781800" y="2895600"/>
            <a:ext cx="88900" cy="228600"/>
          </a:xfrm>
          <a:custGeom>
            <a:avLst/>
            <a:gdLst>
              <a:gd name="T0" fmla="*/ 0 w 56"/>
              <a:gd name="T1" fmla="*/ 0 h 144"/>
              <a:gd name="T2" fmla="*/ 48 w 56"/>
              <a:gd name="T3" fmla="*/ 48 h 144"/>
              <a:gd name="T4" fmla="*/ 48 w 56"/>
              <a:gd name="T5" fmla="*/ 144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0" y="0"/>
                </a:moveTo>
                <a:cubicBezTo>
                  <a:pt x="20" y="12"/>
                  <a:pt x="40" y="24"/>
                  <a:pt x="48" y="48"/>
                </a:cubicBezTo>
                <a:cubicBezTo>
                  <a:pt x="56" y="72"/>
                  <a:pt x="52" y="108"/>
                  <a:pt x="48" y="144"/>
                </a:cubicBezTo>
              </a:path>
            </a:pathLst>
          </a:cu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8" name="Line 30">
            <a:extLst>
              <a:ext uri="{FF2B5EF4-FFF2-40B4-BE49-F238E27FC236}">
                <a16:creationId xmlns:a16="http://schemas.microsoft.com/office/drawing/2014/main" id="{E6DB72FA-5FE5-A637-619B-C4C5EE4A7818}"/>
              </a:ext>
            </a:extLst>
          </p:cNvPr>
          <p:cNvSpPr>
            <a:spLocks noChangeShapeType="1"/>
          </p:cNvSpPr>
          <p:nvPr/>
        </p:nvSpPr>
        <p:spPr bwMode="auto">
          <a:xfrm flipV="1">
            <a:off x="7391400" y="2743200"/>
            <a:ext cx="228600" cy="762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19" name="Line 31">
            <a:extLst>
              <a:ext uri="{FF2B5EF4-FFF2-40B4-BE49-F238E27FC236}">
                <a16:creationId xmlns:a16="http://schemas.microsoft.com/office/drawing/2014/main" id="{0B2A07D0-785E-0FAC-D94E-58132CB374FE}"/>
              </a:ext>
            </a:extLst>
          </p:cNvPr>
          <p:cNvSpPr>
            <a:spLocks noChangeShapeType="1"/>
          </p:cNvSpPr>
          <p:nvPr/>
        </p:nvSpPr>
        <p:spPr bwMode="auto">
          <a:xfrm>
            <a:off x="6705600" y="39624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20" name="Line 32">
            <a:extLst>
              <a:ext uri="{FF2B5EF4-FFF2-40B4-BE49-F238E27FC236}">
                <a16:creationId xmlns:a16="http://schemas.microsoft.com/office/drawing/2014/main" id="{CBA2C7F8-5C74-B641-DEB6-DDCFA0993B56}"/>
              </a:ext>
            </a:extLst>
          </p:cNvPr>
          <p:cNvSpPr>
            <a:spLocks noChangeShapeType="1"/>
          </p:cNvSpPr>
          <p:nvPr/>
        </p:nvSpPr>
        <p:spPr bwMode="auto">
          <a:xfrm>
            <a:off x="7391400" y="3962400"/>
            <a:ext cx="228600" cy="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2321" name="Line 33">
            <a:extLst>
              <a:ext uri="{FF2B5EF4-FFF2-40B4-BE49-F238E27FC236}">
                <a16:creationId xmlns:a16="http://schemas.microsoft.com/office/drawing/2014/main" id="{6E9D7A96-BC4B-52B7-242F-5B2C224720C9}"/>
              </a:ext>
            </a:extLst>
          </p:cNvPr>
          <p:cNvSpPr>
            <a:spLocks noChangeShapeType="1"/>
          </p:cNvSpPr>
          <p:nvPr/>
        </p:nvSpPr>
        <p:spPr bwMode="auto">
          <a:xfrm>
            <a:off x="7162800" y="3429000"/>
            <a:ext cx="0" cy="152400"/>
          </a:xfrm>
          <a:prstGeom prst="line">
            <a:avLst/>
          </a:prstGeom>
          <a:noFill/>
          <a:ln w="9525">
            <a:solidFill>
              <a:schemeClr val="tx1"/>
            </a:solidFill>
            <a:round/>
            <a:headEnd/>
            <a:tailEnd/>
          </a:ln>
        </p:spPr>
        <p:txBody>
          <a:bodyPr/>
          <a:lstStyle/>
          <a:p>
            <a:pPr eaLnBrk="1" hangingPunct="1">
              <a:defRPr/>
            </a:pPr>
            <a:endParaRPr lang="en-US">
              <a:effectLst>
                <a:outerShdw blurRad="38100" dist="38100" dir="2700000" algn="tl">
                  <a:srgbClr val="000000">
                    <a:alpha val="43137"/>
                  </a:srgbClr>
                </a:outerShdw>
              </a:effectLst>
              <a:latin typeface="Arial" charset="0"/>
              <a:cs typeface="Arial" charset="0"/>
            </a:endParaRPr>
          </a:p>
        </p:txBody>
      </p:sp>
      <p:sp>
        <p:nvSpPr>
          <p:cNvPr id="11298" name="Text Box 34">
            <a:extLst>
              <a:ext uri="{FF2B5EF4-FFF2-40B4-BE49-F238E27FC236}">
                <a16:creationId xmlns:a16="http://schemas.microsoft.com/office/drawing/2014/main" id="{31CBA90B-7DB7-869D-AA65-1E245050B175}"/>
              </a:ext>
            </a:extLst>
          </p:cNvPr>
          <p:cNvSpPr txBox="1">
            <a:spLocks noChangeArrowheads="1"/>
          </p:cNvSpPr>
          <p:nvPr/>
        </p:nvSpPr>
        <p:spPr bwMode="auto">
          <a:xfrm>
            <a:off x="4038600" y="4038600"/>
            <a:ext cx="2057400" cy="366713"/>
          </a:xfrm>
          <a:prstGeom prst="rect">
            <a:avLst/>
          </a:prstGeom>
          <a:noFill/>
          <a:ln w="9525">
            <a:noFill/>
            <a:miter lim="800000"/>
            <a:headEnd/>
            <a:tailEnd/>
          </a:ln>
        </p:spPr>
        <p:txBody>
          <a:bodyPr>
            <a:spAutoFit/>
          </a:bodyPr>
          <a:lstStyle/>
          <a:p>
            <a:pPr eaLnBrk="1" hangingPunct="1">
              <a:spcBef>
                <a:spcPct val="50000"/>
              </a:spcBef>
              <a:defRPr/>
            </a:pPr>
            <a:r>
              <a:rPr lang="en-US">
                <a:solidFill>
                  <a:schemeClr val="hlink"/>
                </a:solidFill>
                <a:effectLst>
                  <a:outerShdw blurRad="38100" dist="38100" dir="2700000" algn="tl">
                    <a:srgbClr val="000000">
                      <a:alpha val="43137"/>
                    </a:srgbClr>
                  </a:outerShdw>
                </a:effectLst>
                <a:latin typeface="Arial" charset="0"/>
                <a:cs typeface="Arial" charset="0"/>
              </a:rPr>
              <a:t>Yes</a:t>
            </a:r>
          </a:p>
        </p:txBody>
      </p:sp>
      <p:sp>
        <p:nvSpPr>
          <p:cNvPr id="11299" name="Text Box 35">
            <a:extLst>
              <a:ext uri="{FF2B5EF4-FFF2-40B4-BE49-F238E27FC236}">
                <a16:creationId xmlns:a16="http://schemas.microsoft.com/office/drawing/2014/main" id="{5F8BD475-491C-7F4B-6909-6B6C52CF402B}"/>
              </a:ext>
            </a:extLst>
          </p:cNvPr>
          <p:cNvSpPr txBox="1">
            <a:spLocks noChangeArrowheads="1"/>
          </p:cNvSpPr>
          <p:nvPr/>
        </p:nvSpPr>
        <p:spPr bwMode="auto">
          <a:xfrm>
            <a:off x="1219200" y="4038600"/>
            <a:ext cx="990600" cy="366713"/>
          </a:xfrm>
          <a:prstGeom prst="rect">
            <a:avLst/>
          </a:prstGeom>
          <a:noFill/>
          <a:ln w="9525">
            <a:noFill/>
            <a:miter lim="800000"/>
            <a:headEnd/>
            <a:tailEnd/>
          </a:ln>
        </p:spPr>
        <p:txBody>
          <a:bodyPr>
            <a:spAutoFit/>
          </a:bodyPr>
          <a:lstStyle/>
          <a:p>
            <a:pPr eaLnBrk="1" hangingPunct="1">
              <a:spcBef>
                <a:spcPct val="50000"/>
              </a:spcBef>
              <a:defRPr/>
            </a:pPr>
            <a:r>
              <a:rPr lang="en-US">
                <a:solidFill>
                  <a:schemeClr val="hlink"/>
                </a:solidFill>
                <a:effectLst>
                  <a:outerShdw blurRad="38100" dist="38100" dir="2700000" algn="tl">
                    <a:srgbClr val="000000">
                      <a:alpha val="43137"/>
                    </a:srgbClr>
                  </a:outerShdw>
                </a:effectLst>
                <a:latin typeface="Arial" charset="0"/>
                <a:cs typeface="Arial" charset="0"/>
              </a:rPr>
              <a:t>No</a:t>
            </a:r>
          </a:p>
        </p:txBody>
      </p:sp>
      <p:sp>
        <p:nvSpPr>
          <p:cNvPr id="11300" name="Text Box 36">
            <a:extLst>
              <a:ext uri="{FF2B5EF4-FFF2-40B4-BE49-F238E27FC236}">
                <a16:creationId xmlns:a16="http://schemas.microsoft.com/office/drawing/2014/main" id="{041E8AAD-FD0B-7662-CDC2-FEB83CE1538D}"/>
              </a:ext>
            </a:extLst>
          </p:cNvPr>
          <p:cNvSpPr txBox="1">
            <a:spLocks noChangeArrowheads="1"/>
          </p:cNvSpPr>
          <p:nvPr/>
        </p:nvSpPr>
        <p:spPr bwMode="auto">
          <a:xfrm>
            <a:off x="7467600" y="4114800"/>
            <a:ext cx="1219200" cy="366713"/>
          </a:xfrm>
          <a:prstGeom prst="rect">
            <a:avLst/>
          </a:prstGeom>
          <a:noFill/>
          <a:ln w="9525">
            <a:noFill/>
            <a:miter lim="800000"/>
            <a:headEnd/>
            <a:tailEnd/>
          </a:ln>
        </p:spPr>
        <p:txBody>
          <a:bodyPr>
            <a:spAutoFit/>
          </a:bodyPr>
          <a:lstStyle/>
          <a:p>
            <a:pPr eaLnBrk="1" hangingPunct="1">
              <a:spcBef>
                <a:spcPct val="50000"/>
              </a:spcBef>
              <a:defRPr/>
            </a:pPr>
            <a:r>
              <a:rPr lang="en-US">
                <a:solidFill>
                  <a:schemeClr val="hlink"/>
                </a:solidFill>
                <a:effectLst>
                  <a:outerShdw blurRad="38100" dist="38100" dir="2700000" algn="tl">
                    <a:srgbClr val="000000">
                      <a:alpha val="43137"/>
                    </a:srgbClr>
                  </a:outerShdw>
                </a:effectLst>
                <a:latin typeface="Arial" charset="0"/>
                <a:cs typeface="Arial" charset="0"/>
              </a:rPr>
              <a:t>No</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1299"/>
                                        </p:tgtEl>
                                        <p:attrNameLst>
                                          <p:attrName>style.visibility</p:attrName>
                                        </p:attrNameLst>
                                      </p:cBhvr>
                                      <p:to>
                                        <p:strVal val="visible"/>
                                      </p:to>
                                    </p:set>
                                    <p:animEffect transition="in" filter="wheel(4)">
                                      <p:cBhvr>
                                        <p:cTn id="7" dur="2000"/>
                                        <p:tgtEl>
                                          <p:spTgt spid="112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1298"/>
                                        </p:tgtEl>
                                        <p:attrNameLst>
                                          <p:attrName>style.visibility</p:attrName>
                                        </p:attrNameLst>
                                      </p:cBhvr>
                                      <p:to>
                                        <p:strVal val="visible"/>
                                      </p:to>
                                    </p:set>
                                    <p:animEffect transition="in" filter="wheel(4)">
                                      <p:cBhvr>
                                        <p:cTn id="12" dur="3000"/>
                                        <p:tgtEl>
                                          <p:spTgt spid="112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11300"/>
                                        </p:tgtEl>
                                        <p:attrNameLst>
                                          <p:attrName>style.visibility</p:attrName>
                                        </p:attrNameLst>
                                      </p:cBhvr>
                                      <p:to>
                                        <p:strVal val="visible"/>
                                      </p:to>
                                    </p:set>
                                    <p:animEffect transition="in" filter="wheel(4)">
                                      <p:cBhvr>
                                        <p:cTn id="17" dur="2000"/>
                                        <p:tgtEl>
                                          <p:spTgt spid="11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8" grpId="0"/>
      <p:bldP spid="11299" grpId="0"/>
      <p:bldP spid="1130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Paper</Template>
  <TotalTime>542</TotalTime>
  <Words>2194</Words>
  <Application>Microsoft Office PowerPoint</Application>
  <PresentationFormat>On-screen Show (4:3)</PresentationFormat>
  <Paragraphs>456</Paragraphs>
  <Slides>76</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76</vt:i4>
      </vt:variant>
    </vt:vector>
  </HeadingPairs>
  <TitlesOfParts>
    <vt:vector size="89" baseType="lpstr">
      <vt:lpstr>Arial</vt:lpstr>
      <vt:lpstr>Constantia</vt:lpstr>
      <vt:lpstr>Wingdings 2</vt:lpstr>
      <vt:lpstr>Calibri</vt:lpstr>
      <vt:lpstr>Times New Roman</vt:lpstr>
      <vt:lpstr>Wingdings</vt:lpstr>
      <vt:lpstr>Symbol</vt:lpstr>
      <vt:lpstr>Franklin Gothic Medium</vt:lpstr>
      <vt:lpstr>Paper</vt:lpstr>
      <vt:lpstr>MathType 5.0 Equation</vt:lpstr>
      <vt:lpstr>Adobe Photoshop Image</vt:lpstr>
      <vt:lpstr>Bitmap Image</vt:lpstr>
      <vt:lpstr>Microsoft Equation 3.0</vt:lpstr>
      <vt:lpstr>USE OF TRIANGLES</vt:lpstr>
      <vt:lpstr>E.Q: How do we prove triangles are congruent?</vt:lpstr>
      <vt:lpstr>Geometry Then and Now</vt:lpstr>
      <vt:lpstr>PowerPoint Presentation</vt:lpstr>
      <vt:lpstr>PowerPoint Presentation</vt:lpstr>
      <vt:lpstr>Congruent Triangles</vt:lpstr>
      <vt:lpstr>PowerPoint Presentation</vt:lpstr>
      <vt:lpstr>PowerPoint Presentation</vt:lpstr>
      <vt:lpstr>Triangles in our surroundings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4.1 Triangles and Angles</vt:lpstr>
      <vt:lpstr>Triangle Classification by Sides</vt:lpstr>
      <vt:lpstr>Triangle Classification by Angles</vt:lpstr>
      <vt:lpstr>Vocabulary</vt:lpstr>
      <vt:lpstr>Labeling Exercise </vt:lpstr>
      <vt:lpstr>Labeling Exercise </vt:lpstr>
      <vt:lpstr>More Definitions</vt:lpstr>
      <vt:lpstr>Triangle Sum Theorem (4.1)</vt:lpstr>
      <vt:lpstr>Exterior Angles Theorem (4.2)</vt:lpstr>
      <vt:lpstr>PowerPoint Presentation</vt:lpstr>
      <vt:lpstr>4.2 Congruence and Triangles</vt:lpstr>
      <vt:lpstr>Congruent Figures</vt:lpstr>
      <vt:lpstr>Z</vt:lpstr>
      <vt:lpstr>Thm 4.3 3rd angles thm</vt:lpstr>
      <vt:lpstr>Given: seg RP  seg MN, seg PQ  seg NQ , seg RQ  seg MQ, mP=92o and mN is 92o. Prove: ΔRQP  ΔMQN </vt:lpstr>
      <vt:lpstr>PowerPoint Presentation</vt:lpstr>
      <vt:lpstr>SSS </vt:lpstr>
      <vt:lpstr>Example #1 – SSS – Postulate</vt:lpstr>
      <vt:lpstr>Definition – Included Angle</vt:lpstr>
      <vt:lpstr>SAS – Postulate/Rule</vt:lpstr>
      <vt:lpstr>Example #2 – SAS – Postulate</vt:lpstr>
      <vt:lpstr>Definition – Included Side</vt:lpstr>
      <vt:lpstr>ASA - Postulate</vt:lpstr>
      <vt:lpstr>Example #3 – ASA – Postulate</vt:lpstr>
      <vt:lpstr>PowerPoint Presentation</vt:lpstr>
      <vt:lpstr>PowerPoint Presentation</vt:lpstr>
      <vt:lpstr>Identify the Congruent Triangles.</vt:lpstr>
      <vt:lpstr>Example #4 –   Paragraph Proof</vt:lpstr>
      <vt:lpstr>Example #5 –   Column Proof</vt:lpstr>
      <vt:lpstr>Summary</vt:lpstr>
      <vt:lpstr>Angle-Angle-Side Theorem</vt:lpstr>
      <vt:lpstr>Prove this theorem in group by two and share.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Given: JO  SH;        O is the midpoint of SH                          Prove:  SOJ  HOJ</vt:lpstr>
      <vt:lpstr>PowerPoint Presentation</vt:lpstr>
      <vt:lpstr>Isosceles, Equilateral, and Right Triangles</vt:lpstr>
      <vt:lpstr>4.6 Isosceles, Equilateral, and Right Triangles</vt:lpstr>
      <vt:lpstr>Base Angles Theorem</vt:lpstr>
      <vt:lpstr>Converse to the Base Angles Theorem</vt:lpstr>
      <vt:lpstr>Corollary to the Base Angles Theorem</vt:lpstr>
      <vt:lpstr>Corollary to the Converse of the Base Angles Theorem</vt:lpstr>
      <vt:lpstr>PowerPoint Presentation</vt:lpstr>
      <vt:lpstr>Hypotenuse-Leg (HL) Congruence Theorem</vt:lpstr>
      <vt:lpstr>Practice Problems</vt:lpstr>
      <vt:lpstr>More Practice Problems</vt:lpstr>
      <vt:lpstr>PowerPoint Presentation</vt:lpstr>
    </vt:vector>
  </TitlesOfParts>
  <Company>LPS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Proving Triangles Congruent</dc:title>
  <dc:creator>Jerel Welker</dc:creator>
  <cp:lastModifiedBy>DAVIES Rhys [Busselton Senior High School]</cp:lastModifiedBy>
  <cp:revision>48</cp:revision>
  <dcterms:created xsi:type="dcterms:W3CDTF">2006-02-13T01:44:17Z</dcterms:created>
  <dcterms:modified xsi:type="dcterms:W3CDTF">2022-07-18T11:40:28Z</dcterms:modified>
</cp:coreProperties>
</file>