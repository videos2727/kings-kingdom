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63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FCC9-E24E-207D-5A21-BA19F0C84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E9DBB-0FC4-DAE5-23CA-C32B1FCD5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EAA19-56C0-DBA0-5170-46E1E375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008F-488B-F202-B458-8C446171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A1BB4-BCDA-51BA-7954-9904DF8D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55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5A4F-F6C3-7A71-E19A-E1763B00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976C-2761-B3C3-BF4C-E7A08279C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3120-2992-C61C-39FA-31DDAB4D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EFF9-F3D2-5487-7DB0-5A5A2251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79592-125A-AAD2-660D-5DEB044B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718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F04F-FDF8-2197-37F8-8D8877FE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2D6D0-AE25-5988-EC3A-323EA60F6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86CEE-D148-F7A4-0322-464CE302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B4EF-4710-2F39-52F5-74C4E577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EE84-EF8A-A806-AAA1-81192546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23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F333-0B5F-7C15-47AF-D6D1BDD2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3C8C0-5639-D0A1-AEEA-F70E1460F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8B28A-2BEF-048C-5033-7973F334A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6CBCE-BA08-CD73-D903-641B26E46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07CFB-4321-CD38-F018-25F3EA6E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0A885-28B5-D00A-63D6-70949046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17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B8361-7E17-3467-C087-1CB2B792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2B46C-3325-41E0-4FAA-3E11A947B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548E5-F3CE-AF45-4DB4-FC2301AE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B2AC8-9B0B-A723-293C-10F12FF19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44066-A8F5-8A9D-4BA6-E970B10C3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0BF25-6965-9336-463E-C36CDA72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2865C-5F06-68EB-A3A2-071BEADA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DFA07-4B9C-BA79-F2FE-7938AD64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FE05-7F52-C939-2C0D-2F228A9E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8BDE3-FF37-D2BD-7F34-A49BE789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81253-8BFE-78EE-1C93-B4A2D621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1DAA2-75C7-2D05-4BC9-35777CDE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85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ED1A7-C7EC-9693-709C-BF372E98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EED74-83AD-2495-E2FE-AFEEDD19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AD717-9EC4-2F84-88FA-242907F8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099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F53A-5419-7025-5F61-8E9027DC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569D7-8F8E-C7A8-09CE-09C064852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2A519-4A54-FAF2-9800-479BBB570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C8674-2641-F227-DAED-56F9F4220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D9506-16B9-23AF-9475-755CEC99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03536-CA1B-9967-2051-72FAFD67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99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2ED8-E0B8-9EAB-161A-F26C418D9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FC4DB-91E5-8655-D2C3-BDC3EF4EC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8EDA3-A292-BB94-2FA9-71F13EC0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09F74-9ED9-BC9E-FA30-660CA530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B8C92-E52B-7DA4-0324-437709E50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DAD97-4E65-03E7-242A-C0AF4998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97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3972-C535-4C9F-D4C5-F7767C76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90B34-B190-2759-C962-26BA7663A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9AD4C-4602-4DC6-FDD9-7165B331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0AA23-F842-46E5-45B0-0810BDF1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E9F6F-DF22-8758-6277-4C35E956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123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ECEFB-2930-4D15-F89A-5350807B8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14926-C1AB-A3EE-BF87-89FE80875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1FFA0-450D-CE8B-A3DB-B5747603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F5EB4-5809-F0D2-F633-8E392172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8CD06-DB4A-65D9-B15F-7932249E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4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AF768-8A64-D0BA-C81A-5F2521D5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A0B71-B95B-77FF-AB4C-BA832C104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56D2E-767C-6D59-DD92-5CFA8A31F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7A53A-F593-40F7-AE97-6A355A2B14F4}" type="datetimeFigureOut">
              <a:rPr lang="en-AU" smtClean="0"/>
              <a:t>18/07/2022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98DC7-EE3C-EAC0-930B-D11198EE8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213B-F3D2-BE24-0596-8097486A0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889FA-AA0A-47EB-9486-DF46F15EDE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029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EBF636-0F6E-CF65-BF91-CBCE4544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278A02-9723-110C-DA1D-94C5375F5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693"/>
            <a:ext cx="10515600" cy="5019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Timely review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Determine durations of events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Review classroom expectations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Classroom expectations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Time jumps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Duration activity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9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F8A2-5499-599B-4CDC-7EF5655E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makes an effective learner? </a:t>
            </a: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4A217D-DE02-445F-B4BE-25A81A764636}"/>
              </a:ext>
            </a:extLst>
          </p:cNvPr>
          <p:cNvCxnSpPr/>
          <p:nvPr/>
        </p:nvCxnSpPr>
        <p:spPr>
          <a:xfrm>
            <a:off x="383219" y="3852909"/>
            <a:ext cx="1142556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FFB344-6E39-5F4D-CAE7-22592136057B}"/>
              </a:ext>
            </a:extLst>
          </p:cNvPr>
          <p:cNvSpPr txBox="1"/>
          <p:nvPr/>
        </p:nvSpPr>
        <p:spPr>
          <a:xfrm>
            <a:off x="568171" y="1970843"/>
            <a:ext cx="1260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Effective </a:t>
            </a:r>
            <a:endParaRPr lang="en-AU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2E025-EFBC-C049-A30A-A108160D6365}"/>
              </a:ext>
            </a:extLst>
          </p:cNvPr>
          <p:cNvSpPr txBox="1"/>
          <p:nvPr/>
        </p:nvSpPr>
        <p:spPr>
          <a:xfrm>
            <a:off x="568171" y="6015131"/>
            <a:ext cx="3160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 Effective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88216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CCA1-13FE-4526-B061-2E45660E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Timed time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2139-CC43-434E-8C6D-61C86380C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Mr. Davies drove 950km in 12 hours, how fast was he travelling on average? </a:t>
            </a:r>
          </a:p>
          <a:p>
            <a:pPr marL="514350" indent="-514350">
              <a:buAutoNum type="arabicPeriod"/>
            </a:pPr>
            <a:r>
              <a:rPr lang="en-AU" dirty="0"/>
              <a:t>What time is it 3hrs and 15min after 5:20pm? </a:t>
            </a:r>
          </a:p>
          <a:p>
            <a:pPr marL="514350" indent="-514350">
              <a:buAutoNum type="arabicPeriod"/>
            </a:pPr>
            <a:r>
              <a:rPr lang="en-AU" dirty="0"/>
              <a:t>Mr. Davies fished from 7:15am Monday till 6:30pm Tuesday. How long was he fishing? </a:t>
            </a:r>
          </a:p>
          <a:p>
            <a:pPr marL="514350" indent="-514350">
              <a:buAutoNum type="arabicPeriod"/>
            </a:pPr>
            <a:r>
              <a:rPr lang="en-AU" dirty="0"/>
              <a:t>Mr. Davies left his fishing spot at 6:30pm. He travelled 30 minutes to the camp site and cooked dinner. He then travelled 45 minutes to a new fishing spot. If he arrived at the new spot at 8:30pm, how long did it take him to cook/eat dinner?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321C3-DAC6-4CC5-838B-7FA040DAA728}"/>
              </a:ext>
            </a:extLst>
          </p:cNvPr>
          <p:cNvSpPr txBox="1"/>
          <p:nvPr/>
        </p:nvSpPr>
        <p:spPr>
          <a:xfrm>
            <a:off x="2938509" y="2702110"/>
            <a:ext cx="143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79.17km/h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3325C-305F-43E9-9589-5EE8C8CF5AE9}"/>
              </a:ext>
            </a:extLst>
          </p:cNvPr>
          <p:cNvSpPr txBox="1"/>
          <p:nvPr/>
        </p:nvSpPr>
        <p:spPr>
          <a:xfrm>
            <a:off x="8337612" y="3102220"/>
            <a:ext cx="143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srgbClr val="FF0000"/>
                </a:solidFill>
                <a:latin typeface="Calibri" panose="020F0502020204030204"/>
              </a:rPr>
              <a:t>8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:35pm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CE598-1B90-4DB2-B3A0-7B1BAC4212E6}"/>
              </a:ext>
            </a:extLst>
          </p:cNvPr>
          <p:cNvSpPr txBox="1"/>
          <p:nvPr/>
        </p:nvSpPr>
        <p:spPr>
          <a:xfrm>
            <a:off x="4403323" y="3978705"/>
            <a:ext cx="4740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 hrs and 15 minutes (zero fish caught)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9878C-90B2-4857-86AC-2B1CC48F91A3}"/>
              </a:ext>
            </a:extLst>
          </p:cNvPr>
          <p:cNvSpPr txBox="1"/>
          <p:nvPr/>
        </p:nvSpPr>
        <p:spPr>
          <a:xfrm>
            <a:off x="7298925" y="5455355"/>
            <a:ext cx="143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 minutes </a:t>
            </a:r>
          </a:p>
        </p:txBody>
      </p:sp>
    </p:spTree>
    <p:extLst>
      <p:ext uri="{BB962C8B-B14F-4D97-AF65-F5344CB8AC3E}">
        <p14:creationId xmlns:p14="http://schemas.microsoft.com/office/powerpoint/2010/main" val="95959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1271F5-8D5F-481D-BFF2-22FC8277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793"/>
            <a:ext cx="7716712" cy="63484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2B7CCD-D143-4B89-A1C6-3EE3511117B2}"/>
              </a:ext>
            </a:extLst>
          </p:cNvPr>
          <p:cNvSpPr txBox="1"/>
          <p:nvPr/>
        </p:nvSpPr>
        <p:spPr>
          <a:xfrm>
            <a:off x="8105775" y="381000"/>
            <a:ext cx="36385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from Perth to Claremont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Subiaco to North Fremantle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need to be at Daglish station by 9:45am, which trains could you take from Perth? </a:t>
            </a:r>
          </a:p>
        </p:txBody>
      </p:sp>
    </p:spTree>
    <p:extLst>
      <p:ext uri="{BB962C8B-B14F-4D97-AF65-F5344CB8AC3E}">
        <p14:creationId xmlns:p14="http://schemas.microsoft.com/office/powerpoint/2010/main" val="100461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D90C-F8F9-4E42-9D21-9FC5E8CA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Timetable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8B6C9-A796-4477-9F6D-2BFD6869A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Complete the “Planning simple journeys” activity sheet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Glue into book when finished </a:t>
            </a:r>
          </a:p>
        </p:txBody>
      </p:sp>
    </p:spTree>
    <p:extLst>
      <p:ext uri="{BB962C8B-B14F-4D97-AF65-F5344CB8AC3E}">
        <p14:creationId xmlns:p14="http://schemas.microsoft.com/office/powerpoint/2010/main" val="401349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194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Lesson objective </vt:lpstr>
      <vt:lpstr>What makes an effective learner? </vt:lpstr>
      <vt:lpstr>Timed time questions </vt:lpstr>
      <vt:lpstr>PowerPoint Presentation</vt:lpstr>
      <vt:lpstr>Timetable review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4</cp:revision>
  <dcterms:created xsi:type="dcterms:W3CDTF">2022-07-18T06:28:08Z</dcterms:created>
  <dcterms:modified xsi:type="dcterms:W3CDTF">2022-07-18T12:03:15Z</dcterms:modified>
</cp:coreProperties>
</file>