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371" r:id="rId4"/>
    <p:sldId id="372" r:id="rId5"/>
    <p:sldId id="373" r:id="rId6"/>
    <p:sldId id="377" r:id="rId7"/>
    <p:sldId id="378" r:id="rId8"/>
    <p:sldId id="374" r:id="rId9"/>
    <p:sldId id="375" r:id="rId10"/>
    <p:sldId id="376" r:id="rId11"/>
    <p:sldId id="3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9E423-FE7C-8E41-B85D-D0E44187A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5D722-919A-DB2E-C7BD-72CD161A69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1648A-3539-826C-B334-2E86C24A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4999-7F68-1728-702D-1C37583B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040C7-2734-1E57-6D00-64DB50F7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141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BF793-D58C-6F21-46D5-4A61E18EA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96566-EC8B-4478-739E-2A55402E9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CF1F0-B4D6-E514-CB12-06D9E6344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D3BAA2-39D1-A43B-BC83-C7CBBF1D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C8FFB-4199-6718-AC11-4374B58A8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91871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FA62F-A986-3685-4F47-6A5FAC7C0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E28B4-4B39-485A-41A0-99EEA6D20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3F07A-7828-31BC-825F-FB7C0BC50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B45A2-06EE-F73B-EBAC-68178EBF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EDD7-5007-810E-B7AC-CB3886D5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522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C3184-22BB-F310-1AD2-941FE1D4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B424E-E3A5-5A4A-69B9-C782FAF9C4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42D663-2878-DCBE-156C-FF055201B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34EF2-AD34-F03C-CA2E-D723682DF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C900D8-A5C1-29A7-BB32-46C72B331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2C619-E647-1122-EACA-E017A5E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333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4F531-5857-24C4-F6E9-31382A4D2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390D5-9420-44DD-D96A-88D3EBBF3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9726C-10E1-96D9-40E2-9B08442EE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F654DB-5FAA-A759-744F-85646CBA8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A0D7CC-CC01-353B-4EED-AD70278D6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B75E98-7089-7941-7030-8330FB49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6CCCED-29BF-C30C-DD12-8DAF08E07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99AA56-B0A7-2355-7FE5-574B2F102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828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95C3-376F-0931-D2F5-FCF77132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68821-C674-7005-B806-7FA112E0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C13AC-6A04-56C3-D6E9-AF0FA3876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448B10-BDA8-5B3C-CB16-562CFB71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156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7350D5-F05E-8EDA-1441-6130D184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3D63-1078-C839-740F-E2BA90E0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F2FF1-729F-4286-21AA-C06D07A4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4717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90C71-8B81-272E-52D3-FE975B831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079A7-CB8A-D852-954D-486BCCD30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C79AB-F0C5-23DE-43DC-3D3DA88E7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CF57B9-C8F4-5EAB-EAF8-BF91A1917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4D4E4-7841-A8AF-65CB-A2A08C51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6585D-7DAB-83BF-74CD-2CC9B3958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0055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BA17A-FBD8-9860-0321-C8F66FEE2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50DF0-0532-9F6F-DD92-CDDF8AE58D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7092C9-8F5B-A017-E784-8EE8A4842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54A2-CCAF-20A4-9D7E-B3757680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7B37C4-DB21-204B-A1D3-7574DFCE1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AE83F2-47BB-C849-6EE7-B3137A47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75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30AA-8D39-7EDE-F66A-694A61305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EA217B-313F-7C3B-25D4-2EAE104930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344460-92A8-7A78-2BF6-7E850FECF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F3F44-75CB-DE4B-5A25-A3AACF504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3520C-597D-F03D-430F-8309C76BF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222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9765F-DF13-D7AC-1192-5C1550C77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BE8696-3FE2-39CC-2276-DA52FEDD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A73D2-7F93-7262-1F75-C224C077A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A023F-5E7F-5696-41F6-D453095F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0E3F8-96F3-3077-530D-8D35CA41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3986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grpSp>
        <p:nvGrpSpPr>
          <p:cNvPr id="5" name="Group 43"/>
          <p:cNvGrpSpPr>
            <a:grpSpLocks/>
          </p:cNvGrpSpPr>
          <p:nvPr userDrawn="1"/>
        </p:nvGrpSpPr>
        <p:grpSpPr bwMode="auto">
          <a:xfrm>
            <a:off x="0" y="2268538"/>
            <a:ext cx="5588000" cy="4589462"/>
            <a:chOff x="-1" y="1600199"/>
            <a:chExt cx="4501019" cy="5257801"/>
          </a:xfrm>
        </p:grpSpPr>
        <p:sp>
          <p:nvSpPr>
            <p:cNvPr id="6" name="Freeform 7"/>
            <p:cNvSpPr>
              <a:spLocks/>
            </p:cNvSpPr>
            <p:nvPr userDrawn="1"/>
          </p:nvSpPr>
          <p:spPr bwMode="auto">
            <a:xfrm>
              <a:off x="-1" y="1600199"/>
              <a:ext cx="4127640" cy="25152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7" name="Freeform 8"/>
            <p:cNvSpPr>
              <a:spLocks/>
            </p:cNvSpPr>
            <p:nvPr userDrawn="1"/>
          </p:nvSpPr>
          <p:spPr bwMode="auto">
            <a:xfrm>
              <a:off x="-1" y="3580740"/>
              <a:ext cx="1600931" cy="3277260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8" name="Freeform 9"/>
            <p:cNvSpPr>
              <a:spLocks/>
            </p:cNvSpPr>
            <p:nvPr userDrawn="1"/>
          </p:nvSpPr>
          <p:spPr bwMode="auto">
            <a:xfrm>
              <a:off x="-1" y="2438610"/>
              <a:ext cx="2894974" cy="2153316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9" name="Freeform 10"/>
            <p:cNvSpPr>
              <a:spLocks/>
            </p:cNvSpPr>
            <p:nvPr userDrawn="1"/>
          </p:nvSpPr>
          <p:spPr bwMode="auto">
            <a:xfrm>
              <a:off x="1224140" y="3886278"/>
              <a:ext cx="3276878" cy="2971722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0" name="Freeform 11"/>
            <p:cNvSpPr>
              <a:spLocks/>
            </p:cNvSpPr>
            <p:nvPr userDrawn="1"/>
          </p:nvSpPr>
          <p:spPr bwMode="auto">
            <a:xfrm>
              <a:off x="876334" y="3993581"/>
              <a:ext cx="1720276" cy="2864419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sp>
        <p:nvSpPr>
          <p:cNvPr id="11" name="Freeform 46"/>
          <p:cNvSpPr>
            <a:spLocks/>
          </p:cNvSpPr>
          <p:nvPr userDrawn="1"/>
        </p:nvSpPr>
        <p:spPr bwMode="auto">
          <a:xfrm>
            <a:off x="10058400" y="0"/>
            <a:ext cx="2133600" cy="2209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32" y="0"/>
              </a:cxn>
              <a:cxn ang="0">
                <a:pos x="1432" y="3492"/>
              </a:cxn>
              <a:cxn ang="0">
                <a:pos x="1419" y="3252"/>
              </a:cxn>
              <a:cxn ang="0">
                <a:pos x="1406" y="3024"/>
              </a:cxn>
              <a:cxn ang="0">
                <a:pos x="1393" y="2807"/>
              </a:cxn>
              <a:cxn ang="0">
                <a:pos x="1379" y="2601"/>
              </a:cxn>
              <a:cxn ang="0">
                <a:pos x="1364" y="2407"/>
              </a:cxn>
              <a:cxn ang="0">
                <a:pos x="1348" y="2222"/>
              </a:cxn>
              <a:cxn ang="0">
                <a:pos x="1330" y="2047"/>
              </a:cxn>
              <a:cxn ang="0">
                <a:pos x="1311" y="1881"/>
              </a:cxn>
              <a:cxn ang="0">
                <a:pos x="1291" y="1726"/>
              </a:cxn>
              <a:cxn ang="0">
                <a:pos x="1268" y="1580"/>
              </a:cxn>
              <a:cxn ang="0">
                <a:pos x="1245" y="1442"/>
              </a:cxn>
              <a:cxn ang="0">
                <a:pos x="1218" y="1313"/>
              </a:cxn>
              <a:cxn ang="0">
                <a:pos x="1190" y="1192"/>
              </a:cxn>
              <a:cxn ang="0">
                <a:pos x="1158" y="1078"/>
              </a:cxn>
              <a:cxn ang="0">
                <a:pos x="1125" y="973"/>
              </a:cxn>
              <a:cxn ang="0">
                <a:pos x="1089" y="873"/>
              </a:cxn>
              <a:cxn ang="0">
                <a:pos x="1049" y="781"/>
              </a:cxn>
              <a:cxn ang="0">
                <a:pos x="1007" y="696"/>
              </a:cxn>
              <a:cxn ang="0">
                <a:pos x="962" y="617"/>
              </a:cxn>
              <a:cxn ang="0">
                <a:pos x="913" y="544"/>
              </a:cxn>
              <a:cxn ang="0">
                <a:pos x="860" y="475"/>
              </a:cxn>
              <a:cxn ang="0">
                <a:pos x="804" y="413"/>
              </a:cxn>
              <a:cxn ang="0">
                <a:pos x="744" y="354"/>
              </a:cxn>
              <a:cxn ang="0">
                <a:pos x="680" y="301"/>
              </a:cxn>
              <a:cxn ang="0">
                <a:pos x="611" y="252"/>
              </a:cxn>
              <a:cxn ang="0">
                <a:pos x="539" y="206"/>
              </a:cxn>
              <a:cxn ang="0">
                <a:pos x="461" y="165"/>
              </a:cxn>
              <a:cxn ang="0">
                <a:pos x="379" y="128"/>
              </a:cxn>
              <a:cxn ang="0">
                <a:pos x="292" y="92"/>
              </a:cxn>
              <a:cxn ang="0">
                <a:pos x="200" y="59"/>
              </a:cxn>
              <a:cxn ang="0">
                <a:pos x="103" y="28"/>
              </a:cxn>
              <a:cxn ang="0">
                <a:pos x="0" y="0"/>
              </a:cxn>
            </a:cxnLst>
            <a:rect l="0" t="0" r="r" b="b"/>
            <a:pathLst>
              <a:path w="1432" h="3492">
                <a:moveTo>
                  <a:pt x="0" y="0"/>
                </a:moveTo>
                <a:lnTo>
                  <a:pt x="1432" y="0"/>
                </a:lnTo>
                <a:lnTo>
                  <a:pt x="1432" y="3492"/>
                </a:lnTo>
                <a:lnTo>
                  <a:pt x="1419" y="3252"/>
                </a:lnTo>
                <a:lnTo>
                  <a:pt x="1406" y="3024"/>
                </a:lnTo>
                <a:lnTo>
                  <a:pt x="1393" y="2807"/>
                </a:lnTo>
                <a:lnTo>
                  <a:pt x="1379" y="2601"/>
                </a:lnTo>
                <a:lnTo>
                  <a:pt x="1364" y="2407"/>
                </a:lnTo>
                <a:lnTo>
                  <a:pt x="1348" y="2222"/>
                </a:lnTo>
                <a:lnTo>
                  <a:pt x="1330" y="2047"/>
                </a:lnTo>
                <a:lnTo>
                  <a:pt x="1311" y="1881"/>
                </a:lnTo>
                <a:lnTo>
                  <a:pt x="1291" y="1726"/>
                </a:lnTo>
                <a:lnTo>
                  <a:pt x="1268" y="1580"/>
                </a:lnTo>
                <a:lnTo>
                  <a:pt x="1245" y="1442"/>
                </a:lnTo>
                <a:lnTo>
                  <a:pt x="1218" y="1313"/>
                </a:lnTo>
                <a:lnTo>
                  <a:pt x="1190" y="1192"/>
                </a:lnTo>
                <a:lnTo>
                  <a:pt x="1158" y="1078"/>
                </a:lnTo>
                <a:lnTo>
                  <a:pt x="1125" y="973"/>
                </a:lnTo>
                <a:lnTo>
                  <a:pt x="1089" y="873"/>
                </a:lnTo>
                <a:lnTo>
                  <a:pt x="1049" y="781"/>
                </a:lnTo>
                <a:lnTo>
                  <a:pt x="1007" y="696"/>
                </a:lnTo>
                <a:lnTo>
                  <a:pt x="962" y="617"/>
                </a:lnTo>
                <a:lnTo>
                  <a:pt x="913" y="544"/>
                </a:lnTo>
                <a:lnTo>
                  <a:pt x="860" y="475"/>
                </a:lnTo>
                <a:lnTo>
                  <a:pt x="804" y="413"/>
                </a:lnTo>
                <a:lnTo>
                  <a:pt x="744" y="354"/>
                </a:lnTo>
                <a:lnTo>
                  <a:pt x="680" y="301"/>
                </a:lnTo>
                <a:lnTo>
                  <a:pt x="611" y="252"/>
                </a:lnTo>
                <a:lnTo>
                  <a:pt x="539" y="206"/>
                </a:lnTo>
                <a:lnTo>
                  <a:pt x="461" y="165"/>
                </a:lnTo>
                <a:lnTo>
                  <a:pt x="379" y="128"/>
                </a:lnTo>
                <a:lnTo>
                  <a:pt x="292" y="92"/>
                </a:lnTo>
                <a:lnTo>
                  <a:pt x="200" y="59"/>
                </a:lnTo>
                <a:lnTo>
                  <a:pt x="103" y="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12" name="Freeform 47"/>
          <p:cNvSpPr>
            <a:spLocks/>
          </p:cNvSpPr>
          <p:nvPr userDrawn="1"/>
        </p:nvSpPr>
        <p:spPr bwMode="auto">
          <a:xfrm>
            <a:off x="4978400" y="5715000"/>
            <a:ext cx="6705600" cy="762000"/>
          </a:xfrm>
          <a:custGeom>
            <a:avLst/>
            <a:gdLst/>
            <a:ahLst/>
            <a:cxnLst>
              <a:cxn ang="0">
                <a:pos x="17264" y="180"/>
              </a:cxn>
              <a:cxn ang="0">
                <a:pos x="16706" y="689"/>
              </a:cxn>
              <a:cxn ang="0">
                <a:pos x="15959" y="1141"/>
              </a:cxn>
              <a:cxn ang="0">
                <a:pos x="15050" y="1535"/>
              </a:cxn>
              <a:cxn ang="0">
                <a:pos x="14003" y="1871"/>
              </a:cxn>
              <a:cxn ang="0">
                <a:pos x="12844" y="2151"/>
              </a:cxn>
              <a:cxn ang="0">
                <a:pos x="11599" y="2374"/>
              </a:cxn>
              <a:cxn ang="0">
                <a:pos x="10294" y="2540"/>
              </a:cxn>
              <a:cxn ang="0">
                <a:pos x="8951" y="2649"/>
              </a:cxn>
              <a:cxn ang="0">
                <a:pos x="7599" y="2704"/>
              </a:cxn>
              <a:cxn ang="0">
                <a:pos x="6264" y="2702"/>
              </a:cxn>
              <a:cxn ang="0">
                <a:pos x="4968" y="2645"/>
              </a:cxn>
              <a:cxn ang="0">
                <a:pos x="3740" y="2534"/>
              </a:cxn>
              <a:cxn ang="0">
                <a:pos x="2603" y="2367"/>
              </a:cxn>
              <a:cxn ang="0">
                <a:pos x="1584" y="2147"/>
              </a:cxn>
              <a:cxn ang="0">
                <a:pos x="708" y="1871"/>
              </a:cxn>
              <a:cxn ang="0">
                <a:pos x="0" y="1543"/>
              </a:cxn>
              <a:cxn ang="0">
                <a:pos x="341" y="1635"/>
              </a:cxn>
              <a:cxn ang="0">
                <a:pos x="1155" y="1920"/>
              </a:cxn>
              <a:cxn ang="0">
                <a:pos x="2121" y="2151"/>
              </a:cxn>
              <a:cxn ang="0">
                <a:pos x="3215" y="2331"/>
              </a:cxn>
              <a:cxn ang="0">
                <a:pos x="4413" y="2457"/>
              </a:cxn>
              <a:cxn ang="0">
                <a:pos x="5686" y="2531"/>
              </a:cxn>
              <a:cxn ang="0">
                <a:pos x="7011" y="2550"/>
              </a:cxn>
              <a:cxn ang="0">
                <a:pos x="8361" y="2515"/>
              </a:cxn>
              <a:cxn ang="0">
                <a:pos x="9712" y="2426"/>
              </a:cxn>
              <a:cxn ang="0">
                <a:pos x="11037" y="2283"/>
              </a:cxn>
              <a:cxn ang="0">
                <a:pos x="12311" y="2084"/>
              </a:cxn>
              <a:cxn ang="0">
                <a:pos x="13509" y="1831"/>
              </a:cxn>
              <a:cxn ang="0">
                <a:pos x="14604" y="1522"/>
              </a:cxn>
              <a:cxn ang="0">
                <a:pos x="15571" y="1158"/>
              </a:cxn>
              <a:cxn ang="0">
                <a:pos x="16386" y="737"/>
              </a:cxn>
              <a:cxn ang="0">
                <a:pos x="17021" y="260"/>
              </a:cxn>
            </a:cxnLst>
            <a:rect l="0" t="0" r="r" b="b"/>
            <a:pathLst>
              <a:path w="17264" h="2710">
                <a:moveTo>
                  <a:pt x="17264" y="0"/>
                </a:moveTo>
                <a:lnTo>
                  <a:pt x="17264" y="180"/>
                </a:lnTo>
                <a:lnTo>
                  <a:pt x="17010" y="442"/>
                </a:lnTo>
                <a:lnTo>
                  <a:pt x="16706" y="689"/>
                </a:lnTo>
                <a:lnTo>
                  <a:pt x="16354" y="923"/>
                </a:lnTo>
                <a:lnTo>
                  <a:pt x="15959" y="1141"/>
                </a:lnTo>
                <a:lnTo>
                  <a:pt x="15524" y="1345"/>
                </a:lnTo>
                <a:lnTo>
                  <a:pt x="15050" y="1535"/>
                </a:lnTo>
                <a:lnTo>
                  <a:pt x="14543" y="1710"/>
                </a:lnTo>
                <a:lnTo>
                  <a:pt x="14003" y="1871"/>
                </a:lnTo>
                <a:lnTo>
                  <a:pt x="13437" y="2018"/>
                </a:lnTo>
                <a:lnTo>
                  <a:pt x="12844" y="2151"/>
                </a:lnTo>
                <a:lnTo>
                  <a:pt x="12232" y="2269"/>
                </a:lnTo>
                <a:lnTo>
                  <a:pt x="11599" y="2374"/>
                </a:lnTo>
                <a:lnTo>
                  <a:pt x="10952" y="2464"/>
                </a:lnTo>
                <a:lnTo>
                  <a:pt x="10294" y="2540"/>
                </a:lnTo>
                <a:lnTo>
                  <a:pt x="9625" y="2602"/>
                </a:lnTo>
                <a:lnTo>
                  <a:pt x="8951" y="2649"/>
                </a:lnTo>
                <a:lnTo>
                  <a:pt x="8275" y="2684"/>
                </a:lnTo>
                <a:lnTo>
                  <a:pt x="7599" y="2704"/>
                </a:lnTo>
                <a:lnTo>
                  <a:pt x="6928" y="2710"/>
                </a:lnTo>
                <a:lnTo>
                  <a:pt x="6264" y="2702"/>
                </a:lnTo>
                <a:lnTo>
                  <a:pt x="5609" y="2681"/>
                </a:lnTo>
                <a:lnTo>
                  <a:pt x="4968" y="2645"/>
                </a:lnTo>
                <a:lnTo>
                  <a:pt x="4344" y="2597"/>
                </a:lnTo>
                <a:lnTo>
                  <a:pt x="3740" y="2534"/>
                </a:lnTo>
                <a:lnTo>
                  <a:pt x="3158" y="2457"/>
                </a:lnTo>
                <a:lnTo>
                  <a:pt x="2603" y="2367"/>
                </a:lnTo>
                <a:lnTo>
                  <a:pt x="2077" y="2264"/>
                </a:lnTo>
                <a:lnTo>
                  <a:pt x="1584" y="2147"/>
                </a:lnTo>
                <a:lnTo>
                  <a:pt x="1126" y="2016"/>
                </a:lnTo>
                <a:lnTo>
                  <a:pt x="708" y="1871"/>
                </a:lnTo>
                <a:lnTo>
                  <a:pt x="331" y="1714"/>
                </a:lnTo>
                <a:lnTo>
                  <a:pt x="0" y="1543"/>
                </a:lnTo>
                <a:lnTo>
                  <a:pt x="0" y="1474"/>
                </a:lnTo>
                <a:lnTo>
                  <a:pt x="341" y="1635"/>
                </a:lnTo>
                <a:lnTo>
                  <a:pt x="727" y="1784"/>
                </a:lnTo>
                <a:lnTo>
                  <a:pt x="1155" y="1920"/>
                </a:lnTo>
                <a:lnTo>
                  <a:pt x="1621" y="2042"/>
                </a:lnTo>
                <a:lnTo>
                  <a:pt x="2121" y="2151"/>
                </a:lnTo>
                <a:lnTo>
                  <a:pt x="2654" y="2249"/>
                </a:lnTo>
                <a:lnTo>
                  <a:pt x="3215" y="2331"/>
                </a:lnTo>
                <a:lnTo>
                  <a:pt x="3803" y="2401"/>
                </a:lnTo>
                <a:lnTo>
                  <a:pt x="4413" y="2457"/>
                </a:lnTo>
                <a:lnTo>
                  <a:pt x="5041" y="2500"/>
                </a:lnTo>
                <a:lnTo>
                  <a:pt x="5686" y="2531"/>
                </a:lnTo>
                <a:lnTo>
                  <a:pt x="6343" y="2547"/>
                </a:lnTo>
                <a:lnTo>
                  <a:pt x="7011" y="2550"/>
                </a:lnTo>
                <a:lnTo>
                  <a:pt x="7685" y="2539"/>
                </a:lnTo>
                <a:lnTo>
                  <a:pt x="8361" y="2515"/>
                </a:lnTo>
                <a:lnTo>
                  <a:pt x="9039" y="2478"/>
                </a:lnTo>
                <a:lnTo>
                  <a:pt x="9712" y="2426"/>
                </a:lnTo>
                <a:lnTo>
                  <a:pt x="10379" y="2361"/>
                </a:lnTo>
                <a:lnTo>
                  <a:pt x="11037" y="2283"/>
                </a:lnTo>
                <a:lnTo>
                  <a:pt x="11682" y="2190"/>
                </a:lnTo>
                <a:lnTo>
                  <a:pt x="12311" y="2084"/>
                </a:lnTo>
                <a:lnTo>
                  <a:pt x="12921" y="1964"/>
                </a:lnTo>
                <a:lnTo>
                  <a:pt x="13509" y="1831"/>
                </a:lnTo>
                <a:lnTo>
                  <a:pt x="14070" y="1683"/>
                </a:lnTo>
                <a:lnTo>
                  <a:pt x="14604" y="1522"/>
                </a:lnTo>
                <a:lnTo>
                  <a:pt x="15105" y="1347"/>
                </a:lnTo>
                <a:lnTo>
                  <a:pt x="15571" y="1158"/>
                </a:lnTo>
                <a:lnTo>
                  <a:pt x="15999" y="954"/>
                </a:lnTo>
                <a:lnTo>
                  <a:pt x="16386" y="737"/>
                </a:lnTo>
                <a:lnTo>
                  <a:pt x="16728" y="506"/>
                </a:lnTo>
                <a:lnTo>
                  <a:pt x="17021" y="260"/>
                </a:lnTo>
                <a:lnTo>
                  <a:pt x="17264" y="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0"/>
                </a:schemeClr>
              </a:gs>
              <a:gs pos="50000">
                <a:schemeClr val="accent2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0800" y="1116449"/>
            <a:ext cx="9144000" cy="707886"/>
          </a:xfrm>
        </p:spPr>
        <p:txBody>
          <a:bodyPr>
            <a:spAutoFit/>
          </a:bodyPr>
          <a:lstStyle>
            <a:lvl1pPr algn="r">
              <a:defRPr sz="40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800" y="1900536"/>
            <a:ext cx="9144000" cy="461665"/>
          </a:xfrm>
        </p:spPr>
        <p:txBody>
          <a:bodyPr>
            <a:spAutoFit/>
          </a:bodyPr>
          <a:lstStyle>
            <a:lvl1pPr marL="0" indent="0" algn="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7BA0B-9252-4FBE-BEBB-F784A800E35B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3F818-B5E7-4B7E-AC3B-A3D7E4AEEC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92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72AFA-B383-46A1-A071-856405D474E6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D90714-EC3D-426A-AD5F-B39FDE6A6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1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E2692-DC9A-4944-B368-D087482A9AC2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6C5C7A-26D8-4D23-90F9-08B58CCD2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318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56A10-8223-4129-B006-6B2A541426F4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634F6-BF2D-4840-8053-EE953BCB12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146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CF7A1-6901-4D4A-B846-B42E09FFDA45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638E6-29A6-428A-9CAA-7452CF0042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024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9EECFA-1705-4FA1-A880-2B2304D846ED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DB9C-AA16-4345-A8F1-B6F025C66F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09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52947-379C-4F5B-94E6-0095A53D3B2E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D945C7-00DE-43DE-A48C-707956EF52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7352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95E991-9CB0-4CF7-8926-578E090B8061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93954-688C-4086-869C-E1B2837ACD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6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606C3-537F-46EC-A4DC-2ACF362D9B60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8F7C8-6141-462F-B59D-68ADD7CA2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26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45150-EBF6-43DB-A720-017A3BEEEF25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46AF-174A-4CC9-B9E4-70E13BBEC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15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A0125F-2886-4CBB-B7DB-D98E4E08ED81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5AD3A-3ED2-4444-8278-355DAF3BAD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63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3309DE-C610-00F0-3753-DA61D9C90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2B22F-EFF5-F6D6-5391-A694EEC47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8EFC0-4103-0E04-FE7A-B997EA313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BE575-3DB0-4A36-A4BF-921ECD3CB009}" type="datetimeFigureOut">
              <a:rPr lang="en-AU" smtClean="0"/>
              <a:t>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249D-FA5B-1E4F-F7BB-BA9AB4700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CB697-4CEE-9BC0-014F-108BFDE1AE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7ED59-705A-4CBB-90FC-07AA609DBE6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448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97729D9-196D-4A7C-B513-BD67DBBE1DB8}" type="datetimeFigureOut">
              <a:rPr lang="en-US"/>
              <a:pPr>
                <a:defRPr/>
              </a:pPr>
              <a:t>8/1/2022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grpSp>
        <p:nvGrpSpPr>
          <p:cNvPr id="16388" name="Group 3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144001" cy="6858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0"/>
              <a:ext cx="9144001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auto">
            <a:xfrm>
              <a:off x="7543801" y="0"/>
              <a:ext cx="1600200" cy="22098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32" y="0"/>
                </a:cxn>
                <a:cxn ang="0">
                  <a:pos x="1432" y="3492"/>
                </a:cxn>
                <a:cxn ang="0">
                  <a:pos x="1419" y="3252"/>
                </a:cxn>
                <a:cxn ang="0">
                  <a:pos x="1406" y="3024"/>
                </a:cxn>
                <a:cxn ang="0">
                  <a:pos x="1393" y="2807"/>
                </a:cxn>
                <a:cxn ang="0">
                  <a:pos x="1379" y="2601"/>
                </a:cxn>
                <a:cxn ang="0">
                  <a:pos x="1364" y="2407"/>
                </a:cxn>
                <a:cxn ang="0">
                  <a:pos x="1348" y="2222"/>
                </a:cxn>
                <a:cxn ang="0">
                  <a:pos x="1330" y="2047"/>
                </a:cxn>
                <a:cxn ang="0">
                  <a:pos x="1311" y="1881"/>
                </a:cxn>
                <a:cxn ang="0">
                  <a:pos x="1291" y="1726"/>
                </a:cxn>
                <a:cxn ang="0">
                  <a:pos x="1268" y="1580"/>
                </a:cxn>
                <a:cxn ang="0">
                  <a:pos x="1245" y="1442"/>
                </a:cxn>
                <a:cxn ang="0">
                  <a:pos x="1218" y="1313"/>
                </a:cxn>
                <a:cxn ang="0">
                  <a:pos x="1190" y="1192"/>
                </a:cxn>
                <a:cxn ang="0">
                  <a:pos x="1158" y="1078"/>
                </a:cxn>
                <a:cxn ang="0">
                  <a:pos x="1125" y="973"/>
                </a:cxn>
                <a:cxn ang="0">
                  <a:pos x="1089" y="873"/>
                </a:cxn>
                <a:cxn ang="0">
                  <a:pos x="1049" y="781"/>
                </a:cxn>
                <a:cxn ang="0">
                  <a:pos x="1007" y="696"/>
                </a:cxn>
                <a:cxn ang="0">
                  <a:pos x="962" y="617"/>
                </a:cxn>
                <a:cxn ang="0">
                  <a:pos x="913" y="544"/>
                </a:cxn>
                <a:cxn ang="0">
                  <a:pos x="860" y="475"/>
                </a:cxn>
                <a:cxn ang="0">
                  <a:pos x="804" y="413"/>
                </a:cxn>
                <a:cxn ang="0">
                  <a:pos x="744" y="354"/>
                </a:cxn>
                <a:cxn ang="0">
                  <a:pos x="680" y="301"/>
                </a:cxn>
                <a:cxn ang="0">
                  <a:pos x="611" y="252"/>
                </a:cxn>
                <a:cxn ang="0">
                  <a:pos x="539" y="206"/>
                </a:cxn>
                <a:cxn ang="0">
                  <a:pos x="461" y="165"/>
                </a:cxn>
                <a:cxn ang="0">
                  <a:pos x="379" y="128"/>
                </a:cxn>
                <a:cxn ang="0">
                  <a:pos x="292" y="92"/>
                </a:cxn>
                <a:cxn ang="0">
                  <a:pos x="200" y="59"/>
                </a:cxn>
                <a:cxn ang="0">
                  <a:pos x="103" y="28"/>
                </a:cxn>
                <a:cxn ang="0">
                  <a:pos x="0" y="0"/>
                </a:cxn>
              </a:cxnLst>
              <a:rect l="0" t="0" r="r" b="b"/>
              <a:pathLst>
                <a:path w="1432" h="3492">
                  <a:moveTo>
                    <a:pt x="0" y="0"/>
                  </a:moveTo>
                  <a:lnTo>
                    <a:pt x="1432" y="0"/>
                  </a:lnTo>
                  <a:lnTo>
                    <a:pt x="1432" y="3492"/>
                  </a:lnTo>
                  <a:lnTo>
                    <a:pt x="1419" y="3252"/>
                  </a:lnTo>
                  <a:lnTo>
                    <a:pt x="1406" y="3024"/>
                  </a:lnTo>
                  <a:lnTo>
                    <a:pt x="1393" y="2807"/>
                  </a:lnTo>
                  <a:lnTo>
                    <a:pt x="1379" y="2601"/>
                  </a:lnTo>
                  <a:lnTo>
                    <a:pt x="1364" y="2407"/>
                  </a:lnTo>
                  <a:lnTo>
                    <a:pt x="1348" y="2222"/>
                  </a:lnTo>
                  <a:lnTo>
                    <a:pt x="1330" y="2047"/>
                  </a:lnTo>
                  <a:lnTo>
                    <a:pt x="1311" y="1881"/>
                  </a:lnTo>
                  <a:lnTo>
                    <a:pt x="1291" y="1726"/>
                  </a:lnTo>
                  <a:lnTo>
                    <a:pt x="1268" y="1580"/>
                  </a:lnTo>
                  <a:lnTo>
                    <a:pt x="1245" y="1442"/>
                  </a:lnTo>
                  <a:lnTo>
                    <a:pt x="1218" y="1313"/>
                  </a:lnTo>
                  <a:lnTo>
                    <a:pt x="1190" y="1192"/>
                  </a:lnTo>
                  <a:lnTo>
                    <a:pt x="1158" y="1078"/>
                  </a:lnTo>
                  <a:lnTo>
                    <a:pt x="1125" y="973"/>
                  </a:lnTo>
                  <a:lnTo>
                    <a:pt x="1089" y="873"/>
                  </a:lnTo>
                  <a:lnTo>
                    <a:pt x="1049" y="781"/>
                  </a:lnTo>
                  <a:lnTo>
                    <a:pt x="1007" y="696"/>
                  </a:lnTo>
                  <a:lnTo>
                    <a:pt x="962" y="617"/>
                  </a:lnTo>
                  <a:lnTo>
                    <a:pt x="913" y="544"/>
                  </a:lnTo>
                  <a:lnTo>
                    <a:pt x="860" y="475"/>
                  </a:lnTo>
                  <a:lnTo>
                    <a:pt x="804" y="413"/>
                  </a:lnTo>
                  <a:lnTo>
                    <a:pt x="744" y="354"/>
                  </a:lnTo>
                  <a:lnTo>
                    <a:pt x="680" y="301"/>
                  </a:lnTo>
                  <a:lnTo>
                    <a:pt x="611" y="252"/>
                  </a:lnTo>
                  <a:lnTo>
                    <a:pt x="539" y="206"/>
                  </a:lnTo>
                  <a:lnTo>
                    <a:pt x="461" y="165"/>
                  </a:lnTo>
                  <a:lnTo>
                    <a:pt x="379" y="128"/>
                  </a:lnTo>
                  <a:lnTo>
                    <a:pt x="292" y="92"/>
                  </a:lnTo>
                  <a:lnTo>
                    <a:pt x="200" y="59"/>
                  </a:lnTo>
                  <a:lnTo>
                    <a:pt x="103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auto">
            <a:xfrm>
              <a:off x="3733800" y="5715000"/>
              <a:ext cx="5029201" cy="762000"/>
            </a:xfrm>
            <a:custGeom>
              <a:avLst/>
              <a:gdLst/>
              <a:ahLst/>
              <a:cxnLst>
                <a:cxn ang="0">
                  <a:pos x="17264" y="180"/>
                </a:cxn>
                <a:cxn ang="0">
                  <a:pos x="16706" y="689"/>
                </a:cxn>
                <a:cxn ang="0">
                  <a:pos x="15959" y="1141"/>
                </a:cxn>
                <a:cxn ang="0">
                  <a:pos x="15050" y="1535"/>
                </a:cxn>
                <a:cxn ang="0">
                  <a:pos x="14003" y="1871"/>
                </a:cxn>
                <a:cxn ang="0">
                  <a:pos x="12844" y="2151"/>
                </a:cxn>
                <a:cxn ang="0">
                  <a:pos x="11599" y="2374"/>
                </a:cxn>
                <a:cxn ang="0">
                  <a:pos x="10294" y="2540"/>
                </a:cxn>
                <a:cxn ang="0">
                  <a:pos x="8951" y="2649"/>
                </a:cxn>
                <a:cxn ang="0">
                  <a:pos x="7599" y="2704"/>
                </a:cxn>
                <a:cxn ang="0">
                  <a:pos x="6264" y="2702"/>
                </a:cxn>
                <a:cxn ang="0">
                  <a:pos x="4968" y="2645"/>
                </a:cxn>
                <a:cxn ang="0">
                  <a:pos x="3740" y="2534"/>
                </a:cxn>
                <a:cxn ang="0">
                  <a:pos x="2603" y="2367"/>
                </a:cxn>
                <a:cxn ang="0">
                  <a:pos x="1584" y="2147"/>
                </a:cxn>
                <a:cxn ang="0">
                  <a:pos x="708" y="1871"/>
                </a:cxn>
                <a:cxn ang="0">
                  <a:pos x="0" y="1543"/>
                </a:cxn>
                <a:cxn ang="0">
                  <a:pos x="341" y="1635"/>
                </a:cxn>
                <a:cxn ang="0">
                  <a:pos x="1155" y="1920"/>
                </a:cxn>
                <a:cxn ang="0">
                  <a:pos x="2121" y="2151"/>
                </a:cxn>
                <a:cxn ang="0">
                  <a:pos x="3215" y="2331"/>
                </a:cxn>
                <a:cxn ang="0">
                  <a:pos x="4413" y="2457"/>
                </a:cxn>
                <a:cxn ang="0">
                  <a:pos x="5686" y="2531"/>
                </a:cxn>
                <a:cxn ang="0">
                  <a:pos x="7011" y="2550"/>
                </a:cxn>
                <a:cxn ang="0">
                  <a:pos x="8361" y="2515"/>
                </a:cxn>
                <a:cxn ang="0">
                  <a:pos x="9712" y="2426"/>
                </a:cxn>
                <a:cxn ang="0">
                  <a:pos x="11037" y="2283"/>
                </a:cxn>
                <a:cxn ang="0">
                  <a:pos x="12311" y="2084"/>
                </a:cxn>
                <a:cxn ang="0">
                  <a:pos x="13509" y="1831"/>
                </a:cxn>
                <a:cxn ang="0">
                  <a:pos x="14604" y="1522"/>
                </a:cxn>
                <a:cxn ang="0">
                  <a:pos x="15571" y="1158"/>
                </a:cxn>
                <a:cxn ang="0">
                  <a:pos x="16386" y="737"/>
                </a:cxn>
                <a:cxn ang="0">
                  <a:pos x="17021" y="260"/>
                </a:cxn>
              </a:cxnLst>
              <a:rect l="0" t="0" r="r" b="b"/>
              <a:pathLst>
                <a:path w="17264" h="2710">
                  <a:moveTo>
                    <a:pt x="17264" y="0"/>
                  </a:moveTo>
                  <a:lnTo>
                    <a:pt x="17264" y="180"/>
                  </a:lnTo>
                  <a:lnTo>
                    <a:pt x="17010" y="442"/>
                  </a:lnTo>
                  <a:lnTo>
                    <a:pt x="16706" y="689"/>
                  </a:lnTo>
                  <a:lnTo>
                    <a:pt x="16354" y="923"/>
                  </a:lnTo>
                  <a:lnTo>
                    <a:pt x="15959" y="1141"/>
                  </a:lnTo>
                  <a:lnTo>
                    <a:pt x="15524" y="1345"/>
                  </a:lnTo>
                  <a:lnTo>
                    <a:pt x="15050" y="1535"/>
                  </a:lnTo>
                  <a:lnTo>
                    <a:pt x="14543" y="1710"/>
                  </a:lnTo>
                  <a:lnTo>
                    <a:pt x="14003" y="1871"/>
                  </a:lnTo>
                  <a:lnTo>
                    <a:pt x="13437" y="2018"/>
                  </a:lnTo>
                  <a:lnTo>
                    <a:pt x="12844" y="2151"/>
                  </a:lnTo>
                  <a:lnTo>
                    <a:pt x="12232" y="2269"/>
                  </a:lnTo>
                  <a:lnTo>
                    <a:pt x="11599" y="2374"/>
                  </a:lnTo>
                  <a:lnTo>
                    <a:pt x="10952" y="2464"/>
                  </a:lnTo>
                  <a:lnTo>
                    <a:pt x="10294" y="2540"/>
                  </a:lnTo>
                  <a:lnTo>
                    <a:pt x="9625" y="2602"/>
                  </a:lnTo>
                  <a:lnTo>
                    <a:pt x="8951" y="2649"/>
                  </a:lnTo>
                  <a:lnTo>
                    <a:pt x="8275" y="2684"/>
                  </a:lnTo>
                  <a:lnTo>
                    <a:pt x="7599" y="2704"/>
                  </a:lnTo>
                  <a:lnTo>
                    <a:pt x="6928" y="2710"/>
                  </a:lnTo>
                  <a:lnTo>
                    <a:pt x="6264" y="2702"/>
                  </a:lnTo>
                  <a:lnTo>
                    <a:pt x="5609" y="2681"/>
                  </a:lnTo>
                  <a:lnTo>
                    <a:pt x="4968" y="2645"/>
                  </a:lnTo>
                  <a:lnTo>
                    <a:pt x="4344" y="2597"/>
                  </a:lnTo>
                  <a:lnTo>
                    <a:pt x="3740" y="2534"/>
                  </a:lnTo>
                  <a:lnTo>
                    <a:pt x="3158" y="2457"/>
                  </a:lnTo>
                  <a:lnTo>
                    <a:pt x="2603" y="2367"/>
                  </a:lnTo>
                  <a:lnTo>
                    <a:pt x="2077" y="2264"/>
                  </a:lnTo>
                  <a:lnTo>
                    <a:pt x="1584" y="2147"/>
                  </a:lnTo>
                  <a:lnTo>
                    <a:pt x="1126" y="2016"/>
                  </a:lnTo>
                  <a:lnTo>
                    <a:pt x="708" y="1871"/>
                  </a:lnTo>
                  <a:lnTo>
                    <a:pt x="331" y="1714"/>
                  </a:lnTo>
                  <a:lnTo>
                    <a:pt x="0" y="1543"/>
                  </a:lnTo>
                  <a:lnTo>
                    <a:pt x="0" y="1474"/>
                  </a:lnTo>
                  <a:lnTo>
                    <a:pt x="341" y="1635"/>
                  </a:lnTo>
                  <a:lnTo>
                    <a:pt x="727" y="1784"/>
                  </a:lnTo>
                  <a:lnTo>
                    <a:pt x="1155" y="1920"/>
                  </a:lnTo>
                  <a:lnTo>
                    <a:pt x="1621" y="2042"/>
                  </a:lnTo>
                  <a:lnTo>
                    <a:pt x="2121" y="2151"/>
                  </a:lnTo>
                  <a:lnTo>
                    <a:pt x="2654" y="2249"/>
                  </a:lnTo>
                  <a:lnTo>
                    <a:pt x="3215" y="2331"/>
                  </a:lnTo>
                  <a:lnTo>
                    <a:pt x="3803" y="2401"/>
                  </a:lnTo>
                  <a:lnTo>
                    <a:pt x="4413" y="2457"/>
                  </a:lnTo>
                  <a:lnTo>
                    <a:pt x="5041" y="2500"/>
                  </a:lnTo>
                  <a:lnTo>
                    <a:pt x="5686" y="2531"/>
                  </a:lnTo>
                  <a:lnTo>
                    <a:pt x="6343" y="2547"/>
                  </a:lnTo>
                  <a:lnTo>
                    <a:pt x="7011" y="2550"/>
                  </a:lnTo>
                  <a:lnTo>
                    <a:pt x="7685" y="2539"/>
                  </a:lnTo>
                  <a:lnTo>
                    <a:pt x="8361" y="2515"/>
                  </a:lnTo>
                  <a:lnTo>
                    <a:pt x="9039" y="2478"/>
                  </a:lnTo>
                  <a:lnTo>
                    <a:pt x="9712" y="2426"/>
                  </a:lnTo>
                  <a:lnTo>
                    <a:pt x="10379" y="2361"/>
                  </a:lnTo>
                  <a:lnTo>
                    <a:pt x="11037" y="2283"/>
                  </a:lnTo>
                  <a:lnTo>
                    <a:pt x="11682" y="2190"/>
                  </a:lnTo>
                  <a:lnTo>
                    <a:pt x="12311" y="2084"/>
                  </a:lnTo>
                  <a:lnTo>
                    <a:pt x="12921" y="1964"/>
                  </a:lnTo>
                  <a:lnTo>
                    <a:pt x="13509" y="1831"/>
                  </a:lnTo>
                  <a:lnTo>
                    <a:pt x="14070" y="1683"/>
                  </a:lnTo>
                  <a:lnTo>
                    <a:pt x="14604" y="1522"/>
                  </a:lnTo>
                  <a:lnTo>
                    <a:pt x="15105" y="1347"/>
                  </a:lnTo>
                  <a:lnTo>
                    <a:pt x="15571" y="1158"/>
                  </a:lnTo>
                  <a:lnTo>
                    <a:pt x="15999" y="954"/>
                  </a:lnTo>
                  <a:lnTo>
                    <a:pt x="16386" y="737"/>
                  </a:lnTo>
                  <a:lnTo>
                    <a:pt x="16728" y="506"/>
                  </a:lnTo>
                  <a:lnTo>
                    <a:pt x="17021" y="260"/>
                  </a:lnTo>
                  <a:lnTo>
                    <a:pt x="17264" y="0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chemeClr val="accent2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  <a:tileRect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20D49C2-E30F-46A5-925C-3B4BB57A11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390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639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6392" name="Group 11"/>
          <p:cNvGrpSpPr>
            <a:grpSpLocks/>
          </p:cNvGrpSpPr>
          <p:nvPr/>
        </p:nvGrpSpPr>
        <p:grpSpPr bwMode="auto">
          <a:xfrm>
            <a:off x="0" y="2854326"/>
            <a:ext cx="4775200" cy="4003675"/>
            <a:chOff x="0" y="2533588"/>
            <a:chExt cx="8022336" cy="8966516"/>
          </a:xfrm>
        </p:grpSpPr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0" y="2533588"/>
              <a:ext cx="4128517" cy="25136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" y="18"/>
                </a:cxn>
                <a:cxn ang="0">
                  <a:pos x="246" y="40"/>
                </a:cxn>
                <a:cxn ang="0">
                  <a:pos x="365" y="64"/>
                </a:cxn>
                <a:cxn ang="0">
                  <a:pos x="596" y="127"/>
                </a:cxn>
                <a:cxn ang="0">
                  <a:pos x="815" y="200"/>
                </a:cxn>
                <a:cxn ang="0">
                  <a:pos x="1025" y="286"/>
                </a:cxn>
                <a:cxn ang="0">
                  <a:pos x="1223" y="380"/>
                </a:cxn>
                <a:cxn ang="0">
                  <a:pos x="1411" y="482"/>
                </a:cxn>
                <a:cxn ang="0">
                  <a:pos x="1588" y="591"/>
                </a:cxn>
                <a:cxn ang="0">
                  <a:pos x="1753" y="707"/>
                </a:cxn>
                <a:cxn ang="0">
                  <a:pos x="1907" y="824"/>
                </a:cxn>
                <a:cxn ang="0">
                  <a:pos x="2047" y="946"/>
                </a:cxn>
                <a:cxn ang="0">
                  <a:pos x="2177" y="1066"/>
                </a:cxn>
                <a:cxn ang="0">
                  <a:pos x="2293" y="1189"/>
                </a:cxn>
                <a:cxn ang="0">
                  <a:pos x="2397" y="1308"/>
                </a:cxn>
                <a:cxn ang="0">
                  <a:pos x="2488" y="1423"/>
                </a:cxn>
                <a:cxn ang="0">
                  <a:pos x="2565" y="1534"/>
                </a:cxn>
                <a:cxn ang="0">
                  <a:pos x="2600" y="1587"/>
                </a:cxn>
                <a:cxn ang="0">
                  <a:pos x="2535" y="1522"/>
                </a:cxn>
                <a:cxn ang="0">
                  <a:pos x="2455" y="1451"/>
                </a:cxn>
                <a:cxn ang="0">
                  <a:pos x="2359" y="1375"/>
                </a:cxn>
                <a:cxn ang="0">
                  <a:pos x="2247" y="1294"/>
                </a:cxn>
                <a:cxn ang="0">
                  <a:pos x="2119" y="1215"/>
                </a:cxn>
                <a:cxn ang="0">
                  <a:pos x="1981" y="1134"/>
                </a:cxn>
                <a:cxn ang="0">
                  <a:pos x="1827" y="1058"/>
                </a:cxn>
                <a:cxn ang="0">
                  <a:pos x="1662" y="986"/>
                </a:cxn>
                <a:cxn ang="0">
                  <a:pos x="1486" y="921"/>
                </a:cxn>
                <a:cxn ang="0">
                  <a:pos x="1299" y="865"/>
                </a:cxn>
                <a:cxn ang="0">
                  <a:pos x="1103" y="819"/>
                </a:cxn>
                <a:cxn ang="0">
                  <a:pos x="896" y="787"/>
                </a:cxn>
                <a:cxn ang="0">
                  <a:pos x="791" y="776"/>
                </a:cxn>
                <a:cxn ang="0">
                  <a:pos x="683" y="769"/>
                </a:cxn>
                <a:cxn ang="0">
                  <a:pos x="573" y="768"/>
                </a:cxn>
                <a:cxn ang="0">
                  <a:pos x="462" y="769"/>
                </a:cxn>
                <a:cxn ang="0">
                  <a:pos x="348" y="776"/>
                </a:cxn>
                <a:cxn ang="0">
                  <a:pos x="234" y="787"/>
                </a:cxn>
                <a:cxn ang="0">
                  <a:pos x="117" y="806"/>
                </a:cxn>
                <a:cxn ang="0">
                  <a:pos x="0" y="827"/>
                </a:cxn>
                <a:cxn ang="0">
                  <a:pos x="0" y="0"/>
                </a:cxn>
              </a:cxnLst>
              <a:rect l="0" t="0" r="r" b="b"/>
              <a:pathLst>
                <a:path w="2600" h="1587">
                  <a:moveTo>
                    <a:pt x="0" y="0"/>
                  </a:moveTo>
                  <a:lnTo>
                    <a:pt x="0" y="0"/>
                  </a:lnTo>
                  <a:lnTo>
                    <a:pt x="63" y="8"/>
                  </a:lnTo>
                  <a:lnTo>
                    <a:pt x="124" y="18"/>
                  </a:lnTo>
                  <a:lnTo>
                    <a:pt x="185" y="28"/>
                  </a:lnTo>
                  <a:lnTo>
                    <a:pt x="246" y="40"/>
                  </a:lnTo>
                  <a:lnTo>
                    <a:pt x="305" y="53"/>
                  </a:lnTo>
                  <a:lnTo>
                    <a:pt x="365" y="64"/>
                  </a:lnTo>
                  <a:lnTo>
                    <a:pt x="480" y="94"/>
                  </a:lnTo>
                  <a:lnTo>
                    <a:pt x="596" y="127"/>
                  </a:lnTo>
                  <a:lnTo>
                    <a:pt x="706" y="162"/>
                  </a:lnTo>
                  <a:lnTo>
                    <a:pt x="815" y="200"/>
                  </a:lnTo>
                  <a:lnTo>
                    <a:pt x="921" y="241"/>
                  </a:lnTo>
                  <a:lnTo>
                    <a:pt x="1025" y="286"/>
                  </a:lnTo>
                  <a:lnTo>
                    <a:pt x="1126" y="330"/>
                  </a:lnTo>
                  <a:lnTo>
                    <a:pt x="1223" y="380"/>
                  </a:lnTo>
                  <a:lnTo>
                    <a:pt x="1319" y="429"/>
                  </a:lnTo>
                  <a:lnTo>
                    <a:pt x="1411" y="482"/>
                  </a:lnTo>
                  <a:lnTo>
                    <a:pt x="1502" y="537"/>
                  </a:lnTo>
                  <a:lnTo>
                    <a:pt x="1588" y="591"/>
                  </a:lnTo>
                  <a:lnTo>
                    <a:pt x="1672" y="649"/>
                  </a:lnTo>
                  <a:lnTo>
                    <a:pt x="1753" y="707"/>
                  </a:lnTo>
                  <a:lnTo>
                    <a:pt x="1831" y="764"/>
                  </a:lnTo>
                  <a:lnTo>
                    <a:pt x="1907" y="824"/>
                  </a:lnTo>
                  <a:lnTo>
                    <a:pt x="1979" y="885"/>
                  </a:lnTo>
                  <a:lnTo>
                    <a:pt x="2047" y="946"/>
                  </a:lnTo>
                  <a:lnTo>
                    <a:pt x="2113" y="1005"/>
                  </a:lnTo>
                  <a:lnTo>
                    <a:pt x="2177" y="1066"/>
                  </a:lnTo>
                  <a:lnTo>
                    <a:pt x="2237" y="1128"/>
                  </a:lnTo>
                  <a:lnTo>
                    <a:pt x="2293" y="1189"/>
                  </a:lnTo>
                  <a:lnTo>
                    <a:pt x="2347" y="1248"/>
                  </a:lnTo>
                  <a:lnTo>
                    <a:pt x="2397" y="1308"/>
                  </a:lnTo>
                  <a:lnTo>
                    <a:pt x="2445" y="1365"/>
                  </a:lnTo>
                  <a:lnTo>
                    <a:pt x="2488" y="1423"/>
                  </a:lnTo>
                  <a:lnTo>
                    <a:pt x="2529" y="1479"/>
                  </a:lnTo>
                  <a:lnTo>
                    <a:pt x="2565" y="1534"/>
                  </a:lnTo>
                  <a:lnTo>
                    <a:pt x="2600" y="1587"/>
                  </a:lnTo>
                  <a:lnTo>
                    <a:pt x="2600" y="1587"/>
                  </a:lnTo>
                  <a:lnTo>
                    <a:pt x="2570" y="1555"/>
                  </a:lnTo>
                  <a:lnTo>
                    <a:pt x="2535" y="1522"/>
                  </a:lnTo>
                  <a:lnTo>
                    <a:pt x="2497" y="1487"/>
                  </a:lnTo>
                  <a:lnTo>
                    <a:pt x="2455" y="1451"/>
                  </a:lnTo>
                  <a:lnTo>
                    <a:pt x="2408" y="1413"/>
                  </a:lnTo>
                  <a:lnTo>
                    <a:pt x="2359" y="1375"/>
                  </a:lnTo>
                  <a:lnTo>
                    <a:pt x="2304" y="1336"/>
                  </a:lnTo>
                  <a:lnTo>
                    <a:pt x="2247" y="1294"/>
                  </a:lnTo>
                  <a:lnTo>
                    <a:pt x="2185" y="1255"/>
                  </a:lnTo>
                  <a:lnTo>
                    <a:pt x="2119" y="1215"/>
                  </a:lnTo>
                  <a:lnTo>
                    <a:pt x="2052" y="1174"/>
                  </a:lnTo>
                  <a:lnTo>
                    <a:pt x="1981" y="1134"/>
                  </a:lnTo>
                  <a:lnTo>
                    <a:pt x="1905" y="1096"/>
                  </a:lnTo>
                  <a:lnTo>
                    <a:pt x="1827" y="1058"/>
                  </a:lnTo>
                  <a:lnTo>
                    <a:pt x="1746" y="1020"/>
                  </a:lnTo>
                  <a:lnTo>
                    <a:pt x="1662" y="986"/>
                  </a:lnTo>
                  <a:lnTo>
                    <a:pt x="1576" y="953"/>
                  </a:lnTo>
                  <a:lnTo>
                    <a:pt x="1486" y="921"/>
                  </a:lnTo>
                  <a:lnTo>
                    <a:pt x="1393" y="891"/>
                  </a:lnTo>
                  <a:lnTo>
                    <a:pt x="1299" y="865"/>
                  </a:lnTo>
                  <a:lnTo>
                    <a:pt x="1202" y="840"/>
                  </a:lnTo>
                  <a:lnTo>
                    <a:pt x="1103" y="819"/>
                  </a:lnTo>
                  <a:lnTo>
                    <a:pt x="1000" y="801"/>
                  </a:lnTo>
                  <a:lnTo>
                    <a:pt x="896" y="787"/>
                  </a:lnTo>
                  <a:lnTo>
                    <a:pt x="843" y="781"/>
                  </a:lnTo>
                  <a:lnTo>
                    <a:pt x="791" y="776"/>
                  </a:lnTo>
                  <a:lnTo>
                    <a:pt x="738" y="773"/>
                  </a:lnTo>
                  <a:lnTo>
                    <a:pt x="683" y="769"/>
                  </a:lnTo>
                  <a:lnTo>
                    <a:pt x="629" y="768"/>
                  </a:lnTo>
                  <a:lnTo>
                    <a:pt x="573" y="768"/>
                  </a:lnTo>
                  <a:lnTo>
                    <a:pt x="518" y="768"/>
                  </a:lnTo>
                  <a:lnTo>
                    <a:pt x="462" y="769"/>
                  </a:lnTo>
                  <a:lnTo>
                    <a:pt x="406" y="773"/>
                  </a:lnTo>
                  <a:lnTo>
                    <a:pt x="348" y="776"/>
                  </a:lnTo>
                  <a:lnTo>
                    <a:pt x="292" y="781"/>
                  </a:lnTo>
                  <a:lnTo>
                    <a:pt x="234" y="787"/>
                  </a:lnTo>
                  <a:lnTo>
                    <a:pt x="177" y="796"/>
                  </a:lnTo>
                  <a:lnTo>
                    <a:pt x="117" y="806"/>
                  </a:lnTo>
                  <a:lnTo>
                    <a:pt x="59" y="816"/>
                  </a:lnTo>
                  <a:lnTo>
                    <a:pt x="0" y="8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0" y="4979648"/>
              <a:ext cx="3182621" cy="6520456"/>
            </a:xfrm>
            <a:custGeom>
              <a:avLst/>
              <a:gdLst/>
              <a:ahLst/>
              <a:cxnLst>
                <a:cxn ang="0">
                  <a:pos x="0" y="776"/>
                </a:cxn>
                <a:cxn ang="0">
                  <a:pos x="0" y="776"/>
                </a:cxn>
                <a:cxn ang="0">
                  <a:pos x="38" y="703"/>
                </a:cxn>
                <a:cxn ang="0">
                  <a:pos x="78" y="634"/>
                </a:cxn>
                <a:cxn ang="0">
                  <a:pos x="119" y="566"/>
                </a:cxn>
                <a:cxn ang="0">
                  <a:pos x="162" y="502"/>
                </a:cxn>
                <a:cxn ang="0">
                  <a:pos x="208" y="441"/>
                </a:cxn>
                <a:cxn ang="0">
                  <a:pos x="256" y="381"/>
                </a:cxn>
                <a:cxn ang="0">
                  <a:pos x="305" y="327"/>
                </a:cxn>
                <a:cxn ang="0">
                  <a:pos x="330" y="300"/>
                </a:cxn>
                <a:cxn ang="0">
                  <a:pos x="357" y="274"/>
                </a:cxn>
                <a:cxn ang="0">
                  <a:pos x="385" y="249"/>
                </a:cxn>
                <a:cxn ang="0">
                  <a:pos x="411" y="226"/>
                </a:cxn>
                <a:cxn ang="0">
                  <a:pos x="439" y="203"/>
                </a:cxn>
                <a:cxn ang="0">
                  <a:pos x="469" y="182"/>
                </a:cxn>
                <a:cxn ang="0">
                  <a:pos x="497" y="160"/>
                </a:cxn>
                <a:cxn ang="0">
                  <a:pos x="527" y="140"/>
                </a:cxn>
                <a:cxn ang="0">
                  <a:pos x="558" y="122"/>
                </a:cxn>
                <a:cxn ang="0">
                  <a:pos x="588" y="104"/>
                </a:cxn>
                <a:cxn ang="0">
                  <a:pos x="619" y="87"/>
                </a:cxn>
                <a:cxn ang="0">
                  <a:pos x="652" y="71"/>
                </a:cxn>
                <a:cxn ang="0">
                  <a:pos x="685" y="56"/>
                </a:cxn>
                <a:cxn ang="0">
                  <a:pos x="718" y="43"/>
                </a:cxn>
                <a:cxn ang="0">
                  <a:pos x="751" y="31"/>
                </a:cxn>
                <a:cxn ang="0">
                  <a:pos x="786" y="20"/>
                </a:cxn>
                <a:cxn ang="0">
                  <a:pos x="822" y="10"/>
                </a:cxn>
                <a:cxn ang="0">
                  <a:pos x="857" y="0"/>
                </a:cxn>
                <a:cxn ang="0">
                  <a:pos x="857" y="0"/>
                </a:cxn>
                <a:cxn ang="0">
                  <a:pos x="806" y="46"/>
                </a:cxn>
                <a:cxn ang="0">
                  <a:pos x="754" y="94"/>
                </a:cxn>
                <a:cxn ang="0">
                  <a:pos x="706" y="144"/>
                </a:cxn>
                <a:cxn ang="0">
                  <a:pos x="660" y="196"/>
                </a:cxn>
                <a:cxn ang="0">
                  <a:pos x="617" y="249"/>
                </a:cxn>
                <a:cxn ang="0">
                  <a:pos x="576" y="304"/>
                </a:cxn>
                <a:cxn ang="0">
                  <a:pos x="536" y="362"/>
                </a:cxn>
                <a:cxn ang="0">
                  <a:pos x="498" y="419"/>
                </a:cxn>
                <a:cxn ang="0">
                  <a:pos x="462" y="479"/>
                </a:cxn>
                <a:cxn ang="0">
                  <a:pos x="429" y="538"/>
                </a:cxn>
                <a:cxn ang="0">
                  <a:pos x="398" y="601"/>
                </a:cxn>
                <a:cxn ang="0">
                  <a:pos x="368" y="664"/>
                </a:cxn>
                <a:cxn ang="0">
                  <a:pos x="340" y="728"/>
                </a:cxn>
                <a:cxn ang="0">
                  <a:pos x="315" y="792"/>
                </a:cxn>
                <a:cxn ang="0">
                  <a:pos x="291" y="858"/>
                </a:cxn>
                <a:cxn ang="0">
                  <a:pos x="269" y="925"/>
                </a:cxn>
                <a:cxn ang="0">
                  <a:pos x="249" y="992"/>
                </a:cxn>
                <a:cxn ang="0">
                  <a:pos x="229" y="1060"/>
                </a:cxn>
                <a:cxn ang="0">
                  <a:pos x="213" y="1128"/>
                </a:cxn>
                <a:cxn ang="0">
                  <a:pos x="198" y="1197"/>
                </a:cxn>
                <a:cxn ang="0">
                  <a:pos x="185" y="1266"/>
                </a:cxn>
                <a:cxn ang="0">
                  <a:pos x="173" y="1336"/>
                </a:cxn>
                <a:cxn ang="0">
                  <a:pos x="162" y="1405"/>
                </a:cxn>
                <a:cxn ang="0">
                  <a:pos x="154" y="1474"/>
                </a:cxn>
                <a:cxn ang="0">
                  <a:pos x="147" y="1544"/>
                </a:cxn>
                <a:cxn ang="0">
                  <a:pos x="140" y="1613"/>
                </a:cxn>
                <a:cxn ang="0">
                  <a:pos x="137" y="1682"/>
                </a:cxn>
                <a:cxn ang="0">
                  <a:pos x="134" y="1752"/>
                </a:cxn>
                <a:cxn ang="0">
                  <a:pos x="132" y="1821"/>
                </a:cxn>
                <a:cxn ang="0">
                  <a:pos x="132" y="1889"/>
                </a:cxn>
                <a:cxn ang="0">
                  <a:pos x="134" y="1956"/>
                </a:cxn>
                <a:cxn ang="0">
                  <a:pos x="135" y="2024"/>
                </a:cxn>
                <a:cxn ang="0">
                  <a:pos x="0" y="2024"/>
                </a:cxn>
                <a:cxn ang="0">
                  <a:pos x="0" y="776"/>
                </a:cxn>
                <a:cxn ang="0">
                  <a:pos x="0" y="776"/>
                </a:cxn>
              </a:cxnLst>
              <a:rect l="0" t="0" r="r" b="b"/>
              <a:pathLst>
                <a:path w="857" h="2024">
                  <a:moveTo>
                    <a:pt x="0" y="776"/>
                  </a:moveTo>
                  <a:lnTo>
                    <a:pt x="0" y="776"/>
                  </a:lnTo>
                  <a:lnTo>
                    <a:pt x="38" y="703"/>
                  </a:lnTo>
                  <a:lnTo>
                    <a:pt x="78" y="634"/>
                  </a:lnTo>
                  <a:lnTo>
                    <a:pt x="119" y="566"/>
                  </a:lnTo>
                  <a:lnTo>
                    <a:pt x="162" y="502"/>
                  </a:lnTo>
                  <a:lnTo>
                    <a:pt x="208" y="441"/>
                  </a:lnTo>
                  <a:lnTo>
                    <a:pt x="256" y="381"/>
                  </a:lnTo>
                  <a:lnTo>
                    <a:pt x="305" y="327"/>
                  </a:lnTo>
                  <a:lnTo>
                    <a:pt x="330" y="300"/>
                  </a:lnTo>
                  <a:lnTo>
                    <a:pt x="357" y="274"/>
                  </a:lnTo>
                  <a:lnTo>
                    <a:pt x="385" y="249"/>
                  </a:lnTo>
                  <a:lnTo>
                    <a:pt x="411" y="226"/>
                  </a:lnTo>
                  <a:lnTo>
                    <a:pt x="439" y="203"/>
                  </a:lnTo>
                  <a:lnTo>
                    <a:pt x="469" y="182"/>
                  </a:lnTo>
                  <a:lnTo>
                    <a:pt x="497" y="160"/>
                  </a:lnTo>
                  <a:lnTo>
                    <a:pt x="527" y="140"/>
                  </a:lnTo>
                  <a:lnTo>
                    <a:pt x="558" y="122"/>
                  </a:lnTo>
                  <a:lnTo>
                    <a:pt x="588" y="104"/>
                  </a:lnTo>
                  <a:lnTo>
                    <a:pt x="619" y="87"/>
                  </a:lnTo>
                  <a:lnTo>
                    <a:pt x="652" y="71"/>
                  </a:lnTo>
                  <a:lnTo>
                    <a:pt x="685" y="56"/>
                  </a:lnTo>
                  <a:lnTo>
                    <a:pt x="718" y="43"/>
                  </a:lnTo>
                  <a:lnTo>
                    <a:pt x="751" y="31"/>
                  </a:lnTo>
                  <a:lnTo>
                    <a:pt x="786" y="20"/>
                  </a:lnTo>
                  <a:lnTo>
                    <a:pt x="822" y="10"/>
                  </a:lnTo>
                  <a:lnTo>
                    <a:pt x="857" y="0"/>
                  </a:lnTo>
                  <a:lnTo>
                    <a:pt x="857" y="0"/>
                  </a:lnTo>
                  <a:lnTo>
                    <a:pt x="806" y="46"/>
                  </a:lnTo>
                  <a:lnTo>
                    <a:pt x="754" y="94"/>
                  </a:lnTo>
                  <a:lnTo>
                    <a:pt x="706" y="144"/>
                  </a:lnTo>
                  <a:lnTo>
                    <a:pt x="660" y="196"/>
                  </a:lnTo>
                  <a:lnTo>
                    <a:pt x="617" y="249"/>
                  </a:lnTo>
                  <a:lnTo>
                    <a:pt x="576" y="304"/>
                  </a:lnTo>
                  <a:lnTo>
                    <a:pt x="536" y="362"/>
                  </a:lnTo>
                  <a:lnTo>
                    <a:pt x="498" y="419"/>
                  </a:lnTo>
                  <a:lnTo>
                    <a:pt x="462" y="479"/>
                  </a:lnTo>
                  <a:lnTo>
                    <a:pt x="429" y="538"/>
                  </a:lnTo>
                  <a:lnTo>
                    <a:pt x="398" y="601"/>
                  </a:lnTo>
                  <a:lnTo>
                    <a:pt x="368" y="664"/>
                  </a:lnTo>
                  <a:lnTo>
                    <a:pt x="340" y="728"/>
                  </a:lnTo>
                  <a:lnTo>
                    <a:pt x="315" y="792"/>
                  </a:lnTo>
                  <a:lnTo>
                    <a:pt x="291" y="858"/>
                  </a:lnTo>
                  <a:lnTo>
                    <a:pt x="269" y="925"/>
                  </a:lnTo>
                  <a:lnTo>
                    <a:pt x="249" y="992"/>
                  </a:lnTo>
                  <a:lnTo>
                    <a:pt x="229" y="1060"/>
                  </a:lnTo>
                  <a:lnTo>
                    <a:pt x="213" y="1128"/>
                  </a:lnTo>
                  <a:lnTo>
                    <a:pt x="198" y="1197"/>
                  </a:lnTo>
                  <a:lnTo>
                    <a:pt x="185" y="1266"/>
                  </a:lnTo>
                  <a:lnTo>
                    <a:pt x="173" y="1336"/>
                  </a:lnTo>
                  <a:lnTo>
                    <a:pt x="162" y="1405"/>
                  </a:lnTo>
                  <a:lnTo>
                    <a:pt x="154" y="1474"/>
                  </a:lnTo>
                  <a:lnTo>
                    <a:pt x="147" y="1544"/>
                  </a:lnTo>
                  <a:lnTo>
                    <a:pt x="140" y="1613"/>
                  </a:lnTo>
                  <a:lnTo>
                    <a:pt x="137" y="1682"/>
                  </a:lnTo>
                  <a:lnTo>
                    <a:pt x="134" y="1752"/>
                  </a:lnTo>
                  <a:lnTo>
                    <a:pt x="132" y="1821"/>
                  </a:lnTo>
                  <a:lnTo>
                    <a:pt x="132" y="1889"/>
                  </a:lnTo>
                  <a:lnTo>
                    <a:pt x="134" y="1956"/>
                  </a:lnTo>
                  <a:lnTo>
                    <a:pt x="135" y="2024"/>
                  </a:lnTo>
                  <a:lnTo>
                    <a:pt x="0" y="2024"/>
                  </a:lnTo>
                  <a:lnTo>
                    <a:pt x="0" y="776"/>
                  </a:lnTo>
                  <a:lnTo>
                    <a:pt x="0" y="776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  <a:alpha val="4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5" name="Freeform 9"/>
            <p:cNvSpPr>
              <a:spLocks/>
            </p:cNvSpPr>
            <p:nvPr userDrawn="1"/>
          </p:nvSpPr>
          <p:spPr bwMode="auto">
            <a:xfrm>
              <a:off x="0" y="3372643"/>
              <a:ext cx="2894584" cy="2154524"/>
            </a:xfrm>
            <a:custGeom>
              <a:avLst/>
              <a:gdLst/>
              <a:ahLst/>
              <a:cxnLst>
                <a:cxn ang="0">
                  <a:pos x="0" y="118"/>
                </a:cxn>
                <a:cxn ang="0">
                  <a:pos x="165" y="69"/>
                </a:cxn>
                <a:cxn ang="0">
                  <a:pos x="327" y="33"/>
                </a:cxn>
                <a:cxn ang="0">
                  <a:pos x="487" y="11"/>
                </a:cxn>
                <a:cxn ang="0">
                  <a:pos x="645" y="1"/>
                </a:cxn>
                <a:cxn ang="0">
                  <a:pos x="797" y="1"/>
                </a:cxn>
                <a:cxn ang="0">
                  <a:pos x="946" y="13"/>
                </a:cxn>
                <a:cxn ang="0">
                  <a:pos x="1088" y="33"/>
                </a:cxn>
                <a:cxn ang="0">
                  <a:pos x="1225" y="62"/>
                </a:cxn>
                <a:cxn ang="0">
                  <a:pos x="1352" y="97"/>
                </a:cxn>
                <a:cxn ang="0">
                  <a:pos x="1472" y="138"/>
                </a:cxn>
                <a:cxn ang="0">
                  <a:pos x="1585" y="184"/>
                </a:cxn>
                <a:cxn ang="0">
                  <a:pos x="1685" y="236"/>
                </a:cxn>
                <a:cxn ang="0">
                  <a:pos x="1776" y="288"/>
                </a:cxn>
                <a:cxn ang="0">
                  <a:pos x="1854" y="343"/>
                </a:cxn>
                <a:cxn ang="0">
                  <a:pos x="1921" y="399"/>
                </a:cxn>
                <a:cxn ang="0">
                  <a:pos x="1974" y="455"/>
                </a:cxn>
                <a:cxn ang="0">
                  <a:pos x="1920" y="434"/>
                </a:cxn>
                <a:cxn ang="0">
                  <a:pos x="1804" y="394"/>
                </a:cxn>
                <a:cxn ang="0">
                  <a:pos x="1680" y="361"/>
                </a:cxn>
                <a:cxn ang="0">
                  <a:pos x="1548" y="338"/>
                </a:cxn>
                <a:cxn ang="0">
                  <a:pos x="1413" y="323"/>
                </a:cxn>
                <a:cxn ang="0">
                  <a:pos x="1273" y="321"/>
                </a:cxn>
                <a:cxn ang="0">
                  <a:pos x="1132" y="331"/>
                </a:cxn>
                <a:cxn ang="0">
                  <a:pos x="990" y="356"/>
                </a:cxn>
                <a:cxn ang="0">
                  <a:pos x="919" y="374"/>
                </a:cxn>
                <a:cxn ang="0">
                  <a:pos x="850" y="396"/>
                </a:cxn>
                <a:cxn ang="0">
                  <a:pos x="781" y="424"/>
                </a:cxn>
                <a:cxn ang="0">
                  <a:pos x="711" y="455"/>
                </a:cxn>
                <a:cxn ang="0">
                  <a:pos x="645" y="490"/>
                </a:cxn>
                <a:cxn ang="0">
                  <a:pos x="579" y="531"/>
                </a:cxn>
                <a:cxn ang="0">
                  <a:pos x="515" y="577"/>
                </a:cxn>
                <a:cxn ang="0">
                  <a:pos x="452" y="629"/>
                </a:cxn>
                <a:cxn ang="0">
                  <a:pos x="391" y="685"/>
                </a:cxn>
                <a:cxn ang="0">
                  <a:pos x="333" y="747"/>
                </a:cxn>
                <a:cxn ang="0">
                  <a:pos x="277" y="815"/>
                </a:cxn>
                <a:cxn ang="0">
                  <a:pos x="223" y="889"/>
                </a:cxn>
                <a:cxn ang="0">
                  <a:pos x="172" y="970"/>
                </a:cxn>
                <a:cxn ang="0">
                  <a:pos x="124" y="1056"/>
                </a:cxn>
                <a:cxn ang="0">
                  <a:pos x="79" y="1150"/>
                </a:cxn>
                <a:cxn ang="0">
                  <a:pos x="38" y="1249"/>
                </a:cxn>
                <a:cxn ang="0">
                  <a:pos x="0" y="1357"/>
                </a:cxn>
                <a:cxn ang="0">
                  <a:pos x="0" y="118"/>
                </a:cxn>
              </a:cxnLst>
              <a:rect l="0" t="0" r="r" b="b"/>
              <a:pathLst>
                <a:path w="1974" h="1357">
                  <a:moveTo>
                    <a:pt x="0" y="118"/>
                  </a:moveTo>
                  <a:lnTo>
                    <a:pt x="0" y="118"/>
                  </a:lnTo>
                  <a:lnTo>
                    <a:pt x="83" y="92"/>
                  </a:lnTo>
                  <a:lnTo>
                    <a:pt x="165" y="69"/>
                  </a:lnTo>
                  <a:lnTo>
                    <a:pt x="246" y="49"/>
                  </a:lnTo>
                  <a:lnTo>
                    <a:pt x="327" y="33"/>
                  </a:lnTo>
                  <a:lnTo>
                    <a:pt x="408" y="21"/>
                  </a:lnTo>
                  <a:lnTo>
                    <a:pt x="487" y="11"/>
                  </a:lnTo>
                  <a:lnTo>
                    <a:pt x="566" y="5"/>
                  </a:lnTo>
                  <a:lnTo>
                    <a:pt x="645" y="1"/>
                  </a:lnTo>
                  <a:lnTo>
                    <a:pt x="721" y="0"/>
                  </a:lnTo>
                  <a:lnTo>
                    <a:pt x="797" y="1"/>
                  </a:lnTo>
                  <a:lnTo>
                    <a:pt x="873" y="6"/>
                  </a:lnTo>
                  <a:lnTo>
                    <a:pt x="946" y="13"/>
                  </a:lnTo>
                  <a:lnTo>
                    <a:pt x="1018" y="23"/>
                  </a:lnTo>
                  <a:lnTo>
                    <a:pt x="1088" y="33"/>
                  </a:lnTo>
                  <a:lnTo>
                    <a:pt x="1157" y="47"/>
                  </a:lnTo>
                  <a:lnTo>
                    <a:pt x="1225" y="62"/>
                  </a:lnTo>
                  <a:lnTo>
                    <a:pt x="1289" y="79"/>
                  </a:lnTo>
                  <a:lnTo>
                    <a:pt x="1352" y="97"/>
                  </a:lnTo>
                  <a:lnTo>
                    <a:pt x="1413" y="117"/>
                  </a:lnTo>
                  <a:lnTo>
                    <a:pt x="1472" y="138"/>
                  </a:lnTo>
                  <a:lnTo>
                    <a:pt x="1530" y="161"/>
                  </a:lnTo>
                  <a:lnTo>
                    <a:pt x="1585" y="184"/>
                  </a:lnTo>
                  <a:lnTo>
                    <a:pt x="1636" y="209"/>
                  </a:lnTo>
                  <a:lnTo>
                    <a:pt x="1685" y="236"/>
                  </a:lnTo>
                  <a:lnTo>
                    <a:pt x="1732" y="262"/>
                  </a:lnTo>
                  <a:lnTo>
                    <a:pt x="1776" y="288"/>
                  </a:lnTo>
                  <a:lnTo>
                    <a:pt x="1816" y="315"/>
                  </a:lnTo>
                  <a:lnTo>
                    <a:pt x="1854" y="343"/>
                  </a:lnTo>
                  <a:lnTo>
                    <a:pt x="1888" y="371"/>
                  </a:lnTo>
                  <a:lnTo>
                    <a:pt x="1921" y="399"/>
                  </a:lnTo>
                  <a:lnTo>
                    <a:pt x="1949" y="427"/>
                  </a:lnTo>
                  <a:lnTo>
                    <a:pt x="1974" y="455"/>
                  </a:lnTo>
                  <a:lnTo>
                    <a:pt x="1974" y="455"/>
                  </a:lnTo>
                  <a:lnTo>
                    <a:pt x="1920" y="434"/>
                  </a:lnTo>
                  <a:lnTo>
                    <a:pt x="1864" y="412"/>
                  </a:lnTo>
                  <a:lnTo>
                    <a:pt x="1804" y="394"/>
                  </a:lnTo>
                  <a:lnTo>
                    <a:pt x="1743" y="376"/>
                  </a:lnTo>
                  <a:lnTo>
                    <a:pt x="1680" y="361"/>
                  </a:lnTo>
                  <a:lnTo>
                    <a:pt x="1614" y="348"/>
                  </a:lnTo>
                  <a:lnTo>
                    <a:pt x="1548" y="338"/>
                  </a:lnTo>
                  <a:lnTo>
                    <a:pt x="1481" y="330"/>
                  </a:lnTo>
                  <a:lnTo>
                    <a:pt x="1413" y="323"/>
                  </a:lnTo>
                  <a:lnTo>
                    <a:pt x="1344" y="320"/>
                  </a:lnTo>
                  <a:lnTo>
                    <a:pt x="1273" y="321"/>
                  </a:lnTo>
                  <a:lnTo>
                    <a:pt x="1203" y="325"/>
                  </a:lnTo>
                  <a:lnTo>
                    <a:pt x="1132" y="331"/>
                  </a:lnTo>
                  <a:lnTo>
                    <a:pt x="1061" y="341"/>
                  </a:lnTo>
                  <a:lnTo>
                    <a:pt x="990" y="356"/>
                  </a:lnTo>
                  <a:lnTo>
                    <a:pt x="954" y="364"/>
                  </a:lnTo>
                  <a:lnTo>
                    <a:pt x="919" y="374"/>
                  </a:lnTo>
                  <a:lnTo>
                    <a:pt x="885" y="384"/>
                  </a:lnTo>
                  <a:lnTo>
                    <a:pt x="850" y="396"/>
                  </a:lnTo>
                  <a:lnTo>
                    <a:pt x="815" y="409"/>
                  </a:lnTo>
                  <a:lnTo>
                    <a:pt x="781" y="424"/>
                  </a:lnTo>
                  <a:lnTo>
                    <a:pt x="746" y="439"/>
                  </a:lnTo>
                  <a:lnTo>
                    <a:pt x="711" y="455"/>
                  </a:lnTo>
                  <a:lnTo>
                    <a:pt x="678" y="472"/>
                  </a:lnTo>
                  <a:lnTo>
                    <a:pt x="645" y="490"/>
                  </a:lnTo>
                  <a:lnTo>
                    <a:pt x="612" y="510"/>
                  </a:lnTo>
                  <a:lnTo>
                    <a:pt x="579" y="531"/>
                  </a:lnTo>
                  <a:lnTo>
                    <a:pt x="546" y="554"/>
                  </a:lnTo>
                  <a:lnTo>
                    <a:pt x="515" y="577"/>
                  </a:lnTo>
                  <a:lnTo>
                    <a:pt x="484" y="602"/>
                  </a:lnTo>
                  <a:lnTo>
                    <a:pt x="452" y="629"/>
                  </a:lnTo>
                  <a:lnTo>
                    <a:pt x="421" y="657"/>
                  </a:lnTo>
                  <a:lnTo>
                    <a:pt x="391" y="685"/>
                  </a:lnTo>
                  <a:lnTo>
                    <a:pt x="361" y="716"/>
                  </a:lnTo>
                  <a:lnTo>
                    <a:pt x="333" y="747"/>
                  </a:lnTo>
                  <a:lnTo>
                    <a:pt x="304" y="780"/>
                  </a:lnTo>
                  <a:lnTo>
                    <a:pt x="277" y="815"/>
                  </a:lnTo>
                  <a:lnTo>
                    <a:pt x="249" y="851"/>
                  </a:lnTo>
                  <a:lnTo>
                    <a:pt x="223" y="889"/>
                  </a:lnTo>
                  <a:lnTo>
                    <a:pt x="198" y="929"/>
                  </a:lnTo>
                  <a:lnTo>
                    <a:pt x="172" y="970"/>
                  </a:lnTo>
                  <a:lnTo>
                    <a:pt x="149" y="1012"/>
                  </a:lnTo>
                  <a:lnTo>
                    <a:pt x="124" y="1056"/>
                  </a:lnTo>
                  <a:lnTo>
                    <a:pt x="101" y="1102"/>
                  </a:lnTo>
                  <a:lnTo>
                    <a:pt x="79" y="1150"/>
                  </a:lnTo>
                  <a:lnTo>
                    <a:pt x="58" y="1198"/>
                  </a:lnTo>
                  <a:lnTo>
                    <a:pt x="38" y="1249"/>
                  </a:lnTo>
                  <a:lnTo>
                    <a:pt x="18" y="1302"/>
                  </a:lnTo>
                  <a:lnTo>
                    <a:pt x="0" y="1357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1504189" y="5587609"/>
              <a:ext cx="6518147" cy="5912495"/>
            </a:xfrm>
            <a:custGeom>
              <a:avLst/>
              <a:gdLst/>
              <a:ahLst/>
              <a:cxnLst>
                <a:cxn ang="0">
                  <a:pos x="1377" y="130"/>
                </a:cxn>
                <a:cxn ang="0">
                  <a:pos x="1299" y="89"/>
                </a:cxn>
                <a:cxn ang="0">
                  <a:pos x="1220" y="56"/>
                </a:cxn>
                <a:cxn ang="0">
                  <a:pos x="1137" y="30"/>
                </a:cxn>
                <a:cxn ang="0">
                  <a:pos x="1052" y="11"/>
                </a:cxn>
                <a:cxn ang="0">
                  <a:pos x="966" y="2"/>
                </a:cxn>
                <a:cxn ang="0">
                  <a:pos x="880" y="0"/>
                </a:cxn>
                <a:cxn ang="0">
                  <a:pos x="794" y="5"/>
                </a:cxn>
                <a:cxn ang="0">
                  <a:pos x="708" y="18"/>
                </a:cxn>
                <a:cxn ang="0">
                  <a:pos x="624" y="40"/>
                </a:cxn>
                <a:cxn ang="0">
                  <a:pos x="543" y="69"/>
                </a:cxn>
                <a:cxn ang="0">
                  <a:pos x="466" y="107"/>
                </a:cxn>
                <a:cxn ang="0">
                  <a:pos x="391" y="155"/>
                </a:cxn>
                <a:cxn ang="0">
                  <a:pos x="322" y="210"/>
                </a:cxn>
                <a:cxn ang="0">
                  <a:pos x="258" y="272"/>
                </a:cxn>
                <a:cxn ang="0">
                  <a:pos x="200" y="345"/>
                </a:cxn>
                <a:cxn ang="0">
                  <a:pos x="149" y="426"/>
                </a:cxn>
                <a:cxn ang="0">
                  <a:pos x="124" y="472"/>
                </a:cxn>
                <a:cxn ang="0">
                  <a:pos x="83" y="568"/>
                </a:cxn>
                <a:cxn ang="0">
                  <a:pos x="48" y="667"/>
                </a:cxn>
                <a:cxn ang="0">
                  <a:pos x="23" y="769"/>
                </a:cxn>
                <a:cxn ang="0">
                  <a:pos x="7" y="875"/>
                </a:cxn>
                <a:cxn ang="0">
                  <a:pos x="0" y="982"/>
                </a:cxn>
                <a:cxn ang="0">
                  <a:pos x="2" y="1090"/>
                </a:cxn>
                <a:cxn ang="0">
                  <a:pos x="12" y="1200"/>
                </a:cxn>
                <a:cxn ang="0">
                  <a:pos x="31" y="1311"/>
                </a:cxn>
                <a:cxn ang="0">
                  <a:pos x="61" y="1420"/>
                </a:cxn>
                <a:cxn ang="0">
                  <a:pos x="101" y="1529"/>
                </a:cxn>
                <a:cxn ang="0">
                  <a:pos x="149" y="1636"/>
                </a:cxn>
                <a:cxn ang="0">
                  <a:pos x="206" y="1742"/>
                </a:cxn>
                <a:cxn ang="0">
                  <a:pos x="274" y="1844"/>
                </a:cxn>
                <a:cxn ang="0">
                  <a:pos x="353" y="1943"/>
                </a:cxn>
                <a:cxn ang="0">
                  <a:pos x="441" y="2039"/>
                </a:cxn>
                <a:cxn ang="0">
                  <a:pos x="2552" y="2085"/>
                </a:cxn>
                <a:cxn ang="0">
                  <a:pos x="2526" y="2070"/>
                </a:cxn>
                <a:cxn ang="0">
                  <a:pos x="2336" y="1955"/>
                </a:cxn>
                <a:cxn ang="0">
                  <a:pos x="2192" y="1860"/>
                </a:cxn>
                <a:cxn ang="0">
                  <a:pos x="2025" y="1748"/>
                </a:cxn>
                <a:cxn ang="0">
                  <a:pos x="1849" y="1619"/>
                </a:cxn>
                <a:cxn ang="0">
                  <a:pos x="1667" y="1477"/>
                </a:cxn>
                <a:cxn ang="0">
                  <a:pos x="1492" y="1326"/>
                </a:cxn>
                <a:cxn ang="0">
                  <a:pos x="1410" y="1246"/>
                </a:cxn>
                <a:cxn ang="0">
                  <a:pos x="1332" y="1167"/>
                </a:cxn>
                <a:cxn ang="0">
                  <a:pos x="1261" y="1086"/>
                </a:cxn>
                <a:cxn ang="0">
                  <a:pos x="1195" y="1004"/>
                </a:cxn>
                <a:cxn ang="0">
                  <a:pos x="1139" y="923"/>
                </a:cxn>
                <a:cxn ang="0">
                  <a:pos x="1091" y="840"/>
                </a:cxn>
                <a:cxn ang="0">
                  <a:pos x="1055" y="761"/>
                </a:cxn>
                <a:cxn ang="0">
                  <a:pos x="1030" y="680"/>
                </a:cxn>
                <a:cxn ang="0">
                  <a:pos x="1017" y="602"/>
                </a:cxn>
                <a:cxn ang="0">
                  <a:pos x="1019" y="527"/>
                </a:cxn>
                <a:cxn ang="0">
                  <a:pos x="1028" y="470"/>
                </a:cxn>
                <a:cxn ang="0">
                  <a:pos x="1040" y="434"/>
                </a:cxn>
                <a:cxn ang="0">
                  <a:pos x="1057" y="398"/>
                </a:cxn>
                <a:cxn ang="0">
                  <a:pos x="1076" y="363"/>
                </a:cxn>
                <a:cxn ang="0">
                  <a:pos x="1101" y="330"/>
                </a:cxn>
                <a:cxn ang="0">
                  <a:pos x="1131" y="295"/>
                </a:cxn>
                <a:cxn ang="0">
                  <a:pos x="1182" y="248"/>
                </a:cxn>
                <a:cxn ang="0">
                  <a:pos x="1269" y="186"/>
                </a:cxn>
                <a:cxn ang="0">
                  <a:pos x="1377" y="130"/>
                </a:cxn>
              </a:cxnLst>
              <a:rect l="0" t="0" r="r" b="b"/>
              <a:pathLst>
                <a:path w="2552" h="2085">
                  <a:moveTo>
                    <a:pt x="1377" y="130"/>
                  </a:moveTo>
                  <a:lnTo>
                    <a:pt x="1377" y="130"/>
                  </a:lnTo>
                  <a:lnTo>
                    <a:pt x="1339" y="109"/>
                  </a:lnTo>
                  <a:lnTo>
                    <a:pt x="1299" y="89"/>
                  </a:lnTo>
                  <a:lnTo>
                    <a:pt x="1260" y="73"/>
                  </a:lnTo>
                  <a:lnTo>
                    <a:pt x="1220" y="56"/>
                  </a:lnTo>
                  <a:lnTo>
                    <a:pt x="1179" y="43"/>
                  </a:lnTo>
                  <a:lnTo>
                    <a:pt x="1137" y="30"/>
                  </a:lnTo>
                  <a:lnTo>
                    <a:pt x="1094" y="20"/>
                  </a:lnTo>
                  <a:lnTo>
                    <a:pt x="1052" y="11"/>
                  </a:lnTo>
                  <a:lnTo>
                    <a:pt x="1009" y="7"/>
                  </a:lnTo>
                  <a:lnTo>
                    <a:pt x="966" y="2"/>
                  </a:lnTo>
                  <a:lnTo>
                    <a:pt x="923" y="0"/>
                  </a:lnTo>
                  <a:lnTo>
                    <a:pt x="880" y="0"/>
                  </a:lnTo>
                  <a:lnTo>
                    <a:pt x="837" y="2"/>
                  </a:lnTo>
                  <a:lnTo>
                    <a:pt x="794" y="5"/>
                  </a:lnTo>
                  <a:lnTo>
                    <a:pt x="751" y="10"/>
                  </a:lnTo>
                  <a:lnTo>
                    <a:pt x="708" y="18"/>
                  </a:lnTo>
                  <a:lnTo>
                    <a:pt x="667" y="28"/>
                  </a:lnTo>
                  <a:lnTo>
                    <a:pt x="624" y="40"/>
                  </a:lnTo>
                  <a:lnTo>
                    <a:pt x="584" y="54"/>
                  </a:lnTo>
                  <a:lnTo>
                    <a:pt x="543" y="69"/>
                  </a:lnTo>
                  <a:lnTo>
                    <a:pt x="504" y="87"/>
                  </a:lnTo>
                  <a:lnTo>
                    <a:pt x="466" y="107"/>
                  </a:lnTo>
                  <a:lnTo>
                    <a:pt x="428" y="130"/>
                  </a:lnTo>
                  <a:lnTo>
                    <a:pt x="391" y="155"/>
                  </a:lnTo>
                  <a:lnTo>
                    <a:pt x="357" y="182"/>
                  </a:lnTo>
                  <a:lnTo>
                    <a:pt x="322" y="210"/>
                  </a:lnTo>
                  <a:lnTo>
                    <a:pt x="289" y="241"/>
                  </a:lnTo>
                  <a:lnTo>
                    <a:pt x="258" y="272"/>
                  </a:lnTo>
                  <a:lnTo>
                    <a:pt x="228" y="309"/>
                  </a:lnTo>
                  <a:lnTo>
                    <a:pt x="200" y="345"/>
                  </a:lnTo>
                  <a:lnTo>
                    <a:pt x="173" y="385"/>
                  </a:lnTo>
                  <a:lnTo>
                    <a:pt x="149" y="426"/>
                  </a:lnTo>
                  <a:lnTo>
                    <a:pt x="149" y="426"/>
                  </a:lnTo>
                  <a:lnTo>
                    <a:pt x="124" y="472"/>
                  </a:lnTo>
                  <a:lnTo>
                    <a:pt x="102" y="520"/>
                  </a:lnTo>
                  <a:lnTo>
                    <a:pt x="83" y="568"/>
                  </a:lnTo>
                  <a:lnTo>
                    <a:pt x="64" y="617"/>
                  </a:lnTo>
                  <a:lnTo>
                    <a:pt x="48" y="667"/>
                  </a:lnTo>
                  <a:lnTo>
                    <a:pt x="35" y="718"/>
                  </a:lnTo>
                  <a:lnTo>
                    <a:pt x="23" y="769"/>
                  </a:lnTo>
                  <a:lnTo>
                    <a:pt x="15" y="822"/>
                  </a:lnTo>
                  <a:lnTo>
                    <a:pt x="7" y="875"/>
                  </a:lnTo>
                  <a:lnTo>
                    <a:pt x="2" y="928"/>
                  </a:lnTo>
                  <a:lnTo>
                    <a:pt x="0" y="982"/>
                  </a:lnTo>
                  <a:lnTo>
                    <a:pt x="0" y="1035"/>
                  </a:lnTo>
                  <a:lnTo>
                    <a:pt x="2" y="1090"/>
                  </a:lnTo>
                  <a:lnTo>
                    <a:pt x="5" y="1146"/>
                  </a:lnTo>
                  <a:lnTo>
                    <a:pt x="12" y="1200"/>
                  </a:lnTo>
                  <a:lnTo>
                    <a:pt x="22" y="1255"/>
                  </a:lnTo>
                  <a:lnTo>
                    <a:pt x="31" y="1311"/>
                  </a:lnTo>
                  <a:lnTo>
                    <a:pt x="46" y="1365"/>
                  </a:lnTo>
                  <a:lnTo>
                    <a:pt x="61" y="1420"/>
                  </a:lnTo>
                  <a:lnTo>
                    <a:pt x="79" y="1474"/>
                  </a:lnTo>
                  <a:lnTo>
                    <a:pt x="101" y="1529"/>
                  </a:lnTo>
                  <a:lnTo>
                    <a:pt x="124" y="1583"/>
                  </a:lnTo>
                  <a:lnTo>
                    <a:pt x="149" y="1636"/>
                  </a:lnTo>
                  <a:lnTo>
                    <a:pt x="177" y="1689"/>
                  </a:lnTo>
                  <a:lnTo>
                    <a:pt x="206" y="1742"/>
                  </a:lnTo>
                  <a:lnTo>
                    <a:pt x="239" y="1793"/>
                  </a:lnTo>
                  <a:lnTo>
                    <a:pt x="274" y="1844"/>
                  </a:lnTo>
                  <a:lnTo>
                    <a:pt x="312" y="1895"/>
                  </a:lnTo>
                  <a:lnTo>
                    <a:pt x="353" y="1943"/>
                  </a:lnTo>
                  <a:lnTo>
                    <a:pt x="396" y="1993"/>
                  </a:lnTo>
                  <a:lnTo>
                    <a:pt x="441" y="2039"/>
                  </a:lnTo>
                  <a:lnTo>
                    <a:pt x="489" y="2085"/>
                  </a:lnTo>
                  <a:lnTo>
                    <a:pt x="2552" y="2085"/>
                  </a:lnTo>
                  <a:lnTo>
                    <a:pt x="2552" y="2085"/>
                  </a:lnTo>
                  <a:lnTo>
                    <a:pt x="2526" y="2070"/>
                  </a:lnTo>
                  <a:lnTo>
                    <a:pt x="2450" y="2026"/>
                  </a:lnTo>
                  <a:lnTo>
                    <a:pt x="2336" y="1955"/>
                  </a:lnTo>
                  <a:lnTo>
                    <a:pt x="2266" y="1910"/>
                  </a:lnTo>
                  <a:lnTo>
                    <a:pt x="2192" y="1860"/>
                  </a:lnTo>
                  <a:lnTo>
                    <a:pt x="2111" y="1808"/>
                  </a:lnTo>
                  <a:lnTo>
                    <a:pt x="2025" y="1748"/>
                  </a:lnTo>
                  <a:lnTo>
                    <a:pt x="1938" y="1685"/>
                  </a:lnTo>
                  <a:lnTo>
                    <a:pt x="1849" y="1619"/>
                  </a:lnTo>
                  <a:lnTo>
                    <a:pt x="1758" y="1550"/>
                  </a:lnTo>
                  <a:lnTo>
                    <a:pt x="1667" y="1477"/>
                  </a:lnTo>
                  <a:lnTo>
                    <a:pt x="1578" y="1403"/>
                  </a:lnTo>
                  <a:lnTo>
                    <a:pt x="1492" y="1326"/>
                  </a:lnTo>
                  <a:lnTo>
                    <a:pt x="1451" y="1286"/>
                  </a:lnTo>
                  <a:lnTo>
                    <a:pt x="1410" y="1246"/>
                  </a:lnTo>
                  <a:lnTo>
                    <a:pt x="1370" y="1207"/>
                  </a:lnTo>
                  <a:lnTo>
                    <a:pt x="1332" y="1167"/>
                  </a:lnTo>
                  <a:lnTo>
                    <a:pt x="1296" y="1126"/>
                  </a:lnTo>
                  <a:lnTo>
                    <a:pt x="1261" y="1086"/>
                  </a:lnTo>
                  <a:lnTo>
                    <a:pt x="1227" y="1045"/>
                  </a:lnTo>
                  <a:lnTo>
                    <a:pt x="1195" y="1004"/>
                  </a:lnTo>
                  <a:lnTo>
                    <a:pt x="1167" y="962"/>
                  </a:lnTo>
                  <a:lnTo>
                    <a:pt x="1139" y="923"/>
                  </a:lnTo>
                  <a:lnTo>
                    <a:pt x="1114" y="881"/>
                  </a:lnTo>
                  <a:lnTo>
                    <a:pt x="1091" y="840"/>
                  </a:lnTo>
                  <a:lnTo>
                    <a:pt x="1071" y="801"/>
                  </a:lnTo>
                  <a:lnTo>
                    <a:pt x="1055" y="761"/>
                  </a:lnTo>
                  <a:lnTo>
                    <a:pt x="1042" y="720"/>
                  </a:lnTo>
                  <a:lnTo>
                    <a:pt x="1030" y="680"/>
                  </a:lnTo>
                  <a:lnTo>
                    <a:pt x="1022" y="642"/>
                  </a:lnTo>
                  <a:lnTo>
                    <a:pt x="1017" y="602"/>
                  </a:lnTo>
                  <a:lnTo>
                    <a:pt x="1015" y="565"/>
                  </a:lnTo>
                  <a:lnTo>
                    <a:pt x="1019" y="527"/>
                  </a:lnTo>
                  <a:lnTo>
                    <a:pt x="1023" y="489"/>
                  </a:lnTo>
                  <a:lnTo>
                    <a:pt x="1028" y="470"/>
                  </a:lnTo>
                  <a:lnTo>
                    <a:pt x="1033" y="452"/>
                  </a:lnTo>
                  <a:lnTo>
                    <a:pt x="1040" y="434"/>
                  </a:lnTo>
                  <a:lnTo>
                    <a:pt x="1048" y="416"/>
                  </a:lnTo>
                  <a:lnTo>
                    <a:pt x="1057" y="398"/>
                  </a:lnTo>
                  <a:lnTo>
                    <a:pt x="1066" y="381"/>
                  </a:lnTo>
                  <a:lnTo>
                    <a:pt x="1076" y="363"/>
                  </a:lnTo>
                  <a:lnTo>
                    <a:pt x="1088" y="347"/>
                  </a:lnTo>
                  <a:lnTo>
                    <a:pt x="1101" y="330"/>
                  </a:lnTo>
                  <a:lnTo>
                    <a:pt x="1116" y="312"/>
                  </a:lnTo>
                  <a:lnTo>
                    <a:pt x="1131" y="295"/>
                  </a:lnTo>
                  <a:lnTo>
                    <a:pt x="1147" y="281"/>
                  </a:lnTo>
                  <a:lnTo>
                    <a:pt x="1182" y="248"/>
                  </a:lnTo>
                  <a:lnTo>
                    <a:pt x="1223" y="216"/>
                  </a:lnTo>
                  <a:lnTo>
                    <a:pt x="1269" y="186"/>
                  </a:lnTo>
                  <a:lnTo>
                    <a:pt x="1321" y="158"/>
                  </a:lnTo>
                  <a:lnTo>
                    <a:pt x="1377" y="130"/>
                  </a:lnTo>
                  <a:lnTo>
                    <a:pt x="1377" y="130"/>
                  </a:lnTo>
                  <a:close/>
                </a:path>
              </a:pathLst>
            </a:custGeom>
            <a:solidFill>
              <a:schemeClr val="bg1">
                <a:lumMod val="95000"/>
                <a:alpha val="34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1155701" y="5800928"/>
              <a:ext cx="3420872" cy="5699176"/>
            </a:xfrm>
            <a:custGeom>
              <a:avLst/>
              <a:gdLst/>
              <a:ahLst/>
              <a:cxnLst>
                <a:cxn ang="0">
                  <a:pos x="99" y="1804"/>
                </a:cxn>
                <a:cxn ang="0">
                  <a:pos x="57" y="1647"/>
                </a:cxn>
                <a:cxn ang="0">
                  <a:pos x="29" y="1492"/>
                </a:cxn>
                <a:cxn ang="0">
                  <a:pos x="10" y="1342"/>
                </a:cxn>
                <a:cxn ang="0">
                  <a:pos x="1" y="1195"/>
                </a:cxn>
                <a:cxn ang="0">
                  <a:pos x="1" y="1054"/>
                </a:cxn>
                <a:cxn ang="0">
                  <a:pos x="10" y="919"/>
                </a:cxn>
                <a:cxn ang="0">
                  <a:pos x="26" y="790"/>
                </a:cxn>
                <a:cxn ang="0">
                  <a:pos x="49" y="667"/>
                </a:cxn>
                <a:cxn ang="0">
                  <a:pos x="81" y="553"/>
                </a:cxn>
                <a:cxn ang="0">
                  <a:pos x="117" y="445"/>
                </a:cxn>
                <a:cxn ang="0">
                  <a:pos x="158" y="346"/>
                </a:cxn>
                <a:cxn ang="0">
                  <a:pos x="203" y="255"/>
                </a:cxn>
                <a:cxn ang="0">
                  <a:pos x="254" y="176"/>
                </a:cxn>
                <a:cxn ang="0">
                  <a:pos x="307" y="105"/>
                </a:cxn>
                <a:cxn ang="0">
                  <a:pos x="363" y="47"/>
                </a:cxn>
                <a:cxn ang="0">
                  <a:pos x="421" y="0"/>
                </a:cxn>
                <a:cxn ang="0">
                  <a:pos x="383" y="57"/>
                </a:cxn>
                <a:cxn ang="0">
                  <a:pos x="317" y="176"/>
                </a:cxn>
                <a:cxn ang="0">
                  <a:pos x="265" y="298"/>
                </a:cxn>
                <a:cxn ang="0">
                  <a:pos x="226" y="421"/>
                </a:cxn>
                <a:cxn ang="0">
                  <a:pos x="201" y="544"/>
                </a:cxn>
                <a:cxn ang="0">
                  <a:pos x="188" y="667"/>
                </a:cxn>
                <a:cxn ang="0">
                  <a:pos x="186" y="789"/>
                </a:cxn>
                <a:cxn ang="0">
                  <a:pos x="196" y="911"/>
                </a:cxn>
                <a:cxn ang="0">
                  <a:pos x="219" y="1030"/>
                </a:cxn>
                <a:cxn ang="0">
                  <a:pos x="252" y="1147"/>
                </a:cxn>
                <a:cxn ang="0">
                  <a:pos x="297" y="1261"/>
                </a:cxn>
                <a:cxn ang="0">
                  <a:pos x="351" y="1371"/>
                </a:cxn>
                <a:cxn ang="0">
                  <a:pos x="416" y="1477"/>
                </a:cxn>
                <a:cxn ang="0">
                  <a:pos x="492" y="1578"/>
                </a:cxn>
                <a:cxn ang="0">
                  <a:pos x="576" y="1674"/>
                </a:cxn>
                <a:cxn ang="0">
                  <a:pos x="668" y="1763"/>
                </a:cxn>
                <a:cxn ang="0">
                  <a:pos x="99" y="1804"/>
                </a:cxn>
              </a:cxnLst>
              <a:rect l="0" t="0" r="r" b="b"/>
              <a:pathLst>
                <a:path w="718" h="1804">
                  <a:moveTo>
                    <a:pt x="99" y="1804"/>
                  </a:moveTo>
                  <a:lnTo>
                    <a:pt x="99" y="1804"/>
                  </a:lnTo>
                  <a:lnTo>
                    <a:pt x="77" y="1725"/>
                  </a:lnTo>
                  <a:lnTo>
                    <a:pt x="57" y="1647"/>
                  </a:lnTo>
                  <a:lnTo>
                    <a:pt x="43" y="1570"/>
                  </a:lnTo>
                  <a:lnTo>
                    <a:pt x="29" y="1492"/>
                  </a:lnTo>
                  <a:lnTo>
                    <a:pt x="18" y="1416"/>
                  </a:lnTo>
                  <a:lnTo>
                    <a:pt x="10" y="1342"/>
                  </a:lnTo>
                  <a:lnTo>
                    <a:pt x="5" y="1267"/>
                  </a:lnTo>
                  <a:lnTo>
                    <a:pt x="1" y="1195"/>
                  </a:lnTo>
                  <a:lnTo>
                    <a:pt x="0" y="1124"/>
                  </a:lnTo>
                  <a:lnTo>
                    <a:pt x="1" y="1054"/>
                  </a:lnTo>
                  <a:lnTo>
                    <a:pt x="5" y="987"/>
                  </a:lnTo>
                  <a:lnTo>
                    <a:pt x="10" y="919"/>
                  </a:lnTo>
                  <a:lnTo>
                    <a:pt x="18" y="853"/>
                  </a:lnTo>
                  <a:lnTo>
                    <a:pt x="26" y="790"/>
                  </a:lnTo>
                  <a:lnTo>
                    <a:pt x="38" y="728"/>
                  </a:lnTo>
                  <a:lnTo>
                    <a:pt x="49" y="667"/>
                  </a:lnTo>
                  <a:lnTo>
                    <a:pt x="64" y="609"/>
                  </a:lnTo>
                  <a:lnTo>
                    <a:pt x="81" y="553"/>
                  </a:lnTo>
                  <a:lnTo>
                    <a:pt x="97" y="496"/>
                  </a:lnTo>
                  <a:lnTo>
                    <a:pt x="117" y="445"/>
                  </a:lnTo>
                  <a:lnTo>
                    <a:pt x="137" y="394"/>
                  </a:lnTo>
                  <a:lnTo>
                    <a:pt x="158" y="346"/>
                  </a:lnTo>
                  <a:lnTo>
                    <a:pt x="180" y="300"/>
                  </a:lnTo>
                  <a:lnTo>
                    <a:pt x="203" y="255"/>
                  </a:lnTo>
                  <a:lnTo>
                    <a:pt x="227" y="214"/>
                  </a:lnTo>
                  <a:lnTo>
                    <a:pt x="254" y="176"/>
                  </a:lnTo>
                  <a:lnTo>
                    <a:pt x="280" y="140"/>
                  </a:lnTo>
                  <a:lnTo>
                    <a:pt x="307" y="105"/>
                  </a:lnTo>
                  <a:lnTo>
                    <a:pt x="335" y="76"/>
                  </a:lnTo>
                  <a:lnTo>
                    <a:pt x="363" y="47"/>
                  </a:lnTo>
                  <a:lnTo>
                    <a:pt x="391" y="21"/>
                  </a:lnTo>
                  <a:lnTo>
                    <a:pt x="421" y="0"/>
                  </a:lnTo>
                  <a:lnTo>
                    <a:pt x="421" y="0"/>
                  </a:lnTo>
                  <a:lnTo>
                    <a:pt x="383" y="57"/>
                  </a:lnTo>
                  <a:lnTo>
                    <a:pt x="348" y="117"/>
                  </a:lnTo>
                  <a:lnTo>
                    <a:pt x="317" y="176"/>
                  </a:lnTo>
                  <a:lnTo>
                    <a:pt x="289" y="237"/>
                  </a:lnTo>
                  <a:lnTo>
                    <a:pt x="265" y="298"/>
                  </a:lnTo>
                  <a:lnTo>
                    <a:pt x="244" y="359"/>
                  </a:lnTo>
                  <a:lnTo>
                    <a:pt x="226" y="421"/>
                  </a:lnTo>
                  <a:lnTo>
                    <a:pt x="213" y="482"/>
                  </a:lnTo>
                  <a:lnTo>
                    <a:pt x="201" y="544"/>
                  </a:lnTo>
                  <a:lnTo>
                    <a:pt x="193" y="605"/>
                  </a:lnTo>
                  <a:lnTo>
                    <a:pt x="188" y="667"/>
                  </a:lnTo>
                  <a:lnTo>
                    <a:pt x="185" y="728"/>
                  </a:lnTo>
                  <a:lnTo>
                    <a:pt x="186" y="789"/>
                  </a:lnTo>
                  <a:lnTo>
                    <a:pt x="189" y="850"/>
                  </a:lnTo>
                  <a:lnTo>
                    <a:pt x="196" y="911"/>
                  </a:lnTo>
                  <a:lnTo>
                    <a:pt x="206" y="970"/>
                  </a:lnTo>
                  <a:lnTo>
                    <a:pt x="219" y="1030"/>
                  </a:lnTo>
                  <a:lnTo>
                    <a:pt x="234" y="1089"/>
                  </a:lnTo>
                  <a:lnTo>
                    <a:pt x="252" y="1147"/>
                  </a:lnTo>
                  <a:lnTo>
                    <a:pt x="274" y="1205"/>
                  </a:lnTo>
                  <a:lnTo>
                    <a:pt x="297" y="1261"/>
                  </a:lnTo>
                  <a:lnTo>
                    <a:pt x="323" y="1317"/>
                  </a:lnTo>
                  <a:lnTo>
                    <a:pt x="351" y="1371"/>
                  </a:lnTo>
                  <a:lnTo>
                    <a:pt x="383" y="1424"/>
                  </a:lnTo>
                  <a:lnTo>
                    <a:pt x="416" y="1477"/>
                  </a:lnTo>
                  <a:lnTo>
                    <a:pt x="452" y="1528"/>
                  </a:lnTo>
                  <a:lnTo>
                    <a:pt x="492" y="1578"/>
                  </a:lnTo>
                  <a:lnTo>
                    <a:pt x="531" y="1626"/>
                  </a:lnTo>
                  <a:lnTo>
                    <a:pt x="576" y="1674"/>
                  </a:lnTo>
                  <a:lnTo>
                    <a:pt x="620" y="1718"/>
                  </a:lnTo>
                  <a:lnTo>
                    <a:pt x="668" y="1763"/>
                  </a:lnTo>
                  <a:lnTo>
                    <a:pt x="718" y="1804"/>
                  </a:lnTo>
                  <a:lnTo>
                    <a:pt x="99" y="1804"/>
                  </a:lnTo>
                  <a:lnTo>
                    <a:pt x="99" y="1804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  <a:alpha val="37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369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768D5A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rgbClr val="768D5A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AF9738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AF9738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rgbClr val="AF9738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rgbClr val="AF9738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rgbClr val="AF973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3CYGLURsf0" TargetMode="External"/><Relationship Id="rId2" Type="http://schemas.openxmlformats.org/officeDocument/2006/relationships/hyperlink" Target="https://www.youtube.com/watch?v=wUo1_8hXXBU" TargetMode="Externa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D6BDC8-045C-D28B-706E-8ABEDE22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9E59D9-21B6-D3F7-3F44-563C3D2B5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That’s fast!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Calculate speed, distance and time periods using rates.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simplifying ratios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Need for speed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00E7E6-B1FF-1095-7C64-C360E3E5127B}"/>
              </a:ext>
            </a:extLst>
          </p:cNvPr>
          <p:cNvSpPr txBox="1"/>
          <p:nvPr/>
        </p:nvSpPr>
        <p:spPr>
          <a:xfrm>
            <a:off x="8939814" y="230819"/>
            <a:ext cx="1580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Test NEXT Tuesday. </a:t>
            </a:r>
            <a:endParaRPr lang="en-AU" dirty="0"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4415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11BA-F4E3-BA69-9F88-5DC0AFCD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32A6-3066-0CA6-6815-FBD8D69B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Simplify </a:t>
            </a:r>
          </a:p>
          <a:p>
            <a:pPr marL="0" indent="0">
              <a:buNone/>
            </a:pPr>
            <a:endParaRPr lang="en-US" sz="4400" dirty="0"/>
          </a:p>
          <a:p>
            <a:pPr marL="742950" indent="-742950">
              <a:buAutoNum type="alphaLcParenR"/>
            </a:pPr>
            <a:r>
              <a:rPr lang="en-US" sz="4400" dirty="0"/>
              <a:t>10 : 5 </a:t>
            </a:r>
          </a:p>
          <a:p>
            <a:pPr marL="742950" indent="-742950">
              <a:buAutoNum type="alphaLcParenR"/>
            </a:pPr>
            <a:r>
              <a:rPr lang="en-AU" sz="4400" dirty="0"/>
              <a:t>32 : 8 </a:t>
            </a:r>
          </a:p>
          <a:p>
            <a:pPr marL="742950" indent="-742950">
              <a:buAutoNum type="alphaLcParenR"/>
            </a:pPr>
            <a:r>
              <a:rPr lang="en-AU" sz="4400" dirty="0"/>
              <a:t>14 : 7 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2326F-1C63-1996-C841-18B40416E8A2}"/>
              </a:ext>
            </a:extLst>
          </p:cNvPr>
          <p:cNvSpPr txBox="1"/>
          <p:nvPr/>
        </p:nvSpPr>
        <p:spPr>
          <a:xfrm>
            <a:off x="7839075" y="742950"/>
            <a:ext cx="3952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THINK: what number goes into both numbers?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6569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11BA-F4E3-BA69-9F88-5DC0AFCDB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032A6-3066-0CA6-6815-FBD8D69BB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dirty="0"/>
              <a:t>Simplify </a:t>
            </a:r>
          </a:p>
          <a:p>
            <a:pPr marL="0" indent="0">
              <a:buNone/>
            </a:pPr>
            <a:endParaRPr lang="en-US" sz="4400" dirty="0"/>
          </a:p>
          <a:p>
            <a:pPr marL="742950" indent="-742950">
              <a:buAutoNum type="alphaLcParenR"/>
            </a:pPr>
            <a:r>
              <a:rPr lang="en-US" sz="4400" dirty="0"/>
              <a:t>15 : 5  </a:t>
            </a:r>
          </a:p>
          <a:p>
            <a:pPr marL="742950" indent="-742950">
              <a:buAutoNum type="alphaLcParenR"/>
            </a:pPr>
            <a:r>
              <a:rPr lang="en-AU" sz="4400" dirty="0"/>
              <a:t>9 : 3 </a:t>
            </a:r>
          </a:p>
          <a:p>
            <a:pPr marL="742950" indent="-742950">
              <a:buAutoNum type="alphaLcParenR"/>
            </a:pPr>
            <a:r>
              <a:rPr lang="en-AU" sz="4400" dirty="0"/>
              <a:t>18 : 2 </a:t>
            </a:r>
            <a:endParaRPr lang="en-US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2326F-1C63-1996-C841-18B40416E8A2}"/>
              </a:ext>
            </a:extLst>
          </p:cNvPr>
          <p:cNvSpPr txBox="1"/>
          <p:nvPr/>
        </p:nvSpPr>
        <p:spPr>
          <a:xfrm>
            <a:off x="7839075" y="742950"/>
            <a:ext cx="3952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THINK: what number goes into both numbers?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773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1EE6-FF7D-1916-E032-3F62E193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do </a:t>
            </a:r>
            <a:r>
              <a:rPr lang="en-US"/>
              <a:t>– 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F31A-9F6C-5CD8-19EF-AFB22E900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000" dirty="0"/>
              <a:t>Simplify </a:t>
            </a:r>
          </a:p>
          <a:p>
            <a:pPr marL="0" indent="0">
              <a:buNone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12 : 6 </a:t>
            </a:r>
          </a:p>
          <a:p>
            <a:pPr marL="742950" indent="-742950">
              <a:buAutoNum type="alphaLcParenR"/>
            </a:pPr>
            <a:r>
              <a:rPr lang="en-US" sz="4000" dirty="0"/>
              <a:t>4 : 12 </a:t>
            </a:r>
          </a:p>
          <a:p>
            <a:pPr marL="742950" indent="-742950">
              <a:buAutoNum type="alphaLcParenR"/>
            </a:pPr>
            <a:r>
              <a:rPr lang="en-US" sz="4000" dirty="0"/>
              <a:t>9 : 3 </a:t>
            </a:r>
          </a:p>
          <a:p>
            <a:pPr marL="742950" indent="-742950">
              <a:buAutoNum type="alphaLcParenR"/>
            </a:pPr>
            <a:r>
              <a:rPr lang="en-US" sz="4000" dirty="0"/>
              <a:t>25: 15 </a:t>
            </a:r>
            <a:endParaRPr lang="en-AU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9E2379-86E3-3252-94D9-818D85670969}"/>
              </a:ext>
            </a:extLst>
          </p:cNvPr>
          <p:cNvSpPr txBox="1"/>
          <p:nvPr/>
        </p:nvSpPr>
        <p:spPr>
          <a:xfrm>
            <a:off x="7839075" y="742950"/>
            <a:ext cx="3952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/>
                <a:ea typeface="+mn-ea"/>
                <a:cs typeface="+mn-cs"/>
              </a:rPr>
              <a:t>THINK: what number goes into both numbers?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69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9BD80-9D35-4F1F-7249-7237AA96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B15149-A60D-3D28-014B-EDAC8E3E1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36" y="499269"/>
            <a:ext cx="11475728" cy="5859462"/>
          </a:xfrm>
        </p:spPr>
      </p:pic>
    </p:spTree>
    <p:extLst>
      <p:ext uri="{BB962C8B-B14F-4D97-AF65-F5344CB8AC3E}">
        <p14:creationId xmlns:p14="http://schemas.microsoft.com/office/powerpoint/2010/main" val="34535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ADE00-7223-9B07-B628-7BD8E7CE9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25DB4A-5D26-80E1-398F-A15EA2C191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713697"/>
            <a:ext cx="10972800" cy="3746269"/>
          </a:xfrm>
        </p:spPr>
      </p:pic>
    </p:spTree>
    <p:extLst>
      <p:ext uri="{BB962C8B-B14F-4D97-AF65-F5344CB8AC3E}">
        <p14:creationId xmlns:p14="http://schemas.microsoft.com/office/powerpoint/2010/main" val="858022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44395-8FE4-FD41-3207-9E8260540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Fastest rapper in the world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D431-5396-C3F6-4FDE-9E0F84C17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https://www.youtube.com/watch?v=wUo1_8hXXBU</a:t>
            </a:r>
            <a:endParaRPr lang="en-AU" dirty="0"/>
          </a:p>
          <a:p>
            <a:endParaRPr lang="en-AU" dirty="0"/>
          </a:p>
          <a:p>
            <a:r>
              <a:rPr lang="en-AU" dirty="0">
                <a:hlinkClick r:id="rId3"/>
              </a:rPr>
              <a:t>https://www.youtube.com/watch?v=i3CYGLURsf0</a:t>
            </a:r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79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88B25-3B0E-DB95-4EC3-05822122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Speed, distance and time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28E8A36-04E1-D179-C281-3A45BCD70C05}"/>
              </a:ext>
            </a:extLst>
          </p:cNvPr>
          <p:cNvSpPr/>
          <p:nvPr/>
        </p:nvSpPr>
        <p:spPr>
          <a:xfrm>
            <a:off x="5658035" y="1855433"/>
            <a:ext cx="4856086" cy="4163627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849FC8F-6370-CC99-A00B-06847BBE7572}"/>
              </a:ext>
            </a:extLst>
          </p:cNvPr>
          <p:cNvCxnSpPr>
            <a:stCxn id="4" idx="1"/>
            <a:endCxn id="4" idx="5"/>
          </p:cNvCxnSpPr>
          <p:nvPr/>
        </p:nvCxnSpPr>
        <p:spPr>
          <a:xfrm>
            <a:off x="6872057" y="3937247"/>
            <a:ext cx="2428043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BC2929-60E6-647D-2C35-2A111C3C48B9}"/>
              </a:ext>
            </a:extLst>
          </p:cNvPr>
          <p:cNvCxnSpPr>
            <a:stCxn id="4" idx="3"/>
          </p:cNvCxnSpPr>
          <p:nvPr/>
        </p:nvCxnSpPr>
        <p:spPr>
          <a:xfrm flipV="1">
            <a:off x="8086078" y="3937246"/>
            <a:ext cx="0" cy="2081814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A72943-AB72-2865-7AB9-821A4A2CD6D9}"/>
              </a:ext>
            </a:extLst>
          </p:cNvPr>
          <p:cNvSpPr txBox="1"/>
          <p:nvPr/>
        </p:nvSpPr>
        <p:spPr>
          <a:xfrm>
            <a:off x="6513259" y="4978151"/>
            <a:ext cx="1065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SPEED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A6B94-AA8C-F004-68EC-6B127CDD4F89}"/>
              </a:ext>
            </a:extLst>
          </p:cNvPr>
          <p:cNvSpPr txBox="1"/>
          <p:nvPr/>
        </p:nvSpPr>
        <p:spPr>
          <a:xfrm>
            <a:off x="7339615" y="3198167"/>
            <a:ext cx="149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DISTANCE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BB67FD-47C5-076E-09FB-202527E966E8}"/>
              </a:ext>
            </a:extLst>
          </p:cNvPr>
          <p:cNvSpPr txBox="1"/>
          <p:nvPr/>
        </p:nvSpPr>
        <p:spPr>
          <a:xfrm>
            <a:off x="8593581" y="4978152"/>
            <a:ext cx="10653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TIME</a:t>
            </a:r>
            <a:endParaRPr lang="en-AU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F05607-7237-3D36-814F-72B38E176FE6}"/>
                  </a:ext>
                </a:extLst>
              </p:cNvPr>
              <p:cNvSpPr txBox="1"/>
              <p:nvPr/>
            </p:nvSpPr>
            <p:spPr>
              <a:xfrm>
                <a:off x="790113" y="2920753"/>
                <a:ext cx="3799643" cy="31167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>
                    <a:solidFill>
                      <a:srgbClr val="00B0F0"/>
                    </a:solidFill>
                  </a:rPr>
                  <a:t>Distance = speed x time </a:t>
                </a:r>
              </a:p>
              <a:p>
                <a:endParaRPr lang="en-US" sz="2800" b="1" dirty="0">
                  <a:solidFill>
                    <a:srgbClr val="00B0F0"/>
                  </a:solidFill>
                </a:endParaRPr>
              </a:p>
              <a:p>
                <a:r>
                  <a:rPr lang="en-US" sz="2800" b="1" dirty="0">
                    <a:solidFill>
                      <a:srgbClr val="00B0F0"/>
                    </a:solidFill>
                  </a:rPr>
                  <a:t>Speed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𝑫𝒊𝒔𝒕𝒂𝒏𝒄𝒆</m:t>
                        </m:r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𝑻𝒊𝒎𝒆</m:t>
                        </m:r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AU" sz="2800" b="1" dirty="0">
                  <a:solidFill>
                    <a:srgbClr val="00B0F0"/>
                  </a:solidFill>
                </a:endParaRPr>
              </a:p>
              <a:p>
                <a:endParaRPr lang="en-AU" sz="2800" b="1" dirty="0">
                  <a:solidFill>
                    <a:srgbClr val="00B0F0"/>
                  </a:solidFill>
                </a:endParaRPr>
              </a:p>
              <a:p>
                <a:endParaRPr lang="en-AU" sz="2800" b="1" dirty="0">
                  <a:solidFill>
                    <a:srgbClr val="00B0F0"/>
                  </a:solidFill>
                </a:endParaRPr>
              </a:p>
              <a:p>
                <a:r>
                  <a:rPr lang="en-AU" sz="2800" b="1" dirty="0">
                    <a:solidFill>
                      <a:srgbClr val="00B0F0"/>
                    </a:solidFill>
                  </a:rPr>
                  <a:t>Time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𝑫𝒊𝒔𝒕𝒂𝒏𝒄𝒆</m:t>
                        </m:r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𝒔𝒑𝒆𝒆𝒅</m:t>
                        </m:r>
                        <m:r>
                          <a:rPr lang="en-US" sz="2800" b="1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AU" sz="2800" b="1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EF05607-7237-3D36-814F-72B38E176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113" y="2920753"/>
                <a:ext cx="3799643" cy="3116751"/>
              </a:xfrm>
              <a:prstGeom prst="rect">
                <a:avLst/>
              </a:prstGeom>
              <a:blipFill>
                <a:blip r:embed="rId2"/>
                <a:stretch>
                  <a:fillRect l="-3371" t="-1761" r="-2087" b="-19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04BCF4E1-829E-4A39-D8A0-D2C34C1D3A07}"/>
              </a:ext>
            </a:extLst>
          </p:cNvPr>
          <p:cNvSpPr/>
          <p:nvPr/>
        </p:nvSpPr>
        <p:spPr>
          <a:xfrm>
            <a:off x="609600" y="1562470"/>
            <a:ext cx="10301056" cy="4785064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0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A3292-2DF2-86BA-621A-64A59F40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That’s fast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DD5DE-BE97-AA8F-3AFF-9EC503294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dirty="0"/>
              <a:t>Go-karts race at a speed of 100km/h. How many kilometers can a go-kart travel in a 3-hour race? </a:t>
            </a:r>
          </a:p>
          <a:p>
            <a:pPr marL="457200" indent="-457200">
              <a:buAutoNum type="arabicPeriod"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A hot-air balloon took 3 hours to cover 24km. What was its</a:t>
            </a:r>
          </a:p>
          <a:p>
            <a:pPr marL="0" indent="0">
              <a:buNone/>
            </a:pPr>
            <a:r>
              <a:rPr lang="en-US" dirty="0"/>
              <a:t>average speed?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A2B438-9C3B-A442-0DFD-5D591771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2587" y="2398975"/>
            <a:ext cx="2733629" cy="241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513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1EF4-F41A-6C81-19C3-3649FA18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54D5F-8857-0BDE-4CA2-9E5EA583C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Complete “that’s fast” question set.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885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0385378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201</Words>
  <Application>Microsoft Office PowerPoint</Application>
  <PresentationFormat>Widescreen</PresentationFormat>
  <Paragraphs>52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Wingdings</vt:lpstr>
      <vt:lpstr>Office Theme</vt:lpstr>
      <vt:lpstr>10385378</vt:lpstr>
      <vt:lpstr>Lesson objective </vt:lpstr>
      <vt:lpstr>I do </vt:lpstr>
      <vt:lpstr>We do </vt:lpstr>
      <vt:lpstr>You do – exercise books </vt:lpstr>
      <vt:lpstr>PowerPoint Presentation</vt:lpstr>
      <vt:lpstr>PowerPoint Presentation</vt:lpstr>
      <vt:lpstr>Fastest rapper in the world </vt:lpstr>
      <vt:lpstr>Speed, distance and time </vt:lpstr>
      <vt:lpstr>That’s fast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2022-08-01T02:47:44Z</dcterms:created>
  <dcterms:modified xsi:type="dcterms:W3CDTF">2022-08-01T03:17:23Z</dcterms:modified>
</cp:coreProperties>
</file>