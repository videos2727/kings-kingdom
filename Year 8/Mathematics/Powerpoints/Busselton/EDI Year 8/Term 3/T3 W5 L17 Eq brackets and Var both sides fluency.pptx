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9"/>
  </p:notesMasterIdLst>
  <p:sldIdLst>
    <p:sldId id="256" r:id="rId4"/>
    <p:sldId id="259" r:id="rId5"/>
    <p:sldId id="260" r:id="rId6"/>
    <p:sldId id="261" r:id="rId7"/>
    <p:sldId id="262" r:id="rId8"/>
    <p:sldId id="257" r:id="rId9"/>
    <p:sldId id="258" r:id="rId10"/>
    <p:sldId id="282" r:id="rId11"/>
    <p:sldId id="281" r:id="rId12"/>
    <p:sldId id="283" r:id="rId13"/>
    <p:sldId id="284" r:id="rId14"/>
    <p:sldId id="285" r:id="rId15"/>
    <p:sldId id="264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6711F-0652-40CD-8A18-0625DE94EF55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1081E-2009-428F-83D1-9E6B11791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82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660F5A-43F0-1920-4D65-B7B05CE399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7661CE-7093-4A89-836A-1A8003CC595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E3441E1-831A-EEC8-5288-D2AF6F5C8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AC41F31-6E6B-B068-D905-751C7B87E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8D6415-9F0D-27ED-C982-80FEEDCCF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774F0F-AA54-4288-B4B6-FFF1127D2C9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612F0B58-0E55-FB23-70D2-B60B26580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4F5C82E-B5B2-1636-5D0C-FA2EB4F9E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A3CECC-16A4-6318-382C-FD60B4325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42F02-B620-4BC3-84FF-371C22BDC6B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80AD842C-D310-1C87-C0DE-23F039FFD9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35C85A9-7003-21A9-B6DB-7CAB974D1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0500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5861A96-0AB7-9C3B-02BD-4FE04D2890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EBF02-9A46-4EB1-BED3-5A7A5DC522C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FDDB09EA-518B-AA1B-55A4-7FD89386EC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C56A007-FA18-8F3B-0165-6181BEE53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0E0CA2-BA3C-55E5-C86B-CC3B4F6AB8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783DFC-218B-4A0D-855D-1E55D17BAF6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FA6B31C-E699-C63D-B661-D1A2EACA8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F85792D-6E75-9ECF-8CB7-026B196E0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A17C921-29BE-DF41-E42C-16F441181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337F61-3481-4D32-97CB-6A5FD6B245D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DB21FA4-6369-3EBF-8FBD-B6535420A7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CEC2CF8-C3D7-3334-4450-013DE393A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9C3E-9E61-7A28-F066-9E7450001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EFD7A-E062-880B-1549-C9EECB07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7974-29CA-0CA4-47B9-6B79A424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4F0A6-607F-ADE7-2AB6-E6DA2082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FD536-C742-866C-F48C-28926632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08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6F60-B0F9-1474-D233-11F9F3BD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A902E-B7DF-A81F-ACAA-12EAD0844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84F54-0C35-5FE4-68ED-0EA27A9A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F43CC-F6B1-3A26-B49D-5039BD15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FC218-C1A2-4010-C45A-B170EA29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413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0981-46F6-9C17-F4EB-C949CB21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AEAE-112C-5387-D170-04AF8E07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A8C52-E114-399A-3B4B-5DF7FF4C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94FA-FC6E-1687-B68E-F1692E41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E1086-F637-ECCE-45D0-0B58B518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91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A99D-8963-A43C-42E3-216897D2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037F-B91B-2D3C-CE80-C01576F3A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F1835-6863-9999-9E78-67D5D88B5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3FC87-66A2-E907-3984-591224A6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75848-A951-3E53-8B9F-66CF7BA59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6EC8A-0943-D618-6FD6-40A73B92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67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F26F-7864-DB2E-DB2F-A6D87CB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44E76-7A71-D133-56F2-5238520DE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D0AFF-776A-278B-90C1-B98C46A64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EC980-0F9C-161E-0E75-9CD54D4D6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01019-7A1C-0B45-7B11-AAE2344F4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56CE8-8364-F0A4-76A4-B1C6F9A5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65AF7E-50EB-ADD6-4751-7456D533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D9038-A333-8F7D-326D-27C02594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379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7D8-2DED-5D03-4CA1-41A5D2A3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40C8D-0E47-00BC-0652-28D034B6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26483-C523-BC92-DC98-FB146BFF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8588E-B0D2-0220-0866-34D96BD6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48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38727-DF45-E2F4-8990-51682D94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10ABB-27EF-20F3-BCAC-17DB323F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4BEF1-ED5B-D35C-A6D8-4D5C20DA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67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A071-CAB3-C48C-272A-68E665D2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5373-9E87-5674-9EF4-477E1C4B5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D1698-72FA-8DF2-91C1-41E93A91A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44761-B134-10E6-5437-21AC7FA7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F87FB-683D-D1E8-4E5A-D47F30D7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BDAFE-D32A-B0EE-F700-9F71FD1D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92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D7B3-5425-C8D1-89A9-4359D367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61F2D-D273-610B-76CD-7F318AEE9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68BFE-907C-F40D-682F-DCA79FE96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5757-2A16-EFC6-6E86-A413409C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B0A2B-EA1D-1B2D-B8BD-5CA3F7B7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DC592-ECF8-E7DD-D213-8F7DCD53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156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4627-FB49-245D-5357-9B6D423D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467ED-38B4-9812-B863-4B2B4AA3D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9900C-6ED0-78FB-8FB5-1636A34B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DDDE2-9432-5915-A6FC-E733B4DA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8403-2D01-F5AD-EF5D-1BF498BA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340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DFCAD-6503-8D89-7EB0-AB5C4E709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8E5B2-A11C-146A-B2EE-679BA6677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1977-2566-FDCA-7338-3F3211B9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A9EC0-5D73-82EA-8475-CB975861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30B04-F71C-3256-A650-1FE39DCB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902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303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607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779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701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391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94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68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545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475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2783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730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1336-782F-1B37-CFAB-F06080A06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C2FB6-DB1F-3C4A-A4F1-AF62B3FE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12CD-AC19-A99F-1E5B-C239E187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8C7E3-9747-A538-1F5C-D721BE40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458C0-C7C7-A4E6-E8B4-69EBCAFD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2E5BC-B909-4C9E-89A3-F6D6305B1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2019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1776-20AB-1D04-8985-628291D6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D4F5-903E-ECE5-7F72-A0472583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C7E7-07A3-9863-BAAD-F1A36309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81DD-00BE-31C8-FE5F-A34B6635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D57F9-704C-7051-320D-21C49466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A0C19-026C-4A3E-8122-30B75AE497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219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8BE4-E2DA-04EC-8555-4641C71A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46F9-5C17-27FE-0EEC-10E113F2B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70BDE-74F2-00DC-6B02-529BD90F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0656-9067-19F8-C192-40BA4F42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DDD1-EAB2-BC0B-F8B4-B27BCDFA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E8C85F-D621-4A51-A3D8-C2866CF1BC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242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309F-26E3-E33B-AA15-23175497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CB78-BA5C-FDFD-FE56-2F70C159F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B7637-6DB2-CCFA-1876-E0685440C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96A9F-BFF6-FC27-D79D-AFEA6F8C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8A66-0823-7FD4-E537-B0C11179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2F0B0-7EE6-E2AC-57CB-49F1759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9C199-1854-4EDE-805D-9EABFED0F5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16644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0AD2-F4B1-93FD-1A6E-46728117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32484-EA69-DA3C-0457-D4092E8CD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2ACCC-13BC-14B4-8EEB-1D5CB1B09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8AC22-AEF0-1D3D-B711-39C6AE32C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CEE89-FA11-E4A4-6DEE-242AC99A7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BEB98-A854-53B0-E1A6-AC43DEC6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930CE-B5AA-26EF-035A-6BA123AB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1B736-68DF-2EA0-AC56-84667D29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8936D-10C2-417E-B688-4D0F22D64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1615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E9D6-57B7-810F-4BC6-B3F741A8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FAB90-C391-7ABC-7CB8-F6CA2833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116E7-372F-3B63-9F62-234A90D9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B64A-AF61-CEC8-E68C-F738C8CC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7C016-95FC-44F9-9096-917E0EE033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59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F6730-0757-F7D1-8508-419417ED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81D68-B555-CDD0-0843-F53DD6B4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77536-7CCA-3882-4504-C21D4721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814CAB-626A-467D-B8EB-9D13EBC9EA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134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2801-3892-D0FC-BB7A-30407042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B975D-BAF6-4A22-D833-95565B0A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AB54C-5F7D-971A-F815-AC04F68A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6AE9F-4707-1725-A00E-A04C1A3A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B2410-930E-DF06-EFFE-CEC0E59E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45127-86E6-F040-F2BC-CE6DA0CF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F2F29-1627-4072-ADAD-4C1587DD04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92269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0735-DEF4-8FB1-7B2F-CB3A9077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0AB99-8A22-FA67-C710-E6D7BC9F0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3D150-7C51-8C4A-3BFF-A3C9527BE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92F6C-D3BE-4B22-7E99-87C26D72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551BC-E9AC-AE96-FA8E-083216CA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17712-471C-626B-4CF7-6297854B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A3CAA-B70C-4D71-8FB1-7BEE97A2A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6691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47A1-CC96-B019-B313-29427AA5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4750F-8866-B5C7-784F-E8E41748E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C6C1-76CA-E4C4-BD81-BE86D00E3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3F04D-F0FF-64D6-FA0D-17C23E1C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E409C-82B6-59ED-BAA4-CFCC0B8A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047E7-19AA-4C0D-9F13-E1595C65FA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3627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881E0-D14A-A629-7900-4CF885D73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BE9FD-E0A3-007A-5017-26291182A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A1D33-F2F8-E5D1-8373-7F71D0E5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B86A6-828D-8392-C3A7-57153C29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4A2C5-CF0A-88DB-DF5C-AE5B6841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05C04-2E50-4846-83AE-E9231EBD05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24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146FC-B5CB-F738-B25F-00AFDA32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2D107-CF84-3184-F76B-7E4E52D0F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DEA8-96D9-E322-0788-4D14D6251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5690B-1AFA-41BE-859F-58ABE3138896}" type="datetimeFigureOut">
              <a:rPr lang="en-AU" smtClean="0"/>
              <a:t>22/08/2022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72B1-CAF1-FB43-E089-D8966CD7D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6C03-2453-5F18-7F21-55FF015B7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12B2B-3068-45F3-892A-111DF2ADF9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025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5B93-0657-424D-BA89-E5A695D33943}" type="datetimeFigureOut">
              <a:rPr lang="en-GB" smtClean="0"/>
              <a:t>22/08/2022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80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F3DBDB-BF18-0FD9-1F8E-FC7A287B1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075200-70D7-284F-D1BF-B88BCCAB0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592256-73DA-99F0-F5FD-247B3AC3F97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5D1577-90CF-9FA6-51A7-13D4038037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764AEC-9EBA-A45B-D6BD-F406FA5307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576BFB-C7EC-4A67-A262-9C71740A5E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1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93E563-F2FE-42FA-8539-BA2987EF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BB3DE-3C4A-EF6F-4240-55A2733B8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47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Solving equations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Solve linear equations with unknown variables and brackets on both sides.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Plot coordinates on the cartesian plane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expanding brackets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Switching sides with variables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Plotting coordinates 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AE61E-6B0A-0E8A-D18C-3E4989CC3FEE}"/>
              </a:ext>
            </a:extLst>
          </p:cNvPr>
          <p:cNvSpPr txBox="1"/>
          <p:nvPr/>
        </p:nvSpPr>
        <p:spPr>
          <a:xfrm>
            <a:off x="4092606" y="2503502"/>
            <a:ext cx="6338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09B8F-9092-9EDE-C6A6-4A7B1FF38D8F}"/>
              </a:ext>
            </a:extLst>
          </p:cNvPr>
          <p:cNvSpPr txBox="1"/>
          <p:nvPr/>
        </p:nvSpPr>
        <p:spPr>
          <a:xfrm>
            <a:off x="5656555" y="365125"/>
            <a:ext cx="5200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Complete all tasks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Learn –be prepared to give a response 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980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A250-58A1-E7AE-AB80-C4382461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Expanding brackets – 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E6F7D-A6CE-261F-DC41-FD18B64F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>
              <a:buNone/>
            </a:pPr>
            <a:r>
              <a:rPr lang="en-AU" sz="4400" dirty="0"/>
              <a:t>3(2x + 8) </a:t>
            </a:r>
          </a:p>
          <a:p>
            <a:pPr marL="0" indent="0" algn="ctr">
              <a:buNone/>
            </a:pPr>
            <a:r>
              <a:rPr lang="en-AU" sz="4400" dirty="0"/>
              <a:t>2x(x + 2s + 4) </a:t>
            </a:r>
          </a:p>
          <a:p>
            <a:pPr marL="0" indent="0" algn="r">
              <a:buNone/>
            </a:pPr>
            <a:r>
              <a:rPr lang="en-AU" sz="4400" dirty="0"/>
              <a:t>-3(2c + 4)</a:t>
            </a:r>
          </a:p>
          <a:p>
            <a:pPr marL="0" indent="0">
              <a:buNone/>
            </a:pPr>
            <a:r>
              <a:rPr lang="en-AU" sz="4400" dirty="0"/>
              <a:t> -2(-x – 7) </a:t>
            </a:r>
          </a:p>
        </p:txBody>
      </p:sp>
    </p:spTree>
    <p:extLst>
      <p:ext uri="{BB962C8B-B14F-4D97-AF65-F5344CB8AC3E}">
        <p14:creationId xmlns:p14="http://schemas.microsoft.com/office/powerpoint/2010/main" val="261184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5C10-370D-831F-A81C-30CA7AFD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expanding brackets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5473B-08FA-7554-6BEA-CD1FB58A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AU" sz="4000" dirty="0"/>
              <a:t>3(3x + 4) </a:t>
            </a:r>
          </a:p>
          <a:p>
            <a:pPr marL="742950" indent="-742950">
              <a:buAutoNum type="alphaLcParenR"/>
            </a:pPr>
            <a:r>
              <a:rPr lang="en-AU" sz="4000" dirty="0"/>
              <a:t>2(10 – 4x) </a:t>
            </a:r>
          </a:p>
          <a:p>
            <a:pPr marL="742950" indent="-742950">
              <a:buAutoNum type="alphaLcParenR"/>
            </a:pPr>
            <a:r>
              <a:rPr lang="en-AU" sz="4000" dirty="0"/>
              <a:t>-4(4 + 2d) </a:t>
            </a:r>
          </a:p>
          <a:p>
            <a:pPr marL="742950" indent="-742950">
              <a:buAutoNum type="alphaLcParenR"/>
            </a:pPr>
            <a:r>
              <a:rPr lang="en-AU" sz="4000" dirty="0"/>
              <a:t>4(8x – 6) </a:t>
            </a:r>
          </a:p>
        </p:txBody>
      </p:sp>
    </p:spTree>
    <p:extLst>
      <p:ext uri="{BB962C8B-B14F-4D97-AF65-F5344CB8AC3E}">
        <p14:creationId xmlns:p14="http://schemas.microsoft.com/office/powerpoint/2010/main" val="34683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6002-B2C2-9A82-BAA2-11360B52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on both sides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2B423-A07F-3371-3419-96EE8C01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742950" indent="-742950">
              <a:buAutoNum type="alphaLcParenR"/>
            </a:pPr>
            <a:r>
              <a:rPr lang="en-AU" sz="4000" dirty="0"/>
              <a:t>4x + 9 = 5x + 4 </a:t>
            </a:r>
          </a:p>
          <a:p>
            <a:pPr marL="742950" indent="-742950">
              <a:buAutoNum type="alphaLcParenR"/>
            </a:pPr>
            <a:endParaRPr lang="en-AU" sz="4000" dirty="0"/>
          </a:p>
          <a:p>
            <a:pPr marL="742950" indent="-742950">
              <a:buAutoNum type="alphaLcParenR"/>
            </a:pPr>
            <a:r>
              <a:rPr lang="en-AU" sz="4000" dirty="0"/>
              <a:t>2(5v + 2) = 2(3v – 2) </a:t>
            </a:r>
          </a:p>
          <a:p>
            <a:pPr marL="742950" indent="-742950">
              <a:buAutoNum type="alphaLcParenR"/>
            </a:pPr>
            <a:endParaRPr lang="en-AU" sz="4000" dirty="0"/>
          </a:p>
          <a:p>
            <a:pPr marL="742950" indent="-742950">
              <a:buAutoNum type="alphaLcParenR"/>
            </a:pPr>
            <a:r>
              <a:rPr lang="en-AU" sz="4000" dirty="0"/>
              <a:t>6h + 8 = 4h – 15 </a:t>
            </a:r>
          </a:p>
          <a:p>
            <a:pPr marL="742950" indent="-742950">
              <a:buAutoNum type="alphaLcParenR"/>
            </a:pPr>
            <a:endParaRPr lang="en-AU" sz="4000" dirty="0"/>
          </a:p>
          <a:p>
            <a:pPr marL="742950" indent="-742950">
              <a:buAutoNum type="alphaLcParenR"/>
            </a:pPr>
            <a:r>
              <a:rPr lang="en-AU" sz="4000" dirty="0"/>
              <a:t>3(2d – 9) + 4 = 4(d – 4) + 10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10463-717A-3DB8-0028-CC9CA959F60A}"/>
              </a:ext>
            </a:extLst>
          </p:cNvPr>
          <p:cNvSpPr txBox="1"/>
          <p:nvPr/>
        </p:nvSpPr>
        <p:spPr>
          <a:xfrm>
            <a:off x="6933461" y="266330"/>
            <a:ext cx="51875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2000" b="1" dirty="0"/>
              <a:t>Simplify both sides</a:t>
            </a:r>
          </a:p>
          <a:p>
            <a:pPr marL="342900" indent="-342900">
              <a:buAutoNum type="arabicPeriod"/>
            </a:pPr>
            <a:r>
              <a:rPr lang="en-AU" sz="2000" b="1" dirty="0"/>
              <a:t>Collect variable terms to left and numbers to right – swap sides swap signs.</a:t>
            </a:r>
          </a:p>
          <a:p>
            <a:pPr marL="342900" indent="-342900">
              <a:buAutoNum type="arabicPeriod"/>
            </a:pPr>
            <a:r>
              <a:rPr lang="en-AU" sz="2000" b="1" dirty="0"/>
              <a:t>Simplify both sides </a:t>
            </a:r>
          </a:p>
          <a:p>
            <a:pPr marL="342900" indent="-342900">
              <a:buAutoNum type="arabicPeriod"/>
            </a:pPr>
            <a:r>
              <a:rPr lang="en-AU" sz="2000" b="1" dirty="0"/>
              <a:t>Divide both sides by coefficient.</a:t>
            </a:r>
          </a:p>
          <a:p>
            <a:pPr marL="342900" indent="-342900">
              <a:buAutoNum type="arabicPeriod"/>
            </a:pPr>
            <a:r>
              <a:rPr lang="en-AU" sz="2000" b="1" dirty="0"/>
              <a:t>State answer </a:t>
            </a:r>
          </a:p>
        </p:txBody>
      </p:sp>
    </p:spTree>
    <p:extLst>
      <p:ext uri="{BB962C8B-B14F-4D97-AF65-F5344CB8AC3E}">
        <p14:creationId xmlns:p14="http://schemas.microsoft.com/office/powerpoint/2010/main" val="132639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9403-F788-FDB5-6CB0-61A6167D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37553-79B1-CEAE-16EE-FCA94386A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4000" dirty="0"/>
              <a:t>2(x + 8) = 22 </a:t>
            </a:r>
          </a:p>
          <a:p>
            <a:pPr marL="742950" indent="-742950">
              <a:buAutoNum type="alphaLcParenR"/>
            </a:pPr>
            <a:r>
              <a:rPr lang="en-US" sz="4000" dirty="0"/>
              <a:t>3(x – 2) = 6x – 21 </a:t>
            </a:r>
          </a:p>
          <a:p>
            <a:pPr marL="742950" indent="-742950">
              <a:buAutoNum type="alphaLcParenR"/>
            </a:pPr>
            <a:r>
              <a:rPr lang="en-US" sz="4000" dirty="0"/>
              <a:t>-2(2x + 4) = 4</a:t>
            </a:r>
          </a:p>
          <a:p>
            <a:pPr marL="742950" indent="-742950">
              <a:buAutoNum type="alphaLcParenR"/>
            </a:pPr>
            <a:r>
              <a:rPr lang="en-US" sz="4000" dirty="0"/>
              <a:t>4(f + 4) = 3(3f – 4) – 2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Exercise books….. </a:t>
            </a:r>
          </a:p>
          <a:p>
            <a:pPr marL="742950" indent="-742950">
              <a:buAutoNum type="alphaLcParenR"/>
            </a:pP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33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alendar&#10;&#10;Description automatically generated">
            <a:extLst>
              <a:ext uri="{FF2B5EF4-FFF2-40B4-BE49-F238E27FC236}">
                <a16:creationId xmlns:a16="http://schemas.microsoft.com/office/drawing/2014/main" id="{17B5AFB8-6CDC-F5D0-5E53-69EB402C3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56" y="0"/>
            <a:ext cx="11657888" cy="574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2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0B3A-7FD6-000B-7B0D-249D8512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19687-E8AC-8206-45BD-98660386B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258" y="365125"/>
            <a:ext cx="10515600" cy="3500149"/>
          </a:xfrm>
        </p:spPr>
      </p:pic>
    </p:spTree>
    <p:extLst>
      <p:ext uri="{BB962C8B-B14F-4D97-AF65-F5344CB8AC3E}">
        <p14:creationId xmlns:p14="http://schemas.microsoft.com/office/powerpoint/2010/main" val="55888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Coordinates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Horizontal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RIGHT</a:t>
                </a:r>
              </a:p>
              <a:p>
                <a:r>
                  <a:rPr lang="en-GB" dirty="0"/>
                  <a:t>Vertical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UP</a:t>
                </a:r>
              </a:p>
              <a:p>
                <a:r>
                  <a:rPr lang="en-GB" dirty="0"/>
                  <a:t>Point of intersection: Origin</a:t>
                </a:r>
              </a:p>
              <a:p>
                <a:r>
                  <a:rPr lang="en-GB" dirty="0"/>
                  <a:t>A point’s location is defined by its coordinates marked as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(horizontal number line)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(vertical number line)</a:t>
                </a:r>
              </a:p>
              <a:p>
                <a:r>
                  <a:rPr lang="en-GB" dirty="0"/>
                  <a:t>Example: coordinates of A: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This is a </a:t>
                </a:r>
                <a:r>
                  <a:rPr lang="en-GB" b="1" dirty="0">
                    <a:solidFill>
                      <a:srgbClr val="FF0000"/>
                    </a:solidFill>
                  </a:rPr>
                  <a:t>CONVENTION</a:t>
                </a:r>
                <a:r>
                  <a:rPr lang="en-GB" dirty="0">
                    <a:solidFill>
                      <a:srgbClr val="FF0000"/>
                    </a:solidFill>
                  </a:rPr>
                  <a:t>: ( ....  ,    ..... )</a:t>
                </a:r>
                <a:endParaRPr lang="en-GB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  <a:blipFill>
                <a:blip r:embed="rId2"/>
                <a:stretch>
                  <a:fillRect l="-1218" t="-2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71216" y="2439703"/>
            <a:ext cx="2856806" cy="28370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flipH="1">
            <a:off x="3223148" y="3293375"/>
            <a:ext cx="81887" cy="1023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3620" y="3067555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GB" sz="1350" b="1" dirty="0">
                <a:solidFill>
                  <a:prstClr val="black"/>
                </a:solidFill>
                <a:latin typeface="Calibri" panose="020F0502020204030204"/>
              </a:rPr>
              <a:t>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78536" y="2251523"/>
            <a:ext cx="3016363" cy="3213394"/>
            <a:chOff x="606046" y="1859030"/>
            <a:chExt cx="4021817" cy="42845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046" y="1859030"/>
              <a:ext cx="4021817" cy="4284525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 flipH="1">
              <a:off x="2713560" y="302255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0856" y="2721463"/>
              <a:ext cx="38514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49667" y="2288795"/>
            <a:ext cx="1712426" cy="2474811"/>
            <a:chOff x="834222" y="1908725"/>
            <a:chExt cx="2283234" cy="3299748"/>
          </a:xfrm>
        </p:grpSpPr>
        <p:sp>
          <p:nvSpPr>
            <p:cNvPr id="11" name="Oval 10"/>
            <p:cNvSpPr/>
            <p:nvPr/>
          </p:nvSpPr>
          <p:spPr>
            <a:xfrm flipH="1">
              <a:off x="2713560" y="507199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0856" y="4770902"/>
              <a:ext cx="37660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B</a:t>
              </a:r>
            </a:p>
          </p:txBody>
        </p:sp>
        <p:sp>
          <p:nvSpPr>
            <p:cNvPr id="13" name="Oval 12"/>
            <p:cNvSpPr/>
            <p:nvPr/>
          </p:nvSpPr>
          <p:spPr>
            <a:xfrm flipH="1">
              <a:off x="1460241" y="445784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87538" y="4156752"/>
              <a:ext cx="36805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>
            <a:xfrm flipH="1">
              <a:off x="834222" y="404672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519" y="3745633"/>
              <a:ext cx="3915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076169" y="2160123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03466" y="1908725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97359" y="5831858"/>
            <a:ext cx="50687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685800"/>
            <a:r>
              <a:rPr lang="en-GB" sz="900" dirty="0">
                <a:solidFill>
                  <a:prstClr val="black"/>
                </a:solidFill>
                <a:latin typeface="Calibri" panose="020F0502020204030204"/>
              </a:rPr>
              <a:t>©AXM</a:t>
            </a:r>
          </a:p>
        </p:txBody>
      </p:sp>
      <p:sp>
        <p:nvSpPr>
          <p:cNvPr id="22" name="Rectangular Callout 21"/>
          <p:cNvSpPr/>
          <p:nvPr/>
        </p:nvSpPr>
        <p:spPr>
          <a:xfrm>
            <a:off x="1618708" y="5115351"/>
            <a:ext cx="947774" cy="562972"/>
          </a:xfrm>
          <a:prstGeom prst="wedgeRectCallout">
            <a:avLst>
              <a:gd name="adj1" fmla="val 124965"/>
              <a:gd name="adj2" fmla="val -25113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white"/>
                </a:solidFill>
                <a:latin typeface="Calibri" panose="020F0502020204030204"/>
              </a:rPr>
              <a:t>Origin</a:t>
            </a:r>
          </a:p>
          <a:p>
            <a:pPr algn="ctr" defTabSz="685800"/>
            <a:r>
              <a:rPr lang="en-GB" sz="1350" dirty="0">
                <a:solidFill>
                  <a:prstClr val="white"/>
                </a:solidFill>
                <a:latin typeface="Calibri" panose="020F0502020204030204"/>
              </a:rPr>
              <a:t>(0,0)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619773" y="3155399"/>
            <a:ext cx="0" cy="766895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305035" y="3155401"/>
            <a:ext cx="273797" cy="14843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72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Coordinates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Horizontal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RIGHT</a:t>
                </a:r>
              </a:p>
              <a:p>
                <a:r>
                  <a:rPr lang="en-GB" dirty="0"/>
                  <a:t>Vertical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UP</a:t>
                </a:r>
              </a:p>
              <a:p>
                <a:r>
                  <a:rPr lang="en-GB" dirty="0"/>
                  <a:t>Point of intersection: Origin</a:t>
                </a:r>
              </a:p>
              <a:p>
                <a:r>
                  <a:rPr lang="en-GB" dirty="0"/>
                  <a:t>A point’s location is defined by its coordinates marked as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(horizontal number line)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(vertical number line)</a:t>
                </a:r>
              </a:p>
              <a:p>
                <a:r>
                  <a:rPr lang="en-GB" dirty="0"/>
                  <a:t>Example: coordinates of A: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This is a </a:t>
                </a:r>
                <a:r>
                  <a:rPr lang="en-GB" b="1" dirty="0">
                    <a:solidFill>
                      <a:srgbClr val="FF0000"/>
                    </a:solidFill>
                  </a:rPr>
                  <a:t>CONVENTION</a:t>
                </a:r>
                <a:r>
                  <a:rPr lang="en-GB" dirty="0">
                    <a:solidFill>
                      <a:srgbClr val="FF0000"/>
                    </a:solidFill>
                  </a:rPr>
                  <a:t>: ( ....  ,    ..... )</a:t>
                </a:r>
                <a:endParaRPr lang="en-GB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  <a:blipFill>
                <a:blip r:embed="rId2"/>
                <a:stretch>
                  <a:fillRect l="-1218" t="-2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71216" y="2439703"/>
            <a:ext cx="2856806" cy="28370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flipH="1">
            <a:off x="3223148" y="3293375"/>
            <a:ext cx="81887" cy="1023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3620" y="3067555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GB" sz="1350" b="1" dirty="0">
                <a:solidFill>
                  <a:prstClr val="black"/>
                </a:solidFill>
                <a:latin typeface="Calibri" panose="020F0502020204030204"/>
              </a:rPr>
              <a:t>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78536" y="2251523"/>
            <a:ext cx="3016363" cy="3213394"/>
            <a:chOff x="606046" y="1859030"/>
            <a:chExt cx="4021817" cy="42845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046" y="1859030"/>
              <a:ext cx="4021817" cy="4284525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 flipH="1">
              <a:off x="2713560" y="302255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0856" y="2721463"/>
              <a:ext cx="38514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49667" y="2288795"/>
            <a:ext cx="1712426" cy="2474811"/>
            <a:chOff x="834222" y="1908725"/>
            <a:chExt cx="2283234" cy="3299748"/>
          </a:xfrm>
        </p:grpSpPr>
        <p:sp>
          <p:nvSpPr>
            <p:cNvPr id="11" name="Oval 10"/>
            <p:cNvSpPr/>
            <p:nvPr/>
          </p:nvSpPr>
          <p:spPr>
            <a:xfrm flipH="1">
              <a:off x="2713560" y="507199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0856" y="4770902"/>
              <a:ext cx="37660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B</a:t>
              </a:r>
            </a:p>
          </p:txBody>
        </p:sp>
        <p:sp>
          <p:nvSpPr>
            <p:cNvPr id="13" name="Oval 12"/>
            <p:cNvSpPr/>
            <p:nvPr/>
          </p:nvSpPr>
          <p:spPr>
            <a:xfrm flipH="1">
              <a:off x="1460241" y="445784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87538" y="4156752"/>
              <a:ext cx="36805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>
            <a:xfrm flipH="1">
              <a:off x="834222" y="404672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519" y="3745633"/>
              <a:ext cx="3915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076169" y="2160123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03466" y="1908725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GB" sz="1350" b="1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97359" y="5831858"/>
            <a:ext cx="50687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685800"/>
            <a:r>
              <a:rPr lang="en-GB" sz="900" dirty="0">
                <a:solidFill>
                  <a:prstClr val="black"/>
                </a:solidFill>
                <a:latin typeface="Calibri" panose="020F0502020204030204"/>
              </a:rPr>
              <a:t>©AXM</a:t>
            </a:r>
          </a:p>
        </p:txBody>
      </p:sp>
      <p:sp>
        <p:nvSpPr>
          <p:cNvPr id="22" name="Rectangular Callout 21"/>
          <p:cNvSpPr/>
          <p:nvPr/>
        </p:nvSpPr>
        <p:spPr>
          <a:xfrm>
            <a:off x="1618708" y="5115351"/>
            <a:ext cx="947774" cy="562972"/>
          </a:xfrm>
          <a:prstGeom prst="wedgeRectCallout">
            <a:avLst>
              <a:gd name="adj1" fmla="val 124965"/>
              <a:gd name="adj2" fmla="val -25113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white"/>
                </a:solidFill>
                <a:latin typeface="Calibri" panose="020F0502020204030204"/>
              </a:rPr>
              <a:t>Origin</a:t>
            </a:r>
          </a:p>
          <a:p>
            <a:pPr algn="ctr" defTabSz="685800"/>
            <a:r>
              <a:rPr lang="en-GB" sz="1350" dirty="0">
                <a:solidFill>
                  <a:prstClr val="white"/>
                </a:solidFill>
                <a:latin typeface="Calibri" panose="020F0502020204030204"/>
              </a:rPr>
              <a:t>(0,0)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619773" y="3155399"/>
            <a:ext cx="0" cy="766895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305035" y="3155401"/>
            <a:ext cx="273797" cy="14843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1107783">
            <a:off x="6454003" y="1186742"/>
            <a:ext cx="3653822" cy="1084912"/>
          </a:xfrm>
          <a:prstGeom prst="rect">
            <a:avLst/>
          </a:prstGeom>
          <a:solidFill>
            <a:schemeClr val="bg1"/>
          </a:solidFill>
        </p:spPr>
        <p:txBody>
          <a:bodyPr wrap="non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685800"/>
            <a:r>
              <a:rPr lang="en-US" sz="6600" b="1" dirty="0">
                <a:ln/>
                <a:solidFill>
                  <a:srgbClr val="FFC000"/>
                </a:solidFill>
                <a:latin typeface="Calibri" panose="020F0502020204030204"/>
              </a:rPr>
              <a:t>ANSWERS</a:t>
            </a:r>
          </a:p>
        </p:txBody>
      </p:sp>
      <p:sp>
        <p:nvSpPr>
          <p:cNvPr id="26" name="Rectangle 25"/>
          <p:cNvSpPr/>
          <p:nvPr/>
        </p:nvSpPr>
        <p:spPr>
          <a:xfrm rot="1107783">
            <a:off x="6379813" y="3259988"/>
            <a:ext cx="2421981" cy="1915909"/>
          </a:xfrm>
          <a:prstGeom prst="rect">
            <a:avLst/>
          </a:prstGeom>
          <a:solidFill>
            <a:schemeClr val="bg1"/>
          </a:solidFill>
        </p:spPr>
        <p:txBody>
          <a:bodyPr wrap="squar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685800"/>
            <a:endParaRPr lang="en-US" sz="2400" b="1" dirty="0">
              <a:ln/>
              <a:solidFill>
                <a:srgbClr val="FFC000"/>
              </a:solidFill>
              <a:latin typeface="Calibri" panose="020F0502020204030204"/>
            </a:endParaRPr>
          </a:p>
          <a:p>
            <a:pPr algn="ctr" defTabSz="685800"/>
            <a:r>
              <a:rPr lang="en-US" sz="2400" b="1">
                <a:ln/>
                <a:solidFill>
                  <a:srgbClr val="FFC000"/>
                </a:solidFill>
                <a:latin typeface="Calibri" panose="020F0502020204030204"/>
              </a:rPr>
              <a:t>A </a:t>
            </a:r>
            <a:r>
              <a:rPr lang="en-US" sz="2400" b="1" dirty="0">
                <a:ln/>
                <a:solidFill>
                  <a:srgbClr val="FFC000"/>
                </a:solidFill>
                <a:latin typeface="Calibri" panose="020F0502020204030204"/>
              </a:rPr>
              <a:t>(2,5); B(2,-5); C(-4,-2); D (-7,0); E (-1, </a:t>
            </a:r>
            <a:r>
              <a:rPr lang="en-US" sz="2400" b="1">
                <a:ln/>
                <a:solidFill>
                  <a:srgbClr val="FFC000"/>
                </a:solidFill>
                <a:latin typeface="Calibri" panose="020F0502020204030204"/>
              </a:rPr>
              <a:t>9)</a:t>
            </a:r>
          </a:p>
          <a:p>
            <a:pPr algn="ctr" defTabSz="685800"/>
            <a:endParaRPr lang="en-US" sz="2400" b="1" dirty="0">
              <a:ln/>
              <a:solidFill>
                <a:srgbClr val="FFC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896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5A5106-2790-99A0-6DEE-CE2455524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185738"/>
            <a:ext cx="56896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200">
                <a:solidFill>
                  <a:srgbClr val="000000"/>
                </a:solidFill>
              </a:rPr>
              <a:t>Coordinates in all 4 quadrants</a:t>
            </a:r>
            <a:endParaRPr lang="en-US" altLang="en-US" sz="3200">
              <a:solidFill>
                <a:srgbClr val="000000"/>
              </a:solidFill>
            </a:endParaRP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DF2270B6-FE86-EF4B-0A74-C9FBD13FD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582738"/>
            <a:ext cx="10045700" cy="507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Text Box 4">
            <a:extLst>
              <a:ext uri="{FF2B5EF4-FFF2-40B4-BE49-F238E27FC236}">
                <a16:creationId xmlns:a16="http://schemas.microsoft.com/office/drawing/2014/main" id="{A336464F-813D-DAF3-AFF5-A6EFCD8C8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1039813"/>
            <a:ext cx="49593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Eg write down the coordinates of A, B, C and D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404152EF-E956-DA77-98E0-AEC55A3C5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189" y="21605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A0E9396-BE83-68BA-90B6-63EB83867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389" y="4953000"/>
            <a:ext cx="198437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B1B88058-D677-A74E-DA39-9B49B5320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4" y="5421314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AB81AEC2-B548-8C8A-993F-0A636DF0A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739" y="30876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5" name="Text Box 9">
            <a:extLst>
              <a:ext uri="{FF2B5EF4-FFF2-40B4-BE49-F238E27FC236}">
                <a16:creationId xmlns:a16="http://schemas.microsoft.com/office/drawing/2014/main" id="{496E52A7-FA24-4B4D-0F58-CF68C145D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288" y="1911351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4499F6E1-5D6C-EFBF-39A7-6391E8D3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5" y="48942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BFF5FA38-8246-18F8-605E-6439CD7E0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52435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8" name="Text Box 12">
            <a:extLst>
              <a:ext uri="{FF2B5EF4-FFF2-40B4-BE49-F238E27FC236}">
                <a16:creationId xmlns:a16="http://schemas.microsoft.com/office/drawing/2014/main" id="{04FD93FA-3DC4-FC08-7D57-000BCEA2B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2749551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6A770454-7605-CAFA-74A0-34C7CD0AA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688" y="190976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(3,4)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0" name="Text Box 14">
            <a:extLst>
              <a:ext uri="{FF2B5EF4-FFF2-40B4-BE49-F238E27FC236}">
                <a16:creationId xmlns:a16="http://schemas.microsoft.com/office/drawing/2014/main" id="{967C0E10-24B4-E606-16D7-8E31376C4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75" y="4894263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(1,-2)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id="{8BCF053D-1188-6E1F-A744-4001316E0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363" y="5240338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(-5,-3)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id="{F681B695-4285-A3DB-4462-9B8BEE862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27447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(-3,2)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id="{FC5B93DA-00F0-A129-6535-8779437D6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1890713"/>
            <a:ext cx="26098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Eg Plot the coordinates: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4" name="Text Box 18">
            <a:extLst>
              <a:ext uri="{FF2B5EF4-FFF2-40B4-BE49-F238E27FC236}">
                <a16:creationId xmlns:a16="http://schemas.microsoft.com/office/drawing/2014/main" id="{B33C2812-3F47-55E1-15D7-7FA473EE0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2503488"/>
            <a:ext cx="8064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E(4,1)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5" name="Text Box 19">
            <a:extLst>
              <a:ext uri="{FF2B5EF4-FFF2-40B4-BE49-F238E27FC236}">
                <a16:creationId xmlns:a16="http://schemas.microsoft.com/office/drawing/2014/main" id="{064FC47A-EB1E-B41E-E7BF-1AEBC8997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650" y="3367088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E(4,1)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56" name="Picture 20">
            <a:extLst>
              <a:ext uri="{FF2B5EF4-FFF2-40B4-BE49-F238E27FC236}">
                <a16:creationId xmlns:a16="http://schemas.microsoft.com/office/drawing/2014/main" id="{27DAF019-B7AA-458D-0E88-682144C7C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614" y="3554414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7" name="Text Box 21">
            <a:extLst>
              <a:ext uri="{FF2B5EF4-FFF2-40B4-BE49-F238E27FC236}">
                <a16:creationId xmlns:a16="http://schemas.microsoft.com/office/drawing/2014/main" id="{60AF187D-F700-C95E-8820-019464638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133726"/>
            <a:ext cx="7937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F(0,4)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58" name="Text Box 22">
            <a:extLst>
              <a:ext uri="{FF2B5EF4-FFF2-40B4-BE49-F238E27FC236}">
                <a16:creationId xmlns:a16="http://schemas.microsoft.com/office/drawing/2014/main" id="{7CCE1AA5-92AD-661C-C7CD-74F54250F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838" y="1965326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F(0,4)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59" name="Picture 23">
            <a:extLst>
              <a:ext uri="{FF2B5EF4-FFF2-40B4-BE49-F238E27FC236}">
                <a16:creationId xmlns:a16="http://schemas.microsoft.com/office/drawing/2014/main" id="{A5B14715-5E85-BF6C-E4B8-F00C405EE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4" y="21605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0" name="Text Box 24">
            <a:extLst>
              <a:ext uri="{FF2B5EF4-FFF2-40B4-BE49-F238E27FC236}">
                <a16:creationId xmlns:a16="http://schemas.microsoft.com/office/drawing/2014/main" id="{AC90CB9F-6CA3-30FC-2FAA-72B5DC68A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763963"/>
            <a:ext cx="9842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G(-2,-1)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61" name="Text Box 25">
            <a:extLst>
              <a:ext uri="{FF2B5EF4-FFF2-40B4-BE49-F238E27FC236}">
                <a16:creationId xmlns:a16="http://schemas.microsoft.com/office/drawing/2014/main" id="{2A03D705-C9F5-0D44-3250-D0D31736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4662488"/>
            <a:ext cx="984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G(-2,-1)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62" name="Picture 26">
            <a:extLst>
              <a:ext uri="{FF2B5EF4-FFF2-40B4-BE49-F238E27FC236}">
                <a16:creationId xmlns:a16="http://schemas.microsoft.com/office/drawing/2014/main" id="{C45D4A82-0357-2C8A-2C8A-3541A9695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4486275"/>
            <a:ext cx="19843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3" name="Text Box 27">
            <a:extLst>
              <a:ext uri="{FF2B5EF4-FFF2-40B4-BE49-F238E27FC236}">
                <a16:creationId xmlns:a16="http://schemas.microsoft.com/office/drawing/2014/main" id="{55392FE1-A0CB-3720-6BC6-115C212E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4395788"/>
            <a:ext cx="8953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H(4,-4)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64" name="Text Box 28">
            <a:extLst>
              <a:ext uri="{FF2B5EF4-FFF2-40B4-BE49-F238E27FC236}">
                <a16:creationId xmlns:a16="http://schemas.microsoft.com/office/drawing/2014/main" id="{2F1715B9-6E2B-9C4B-A385-8F570F5A4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650" y="5653088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H(4,-4)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65" name="Picture 29">
            <a:extLst>
              <a:ext uri="{FF2B5EF4-FFF2-40B4-BE49-F238E27FC236}">
                <a16:creationId xmlns:a16="http://schemas.microsoft.com/office/drawing/2014/main" id="{173DA0D9-2F4B-8785-E206-41AA1F0F1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850" y="5876925"/>
            <a:ext cx="19843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/>
      <p:bldP spid="14350" grpId="0"/>
      <p:bldP spid="14351" grpId="0"/>
      <p:bldP spid="14352" grpId="0"/>
      <p:bldP spid="14353" grpId="0" animBg="1"/>
      <p:bldP spid="14354" grpId="0" animBg="1"/>
      <p:bldP spid="14355" grpId="0"/>
      <p:bldP spid="14357" grpId="0" animBg="1"/>
      <p:bldP spid="14358" grpId="0"/>
      <p:bldP spid="14360" grpId="0" animBg="1"/>
      <p:bldP spid="14361" grpId="0"/>
      <p:bldP spid="14363" grpId="0" animBg="1"/>
      <p:bldP spid="143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80A4F24F-2457-9582-F84F-C58E5E305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1054101"/>
            <a:ext cx="912495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146CDBC2-8EAE-3E3D-D4D1-59046166FC8B}"/>
              </a:ext>
            </a:extLst>
          </p:cNvPr>
          <p:cNvSpPr>
            <a:spLocks noChangeArrowheads="1"/>
          </p:cNvSpPr>
          <p:nvPr/>
        </p:nvSpPr>
        <p:spPr bwMode="auto">
          <a:xfrm rot="-1581271">
            <a:off x="4513263" y="2765426"/>
            <a:ext cx="3560762" cy="178117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77C6C8A-E671-2348-BB63-7BF0C7948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3576638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EBA05ABE-97CA-75F7-97E9-25D318ED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563" y="5154613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A7D46CA-4A8D-A0DC-28D9-70E1313B8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1982788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1" name="Text Box 7">
            <a:extLst>
              <a:ext uri="{FF2B5EF4-FFF2-40B4-BE49-F238E27FC236}">
                <a16:creationId xmlns:a16="http://schemas.microsoft.com/office/drawing/2014/main" id="{CD096ED0-3EB9-F83D-BD30-E62FC901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255588"/>
            <a:ext cx="6977062" cy="519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</a:rPr>
              <a:t>Find the point needed to make a </a:t>
            </a:r>
            <a:r>
              <a:rPr lang="en-GB" alt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rectangle</a:t>
            </a:r>
            <a:endParaRPr lang="en-US" altLang="en-US" sz="2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CF6A3DEC-2BFE-B53C-9A2C-43FC2408B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573463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3" name="Text Box 9">
            <a:extLst>
              <a:ext uri="{FF2B5EF4-FFF2-40B4-BE49-F238E27FC236}">
                <a16:creationId xmlns:a16="http://schemas.microsoft.com/office/drawing/2014/main" id="{EB1576B5-0E0E-8B87-5E68-18F09E504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0725" y="354171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000000"/>
                </a:solidFill>
                <a:latin typeface="Arial" panose="020B0604020202020204" pitchFamily="34" charset="0"/>
              </a:rPr>
              <a:t>(6,3)</a:t>
            </a:r>
            <a:endParaRPr lang="en-US" alt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ECCC6064-82BA-6B25-89D4-71E794A38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15975"/>
            <a:ext cx="11658600" cy="588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id="{F0A9267B-7CEE-44D4-8388-F62F99836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706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8" name="Line 4">
            <a:extLst>
              <a:ext uri="{FF2B5EF4-FFF2-40B4-BE49-F238E27FC236}">
                <a16:creationId xmlns:a16="http://schemas.microsoft.com/office/drawing/2014/main" id="{4DF7D80D-12BA-66CC-A6FA-4705AB73B0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0789" y="2971801"/>
            <a:ext cx="1095375" cy="1571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8DAC598-5A03-805C-948A-14D042C64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</a:rPr>
              <a:t>Coordinates</a:t>
            </a:r>
            <a:endParaRPr lang="en-US" altLang="en-US" sz="3600">
              <a:solidFill>
                <a:srgbClr val="000000"/>
              </a:solidFill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053108DC-4F2A-01B2-F343-54A4C6489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855788"/>
            <a:ext cx="3257550" cy="458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Body: 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(5,7) (5,6) (6,4) (2, -4) (0,-5) (-1,-6) (-2,-9) (-1,-11)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(0,-12) (0,-13) (-3,-12) (-3,-11)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(-4,-9) (-4,-6) (-6,-9) (-8,-11)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(-8,-12) (-1,-14) (-7,-14)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(-10,-13) (-10,-11) (-8,-9)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(-6,-3) (-5,1) (-3,3) (2,6) (2,10) (3,11) (5,12) (9,10) (9,9) (6,9) (9,8) (8,7) (5,7)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Arm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(3,3) (5,1) (7,1) (7,0) (4,0) (2,2)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Front Leg: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(2,-4) (3,-11) (4,-12) (4,-13)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(1,-12) (1,-11) (0,-5)</a:t>
            </a:r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913B90BF-DC11-D802-0439-DC48AF05C7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1525" y="2392363"/>
            <a:ext cx="0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5FB55EC5-4627-2BE4-13D5-472BFC18E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2579688"/>
            <a:ext cx="279400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C075292B-DEDC-59E1-FEE4-2BA40C49A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4214" y="4548189"/>
            <a:ext cx="541337" cy="185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AFF37796-80A7-516E-4952-6065DA1C4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6401" y="4733926"/>
            <a:ext cx="277813" cy="200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5" name="Line 11">
            <a:extLst>
              <a:ext uri="{FF2B5EF4-FFF2-40B4-BE49-F238E27FC236}">
                <a16:creationId xmlns:a16="http://schemas.microsoft.com/office/drawing/2014/main" id="{D167F60B-9ADC-1BF7-6C55-4BFAC16F5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0175" y="4932364"/>
            <a:ext cx="274638" cy="581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DC110783-F4BF-E552-560E-70A4A58137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40176" y="5513389"/>
            <a:ext cx="269875" cy="401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2AF4272C-4ED8-B059-26E0-D08294C7B5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3226" y="5913439"/>
            <a:ext cx="284163" cy="198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38A8BC82-E0AB-8377-ED88-32B4B6C4F0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2625" y="6105525"/>
            <a:ext cx="0" cy="198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99" name="Line 15">
            <a:extLst>
              <a:ext uri="{FF2B5EF4-FFF2-40B4-BE49-F238E27FC236}">
                <a16:creationId xmlns:a16="http://schemas.microsoft.com/office/drawing/2014/main" id="{B49406E1-ED05-AB61-45A4-D1DD98D002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71889" y="6103939"/>
            <a:ext cx="820737" cy="204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0" name="Line 16">
            <a:extLst>
              <a:ext uri="{FF2B5EF4-FFF2-40B4-BE49-F238E27FC236}">
                <a16:creationId xmlns:a16="http://schemas.microsoft.com/office/drawing/2014/main" id="{B47C2923-47D2-7766-5D3C-7949DFFB03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300" y="5913438"/>
            <a:ext cx="0" cy="182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1" name="Line 17">
            <a:extLst>
              <a:ext uri="{FF2B5EF4-FFF2-40B4-BE49-F238E27FC236}">
                <a16:creationId xmlns:a16="http://schemas.microsoft.com/office/drawing/2014/main" id="{A22CA73D-D8EB-8CCA-D190-7EA25212BC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90900" y="5511801"/>
            <a:ext cx="280988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2" name="Line 18">
            <a:extLst>
              <a:ext uri="{FF2B5EF4-FFF2-40B4-BE49-F238E27FC236}">
                <a16:creationId xmlns:a16="http://schemas.microsoft.com/office/drawing/2014/main" id="{4EBD83C8-F51A-EAF5-9BAE-42F6C26D34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95663" y="4935538"/>
            <a:ext cx="0" cy="577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3" name="Line 19">
            <a:extLst>
              <a:ext uri="{FF2B5EF4-FFF2-40B4-BE49-F238E27FC236}">
                <a16:creationId xmlns:a16="http://schemas.microsoft.com/office/drawing/2014/main" id="{5E52D27F-CA3C-2501-20CA-2B8434DC6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4800" y="4937125"/>
            <a:ext cx="546100" cy="577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4" name="Line 20">
            <a:extLst>
              <a:ext uri="{FF2B5EF4-FFF2-40B4-BE49-F238E27FC236}">
                <a16:creationId xmlns:a16="http://schemas.microsoft.com/office/drawing/2014/main" id="{5130AB5A-CAEA-36BC-A00A-BB4979C31F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5513388"/>
            <a:ext cx="547688" cy="4048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5" name="Line 21">
            <a:extLst>
              <a:ext uri="{FF2B5EF4-FFF2-40B4-BE49-F238E27FC236}">
                <a16:creationId xmlns:a16="http://schemas.microsoft.com/office/drawing/2014/main" id="{894FAFF1-83AB-A7A4-4B02-0ECBDC748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8700" y="5916613"/>
            <a:ext cx="1588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6" name="Line 22">
            <a:extLst>
              <a:ext uri="{FF2B5EF4-FFF2-40B4-BE49-F238E27FC236}">
                <a16:creationId xmlns:a16="http://schemas.microsoft.com/office/drawing/2014/main" id="{B399E28E-02FA-987F-17CF-FEC20ACCA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639" y="6105526"/>
            <a:ext cx="190023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7" name="Line 23">
            <a:extLst>
              <a:ext uri="{FF2B5EF4-FFF2-40B4-BE49-F238E27FC236}">
                <a16:creationId xmlns:a16="http://schemas.microsoft.com/office/drawing/2014/main" id="{E5AD23E0-CC23-1AEE-5354-515383322C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0164" y="6499225"/>
            <a:ext cx="1641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8" name="Line 24">
            <a:extLst>
              <a:ext uri="{FF2B5EF4-FFF2-40B4-BE49-F238E27FC236}">
                <a16:creationId xmlns:a16="http://schemas.microsoft.com/office/drawing/2014/main" id="{F51F522C-0677-607E-CD9A-4BA70179B6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4188" y="6307139"/>
            <a:ext cx="823912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B72C6455-AC3A-3F6E-6AF2-035373C3A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5775" y="5908675"/>
            <a:ext cx="0" cy="395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0" name="Line 26">
            <a:extLst>
              <a:ext uri="{FF2B5EF4-FFF2-40B4-BE49-F238E27FC236}">
                <a16:creationId xmlns:a16="http://schemas.microsoft.com/office/drawing/2014/main" id="{F650D8A4-4617-E45B-ED41-42D57803C9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0538" y="5510214"/>
            <a:ext cx="546100" cy="403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1" name="Line 27">
            <a:extLst>
              <a:ext uri="{FF2B5EF4-FFF2-40B4-BE49-F238E27FC236}">
                <a16:creationId xmlns:a16="http://schemas.microsoft.com/office/drawing/2014/main" id="{ED7BC581-6994-7401-B6D0-1B383F2281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1" y="4346576"/>
            <a:ext cx="557213" cy="1173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2" name="Line 28">
            <a:extLst>
              <a:ext uri="{FF2B5EF4-FFF2-40B4-BE49-F238E27FC236}">
                <a16:creationId xmlns:a16="http://schemas.microsoft.com/office/drawing/2014/main" id="{70930448-AD92-F68F-2F86-E569DDAB97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1150" y="3560763"/>
            <a:ext cx="268288" cy="781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3" name="Line 29">
            <a:extLst>
              <a:ext uri="{FF2B5EF4-FFF2-40B4-BE49-F238E27FC236}">
                <a16:creationId xmlns:a16="http://schemas.microsoft.com/office/drawing/2014/main" id="{82AB733C-8527-8DC0-B3AA-39B5CB2D7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9438" y="3170239"/>
            <a:ext cx="546100" cy="395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4" name="Line 30">
            <a:extLst>
              <a:ext uri="{FF2B5EF4-FFF2-40B4-BE49-F238E27FC236}">
                <a16:creationId xmlns:a16="http://schemas.microsoft.com/office/drawing/2014/main" id="{FC95286E-D941-6122-B2A5-ABE3944CB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0189" y="3175000"/>
            <a:ext cx="542925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5" name="Line 31">
            <a:extLst>
              <a:ext uri="{FF2B5EF4-FFF2-40B4-BE49-F238E27FC236}">
                <a16:creationId xmlns:a16="http://schemas.microsoft.com/office/drawing/2014/main" id="{05D0492B-83C1-B0CF-CF2E-9729215E52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1050" y="3563938"/>
            <a:ext cx="534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6" name="Line 32">
            <a:extLst>
              <a:ext uri="{FF2B5EF4-FFF2-40B4-BE49-F238E27FC236}">
                <a16:creationId xmlns:a16="http://schemas.microsoft.com/office/drawing/2014/main" id="{5B295186-E04C-CF20-27F4-9080902431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7625" y="3567113"/>
            <a:ext cx="1588" cy="207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7" name="Line 33">
            <a:extLst>
              <a:ext uri="{FF2B5EF4-FFF2-40B4-BE49-F238E27FC236}">
                <a16:creationId xmlns:a16="http://schemas.microsoft.com/office/drawing/2014/main" id="{CCB67073-8B01-5FAB-5A5E-C869F400C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4" y="3376613"/>
            <a:ext cx="542925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8" name="Line 34">
            <a:extLst>
              <a:ext uri="{FF2B5EF4-FFF2-40B4-BE49-F238E27FC236}">
                <a16:creationId xmlns:a16="http://schemas.microsoft.com/office/drawing/2014/main" id="{CE6F0AAB-2EB0-30FF-1EF2-B68403E55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4" y="4545013"/>
            <a:ext cx="276225" cy="1363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19" name="Line 35">
            <a:extLst>
              <a:ext uri="{FF2B5EF4-FFF2-40B4-BE49-F238E27FC236}">
                <a16:creationId xmlns:a16="http://schemas.microsoft.com/office/drawing/2014/main" id="{EFB5D700-E515-A449-B300-8187B0290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539" y="5915025"/>
            <a:ext cx="257175" cy="184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0" name="Line 36">
            <a:extLst>
              <a:ext uri="{FF2B5EF4-FFF2-40B4-BE49-F238E27FC236}">
                <a16:creationId xmlns:a16="http://schemas.microsoft.com/office/drawing/2014/main" id="{8788CBB9-0A4B-6530-07DB-3B2543FFC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6105526"/>
            <a:ext cx="0" cy="19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1" name="Line 37">
            <a:extLst>
              <a:ext uri="{FF2B5EF4-FFF2-40B4-BE49-F238E27FC236}">
                <a16:creationId xmlns:a16="http://schemas.microsoft.com/office/drawing/2014/main" id="{62749C54-81E0-7033-6D30-6DD2A6168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6108700"/>
            <a:ext cx="81915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2" name="Line 38">
            <a:extLst>
              <a:ext uri="{FF2B5EF4-FFF2-40B4-BE49-F238E27FC236}">
                <a16:creationId xmlns:a16="http://schemas.microsoft.com/office/drawing/2014/main" id="{BC9D9493-9259-8180-BB3F-827360FF58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6150" y="5913438"/>
            <a:ext cx="0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45CAA160-0896-29B7-48CE-F81968B32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2625" y="4733926"/>
            <a:ext cx="26670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4" name="Line 40">
            <a:extLst>
              <a:ext uri="{FF2B5EF4-FFF2-40B4-BE49-F238E27FC236}">
                <a16:creationId xmlns:a16="http://schemas.microsoft.com/office/drawing/2014/main" id="{7D53F6A6-6E0E-4113-D905-F7CE86CDB4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581276"/>
            <a:ext cx="1377950" cy="593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5" name="Line 41">
            <a:extLst>
              <a:ext uri="{FF2B5EF4-FFF2-40B4-BE49-F238E27FC236}">
                <a16:creationId xmlns:a16="http://schemas.microsoft.com/office/drawing/2014/main" id="{1F91ED64-387E-53D2-EDA8-1B1C63BED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2375" y="1800226"/>
            <a:ext cx="0" cy="777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6" name="Line 42">
            <a:extLst>
              <a:ext uri="{FF2B5EF4-FFF2-40B4-BE49-F238E27FC236}">
                <a16:creationId xmlns:a16="http://schemas.microsoft.com/office/drawing/2014/main" id="{C1C5C4A2-2BDE-5D36-9124-13B75CD816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0788" y="1612900"/>
            <a:ext cx="279400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7" name="Line 43">
            <a:extLst>
              <a:ext uri="{FF2B5EF4-FFF2-40B4-BE49-F238E27FC236}">
                <a16:creationId xmlns:a16="http://schemas.microsoft.com/office/drawing/2014/main" id="{068E9690-E68F-753F-DA2F-B9B0FBC87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4951" y="1409700"/>
            <a:ext cx="536575" cy="203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8" name="Line 44">
            <a:extLst>
              <a:ext uri="{FF2B5EF4-FFF2-40B4-BE49-F238E27FC236}">
                <a16:creationId xmlns:a16="http://schemas.microsoft.com/office/drawing/2014/main" id="{5DD55FEE-2DE0-DF96-07DF-B6D18041A9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3113" y="1409701"/>
            <a:ext cx="1096962" cy="385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29" name="Line 45">
            <a:extLst>
              <a:ext uri="{FF2B5EF4-FFF2-40B4-BE49-F238E27FC236}">
                <a16:creationId xmlns:a16="http://schemas.microsoft.com/office/drawing/2014/main" id="{D80D9469-9E38-97CE-8786-3E5886DA94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6900" y="1803401"/>
            <a:ext cx="0" cy="200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0" name="Line 46">
            <a:extLst>
              <a:ext uri="{FF2B5EF4-FFF2-40B4-BE49-F238E27FC236}">
                <a16:creationId xmlns:a16="http://schemas.microsoft.com/office/drawing/2014/main" id="{02393C97-01C8-75D5-B1C2-D13FBC4796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5688" y="1998664"/>
            <a:ext cx="811212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1" name="Line 47">
            <a:extLst>
              <a:ext uri="{FF2B5EF4-FFF2-40B4-BE49-F238E27FC236}">
                <a16:creationId xmlns:a16="http://schemas.microsoft.com/office/drawing/2014/main" id="{BB1F3191-9036-7AC9-F70B-68217229E1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7750" y="2003425"/>
            <a:ext cx="82073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2" name="Line 48">
            <a:extLst>
              <a:ext uri="{FF2B5EF4-FFF2-40B4-BE49-F238E27FC236}">
                <a16:creationId xmlns:a16="http://schemas.microsoft.com/office/drawing/2014/main" id="{3D71FB44-58E4-941A-E886-08738481B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0675" y="2192339"/>
            <a:ext cx="279400" cy="206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3" name="Line 49">
            <a:extLst>
              <a:ext uri="{FF2B5EF4-FFF2-40B4-BE49-F238E27FC236}">
                <a16:creationId xmlns:a16="http://schemas.microsoft.com/office/drawing/2014/main" id="{335969FA-930B-9DF0-3B5A-2594E1B8E6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4700" y="2393950"/>
            <a:ext cx="814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4" name="Line 50">
            <a:extLst>
              <a:ext uri="{FF2B5EF4-FFF2-40B4-BE49-F238E27FC236}">
                <a16:creationId xmlns:a16="http://schemas.microsoft.com/office/drawing/2014/main" id="{EF0441B5-977D-1AD4-B2C5-83EAF3C1A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3762375"/>
            <a:ext cx="81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5" name="Text Box 51">
            <a:extLst>
              <a:ext uri="{FF2B5EF4-FFF2-40B4-BE49-F238E27FC236}">
                <a16:creationId xmlns:a16="http://schemas.microsoft.com/office/drawing/2014/main" id="{1038F3CD-1932-FD11-3DB8-10989492B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87414"/>
            <a:ext cx="2736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Connect the coordinates in order to draw a mystery creature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6" name="Oval 52">
            <a:extLst>
              <a:ext uri="{FF2B5EF4-FFF2-40B4-BE49-F238E27FC236}">
                <a16:creationId xmlns:a16="http://schemas.microsoft.com/office/drawing/2014/main" id="{2325E3FD-6EEB-9B15-A59C-8DDEA42B1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9" y="1552575"/>
            <a:ext cx="409575" cy="285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7" name="Oval 53">
            <a:extLst>
              <a:ext uri="{FF2B5EF4-FFF2-40B4-BE49-F238E27FC236}">
                <a16:creationId xmlns:a16="http://schemas.microsoft.com/office/drawing/2014/main" id="{B49D856C-F3ED-81C2-A53A-1CCA4C1A6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15922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8" name="AutoShape 54">
            <a:extLst>
              <a:ext uri="{FF2B5EF4-FFF2-40B4-BE49-F238E27FC236}">
                <a16:creationId xmlns:a16="http://schemas.microsoft.com/office/drawing/2014/main" id="{2334CDF9-3C3A-77C9-CE2F-52B0C0C00E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153150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39" name="AutoShape 55">
            <a:extLst>
              <a:ext uri="{FF2B5EF4-FFF2-40B4-BE49-F238E27FC236}">
                <a16:creationId xmlns:a16="http://schemas.microsoft.com/office/drawing/2014/main" id="{9E9C0426-5D23-443E-F2D2-40DA5F6F11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46825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40" name="AutoShape 56">
            <a:extLst>
              <a:ext uri="{FF2B5EF4-FFF2-40B4-BE49-F238E27FC236}">
                <a16:creationId xmlns:a16="http://schemas.microsoft.com/office/drawing/2014/main" id="{0D315777-B3B7-DF0B-5AE8-2AD935D2E6C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40500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41" name="AutoShape 57">
            <a:extLst>
              <a:ext uri="{FF2B5EF4-FFF2-40B4-BE49-F238E27FC236}">
                <a16:creationId xmlns:a16="http://schemas.microsoft.com/office/drawing/2014/main" id="{C84C3016-26DE-21D4-7652-32377B2C478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34175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6442" name="Picture 58">
            <a:extLst>
              <a:ext uri="{FF2B5EF4-FFF2-40B4-BE49-F238E27FC236}">
                <a16:creationId xmlns:a16="http://schemas.microsoft.com/office/drawing/2014/main" id="{00D15F6B-C4CD-B613-3CDF-419E024E2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6" y="5362576"/>
            <a:ext cx="139382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43" name="Freeform 59">
            <a:extLst>
              <a:ext uri="{FF2B5EF4-FFF2-40B4-BE49-F238E27FC236}">
                <a16:creationId xmlns:a16="http://schemas.microsoft.com/office/drawing/2014/main" id="{BF8C9E1B-DC5B-E4C8-1FCE-033242862869}"/>
              </a:ext>
            </a:extLst>
          </p:cNvPr>
          <p:cNvSpPr>
            <a:spLocks/>
          </p:cNvSpPr>
          <p:nvPr/>
        </p:nvSpPr>
        <p:spPr bwMode="auto">
          <a:xfrm>
            <a:off x="9237663" y="5287963"/>
            <a:ext cx="787400" cy="571500"/>
          </a:xfrm>
          <a:custGeom>
            <a:avLst/>
            <a:gdLst>
              <a:gd name="T0" fmla="*/ 60 w 496"/>
              <a:gd name="T1" fmla="*/ 164 h 360"/>
              <a:gd name="T2" fmla="*/ 121 w 496"/>
              <a:gd name="T3" fmla="*/ 214 h 360"/>
              <a:gd name="T4" fmla="*/ 132 w 496"/>
              <a:gd name="T5" fmla="*/ 235 h 360"/>
              <a:gd name="T6" fmla="*/ 148 w 496"/>
              <a:gd name="T7" fmla="*/ 235 h 360"/>
              <a:gd name="T8" fmla="*/ 165 w 496"/>
              <a:gd name="T9" fmla="*/ 260 h 360"/>
              <a:gd name="T10" fmla="*/ 156 w 496"/>
              <a:gd name="T11" fmla="*/ 287 h 360"/>
              <a:gd name="T12" fmla="*/ 159 w 496"/>
              <a:gd name="T13" fmla="*/ 322 h 360"/>
              <a:gd name="T14" fmla="*/ 195 w 496"/>
              <a:gd name="T15" fmla="*/ 359 h 360"/>
              <a:gd name="T16" fmla="*/ 220 w 496"/>
              <a:gd name="T17" fmla="*/ 329 h 360"/>
              <a:gd name="T18" fmla="*/ 252 w 496"/>
              <a:gd name="T19" fmla="*/ 349 h 360"/>
              <a:gd name="T20" fmla="*/ 271 w 496"/>
              <a:gd name="T21" fmla="*/ 358 h 360"/>
              <a:gd name="T22" fmla="*/ 315 w 496"/>
              <a:gd name="T23" fmla="*/ 334 h 360"/>
              <a:gd name="T24" fmla="*/ 348 w 496"/>
              <a:gd name="T25" fmla="*/ 326 h 360"/>
              <a:gd name="T26" fmla="*/ 367 w 496"/>
              <a:gd name="T27" fmla="*/ 301 h 360"/>
              <a:gd name="T28" fmla="*/ 390 w 496"/>
              <a:gd name="T29" fmla="*/ 316 h 360"/>
              <a:gd name="T30" fmla="*/ 409 w 496"/>
              <a:gd name="T31" fmla="*/ 305 h 360"/>
              <a:gd name="T32" fmla="*/ 409 w 496"/>
              <a:gd name="T33" fmla="*/ 268 h 360"/>
              <a:gd name="T34" fmla="*/ 403 w 496"/>
              <a:gd name="T35" fmla="*/ 241 h 360"/>
              <a:gd name="T36" fmla="*/ 409 w 496"/>
              <a:gd name="T37" fmla="*/ 217 h 360"/>
              <a:gd name="T38" fmla="*/ 448 w 496"/>
              <a:gd name="T39" fmla="*/ 199 h 360"/>
              <a:gd name="T40" fmla="*/ 456 w 496"/>
              <a:gd name="T41" fmla="*/ 190 h 360"/>
              <a:gd name="T42" fmla="*/ 495 w 496"/>
              <a:gd name="T43" fmla="*/ 136 h 360"/>
              <a:gd name="T44" fmla="*/ 451 w 496"/>
              <a:gd name="T45" fmla="*/ 52 h 360"/>
              <a:gd name="T46" fmla="*/ 367 w 496"/>
              <a:gd name="T47" fmla="*/ 25 h 360"/>
              <a:gd name="T48" fmla="*/ 228 w 496"/>
              <a:gd name="T49" fmla="*/ 22 h 360"/>
              <a:gd name="T50" fmla="*/ 123 w 496"/>
              <a:gd name="T51" fmla="*/ 8 h 360"/>
              <a:gd name="T52" fmla="*/ 19 w 496"/>
              <a:gd name="T53" fmla="*/ 70 h 360"/>
              <a:gd name="T54" fmla="*/ 10 w 496"/>
              <a:gd name="T55" fmla="*/ 118 h 360"/>
              <a:gd name="T56" fmla="*/ 60 w 496"/>
              <a:gd name="T57" fmla="*/ 16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96" h="360">
                <a:moveTo>
                  <a:pt x="60" y="164"/>
                </a:moveTo>
                <a:cubicBezTo>
                  <a:pt x="78" y="180"/>
                  <a:pt x="109" y="202"/>
                  <a:pt x="121" y="214"/>
                </a:cubicBezTo>
                <a:cubicBezTo>
                  <a:pt x="133" y="226"/>
                  <a:pt x="128" y="232"/>
                  <a:pt x="132" y="235"/>
                </a:cubicBezTo>
                <a:cubicBezTo>
                  <a:pt x="136" y="238"/>
                  <a:pt x="143" y="231"/>
                  <a:pt x="148" y="235"/>
                </a:cubicBezTo>
                <a:cubicBezTo>
                  <a:pt x="153" y="239"/>
                  <a:pt x="164" y="251"/>
                  <a:pt x="165" y="260"/>
                </a:cubicBezTo>
                <a:cubicBezTo>
                  <a:pt x="166" y="269"/>
                  <a:pt x="157" y="277"/>
                  <a:pt x="156" y="287"/>
                </a:cubicBezTo>
                <a:cubicBezTo>
                  <a:pt x="155" y="297"/>
                  <a:pt x="153" y="310"/>
                  <a:pt x="159" y="322"/>
                </a:cubicBezTo>
                <a:cubicBezTo>
                  <a:pt x="165" y="334"/>
                  <a:pt x="185" y="358"/>
                  <a:pt x="195" y="359"/>
                </a:cubicBezTo>
                <a:cubicBezTo>
                  <a:pt x="205" y="360"/>
                  <a:pt x="211" y="331"/>
                  <a:pt x="220" y="329"/>
                </a:cubicBezTo>
                <a:cubicBezTo>
                  <a:pt x="229" y="327"/>
                  <a:pt x="244" y="344"/>
                  <a:pt x="252" y="349"/>
                </a:cubicBezTo>
                <a:cubicBezTo>
                  <a:pt x="260" y="354"/>
                  <a:pt x="261" y="360"/>
                  <a:pt x="271" y="358"/>
                </a:cubicBezTo>
                <a:cubicBezTo>
                  <a:pt x="281" y="356"/>
                  <a:pt x="302" y="339"/>
                  <a:pt x="315" y="334"/>
                </a:cubicBezTo>
                <a:cubicBezTo>
                  <a:pt x="328" y="329"/>
                  <a:pt x="339" y="332"/>
                  <a:pt x="348" y="326"/>
                </a:cubicBezTo>
                <a:cubicBezTo>
                  <a:pt x="357" y="320"/>
                  <a:pt x="360" y="303"/>
                  <a:pt x="367" y="301"/>
                </a:cubicBezTo>
                <a:cubicBezTo>
                  <a:pt x="374" y="299"/>
                  <a:pt x="383" y="315"/>
                  <a:pt x="390" y="316"/>
                </a:cubicBezTo>
                <a:cubicBezTo>
                  <a:pt x="397" y="317"/>
                  <a:pt x="406" y="313"/>
                  <a:pt x="409" y="305"/>
                </a:cubicBezTo>
                <a:cubicBezTo>
                  <a:pt x="412" y="297"/>
                  <a:pt x="410" y="279"/>
                  <a:pt x="409" y="268"/>
                </a:cubicBezTo>
                <a:cubicBezTo>
                  <a:pt x="408" y="257"/>
                  <a:pt x="403" y="249"/>
                  <a:pt x="403" y="241"/>
                </a:cubicBezTo>
                <a:cubicBezTo>
                  <a:pt x="403" y="233"/>
                  <a:pt x="401" y="224"/>
                  <a:pt x="409" y="217"/>
                </a:cubicBezTo>
                <a:cubicBezTo>
                  <a:pt x="417" y="210"/>
                  <a:pt x="440" y="204"/>
                  <a:pt x="448" y="199"/>
                </a:cubicBezTo>
                <a:cubicBezTo>
                  <a:pt x="456" y="194"/>
                  <a:pt x="448" y="201"/>
                  <a:pt x="456" y="190"/>
                </a:cubicBezTo>
                <a:cubicBezTo>
                  <a:pt x="464" y="179"/>
                  <a:pt x="496" y="159"/>
                  <a:pt x="495" y="136"/>
                </a:cubicBezTo>
                <a:cubicBezTo>
                  <a:pt x="494" y="113"/>
                  <a:pt x="472" y="70"/>
                  <a:pt x="451" y="52"/>
                </a:cubicBezTo>
                <a:cubicBezTo>
                  <a:pt x="430" y="34"/>
                  <a:pt x="404" y="30"/>
                  <a:pt x="367" y="25"/>
                </a:cubicBezTo>
                <a:cubicBezTo>
                  <a:pt x="330" y="20"/>
                  <a:pt x="269" y="25"/>
                  <a:pt x="228" y="22"/>
                </a:cubicBezTo>
                <a:cubicBezTo>
                  <a:pt x="187" y="19"/>
                  <a:pt x="158" y="0"/>
                  <a:pt x="123" y="8"/>
                </a:cubicBezTo>
                <a:cubicBezTo>
                  <a:pt x="88" y="16"/>
                  <a:pt x="38" y="52"/>
                  <a:pt x="19" y="70"/>
                </a:cubicBezTo>
                <a:cubicBezTo>
                  <a:pt x="0" y="88"/>
                  <a:pt x="3" y="102"/>
                  <a:pt x="10" y="118"/>
                </a:cubicBezTo>
                <a:cubicBezTo>
                  <a:pt x="17" y="134"/>
                  <a:pt x="42" y="148"/>
                  <a:pt x="60" y="1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6444" name="Picture 60">
            <a:extLst>
              <a:ext uri="{FF2B5EF4-FFF2-40B4-BE49-F238E27FC236}">
                <a16:creationId xmlns:a16="http://schemas.microsoft.com/office/drawing/2014/main" id="{01A642FE-27B7-B424-52F6-7DCB7D48E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4" y="1376363"/>
            <a:ext cx="5248275" cy="514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445" name="Freeform 61">
            <a:extLst>
              <a:ext uri="{FF2B5EF4-FFF2-40B4-BE49-F238E27FC236}">
                <a16:creationId xmlns:a16="http://schemas.microsoft.com/office/drawing/2014/main" id="{53CDE60D-11B7-4EB4-0EF0-6FB2C39516DA}"/>
              </a:ext>
            </a:extLst>
          </p:cNvPr>
          <p:cNvSpPr>
            <a:spLocks/>
          </p:cNvSpPr>
          <p:nvPr/>
        </p:nvSpPr>
        <p:spPr bwMode="auto">
          <a:xfrm>
            <a:off x="9413875" y="5610226"/>
            <a:ext cx="488950" cy="263525"/>
          </a:xfrm>
          <a:custGeom>
            <a:avLst/>
            <a:gdLst>
              <a:gd name="T0" fmla="*/ 1 w 308"/>
              <a:gd name="T1" fmla="*/ 16 h 182"/>
              <a:gd name="T2" fmla="*/ 21 w 308"/>
              <a:gd name="T3" fmla="*/ 105 h 182"/>
              <a:gd name="T4" fmla="*/ 70 w 308"/>
              <a:gd name="T5" fmla="*/ 172 h 182"/>
              <a:gd name="T6" fmla="*/ 153 w 308"/>
              <a:gd name="T7" fmla="*/ 168 h 182"/>
              <a:gd name="T8" fmla="*/ 250 w 308"/>
              <a:gd name="T9" fmla="*/ 151 h 182"/>
              <a:gd name="T10" fmla="*/ 286 w 308"/>
              <a:gd name="T11" fmla="*/ 120 h 182"/>
              <a:gd name="T12" fmla="*/ 306 w 308"/>
              <a:gd name="T13" fmla="*/ 106 h 182"/>
              <a:gd name="T14" fmla="*/ 298 w 308"/>
              <a:gd name="T15" fmla="*/ 45 h 182"/>
              <a:gd name="T16" fmla="*/ 294 w 308"/>
              <a:gd name="T17" fmla="*/ 34 h 182"/>
              <a:gd name="T18" fmla="*/ 282 w 308"/>
              <a:gd name="T19" fmla="*/ 61 h 182"/>
              <a:gd name="T20" fmla="*/ 265 w 308"/>
              <a:gd name="T21" fmla="*/ 91 h 182"/>
              <a:gd name="T22" fmla="*/ 169 w 308"/>
              <a:gd name="T23" fmla="*/ 133 h 182"/>
              <a:gd name="T24" fmla="*/ 144 w 308"/>
              <a:gd name="T25" fmla="*/ 133 h 182"/>
              <a:gd name="T26" fmla="*/ 111 w 308"/>
              <a:gd name="T27" fmla="*/ 126 h 182"/>
              <a:gd name="T28" fmla="*/ 60 w 308"/>
              <a:gd name="T29" fmla="*/ 70 h 182"/>
              <a:gd name="T30" fmla="*/ 57 w 308"/>
              <a:gd name="T31" fmla="*/ 45 h 182"/>
              <a:gd name="T32" fmla="*/ 34 w 308"/>
              <a:gd name="T33" fmla="*/ 16 h 182"/>
              <a:gd name="T34" fmla="*/ 15 w 308"/>
              <a:gd name="T35" fmla="*/ 10 h 182"/>
              <a:gd name="T36" fmla="*/ 1 w 308"/>
              <a:gd name="T37" fmla="*/ 1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8" h="182">
                <a:moveTo>
                  <a:pt x="1" y="16"/>
                </a:moveTo>
                <a:cubicBezTo>
                  <a:pt x="2" y="32"/>
                  <a:pt x="10" y="79"/>
                  <a:pt x="21" y="105"/>
                </a:cubicBezTo>
                <a:cubicBezTo>
                  <a:pt x="32" y="131"/>
                  <a:pt x="48" y="162"/>
                  <a:pt x="70" y="172"/>
                </a:cubicBezTo>
                <a:cubicBezTo>
                  <a:pt x="92" y="182"/>
                  <a:pt x="123" y="171"/>
                  <a:pt x="153" y="168"/>
                </a:cubicBezTo>
                <a:cubicBezTo>
                  <a:pt x="183" y="165"/>
                  <a:pt x="228" y="159"/>
                  <a:pt x="250" y="151"/>
                </a:cubicBezTo>
                <a:cubicBezTo>
                  <a:pt x="272" y="143"/>
                  <a:pt x="277" y="127"/>
                  <a:pt x="286" y="120"/>
                </a:cubicBezTo>
                <a:cubicBezTo>
                  <a:pt x="295" y="113"/>
                  <a:pt x="304" y="118"/>
                  <a:pt x="306" y="106"/>
                </a:cubicBezTo>
                <a:cubicBezTo>
                  <a:pt x="308" y="94"/>
                  <a:pt x="300" y="57"/>
                  <a:pt x="298" y="45"/>
                </a:cubicBezTo>
                <a:cubicBezTo>
                  <a:pt x="296" y="33"/>
                  <a:pt x="297" y="31"/>
                  <a:pt x="294" y="34"/>
                </a:cubicBezTo>
                <a:cubicBezTo>
                  <a:pt x="291" y="37"/>
                  <a:pt x="287" y="52"/>
                  <a:pt x="282" y="61"/>
                </a:cubicBezTo>
                <a:cubicBezTo>
                  <a:pt x="277" y="70"/>
                  <a:pt x="284" y="79"/>
                  <a:pt x="265" y="91"/>
                </a:cubicBezTo>
                <a:cubicBezTo>
                  <a:pt x="246" y="103"/>
                  <a:pt x="189" y="126"/>
                  <a:pt x="169" y="133"/>
                </a:cubicBezTo>
                <a:cubicBezTo>
                  <a:pt x="149" y="140"/>
                  <a:pt x="154" y="134"/>
                  <a:pt x="144" y="133"/>
                </a:cubicBezTo>
                <a:cubicBezTo>
                  <a:pt x="134" y="132"/>
                  <a:pt x="125" y="136"/>
                  <a:pt x="111" y="126"/>
                </a:cubicBezTo>
                <a:cubicBezTo>
                  <a:pt x="97" y="116"/>
                  <a:pt x="69" y="84"/>
                  <a:pt x="60" y="70"/>
                </a:cubicBezTo>
                <a:cubicBezTo>
                  <a:pt x="51" y="56"/>
                  <a:pt x="61" y="54"/>
                  <a:pt x="57" y="45"/>
                </a:cubicBezTo>
                <a:cubicBezTo>
                  <a:pt x="53" y="36"/>
                  <a:pt x="41" y="22"/>
                  <a:pt x="34" y="16"/>
                </a:cubicBezTo>
                <a:cubicBezTo>
                  <a:pt x="27" y="10"/>
                  <a:pt x="20" y="9"/>
                  <a:pt x="15" y="10"/>
                </a:cubicBezTo>
                <a:cubicBezTo>
                  <a:pt x="10" y="11"/>
                  <a:pt x="0" y="0"/>
                  <a:pt x="1" y="1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8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2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2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2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6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2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2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2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62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2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2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2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2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2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7400"/>
                            </p:stCondLst>
                            <p:childTnLst>
                              <p:par>
                                <p:cTn id="1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2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7600"/>
                            </p:stCondLst>
                            <p:childTnLst>
                              <p:par>
                                <p:cTn id="1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2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2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2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82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2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1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2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8600"/>
                            </p:stCondLst>
                            <p:childTnLst>
                              <p:par>
                                <p:cTn id="1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2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1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2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500"/>
                                        <p:tgtEl>
                                          <p:spTgt spid="16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10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10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378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79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0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 nodeType="clickPar">
                      <p:stCondLst>
                        <p:cond delay="indefinite"/>
                      </p:stCondLst>
                      <p:childTnLst>
                        <p:par>
                          <p:cTn id="3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9" presetID="8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90" dur="10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0" presetClass="pat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96296E-6 L 0.275 0.07223 " pathEditMode="relative" rAng="0" ptsTypes="AA">
                                      <p:cBhvr>
                                        <p:cTn id="392" dur="10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3611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1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0" grpId="0"/>
      <p:bldP spid="164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7A33FF75-DC84-6ABA-760C-8EB6BBFC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31875"/>
            <a:ext cx="922020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>
            <a:extLst>
              <a:ext uri="{FF2B5EF4-FFF2-40B4-BE49-F238E27FC236}">
                <a16:creationId xmlns:a16="http://schemas.microsoft.com/office/drawing/2014/main" id="{E61BB2C2-A4BD-86DA-371E-94448D6D7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6" name="Freeform 4">
            <a:extLst>
              <a:ext uri="{FF2B5EF4-FFF2-40B4-BE49-F238E27FC236}">
                <a16:creationId xmlns:a16="http://schemas.microsoft.com/office/drawing/2014/main" id="{5213DAAB-DDEA-D1FF-A8BD-48C593EB2060}"/>
              </a:ext>
            </a:extLst>
          </p:cNvPr>
          <p:cNvSpPr>
            <a:spLocks/>
          </p:cNvSpPr>
          <p:nvPr/>
        </p:nvSpPr>
        <p:spPr bwMode="auto">
          <a:xfrm>
            <a:off x="5832475" y="5640389"/>
            <a:ext cx="552450" cy="623887"/>
          </a:xfrm>
          <a:custGeom>
            <a:avLst/>
            <a:gdLst>
              <a:gd name="T0" fmla="*/ 65 w 348"/>
              <a:gd name="T1" fmla="*/ 38 h 393"/>
              <a:gd name="T2" fmla="*/ 14 w 348"/>
              <a:gd name="T3" fmla="*/ 155 h 393"/>
              <a:gd name="T4" fmla="*/ 0 w 348"/>
              <a:gd name="T5" fmla="*/ 234 h 393"/>
              <a:gd name="T6" fmla="*/ 11 w 348"/>
              <a:gd name="T7" fmla="*/ 266 h 393"/>
              <a:gd name="T8" fmla="*/ 47 w 348"/>
              <a:gd name="T9" fmla="*/ 242 h 393"/>
              <a:gd name="T10" fmla="*/ 59 w 348"/>
              <a:gd name="T11" fmla="*/ 206 h 393"/>
              <a:gd name="T12" fmla="*/ 69 w 348"/>
              <a:gd name="T13" fmla="*/ 290 h 393"/>
              <a:gd name="T14" fmla="*/ 86 w 348"/>
              <a:gd name="T15" fmla="*/ 371 h 393"/>
              <a:gd name="T16" fmla="*/ 96 w 348"/>
              <a:gd name="T17" fmla="*/ 390 h 393"/>
              <a:gd name="T18" fmla="*/ 138 w 348"/>
              <a:gd name="T19" fmla="*/ 353 h 393"/>
              <a:gd name="T20" fmla="*/ 164 w 348"/>
              <a:gd name="T21" fmla="*/ 281 h 393"/>
              <a:gd name="T22" fmla="*/ 176 w 348"/>
              <a:gd name="T23" fmla="*/ 267 h 393"/>
              <a:gd name="T24" fmla="*/ 200 w 348"/>
              <a:gd name="T25" fmla="*/ 311 h 393"/>
              <a:gd name="T26" fmla="*/ 224 w 348"/>
              <a:gd name="T27" fmla="*/ 354 h 393"/>
              <a:gd name="T28" fmla="*/ 245 w 348"/>
              <a:gd name="T29" fmla="*/ 380 h 393"/>
              <a:gd name="T30" fmla="*/ 254 w 348"/>
              <a:gd name="T31" fmla="*/ 311 h 393"/>
              <a:gd name="T32" fmla="*/ 258 w 348"/>
              <a:gd name="T33" fmla="*/ 243 h 393"/>
              <a:gd name="T34" fmla="*/ 255 w 348"/>
              <a:gd name="T35" fmla="*/ 213 h 393"/>
              <a:gd name="T36" fmla="*/ 267 w 348"/>
              <a:gd name="T37" fmla="*/ 210 h 393"/>
              <a:gd name="T38" fmla="*/ 291 w 348"/>
              <a:gd name="T39" fmla="*/ 233 h 393"/>
              <a:gd name="T40" fmla="*/ 308 w 348"/>
              <a:gd name="T41" fmla="*/ 264 h 393"/>
              <a:gd name="T42" fmla="*/ 333 w 348"/>
              <a:gd name="T43" fmla="*/ 281 h 393"/>
              <a:gd name="T44" fmla="*/ 348 w 348"/>
              <a:gd name="T45" fmla="*/ 215 h 393"/>
              <a:gd name="T46" fmla="*/ 335 w 348"/>
              <a:gd name="T47" fmla="*/ 113 h 393"/>
              <a:gd name="T48" fmla="*/ 312 w 348"/>
              <a:gd name="T49" fmla="*/ 29 h 393"/>
              <a:gd name="T50" fmla="*/ 281 w 348"/>
              <a:gd name="T51" fmla="*/ 9 h 393"/>
              <a:gd name="T52" fmla="*/ 122 w 348"/>
              <a:gd name="T53" fmla="*/ 6 h 393"/>
              <a:gd name="T54" fmla="*/ 65 w 348"/>
              <a:gd name="T55" fmla="*/ 3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48" h="393">
                <a:moveTo>
                  <a:pt x="65" y="38"/>
                </a:moveTo>
                <a:cubicBezTo>
                  <a:pt x="47" y="63"/>
                  <a:pt x="25" y="122"/>
                  <a:pt x="14" y="155"/>
                </a:cubicBezTo>
                <a:cubicBezTo>
                  <a:pt x="3" y="188"/>
                  <a:pt x="0" y="216"/>
                  <a:pt x="0" y="234"/>
                </a:cubicBezTo>
                <a:cubicBezTo>
                  <a:pt x="0" y="252"/>
                  <a:pt x="3" y="265"/>
                  <a:pt x="11" y="266"/>
                </a:cubicBezTo>
                <a:cubicBezTo>
                  <a:pt x="19" y="267"/>
                  <a:pt x="39" y="252"/>
                  <a:pt x="47" y="242"/>
                </a:cubicBezTo>
                <a:cubicBezTo>
                  <a:pt x="55" y="232"/>
                  <a:pt x="55" y="198"/>
                  <a:pt x="59" y="206"/>
                </a:cubicBezTo>
                <a:cubicBezTo>
                  <a:pt x="63" y="214"/>
                  <a:pt x="65" y="263"/>
                  <a:pt x="69" y="290"/>
                </a:cubicBezTo>
                <a:cubicBezTo>
                  <a:pt x="73" y="317"/>
                  <a:pt x="82" y="354"/>
                  <a:pt x="86" y="371"/>
                </a:cubicBezTo>
                <a:cubicBezTo>
                  <a:pt x="90" y="388"/>
                  <a:pt x="87" y="393"/>
                  <a:pt x="96" y="390"/>
                </a:cubicBezTo>
                <a:cubicBezTo>
                  <a:pt x="105" y="387"/>
                  <a:pt x="127" y="371"/>
                  <a:pt x="138" y="353"/>
                </a:cubicBezTo>
                <a:cubicBezTo>
                  <a:pt x="149" y="335"/>
                  <a:pt x="158" y="295"/>
                  <a:pt x="164" y="281"/>
                </a:cubicBezTo>
                <a:cubicBezTo>
                  <a:pt x="170" y="267"/>
                  <a:pt x="170" y="262"/>
                  <a:pt x="176" y="267"/>
                </a:cubicBezTo>
                <a:cubicBezTo>
                  <a:pt x="182" y="272"/>
                  <a:pt x="192" y="297"/>
                  <a:pt x="200" y="311"/>
                </a:cubicBezTo>
                <a:cubicBezTo>
                  <a:pt x="208" y="325"/>
                  <a:pt x="216" y="342"/>
                  <a:pt x="224" y="354"/>
                </a:cubicBezTo>
                <a:cubicBezTo>
                  <a:pt x="232" y="366"/>
                  <a:pt x="240" y="387"/>
                  <a:pt x="245" y="380"/>
                </a:cubicBezTo>
                <a:cubicBezTo>
                  <a:pt x="250" y="373"/>
                  <a:pt x="252" y="334"/>
                  <a:pt x="254" y="311"/>
                </a:cubicBezTo>
                <a:cubicBezTo>
                  <a:pt x="256" y="288"/>
                  <a:pt x="258" y="259"/>
                  <a:pt x="258" y="243"/>
                </a:cubicBezTo>
                <a:cubicBezTo>
                  <a:pt x="258" y="227"/>
                  <a:pt x="254" y="218"/>
                  <a:pt x="255" y="213"/>
                </a:cubicBezTo>
                <a:cubicBezTo>
                  <a:pt x="256" y="208"/>
                  <a:pt x="261" y="207"/>
                  <a:pt x="267" y="210"/>
                </a:cubicBezTo>
                <a:cubicBezTo>
                  <a:pt x="273" y="213"/>
                  <a:pt x="284" y="224"/>
                  <a:pt x="291" y="233"/>
                </a:cubicBezTo>
                <a:cubicBezTo>
                  <a:pt x="298" y="242"/>
                  <a:pt x="301" y="256"/>
                  <a:pt x="308" y="264"/>
                </a:cubicBezTo>
                <a:cubicBezTo>
                  <a:pt x="315" y="272"/>
                  <a:pt x="326" y="289"/>
                  <a:pt x="333" y="281"/>
                </a:cubicBezTo>
                <a:cubicBezTo>
                  <a:pt x="340" y="273"/>
                  <a:pt x="348" y="243"/>
                  <a:pt x="348" y="215"/>
                </a:cubicBezTo>
                <a:cubicBezTo>
                  <a:pt x="348" y="187"/>
                  <a:pt x="341" y="144"/>
                  <a:pt x="335" y="113"/>
                </a:cubicBezTo>
                <a:cubicBezTo>
                  <a:pt x="329" y="82"/>
                  <a:pt x="321" y="46"/>
                  <a:pt x="312" y="29"/>
                </a:cubicBezTo>
                <a:cubicBezTo>
                  <a:pt x="303" y="12"/>
                  <a:pt x="313" y="13"/>
                  <a:pt x="281" y="9"/>
                </a:cubicBezTo>
                <a:cubicBezTo>
                  <a:pt x="249" y="5"/>
                  <a:pt x="158" y="0"/>
                  <a:pt x="122" y="6"/>
                </a:cubicBezTo>
                <a:cubicBezTo>
                  <a:pt x="86" y="12"/>
                  <a:pt x="83" y="13"/>
                  <a:pt x="65" y="3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37" name="Freeform 5">
            <a:extLst>
              <a:ext uri="{FF2B5EF4-FFF2-40B4-BE49-F238E27FC236}">
                <a16:creationId xmlns:a16="http://schemas.microsoft.com/office/drawing/2014/main" id="{9ED801A3-C7F2-BC74-0E5D-5723EBE22FD6}"/>
              </a:ext>
            </a:extLst>
          </p:cNvPr>
          <p:cNvSpPr>
            <a:spLocks/>
          </p:cNvSpPr>
          <p:nvPr/>
        </p:nvSpPr>
        <p:spPr bwMode="auto">
          <a:xfrm>
            <a:off x="5922963" y="5649914"/>
            <a:ext cx="404812" cy="344487"/>
          </a:xfrm>
          <a:custGeom>
            <a:avLst/>
            <a:gdLst>
              <a:gd name="T0" fmla="*/ 53 w 255"/>
              <a:gd name="T1" fmla="*/ 15 h 217"/>
              <a:gd name="T2" fmla="*/ 19 w 255"/>
              <a:gd name="T3" fmla="*/ 75 h 217"/>
              <a:gd name="T4" fmla="*/ 2 w 255"/>
              <a:gd name="T5" fmla="*/ 122 h 217"/>
              <a:gd name="T6" fmla="*/ 7 w 255"/>
              <a:gd name="T7" fmla="*/ 138 h 217"/>
              <a:gd name="T8" fmla="*/ 35 w 255"/>
              <a:gd name="T9" fmla="*/ 122 h 217"/>
              <a:gd name="T10" fmla="*/ 52 w 255"/>
              <a:gd name="T11" fmla="*/ 98 h 217"/>
              <a:gd name="T12" fmla="*/ 58 w 255"/>
              <a:gd name="T13" fmla="*/ 87 h 217"/>
              <a:gd name="T14" fmla="*/ 76 w 255"/>
              <a:gd name="T15" fmla="*/ 128 h 217"/>
              <a:gd name="T16" fmla="*/ 79 w 255"/>
              <a:gd name="T17" fmla="*/ 188 h 217"/>
              <a:gd name="T18" fmla="*/ 92 w 255"/>
              <a:gd name="T19" fmla="*/ 215 h 217"/>
              <a:gd name="T20" fmla="*/ 110 w 255"/>
              <a:gd name="T21" fmla="*/ 173 h 217"/>
              <a:gd name="T22" fmla="*/ 121 w 255"/>
              <a:gd name="T23" fmla="*/ 144 h 217"/>
              <a:gd name="T24" fmla="*/ 136 w 255"/>
              <a:gd name="T25" fmla="*/ 141 h 217"/>
              <a:gd name="T26" fmla="*/ 149 w 255"/>
              <a:gd name="T27" fmla="*/ 176 h 217"/>
              <a:gd name="T28" fmla="*/ 157 w 255"/>
              <a:gd name="T29" fmla="*/ 192 h 217"/>
              <a:gd name="T30" fmla="*/ 167 w 255"/>
              <a:gd name="T31" fmla="*/ 210 h 217"/>
              <a:gd name="T32" fmla="*/ 176 w 255"/>
              <a:gd name="T33" fmla="*/ 167 h 217"/>
              <a:gd name="T34" fmla="*/ 187 w 255"/>
              <a:gd name="T35" fmla="*/ 143 h 217"/>
              <a:gd name="T36" fmla="*/ 211 w 255"/>
              <a:gd name="T37" fmla="*/ 143 h 217"/>
              <a:gd name="T38" fmla="*/ 233 w 255"/>
              <a:gd name="T39" fmla="*/ 153 h 217"/>
              <a:gd name="T40" fmla="*/ 250 w 255"/>
              <a:gd name="T41" fmla="*/ 164 h 217"/>
              <a:gd name="T42" fmla="*/ 253 w 255"/>
              <a:gd name="T43" fmla="*/ 140 h 217"/>
              <a:gd name="T44" fmla="*/ 238 w 255"/>
              <a:gd name="T45" fmla="*/ 83 h 217"/>
              <a:gd name="T46" fmla="*/ 218 w 255"/>
              <a:gd name="T47" fmla="*/ 29 h 217"/>
              <a:gd name="T48" fmla="*/ 200 w 255"/>
              <a:gd name="T49" fmla="*/ 6 h 217"/>
              <a:gd name="T50" fmla="*/ 88 w 255"/>
              <a:gd name="T51" fmla="*/ 3 h 217"/>
              <a:gd name="T52" fmla="*/ 53 w 255"/>
              <a:gd name="T53" fmla="*/ 15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5" h="217">
                <a:moveTo>
                  <a:pt x="53" y="15"/>
                </a:moveTo>
                <a:cubicBezTo>
                  <a:pt x="42" y="27"/>
                  <a:pt x="27" y="57"/>
                  <a:pt x="19" y="75"/>
                </a:cubicBezTo>
                <a:cubicBezTo>
                  <a:pt x="11" y="93"/>
                  <a:pt x="4" y="112"/>
                  <a:pt x="2" y="122"/>
                </a:cubicBezTo>
                <a:cubicBezTo>
                  <a:pt x="0" y="132"/>
                  <a:pt x="2" y="138"/>
                  <a:pt x="7" y="138"/>
                </a:cubicBezTo>
                <a:cubicBezTo>
                  <a:pt x="12" y="138"/>
                  <a:pt x="27" y="129"/>
                  <a:pt x="35" y="122"/>
                </a:cubicBezTo>
                <a:cubicBezTo>
                  <a:pt x="43" y="115"/>
                  <a:pt x="48" y="104"/>
                  <a:pt x="52" y="98"/>
                </a:cubicBezTo>
                <a:cubicBezTo>
                  <a:pt x="56" y="92"/>
                  <a:pt x="54" y="82"/>
                  <a:pt x="58" y="87"/>
                </a:cubicBezTo>
                <a:cubicBezTo>
                  <a:pt x="62" y="92"/>
                  <a:pt x="73" y="111"/>
                  <a:pt x="76" y="128"/>
                </a:cubicBezTo>
                <a:cubicBezTo>
                  <a:pt x="79" y="145"/>
                  <a:pt x="76" y="174"/>
                  <a:pt x="79" y="188"/>
                </a:cubicBezTo>
                <a:cubicBezTo>
                  <a:pt x="82" y="202"/>
                  <a:pt x="87" y="217"/>
                  <a:pt x="92" y="215"/>
                </a:cubicBezTo>
                <a:cubicBezTo>
                  <a:pt x="97" y="213"/>
                  <a:pt x="105" y="185"/>
                  <a:pt x="110" y="173"/>
                </a:cubicBezTo>
                <a:cubicBezTo>
                  <a:pt x="115" y="161"/>
                  <a:pt x="117" y="149"/>
                  <a:pt x="121" y="144"/>
                </a:cubicBezTo>
                <a:cubicBezTo>
                  <a:pt x="125" y="139"/>
                  <a:pt x="131" y="136"/>
                  <a:pt x="136" y="141"/>
                </a:cubicBezTo>
                <a:cubicBezTo>
                  <a:pt x="141" y="146"/>
                  <a:pt x="146" y="168"/>
                  <a:pt x="149" y="176"/>
                </a:cubicBezTo>
                <a:cubicBezTo>
                  <a:pt x="152" y="184"/>
                  <a:pt x="154" y="186"/>
                  <a:pt x="157" y="192"/>
                </a:cubicBezTo>
                <a:cubicBezTo>
                  <a:pt x="160" y="198"/>
                  <a:pt x="164" y="214"/>
                  <a:pt x="167" y="210"/>
                </a:cubicBezTo>
                <a:cubicBezTo>
                  <a:pt x="170" y="206"/>
                  <a:pt x="173" y="178"/>
                  <a:pt x="176" y="167"/>
                </a:cubicBezTo>
                <a:cubicBezTo>
                  <a:pt x="179" y="156"/>
                  <a:pt x="181" y="147"/>
                  <a:pt x="187" y="143"/>
                </a:cubicBezTo>
                <a:cubicBezTo>
                  <a:pt x="193" y="139"/>
                  <a:pt x="203" y="141"/>
                  <a:pt x="211" y="143"/>
                </a:cubicBezTo>
                <a:cubicBezTo>
                  <a:pt x="219" y="145"/>
                  <a:pt x="227" y="150"/>
                  <a:pt x="233" y="153"/>
                </a:cubicBezTo>
                <a:cubicBezTo>
                  <a:pt x="239" y="156"/>
                  <a:pt x="247" y="166"/>
                  <a:pt x="250" y="164"/>
                </a:cubicBezTo>
                <a:cubicBezTo>
                  <a:pt x="253" y="162"/>
                  <a:pt x="255" y="153"/>
                  <a:pt x="253" y="140"/>
                </a:cubicBezTo>
                <a:cubicBezTo>
                  <a:pt x="251" y="127"/>
                  <a:pt x="244" y="101"/>
                  <a:pt x="238" y="83"/>
                </a:cubicBezTo>
                <a:cubicBezTo>
                  <a:pt x="232" y="65"/>
                  <a:pt x="224" y="42"/>
                  <a:pt x="218" y="29"/>
                </a:cubicBezTo>
                <a:cubicBezTo>
                  <a:pt x="212" y="16"/>
                  <a:pt x="222" y="10"/>
                  <a:pt x="200" y="6"/>
                </a:cubicBezTo>
                <a:cubicBezTo>
                  <a:pt x="178" y="2"/>
                  <a:pt x="113" y="0"/>
                  <a:pt x="88" y="3"/>
                </a:cubicBezTo>
                <a:cubicBezTo>
                  <a:pt x="63" y="6"/>
                  <a:pt x="64" y="3"/>
                  <a:pt x="53" y="15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38" name="Freeform 6">
            <a:extLst>
              <a:ext uri="{FF2B5EF4-FFF2-40B4-BE49-F238E27FC236}">
                <a16:creationId xmlns:a16="http://schemas.microsoft.com/office/drawing/2014/main" id="{6D4B84DF-2D28-864A-FA55-5ABB830B5943}"/>
              </a:ext>
            </a:extLst>
          </p:cNvPr>
          <p:cNvSpPr>
            <a:spLocks/>
          </p:cNvSpPr>
          <p:nvPr/>
        </p:nvSpPr>
        <p:spPr bwMode="auto">
          <a:xfrm>
            <a:off x="2249488" y="5656264"/>
            <a:ext cx="552450" cy="623887"/>
          </a:xfrm>
          <a:custGeom>
            <a:avLst/>
            <a:gdLst>
              <a:gd name="T0" fmla="*/ 65 w 348"/>
              <a:gd name="T1" fmla="*/ 38 h 393"/>
              <a:gd name="T2" fmla="*/ 14 w 348"/>
              <a:gd name="T3" fmla="*/ 155 h 393"/>
              <a:gd name="T4" fmla="*/ 0 w 348"/>
              <a:gd name="T5" fmla="*/ 234 h 393"/>
              <a:gd name="T6" fmla="*/ 11 w 348"/>
              <a:gd name="T7" fmla="*/ 266 h 393"/>
              <a:gd name="T8" fmla="*/ 47 w 348"/>
              <a:gd name="T9" fmla="*/ 242 h 393"/>
              <a:gd name="T10" fmla="*/ 59 w 348"/>
              <a:gd name="T11" fmla="*/ 206 h 393"/>
              <a:gd name="T12" fmla="*/ 69 w 348"/>
              <a:gd name="T13" fmla="*/ 290 h 393"/>
              <a:gd name="T14" fmla="*/ 86 w 348"/>
              <a:gd name="T15" fmla="*/ 371 h 393"/>
              <a:gd name="T16" fmla="*/ 96 w 348"/>
              <a:gd name="T17" fmla="*/ 390 h 393"/>
              <a:gd name="T18" fmla="*/ 138 w 348"/>
              <a:gd name="T19" fmla="*/ 353 h 393"/>
              <a:gd name="T20" fmla="*/ 164 w 348"/>
              <a:gd name="T21" fmla="*/ 281 h 393"/>
              <a:gd name="T22" fmla="*/ 176 w 348"/>
              <a:gd name="T23" fmla="*/ 267 h 393"/>
              <a:gd name="T24" fmla="*/ 200 w 348"/>
              <a:gd name="T25" fmla="*/ 311 h 393"/>
              <a:gd name="T26" fmla="*/ 224 w 348"/>
              <a:gd name="T27" fmla="*/ 354 h 393"/>
              <a:gd name="T28" fmla="*/ 245 w 348"/>
              <a:gd name="T29" fmla="*/ 380 h 393"/>
              <a:gd name="T30" fmla="*/ 254 w 348"/>
              <a:gd name="T31" fmla="*/ 311 h 393"/>
              <a:gd name="T32" fmla="*/ 258 w 348"/>
              <a:gd name="T33" fmla="*/ 243 h 393"/>
              <a:gd name="T34" fmla="*/ 255 w 348"/>
              <a:gd name="T35" fmla="*/ 213 h 393"/>
              <a:gd name="T36" fmla="*/ 267 w 348"/>
              <a:gd name="T37" fmla="*/ 210 h 393"/>
              <a:gd name="T38" fmla="*/ 291 w 348"/>
              <a:gd name="T39" fmla="*/ 233 h 393"/>
              <a:gd name="T40" fmla="*/ 308 w 348"/>
              <a:gd name="T41" fmla="*/ 264 h 393"/>
              <a:gd name="T42" fmla="*/ 333 w 348"/>
              <a:gd name="T43" fmla="*/ 281 h 393"/>
              <a:gd name="T44" fmla="*/ 348 w 348"/>
              <a:gd name="T45" fmla="*/ 215 h 393"/>
              <a:gd name="T46" fmla="*/ 335 w 348"/>
              <a:gd name="T47" fmla="*/ 113 h 393"/>
              <a:gd name="T48" fmla="*/ 312 w 348"/>
              <a:gd name="T49" fmla="*/ 29 h 393"/>
              <a:gd name="T50" fmla="*/ 281 w 348"/>
              <a:gd name="T51" fmla="*/ 9 h 393"/>
              <a:gd name="T52" fmla="*/ 122 w 348"/>
              <a:gd name="T53" fmla="*/ 6 h 393"/>
              <a:gd name="T54" fmla="*/ 65 w 348"/>
              <a:gd name="T55" fmla="*/ 3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48" h="393">
                <a:moveTo>
                  <a:pt x="65" y="38"/>
                </a:moveTo>
                <a:cubicBezTo>
                  <a:pt x="47" y="63"/>
                  <a:pt x="25" y="122"/>
                  <a:pt x="14" y="155"/>
                </a:cubicBezTo>
                <a:cubicBezTo>
                  <a:pt x="3" y="188"/>
                  <a:pt x="0" y="216"/>
                  <a:pt x="0" y="234"/>
                </a:cubicBezTo>
                <a:cubicBezTo>
                  <a:pt x="0" y="252"/>
                  <a:pt x="3" y="265"/>
                  <a:pt x="11" y="266"/>
                </a:cubicBezTo>
                <a:cubicBezTo>
                  <a:pt x="19" y="267"/>
                  <a:pt x="39" y="252"/>
                  <a:pt x="47" y="242"/>
                </a:cubicBezTo>
                <a:cubicBezTo>
                  <a:pt x="55" y="232"/>
                  <a:pt x="55" y="198"/>
                  <a:pt x="59" y="206"/>
                </a:cubicBezTo>
                <a:cubicBezTo>
                  <a:pt x="63" y="214"/>
                  <a:pt x="65" y="263"/>
                  <a:pt x="69" y="290"/>
                </a:cubicBezTo>
                <a:cubicBezTo>
                  <a:pt x="73" y="317"/>
                  <a:pt x="82" y="354"/>
                  <a:pt x="86" y="371"/>
                </a:cubicBezTo>
                <a:cubicBezTo>
                  <a:pt x="90" y="388"/>
                  <a:pt x="87" y="393"/>
                  <a:pt x="96" y="390"/>
                </a:cubicBezTo>
                <a:cubicBezTo>
                  <a:pt x="105" y="387"/>
                  <a:pt x="127" y="371"/>
                  <a:pt x="138" y="353"/>
                </a:cubicBezTo>
                <a:cubicBezTo>
                  <a:pt x="149" y="335"/>
                  <a:pt x="158" y="295"/>
                  <a:pt x="164" y="281"/>
                </a:cubicBezTo>
                <a:cubicBezTo>
                  <a:pt x="170" y="267"/>
                  <a:pt x="170" y="262"/>
                  <a:pt x="176" y="267"/>
                </a:cubicBezTo>
                <a:cubicBezTo>
                  <a:pt x="182" y="272"/>
                  <a:pt x="192" y="297"/>
                  <a:pt x="200" y="311"/>
                </a:cubicBezTo>
                <a:cubicBezTo>
                  <a:pt x="208" y="325"/>
                  <a:pt x="216" y="342"/>
                  <a:pt x="224" y="354"/>
                </a:cubicBezTo>
                <a:cubicBezTo>
                  <a:pt x="232" y="366"/>
                  <a:pt x="240" y="387"/>
                  <a:pt x="245" y="380"/>
                </a:cubicBezTo>
                <a:cubicBezTo>
                  <a:pt x="250" y="373"/>
                  <a:pt x="252" y="334"/>
                  <a:pt x="254" y="311"/>
                </a:cubicBezTo>
                <a:cubicBezTo>
                  <a:pt x="256" y="288"/>
                  <a:pt x="258" y="259"/>
                  <a:pt x="258" y="243"/>
                </a:cubicBezTo>
                <a:cubicBezTo>
                  <a:pt x="258" y="227"/>
                  <a:pt x="254" y="218"/>
                  <a:pt x="255" y="213"/>
                </a:cubicBezTo>
                <a:cubicBezTo>
                  <a:pt x="256" y="208"/>
                  <a:pt x="261" y="207"/>
                  <a:pt x="267" y="210"/>
                </a:cubicBezTo>
                <a:cubicBezTo>
                  <a:pt x="273" y="213"/>
                  <a:pt x="284" y="224"/>
                  <a:pt x="291" y="233"/>
                </a:cubicBezTo>
                <a:cubicBezTo>
                  <a:pt x="298" y="242"/>
                  <a:pt x="301" y="256"/>
                  <a:pt x="308" y="264"/>
                </a:cubicBezTo>
                <a:cubicBezTo>
                  <a:pt x="315" y="272"/>
                  <a:pt x="326" y="289"/>
                  <a:pt x="333" y="281"/>
                </a:cubicBezTo>
                <a:cubicBezTo>
                  <a:pt x="340" y="273"/>
                  <a:pt x="348" y="243"/>
                  <a:pt x="348" y="215"/>
                </a:cubicBezTo>
                <a:cubicBezTo>
                  <a:pt x="348" y="187"/>
                  <a:pt x="341" y="144"/>
                  <a:pt x="335" y="113"/>
                </a:cubicBezTo>
                <a:cubicBezTo>
                  <a:pt x="329" y="82"/>
                  <a:pt x="321" y="46"/>
                  <a:pt x="312" y="29"/>
                </a:cubicBezTo>
                <a:cubicBezTo>
                  <a:pt x="303" y="12"/>
                  <a:pt x="313" y="13"/>
                  <a:pt x="281" y="9"/>
                </a:cubicBezTo>
                <a:cubicBezTo>
                  <a:pt x="249" y="5"/>
                  <a:pt x="158" y="0"/>
                  <a:pt x="122" y="6"/>
                </a:cubicBezTo>
                <a:cubicBezTo>
                  <a:pt x="86" y="12"/>
                  <a:pt x="83" y="13"/>
                  <a:pt x="65" y="3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39" name="Freeform 7">
            <a:extLst>
              <a:ext uri="{FF2B5EF4-FFF2-40B4-BE49-F238E27FC236}">
                <a16:creationId xmlns:a16="http://schemas.microsoft.com/office/drawing/2014/main" id="{3EC6CEAF-D8C0-65ED-18CD-BAB19D00A334}"/>
              </a:ext>
            </a:extLst>
          </p:cNvPr>
          <p:cNvSpPr>
            <a:spLocks/>
          </p:cNvSpPr>
          <p:nvPr/>
        </p:nvSpPr>
        <p:spPr bwMode="auto">
          <a:xfrm>
            <a:off x="2339976" y="5665789"/>
            <a:ext cx="404813" cy="344487"/>
          </a:xfrm>
          <a:custGeom>
            <a:avLst/>
            <a:gdLst>
              <a:gd name="T0" fmla="*/ 53 w 255"/>
              <a:gd name="T1" fmla="*/ 15 h 217"/>
              <a:gd name="T2" fmla="*/ 19 w 255"/>
              <a:gd name="T3" fmla="*/ 75 h 217"/>
              <a:gd name="T4" fmla="*/ 2 w 255"/>
              <a:gd name="T5" fmla="*/ 122 h 217"/>
              <a:gd name="T6" fmla="*/ 7 w 255"/>
              <a:gd name="T7" fmla="*/ 138 h 217"/>
              <a:gd name="T8" fmla="*/ 35 w 255"/>
              <a:gd name="T9" fmla="*/ 122 h 217"/>
              <a:gd name="T10" fmla="*/ 52 w 255"/>
              <a:gd name="T11" fmla="*/ 98 h 217"/>
              <a:gd name="T12" fmla="*/ 58 w 255"/>
              <a:gd name="T13" fmla="*/ 87 h 217"/>
              <a:gd name="T14" fmla="*/ 76 w 255"/>
              <a:gd name="T15" fmla="*/ 128 h 217"/>
              <a:gd name="T16" fmla="*/ 79 w 255"/>
              <a:gd name="T17" fmla="*/ 188 h 217"/>
              <a:gd name="T18" fmla="*/ 92 w 255"/>
              <a:gd name="T19" fmla="*/ 215 h 217"/>
              <a:gd name="T20" fmla="*/ 110 w 255"/>
              <a:gd name="T21" fmla="*/ 173 h 217"/>
              <a:gd name="T22" fmla="*/ 121 w 255"/>
              <a:gd name="T23" fmla="*/ 144 h 217"/>
              <a:gd name="T24" fmla="*/ 136 w 255"/>
              <a:gd name="T25" fmla="*/ 141 h 217"/>
              <a:gd name="T26" fmla="*/ 149 w 255"/>
              <a:gd name="T27" fmla="*/ 176 h 217"/>
              <a:gd name="T28" fmla="*/ 157 w 255"/>
              <a:gd name="T29" fmla="*/ 192 h 217"/>
              <a:gd name="T30" fmla="*/ 167 w 255"/>
              <a:gd name="T31" fmla="*/ 210 h 217"/>
              <a:gd name="T32" fmla="*/ 176 w 255"/>
              <a:gd name="T33" fmla="*/ 167 h 217"/>
              <a:gd name="T34" fmla="*/ 187 w 255"/>
              <a:gd name="T35" fmla="*/ 143 h 217"/>
              <a:gd name="T36" fmla="*/ 211 w 255"/>
              <a:gd name="T37" fmla="*/ 143 h 217"/>
              <a:gd name="T38" fmla="*/ 233 w 255"/>
              <a:gd name="T39" fmla="*/ 153 h 217"/>
              <a:gd name="T40" fmla="*/ 250 w 255"/>
              <a:gd name="T41" fmla="*/ 164 h 217"/>
              <a:gd name="T42" fmla="*/ 253 w 255"/>
              <a:gd name="T43" fmla="*/ 140 h 217"/>
              <a:gd name="T44" fmla="*/ 238 w 255"/>
              <a:gd name="T45" fmla="*/ 83 h 217"/>
              <a:gd name="T46" fmla="*/ 218 w 255"/>
              <a:gd name="T47" fmla="*/ 29 h 217"/>
              <a:gd name="T48" fmla="*/ 200 w 255"/>
              <a:gd name="T49" fmla="*/ 6 h 217"/>
              <a:gd name="T50" fmla="*/ 88 w 255"/>
              <a:gd name="T51" fmla="*/ 3 h 217"/>
              <a:gd name="T52" fmla="*/ 53 w 255"/>
              <a:gd name="T53" fmla="*/ 15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5" h="217">
                <a:moveTo>
                  <a:pt x="53" y="15"/>
                </a:moveTo>
                <a:cubicBezTo>
                  <a:pt x="42" y="27"/>
                  <a:pt x="27" y="57"/>
                  <a:pt x="19" y="75"/>
                </a:cubicBezTo>
                <a:cubicBezTo>
                  <a:pt x="11" y="93"/>
                  <a:pt x="4" y="112"/>
                  <a:pt x="2" y="122"/>
                </a:cubicBezTo>
                <a:cubicBezTo>
                  <a:pt x="0" y="132"/>
                  <a:pt x="2" y="138"/>
                  <a:pt x="7" y="138"/>
                </a:cubicBezTo>
                <a:cubicBezTo>
                  <a:pt x="12" y="138"/>
                  <a:pt x="27" y="129"/>
                  <a:pt x="35" y="122"/>
                </a:cubicBezTo>
                <a:cubicBezTo>
                  <a:pt x="43" y="115"/>
                  <a:pt x="48" y="104"/>
                  <a:pt x="52" y="98"/>
                </a:cubicBezTo>
                <a:cubicBezTo>
                  <a:pt x="56" y="92"/>
                  <a:pt x="54" y="82"/>
                  <a:pt x="58" y="87"/>
                </a:cubicBezTo>
                <a:cubicBezTo>
                  <a:pt x="62" y="92"/>
                  <a:pt x="73" y="111"/>
                  <a:pt x="76" y="128"/>
                </a:cubicBezTo>
                <a:cubicBezTo>
                  <a:pt x="79" y="145"/>
                  <a:pt x="76" y="174"/>
                  <a:pt x="79" y="188"/>
                </a:cubicBezTo>
                <a:cubicBezTo>
                  <a:pt x="82" y="202"/>
                  <a:pt x="87" y="217"/>
                  <a:pt x="92" y="215"/>
                </a:cubicBezTo>
                <a:cubicBezTo>
                  <a:pt x="97" y="213"/>
                  <a:pt x="105" y="185"/>
                  <a:pt x="110" y="173"/>
                </a:cubicBezTo>
                <a:cubicBezTo>
                  <a:pt x="115" y="161"/>
                  <a:pt x="117" y="149"/>
                  <a:pt x="121" y="144"/>
                </a:cubicBezTo>
                <a:cubicBezTo>
                  <a:pt x="125" y="139"/>
                  <a:pt x="131" y="136"/>
                  <a:pt x="136" y="141"/>
                </a:cubicBezTo>
                <a:cubicBezTo>
                  <a:pt x="141" y="146"/>
                  <a:pt x="146" y="168"/>
                  <a:pt x="149" y="176"/>
                </a:cubicBezTo>
                <a:cubicBezTo>
                  <a:pt x="152" y="184"/>
                  <a:pt x="154" y="186"/>
                  <a:pt x="157" y="192"/>
                </a:cubicBezTo>
                <a:cubicBezTo>
                  <a:pt x="160" y="198"/>
                  <a:pt x="164" y="214"/>
                  <a:pt x="167" y="210"/>
                </a:cubicBezTo>
                <a:cubicBezTo>
                  <a:pt x="170" y="206"/>
                  <a:pt x="173" y="178"/>
                  <a:pt x="176" y="167"/>
                </a:cubicBezTo>
                <a:cubicBezTo>
                  <a:pt x="179" y="156"/>
                  <a:pt x="181" y="147"/>
                  <a:pt x="187" y="143"/>
                </a:cubicBezTo>
                <a:cubicBezTo>
                  <a:pt x="193" y="139"/>
                  <a:pt x="203" y="141"/>
                  <a:pt x="211" y="143"/>
                </a:cubicBezTo>
                <a:cubicBezTo>
                  <a:pt x="219" y="145"/>
                  <a:pt x="227" y="150"/>
                  <a:pt x="233" y="153"/>
                </a:cubicBezTo>
                <a:cubicBezTo>
                  <a:pt x="239" y="156"/>
                  <a:pt x="247" y="166"/>
                  <a:pt x="250" y="164"/>
                </a:cubicBezTo>
                <a:cubicBezTo>
                  <a:pt x="253" y="162"/>
                  <a:pt x="255" y="153"/>
                  <a:pt x="253" y="140"/>
                </a:cubicBezTo>
                <a:cubicBezTo>
                  <a:pt x="251" y="127"/>
                  <a:pt x="244" y="101"/>
                  <a:pt x="238" y="83"/>
                </a:cubicBezTo>
                <a:cubicBezTo>
                  <a:pt x="232" y="65"/>
                  <a:pt x="224" y="42"/>
                  <a:pt x="218" y="29"/>
                </a:cubicBezTo>
                <a:cubicBezTo>
                  <a:pt x="212" y="16"/>
                  <a:pt x="222" y="10"/>
                  <a:pt x="200" y="6"/>
                </a:cubicBezTo>
                <a:cubicBezTo>
                  <a:pt x="178" y="2"/>
                  <a:pt x="113" y="0"/>
                  <a:pt x="88" y="3"/>
                </a:cubicBezTo>
                <a:cubicBezTo>
                  <a:pt x="63" y="6"/>
                  <a:pt x="64" y="3"/>
                  <a:pt x="53" y="15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0" name="Freeform 8">
            <a:extLst>
              <a:ext uri="{FF2B5EF4-FFF2-40B4-BE49-F238E27FC236}">
                <a16:creationId xmlns:a16="http://schemas.microsoft.com/office/drawing/2014/main" id="{468F58A9-6EFB-1C8F-B15D-6721AD38DBDB}"/>
              </a:ext>
            </a:extLst>
          </p:cNvPr>
          <p:cNvSpPr>
            <a:spLocks/>
          </p:cNvSpPr>
          <p:nvPr/>
        </p:nvSpPr>
        <p:spPr bwMode="auto">
          <a:xfrm>
            <a:off x="2286000" y="2279651"/>
            <a:ext cx="514350" cy="3609975"/>
          </a:xfrm>
          <a:custGeom>
            <a:avLst/>
            <a:gdLst>
              <a:gd name="T0" fmla="*/ 0 w 324"/>
              <a:gd name="T1" fmla="*/ 2274 h 2274"/>
              <a:gd name="T2" fmla="*/ 0 w 324"/>
              <a:gd name="T3" fmla="*/ 486 h 2274"/>
              <a:gd name="T4" fmla="*/ 168 w 324"/>
              <a:gd name="T5" fmla="*/ 0 h 2274"/>
              <a:gd name="T6" fmla="*/ 324 w 324"/>
              <a:gd name="T7" fmla="*/ 486 h 2274"/>
              <a:gd name="T8" fmla="*/ 324 w 324"/>
              <a:gd name="T9" fmla="*/ 2274 h 2274"/>
              <a:gd name="T10" fmla="*/ 168 w 324"/>
              <a:gd name="T11" fmla="*/ 2112 h 2274"/>
              <a:gd name="T12" fmla="*/ 0 w 324"/>
              <a:gd name="T13" fmla="*/ 2274 h 2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2274">
                <a:moveTo>
                  <a:pt x="0" y="2274"/>
                </a:moveTo>
                <a:lnTo>
                  <a:pt x="0" y="486"/>
                </a:lnTo>
                <a:lnTo>
                  <a:pt x="168" y="0"/>
                </a:lnTo>
                <a:lnTo>
                  <a:pt x="324" y="486"/>
                </a:lnTo>
                <a:lnTo>
                  <a:pt x="324" y="2274"/>
                </a:lnTo>
                <a:lnTo>
                  <a:pt x="168" y="2112"/>
                </a:lnTo>
                <a:lnTo>
                  <a:pt x="0" y="2274"/>
                </a:lnTo>
                <a:close/>
              </a:path>
            </a:pathLst>
          </a:custGeom>
          <a:pattFill prst="lgCheck">
            <a:fgClr>
              <a:srgbClr val="FF0000"/>
            </a:fgClr>
            <a:bgClr>
              <a:schemeClr val="bg1"/>
            </a:bgClr>
          </a:patt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1" name="Freeform 9">
            <a:extLst>
              <a:ext uri="{FF2B5EF4-FFF2-40B4-BE49-F238E27FC236}">
                <a16:creationId xmlns:a16="http://schemas.microsoft.com/office/drawing/2014/main" id="{73A13535-D149-F00C-3CDC-396F277EE5FC}"/>
              </a:ext>
            </a:extLst>
          </p:cNvPr>
          <p:cNvSpPr>
            <a:spLocks/>
          </p:cNvSpPr>
          <p:nvPr/>
        </p:nvSpPr>
        <p:spPr bwMode="auto">
          <a:xfrm>
            <a:off x="5867400" y="2266951"/>
            <a:ext cx="514350" cy="3609975"/>
          </a:xfrm>
          <a:custGeom>
            <a:avLst/>
            <a:gdLst>
              <a:gd name="T0" fmla="*/ 0 w 324"/>
              <a:gd name="T1" fmla="*/ 2274 h 2274"/>
              <a:gd name="T2" fmla="*/ 0 w 324"/>
              <a:gd name="T3" fmla="*/ 486 h 2274"/>
              <a:gd name="T4" fmla="*/ 168 w 324"/>
              <a:gd name="T5" fmla="*/ 0 h 2274"/>
              <a:gd name="T6" fmla="*/ 324 w 324"/>
              <a:gd name="T7" fmla="*/ 486 h 2274"/>
              <a:gd name="T8" fmla="*/ 324 w 324"/>
              <a:gd name="T9" fmla="*/ 2274 h 2274"/>
              <a:gd name="T10" fmla="*/ 168 w 324"/>
              <a:gd name="T11" fmla="*/ 2112 h 2274"/>
              <a:gd name="T12" fmla="*/ 0 w 324"/>
              <a:gd name="T13" fmla="*/ 2274 h 2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2274">
                <a:moveTo>
                  <a:pt x="0" y="2274"/>
                </a:moveTo>
                <a:lnTo>
                  <a:pt x="0" y="486"/>
                </a:lnTo>
                <a:lnTo>
                  <a:pt x="168" y="0"/>
                </a:lnTo>
                <a:lnTo>
                  <a:pt x="324" y="486"/>
                </a:lnTo>
                <a:lnTo>
                  <a:pt x="324" y="2274"/>
                </a:lnTo>
                <a:lnTo>
                  <a:pt x="168" y="2112"/>
                </a:lnTo>
                <a:lnTo>
                  <a:pt x="0" y="2274"/>
                </a:lnTo>
                <a:close/>
              </a:path>
            </a:pathLst>
          </a:custGeom>
          <a:pattFill prst="lgCheck">
            <a:fgClr>
              <a:srgbClr val="FF0000"/>
            </a:fgClr>
            <a:bgClr>
              <a:schemeClr val="bg1"/>
            </a:bgClr>
          </a:patt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2" name="Freeform 10">
            <a:extLst>
              <a:ext uri="{FF2B5EF4-FFF2-40B4-BE49-F238E27FC236}">
                <a16:creationId xmlns:a16="http://schemas.microsoft.com/office/drawing/2014/main" id="{8F97EACF-F76B-1EA6-88C0-575571E2E18A}"/>
              </a:ext>
            </a:extLst>
          </p:cNvPr>
          <p:cNvSpPr>
            <a:spLocks/>
          </p:cNvSpPr>
          <p:nvPr/>
        </p:nvSpPr>
        <p:spPr bwMode="auto">
          <a:xfrm>
            <a:off x="1771650" y="1238251"/>
            <a:ext cx="5124450" cy="5153025"/>
          </a:xfrm>
          <a:custGeom>
            <a:avLst/>
            <a:gdLst>
              <a:gd name="T0" fmla="*/ 1614 w 3228"/>
              <a:gd name="T1" fmla="*/ 0 h 3246"/>
              <a:gd name="T2" fmla="*/ 1944 w 3228"/>
              <a:gd name="T3" fmla="*/ 810 h 3246"/>
              <a:gd name="T4" fmla="*/ 1944 w 3228"/>
              <a:gd name="T5" fmla="*/ 1626 h 3246"/>
              <a:gd name="T6" fmla="*/ 2262 w 3228"/>
              <a:gd name="T7" fmla="*/ 1950 h 3246"/>
              <a:gd name="T8" fmla="*/ 3072 w 3228"/>
              <a:gd name="T9" fmla="*/ 1950 h 3246"/>
              <a:gd name="T10" fmla="*/ 3228 w 3228"/>
              <a:gd name="T11" fmla="*/ 2274 h 3246"/>
              <a:gd name="T12" fmla="*/ 2910 w 3228"/>
              <a:gd name="T13" fmla="*/ 2598 h 3246"/>
              <a:gd name="T14" fmla="*/ 2268 w 3228"/>
              <a:gd name="T15" fmla="*/ 2430 h 3246"/>
              <a:gd name="T16" fmla="*/ 1776 w 3228"/>
              <a:gd name="T17" fmla="*/ 1950 h 3246"/>
              <a:gd name="T18" fmla="*/ 1938 w 3228"/>
              <a:gd name="T19" fmla="*/ 2436 h 3246"/>
              <a:gd name="T20" fmla="*/ 2106 w 3228"/>
              <a:gd name="T21" fmla="*/ 3246 h 3246"/>
              <a:gd name="T22" fmla="*/ 1776 w 3228"/>
              <a:gd name="T23" fmla="*/ 2760 h 3246"/>
              <a:gd name="T24" fmla="*/ 1776 w 3228"/>
              <a:gd name="T25" fmla="*/ 3246 h 3246"/>
              <a:gd name="T26" fmla="*/ 1614 w 3228"/>
              <a:gd name="T27" fmla="*/ 3084 h 3246"/>
              <a:gd name="T28" fmla="*/ 1452 w 3228"/>
              <a:gd name="T29" fmla="*/ 3246 h 3246"/>
              <a:gd name="T30" fmla="*/ 1458 w 3228"/>
              <a:gd name="T31" fmla="*/ 2760 h 3246"/>
              <a:gd name="T32" fmla="*/ 1128 w 3228"/>
              <a:gd name="T33" fmla="*/ 3246 h 3246"/>
              <a:gd name="T34" fmla="*/ 1296 w 3228"/>
              <a:gd name="T35" fmla="*/ 2436 h 3246"/>
              <a:gd name="T36" fmla="*/ 1458 w 3228"/>
              <a:gd name="T37" fmla="*/ 1950 h 3246"/>
              <a:gd name="T38" fmla="*/ 972 w 3228"/>
              <a:gd name="T39" fmla="*/ 2436 h 3246"/>
              <a:gd name="T40" fmla="*/ 324 w 3228"/>
              <a:gd name="T41" fmla="*/ 2598 h 3246"/>
              <a:gd name="T42" fmla="*/ 0 w 3228"/>
              <a:gd name="T43" fmla="*/ 2274 h 3246"/>
              <a:gd name="T44" fmla="*/ 168 w 3228"/>
              <a:gd name="T45" fmla="*/ 1950 h 3246"/>
              <a:gd name="T46" fmla="*/ 972 w 3228"/>
              <a:gd name="T47" fmla="*/ 1950 h 3246"/>
              <a:gd name="T48" fmla="*/ 1290 w 3228"/>
              <a:gd name="T49" fmla="*/ 1620 h 3246"/>
              <a:gd name="T50" fmla="*/ 1290 w 3228"/>
              <a:gd name="T51" fmla="*/ 810 h 3246"/>
              <a:gd name="T52" fmla="*/ 1614 w 3228"/>
              <a:gd name="T53" fmla="*/ 0 h 3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28" h="3246">
                <a:moveTo>
                  <a:pt x="1614" y="0"/>
                </a:moveTo>
                <a:lnTo>
                  <a:pt x="1944" y="810"/>
                </a:lnTo>
                <a:lnTo>
                  <a:pt x="1944" y="1626"/>
                </a:lnTo>
                <a:lnTo>
                  <a:pt x="2262" y="1950"/>
                </a:lnTo>
                <a:lnTo>
                  <a:pt x="3072" y="1950"/>
                </a:lnTo>
                <a:lnTo>
                  <a:pt x="3228" y="2274"/>
                </a:lnTo>
                <a:lnTo>
                  <a:pt x="2910" y="2598"/>
                </a:lnTo>
                <a:lnTo>
                  <a:pt x="2268" y="2430"/>
                </a:lnTo>
                <a:lnTo>
                  <a:pt x="1776" y="1950"/>
                </a:lnTo>
                <a:lnTo>
                  <a:pt x="1938" y="2436"/>
                </a:lnTo>
                <a:lnTo>
                  <a:pt x="2106" y="3246"/>
                </a:lnTo>
                <a:lnTo>
                  <a:pt x="1776" y="2760"/>
                </a:lnTo>
                <a:lnTo>
                  <a:pt x="1776" y="3246"/>
                </a:lnTo>
                <a:lnTo>
                  <a:pt x="1614" y="3084"/>
                </a:lnTo>
                <a:lnTo>
                  <a:pt x="1452" y="3246"/>
                </a:lnTo>
                <a:lnTo>
                  <a:pt x="1458" y="2760"/>
                </a:lnTo>
                <a:lnTo>
                  <a:pt x="1128" y="3246"/>
                </a:lnTo>
                <a:lnTo>
                  <a:pt x="1296" y="2436"/>
                </a:lnTo>
                <a:lnTo>
                  <a:pt x="1458" y="1950"/>
                </a:lnTo>
                <a:lnTo>
                  <a:pt x="972" y="2436"/>
                </a:lnTo>
                <a:lnTo>
                  <a:pt x="324" y="2598"/>
                </a:lnTo>
                <a:lnTo>
                  <a:pt x="0" y="2274"/>
                </a:lnTo>
                <a:lnTo>
                  <a:pt x="168" y="1950"/>
                </a:lnTo>
                <a:lnTo>
                  <a:pt x="972" y="1950"/>
                </a:lnTo>
                <a:lnTo>
                  <a:pt x="1290" y="1620"/>
                </a:lnTo>
                <a:lnTo>
                  <a:pt x="1290" y="810"/>
                </a:lnTo>
                <a:lnTo>
                  <a:pt x="1614" y="0"/>
                </a:lnTo>
                <a:close/>
              </a:path>
            </a:pathLst>
          </a:custGeom>
          <a:pattFill prst="wdUpDiag">
            <a:fgClr>
              <a:srgbClr val="FFFF00"/>
            </a:fgClr>
            <a:bgClr>
              <a:srgbClr val="003300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364DA0FF-CB2D-4F71-C004-273B96DB1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3600" b="1"/>
              <a:t>Coordinates</a:t>
            </a:r>
            <a:endParaRPr lang="en-US" altLang="en-US" sz="3600"/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8E2D9D76-13FC-56AA-E07A-7BCB743B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90689"/>
            <a:ext cx="3327400" cy="4833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r>
              <a:rPr lang="en-US" altLang="en-US" sz="1600" b="1"/>
              <a:t>Part 1: </a:t>
            </a:r>
            <a:r>
              <a:rPr lang="en-US" altLang="en-US" sz="1600"/>
              <a:t>(0,10) (2,5) (2,0) (4, -2) (9,-2) (10,-4) (8,-6) (4,-5) </a:t>
            </a:r>
          </a:p>
          <a:p>
            <a:r>
              <a:rPr lang="en-US" altLang="en-US" sz="1600"/>
              <a:t>(1,-2) (2,-5) (3,-10) (1,-7) </a:t>
            </a:r>
          </a:p>
          <a:p>
            <a:r>
              <a:rPr lang="en-US" altLang="en-US" sz="1600"/>
              <a:t>(1,-10) (0,-9) (-1,-10) (-1,-7) </a:t>
            </a:r>
          </a:p>
          <a:p>
            <a:r>
              <a:rPr lang="en-US" altLang="en-US" sz="1600"/>
              <a:t>(-3,-10) (-2,-5) (-1,-2) </a:t>
            </a:r>
          </a:p>
          <a:p>
            <a:r>
              <a:rPr lang="en-US" altLang="en-US" sz="1600"/>
              <a:t>(-4,-5) (-8,-6) (-10,-4) </a:t>
            </a:r>
          </a:p>
          <a:p>
            <a:r>
              <a:rPr lang="en-US" altLang="en-US" sz="1600"/>
              <a:t>(-9,-2) (-4,-2) (-2,0) (-2,5) (0,10)</a:t>
            </a:r>
          </a:p>
          <a:p>
            <a:endParaRPr lang="en-US" altLang="en-US" sz="1600" b="1"/>
          </a:p>
          <a:p>
            <a:r>
              <a:rPr lang="en-US" altLang="en-US" sz="1600" b="1"/>
              <a:t>Part 2</a:t>
            </a:r>
            <a:r>
              <a:rPr lang="en-US" altLang="en-US" sz="1600"/>
              <a:t>:</a:t>
            </a:r>
          </a:p>
          <a:p>
            <a:r>
              <a:rPr lang="en-US" altLang="en-US" sz="1600"/>
              <a:t>(6,-2) (6,3) (7,6) (8,3) (8,-2)</a:t>
            </a:r>
          </a:p>
          <a:p>
            <a:endParaRPr lang="en-GB" altLang="en-US" sz="1600"/>
          </a:p>
          <a:p>
            <a:r>
              <a:rPr lang="en-US" altLang="en-US" sz="1600" b="1"/>
              <a:t>Part 3</a:t>
            </a:r>
            <a:r>
              <a:rPr lang="en-US" altLang="en-US" sz="1600"/>
              <a:t>:</a:t>
            </a:r>
          </a:p>
          <a:p>
            <a:r>
              <a:rPr lang="en-US" altLang="en-US" sz="1600"/>
              <a:t>(-6,-2) (-6,3) (-7,6) (-8,3) (-8,-2)</a:t>
            </a:r>
          </a:p>
          <a:p>
            <a:endParaRPr lang="en-US" altLang="en-US" sz="1600"/>
          </a:p>
          <a:p>
            <a:r>
              <a:rPr lang="en-US" altLang="en-US" sz="1600" b="1"/>
              <a:t>Part 4:</a:t>
            </a:r>
          </a:p>
          <a:p>
            <a:pPr algn="ctr"/>
            <a:r>
              <a:rPr lang="en-US" altLang="en-US" sz="1600"/>
              <a:t>(-8,-6) (-8,-8) (-7,-7) (-6,-8) (-6,-5½) </a:t>
            </a:r>
          </a:p>
          <a:p>
            <a:endParaRPr lang="en-US" altLang="en-US" sz="1600"/>
          </a:p>
          <a:p>
            <a:r>
              <a:rPr lang="en-US" altLang="en-US" sz="1600" b="1"/>
              <a:t>Part 5:</a:t>
            </a:r>
          </a:p>
          <a:p>
            <a:r>
              <a:rPr lang="en-US" altLang="en-US" sz="1600"/>
              <a:t>(8,-6) (8,-8) (7,-7) (6,-8) (6,-5½)</a:t>
            </a: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E36C6AFC-DF67-E7B3-8BFB-34B2825E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989013"/>
            <a:ext cx="3359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/>
              <a:t>Connect the coordinates in order to draw a mystery object</a:t>
            </a:r>
            <a:endParaRPr lang="en-US" altLang="en-US"/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85BC2DF5-3BBB-D4C2-7401-D201BAF8D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3876" y="1241426"/>
            <a:ext cx="512763" cy="128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7" name="Line 15">
            <a:extLst>
              <a:ext uri="{FF2B5EF4-FFF2-40B4-BE49-F238E27FC236}">
                <a16:creationId xmlns:a16="http://schemas.microsoft.com/office/drawing/2014/main" id="{B1C52490-9683-B6FD-FC56-C026DAE9F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1400" y="2530476"/>
            <a:ext cx="0" cy="1281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8" name="Line 16">
            <a:extLst>
              <a:ext uri="{FF2B5EF4-FFF2-40B4-BE49-F238E27FC236}">
                <a16:creationId xmlns:a16="http://schemas.microsoft.com/office/drawing/2014/main" id="{09435E6C-950C-37CE-1A1F-A4447B945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5050" y="3822700"/>
            <a:ext cx="527050" cy="515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9" name="Line 17">
            <a:extLst>
              <a:ext uri="{FF2B5EF4-FFF2-40B4-BE49-F238E27FC236}">
                <a16:creationId xmlns:a16="http://schemas.microsoft.com/office/drawing/2014/main" id="{4ECC0658-2A4F-C5BB-7512-F2B6CEE41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0" y="4341813"/>
            <a:ext cx="12779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0" name="Line 18">
            <a:extLst>
              <a:ext uri="{FF2B5EF4-FFF2-40B4-BE49-F238E27FC236}">
                <a16:creationId xmlns:a16="http://schemas.microsoft.com/office/drawing/2014/main" id="{CC6DF470-14C0-8F2F-E820-AFEE25B3B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4" y="4341814"/>
            <a:ext cx="25717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3A755E7B-7EC3-C380-1BE8-CA815D81E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6514" y="4854575"/>
            <a:ext cx="515937" cy="509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8190DB54-9951-1910-0A23-998C15359B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68925" y="5111750"/>
            <a:ext cx="1011238" cy="255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07A36D70-8238-5EEB-34FC-75F0F7A2B2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7401" y="4335463"/>
            <a:ext cx="773113" cy="774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4" name="Line 22">
            <a:extLst>
              <a:ext uri="{FF2B5EF4-FFF2-40B4-BE49-F238E27FC236}">
                <a16:creationId xmlns:a16="http://schemas.microsoft.com/office/drawing/2014/main" id="{1F5177DA-356B-B95E-67C7-584386971D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1050" y="4340225"/>
            <a:ext cx="260350" cy="774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5" name="Line 23">
            <a:extLst>
              <a:ext uri="{FF2B5EF4-FFF2-40B4-BE49-F238E27FC236}">
                <a16:creationId xmlns:a16="http://schemas.microsoft.com/office/drawing/2014/main" id="{DB1E8ADA-4C5B-F401-EA80-9633EB1793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1401" y="5111750"/>
            <a:ext cx="258763" cy="1284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6" name="Line 24">
            <a:extLst>
              <a:ext uri="{FF2B5EF4-FFF2-40B4-BE49-F238E27FC236}">
                <a16:creationId xmlns:a16="http://schemas.microsoft.com/office/drawing/2014/main" id="{7B215AE1-C473-2ABD-3708-5BFA7E03F7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5814" y="5627689"/>
            <a:ext cx="509587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7" name="Line 25">
            <a:extLst>
              <a:ext uri="{FF2B5EF4-FFF2-40B4-BE49-F238E27FC236}">
                <a16:creationId xmlns:a16="http://schemas.microsoft.com/office/drawing/2014/main" id="{51D48F3D-0725-0194-C7BE-AD0FF0CCCC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4225" y="5627688"/>
            <a:ext cx="0" cy="773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8" name="Line 26">
            <a:extLst>
              <a:ext uri="{FF2B5EF4-FFF2-40B4-BE49-F238E27FC236}">
                <a16:creationId xmlns:a16="http://schemas.microsoft.com/office/drawing/2014/main" id="{EC40A974-3A8E-1024-1288-E511392DAD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29114" y="6140450"/>
            <a:ext cx="261937" cy="260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59" name="Line 27">
            <a:extLst>
              <a:ext uri="{FF2B5EF4-FFF2-40B4-BE49-F238E27FC236}">
                <a16:creationId xmlns:a16="http://schemas.microsoft.com/office/drawing/2014/main" id="{1F03F2EB-2340-B36E-CD4A-0F6EE2669F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0351" y="6135688"/>
            <a:ext cx="263525" cy="258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0" name="Line 28">
            <a:extLst>
              <a:ext uri="{FF2B5EF4-FFF2-40B4-BE49-F238E27FC236}">
                <a16:creationId xmlns:a16="http://schemas.microsoft.com/office/drawing/2014/main" id="{B5E8373F-51E3-763C-9F01-C505F9EB24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875" y="5621339"/>
            <a:ext cx="0" cy="782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1" name="Line 29">
            <a:extLst>
              <a:ext uri="{FF2B5EF4-FFF2-40B4-BE49-F238E27FC236}">
                <a16:creationId xmlns:a16="http://schemas.microsoft.com/office/drawing/2014/main" id="{F131EC4A-DC5E-9F13-AC2C-EF96F4C476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764" y="5626101"/>
            <a:ext cx="523875" cy="766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2" name="Line 30">
            <a:extLst>
              <a:ext uri="{FF2B5EF4-FFF2-40B4-BE49-F238E27FC236}">
                <a16:creationId xmlns:a16="http://schemas.microsoft.com/office/drawing/2014/main" id="{5B6FC62E-80FA-CF63-6F85-7BA080426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7589" y="5113338"/>
            <a:ext cx="261937" cy="127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3" name="Line 31">
            <a:extLst>
              <a:ext uri="{FF2B5EF4-FFF2-40B4-BE49-F238E27FC236}">
                <a16:creationId xmlns:a16="http://schemas.microsoft.com/office/drawing/2014/main" id="{8B128849-2695-A894-7B1A-C7CBB6BD7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1113" y="4343400"/>
            <a:ext cx="258762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4" name="Line 32">
            <a:extLst>
              <a:ext uri="{FF2B5EF4-FFF2-40B4-BE49-F238E27FC236}">
                <a16:creationId xmlns:a16="http://schemas.microsoft.com/office/drawing/2014/main" id="{CDA0245F-EAA4-23EE-237E-59504E34B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9939" y="4335464"/>
            <a:ext cx="769937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5" name="Line 33">
            <a:extLst>
              <a:ext uri="{FF2B5EF4-FFF2-40B4-BE49-F238E27FC236}">
                <a16:creationId xmlns:a16="http://schemas.microsoft.com/office/drawing/2014/main" id="{3CCE9D2C-FE0C-8EEB-F3D2-F370FB26AE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7589" y="5111750"/>
            <a:ext cx="1019175" cy="255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6" name="Line 34">
            <a:extLst>
              <a:ext uri="{FF2B5EF4-FFF2-40B4-BE49-F238E27FC236}">
                <a16:creationId xmlns:a16="http://schemas.microsoft.com/office/drawing/2014/main" id="{93FF9D4B-DCB5-A9AB-A35C-FFB73C9276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71651" y="4851401"/>
            <a:ext cx="519113" cy="519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7" name="Line 35">
            <a:extLst>
              <a:ext uri="{FF2B5EF4-FFF2-40B4-BE49-F238E27FC236}">
                <a16:creationId xmlns:a16="http://schemas.microsoft.com/office/drawing/2014/main" id="{BF23D005-1DA4-08D8-119F-2082C808F2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3238" y="4338639"/>
            <a:ext cx="258762" cy="515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8" name="Line 36">
            <a:extLst>
              <a:ext uri="{FF2B5EF4-FFF2-40B4-BE49-F238E27FC236}">
                <a16:creationId xmlns:a16="http://schemas.microsoft.com/office/drawing/2014/main" id="{C90D15A5-2F67-5A46-880F-475F81607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0" y="4341814"/>
            <a:ext cx="1277938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69" name="Line 37">
            <a:extLst>
              <a:ext uri="{FF2B5EF4-FFF2-40B4-BE49-F238E27FC236}">
                <a16:creationId xmlns:a16="http://schemas.microsoft.com/office/drawing/2014/main" id="{A886BD77-90E7-22B4-1B5D-34A116A855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8351" y="3824288"/>
            <a:ext cx="511175" cy="512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0" name="Line 38">
            <a:extLst>
              <a:ext uri="{FF2B5EF4-FFF2-40B4-BE49-F238E27FC236}">
                <a16:creationId xmlns:a16="http://schemas.microsoft.com/office/drawing/2014/main" id="{53C37773-1C34-9D66-ED8F-6E1964AE6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700" y="2528888"/>
            <a:ext cx="0" cy="128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1" name="Line 39">
            <a:extLst>
              <a:ext uri="{FF2B5EF4-FFF2-40B4-BE49-F238E27FC236}">
                <a16:creationId xmlns:a16="http://schemas.microsoft.com/office/drawing/2014/main" id="{571643EC-0F26-BC6E-CAB5-BD919EF9F0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1113" y="1239838"/>
            <a:ext cx="512762" cy="128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2" name="Line 40">
            <a:extLst>
              <a:ext uri="{FF2B5EF4-FFF2-40B4-BE49-F238E27FC236}">
                <a16:creationId xmlns:a16="http://schemas.microsoft.com/office/drawing/2014/main" id="{247CC48C-153F-D577-6AF3-7E61E8570A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0575" y="3043239"/>
            <a:ext cx="0" cy="1290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3" name="Line 41">
            <a:extLst>
              <a:ext uri="{FF2B5EF4-FFF2-40B4-BE49-F238E27FC236}">
                <a16:creationId xmlns:a16="http://schemas.microsoft.com/office/drawing/2014/main" id="{AB8098C4-55B2-3C86-9C3B-7FDBBF6F70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0575" y="2276475"/>
            <a:ext cx="260350" cy="763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4" name="Line 42">
            <a:extLst>
              <a:ext uri="{FF2B5EF4-FFF2-40B4-BE49-F238E27FC236}">
                <a16:creationId xmlns:a16="http://schemas.microsoft.com/office/drawing/2014/main" id="{27C5F493-BACD-3D64-9978-39E421B9A7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2514" y="2271714"/>
            <a:ext cx="250825" cy="765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5" name="Line 43">
            <a:extLst>
              <a:ext uri="{FF2B5EF4-FFF2-40B4-BE49-F238E27FC236}">
                <a16:creationId xmlns:a16="http://schemas.microsoft.com/office/drawing/2014/main" id="{7F53C19D-BE3B-0C4C-14EA-C3AE8BD81E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4925" y="3035300"/>
            <a:ext cx="0" cy="1301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6" name="Line 44">
            <a:extLst>
              <a:ext uri="{FF2B5EF4-FFF2-40B4-BE49-F238E27FC236}">
                <a16:creationId xmlns:a16="http://schemas.microsoft.com/office/drawing/2014/main" id="{F6FE656C-F9E7-445C-C752-3892503359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7588" y="3052764"/>
            <a:ext cx="0" cy="1284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7" name="Line 45">
            <a:extLst>
              <a:ext uri="{FF2B5EF4-FFF2-40B4-BE49-F238E27FC236}">
                <a16:creationId xmlns:a16="http://schemas.microsoft.com/office/drawing/2014/main" id="{6D5A254D-77D6-3DA7-D926-A9510C40A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7588" y="2271714"/>
            <a:ext cx="247650" cy="769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8" name="Line 46">
            <a:extLst>
              <a:ext uri="{FF2B5EF4-FFF2-40B4-BE49-F238E27FC236}">
                <a16:creationId xmlns:a16="http://schemas.microsoft.com/office/drawing/2014/main" id="{1577A902-24CF-7506-2095-78A496DB8D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35238" y="2271714"/>
            <a:ext cx="260350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79" name="Line 47">
            <a:extLst>
              <a:ext uri="{FF2B5EF4-FFF2-40B4-BE49-F238E27FC236}">
                <a16:creationId xmlns:a16="http://schemas.microsoft.com/office/drawing/2014/main" id="{9AB5DE5E-AAD7-0AA7-09EE-FA496887F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5588" y="3043239"/>
            <a:ext cx="0" cy="1298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0" name="Line 48">
            <a:extLst>
              <a:ext uri="{FF2B5EF4-FFF2-40B4-BE49-F238E27FC236}">
                <a16:creationId xmlns:a16="http://schemas.microsoft.com/office/drawing/2014/main" id="{B5185EBD-08F8-304D-B68A-FA12C9A74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2350" y="5365750"/>
            <a:ext cx="0" cy="515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1" name="Line 49">
            <a:extLst>
              <a:ext uri="{FF2B5EF4-FFF2-40B4-BE49-F238E27FC236}">
                <a16:creationId xmlns:a16="http://schemas.microsoft.com/office/drawing/2014/main" id="{506219D9-E82B-992F-8860-B0B7AE297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2350" y="5626101"/>
            <a:ext cx="242888" cy="258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2" name="Line 50">
            <a:extLst>
              <a:ext uri="{FF2B5EF4-FFF2-40B4-BE49-F238E27FC236}">
                <a16:creationId xmlns:a16="http://schemas.microsoft.com/office/drawing/2014/main" id="{A77B09AB-5B91-2E49-2DF5-BA3D34DAAD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40000" y="5627689"/>
            <a:ext cx="254000" cy="257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3" name="Line 51">
            <a:extLst>
              <a:ext uri="{FF2B5EF4-FFF2-40B4-BE49-F238E27FC236}">
                <a16:creationId xmlns:a16="http://schemas.microsoft.com/office/drawing/2014/main" id="{2731A80C-BD31-12A1-E15F-00DDFAFF19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7175" y="5235576"/>
            <a:ext cx="0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4" name="Line 52">
            <a:extLst>
              <a:ext uri="{FF2B5EF4-FFF2-40B4-BE49-F238E27FC236}">
                <a16:creationId xmlns:a16="http://schemas.microsoft.com/office/drawing/2014/main" id="{34D42274-5F57-068D-C3C8-6B30BA6278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73750" y="5235576"/>
            <a:ext cx="0" cy="652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5" name="Line 53">
            <a:extLst>
              <a:ext uri="{FF2B5EF4-FFF2-40B4-BE49-F238E27FC236}">
                <a16:creationId xmlns:a16="http://schemas.microsoft.com/office/drawing/2014/main" id="{737F8642-CA5B-E8FD-9D92-AEE93B554E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8988" y="5621338"/>
            <a:ext cx="258762" cy="260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6" name="Line 54">
            <a:extLst>
              <a:ext uri="{FF2B5EF4-FFF2-40B4-BE49-F238E27FC236}">
                <a16:creationId xmlns:a16="http://schemas.microsoft.com/office/drawing/2014/main" id="{DA79FFBF-C503-1EFC-7E25-54A8433934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4575" y="5619750"/>
            <a:ext cx="260350" cy="268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87" name="Line 55">
            <a:extLst>
              <a:ext uri="{FF2B5EF4-FFF2-40B4-BE49-F238E27FC236}">
                <a16:creationId xmlns:a16="http://schemas.microsoft.com/office/drawing/2014/main" id="{52965477-CEE0-00C0-3FB5-92B00E6A03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338" y="5364163"/>
            <a:ext cx="0" cy="519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1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2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1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2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2" dur="2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4" dur="2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6" dur="2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8" dur="2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40" dur="2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42" dur="2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1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1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1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1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1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1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1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1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1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1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1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1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1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1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1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1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 animBg="1"/>
      <p:bldP spid="18444" grpId="0" animBg="1"/>
      <p:bldP spid="184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12CA5E00-EEAA-70E4-E08D-3D6A3CEC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858838"/>
            <a:ext cx="9739313" cy="584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5" name="Rectangle 3">
            <a:extLst>
              <a:ext uri="{FF2B5EF4-FFF2-40B4-BE49-F238E27FC236}">
                <a16:creationId xmlns:a16="http://schemas.microsoft.com/office/drawing/2014/main" id="{58024233-DE64-D8CE-B088-00753653F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</a:rPr>
              <a:t>Coordinates</a:t>
            </a:r>
            <a:endParaRPr lang="en-US" altLang="en-US" sz="3600">
              <a:solidFill>
                <a:srgbClr val="000000"/>
              </a:solidFill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F2E7E995-EF6A-4B5D-0C53-6ABF237D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855788"/>
            <a:ext cx="3257550" cy="4583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Body: 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(5,7) (5,6) (6,4) (2, -4) (0,-5) (-1,-6) (-2,-9) (-1,-11)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(0,-12) (0,-13) (-3,-12) (-3,-11)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(-4,-9) (-4,-6) (-6,-9) (-8,-11)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(-8,-12) (-1,-14) (-7,-14)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(-10,-13) (-10,-11) (-8,-9)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(-6,-3) (-5,1) (-3,3) (2,6) (2,10) (3,11) (5,12) (9,10) (9,9) (6,9) (9,8) (8,7) (5,7)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Arm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(3,3) (5,1) (7,1) (7,0) (4,0) (2,2)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Front Leg: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(2,-4) (3,-11) (4,-12) (4,-13)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(1,-12) (1,-11) (0,-5)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B22F7B7B-1D32-A482-7302-ACB667D62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87414"/>
            <a:ext cx="2736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Connect the coordinates in order to draw a mystery creature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>
            <a:extLst>
              <a:ext uri="{FF2B5EF4-FFF2-40B4-BE49-F238E27FC236}">
                <a16:creationId xmlns:a16="http://schemas.microsoft.com/office/drawing/2014/main" id="{8CF9F3DD-0D28-9824-D20B-BF4247403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31875"/>
            <a:ext cx="922020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3" name="Rectangle 3">
            <a:extLst>
              <a:ext uri="{FF2B5EF4-FFF2-40B4-BE49-F238E27FC236}">
                <a16:creationId xmlns:a16="http://schemas.microsoft.com/office/drawing/2014/main" id="{F8FA69DC-F8C5-1651-3908-0305168B1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</a:rPr>
              <a:t>Coordinates</a:t>
            </a:r>
            <a:endParaRPr lang="en-US" altLang="en-US" sz="3600">
              <a:solidFill>
                <a:srgbClr val="000000"/>
              </a:solidFill>
            </a:endParaRP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D44768B1-4261-AB79-169A-DB14CFFF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90689"/>
            <a:ext cx="3327400" cy="4833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Part 1: 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(0,10) (2,5) (2,0) (4, -2) (9,-2) (10,-4) (8,-6) (4,-5)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(1,-2) (2,-5) (3,-10) (1,-7)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(1,-10) (0,-9) (-1,-10) (-1,-7)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(-3,-10) (-2,-5) (-1,-2)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(-4,-5) (-8,-6) (-10,-4)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(-9,-2) (-4,-2) (-2,0) (-2,5) (0,10)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Part 2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(6,-2) (6,3) (7,6) (8,3) (8,-2)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Part 3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(-6,-2) (-6,3) (-7,6) (-8,3) (-8,-2)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Part 4: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(-8,-6) (-8,-8) (-7,-7) (-6,-8) (-6,-5½)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Part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(8,-6) (8,-8) (7,-7) (6,-8) (6,-5½)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EE9D4914-EE09-A2CF-28F7-7E95C1EC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989013"/>
            <a:ext cx="3359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Connect the coordinates in order to draw a mystery object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1506</Words>
  <Application>Microsoft Office PowerPoint</Application>
  <PresentationFormat>Widescreen</PresentationFormat>
  <Paragraphs>187</Paragraphs>
  <Slides>15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Default Design</vt:lpstr>
      <vt:lpstr>Lesson Objective</vt:lpstr>
      <vt:lpstr>Expanding brackets – we do </vt:lpstr>
      <vt:lpstr>Whiteboards – expanding brackets </vt:lpstr>
      <vt:lpstr>Variables on both sides </vt:lpstr>
      <vt:lpstr>Whiteboards </vt:lpstr>
      <vt:lpstr>PowerPoint Presentation</vt:lpstr>
      <vt:lpstr>PowerPoint Presentation</vt:lpstr>
      <vt:lpstr>Using Coordinates</vt:lpstr>
      <vt:lpstr>Using Coordinates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3</cp:revision>
  <dcterms:created xsi:type="dcterms:W3CDTF">2022-08-22T08:10:48Z</dcterms:created>
  <dcterms:modified xsi:type="dcterms:W3CDTF">2022-08-22T12:48:09Z</dcterms:modified>
</cp:coreProperties>
</file>