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7EB02-61AD-19A4-E4B5-44512797CF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978FC-D95B-3077-4988-EA59924E61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BA7BC-6B04-79EE-4163-5D4852AAD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15/09/2022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F0F66-25D4-EC9D-7396-1A77E94CAF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4DF99-E0C4-F939-CBF2-B83A568E2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721037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2DAE9-887C-194B-EF98-E34BCAF9A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73B0F-F6D0-95B3-9294-018238DC54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7BC4AA-E1CF-7868-A8F4-8A5DD6E73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15/09/2022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21FAB-02BC-4931-84A4-A270FEEC8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7C624-9D92-EA48-20C9-1C7EC9C64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3689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7F886-1020-7ABA-5285-E750F0483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48A21-DDC5-B865-C9AF-723D59935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0A3CA-2C41-CE9C-C369-61D160627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15/09/2022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D69577-9CD1-1F42-BA61-6471F996D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62C6B-500E-A61D-7F4C-CF4BCD555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5286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A357F-3AD7-19AF-DBE9-B4CF7FB5F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A3EF7-AB7B-CC90-F1C3-90F8563C9A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43A664-B2AA-C125-5631-8EEB8E778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A406F7-B670-1443-5406-AD9D3FE3F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15/09/2022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A303AA-DCA8-3F70-242B-12FCB39C7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7256D-599B-9604-BCB3-DE22BA359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38937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209B5-3B19-4540-EAE8-467A37FD5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BD798-C1A3-E721-9C9D-BFBD6BF1F9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E4163-225F-03A0-55FF-2430483EA7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4E31B6-80F9-B38F-E8B3-5F841FC36D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D0741E-86A1-6511-07EC-E6B46C4655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5344EC-A9CA-86DF-AE3D-1D3A53EC3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15/09/2022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FE89D0-A877-D4AB-EDAA-2A066B438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6BBEE2-9AAF-7818-B4D2-158ED2C60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4385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1AB35-E7B0-E242-8050-95A822A8C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B2BA0C-BD4D-C0D3-9B97-E251185FA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15/09/2022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FDF41E-1DDD-D941-BB50-807BA56E5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F7BCD6-20F7-6553-FB97-89FF8BCC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01281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AC4D65-5241-4CDC-3166-56443211B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15/09/2022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D356EB-3A0D-D189-06F9-6E7D86D84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5C8B65-2298-8D31-D955-1C8432D6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812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27B3-6A36-0801-B7AF-CB6436EE9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020AB-D7ED-62BC-2568-54EC57B08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6F5073-E690-EDF6-721C-01140417EF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14C05-AFCE-2A13-95D0-0757315E6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15/09/2022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7312E6-EF1B-106B-56E8-054C91E1F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3ED6BF-D998-0AA4-237F-E8C2F98D6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8910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F8A5B-F5C1-38C1-9EFF-7D13309FA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23A07A-C8A2-8A77-F53C-34C4825E60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49ACCB-5334-218F-3C9D-F7BEA4D3D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CAEAAD-3EB2-D581-E704-4FCAF12A0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15/09/2022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598F7-095F-ABE6-C813-02A68244C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BB4D2E-16CE-D697-5A2D-85ED0E19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371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0195C-52E6-1656-0F0A-FDD2576BC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0A7C93-CED4-9C17-6C8E-328C493BD7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B818E1-19C3-7F80-F382-60DFF5982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15/09/2022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EF0543-B32A-5307-B71F-D51EB5FB9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C0A-5CF9-7990-A623-3938BA98C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81576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50320B-F8AA-362D-0248-0E0EBEC008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17F981-F736-C5A5-8E39-F62F231DC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660465-41B8-77DF-81FF-2068AF92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226C5-0E3D-409F-8B74-413716734FA5}" type="datetimeFigureOut">
              <a:rPr lang="en-AU" smtClean="0"/>
              <a:t>15/09/2022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DA02C-064D-6BDE-8012-9E38E4140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1512D-0F7A-F0D1-6B7D-32FE8F0F5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1418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BF535D-739A-ACFB-9D47-4B85EB28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B02ED4-393A-C0F3-EADF-9E22B8E019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828365-954D-33B1-4991-E45264D06E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5226C5-0E3D-409F-8B74-413716734FA5}" type="datetimeFigureOut">
              <a:rPr lang="en-AU" smtClean="0"/>
              <a:t>15/09/2022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9A3815-CF8E-A4C0-9A71-FFCA4ACB42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E03A8-5984-551A-A408-6B375E9B40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7A1674-4F2D-4CB7-B6EA-4C5109E058E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0133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A24120F-1AD7-64C9-1FD1-FA83CF560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ACD8115-A342-48B1-A7AC-6820C59B5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Percent of amounts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Determine percentage of amounts with appropriate technology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percent to decimal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Notes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Conversion practice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D3126F-C051-BB60-6A0B-CD55BA57C71E}"/>
              </a:ext>
            </a:extLst>
          </p:cNvPr>
          <p:cNvSpPr txBox="1"/>
          <p:nvPr/>
        </p:nvSpPr>
        <p:spPr>
          <a:xfrm>
            <a:off x="7324078" y="2040131"/>
            <a:ext cx="25293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 and calculators.</a:t>
            </a:r>
            <a:endParaRPr lang="en-AU" sz="2400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D3DE18D-3C81-070C-9B1E-B3848B53290D}"/>
              </a:ext>
            </a:extLst>
          </p:cNvPr>
          <p:cNvSpPr txBox="1"/>
          <p:nvPr/>
        </p:nvSpPr>
        <p:spPr>
          <a:xfrm>
            <a:off x="8424909" y="365125"/>
            <a:ext cx="30369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highlight>
                  <a:srgbClr val="00FF00"/>
                </a:highlight>
              </a:rPr>
              <a:t>PbiS</a:t>
            </a:r>
            <a:r>
              <a:rPr lang="en-US" sz="2000" b="1" dirty="0">
                <a:highlight>
                  <a:srgbClr val="00FF00"/>
                </a:highlight>
              </a:rPr>
              <a:t> focus 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Empathy (let others work)</a:t>
            </a:r>
          </a:p>
          <a:p>
            <a:r>
              <a:rPr lang="en-US" sz="2000" b="1" dirty="0">
                <a:highlight>
                  <a:srgbClr val="00FF00"/>
                </a:highlight>
              </a:rPr>
              <a:t>Achieve (ask for help) </a:t>
            </a:r>
            <a:endParaRPr lang="en-AU" sz="2000" b="1" dirty="0">
              <a:highlight>
                <a:srgbClr val="00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564873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85FDB-1D9B-CEED-8FAD-670F45FF7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en-US" dirty="0"/>
              <a:t>Review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A39A9-1E19-DD68-B0E1-2D574C4DB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00" y="2320401"/>
            <a:ext cx="4524375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200" dirty="0"/>
              <a:t>I</a:t>
            </a:r>
            <a:r>
              <a:rPr lang="en-AU" sz="3200" dirty="0"/>
              <a:t> do (% </a:t>
            </a:r>
            <a:r>
              <a:rPr lang="en-AU" sz="3200" dirty="0">
                <a:sym typeface="Wingdings" panose="05000000000000000000" pitchFamily="2" charset="2"/>
              </a:rPr>
              <a:t> decimal) </a:t>
            </a:r>
            <a:endParaRPr lang="en-AU" sz="3200" dirty="0"/>
          </a:p>
          <a:p>
            <a:pPr marL="0" indent="0">
              <a:buNone/>
            </a:pPr>
            <a:endParaRPr lang="en-AU" sz="3200" dirty="0"/>
          </a:p>
          <a:p>
            <a:pPr marL="514350" indent="-514350">
              <a:buAutoNum type="alphaLcParenR"/>
            </a:pPr>
            <a:r>
              <a:rPr lang="en-AU" sz="3200" dirty="0"/>
              <a:t>10% </a:t>
            </a:r>
          </a:p>
          <a:p>
            <a:pPr marL="514350" indent="-514350">
              <a:buAutoNum type="alphaLcParenR"/>
            </a:pPr>
            <a:r>
              <a:rPr lang="en-AU" sz="3200" dirty="0"/>
              <a:t>50%</a:t>
            </a:r>
          </a:p>
          <a:p>
            <a:pPr marL="514350" indent="-514350">
              <a:buAutoNum type="alphaLcParenR"/>
            </a:pPr>
            <a:r>
              <a:rPr lang="en-AU" sz="3200" dirty="0"/>
              <a:t>97%</a:t>
            </a:r>
          </a:p>
          <a:p>
            <a:pPr marL="514350" indent="-514350">
              <a:buAutoNum type="alphaLcParenR"/>
            </a:pPr>
            <a:r>
              <a:rPr lang="en-AU" sz="3200" dirty="0"/>
              <a:t>5%</a:t>
            </a:r>
          </a:p>
          <a:p>
            <a:pPr marL="514350" indent="-514350">
              <a:buAutoNum type="alphaLcParenR"/>
            </a:pPr>
            <a:r>
              <a:rPr lang="en-AU" sz="3200" dirty="0"/>
              <a:t>1.4%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890493-CE1E-76BE-4174-3D3071ECF338}"/>
              </a:ext>
            </a:extLst>
          </p:cNvPr>
          <p:cNvSpPr txBox="1">
            <a:spLocks/>
          </p:cNvSpPr>
          <p:nvPr/>
        </p:nvSpPr>
        <p:spPr>
          <a:xfrm>
            <a:off x="5773814" y="2506662"/>
            <a:ext cx="4524375" cy="435133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3200" dirty="0"/>
              <a:t>You do</a:t>
            </a:r>
            <a:r>
              <a:rPr lang="en-AU" sz="3200" dirty="0"/>
              <a:t> (% </a:t>
            </a:r>
            <a:r>
              <a:rPr lang="en-AU" sz="3200" dirty="0">
                <a:sym typeface="Wingdings" panose="05000000000000000000" pitchFamily="2" charset="2"/>
              </a:rPr>
              <a:t> decimal) </a:t>
            </a:r>
            <a:endParaRPr lang="en-AU" sz="3200" dirty="0"/>
          </a:p>
          <a:p>
            <a:pPr marL="0" indent="0">
              <a:buFont typeface="Arial" panose="020B0604020202020204" pitchFamily="34" charset="0"/>
              <a:buNone/>
            </a:pPr>
            <a:endParaRPr lang="en-AU" sz="3200" dirty="0"/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3200" dirty="0"/>
              <a:t>25% 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3200" dirty="0"/>
              <a:t>75%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3200" dirty="0"/>
              <a:t>55%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3200" dirty="0"/>
              <a:t>11%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3200" dirty="0"/>
              <a:t>4%</a:t>
            </a:r>
          </a:p>
          <a:p>
            <a:pPr marL="514350" indent="-514350">
              <a:buFont typeface="Arial" panose="020B0604020202020204" pitchFamily="34" charset="0"/>
              <a:buAutoNum type="alphaLcParenR"/>
            </a:pPr>
            <a:r>
              <a:rPr lang="en-AU" sz="3200" dirty="0"/>
              <a:t>4.7%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0FA9AE-27BD-C370-3978-3DB07F0F90CC}"/>
              </a:ext>
            </a:extLst>
          </p:cNvPr>
          <p:cNvSpPr txBox="1"/>
          <p:nvPr/>
        </p:nvSpPr>
        <p:spPr>
          <a:xfrm>
            <a:off x="419100" y="292963"/>
            <a:ext cx="6532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Percent to decimal, divide by 100 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sz="2400" b="1" dirty="0">
                <a:solidFill>
                  <a:srgbClr val="FF0000"/>
                </a:solidFill>
              </a:rPr>
              <a:t>How many zeros you got? Move that spot!</a:t>
            </a:r>
            <a:endParaRPr lang="en-AU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9086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C5BB1-3059-985A-60B2-CF6563C329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Review mental calculations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7A3DB-7D35-8E6E-9B96-02369CEF1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To find the percent of an amount we have been using mental strategies, using 1%, 5% and 10%.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Find 1%, 5% and 10% of: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250 </a:t>
            </a:r>
          </a:p>
          <a:p>
            <a:pPr marL="514350" indent="-514350">
              <a:buAutoNum type="alphaLcParenR"/>
            </a:pPr>
            <a:r>
              <a:rPr lang="en-US" dirty="0"/>
              <a:t>1000</a:t>
            </a:r>
          </a:p>
          <a:p>
            <a:pPr marL="514350" indent="-514350">
              <a:buAutoNum type="alphaLcParenR"/>
            </a:pPr>
            <a:r>
              <a:rPr lang="en-US" dirty="0"/>
              <a:t>245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8066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7C551-B96E-0390-4C2D-C9E5B9CE1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 books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2B4D7-0263-668B-D5D3-97DEBE6794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Find 10%, 5% and 1% of:</a:t>
            </a:r>
          </a:p>
          <a:p>
            <a:pPr marL="0" indent="0">
              <a:buNone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$560 </a:t>
            </a:r>
          </a:p>
          <a:p>
            <a:pPr marL="742950" indent="-742950">
              <a:buAutoNum type="alphaLcParenR"/>
            </a:pPr>
            <a:r>
              <a:rPr lang="en-US" sz="3600" dirty="0"/>
              <a:t>245L </a:t>
            </a:r>
          </a:p>
          <a:p>
            <a:pPr marL="742950" indent="-742950">
              <a:buAutoNum type="alphaLcParenR"/>
            </a:pPr>
            <a:r>
              <a:rPr lang="en-US" sz="3600" dirty="0"/>
              <a:t>1500m</a:t>
            </a:r>
          </a:p>
          <a:p>
            <a:pPr marL="742950" indent="-742950">
              <a:buAutoNum type="alphaLcParenR"/>
            </a:pPr>
            <a:r>
              <a:rPr lang="en-US" sz="3600" dirty="0"/>
              <a:t>54c </a:t>
            </a:r>
            <a:endParaRPr lang="en-AU" sz="3600" dirty="0"/>
          </a:p>
        </p:txBody>
      </p:sp>
    </p:spTree>
    <p:extLst>
      <p:ext uri="{BB962C8B-B14F-4D97-AF65-F5344CB8AC3E}">
        <p14:creationId xmlns:p14="http://schemas.microsoft.com/office/powerpoint/2010/main" val="4071869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FF47-23A2-F67C-362C-334D4B895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Steps for calculators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339E0-79F5-EF83-FC88-601469F1F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</a:t>
            </a:r>
            <a:r>
              <a:rPr lang="en-AU" dirty="0"/>
              <a:t>f 97% = 0.97 </a:t>
            </a:r>
          </a:p>
          <a:p>
            <a:pPr marL="0" indent="0">
              <a:buNone/>
            </a:pPr>
            <a:r>
              <a:rPr lang="en-AU" dirty="0"/>
              <a:t>What is 100%? </a:t>
            </a:r>
          </a:p>
          <a:p>
            <a:pPr marL="0" indent="0">
              <a:buNone/>
            </a:pPr>
            <a:endParaRPr lang="en-AU" dirty="0"/>
          </a:p>
          <a:p>
            <a:pPr marL="514350" indent="-514350"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Convert percent to decimal </a:t>
            </a:r>
          </a:p>
          <a:p>
            <a:pPr marL="514350" indent="-514350"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Change OF to multiplication </a:t>
            </a:r>
          </a:p>
          <a:p>
            <a:pPr marL="514350" indent="-514350">
              <a:buAutoNum type="arabicPeriod"/>
            </a:pPr>
            <a:r>
              <a:rPr lang="en-AU" sz="3600" b="1" dirty="0">
                <a:solidFill>
                  <a:srgbClr val="00B0F0"/>
                </a:solidFill>
              </a:rPr>
              <a:t>Multiply decimal to amount </a:t>
            </a:r>
            <a:endParaRPr lang="en-US" sz="36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363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A5E4F-80F4-687C-3063-1815A23B8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E8E71-184C-6B10-0B17-7ED5A4A95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AU" dirty="0"/>
              <a:t>25% of 5400L 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87% of $876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45% of 98m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07490-D177-1BF7-85A7-25A2B4C1E704}"/>
              </a:ext>
            </a:extLst>
          </p:cNvPr>
          <p:cNvSpPr txBox="1"/>
          <p:nvPr/>
        </p:nvSpPr>
        <p:spPr>
          <a:xfrm>
            <a:off x="8602462" y="674703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Convert percent to decimal </a:t>
            </a:r>
          </a:p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Change OF to multiplication </a:t>
            </a:r>
          </a:p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Multiply decimal to amount </a:t>
            </a:r>
            <a:endParaRPr lang="en-US" sz="1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5115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4033A-C6FC-5B15-6253-C485FA34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8A6AF-1B2A-CD0F-1F6B-7EF36B509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742950" indent="-742950">
              <a:buAutoNum type="alphaLcParenR"/>
            </a:pPr>
            <a:r>
              <a:rPr lang="en-US" sz="3600" dirty="0"/>
              <a:t>43% of 560L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95% of 350m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32% of $76.40</a:t>
            </a:r>
          </a:p>
          <a:p>
            <a:pPr marL="742950" indent="-742950">
              <a:buAutoNum type="alphaLcParenR"/>
            </a:pPr>
            <a:endParaRPr lang="en-US" sz="3600" dirty="0"/>
          </a:p>
          <a:p>
            <a:pPr marL="742950" indent="-742950">
              <a:buAutoNum type="alphaLcParenR"/>
            </a:pPr>
            <a:r>
              <a:rPr lang="en-US" sz="3600" dirty="0"/>
              <a:t>150% of 230 </a:t>
            </a:r>
            <a:endParaRPr lang="en-AU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06BE56-316C-9BAA-E960-E4391F374C60}"/>
              </a:ext>
            </a:extLst>
          </p:cNvPr>
          <p:cNvSpPr txBox="1"/>
          <p:nvPr/>
        </p:nvSpPr>
        <p:spPr>
          <a:xfrm>
            <a:off x="8575829" y="497150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Convert percent to decimal </a:t>
            </a:r>
          </a:p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Change OF to multiplication </a:t>
            </a:r>
          </a:p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Multiply decimal to amount </a:t>
            </a:r>
            <a:endParaRPr lang="en-US" sz="1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295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A83D-401A-3598-80C3-0B48C1DB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18F55-3A4E-29A7-D212-5E96C36AC4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742950" indent="-742950">
              <a:buAutoNum type="alphaLcParenR"/>
            </a:pPr>
            <a:r>
              <a:rPr lang="en-US" sz="3600" b="1" dirty="0"/>
              <a:t>30 % of 560L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21% of 87m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92% of $70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400% of 58cm </a:t>
            </a:r>
          </a:p>
          <a:p>
            <a:pPr marL="742950" indent="-742950">
              <a:buAutoNum type="alphaLcParenR"/>
            </a:pPr>
            <a:endParaRPr lang="en-US" sz="3600" b="1" dirty="0"/>
          </a:p>
          <a:p>
            <a:pPr marL="742950" indent="-742950">
              <a:buAutoNum type="alphaLcParenR"/>
            </a:pPr>
            <a:r>
              <a:rPr lang="en-US" sz="3600" b="1" dirty="0"/>
              <a:t>2.5% of 320mm </a:t>
            </a:r>
            <a:endParaRPr lang="en-AU" sz="3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C7F21D-A259-2A06-890D-D5EFC7D711BC}"/>
              </a:ext>
            </a:extLst>
          </p:cNvPr>
          <p:cNvSpPr txBox="1"/>
          <p:nvPr/>
        </p:nvSpPr>
        <p:spPr>
          <a:xfrm>
            <a:off x="8575829" y="497150"/>
            <a:ext cx="317820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Convert percent to decimal </a:t>
            </a:r>
          </a:p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Change OF to multiplication </a:t>
            </a:r>
          </a:p>
          <a:p>
            <a:pPr marL="514350" indent="-514350">
              <a:buAutoNum type="arabicPeriod"/>
            </a:pPr>
            <a:r>
              <a:rPr lang="en-AU" sz="1800" b="1" dirty="0">
                <a:solidFill>
                  <a:srgbClr val="00B0F0"/>
                </a:solidFill>
              </a:rPr>
              <a:t>Multiply decimal to amount </a:t>
            </a:r>
            <a:endParaRPr lang="en-US" sz="18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80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F2264-6BA8-9E21-1E0E-AF0ABCC7EB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959131-012D-8EFC-8D75-8247F89737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581" y="770224"/>
            <a:ext cx="12016837" cy="3509275"/>
          </a:xfrm>
        </p:spPr>
      </p:pic>
    </p:spTree>
    <p:extLst>
      <p:ext uri="{BB962C8B-B14F-4D97-AF65-F5344CB8AC3E}">
        <p14:creationId xmlns:p14="http://schemas.microsoft.com/office/powerpoint/2010/main" val="2435951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32D98-1108-B57A-7841-0742F8FD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B596E5-0B03-3346-2299-BD1A70B6F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136" y="679897"/>
            <a:ext cx="10515600" cy="3642142"/>
          </a:xfrm>
        </p:spPr>
      </p:pic>
    </p:spTree>
    <p:extLst>
      <p:ext uri="{BB962C8B-B14F-4D97-AF65-F5344CB8AC3E}">
        <p14:creationId xmlns:p14="http://schemas.microsoft.com/office/powerpoint/2010/main" val="904468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866F-53CC-E796-8C0D-ED09EDF18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Fist to 5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8F9C9F-96AD-EBFA-99BC-C2482C60D5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What is 66% of 540? </a:t>
            </a:r>
          </a:p>
          <a:p>
            <a:pPr marL="514350" indent="-514350">
              <a:buAutoNum type="alphaLcParenR"/>
            </a:pPr>
            <a:r>
              <a:rPr lang="en-US" dirty="0"/>
              <a:t>3564</a:t>
            </a:r>
          </a:p>
          <a:p>
            <a:pPr marL="514350" indent="-514350">
              <a:buAutoNum type="alphaLcParenR"/>
            </a:pPr>
            <a:r>
              <a:rPr lang="en-US" dirty="0"/>
              <a:t>3.564</a:t>
            </a:r>
          </a:p>
          <a:p>
            <a:pPr marL="514350" indent="-514350">
              <a:buAutoNum type="alphaLcParenR"/>
            </a:pPr>
            <a:r>
              <a:rPr lang="en-US" dirty="0"/>
              <a:t>356.4</a:t>
            </a:r>
          </a:p>
          <a:p>
            <a:pPr marL="514350" indent="-514350">
              <a:buAutoNum type="alphaLcParenR"/>
            </a:pPr>
            <a:r>
              <a:rPr lang="en-US" dirty="0"/>
              <a:t>35.64</a:t>
            </a:r>
            <a:endParaRPr lang="en-AU" dirty="0"/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Determine percentage of amounts with appropriate technology 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78441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293</Words>
  <Application>Microsoft Office PowerPoint</Application>
  <PresentationFormat>Widescreen</PresentationFormat>
  <Paragraphs>98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Lesson objective </vt:lpstr>
      <vt:lpstr>Review</vt:lpstr>
      <vt:lpstr>Review mental calculations </vt:lpstr>
      <vt:lpstr>Exercise books </vt:lpstr>
      <vt:lpstr>Steps for calculators </vt:lpstr>
      <vt:lpstr>I do </vt:lpstr>
      <vt:lpstr>We do </vt:lpstr>
      <vt:lpstr>Whiteboards </vt:lpstr>
      <vt:lpstr>PowerPoint Presentation</vt:lpstr>
      <vt:lpstr>PowerPoint Presentation</vt:lpstr>
      <vt:lpstr>Fist to 5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8</cp:revision>
  <dcterms:created xsi:type="dcterms:W3CDTF">2022-07-22T00:10:24Z</dcterms:created>
  <dcterms:modified xsi:type="dcterms:W3CDTF">2022-09-15T00:18:00Z</dcterms:modified>
</cp:coreProperties>
</file>