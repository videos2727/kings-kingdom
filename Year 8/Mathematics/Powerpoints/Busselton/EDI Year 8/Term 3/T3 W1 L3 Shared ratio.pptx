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6"/>
  </p:notesMasterIdLst>
  <p:sldIdLst>
    <p:sldId id="256" r:id="rId4"/>
    <p:sldId id="376" r:id="rId5"/>
    <p:sldId id="377" r:id="rId6"/>
    <p:sldId id="342" r:id="rId7"/>
    <p:sldId id="369" r:id="rId8"/>
    <p:sldId id="370" r:id="rId9"/>
    <p:sldId id="374" r:id="rId10"/>
    <p:sldId id="378" r:id="rId11"/>
    <p:sldId id="367" r:id="rId12"/>
    <p:sldId id="368" r:id="rId13"/>
    <p:sldId id="365" r:id="rId14"/>
    <p:sldId id="3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AD71F-E411-4BDD-8813-2BA7E0800F30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6C2AC-5022-4707-BE4D-642AD83811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64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D2769-D43E-4332-8490-A01931B09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40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6E61-5F73-44E3-0957-E5D9A89E9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4477D-4658-A881-99A5-D364E3463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EC2B7-361D-82DC-993D-5D15EB8A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27F0E-BF27-8C78-18D3-261A5C4E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7F8FD-A220-4C31-96C5-C96D06EE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2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869C-88D6-2783-4A38-15FD7054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14EB-05DC-3312-8FCA-BD7556EB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9ECF9-5C35-5766-775D-81333E19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23200-0FBA-1E80-962B-025A3766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72EEB-6BE2-1A92-5A6D-5BECDE9D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35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B8E1-5D1D-228D-70D1-B82F620C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36A81-1901-1EAF-B60A-037D1711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0319E-397E-85C2-C17D-7BFDB295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28E9-C361-8BB8-7572-3C202E3C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21258-5652-24F1-D37A-A70D9B8F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4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4AC6-980B-2D81-6A45-CB4D7A15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BC2E-BD1C-918E-DA1E-58D0F9E2F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E5710-C269-E973-594D-244ED409B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DC50E-C4D4-8065-BA0A-383D207E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68A0A-4015-884D-3E3A-4BEC045A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19399-D901-00F6-902A-7D607E85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57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7C65-E5E7-776E-109A-06B2D556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F14F3-AC44-FB6E-E793-C627B94D0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312ED-2AD5-1708-3935-E2A5DD490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A7C48-D2EE-FE56-64F5-B94C24EEF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076E4-EB59-7BC7-D5A3-0283FC8D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7412D-C91E-B306-043D-21991F14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C315F-0F9F-3405-D348-E39BEB9C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1BAB23-6C66-3B4C-8A5C-D9FE4A70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819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C2CC-74E6-82F1-C99F-90D3E81D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49049-DC61-ED6C-40B7-8F5F2DE7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A9BB-BEEE-1210-77D7-0E25684F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91518-A01F-BD61-21DD-D7C17AB0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05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9FA74-0EFD-6B83-5BD8-2F94B96D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4B2CB-DE99-925D-95E4-737DD304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40547-531E-CC25-EEB7-A1425892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781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299C-DCCF-22BB-7D9A-9F4E8B7AA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1F10-0108-0942-8185-0EBC709CA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DD330-BCFB-9B18-3D81-567C0FDCD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A0FC1-03A3-767D-0ED6-F2633A1E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10724-0237-132D-5A96-5D51B69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40F24-7820-405D-926C-F8AA18FF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35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DE4E-4C03-A9E5-963B-7B4C407E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11465-64C9-8F71-30A8-E532CAD82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C76DB-C1B9-9D21-543A-7AEC52D04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9E431-2739-A366-6090-37CA1695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D977E-20F8-115B-8AE7-3A92AF89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84ED5-6CDC-D9FE-2A4A-93C2ED22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1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A498-DF3F-8E44-F5E0-0C1DEF46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79C9C-C428-F149-48A7-CE4358A7A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6AA48-23D0-EEB2-86F6-FE89A64E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646F-D7D5-C106-519B-4704AD08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0D501-EC0E-CA88-2DE3-C79E0827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84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7AD3A-180F-A223-AA57-FBFAF6BE8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E8B6F-77BE-0165-96E3-01FAE4D4D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D60BC-4455-15E4-D86C-62E6AF79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5B572-556E-E45F-5488-A2357918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F4F60-1C96-744A-1B5D-E79962E7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66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grpSp>
        <p:nvGrpSpPr>
          <p:cNvPr id="5" name="Group 43"/>
          <p:cNvGrpSpPr>
            <a:grpSpLocks/>
          </p:cNvGrpSpPr>
          <p:nvPr userDrawn="1"/>
        </p:nvGrpSpPr>
        <p:grpSpPr bwMode="auto">
          <a:xfrm>
            <a:off x="0" y="2268538"/>
            <a:ext cx="5588000" cy="4589462"/>
            <a:chOff x="-1" y="1600199"/>
            <a:chExt cx="4501019" cy="5257801"/>
          </a:xfrm>
        </p:grpSpPr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-1" y="1600199"/>
              <a:ext cx="4127640" cy="2515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-1" y="3580740"/>
              <a:ext cx="1600931" cy="3277260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-1" y="2438610"/>
              <a:ext cx="2894974" cy="2153316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9" name="Freeform 10"/>
            <p:cNvSpPr>
              <a:spLocks/>
            </p:cNvSpPr>
            <p:nvPr userDrawn="1"/>
          </p:nvSpPr>
          <p:spPr bwMode="auto">
            <a:xfrm>
              <a:off x="1224140" y="3886278"/>
              <a:ext cx="3276878" cy="2971722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0" name="Freeform 11"/>
            <p:cNvSpPr>
              <a:spLocks/>
            </p:cNvSpPr>
            <p:nvPr userDrawn="1"/>
          </p:nvSpPr>
          <p:spPr bwMode="auto">
            <a:xfrm>
              <a:off x="876334" y="3993581"/>
              <a:ext cx="1720276" cy="2864419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11" name="Freeform 46"/>
          <p:cNvSpPr>
            <a:spLocks/>
          </p:cNvSpPr>
          <p:nvPr userDrawn="1"/>
        </p:nvSpPr>
        <p:spPr bwMode="auto">
          <a:xfrm>
            <a:off x="10058400" y="0"/>
            <a:ext cx="21336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32" y="0"/>
              </a:cxn>
              <a:cxn ang="0">
                <a:pos x="1432" y="3492"/>
              </a:cxn>
              <a:cxn ang="0">
                <a:pos x="1419" y="3252"/>
              </a:cxn>
              <a:cxn ang="0">
                <a:pos x="1406" y="3024"/>
              </a:cxn>
              <a:cxn ang="0">
                <a:pos x="1393" y="2807"/>
              </a:cxn>
              <a:cxn ang="0">
                <a:pos x="1379" y="2601"/>
              </a:cxn>
              <a:cxn ang="0">
                <a:pos x="1364" y="2407"/>
              </a:cxn>
              <a:cxn ang="0">
                <a:pos x="1348" y="2222"/>
              </a:cxn>
              <a:cxn ang="0">
                <a:pos x="1330" y="2047"/>
              </a:cxn>
              <a:cxn ang="0">
                <a:pos x="1311" y="1881"/>
              </a:cxn>
              <a:cxn ang="0">
                <a:pos x="1291" y="1726"/>
              </a:cxn>
              <a:cxn ang="0">
                <a:pos x="1268" y="1580"/>
              </a:cxn>
              <a:cxn ang="0">
                <a:pos x="1245" y="1442"/>
              </a:cxn>
              <a:cxn ang="0">
                <a:pos x="1218" y="1313"/>
              </a:cxn>
              <a:cxn ang="0">
                <a:pos x="1190" y="1192"/>
              </a:cxn>
              <a:cxn ang="0">
                <a:pos x="1158" y="1078"/>
              </a:cxn>
              <a:cxn ang="0">
                <a:pos x="1125" y="973"/>
              </a:cxn>
              <a:cxn ang="0">
                <a:pos x="1089" y="873"/>
              </a:cxn>
              <a:cxn ang="0">
                <a:pos x="1049" y="781"/>
              </a:cxn>
              <a:cxn ang="0">
                <a:pos x="1007" y="696"/>
              </a:cxn>
              <a:cxn ang="0">
                <a:pos x="962" y="617"/>
              </a:cxn>
              <a:cxn ang="0">
                <a:pos x="913" y="544"/>
              </a:cxn>
              <a:cxn ang="0">
                <a:pos x="860" y="475"/>
              </a:cxn>
              <a:cxn ang="0">
                <a:pos x="804" y="413"/>
              </a:cxn>
              <a:cxn ang="0">
                <a:pos x="744" y="354"/>
              </a:cxn>
              <a:cxn ang="0">
                <a:pos x="680" y="301"/>
              </a:cxn>
              <a:cxn ang="0">
                <a:pos x="611" y="252"/>
              </a:cxn>
              <a:cxn ang="0">
                <a:pos x="539" y="206"/>
              </a:cxn>
              <a:cxn ang="0">
                <a:pos x="461" y="165"/>
              </a:cxn>
              <a:cxn ang="0">
                <a:pos x="379" y="128"/>
              </a:cxn>
              <a:cxn ang="0">
                <a:pos x="292" y="92"/>
              </a:cxn>
              <a:cxn ang="0">
                <a:pos x="200" y="59"/>
              </a:cxn>
              <a:cxn ang="0">
                <a:pos x="103" y="28"/>
              </a:cxn>
              <a:cxn ang="0">
                <a:pos x="0" y="0"/>
              </a:cxn>
            </a:cxnLst>
            <a:rect l="0" t="0" r="r" b="b"/>
            <a:pathLst>
              <a:path w="1432" h="3492">
                <a:moveTo>
                  <a:pt x="0" y="0"/>
                </a:moveTo>
                <a:lnTo>
                  <a:pt x="1432" y="0"/>
                </a:lnTo>
                <a:lnTo>
                  <a:pt x="1432" y="3492"/>
                </a:lnTo>
                <a:lnTo>
                  <a:pt x="1419" y="3252"/>
                </a:lnTo>
                <a:lnTo>
                  <a:pt x="1406" y="3024"/>
                </a:lnTo>
                <a:lnTo>
                  <a:pt x="1393" y="2807"/>
                </a:lnTo>
                <a:lnTo>
                  <a:pt x="1379" y="2601"/>
                </a:lnTo>
                <a:lnTo>
                  <a:pt x="1364" y="2407"/>
                </a:lnTo>
                <a:lnTo>
                  <a:pt x="1348" y="2222"/>
                </a:lnTo>
                <a:lnTo>
                  <a:pt x="1330" y="2047"/>
                </a:lnTo>
                <a:lnTo>
                  <a:pt x="1311" y="1881"/>
                </a:lnTo>
                <a:lnTo>
                  <a:pt x="1291" y="1726"/>
                </a:lnTo>
                <a:lnTo>
                  <a:pt x="1268" y="1580"/>
                </a:lnTo>
                <a:lnTo>
                  <a:pt x="1245" y="1442"/>
                </a:lnTo>
                <a:lnTo>
                  <a:pt x="1218" y="1313"/>
                </a:lnTo>
                <a:lnTo>
                  <a:pt x="1190" y="1192"/>
                </a:lnTo>
                <a:lnTo>
                  <a:pt x="1158" y="1078"/>
                </a:lnTo>
                <a:lnTo>
                  <a:pt x="1125" y="973"/>
                </a:lnTo>
                <a:lnTo>
                  <a:pt x="1089" y="873"/>
                </a:lnTo>
                <a:lnTo>
                  <a:pt x="1049" y="781"/>
                </a:lnTo>
                <a:lnTo>
                  <a:pt x="1007" y="696"/>
                </a:lnTo>
                <a:lnTo>
                  <a:pt x="962" y="617"/>
                </a:lnTo>
                <a:lnTo>
                  <a:pt x="913" y="544"/>
                </a:lnTo>
                <a:lnTo>
                  <a:pt x="860" y="475"/>
                </a:lnTo>
                <a:lnTo>
                  <a:pt x="804" y="413"/>
                </a:lnTo>
                <a:lnTo>
                  <a:pt x="744" y="354"/>
                </a:lnTo>
                <a:lnTo>
                  <a:pt x="680" y="301"/>
                </a:lnTo>
                <a:lnTo>
                  <a:pt x="611" y="252"/>
                </a:lnTo>
                <a:lnTo>
                  <a:pt x="539" y="206"/>
                </a:lnTo>
                <a:lnTo>
                  <a:pt x="461" y="165"/>
                </a:lnTo>
                <a:lnTo>
                  <a:pt x="379" y="128"/>
                </a:lnTo>
                <a:lnTo>
                  <a:pt x="292" y="92"/>
                </a:lnTo>
                <a:lnTo>
                  <a:pt x="200" y="59"/>
                </a:lnTo>
                <a:lnTo>
                  <a:pt x="10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12" name="Freeform 47"/>
          <p:cNvSpPr>
            <a:spLocks/>
          </p:cNvSpPr>
          <p:nvPr userDrawn="1"/>
        </p:nvSpPr>
        <p:spPr bwMode="auto">
          <a:xfrm>
            <a:off x="4978400" y="5715000"/>
            <a:ext cx="6705600" cy="762000"/>
          </a:xfrm>
          <a:custGeom>
            <a:avLst/>
            <a:gdLst/>
            <a:ahLst/>
            <a:cxnLst>
              <a:cxn ang="0">
                <a:pos x="17264" y="180"/>
              </a:cxn>
              <a:cxn ang="0">
                <a:pos x="16706" y="689"/>
              </a:cxn>
              <a:cxn ang="0">
                <a:pos x="15959" y="1141"/>
              </a:cxn>
              <a:cxn ang="0">
                <a:pos x="15050" y="1535"/>
              </a:cxn>
              <a:cxn ang="0">
                <a:pos x="14003" y="1871"/>
              </a:cxn>
              <a:cxn ang="0">
                <a:pos x="12844" y="2151"/>
              </a:cxn>
              <a:cxn ang="0">
                <a:pos x="11599" y="2374"/>
              </a:cxn>
              <a:cxn ang="0">
                <a:pos x="10294" y="2540"/>
              </a:cxn>
              <a:cxn ang="0">
                <a:pos x="8951" y="2649"/>
              </a:cxn>
              <a:cxn ang="0">
                <a:pos x="7599" y="2704"/>
              </a:cxn>
              <a:cxn ang="0">
                <a:pos x="6264" y="2702"/>
              </a:cxn>
              <a:cxn ang="0">
                <a:pos x="4968" y="2645"/>
              </a:cxn>
              <a:cxn ang="0">
                <a:pos x="3740" y="2534"/>
              </a:cxn>
              <a:cxn ang="0">
                <a:pos x="2603" y="2367"/>
              </a:cxn>
              <a:cxn ang="0">
                <a:pos x="1584" y="2147"/>
              </a:cxn>
              <a:cxn ang="0">
                <a:pos x="708" y="1871"/>
              </a:cxn>
              <a:cxn ang="0">
                <a:pos x="0" y="1543"/>
              </a:cxn>
              <a:cxn ang="0">
                <a:pos x="341" y="1635"/>
              </a:cxn>
              <a:cxn ang="0">
                <a:pos x="1155" y="1920"/>
              </a:cxn>
              <a:cxn ang="0">
                <a:pos x="2121" y="2151"/>
              </a:cxn>
              <a:cxn ang="0">
                <a:pos x="3215" y="2331"/>
              </a:cxn>
              <a:cxn ang="0">
                <a:pos x="4413" y="2457"/>
              </a:cxn>
              <a:cxn ang="0">
                <a:pos x="5686" y="2531"/>
              </a:cxn>
              <a:cxn ang="0">
                <a:pos x="7011" y="2550"/>
              </a:cxn>
              <a:cxn ang="0">
                <a:pos x="8361" y="2515"/>
              </a:cxn>
              <a:cxn ang="0">
                <a:pos x="9712" y="2426"/>
              </a:cxn>
              <a:cxn ang="0">
                <a:pos x="11037" y="2283"/>
              </a:cxn>
              <a:cxn ang="0">
                <a:pos x="12311" y="2084"/>
              </a:cxn>
              <a:cxn ang="0">
                <a:pos x="13509" y="1831"/>
              </a:cxn>
              <a:cxn ang="0">
                <a:pos x="14604" y="1522"/>
              </a:cxn>
              <a:cxn ang="0">
                <a:pos x="15571" y="1158"/>
              </a:cxn>
              <a:cxn ang="0">
                <a:pos x="16386" y="737"/>
              </a:cxn>
              <a:cxn ang="0">
                <a:pos x="17021" y="260"/>
              </a:cxn>
            </a:cxnLst>
            <a:rect l="0" t="0" r="r" b="b"/>
            <a:pathLst>
              <a:path w="17264" h="2710">
                <a:moveTo>
                  <a:pt x="17264" y="0"/>
                </a:moveTo>
                <a:lnTo>
                  <a:pt x="17264" y="180"/>
                </a:lnTo>
                <a:lnTo>
                  <a:pt x="17010" y="442"/>
                </a:lnTo>
                <a:lnTo>
                  <a:pt x="16706" y="689"/>
                </a:lnTo>
                <a:lnTo>
                  <a:pt x="16354" y="923"/>
                </a:lnTo>
                <a:lnTo>
                  <a:pt x="15959" y="1141"/>
                </a:lnTo>
                <a:lnTo>
                  <a:pt x="15524" y="1345"/>
                </a:lnTo>
                <a:lnTo>
                  <a:pt x="15050" y="1535"/>
                </a:lnTo>
                <a:lnTo>
                  <a:pt x="14543" y="1710"/>
                </a:lnTo>
                <a:lnTo>
                  <a:pt x="14003" y="1871"/>
                </a:lnTo>
                <a:lnTo>
                  <a:pt x="13437" y="2018"/>
                </a:lnTo>
                <a:lnTo>
                  <a:pt x="12844" y="2151"/>
                </a:lnTo>
                <a:lnTo>
                  <a:pt x="12232" y="2269"/>
                </a:lnTo>
                <a:lnTo>
                  <a:pt x="11599" y="2374"/>
                </a:lnTo>
                <a:lnTo>
                  <a:pt x="10952" y="2464"/>
                </a:lnTo>
                <a:lnTo>
                  <a:pt x="10294" y="2540"/>
                </a:lnTo>
                <a:lnTo>
                  <a:pt x="9625" y="2602"/>
                </a:lnTo>
                <a:lnTo>
                  <a:pt x="8951" y="2649"/>
                </a:lnTo>
                <a:lnTo>
                  <a:pt x="8275" y="2684"/>
                </a:lnTo>
                <a:lnTo>
                  <a:pt x="7599" y="2704"/>
                </a:lnTo>
                <a:lnTo>
                  <a:pt x="6928" y="2710"/>
                </a:lnTo>
                <a:lnTo>
                  <a:pt x="6264" y="2702"/>
                </a:lnTo>
                <a:lnTo>
                  <a:pt x="5609" y="2681"/>
                </a:lnTo>
                <a:lnTo>
                  <a:pt x="4968" y="2645"/>
                </a:lnTo>
                <a:lnTo>
                  <a:pt x="4344" y="2597"/>
                </a:lnTo>
                <a:lnTo>
                  <a:pt x="3740" y="2534"/>
                </a:lnTo>
                <a:lnTo>
                  <a:pt x="3158" y="2457"/>
                </a:lnTo>
                <a:lnTo>
                  <a:pt x="2603" y="2367"/>
                </a:lnTo>
                <a:lnTo>
                  <a:pt x="2077" y="2264"/>
                </a:lnTo>
                <a:lnTo>
                  <a:pt x="1584" y="2147"/>
                </a:lnTo>
                <a:lnTo>
                  <a:pt x="1126" y="2016"/>
                </a:lnTo>
                <a:lnTo>
                  <a:pt x="708" y="1871"/>
                </a:lnTo>
                <a:lnTo>
                  <a:pt x="331" y="1714"/>
                </a:lnTo>
                <a:lnTo>
                  <a:pt x="0" y="1543"/>
                </a:lnTo>
                <a:lnTo>
                  <a:pt x="0" y="1474"/>
                </a:lnTo>
                <a:lnTo>
                  <a:pt x="341" y="1635"/>
                </a:lnTo>
                <a:lnTo>
                  <a:pt x="727" y="1784"/>
                </a:lnTo>
                <a:lnTo>
                  <a:pt x="1155" y="1920"/>
                </a:lnTo>
                <a:lnTo>
                  <a:pt x="1621" y="2042"/>
                </a:lnTo>
                <a:lnTo>
                  <a:pt x="2121" y="2151"/>
                </a:lnTo>
                <a:lnTo>
                  <a:pt x="2654" y="2249"/>
                </a:lnTo>
                <a:lnTo>
                  <a:pt x="3215" y="2331"/>
                </a:lnTo>
                <a:lnTo>
                  <a:pt x="3803" y="2401"/>
                </a:lnTo>
                <a:lnTo>
                  <a:pt x="4413" y="2457"/>
                </a:lnTo>
                <a:lnTo>
                  <a:pt x="5041" y="2500"/>
                </a:lnTo>
                <a:lnTo>
                  <a:pt x="5686" y="2531"/>
                </a:lnTo>
                <a:lnTo>
                  <a:pt x="6343" y="2547"/>
                </a:lnTo>
                <a:lnTo>
                  <a:pt x="7011" y="2550"/>
                </a:lnTo>
                <a:lnTo>
                  <a:pt x="7685" y="2539"/>
                </a:lnTo>
                <a:lnTo>
                  <a:pt x="8361" y="2515"/>
                </a:lnTo>
                <a:lnTo>
                  <a:pt x="9039" y="2478"/>
                </a:lnTo>
                <a:lnTo>
                  <a:pt x="9712" y="2426"/>
                </a:lnTo>
                <a:lnTo>
                  <a:pt x="10379" y="2361"/>
                </a:lnTo>
                <a:lnTo>
                  <a:pt x="11037" y="2283"/>
                </a:lnTo>
                <a:lnTo>
                  <a:pt x="11682" y="2190"/>
                </a:lnTo>
                <a:lnTo>
                  <a:pt x="12311" y="2084"/>
                </a:lnTo>
                <a:lnTo>
                  <a:pt x="12921" y="1964"/>
                </a:lnTo>
                <a:lnTo>
                  <a:pt x="13509" y="1831"/>
                </a:lnTo>
                <a:lnTo>
                  <a:pt x="14070" y="1683"/>
                </a:lnTo>
                <a:lnTo>
                  <a:pt x="14604" y="1522"/>
                </a:lnTo>
                <a:lnTo>
                  <a:pt x="15105" y="1347"/>
                </a:lnTo>
                <a:lnTo>
                  <a:pt x="15571" y="1158"/>
                </a:lnTo>
                <a:lnTo>
                  <a:pt x="15999" y="954"/>
                </a:lnTo>
                <a:lnTo>
                  <a:pt x="16386" y="737"/>
                </a:lnTo>
                <a:lnTo>
                  <a:pt x="16728" y="506"/>
                </a:lnTo>
                <a:lnTo>
                  <a:pt x="17021" y="260"/>
                </a:lnTo>
                <a:lnTo>
                  <a:pt x="17264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800" y="1116449"/>
            <a:ext cx="9144000" cy="707886"/>
          </a:xfrm>
        </p:spPr>
        <p:txBody>
          <a:bodyPr>
            <a:spAutoFit/>
          </a:bodyPr>
          <a:lstStyle>
            <a:lvl1pPr algn="r">
              <a:defRPr sz="4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800" y="1900536"/>
            <a:ext cx="9144000" cy="461665"/>
          </a:xfrm>
        </p:spPr>
        <p:txBody>
          <a:bodyPr>
            <a:spAutoFit/>
          </a:bodyPr>
          <a:lstStyle>
            <a:lvl1pPr marL="0" indent="0" algn="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7BA0B-9252-4FBE-BEBB-F784A800E35B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3F818-B5E7-4B7E-AC3B-A3D7E4AEEC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62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72AFA-B383-46A1-A071-856405D474E6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90714-EC3D-426A-AD5F-B39FDE6A6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1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E2692-DC9A-4944-B368-D087482A9AC2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5C7A-26D8-4D23-90F9-08B58CCD2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08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56A10-8223-4129-B006-6B2A541426F4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634F6-BF2D-4840-8053-EE953BCB1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54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CF7A1-6901-4D4A-B846-B42E09FFDA45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638E6-29A6-428A-9CAA-7452CF00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16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EECFA-1705-4FA1-A880-2B2304D846ED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DB9C-AA16-4345-A8F1-B6F025C66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74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52947-379C-4F5B-94E6-0095A53D3B2E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945C7-00DE-43DE-A48C-707956EF5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62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5E991-9CB0-4CF7-8926-578E090B8061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93954-688C-4086-869C-E1B2837AC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606C3-537F-46EC-A4DC-2ACF362D9B60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8F7C8-6141-462F-B59D-68ADD7CA2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60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45150-EBF6-43DB-A720-017A3BEEEF25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46AF-174A-4CC9-B9E4-70E13BBE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5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0125F-2886-4CBB-B7DB-D98E4E08ED81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5AD3A-3ED2-4444-8278-355DAF3BA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3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701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616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846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85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5853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601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64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69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7603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56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41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6CDE4-4927-C59E-E261-C9CD4663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5EDF0-E733-554B-5192-FD5FEE200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EAB37-6A36-2AA1-C1F9-B878C6017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BD484-D768-4774-A18D-37C4990C349A}" type="datetimeFigureOut">
              <a:rPr lang="en-AU" smtClean="0"/>
              <a:t>20/07/2022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079F2-4AA0-D87A-ACE3-786E314A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9AED-FE8D-80D9-849F-EDCC588AB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7D4FA-C091-4839-991A-E0C065C95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650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7729D9-196D-4A7C-B513-BD67DBBE1DB8}" type="datetimeFigureOut">
              <a:rPr lang="en-US"/>
              <a:pPr>
                <a:defRPr/>
              </a:pPr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16388" name="Group 3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144001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7543801" y="0"/>
              <a:ext cx="1600200" cy="2209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2" y="0"/>
                </a:cxn>
                <a:cxn ang="0">
                  <a:pos x="1432" y="3492"/>
                </a:cxn>
                <a:cxn ang="0">
                  <a:pos x="1419" y="3252"/>
                </a:cxn>
                <a:cxn ang="0">
                  <a:pos x="1406" y="3024"/>
                </a:cxn>
                <a:cxn ang="0">
                  <a:pos x="1393" y="2807"/>
                </a:cxn>
                <a:cxn ang="0">
                  <a:pos x="1379" y="2601"/>
                </a:cxn>
                <a:cxn ang="0">
                  <a:pos x="1364" y="2407"/>
                </a:cxn>
                <a:cxn ang="0">
                  <a:pos x="1348" y="2222"/>
                </a:cxn>
                <a:cxn ang="0">
                  <a:pos x="1330" y="2047"/>
                </a:cxn>
                <a:cxn ang="0">
                  <a:pos x="1311" y="1881"/>
                </a:cxn>
                <a:cxn ang="0">
                  <a:pos x="1291" y="1726"/>
                </a:cxn>
                <a:cxn ang="0">
                  <a:pos x="1268" y="1580"/>
                </a:cxn>
                <a:cxn ang="0">
                  <a:pos x="1245" y="1442"/>
                </a:cxn>
                <a:cxn ang="0">
                  <a:pos x="1218" y="1313"/>
                </a:cxn>
                <a:cxn ang="0">
                  <a:pos x="1190" y="1192"/>
                </a:cxn>
                <a:cxn ang="0">
                  <a:pos x="1158" y="1078"/>
                </a:cxn>
                <a:cxn ang="0">
                  <a:pos x="1125" y="973"/>
                </a:cxn>
                <a:cxn ang="0">
                  <a:pos x="1089" y="873"/>
                </a:cxn>
                <a:cxn ang="0">
                  <a:pos x="1049" y="781"/>
                </a:cxn>
                <a:cxn ang="0">
                  <a:pos x="1007" y="696"/>
                </a:cxn>
                <a:cxn ang="0">
                  <a:pos x="962" y="617"/>
                </a:cxn>
                <a:cxn ang="0">
                  <a:pos x="913" y="544"/>
                </a:cxn>
                <a:cxn ang="0">
                  <a:pos x="860" y="475"/>
                </a:cxn>
                <a:cxn ang="0">
                  <a:pos x="804" y="413"/>
                </a:cxn>
                <a:cxn ang="0">
                  <a:pos x="744" y="354"/>
                </a:cxn>
                <a:cxn ang="0">
                  <a:pos x="680" y="301"/>
                </a:cxn>
                <a:cxn ang="0">
                  <a:pos x="611" y="252"/>
                </a:cxn>
                <a:cxn ang="0">
                  <a:pos x="539" y="206"/>
                </a:cxn>
                <a:cxn ang="0">
                  <a:pos x="461" y="165"/>
                </a:cxn>
                <a:cxn ang="0">
                  <a:pos x="379" y="128"/>
                </a:cxn>
                <a:cxn ang="0">
                  <a:pos x="292" y="92"/>
                </a:cxn>
                <a:cxn ang="0">
                  <a:pos x="200" y="59"/>
                </a:cxn>
                <a:cxn ang="0">
                  <a:pos x="103" y="28"/>
                </a:cxn>
                <a:cxn ang="0">
                  <a:pos x="0" y="0"/>
                </a:cxn>
              </a:cxnLst>
              <a:rect l="0" t="0" r="r" b="b"/>
              <a:pathLst>
                <a:path w="1432" h="3492">
                  <a:moveTo>
                    <a:pt x="0" y="0"/>
                  </a:moveTo>
                  <a:lnTo>
                    <a:pt x="1432" y="0"/>
                  </a:lnTo>
                  <a:lnTo>
                    <a:pt x="1432" y="3492"/>
                  </a:lnTo>
                  <a:lnTo>
                    <a:pt x="1419" y="3252"/>
                  </a:lnTo>
                  <a:lnTo>
                    <a:pt x="1406" y="3024"/>
                  </a:lnTo>
                  <a:lnTo>
                    <a:pt x="1393" y="2807"/>
                  </a:lnTo>
                  <a:lnTo>
                    <a:pt x="1379" y="2601"/>
                  </a:lnTo>
                  <a:lnTo>
                    <a:pt x="1364" y="2407"/>
                  </a:lnTo>
                  <a:lnTo>
                    <a:pt x="1348" y="2222"/>
                  </a:lnTo>
                  <a:lnTo>
                    <a:pt x="1330" y="2047"/>
                  </a:lnTo>
                  <a:lnTo>
                    <a:pt x="1311" y="1881"/>
                  </a:lnTo>
                  <a:lnTo>
                    <a:pt x="1291" y="1726"/>
                  </a:lnTo>
                  <a:lnTo>
                    <a:pt x="1268" y="1580"/>
                  </a:lnTo>
                  <a:lnTo>
                    <a:pt x="1245" y="1442"/>
                  </a:lnTo>
                  <a:lnTo>
                    <a:pt x="1218" y="1313"/>
                  </a:lnTo>
                  <a:lnTo>
                    <a:pt x="1190" y="1192"/>
                  </a:lnTo>
                  <a:lnTo>
                    <a:pt x="1158" y="1078"/>
                  </a:lnTo>
                  <a:lnTo>
                    <a:pt x="1125" y="973"/>
                  </a:lnTo>
                  <a:lnTo>
                    <a:pt x="1089" y="873"/>
                  </a:lnTo>
                  <a:lnTo>
                    <a:pt x="1049" y="781"/>
                  </a:lnTo>
                  <a:lnTo>
                    <a:pt x="1007" y="696"/>
                  </a:lnTo>
                  <a:lnTo>
                    <a:pt x="962" y="617"/>
                  </a:lnTo>
                  <a:lnTo>
                    <a:pt x="913" y="544"/>
                  </a:lnTo>
                  <a:lnTo>
                    <a:pt x="860" y="475"/>
                  </a:lnTo>
                  <a:lnTo>
                    <a:pt x="804" y="413"/>
                  </a:lnTo>
                  <a:lnTo>
                    <a:pt x="744" y="354"/>
                  </a:lnTo>
                  <a:lnTo>
                    <a:pt x="680" y="301"/>
                  </a:lnTo>
                  <a:lnTo>
                    <a:pt x="611" y="252"/>
                  </a:lnTo>
                  <a:lnTo>
                    <a:pt x="539" y="206"/>
                  </a:lnTo>
                  <a:lnTo>
                    <a:pt x="461" y="165"/>
                  </a:lnTo>
                  <a:lnTo>
                    <a:pt x="379" y="128"/>
                  </a:lnTo>
                  <a:lnTo>
                    <a:pt x="292" y="92"/>
                  </a:lnTo>
                  <a:lnTo>
                    <a:pt x="200" y="59"/>
                  </a:lnTo>
                  <a:lnTo>
                    <a:pt x="10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3733800" y="5715000"/>
              <a:ext cx="5029201" cy="762000"/>
            </a:xfrm>
            <a:custGeom>
              <a:avLst/>
              <a:gdLst/>
              <a:ahLst/>
              <a:cxnLst>
                <a:cxn ang="0">
                  <a:pos x="17264" y="180"/>
                </a:cxn>
                <a:cxn ang="0">
                  <a:pos x="16706" y="689"/>
                </a:cxn>
                <a:cxn ang="0">
                  <a:pos x="15959" y="1141"/>
                </a:cxn>
                <a:cxn ang="0">
                  <a:pos x="15050" y="1535"/>
                </a:cxn>
                <a:cxn ang="0">
                  <a:pos x="14003" y="1871"/>
                </a:cxn>
                <a:cxn ang="0">
                  <a:pos x="12844" y="2151"/>
                </a:cxn>
                <a:cxn ang="0">
                  <a:pos x="11599" y="2374"/>
                </a:cxn>
                <a:cxn ang="0">
                  <a:pos x="10294" y="2540"/>
                </a:cxn>
                <a:cxn ang="0">
                  <a:pos x="8951" y="2649"/>
                </a:cxn>
                <a:cxn ang="0">
                  <a:pos x="7599" y="2704"/>
                </a:cxn>
                <a:cxn ang="0">
                  <a:pos x="6264" y="2702"/>
                </a:cxn>
                <a:cxn ang="0">
                  <a:pos x="4968" y="2645"/>
                </a:cxn>
                <a:cxn ang="0">
                  <a:pos x="3740" y="2534"/>
                </a:cxn>
                <a:cxn ang="0">
                  <a:pos x="2603" y="2367"/>
                </a:cxn>
                <a:cxn ang="0">
                  <a:pos x="1584" y="2147"/>
                </a:cxn>
                <a:cxn ang="0">
                  <a:pos x="708" y="1871"/>
                </a:cxn>
                <a:cxn ang="0">
                  <a:pos x="0" y="1543"/>
                </a:cxn>
                <a:cxn ang="0">
                  <a:pos x="341" y="1635"/>
                </a:cxn>
                <a:cxn ang="0">
                  <a:pos x="1155" y="1920"/>
                </a:cxn>
                <a:cxn ang="0">
                  <a:pos x="2121" y="2151"/>
                </a:cxn>
                <a:cxn ang="0">
                  <a:pos x="3215" y="2331"/>
                </a:cxn>
                <a:cxn ang="0">
                  <a:pos x="4413" y="2457"/>
                </a:cxn>
                <a:cxn ang="0">
                  <a:pos x="5686" y="2531"/>
                </a:cxn>
                <a:cxn ang="0">
                  <a:pos x="7011" y="2550"/>
                </a:cxn>
                <a:cxn ang="0">
                  <a:pos x="8361" y="2515"/>
                </a:cxn>
                <a:cxn ang="0">
                  <a:pos x="9712" y="2426"/>
                </a:cxn>
                <a:cxn ang="0">
                  <a:pos x="11037" y="2283"/>
                </a:cxn>
                <a:cxn ang="0">
                  <a:pos x="12311" y="2084"/>
                </a:cxn>
                <a:cxn ang="0">
                  <a:pos x="13509" y="1831"/>
                </a:cxn>
                <a:cxn ang="0">
                  <a:pos x="14604" y="1522"/>
                </a:cxn>
                <a:cxn ang="0">
                  <a:pos x="15571" y="1158"/>
                </a:cxn>
                <a:cxn ang="0">
                  <a:pos x="16386" y="737"/>
                </a:cxn>
                <a:cxn ang="0">
                  <a:pos x="17021" y="260"/>
                </a:cxn>
              </a:cxnLst>
              <a:rect l="0" t="0" r="r" b="b"/>
              <a:pathLst>
                <a:path w="17264" h="2710">
                  <a:moveTo>
                    <a:pt x="17264" y="0"/>
                  </a:moveTo>
                  <a:lnTo>
                    <a:pt x="17264" y="180"/>
                  </a:lnTo>
                  <a:lnTo>
                    <a:pt x="17010" y="442"/>
                  </a:lnTo>
                  <a:lnTo>
                    <a:pt x="16706" y="689"/>
                  </a:lnTo>
                  <a:lnTo>
                    <a:pt x="16354" y="923"/>
                  </a:lnTo>
                  <a:lnTo>
                    <a:pt x="15959" y="1141"/>
                  </a:lnTo>
                  <a:lnTo>
                    <a:pt x="15524" y="1345"/>
                  </a:lnTo>
                  <a:lnTo>
                    <a:pt x="15050" y="1535"/>
                  </a:lnTo>
                  <a:lnTo>
                    <a:pt x="14543" y="1710"/>
                  </a:lnTo>
                  <a:lnTo>
                    <a:pt x="14003" y="1871"/>
                  </a:lnTo>
                  <a:lnTo>
                    <a:pt x="13437" y="2018"/>
                  </a:lnTo>
                  <a:lnTo>
                    <a:pt x="12844" y="2151"/>
                  </a:lnTo>
                  <a:lnTo>
                    <a:pt x="12232" y="2269"/>
                  </a:lnTo>
                  <a:lnTo>
                    <a:pt x="11599" y="2374"/>
                  </a:lnTo>
                  <a:lnTo>
                    <a:pt x="10952" y="2464"/>
                  </a:lnTo>
                  <a:lnTo>
                    <a:pt x="10294" y="2540"/>
                  </a:lnTo>
                  <a:lnTo>
                    <a:pt x="9625" y="2602"/>
                  </a:lnTo>
                  <a:lnTo>
                    <a:pt x="8951" y="2649"/>
                  </a:lnTo>
                  <a:lnTo>
                    <a:pt x="8275" y="2684"/>
                  </a:lnTo>
                  <a:lnTo>
                    <a:pt x="7599" y="2704"/>
                  </a:lnTo>
                  <a:lnTo>
                    <a:pt x="6928" y="2710"/>
                  </a:lnTo>
                  <a:lnTo>
                    <a:pt x="6264" y="2702"/>
                  </a:lnTo>
                  <a:lnTo>
                    <a:pt x="5609" y="2681"/>
                  </a:lnTo>
                  <a:lnTo>
                    <a:pt x="4968" y="2645"/>
                  </a:lnTo>
                  <a:lnTo>
                    <a:pt x="4344" y="2597"/>
                  </a:lnTo>
                  <a:lnTo>
                    <a:pt x="3740" y="2534"/>
                  </a:lnTo>
                  <a:lnTo>
                    <a:pt x="3158" y="2457"/>
                  </a:lnTo>
                  <a:lnTo>
                    <a:pt x="2603" y="2367"/>
                  </a:lnTo>
                  <a:lnTo>
                    <a:pt x="2077" y="2264"/>
                  </a:lnTo>
                  <a:lnTo>
                    <a:pt x="1584" y="2147"/>
                  </a:lnTo>
                  <a:lnTo>
                    <a:pt x="1126" y="2016"/>
                  </a:lnTo>
                  <a:lnTo>
                    <a:pt x="708" y="1871"/>
                  </a:lnTo>
                  <a:lnTo>
                    <a:pt x="331" y="1714"/>
                  </a:lnTo>
                  <a:lnTo>
                    <a:pt x="0" y="1543"/>
                  </a:lnTo>
                  <a:lnTo>
                    <a:pt x="0" y="1474"/>
                  </a:lnTo>
                  <a:lnTo>
                    <a:pt x="341" y="1635"/>
                  </a:lnTo>
                  <a:lnTo>
                    <a:pt x="727" y="1784"/>
                  </a:lnTo>
                  <a:lnTo>
                    <a:pt x="1155" y="1920"/>
                  </a:lnTo>
                  <a:lnTo>
                    <a:pt x="1621" y="2042"/>
                  </a:lnTo>
                  <a:lnTo>
                    <a:pt x="2121" y="2151"/>
                  </a:lnTo>
                  <a:lnTo>
                    <a:pt x="2654" y="2249"/>
                  </a:lnTo>
                  <a:lnTo>
                    <a:pt x="3215" y="2331"/>
                  </a:lnTo>
                  <a:lnTo>
                    <a:pt x="3803" y="2401"/>
                  </a:lnTo>
                  <a:lnTo>
                    <a:pt x="4413" y="2457"/>
                  </a:lnTo>
                  <a:lnTo>
                    <a:pt x="5041" y="2500"/>
                  </a:lnTo>
                  <a:lnTo>
                    <a:pt x="5686" y="2531"/>
                  </a:lnTo>
                  <a:lnTo>
                    <a:pt x="6343" y="2547"/>
                  </a:lnTo>
                  <a:lnTo>
                    <a:pt x="7011" y="2550"/>
                  </a:lnTo>
                  <a:lnTo>
                    <a:pt x="7685" y="2539"/>
                  </a:lnTo>
                  <a:lnTo>
                    <a:pt x="8361" y="2515"/>
                  </a:lnTo>
                  <a:lnTo>
                    <a:pt x="9039" y="2478"/>
                  </a:lnTo>
                  <a:lnTo>
                    <a:pt x="9712" y="2426"/>
                  </a:lnTo>
                  <a:lnTo>
                    <a:pt x="10379" y="2361"/>
                  </a:lnTo>
                  <a:lnTo>
                    <a:pt x="11037" y="2283"/>
                  </a:lnTo>
                  <a:lnTo>
                    <a:pt x="11682" y="2190"/>
                  </a:lnTo>
                  <a:lnTo>
                    <a:pt x="12311" y="2084"/>
                  </a:lnTo>
                  <a:lnTo>
                    <a:pt x="12921" y="1964"/>
                  </a:lnTo>
                  <a:lnTo>
                    <a:pt x="13509" y="1831"/>
                  </a:lnTo>
                  <a:lnTo>
                    <a:pt x="14070" y="1683"/>
                  </a:lnTo>
                  <a:lnTo>
                    <a:pt x="14604" y="1522"/>
                  </a:lnTo>
                  <a:lnTo>
                    <a:pt x="15105" y="1347"/>
                  </a:lnTo>
                  <a:lnTo>
                    <a:pt x="15571" y="1158"/>
                  </a:lnTo>
                  <a:lnTo>
                    <a:pt x="15999" y="954"/>
                  </a:lnTo>
                  <a:lnTo>
                    <a:pt x="16386" y="737"/>
                  </a:lnTo>
                  <a:lnTo>
                    <a:pt x="16728" y="506"/>
                  </a:lnTo>
                  <a:lnTo>
                    <a:pt x="17021" y="260"/>
                  </a:lnTo>
                  <a:lnTo>
                    <a:pt x="1726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20D49C2-E30F-46A5-925C-3B4BB57A1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39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392" name="Group 11"/>
          <p:cNvGrpSpPr>
            <a:grpSpLocks/>
          </p:cNvGrpSpPr>
          <p:nvPr/>
        </p:nvGrpSpPr>
        <p:grpSpPr bwMode="auto">
          <a:xfrm>
            <a:off x="0" y="2854326"/>
            <a:ext cx="4775200" cy="4003675"/>
            <a:chOff x="0" y="2533588"/>
            <a:chExt cx="8022336" cy="8966516"/>
          </a:xfrm>
        </p:grpSpPr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0" y="2533588"/>
              <a:ext cx="4128517" cy="2513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0" y="4979648"/>
              <a:ext cx="3182621" cy="6520456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0" y="3372643"/>
              <a:ext cx="2894584" cy="2154524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1504189" y="5587609"/>
              <a:ext cx="6518147" cy="5912495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1155701" y="5800928"/>
              <a:ext cx="3420872" cy="5699176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406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768D5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AF973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AF9738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rgbClr val="AF9738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rgbClr val="AF9738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rgbClr val="AF97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86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5919C9-527C-42D6-78AD-82E417A3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B73E3-B7BA-D6C9-3624-95D8CA9BC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200" dirty="0">
                <a:solidFill>
                  <a:srgbClr val="00B0F0"/>
                </a:solidFill>
              </a:rPr>
              <a:t>Splitting quantities </a:t>
            </a:r>
          </a:p>
          <a:p>
            <a:pPr marL="0" indent="0">
              <a:buNone/>
            </a:pPr>
            <a:endParaRPr lang="en-US" sz="32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B0F0"/>
                </a:solidFill>
              </a:rPr>
              <a:t> Use division to determine values from a given ratio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rgbClr val="00B0F0"/>
                </a:solidFill>
              </a:rPr>
              <a:t>Simplify ratios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rgbClr val="00B0F0"/>
                </a:solidFill>
              </a:rPr>
              <a:t>Dividing parts 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D383-7573-6CFE-8C6D-27BB1D7D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Simplifying ratios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FBC45-DE81-4567-9698-47E83BCA8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67735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I do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4 : 8 </a:t>
            </a:r>
          </a:p>
          <a:p>
            <a:pPr marL="0" indent="0" algn="ctr">
              <a:buNone/>
            </a:pPr>
            <a:r>
              <a:rPr lang="en-US" sz="3600" dirty="0"/>
              <a:t>10 : 15 </a:t>
            </a:r>
          </a:p>
          <a:p>
            <a:pPr marL="0" indent="0" algn="ctr">
              <a:buNone/>
            </a:pPr>
            <a:r>
              <a:rPr lang="en-US" sz="3600" dirty="0"/>
              <a:t>21 : 3  </a:t>
            </a:r>
          </a:p>
          <a:p>
            <a:pPr marL="0" indent="0" algn="ctr">
              <a:buNone/>
            </a:pPr>
            <a:r>
              <a:rPr lang="en-US" sz="3600" dirty="0"/>
              <a:t>3cm : 50mm</a:t>
            </a:r>
            <a:endParaRPr lang="en-AU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3155D6-9867-40D9-0B32-4D65FED39445}"/>
              </a:ext>
            </a:extLst>
          </p:cNvPr>
          <p:cNvSpPr txBox="1">
            <a:spLocks/>
          </p:cNvSpPr>
          <p:nvPr/>
        </p:nvSpPr>
        <p:spPr>
          <a:xfrm>
            <a:off x="4965946" y="1806174"/>
            <a:ext cx="27665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We do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6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12 : 6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18 : 24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120 : 30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12hrs : 1 day</a:t>
            </a:r>
            <a:endParaRPr lang="en-AU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64B1E9-3D66-EA3C-6BFF-FF2259394A88}"/>
              </a:ext>
            </a:extLst>
          </p:cNvPr>
          <p:cNvSpPr txBox="1">
            <a:spLocks/>
          </p:cNvSpPr>
          <p:nvPr/>
        </p:nvSpPr>
        <p:spPr>
          <a:xfrm>
            <a:off x="8909481" y="1806174"/>
            <a:ext cx="22601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You do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6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6 : 24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25 : 15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20 : 50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30c : $3 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24917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2B5E-70D5-C0FD-DD52-705D0C32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much rent?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18443-5C7A-D09C-365F-B7639F75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and 2 mates are paying different amounts in rent. You get the master bedroom, so you pay a little more, Joe pays a little less.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You : Joe : Sam </a:t>
            </a:r>
          </a:p>
          <a:p>
            <a:pPr marL="514350" indent="-514350" algn="ctr">
              <a:buAutoNum type="arabicPlain" startAt="4"/>
            </a:pPr>
            <a:r>
              <a:rPr lang="en-US" dirty="0"/>
              <a:t>:   2  :    3</a:t>
            </a:r>
          </a:p>
          <a:p>
            <a:pPr marL="0" indent="0" algn="ctr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If the rent is $450 per week, how much do you each pay?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066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412777"/>
            <a:ext cx="868680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Steps to Success</a:t>
            </a: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Add together the total number of parts of the ratio 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Divide the given amount by the total number of parts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Multiply the answer by each ratio amount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b="1" dirty="0">
              <a:solidFill>
                <a:srgbClr val="00B0F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b="1" dirty="0">
                <a:solidFill>
                  <a:srgbClr val="00B0F0"/>
                </a:solidFill>
              </a:rPr>
              <a:t>Check that your answers add up to the same total given in the question</a:t>
            </a: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2064" y="113379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rgbClr val="9CB084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Objectives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9CB084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be able to simplify ratios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be able to divide an amount by a given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4CE-6A21-A7FA-8C35-8B5796CB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19EB-4F20-771B-20E2-399DD1B2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2828926"/>
            <a:ext cx="10972800" cy="4525963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sz="3200" dirty="0"/>
              <a:t>Share 100 in the ratio of 4 : 6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36 in the ratio of 4 : 5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44 in the ratio 9 : 2 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B7C59-1607-7D6C-B97F-583879095B59}"/>
              </a:ext>
            </a:extLst>
          </p:cNvPr>
          <p:cNvSpPr txBox="1"/>
          <p:nvPr/>
        </p:nvSpPr>
        <p:spPr>
          <a:xfrm>
            <a:off x="6724650" y="596348"/>
            <a:ext cx="52101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together the total number of parts of the ratio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the given amount by the total number of parts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Multiply the answer by each ratio amount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 that your answers add up to the same total given in the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38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4CE-6A21-A7FA-8C35-8B5796CB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19EB-4F20-771B-20E2-399DD1B2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2828926"/>
            <a:ext cx="10972800" cy="4525963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sz="3200" dirty="0"/>
              <a:t>Share 99 in the ratio of 5 : 6 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21 in the ratio of 1 : 2 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Share 24 in the ratio 4 : 3 : 1  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B7C59-1607-7D6C-B97F-583879095B59}"/>
              </a:ext>
            </a:extLst>
          </p:cNvPr>
          <p:cNvSpPr txBox="1"/>
          <p:nvPr/>
        </p:nvSpPr>
        <p:spPr>
          <a:xfrm>
            <a:off x="6724650" y="596348"/>
            <a:ext cx="52101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together the total number of parts of the ratio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the given amount by the total number of parts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Multiply the answer by each ratio amount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 that your answers add up to the same total given in the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36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A33A-896B-A64D-F7BB-04247DFD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90768-85B3-948D-FDF7-A4EBBF8E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AU" sz="3600" dirty="0"/>
              <a:t>Share 20 into the ratio 2 : 8 </a:t>
            </a:r>
          </a:p>
          <a:p>
            <a:pPr marL="742950" indent="-742950">
              <a:buAutoNum type="alphaLcParenR"/>
            </a:pPr>
            <a:endParaRPr lang="en-AU" sz="3600" dirty="0"/>
          </a:p>
          <a:p>
            <a:pPr marL="742950" indent="-742950">
              <a:buAutoNum type="alphaLcParenR"/>
            </a:pPr>
            <a:r>
              <a:rPr lang="en-AU" sz="3600" dirty="0"/>
              <a:t>Share 40 into the ratio 5 : 3 </a:t>
            </a:r>
          </a:p>
          <a:p>
            <a:pPr marL="742950" indent="-742950">
              <a:buAutoNum type="alphaLcParenR"/>
            </a:pPr>
            <a:endParaRPr lang="en-AU" sz="3600" dirty="0"/>
          </a:p>
          <a:p>
            <a:pPr marL="742950" indent="-742950">
              <a:buAutoNum type="alphaLcParenR"/>
            </a:pPr>
            <a:r>
              <a:rPr lang="en-AU" sz="3600" dirty="0"/>
              <a:t>Share 25 into the ratio 2 : 3 </a:t>
            </a:r>
          </a:p>
        </p:txBody>
      </p:sp>
    </p:spTree>
    <p:extLst>
      <p:ext uri="{BB962C8B-B14F-4D97-AF65-F5344CB8AC3E}">
        <p14:creationId xmlns:p14="http://schemas.microsoft.com/office/powerpoint/2010/main" val="34887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2B5E-70D5-C0FD-DD52-705D0C32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much rent?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18443-5C7A-D09C-365F-B7639F75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and 2 mates are paying different amounts in rent. You get the master bedroom, so you pay a little more, Joe pays a little less.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You : Joe : Sam </a:t>
            </a:r>
          </a:p>
          <a:p>
            <a:pPr marL="514350" indent="-514350" algn="ctr">
              <a:buAutoNum type="arabicPlain" startAt="4"/>
            </a:pPr>
            <a:r>
              <a:rPr lang="en-US" dirty="0"/>
              <a:t>:   2  :    3</a:t>
            </a:r>
          </a:p>
          <a:p>
            <a:pPr marL="0" indent="0" algn="ctr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If the rent is $450 per week, how much do you each pay?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11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EC3EC-D31B-D0E8-7B7C-88DDD326C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935926"/>
            <a:ext cx="10972800" cy="3378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A9BDB-8C9D-DF7D-5364-D3A4FFFCA928}"/>
              </a:ext>
            </a:extLst>
          </p:cNvPr>
          <p:cNvSpPr txBox="1"/>
          <p:nvPr/>
        </p:nvSpPr>
        <p:spPr>
          <a:xfrm>
            <a:off x="1428750" y="549518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do – exercise books </a:t>
            </a:r>
            <a:endParaRPr kumimoji="0" lang="en-AU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65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C477-FBD2-23C3-FE63-5444F335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A30A5-982F-4A5E-B5E7-0327D8006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053540"/>
            <a:ext cx="10972800" cy="4009143"/>
          </a:xfrm>
        </p:spPr>
      </p:pic>
    </p:spTree>
    <p:extLst>
      <p:ext uri="{BB962C8B-B14F-4D97-AF65-F5344CB8AC3E}">
        <p14:creationId xmlns:p14="http://schemas.microsoft.com/office/powerpoint/2010/main" val="392023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1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How did you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1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or almost all answers correct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15" y="5157193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23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Majority of answers incorrect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51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answers correct, some errors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295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35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7347-81D3-E823-6311-FB5B3511F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1674-9760-7058-84B7-56A32BA31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“Ratio worksheet”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24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385378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457</Words>
  <Application>Microsoft Office PowerPoint</Application>
  <PresentationFormat>Widescreen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Wingdings</vt:lpstr>
      <vt:lpstr>Office Theme</vt:lpstr>
      <vt:lpstr>10385378</vt:lpstr>
      <vt:lpstr>1_Office Theme</vt:lpstr>
      <vt:lpstr>Lesson objective </vt:lpstr>
      <vt:lpstr>Simplifying ratios </vt:lpstr>
      <vt:lpstr>How much rent? </vt:lpstr>
      <vt:lpstr>Dividing by a ratio</vt:lpstr>
      <vt:lpstr>I do </vt:lpstr>
      <vt:lpstr>We do  </vt:lpstr>
      <vt:lpstr>Whiteboards </vt:lpstr>
      <vt:lpstr>How much rent? </vt:lpstr>
      <vt:lpstr>PowerPoint Presentation</vt:lpstr>
      <vt:lpstr>PowerPoint Presentation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</cp:revision>
  <dcterms:created xsi:type="dcterms:W3CDTF">2022-07-20T03:22:23Z</dcterms:created>
  <dcterms:modified xsi:type="dcterms:W3CDTF">2022-07-20T03:35:03Z</dcterms:modified>
</cp:coreProperties>
</file>