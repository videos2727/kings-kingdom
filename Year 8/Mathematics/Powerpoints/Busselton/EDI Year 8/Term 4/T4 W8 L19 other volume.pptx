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72" r:id="rId4"/>
    <p:sldId id="273" r:id="rId5"/>
    <p:sldId id="274" r:id="rId6"/>
    <p:sldId id="276" r:id="rId7"/>
    <p:sldId id="277" r:id="rId8"/>
    <p:sldId id="266" r:id="rId9"/>
    <p:sldId id="381" r:id="rId10"/>
    <p:sldId id="380" r:id="rId11"/>
    <p:sldId id="382" r:id="rId12"/>
    <p:sldId id="383" r:id="rId13"/>
    <p:sldId id="384" r:id="rId14"/>
    <p:sldId id="385" r:id="rId15"/>
    <p:sldId id="278" r:id="rId16"/>
    <p:sldId id="38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57262-9C74-CBCD-470F-7DC060318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5FB479-9124-6DAA-E7F7-4AEF9AD8D2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0691B-97AB-B83E-5C15-7AE6856C5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DC1C-42AB-4AA5-B181-42D37A9FDD6C}" type="datetimeFigureOut">
              <a:rPr lang="en-AU" smtClean="0"/>
              <a:t>29/11/2022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A06FF-70F8-6AB6-706B-7CD96D1D6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E09F2-1DEF-1AD5-75DF-B2EDF559D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2A15A-0960-42A8-ACD7-87856FB2DD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8707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E214B-E4AE-08AA-BA16-C2689A86B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7193A-CE31-674E-BE30-5846AAD02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02F5B-E2E1-A16B-FF5B-B6CC8EC4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DC1C-42AB-4AA5-B181-42D37A9FDD6C}" type="datetimeFigureOut">
              <a:rPr lang="en-AU" smtClean="0"/>
              <a:t>29/11/2022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DC0EE-B6EA-8364-5EDC-03521C0E7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056E8-88CD-2C08-0137-FC4D68436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2A15A-0960-42A8-ACD7-87856FB2DD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3864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39E71-2ED8-2E4A-ACF2-F0EC8129F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88035-0224-625A-790F-DC0FB64FE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019C2-39D8-84F7-5AEC-6BCAB1341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DC1C-42AB-4AA5-B181-42D37A9FDD6C}" type="datetimeFigureOut">
              <a:rPr lang="en-AU" smtClean="0"/>
              <a:t>29/11/2022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A3117-8371-DA44-A0D9-F52995F45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3B77F-4594-8CBB-B601-2339758E0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2A15A-0960-42A8-ACD7-87856FB2DD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235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60BCB-3BF4-85EB-7996-083847DB0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37CAE-0A1A-1C19-5AC3-A666C49F8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F5B63F-16D3-B432-358B-2A5154473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C16FFC-D68B-768D-7392-8727FA073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DC1C-42AB-4AA5-B181-42D37A9FDD6C}" type="datetimeFigureOut">
              <a:rPr lang="en-AU" smtClean="0"/>
              <a:t>29/11/2022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027D7-9DB2-EF06-F67B-1577E0253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936DB7-EF9C-183B-4081-D224D50A0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2A15A-0960-42A8-ACD7-87856FB2DD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9221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3969C-54CF-7900-8D16-F1FD697AB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A7CE3-0D0B-39CB-53A7-804EAECFC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AD5BCF-7491-FEF0-72D7-CFB38AA09D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1C26CB-65DE-C24B-2938-DB539ED2C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CB3E05-5094-29E6-A451-9E3BBB7F2A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638695-74C8-51FD-EEC2-381407DD3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DC1C-42AB-4AA5-B181-42D37A9FDD6C}" type="datetimeFigureOut">
              <a:rPr lang="en-AU" smtClean="0"/>
              <a:t>29/11/2022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F93A3D-77BF-9FA1-336A-D02E250E8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6E02A1-C14B-6468-245E-4424118E3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2A15A-0960-42A8-ACD7-87856FB2DD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9593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B8EDF-B794-7AD2-FE8E-BB3AB588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929D91-B11D-FBE6-9678-07C249AA6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DC1C-42AB-4AA5-B181-42D37A9FDD6C}" type="datetimeFigureOut">
              <a:rPr lang="en-AU" smtClean="0"/>
              <a:t>29/11/2022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02CA1C-203D-B045-744E-D08C92879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9D162A-4BED-BE89-41CA-78C6DA927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2A15A-0960-42A8-ACD7-87856FB2DD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673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BAAAF7-18F6-C22D-CB81-DDA85D0EB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DC1C-42AB-4AA5-B181-42D37A9FDD6C}" type="datetimeFigureOut">
              <a:rPr lang="en-AU" smtClean="0"/>
              <a:t>29/11/2022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31D931-F9B3-C553-3677-CF8DEB73B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21C40-9CA8-512C-282F-1C72AAEFF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2A15A-0960-42A8-ACD7-87856FB2DD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9175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D600E-67B8-0338-98EE-122397B56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1502F-6849-62E5-791E-25C7C780E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133997-2177-44EB-365E-B9BE403C8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07ECF-1484-6157-70E5-17D2920E4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DC1C-42AB-4AA5-B181-42D37A9FDD6C}" type="datetimeFigureOut">
              <a:rPr lang="en-AU" smtClean="0"/>
              <a:t>29/11/2022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E69A9-FBCF-A54A-14A3-1723DCCBB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CDF7F-4CC1-2925-EF61-EA39BEDA1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2A15A-0960-42A8-ACD7-87856FB2DD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3055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D21DC-A41D-A982-0E7B-ACB94EC5B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54377B-0537-EC42-3293-7CB806DE2A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1ACD13-3D29-BE0F-5170-84108A44A6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C2EA22-5DA8-B4FE-14C0-B3660B269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DC1C-42AB-4AA5-B181-42D37A9FDD6C}" type="datetimeFigureOut">
              <a:rPr lang="en-AU" smtClean="0"/>
              <a:t>29/11/2022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BE8A20-1058-BC5B-0325-27AF8C874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197D1A-B71D-D4E7-96B9-BA44E4160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2A15A-0960-42A8-ACD7-87856FB2DD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8363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F7547-DDB9-6EE1-C184-AB36B312F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04D050-5FB0-EAAC-2DD0-5D3B71383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6C76B-5A5B-2DDB-B6F5-10AC8FB37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DC1C-42AB-4AA5-B181-42D37A9FDD6C}" type="datetimeFigureOut">
              <a:rPr lang="en-AU" smtClean="0"/>
              <a:t>29/11/2022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99247-A494-F619-DAAA-F8B444360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E2C48-44EC-614F-4515-6A24ECCEB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2A15A-0960-42A8-ACD7-87856FB2DD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4673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ACD47C-4483-BEFE-4BA3-2E58CC9B4C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A05DDE-943B-2C88-D687-2CB8E360B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9B12F-EFBE-4943-408C-5DBC9D7E9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DC1C-42AB-4AA5-B181-42D37A9FDD6C}" type="datetimeFigureOut">
              <a:rPr lang="en-AU" smtClean="0"/>
              <a:t>29/11/2022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8507B-EA04-A583-885B-A6CD7CC78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37778-8569-9D86-96F7-702196933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2A15A-0960-42A8-ACD7-87856FB2DD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8484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3">
            <a:extLst>
              <a:ext uri="{FF2B5EF4-FFF2-40B4-BE49-F238E27FC236}">
                <a16:creationId xmlns:a16="http://schemas.microsoft.com/office/drawing/2014/main" id="{F5369593-0D12-4915-9DCB-848C6D88D017}"/>
              </a:ext>
            </a:extLst>
          </p:cNvPr>
          <p:cNvSpPr>
            <a:spLocks/>
          </p:cNvSpPr>
          <p:nvPr/>
        </p:nvSpPr>
        <p:spPr bwMode="auto">
          <a:xfrm>
            <a:off x="-42333" y="4321175"/>
            <a:ext cx="1860551" cy="781050"/>
          </a:xfrm>
          <a:custGeom>
            <a:avLst/>
            <a:gdLst>
              <a:gd name="T0" fmla="*/ 5799 w 8042"/>
              <a:gd name="T1" fmla="*/ 10000 h 10000"/>
              <a:gd name="T2" fmla="*/ 5961 w 8042"/>
              <a:gd name="T3" fmla="*/ 9880 h 10000"/>
              <a:gd name="T4" fmla="*/ 5988 w 8042"/>
              <a:gd name="T5" fmla="*/ 9820 h 10000"/>
              <a:gd name="T6" fmla="*/ 8042 w 8042"/>
              <a:gd name="T7" fmla="*/ 5260 h 10000"/>
              <a:gd name="T8" fmla="*/ 8042 w 8042"/>
              <a:gd name="T9" fmla="*/ 4721 h 10000"/>
              <a:gd name="T10" fmla="*/ 5988 w 8042"/>
              <a:gd name="T11" fmla="*/ 221 h 10000"/>
              <a:gd name="T12" fmla="*/ 5961 w 8042"/>
              <a:gd name="T13" fmla="*/ 160 h 10000"/>
              <a:gd name="T14" fmla="*/ 5799 w 8042"/>
              <a:gd name="T15" fmla="*/ 41 h 10000"/>
              <a:gd name="T16" fmla="*/ 18 w 8042"/>
              <a:gd name="T17" fmla="*/ 0 h 10000"/>
              <a:gd name="T18" fmla="*/ 0 w 8042"/>
              <a:gd name="T19" fmla="*/ 9991 h 10000"/>
              <a:gd name="T20" fmla="*/ 5799 w 8042"/>
              <a:gd name="T21" fmla="*/ 10000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889" y="2514601"/>
            <a:ext cx="880060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889" y="4777381"/>
            <a:ext cx="8800601" cy="1126283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05632C0-DCBB-4C50-95FC-EE156B509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5CD3CB8-3EE6-438D-8745-EDE6A5B3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56C1B56-42BC-4AF0-94F6-C156EF2FC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5151" y="4529139"/>
            <a:ext cx="778933" cy="365125"/>
          </a:xfrm>
        </p:spPr>
        <p:txBody>
          <a:bodyPr/>
          <a:lstStyle>
            <a:lvl1pPr>
              <a:defRPr/>
            </a:lvl1pPr>
          </a:lstStyle>
          <a:p>
            <a:fld id="{002BD9DF-85F0-4E21-9ADE-8D722A7843E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90989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F492AF57-0FCA-4FFB-BCD3-C6B95A67A7D7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811867" cy="508000"/>
          </a:xfrm>
          <a:custGeom>
            <a:avLst/>
            <a:gdLst>
              <a:gd name="T0" fmla="*/ 7908 w 7908"/>
              <a:gd name="T1" fmla="*/ 4694 h 10000"/>
              <a:gd name="T2" fmla="*/ 6575 w 7908"/>
              <a:gd name="T3" fmla="*/ 188 h 10000"/>
              <a:gd name="T4" fmla="*/ 6546 w 7908"/>
              <a:gd name="T5" fmla="*/ 94 h 10000"/>
              <a:gd name="T6" fmla="*/ 6463 w 7908"/>
              <a:gd name="T7" fmla="*/ 0 h 10000"/>
              <a:gd name="T8" fmla="*/ 5935 w 7908"/>
              <a:gd name="T9" fmla="*/ 0 h 10000"/>
              <a:gd name="T10" fmla="*/ 0 w 7908"/>
              <a:gd name="T11" fmla="*/ 62 h 10000"/>
              <a:gd name="T12" fmla="*/ 0 w 7908"/>
              <a:gd name="T13" fmla="*/ 10000 h 10000"/>
              <a:gd name="T14" fmla="*/ 5935 w 7908"/>
              <a:gd name="T15" fmla="*/ 9952 h 10000"/>
              <a:gd name="T16" fmla="*/ 6463 w 7908"/>
              <a:gd name="T17" fmla="*/ 9952 h 10000"/>
              <a:gd name="T18" fmla="*/ 6546 w 7908"/>
              <a:gd name="T19" fmla="*/ 9859 h 10000"/>
              <a:gd name="T20" fmla="*/ 6575 w 7908"/>
              <a:gd name="T21" fmla="*/ 9764 h 10000"/>
              <a:gd name="T22" fmla="*/ 7908 w 7908"/>
              <a:gd name="T23" fmla="*/ 5258 h 10000"/>
              <a:gd name="T24" fmla="*/ 7908 w 7908"/>
              <a:gd name="T25" fmla="*/ 4694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02" y="624110"/>
            <a:ext cx="87855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888" y="2133600"/>
            <a:ext cx="8789313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FB5FBBA-4582-46D8-B353-DE89782C5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9AA7D59-F01D-4667-B29E-7EF1331F4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9CFACEB-42B7-49B1-AC35-D9AA2DBC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9D0012-B895-4DE1-9753-0673B2DB6AE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81929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19317EF3-AEE6-4B24-9F7B-9E73DB245094}"/>
              </a:ext>
            </a:extLst>
          </p:cNvPr>
          <p:cNvSpPr>
            <a:spLocks/>
          </p:cNvSpPr>
          <p:nvPr/>
        </p:nvSpPr>
        <p:spPr bwMode="auto">
          <a:xfrm flipV="1">
            <a:off x="0" y="3167063"/>
            <a:ext cx="1811867" cy="508000"/>
          </a:xfrm>
          <a:custGeom>
            <a:avLst/>
            <a:gdLst>
              <a:gd name="T0" fmla="*/ 7908 w 7908"/>
              <a:gd name="T1" fmla="*/ 4694 h 10000"/>
              <a:gd name="T2" fmla="*/ 6575 w 7908"/>
              <a:gd name="T3" fmla="*/ 188 h 10000"/>
              <a:gd name="T4" fmla="*/ 6546 w 7908"/>
              <a:gd name="T5" fmla="*/ 94 h 10000"/>
              <a:gd name="T6" fmla="*/ 6463 w 7908"/>
              <a:gd name="T7" fmla="*/ 0 h 10000"/>
              <a:gd name="T8" fmla="*/ 5935 w 7908"/>
              <a:gd name="T9" fmla="*/ 0 h 10000"/>
              <a:gd name="T10" fmla="*/ 0 w 7908"/>
              <a:gd name="T11" fmla="*/ 62 h 10000"/>
              <a:gd name="T12" fmla="*/ 0 w 7908"/>
              <a:gd name="T13" fmla="*/ 10000 h 10000"/>
              <a:gd name="T14" fmla="*/ 5935 w 7908"/>
              <a:gd name="T15" fmla="*/ 9952 h 10000"/>
              <a:gd name="T16" fmla="*/ 6463 w 7908"/>
              <a:gd name="T17" fmla="*/ 9952 h 10000"/>
              <a:gd name="T18" fmla="*/ 6546 w 7908"/>
              <a:gd name="T19" fmla="*/ 9859 h 10000"/>
              <a:gd name="T20" fmla="*/ 6575 w 7908"/>
              <a:gd name="T21" fmla="*/ 9764 h 10000"/>
              <a:gd name="T22" fmla="*/ 7908 w 7908"/>
              <a:gd name="T23" fmla="*/ 5258 h 10000"/>
              <a:gd name="T24" fmla="*/ 7908 w 7908"/>
              <a:gd name="T25" fmla="*/ 4694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888" y="2074562"/>
            <a:ext cx="8789313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888" y="3581400"/>
            <a:ext cx="8789313" cy="8604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A9D8B4D-AB53-4FA1-A387-E28851A1F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0280AC9-A263-4564-A15C-28AA2A209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6DF5FEF-CCBC-4518-A818-ECC5A3466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1567" y="3244851"/>
            <a:ext cx="781051" cy="365125"/>
          </a:xfrm>
        </p:spPr>
        <p:txBody>
          <a:bodyPr/>
          <a:lstStyle>
            <a:lvl1pPr>
              <a:defRPr/>
            </a:lvl1pPr>
          </a:lstStyle>
          <a:p>
            <a:fld id="{A14F2833-7F96-4019-A66B-3B6A2E7ACA5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71312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>
            <a:extLst>
              <a:ext uri="{FF2B5EF4-FFF2-40B4-BE49-F238E27FC236}">
                <a16:creationId xmlns:a16="http://schemas.microsoft.com/office/drawing/2014/main" id="{C5A28E45-72D7-48CC-AF35-1FC735240394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811867" cy="508000"/>
          </a:xfrm>
          <a:custGeom>
            <a:avLst/>
            <a:gdLst>
              <a:gd name="T0" fmla="*/ 7908 w 7908"/>
              <a:gd name="T1" fmla="*/ 4694 h 10000"/>
              <a:gd name="T2" fmla="*/ 6575 w 7908"/>
              <a:gd name="T3" fmla="*/ 188 h 10000"/>
              <a:gd name="T4" fmla="*/ 6546 w 7908"/>
              <a:gd name="T5" fmla="*/ 94 h 10000"/>
              <a:gd name="T6" fmla="*/ 6463 w 7908"/>
              <a:gd name="T7" fmla="*/ 0 h 10000"/>
              <a:gd name="T8" fmla="*/ 5935 w 7908"/>
              <a:gd name="T9" fmla="*/ 0 h 10000"/>
              <a:gd name="T10" fmla="*/ 0 w 7908"/>
              <a:gd name="T11" fmla="*/ 62 h 10000"/>
              <a:gd name="T12" fmla="*/ 0 w 7908"/>
              <a:gd name="T13" fmla="*/ 10000 h 10000"/>
              <a:gd name="T14" fmla="*/ 5935 w 7908"/>
              <a:gd name="T15" fmla="*/ 9952 h 10000"/>
              <a:gd name="T16" fmla="*/ 6463 w 7908"/>
              <a:gd name="T17" fmla="*/ 9952 h 10000"/>
              <a:gd name="T18" fmla="*/ 6546 w 7908"/>
              <a:gd name="T19" fmla="*/ 9859 h 10000"/>
              <a:gd name="T20" fmla="*/ 6575 w 7908"/>
              <a:gd name="T21" fmla="*/ 9764 h 10000"/>
              <a:gd name="T22" fmla="*/ 7908 w 7908"/>
              <a:gd name="T23" fmla="*/ 5258 h 10000"/>
              <a:gd name="T24" fmla="*/ 7908 w 7908"/>
              <a:gd name="T25" fmla="*/ 4694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 sz="180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889" y="2136707"/>
            <a:ext cx="4263375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16410" y="2136707"/>
            <a:ext cx="426279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8947E3FD-9DAD-400D-BF95-9E826FCDD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B5F0E96D-D575-40BC-928C-FCACDF4C4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BAB9721-60DE-4383-8CE1-CB09B2502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C4FECD-9129-4AFA-B575-DCFB919A184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428450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1">
            <a:extLst>
              <a:ext uri="{FF2B5EF4-FFF2-40B4-BE49-F238E27FC236}">
                <a16:creationId xmlns:a16="http://schemas.microsoft.com/office/drawing/2014/main" id="{604EAFC3-9A4D-4B5F-8402-2F2A3FF6ECE4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811867" cy="508000"/>
          </a:xfrm>
          <a:custGeom>
            <a:avLst/>
            <a:gdLst>
              <a:gd name="T0" fmla="*/ 7908 w 7908"/>
              <a:gd name="T1" fmla="*/ 4694 h 10000"/>
              <a:gd name="T2" fmla="*/ 6575 w 7908"/>
              <a:gd name="T3" fmla="*/ 188 h 10000"/>
              <a:gd name="T4" fmla="*/ 6546 w 7908"/>
              <a:gd name="T5" fmla="*/ 94 h 10000"/>
              <a:gd name="T6" fmla="*/ 6463 w 7908"/>
              <a:gd name="T7" fmla="*/ 0 h 10000"/>
              <a:gd name="T8" fmla="*/ 5935 w 7908"/>
              <a:gd name="T9" fmla="*/ 0 h 10000"/>
              <a:gd name="T10" fmla="*/ 0 w 7908"/>
              <a:gd name="T11" fmla="*/ 62 h 10000"/>
              <a:gd name="T12" fmla="*/ 0 w 7908"/>
              <a:gd name="T13" fmla="*/ 10000 h 10000"/>
              <a:gd name="T14" fmla="*/ 5935 w 7908"/>
              <a:gd name="T15" fmla="*/ 9952 h 10000"/>
              <a:gd name="T16" fmla="*/ 6463 w 7908"/>
              <a:gd name="T17" fmla="*/ 9952 h 10000"/>
              <a:gd name="T18" fmla="*/ 6546 w 7908"/>
              <a:gd name="T19" fmla="*/ 9859 h 10000"/>
              <a:gd name="T20" fmla="*/ 6575 w 7908"/>
              <a:gd name="T21" fmla="*/ 9764 h 10000"/>
              <a:gd name="T22" fmla="*/ 7908 w 7908"/>
              <a:gd name="T23" fmla="*/ 5258 h 10000"/>
              <a:gd name="T24" fmla="*/ 7908 w 7908"/>
              <a:gd name="T25" fmla="*/ 4694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 sz="180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0469" y="2226626"/>
            <a:ext cx="38327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887" y="2802889"/>
            <a:ext cx="4263376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41540" y="2223398"/>
            <a:ext cx="383098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11620" y="2799661"/>
            <a:ext cx="4260907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1C79A242-33A6-4C92-9769-E9D763D71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A5416B68-8AA9-4DF0-9FD4-BB078B01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FC69D24-6480-47C6-B187-BD7C3060A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871692-7433-4DC4-8F84-AB106D2C108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198874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8FB444D9-812E-47AE-B4E0-A137CC8B59E9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811867" cy="508000"/>
          </a:xfrm>
          <a:custGeom>
            <a:avLst/>
            <a:gdLst>
              <a:gd name="T0" fmla="*/ 7908 w 7908"/>
              <a:gd name="T1" fmla="*/ 4694 h 10000"/>
              <a:gd name="T2" fmla="*/ 6575 w 7908"/>
              <a:gd name="T3" fmla="*/ 188 h 10000"/>
              <a:gd name="T4" fmla="*/ 6546 w 7908"/>
              <a:gd name="T5" fmla="*/ 94 h 10000"/>
              <a:gd name="T6" fmla="*/ 6463 w 7908"/>
              <a:gd name="T7" fmla="*/ 0 h 10000"/>
              <a:gd name="T8" fmla="*/ 5935 w 7908"/>
              <a:gd name="T9" fmla="*/ 0 h 10000"/>
              <a:gd name="T10" fmla="*/ 0 w 7908"/>
              <a:gd name="T11" fmla="*/ 62 h 10000"/>
              <a:gd name="T12" fmla="*/ 0 w 7908"/>
              <a:gd name="T13" fmla="*/ 10000 h 10000"/>
              <a:gd name="T14" fmla="*/ 5935 w 7908"/>
              <a:gd name="T15" fmla="*/ 9952 h 10000"/>
              <a:gd name="T16" fmla="*/ 6463 w 7908"/>
              <a:gd name="T17" fmla="*/ 9952 h 10000"/>
              <a:gd name="T18" fmla="*/ 6546 w 7908"/>
              <a:gd name="T19" fmla="*/ 9859 h 10000"/>
              <a:gd name="T20" fmla="*/ 6575 w 7908"/>
              <a:gd name="T21" fmla="*/ 9764 h 10000"/>
              <a:gd name="T22" fmla="*/ 7908 w 7908"/>
              <a:gd name="T23" fmla="*/ 5258 h 10000"/>
              <a:gd name="T24" fmla="*/ 7908 w 7908"/>
              <a:gd name="T25" fmla="*/ 4694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3600" y="624110"/>
            <a:ext cx="87856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BB2466-248B-4B16-A821-57E5AA70D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6B2E42C-D603-460F-B44D-51A0C87FE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D38AEAE-4C25-4408-BF3B-9402F489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B494C7-92D7-47E8-AC4D-EE27D37087B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019162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>
            <a:extLst>
              <a:ext uri="{FF2B5EF4-FFF2-40B4-BE49-F238E27FC236}">
                <a16:creationId xmlns:a16="http://schemas.microsoft.com/office/drawing/2014/main" id="{B4A48676-9F97-457B-8EE0-3512ECA500F0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811867" cy="508000"/>
          </a:xfrm>
          <a:custGeom>
            <a:avLst/>
            <a:gdLst>
              <a:gd name="T0" fmla="*/ 7908 w 7908"/>
              <a:gd name="T1" fmla="*/ 4694 h 10000"/>
              <a:gd name="T2" fmla="*/ 6575 w 7908"/>
              <a:gd name="T3" fmla="*/ 188 h 10000"/>
              <a:gd name="T4" fmla="*/ 6546 w 7908"/>
              <a:gd name="T5" fmla="*/ 94 h 10000"/>
              <a:gd name="T6" fmla="*/ 6463 w 7908"/>
              <a:gd name="T7" fmla="*/ 0 h 10000"/>
              <a:gd name="T8" fmla="*/ 5935 w 7908"/>
              <a:gd name="T9" fmla="*/ 0 h 10000"/>
              <a:gd name="T10" fmla="*/ 0 w 7908"/>
              <a:gd name="T11" fmla="*/ 62 h 10000"/>
              <a:gd name="T12" fmla="*/ 0 w 7908"/>
              <a:gd name="T13" fmla="*/ 10000 h 10000"/>
              <a:gd name="T14" fmla="*/ 5935 w 7908"/>
              <a:gd name="T15" fmla="*/ 9952 h 10000"/>
              <a:gd name="T16" fmla="*/ 6463 w 7908"/>
              <a:gd name="T17" fmla="*/ 9952 h 10000"/>
              <a:gd name="T18" fmla="*/ 6546 w 7908"/>
              <a:gd name="T19" fmla="*/ 9859 h 10000"/>
              <a:gd name="T20" fmla="*/ 6575 w 7908"/>
              <a:gd name="T21" fmla="*/ 9764 h 10000"/>
              <a:gd name="T22" fmla="*/ 7908 w 7908"/>
              <a:gd name="T23" fmla="*/ 5258 h 10000"/>
              <a:gd name="T24" fmla="*/ 7908 w 7908"/>
              <a:gd name="T25" fmla="*/ 4694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 sz="1800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8F048CE5-64FE-42A0-ABB8-F54322C33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C1C5B7D3-A6A6-49EC-A8FC-ADBDEAA98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82A6337-0AC1-4F73-8129-2212C5BE6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2A61BA-0B69-4600-850A-8899B521674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97648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>
            <a:extLst>
              <a:ext uri="{FF2B5EF4-FFF2-40B4-BE49-F238E27FC236}">
                <a16:creationId xmlns:a16="http://schemas.microsoft.com/office/drawing/2014/main" id="{A364DC3A-E178-4CB9-BBBC-FFA0231B9B09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811867" cy="508000"/>
          </a:xfrm>
          <a:custGeom>
            <a:avLst/>
            <a:gdLst>
              <a:gd name="T0" fmla="*/ 7908 w 7908"/>
              <a:gd name="T1" fmla="*/ 4694 h 10000"/>
              <a:gd name="T2" fmla="*/ 6575 w 7908"/>
              <a:gd name="T3" fmla="*/ 188 h 10000"/>
              <a:gd name="T4" fmla="*/ 6546 w 7908"/>
              <a:gd name="T5" fmla="*/ 94 h 10000"/>
              <a:gd name="T6" fmla="*/ 6463 w 7908"/>
              <a:gd name="T7" fmla="*/ 0 h 10000"/>
              <a:gd name="T8" fmla="*/ 5935 w 7908"/>
              <a:gd name="T9" fmla="*/ 0 h 10000"/>
              <a:gd name="T10" fmla="*/ 0 w 7908"/>
              <a:gd name="T11" fmla="*/ 62 h 10000"/>
              <a:gd name="T12" fmla="*/ 0 w 7908"/>
              <a:gd name="T13" fmla="*/ 10000 h 10000"/>
              <a:gd name="T14" fmla="*/ 5935 w 7908"/>
              <a:gd name="T15" fmla="*/ 9952 h 10000"/>
              <a:gd name="T16" fmla="*/ 6463 w 7908"/>
              <a:gd name="T17" fmla="*/ 9952 h 10000"/>
              <a:gd name="T18" fmla="*/ 6546 w 7908"/>
              <a:gd name="T19" fmla="*/ 9859 h 10000"/>
              <a:gd name="T20" fmla="*/ 6575 w 7908"/>
              <a:gd name="T21" fmla="*/ 9764 h 10000"/>
              <a:gd name="T22" fmla="*/ 7908 w 7908"/>
              <a:gd name="T23" fmla="*/ 5258 h 10000"/>
              <a:gd name="T24" fmla="*/ 7908 w 7908"/>
              <a:gd name="T25" fmla="*/ 4694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887" y="446088"/>
            <a:ext cx="3506112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4659" y="446090"/>
            <a:ext cx="5054541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887" y="1598613"/>
            <a:ext cx="3506112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65C05433-6C7C-4889-B687-68D03602D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24D3432C-CCA1-4A9D-9B0A-361441E39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69420AEE-7273-473C-B7DF-FC5A32FD7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1EF5A0-4222-4A11-BB0B-F85CBAB49DE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643944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>
            <a:extLst>
              <a:ext uri="{FF2B5EF4-FFF2-40B4-BE49-F238E27FC236}">
                <a16:creationId xmlns:a16="http://schemas.microsoft.com/office/drawing/2014/main" id="{49130725-424E-409A-9AF0-E604C93B3D42}"/>
              </a:ext>
            </a:extLst>
          </p:cNvPr>
          <p:cNvSpPr>
            <a:spLocks/>
          </p:cNvSpPr>
          <p:nvPr/>
        </p:nvSpPr>
        <p:spPr bwMode="auto">
          <a:xfrm flipV="1">
            <a:off x="0" y="4910138"/>
            <a:ext cx="1811867" cy="508000"/>
          </a:xfrm>
          <a:custGeom>
            <a:avLst/>
            <a:gdLst>
              <a:gd name="T0" fmla="*/ 7908 w 7908"/>
              <a:gd name="T1" fmla="*/ 4694 h 10000"/>
              <a:gd name="T2" fmla="*/ 6575 w 7908"/>
              <a:gd name="T3" fmla="*/ 188 h 10000"/>
              <a:gd name="T4" fmla="*/ 6546 w 7908"/>
              <a:gd name="T5" fmla="*/ 94 h 10000"/>
              <a:gd name="T6" fmla="*/ 6463 w 7908"/>
              <a:gd name="T7" fmla="*/ 0 h 10000"/>
              <a:gd name="T8" fmla="*/ 5935 w 7908"/>
              <a:gd name="T9" fmla="*/ 0 h 10000"/>
              <a:gd name="T10" fmla="*/ 0 w 7908"/>
              <a:gd name="T11" fmla="*/ 62 h 10000"/>
              <a:gd name="T12" fmla="*/ 0 w 7908"/>
              <a:gd name="T13" fmla="*/ 10000 h 10000"/>
              <a:gd name="T14" fmla="*/ 5935 w 7908"/>
              <a:gd name="T15" fmla="*/ 9952 h 10000"/>
              <a:gd name="T16" fmla="*/ 6463 w 7908"/>
              <a:gd name="T17" fmla="*/ 9952 h 10000"/>
              <a:gd name="T18" fmla="*/ 6546 w 7908"/>
              <a:gd name="T19" fmla="*/ 9859 h 10000"/>
              <a:gd name="T20" fmla="*/ 6575 w 7908"/>
              <a:gd name="T21" fmla="*/ 9764 h 10000"/>
              <a:gd name="T22" fmla="*/ 7908 w 7908"/>
              <a:gd name="T23" fmla="*/ 5258 h 10000"/>
              <a:gd name="T24" fmla="*/ 7908 w 7908"/>
              <a:gd name="T25" fmla="*/ 4694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888" y="4800600"/>
            <a:ext cx="8789313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888" y="634965"/>
            <a:ext cx="8789313" cy="3854970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888" y="5367338"/>
            <a:ext cx="8789313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BEC1EAE7-2C27-4553-8C2D-01C3E5D81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AC7BBC7E-24E4-4547-BB08-3A026086D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8E19907-F977-4A3D-9B4C-80186ECDB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1567" y="4983164"/>
            <a:ext cx="781051" cy="365125"/>
          </a:xfrm>
        </p:spPr>
        <p:txBody>
          <a:bodyPr/>
          <a:lstStyle>
            <a:lvl1pPr>
              <a:defRPr/>
            </a:lvl1pPr>
          </a:lstStyle>
          <a:p>
            <a:fld id="{EF3EC405-6CA3-497B-B3CD-41302C972F5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518815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0F8D4731-E320-484A-8FB1-16E95B5C67A3}"/>
              </a:ext>
            </a:extLst>
          </p:cNvPr>
          <p:cNvSpPr>
            <a:spLocks/>
          </p:cNvSpPr>
          <p:nvPr/>
        </p:nvSpPr>
        <p:spPr bwMode="auto">
          <a:xfrm flipV="1">
            <a:off x="0" y="3167063"/>
            <a:ext cx="1811867" cy="508000"/>
          </a:xfrm>
          <a:custGeom>
            <a:avLst/>
            <a:gdLst>
              <a:gd name="T0" fmla="*/ 7908 w 7908"/>
              <a:gd name="T1" fmla="*/ 4694 h 10000"/>
              <a:gd name="T2" fmla="*/ 6575 w 7908"/>
              <a:gd name="T3" fmla="*/ 188 h 10000"/>
              <a:gd name="T4" fmla="*/ 6546 w 7908"/>
              <a:gd name="T5" fmla="*/ 94 h 10000"/>
              <a:gd name="T6" fmla="*/ 6463 w 7908"/>
              <a:gd name="T7" fmla="*/ 0 h 10000"/>
              <a:gd name="T8" fmla="*/ 5935 w 7908"/>
              <a:gd name="T9" fmla="*/ 0 h 10000"/>
              <a:gd name="T10" fmla="*/ 0 w 7908"/>
              <a:gd name="T11" fmla="*/ 62 h 10000"/>
              <a:gd name="T12" fmla="*/ 0 w 7908"/>
              <a:gd name="T13" fmla="*/ 10000 h 10000"/>
              <a:gd name="T14" fmla="*/ 5935 w 7908"/>
              <a:gd name="T15" fmla="*/ 9952 h 10000"/>
              <a:gd name="T16" fmla="*/ 6463 w 7908"/>
              <a:gd name="T17" fmla="*/ 9952 h 10000"/>
              <a:gd name="T18" fmla="*/ 6546 w 7908"/>
              <a:gd name="T19" fmla="*/ 9859 h 10000"/>
              <a:gd name="T20" fmla="*/ 6575 w 7908"/>
              <a:gd name="T21" fmla="*/ 9764 h 10000"/>
              <a:gd name="T22" fmla="*/ 7908 w 7908"/>
              <a:gd name="T23" fmla="*/ 5258 h 10000"/>
              <a:gd name="T24" fmla="*/ 7908 w 7908"/>
              <a:gd name="T25" fmla="*/ 4694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888" y="609600"/>
            <a:ext cx="8789313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888" y="4354046"/>
            <a:ext cx="8789313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E4E6AFD-561D-4789-9257-E2312B30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026C920-1A92-4B7D-B2B5-C2DCFA980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F75C63-34B8-4684-BCF9-5D9F1EE92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1567" y="3244851"/>
            <a:ext cx="781051" cy="365125"/>
          </a:xfrm>
        </p:spPr>
        <p:txBody>
          <a:bodyPr/>
          <a:lstStyle>
            <a:lvl1pPr>
              <a:defRPr/>
            </a:lvl1pPr>
          </a:lstStyle>
          <a:p>
            <a:fld id="{48393840-0A7F-4964-8334-2EE908B400A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718648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>
            <a:extLst>
              <a:ext uri="{FF2B5EF4-FFF2-40B4-BE49-F238E27FC236}">
                <a16:creationId xmlns:a16="http://schemas.microsoft.com/office/drawing/2014/main" id="{C6AE56E9-8315-4F8B-9425-4C5BE7191484}"/>
              </a:ext>
            </a:extLst>
          </p:cNvPr>
          <p:cNvSpPr>
            <a:spLocks/>
          </p:cNvSpPr>
          <p:nvPr/>
        </p:nvSpPr>
        <p:spPr bwMode="auto">
          <a:xfrm flipV="1">
            <a:off x="0" y="3167063"/>
            <a:ext cx="1811867" cy="508000"/>
          </a:xfrm>
          <a:custGeom>
            <a:avLst/>
            <a:gdLst>
              <a:gd name="T0" fmla="*/ 7908 w 7908"/>
              <a:gd name="T1" fmla="*/ 4694 h 10000"/>
              <a:gd name="T2" fmla="*/ 6575 w 7908"/>
              <a:gd name="T3" fmla="*/ 188 h 10000"/>
              <a:gd name="T4" fmla="*/ 6546 w 7908"/>
              <a:gd name="T5" fmla="*/ 94 h 10000"/>
              <a:gd name="T6" fmla="*/ 6463 w 7908"/>
              <a:gd name="T7" fmla="*/ 0 h 10000"/>
              <a:gd name="T8" fmla="*/ 5935 w 7908"/>
              <a:gd name="T9" fmla="*/ 0 h 10000"/>
              <a:gd name="T10" fmla="*/ 0 w 7908"/>
              <a:gd name="T11" fmla="*/ 62 h 10000"/>
              <a:gd name="T12" fmla="*/ 0 w 7908"/>
              <a:gd name="T13" fmla="*/ 10000 h 10000"/>
              <a:gd name="T14" fmla="*/ 5935 w 7908"/>
              <a:gd name="T15" fmla="*/ 9952 h 10000"/>
              <a:gd name="T16" fmla="*/ 6463 w 7908"/>
              <a:gd name="T17" fmla="*/ 9952 h 10000"/>
              <a:gd name="T18" fmla="*/ 6546 w 7908"/>
              <a:gd name="T19" fmla="*/ 9859 h 10000"/>
              <a:gd name="T20" fmla="*/ 6575 w 7908"/>
              <a:gd name="T21" fmla="*/ 9764 h 10000"/>
              <a:gd name="T22" fmla="*/ 7908 w 7908"/>
              <a:gd name="T23" fmla="*/ 5258 h 10000"/>
              <a:gd name="T24" fmla="*/ 7908 w 7908"/>
              <a:gd name="T25" fmla="*/ 4694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 sz="1800"/>
          </a:p>
        </p:txBody>
      </p:sp>
      <p:sp>
        <p:nvSpPr>
          <p:cNvPr id="6" name="TextBox 34">
            <a:extLst>
              <a:ext uri="{FF2B5EF4-FFF2-40B4-BE49-F238E27FC236}">
                <a16:creationId xmlns:a16="http://schemas.microsoft.com/office/drawing/2014/main" id="{3BED2519-4CBA-4CED-ABC6-3A8F32102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0884" y="647700"/>
            <a:ext cx="6096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7" name="TextBox 62">
            <a:extLst>
              <a:ext uri="{FF2B5EF4-FFF2-40B4-BE49-F238E27FC236}">
                <a16:creationId xmlns:a16="http://schemas.microsoft.com/office/drawing/2014/main" id="{AB109884-9BA0-408D-AD8C-BAE801B1E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2367" y="2905125"/>
            <a:ext cx="60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7498" y="609600"/>
            <a:ext cx="814611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21296" y="3505200"/>
            <a:ext cx="7538517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888" y="4354046"/>
            <a:ext cx="8789313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215B404-3FFD-4469-B080-14A36B0D81C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E014628-E089-4151-825D-9058591A902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D095CA0-263C-4C45-A428-CF1DCC526FD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81567" y="3244851"/>
            <a:ext cx="781051" cy="365125"/>
          </a:xfrm>
        </p:spPr>
        <p:txBody>
          <a:bodyPr/>
          <a:lstStyle>
            <a:lvl1pPr>
              <a:defRPr/>
            </a:lvl1pPr>
          </a:lstStyle>
          <a:p>
            <a:fld id="{57EBDFA5-4257-4B48-BC47-6A5C9283E84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520090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>
            <a:extLst>
              <a:ext uri="{FF2B5EF4-FFF2-40B4-BE49-F238E27FC236}">
                <a16:creationId xmlns:a16="http://schemas.microsoft.com/office/drawing/2014/main" id="{7CB7BDC5-4D3F-4434-B337-A5E2085A7511}"/>
              </a:ext>
            </a:extLst>
          </p:cNvPr>
          <p:cNvSpPr>
            <a:spLocks/>
          </p:cNvSpPr>
          <p:nvPr/>
        </p:nvSpPr>
        <p:spPr bwMode="auto">
          <a:xfrm flipV="1">
            <a:off x="0" y="4910138"/>
            <a:ext cx="1811867" cy="508000"/>
          </a:xfrm>
          <a:custGeom>
            <a:avLst/>
            <a:gdLst>
              <a:gd name="T0" fmla="*/ 7908 w 7908"/>
              <a:gd name="T1" fmla="*/ 4694 h 10000"/>
              <a:gd name="T2" fmla="*/ 6575 w 7908"/>
              <a:gd name="T3" fmla="*/ 188 h 10000"/>
              <a:gd name="T4" fmla="*/ 6546 w 7908"/>
              <a:gd name="T5" fmla="*/ 94 h 10000"/>
              <a:gd name="T6" fmla="*/ 6463 w 7908"/>
              <a:gd name="T7" fmla="*/ 0 h 10000"/>
              <a:gd name="T8" fmla="*/ 5935 w 7908"/>
              <a:gd name="T9" fmla="*/ 0 h 10000"/>
              <a:gd name="T10" fmla="*/ 0 w 7908"/>
              <a:gd name="T11" fmla="*/ 62 h 10000"/>
              <a:gd name="T12" fmla="*/ 0 w 7908"/>
              <a:gd name="T13" fmla="*/ 10000 h 10000"/>
              <a:gd name="T14" fmla="*/ 5935 w 7908"/>
              <a:gd name="T15" fmla="*/ 9952 h 10000"/>
              <a:gd name="T16" fmla="*/ 6463 w 7908"/>
              <a:gd name="T17" fmla="*/ 9952 h 10000"/>
              <a:gd name="T18" fmla="*/ 6546 w 7908"/>
              <a:gd name="T19" fmla="*/ 9859 h 10000"/>
              <a:gd name="T20" fmla="*/ 6575 w 7908"/>
              <a:gd name="T21" fmla="*/ 9764 h 10000"/>
              <a:gd name="T22" fmla="*/ 7908 w 7908"/>
              <a:gd name="T23" fmla="*/ 5258 h 10000"/>
              <a:gd name="T24" fmla="*/ 7908 w 7908"/>
              <a:gd name="T25" fmla="*/ 4694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888" y="2438402"/>
            <a:ext cx="8789313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888" y="5181600"/>
            <a:ext cx="8789313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7CD749-D60A-4418-ACF3-1BA325E1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F83E4BF7-1ADB-4E3E-AC61-AFE619601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0408F159-CE7B-4423-9A8A-7EF76509B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1567" y="4983164"/>
            <a:ext cx="781051" cy="365125"/>
          </a:xfrm>
        </p:spPr>
        <p:txBody>
          <a:bodyPr/>
          <a:lstStyle>
            <a:lvl1pPr>
              <a:defRPr/>
            </a:lvl1pPr>
          </a:lstStyle>
          <a:p>
            <a:fld id="{D5EF4345-677C-4BE5-94C6-20F037AD027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964116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>
            <a:extLst>
              <a:ext uri="{FF2B5EF4-FFF2-40B4-BE49-F238E27FC236}">
                <a16:creationId xmlns:a16="http://schemas.microsoft.com/office/drawing/2014/main" id="{B3BFE0E6-83B4-4C4C-BD75-61B29F00EC43}"/>
              </a:ext>
            </a:extLst>
          </p:cNvPr>
          <p:cNvSpPr>
            <a:spLocks/>
          </p:cNvSpPr>
          <p:nvPr/>
        </p:nvSpPr>
        <p:spPr bwMode="auto">
          <a:xfrm flipV="1">
            <a:off x="0" y="4910138"/>
            <a:ext cx="1811867" cy="508000"/>
          </a:xfrm>
          <a:custGeom>
            <a:avLst/>
            <a:gdLst>
              <a:gd name="T0" fmla="*/ 7908 w 7908"/>
              <a:gd name="T1" fmla="*/ 4694 h 10000"/>
              <a:gd name="T2" fmla="*/ 6575 w 7908"/>
              <a:gd name="T3" fmla="*/ 188 h 10000"/>
              <a:gd name="T4" fmla="*/ 6546 w 7908"/>
              <a:gd name="T5" fmla="*/ 94 h 10000"/>
              <a:gd name="T6" fmla="*/ 6463 w 7908"/>
              <a:gd name="T7" fmla="*/ 0 h 10000"/>
              <a:gd name="T8" fmla="*/ 5935 w 7908"/>
              <a:gd name="T9" fmla="*/ 0 h 10000"/>
              <a:gd name="T10" fmla="*/ 0 w 7908"/>
              <a:gd name="T11" fmla="*/ 62 h 10000"/>
              <a:gd name="T12" fmla="*/ 0 w 7908"/>
              <a:gd name="T13" fmla="*/ 10000 h 10000"/>
              <a:gd name="T14" fmla="*/ 5935 w 7908"/>
              <a:gd name="T15" fmla="*/ 9952 h 10000"/>
              <a:gd name="T16" fmla="*/ 6463 w 7908"/>
              <a:gd name="T17" fmla="*/ 9952 h 10000"/>
              <a:gd name="T18" fmla="*/ 6546 w 7908"/>
              <a:gd name="T19" fmla="*/ 9859 h 10000"/>
              <a:gd name="T20" fmla="*/ 6575 w 7908"/>
              <a:gd name="T21" fmla="*/ 9764 h 10000"/>
              <a:gd name="T22" fmla="*/ 7908 w 7908"/>
              <a:gd name="T23" fmla="*/ 5258 h 10000"/>
              <a:gd name="T24" fmla="*/ 7908 w 7908"/>
              <a:gd name="T25" fmla="*/ 4694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 sz="1800"/>
          </a:p>
        </p:txBody>
      </p:sp>
      <p:sp>
        <p:nvSpPr>
          <p:cNvPr id="6" name="TextBox 34">
            <a:extLst>
              <a:ext uri="{FF2B5EF4-FFF2-40B4-BE49-F238E27FC236}">
                <a16:creationId xmlns:a16="http://schemas.microsoft.com/office/drawing/2014/main" id="{EA8C2B7F-4B20-4B50-AF88-68A27CFB1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0884" y="647700"/>
            <a:ext cx="6096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7" name="TextBox 62">
            <a:extLst>
              <a:ext uri="{FF2B5EF4-FFF2-40B4-BE49-F238E27FC236}">
                <a16:creationId xmlns:a16="http://schemas.microsoft.com/office/drawing/2014/main" id="{A4B7C5E1-8E96-4115-ADA2-9D4689D7E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2367" y="2905125"/>
            <a:ext cx="60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917498" y="609600"/>
            <a:ext cx="814611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887" y="4343400"/>
            <a:ext cx="8917723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887" y="5181600"/>
            <a:ext cx="8917723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CD276347-4918-46F5-AA5F-C277E71E192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51496D7-8370-48AF-995F-7A47FF04FE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FB7C750E-51B4-4718-8276-07F7B207964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81567" y="4983164"/>
            <a:ext cx="781051" cy="365125"/>
          </a:xfrm>
        </p:spPr>
        <p:txBody>
          <a:bodyPr/>
          <a:lstStyle>
            <a:lvl1pPr>
              <a:defRPr/>
            </a:lvl1pPr>
          </a:lstStyle>
          <a:p>
            <a:fld id="{736BF3DB-A84F-40B1-B7BC-5DF163B252A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331683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>
            <a:extLst>
              <a:ext uri="{FF2B5EF4-FFF2-40B4-BE49-F238E27FC236}">
                <a16:creationId xmlns:a16="http://schemas.microsoft.com/office/drawing/2014/main" id="{6BFB41FA-3838-4418-8C42-504FF23A5990}"/>
              </a:ext>
            </a:extLst>
          </p:cNvPr>
          <p:cNvSpPr>
            <a:spLocks/>
          </p:cNvSpPr>
          <p:nvPr/>
        </p:nvSpPr>
        <p:spPr bwMode="auto">
          <a:xfrm flipV="1">
            <a:off x="0" y="4910138"/>
            <a:ext cx="1811867" cy="508000"/>
          </a:xfrm>
          <a:custGeom>
            <a:avLst/>
            <a:gdLst>
              <a:gd name="T0" fmla="*/ 7908 w 7908"/>
              <a:gd name="T1" fmla="*/ 4694 h 10000"/>
              <a:gd name="T2" fmla="*/ 6575 w 7908"/>
              <a:gd name="T3" fmla="*/ 188 h 10000"/>
              <a:gd name="T4" fmla="*/ 6546 w 7908"/>
              <a:gd name="T5" fmla="*/ 94 h 10000"/>
              <a:gd name="T6" fmla="*/ 6463 w 7908"/>
              <a:gd name="T7" fmla="*/ 0 h 10000"/>
              <a:gd name="T8" fmla="*/ 5935 w 7908"/>
              <a:gd name="T9" fmla="*/ 0 h 10000"/>
              <a:gd name="T10" fmla="*/ 0 w 7908"/>
              <a:gd name="T11" fmla="*/ 62 h 10000"/>
              <a:gd name="T12" fmla="*/ 0 w 7908"/>
              <a:gd name="T13" fmla="*/ 10000 h 10000"/>
              <a:gd name="T14" fmla="*/ 5935 w 7908"/>
              <a:gd name="T15" fmla="*/ 9952 h 10000"/>
              <a:gd name="T16" fmla="*/ 6463 w 7908"/>
              <a:gd name="T17" fmla="*/ 9952 h 10000"/>
              <a:gd name="T18" fmla="*/ 6546 w 7908"/>
              <a:gd name="T19" fmla="*/ 9859 h 10000"/>
              <a:gd name="T20" fmla="*/ 6575 w 7908"/>
              <a:gd name="T21" fmla="*/ 9764 h 10000"/>
              <a:gd name="T22" fmla="*/ 7908 w 7908"/>
              <a:gd name="T23" fmla="*/ 5258 h 10000"/>
              <a:gd name="T24" fmla="*/ 7908 w 7908"/>
              <a:gd name="T25" fmla="*/ 4694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888" y="627407"/>
            <a:ext cx="8789312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888" y="4343400"/>
            <a:ext cx="8789313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888" y="5181600"/>
            <a:ext cx="8789313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D63BD8B5-E7C7-498D-8BF4-9FB3484EA3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19887062-AE80-4531-A3CF-D8A7AD4FE36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46264BE5-5D00-48DC-9C65-A3A999AA38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81567" y="4983164"/>
            <a:ext cx="781051" cy="365125"/>
          </a:xfrm>
        </p:spPr>
        <p:txBody>
          <a:bodyPr/>
          <a:lstStyle>
            <a:lvl1pPr>
              <a:defRPr/>
            </a:lvl1pPr>
          </a:lstStyle>
          <a:p>
            <a:fld id="{0E655CB8-6E05-44EF-A54B-27802F7178F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010187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A4B2DE0A-8180-49F0-89A9-E5104D13223C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811867" cy="508000"/>
          </a:xfrm>
          <a:custGeom>
            <a:avLst/>
            <a:gdLst>
              <a:gd name="T0" fmla="*/ 7908 w 7908"/>
              <a:gd name="T1" fmla="*/ 4694 h 10000"/>
              <a:gd name="T2" fmla="*/ 6575 w 7908"/>
              <a:gd name="T3" fmla="*/ 188 h 10000"/>
              <a:gd name="T4" fmla="*/ 6546 w 7908"/>
              <a:gd name="T5" fmla="*/ 94 h 10000"/>
              <a:gd name="T6" fmla="*/ 6463 w 7908"/>
              <a:gd name="T7" fmla="*/ 0 h 10000"/>
              <a:gd name="T8" fmla="*/ 5935 w 7908"/>
              <a:gd name="T9" fmla="*/ 0 h 10000"/>
              <a:gd name="T10" fmla="*/ 0 w 7908"/>
              <a:gd name="T11" fmla="*/ 62 h 10000"/>
              <a:gd name="T12" fmla="*/ 0 w 7908"/>
              <a:gd name="T13" fmla="*/ 10000 h 10000"/>
              <a:gd name="T14" fmla="*/ 5935 w 7908"/>
              <a:gd name="T15" fmla="*/ 9952 h 10000"/>
              <a:gd name="T16" fmla="*/ 6463 w 7908"/>
              <a:gd name="T17" fmla="*/ 9952 h 10000"/>
              <a:gd name="T18" fmla="*/ 6546 w 7908"/>
              <a:gd name="T19" fmla="*/ 9859 h 10000"/>
              <a:gd name="T20" fmla="*/ 6575 w 7908"/>
              <a:gd name="T21" fmla="*/ 9764 h 10000"/>
              <a:gd name="T22" fmla="*/ 7908 w 7908"/>
              <a:gd name="T23" fmla="*/ 5258 h 10000"/>
              <a:gd name="T24" fmla="*/ 7908 w 7908"/>
              <a:gd name="T25" fmla="*/ 4694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1842C23-BC13-48D8-B008-89B66D565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5160D4D-9296-4095-8EA2-661ABE919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A03C3A9-9007-4902-9A4B-3A8A7A8BA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FC72EE-5ED0-4EAA-AAC3-C08A7EBEEDB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496768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EFDE79A1-5BD1-471F-A4DF-A86F66F31826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811867" cy="508000"/>
          </a:xfrm>
          <a:custGeom>
            <a:avLst/>
            <a:gdLst>
              <a:gd name="T0" fmla="*/ 7908 w 7908"/>
              <a:gd name="T1" fmla="*/ 4694 h 10000"/>
              <a:gd name="T2" fmla="*/ 6575 w 7908"/>
              <a:gd name="T3" fmla="*/ 188 h 10000"/>
              <a:gd name="T4" fmla="*/ 6546 w 7908"/>
              <a:gd name="T5" fmla="*/ 94 h 10000"/>
              <a:gd name="T6" fmla="*/ 6463 w 7908"/>
              <a:gd name="T7" fmla="*/ 0 h 10000"/>
              <a:gd name="T8" fmla="*/ 5935 w 7908"/>
              <a:gd name="T9" fmla="*/ 0 h 10000"/>
              <a:gd name="T10" fmla="*/ 0 w 7908"/>
              <a:gd name="T11" fmla="*/ 62 h 10000"/>
              <a:gd name="T12" fmla="*/ 0 w 7908"/>
              <a:gd name="T13" fmla="*/ 10000 h 10000"/>
              <a:gd name="T14" fmla="*/ 5935 w 7908"/>
              <a:gd name="T15" fmla="*/ 9952 h 10000"/>
              <a:gd name="T16" fmla="*/ 6463 w 7908"/>
              <a:gd name="T17" fmla="*/ 9952 h 10000"/>
              <a:gd name="T18" fmla="*/ 6546 w 7908"/>
              <a:gd name="T19" fmla="*/ 9859 h 10000"/>
              <a:gd name="T20" fmla="*/ 6575 w 7908"/>
              <a:gd name="T21" fmla="*/ 9764 h 10000"/>
              <a:gd name="T22" fmla="*/ 7908 w 7908"/>
              <a:gd name="T23" fmla="*/ 5258 h 10000"/>
              <a:gd name="T24" fmla="*/ 7908 w 7908"/>
              <a:gd name="T25" fmla="*/ 4694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71380" y="627407"/>
            <a:ext cx="2208176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888" y="627407"/>
            <a:ext cx="6288464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7057E94-98C2-4386-BA10-7C3ECE0D9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04428AA-D704-4403-ABD7-1787AB380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9B4935-90D2-48EF-8ADE-A434D486E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0BE964-4770-4FA1-8C99-9C4FD4FC35C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9655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BD35D0-3B6C-2067-2C82-697BA0E23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74F13-0EFA-3ABF-BFEF-5A2CADA68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E6E3A-3225-D90D-EBBA-C4D80F675B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9DC1C-42AB-4AA5-B181-42D37A9FDD6C}" type="datetimeFigureOut">
              <a:rPr lang="en-AU" smtClean="0"/>
              <a:t>29/11/2022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EB7FC-8573-8E55-CB34-C52A95E14D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BCFE3-B222-8B10-DCC4-40C506A83E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2A15A-0960-42A8-ACD7-87856FB2DD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3683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5">
            <a:extLst>
              <a:ext uri="{FF2B5EF4-FFF2-40B4-BE49-F238E27FC236}">
                <a16:creationId xmlns:a16="http://schemas.microsoft.com/office/drawing/2014/main" id="{277818E9-4284-43FA-B6EC-5D1C832F8AD8}"/>
              </a:ext>
            </a:extLst>
          </p:cNvPr>
          <p:cNvGrpSpPr>
            <a:grpSpLocks/>
          </p:cNvGrpSpPr>
          <p:nvPr/>
        </p:nvGrpSpPr>
        <p:grpSpPr bwMode="auto">
          <a:xfrm>
            <a:off x="0" y="228601"/>
            <a:ext cx="2641600" cy="6638925"/>
            <a:chOff x="2487613" y="285750"/>
            <a:chExt cx="2428875" cy="5654676"/>
          </a:xfrm>
        </p:grpSpPr>
        <p:sp>
          <p:nvSpPr>
            <p:cNvPr id="1046" name="Freeform 11">
              <a:extLst>
                <a:ext uri="{FF2B5EF4-FFF2-40B4-BE49-F238E27FC236}">
                  <a16:creationId xmlns:a16="http://schemas.microsoft.com/office/drawing/2014/main" id="{54EA29D1-5AB1-4EA7-814F-BEAC1F26F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>
                <a:gd name="T0" fmla="*/ 22 w 22"/>
                <a:gd name="T1" fmla="*/ 136 h 136"/>
                <a:gd name="T2" fmla="*/ 17 w 22"/>
                <a:gd name="T3" fmla="*/ 80 h 136"/>
                <a:gd name="T4" fmla="*/ 0 w 22"/>
                <a:gd name="T5" fmla="*/ 0 h 136"/>
                <a:gd name="T6" fmla="*/ 0 w 22"/>
                <a:gd name="T7" fmla="*/ 35 h 136"/>
                <a:gd name="T8" fmla="*/ 20 w 22"/>
                <a:gd name="T9" fmla="*/ 124 h 136"/>
                <a:gd name="T10" fmla="*/ 22 w 22"/>
                <a:gd name="T11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047" name="Freeform 12">
              <a:extLst>
                <a:ext uri="{FF2B5EF4-FFF2-40B4-BE49-F238E27FC236}">
                  <a16:creationId xmlns:a16="http://schemas.microsoft.com/office/drawing/2014/main" id="{9B1315D8-1280-4398-9389-582248C9E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>
                <a:gd name="T0" fmla="*/ 86 w 140"/>
                <a:gd name="T1" fmla="*/ 350 h 504"/>
                <a:gd name="T2" fmla="*/ 139 w 140"/>
                <a:gd name="T3" fmla="*/ 504 h 504"/>
                <a:gd name="T4" fmla="*/ 140 w 140"/>
                <a:gd name="T5" fmla="*/ 478 h 504"/>
                <a:gd name="T6" fmla="*/ 95 w 140"/>
                <a:gd name="T7" fmla="*/ 347 h 504"/>
                <a:gd name="T8" fmla="*/ 0 w 140"/>
                <a:gd name="T9" fmla="*/ 0 h 504"/>
                <a:gd name="T10" fmla="*/ 6 w 140"/>
                <a:gd name="T11" fmla="*/ 61 h 504"/>
                <a:gd name="T12" fmla="*/ 86 w 140"/>
                <a:gd name="T13" fmla="*/ 35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048" name="Freeform 13">
              <a:extLst>
                <a:ext uri="{FF2B5EF4-FFF2-40B4-BE49-F238E27FC236}">
                  <a16:creationId xmlns:a16="http://schemas.microsoft.com/office/drawing/2014/main" id="{439317E1-0C89-432E-B691-46007D6C9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>
                <a:gd name="T0" fmla="*/ 8 w 132"/>
                <a:gd name="T1" fmla="*/ 22 h 308"/>
                <a:gd name="T2" fmla="*/ 0 w 132"/>
                <a:gd name="T3" fmla="*/ 0 h 308"/>
                <a:gd name="T4" fmla="*/ 0 w 132"/>
                <a:gd name="T5" fmla="*/ 29 h 308"/>
                <a:gd name="T6" fmla="*/ 68 w 132"/>
                <a:gd name="T7" fmla="*/ 194 h 308"/>
                <a:gd name="T8" fmla="*/ 123 w 132"/>
                <a:gd name="T9" fmla="*/ 308 h 308"/>
                <a:gd name="T10" fmla="*/ 132 w 132"/>
                <a:gd name="T11" fmla="*/ 308 h 308"/>
                <a:gd name="T12" fmla="*/ 77 w 132"/>
                <a:gd name="T13" fmla="*/ 190 h 308"/>
                <a:gd name="T14" fmla="*/ 8 w 132"/>
                <a:gd name="T15" fmla="*/ 22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049" name="Freeform 14">
              <a:extLst>
                <a:ext uri="{FF2B5EF4-FFF2-40B4-BE49-F238E27FC236}">
                  <a16:creationId xmlns:a16="http://schemas.microsoft.com/office/drawing/2014/main" id="{C19DCDE3-C355-4AAD-89A9-8326603AD1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>
                <a:gd name="T0" fmla="*/ 28 w 37"/>
                <a:gd name="T1" fmla="*/ 79 h 79"/>
                <a:gd name="T2" fmla="*/ 37 w 37"/>
                <a:gd name="T3" fmla="*/ 79 h 79"/>
                <a:gd name="T4" fmla="*/ 0 w 37"/>
                <a:gd name="T5" fmla="*/ 0 h 79"/>
                <a:gd name="T6" fmla="*/ 28 w 37"/>
                <a:gd name="T7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050" name="Freeform 15">
              <a:extLst>
                <a:ext uri="{FF2B5EF4-FFF2-40B4-BE49-F238E27FC236}">
                  <a16:creationId xmlns:a16="http://schemas.microsoft.com/office/drawing/2014/main" id="{CDF4D2F7-5C5F-4380-81F8-3C29C4728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>
                <a:gd name="T0" fmla="*/ 162 w 178"/>
                <a:gd name="T1" fmla="*/ 660 h 722"/>
                <a:gd name="T2" fmla="*/ 116 w 178"/>
                <a:gd name="T3" fmla="*/ 534 h 722"/>
                <a:gd name="T4" fmla="*/ 40 w 178"/>
                <a:gd name="T5" fmla="*/ 236 h 722"/>
                <a:gd name="T6" fmla="*/ 12 w 178"/>
                <a:gd name="T7" fmla="*/ 51 h 722"/>
                <a:gd name="T8" fmla="*/ 0 w 178"/>
                <a:gd name="T9" fmla="*/ 0 h 722"/>
                <a:gd name="T10" fmla="*/ 33 w 178"/>
                <a:gd name="T11" fmla="*/ 237 h 722"/>
                <a:gd name="T12" fmla="*/ 107 w 178"/>
                <a:gd name="T13" fmla="*/ 537 h 722"/>
                <a:gd name="T14" fmla="*/ 160 w 178"/>
                <a:gd name="T15" fmla="*/ 681 h 722"/>
                <a:gd name="T16" fmla="*/ 178 w 178"/>
                <a:gd name="T17" fmla="*/ 722 h 722"/>
                <a:gd name="T18" fmla="*/ 174 w 178"/>
                <a:gd name="T19" fmla="*/ 708 h 722"/>
                <a:gd name="T20" fmla="*/ 162 w 178"/>
                <a:gd name="T21" fmla="*/ 660 h 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051" name="Freeform 16">
              <a:extLst>
                <a:ext uri="{FF2B5EF4-FFF2-40B4-BE49-F238E27FC236}">
                  <a16:creationId xmlns:a16="http://schemas.microsoft.com/office/drawing/2014/main" id="{1C8D463A-818E-427D-99E1-A3A0EDC90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>
                <a:gd name="T0" fmla="*/ 11 w 23"/>
                <a:gd name="T1" fmla="*/ 577 h 635"/>
                <a:gd name="T2" fmla="*/ 12 w 23"/>
                <a:gd name="T3" fmla="*/ 589 h 635"/>
                <a:gd name="T4" fmla="*/ 22 w 23"/>
                <a:gd name="T5" fmla="*/ 632 h 635"/>
                <a:gd name="T6" fmla="*/ 23 w 23"/>
                <a:gd name="T7" fmla="*/ 635 h 635"/>
                <a:gd name="T8" fmla="*/ 17 w 23"/>
                <a:gd name="T9" fmla="*/ 576 h 635"/>
                <a:gd name="T10" fmla="*/ 5 w 23"/>
                <a:gd name="T11" fmla="*/ 269 h 635"/>
                <a:gd name="T12" fmla="*/ 15 w 23"/>
                <a:gd name="T13" fmla="*/ 0 h 635"/>
                <a:gd name="T14" fmla="*/ 12 w 23"/>
                <a:gd name="T15" fmla="*/ 0 h 635"/>
                <a:gd name="T16" fmla="*/ 1 w 23"/>
                <a:gd name="T17" fmla="*/ 269 h 635"/>
                <a:gd name="T18" fmla="*/ 11 w 23"/>
                <a:gd name="T19" fmla="*/ 577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052" name="Freeform 17">
              <a:extLst>
                <a:ext uri="{FF2B5EF4-FFF2-40B4-BE49-F238E27FC236}">
                  <a16:creationId xmlns:a16="http://schemas.microsoft.com/office/drawing/2014/main" id="{8B315883-E425-4B98-891F-505E518EA0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>
                <a:gd name="T0" fmla="*/ 0 w 17"/>
                <a:gd name="T1" fmla="*/ 0 h 107"/>
                <a:gd name="T2" fmla="*/ 5 w 17"/>
                <a:gd name="T3" fmla="*/ 56 h 107"/>
                <a:gd name="T4" fmla="*/ 17 w 17"/>
                <a:gd name="T5" fmla="*/ 107 h 107"/>
                <a:gd name="T6" fmla="*/ 11 w 17"/>
                <a:gd name="T7" fmla="*/ 46 h 107"/>
                <a:gd name="T8" fmla="*/ 10 w 17"/>
                <a:gd name="T9" fmla="*/ 43 h 107"/>
                <a:gd name="T10" fmla="*/ 0 w 17"/>
                <a:gd name="T11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053" name="Freeform 18">
              <a:extLst>
                <a:ext uri="{FF2B5EF4-FFF2-40B4-BE49-F238E27FC236}">
                  <a16:creationId xmlns:a16="http://schemas.microsoft.com/office/drawing/2014/main" id="{8F858842-6566-4906-A708-D67E59262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>
                <a:gd name="T0" fmla="*/ 0 w 41"/>
                <a:gd name="T1" fmla="*/ 0 h 222"/>
                <a:gd name="T2" fmla="*/ 5 w 41"/>
                <a:gd name="T3" fmla="*/ 93 h 222"/>
                <a:gd name="T4" fmla="*/ 17 w 41"/>
                <a:gd name="T5" fmla="*/ 166 h 222"/>
                <a:gd name="T6" fmla="*/ 24 w 41"/>
                <a:gd name="T7" fmla="*/ 184 h 222"/>
                <a:gd name="T8" fmla="*/ 41 w 41"/>
                <a:gd name="T9" fmla="*/ 222 h 222"/>
                <a:gd name="T10" fmla="*/ 38 w 41"/>
                <a:gd name="T11" fmla="*/ 212 h 222"/>
                <a:gd name="T12" fmla="*/ 13 w 41"/>
                <a:gd name="T13" fmla="*/ 92 h 222"/>
                <a:gd name="T14" fmla="*/ 8 w 41"/>
                <a:gd name="T15" fmla="*/ 22 h 222"/>
                <a:gd name="T16" fmla="*/ 7 w 41"/>
                <a:gd name="T17" fmla="*/ 18 h 222"/>
                <a:gd name="T18" fmla="*/ 0 w 41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054" name="Freeform 19">
              <a:extLst>
                <a:ext uri="{FF2B5EF4-FFF2-40B4-BE49-F238E27FC236}">
                  <a16:creationId xmlns:a16="http://schemas.microsoft.com/office/drawing/2014/main" id="{7E6D336B-2339-4733-B023-AFC2DC13F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>
                <a:gd name="T0" fmla="*/ 7 w 450"/>
                <a:gd name="T1" fmla="*/ 854 h 878"/>
                <a:gd name="T2" fmla="*/ 50 w 450"/>
                <a:gd name="T3" fmla="*/ 613 h 878"/>
                <a:gd name="T4" fmla="*/ 149 w 450"/>
                <a:gd name="T5" fmla="*/ 388 h 878"/>
                <a:gd name="T6" fmla="*/ 285 w 450"/>
                <a:gd name="T7" fmla="*/ 183 h 878"/>
                <a:gd name="T8" fmla="*/ 364 w 450"/>
                <a:gd name="T9" fmla="*/ 89 h 878"/>
                <a:gd name="T10" fmla="*/ 406 w 450"/>
                <a:gd name="T11" fmla="*/ 44 h 878"/>
                <a:gd name="T12" fmla="*/ 450 w 450"/>
                <a:gd name="T13" fmla="*/ 1 h 878"/>
                <a:gd name="T14" fmla="*/ 450 w 450"/>
                <a:gd name="T15" fmla="*/ 0 h 878"/>
                <a:gd name="T16" fmla="*/ 405 w 450"/>
                <a:gd name="T17" fmla="*/ 43 h 878"/>
                <a:gd name="T18" fmla="*/ 363 w 450"/>
                <a:gd name="T19" fmla="*/ 88 h 878"/>
                <a:gd name="T20" fmla="*/ 283 w 450"/>
                <a:gd name="T21" fmla="*/ 181 h 878"/>
                <a:gd name="T22" fmla="*/ 145 w 450"/>
                <a:gd name="T23" fmla="*/ 386 h 878"/>
                <a:gd name="T24" fmla="*/ 45 w 450"/>
                <a:gd name="T25" fmla="*/ 611 h 878"/>
                <a:gd name="T26" fmla="*/ 0 w 450"/>
                <a:gd name="T27" fmla="*/ 854 h 878"/>
                <a:gd name="T28" fmla="*/ 0 w 450"/>
                <a:gd name="T29" fmla="*/ 859 h 878"/>
                <a:gd name="T30" fmla="*/ 7 w 450"/>
                <a:gd name="T31" fmla="*/ 878 h 878"/>
                <a:gd name="T32" fmla="*/ 7 w 450"/>
                <a:gd name="T33" fmla="*/ 854 h 8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055" name="Freeform 20">
              <a:extLst>
                <a:ext uri="{FF2B5EF4-FFF2-40B4-BE49-F238E27FC236}">
                  <a16:creationId xmlns:a16="http://schemas.microsoft.com/office/drawing/2014/main" id="{C5728AE6-68A2-4705-8C3F-9A2DBF50F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>
                <a:gd name="T0" fmla="*/ 0 w 35"/>
                <a:gd name="T1" fmla="*/ 0 h 73"/>
                <a:gd name="T2" fmla="*/ 26 w 35"/>
                <a:gd name="T3" fmla="*/ 73 h 73"/>
                <a:gd name="T4" fmla="*/ 35 w 35"/>
                <a:gd name="T5" fmla="*/ 73 h 73"/>
                <a:gd name="T6" fmla="*/ 0 w 35"/>
                <a:gd name="T7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056" name="Freeform 21">
              <a:extLst>
                <a:ext uri="{FF2B5EF4-FFF2-40B4-BE49-F238E27FC236}">
                  <a16:creationId xmlns:a16="http://schemas.microsoft.com/office/drawing/2014/main" id="{EE917C7D-FB6F-4C36-8544-61F3194DA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>
                <a:gd name="T0" fmla="*/ 7 w 8"/>
                <a:gd name="T1" fmla="*/ 44 h 48"/>
                <a:gd name="T2" fmla="*/ 8 w 8"/>
                <a:gd name="T3" fmla="*/ 48 h 48"/>
                <a:gd name="T4" fmla="*/ 8 w 8"/>
                <a:gd name="T5" fmla="*/ 19 h 48"/>
                <a:gd name="T6" fmla="*/ 1 w 8"/>
                <a:gd name="T7" fmla="*/ 0 h 48"/>
                <a:gd name="T8" fmla="*/ 0 w 8"/>
                <a:gd name="T9" fmla="*/ 26 h 48"/>
                <a:gd name="T10" fmla="*/ 7 w 8"/>
                <a:gd name="T11" fmla="*/ 4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057" name="Freeform 22">
              <a:extLst>
                <a:ext uri="{FF2B5EF4-FFF2-40B4-BE49-F238E27FC236}">
                  <a16:creationId xmlns:a16="http://schemas.microsoft.com/office/drawing/2014/main" id="{28B1AB47-7F73-490D-A8DB-88254CC88B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>
                <a:gd name="T0" fmla="*/ 7 w 52"/>
                <a:gd name="T1" fmla="*/ 18 h 135"/>
                <a:gd name="T2" fmla="*/ 0 w 52"/>
                <a:gd name="T3" fmla="*/ 0 h 135"/>
                <a:gd name="T4" fmla="*/ 12 w 52"/>
                <a:gd name="T5" fmla="*/ 48 h 135"/>
                <a:gd name="T6" fmla="*/ 16 w 52"/>
                <a:gd name="T7" fmla="*/ 62 h 135"/>
                <a:gd name="T8" fmla="*/ 51 w 52"/>
                <a:gd name="T9" fmla="*/ 135 h 135"/>
                <a:gd name="T10" fmla="*/ 52 w 52"/>
                <a:gd name="T11" fmla="*/ 135 h 135"/>
                <a:gd name="T12" fmla="*/ 24 w 52"/>
                <a:gd name="T13" fmla="*/ 56 h 135"/>
                <a:gd name="T14" fmla="*/ 7 w 52"/>
                <a:gd name="T15" fmla="*/ 18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 sz="1800"/>
            </a:p>
          </p:txBody>
        </p:sp>
      </p:grpSp>
      <p:grpSp>
        <p:nvGrpSpPr>
          <p:cNvPr id="1027" name="Group 48">
            <a:extLst>
              <a:ext uri="{FF2B5EF4-FFF2-40B4-BE49-F238E27FC236}">
                <a16:creationId xmlns:a16="http://schemas.microsoft.com/office/drawing/2014/main" id="{7A6DF5A6-3C27-440B-B532-42C3ACC8B888}"/>
              </a:ext>
            </a:extLst>
          </p:cNvPr>
          <p:cNvGrpSpPr>
            <a:grpSpLocks/>
          </p:cNvGrpSpPr>
          <p:nvPr/>
        </p:nvGrpSpPr>
        <p:grpSpPr bwMode="auto">
          <a:xfrm>
            <a:off x="27518" y="0"/>
            <a:ext cx="2603500" cy="6853238"/>
            <a:chOff x="6627813" y="195717"/>
            <a:chExt cx="1952625" cy="5678034"/>
          </a:xfrm>
        </p:grpSpPr>
        <p:sp>
          <p:nvSpPr>
            <p:cNvPr id="1034" name="Freeform 27">
              <a:extLst>
                <a:ext uri="{FF2B5EF4-FFF2-40B4-BE49-F238E27FC236}">
                  <a16:creationId xmlns:a16="http://schemas.microsoft.com/office/drawing/2014/main" id="{26093D5D-EF2F-486D-BB9D-26C08D313B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>
                <a:gd name="T0" fmla="*/ 7 w 103"/>
                <a:gd name="T1" fmla="*/ 210 h 920"/>
                <a:gd name="T2" fmla="*/ 26 w 103"/>
                <a:gd name="T3" fmla="*/ 445 h 920"/>
                <a:gd name="T4" fmla="*/ 57 w 103"/>
                <a:gd name="T5" fmla="*/ 679 h 920"/>
                <a:gd name="T6" fmla="*/ 101 w 103"/>
                <a:gd name="T7" fmla="*/ 911 h 920"/>
                <a:gd name="T8" fmla="*/ 103 w 103"/>
                <a:gd name="T9" fmla="*/ 920 h 920"/>
                <a:gd name="T10" fmla="*/ 99 w 103"/>
                <a:gd name="T11" fmla="*/ 874 h 920"/>
                <a:gd name="T12" fmla="*/ 99 w 103"/>
                <a:gd name="T13" fmla="*/ 866 h 920"/>
                <a:gd name="T14" fmla="*/ 63 w 103"/>
                <a:gd name="T15" fmla="*/ 678 h 920"/>
                <a:gd name="T16" fmla="*/ 30 w 103"/>
                <a:gd name="T17" fmla="*/ 444 h 920"/>
                <a:gd name="T18" fmla="*/ 9 w 103"/>
                <a:gd name="T19" fmla="*/ 209 h 920"/>
                <a:gd name="T20" fmla="*/ 3 w 103"/>
                <a:gd name="T21" fmla="*/ 92 h 920"/>
                <a:gd name="T22" fmla="*/ 1 w 103"/>
                <a:gd name="T23" fmla="*/ 0 h 920"/>
                <a:gd name="T24" fmla="*/ 0 w 103"/>
                <a:gd name="T25" fmla="*/ 0 h 920"/>
                <a:gd name="T26" fmla="*/ 1 w 103"/>
                <a:gd name="T27" fmla="*/ 92 h 920"/>
                <a:gd name="T28" fmla="*/ 7 w 103"/>
                <a:gd name="T29" fmla="*/ 210 h 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035" name="Freeform 28">
              <a:extLst>
                <a:ext uri="{FF2B5EF4-FFF2-40B4-BE49-F238E27FC236}">
                  <a16:creationId xmlns:a16="http://schemas.microsoft.com/office/drawing/2014/main" id="{F143E833-77F1-4594-A310-2F868A64499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>
                <a:gd name="T0" fmla="*/ 53 w 88"/>
                <a:gd name="T1" fmla="*/ 229 h 330"/>
                <a:gd name="T2" fmla="*/ 88 w 88"/>
                <a:gd name="T3" fmla="*/ 330 h 330"/>
                <a:gd name="T4" fmla="*/ 88 w 88"/>
                <a:gd name="T5" fmla="*/ 308 h 330"/>
                <a:gd name="T6" fmla="*/ 88 w 88"/>
                <a:gd name="T7" fmla="*/ 304 h 330"/>
                <a:gd name="T8" fmla="*/ 62 w 88"/>
                <a:gd name="T9" fmla="*/ 226 h 330"/>
                <a:gd name="T10" fmla="*/ 0 w 88"/>
                <a:gd name="T11" fmla="*/ 0 h 330"/>
                <a:gd name="T12" fmla="*/ 7 w 88"/>
                <a:gd name="T13" fmla="*/ 63 h 330"/>
                <a:gd name="T14" fmla="*/ 53 w 88"/>
                <a:gd name="T15" fmla="*/ 229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036" name="Freeform 29">
              <a:extLst>
                <a:ext uri="{FF2B5EF4-FFF2-40B4-BE49-F238E27FC236}">
                  <a16:creationId xmlns:a16="http://schemas.microsoft.com/office/drawing/2014/main" id="{ADFDBCB7-0490-41EB-83E5-4042A33B3A0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>
                <a:gd name="T0" fmla="*/ 6 w 90"/>
                <a:gd name="T1" fmla="*/ 15 h 207"/>
                <a:gd name="T2" fmla="*/ 0 w 90"/>
                <a:gd name="T3" fmla="*/ 0 h 207"/>
                <a:gd name="T4" fmla="*/ 1 w 90"/>
                <a:gd name="T5" fmla="*/ 29 h 207"/>
                <a:gd name="T6" fmla="*/ 42 w 90"/>
                <a:gd name="T7" fmla="*/ 127 h 207"/>
                <a:gd name="T8" fmla="*/ 80 w 90"/>
                <a:gd name="T9" fmla="*/ 207 h 207"/>
                <a:gd name="T10" fmla="*/ 90 w 90"/>
                <a:gd name="T11" fmla="*/ 207 h 207"/>
                <a:gd name="T12" fmla="*/ 50 w 90"/>
                <a:gd name="T13" fmla="*/ 123 h 207"/>
                <a:gd name="T14" fmla="*/ 6 w 90"/>
                <a:gd name="T15" fmla="*/ 15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037" name="Freeform 30">
              <a:extLst>
                <a:ext uri="{FF2B5EF4-FFF2-40B4-BE49-F238E27FC236}">
                  <a16:creationId xmlns:a16="http://schemas.microsoft.com/office/drawing/2014/main" id="{3B66BA6D-C42C-4198-8324-C6204F37251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>
                <a:gd name="T0" fmla="*/ 101 w 115"/>
                <a:gd name="T1" fmla="*/ 409 h 467"/>
                <a:gd name="T2" fmla="*/ 78 w 115"/>
                <a:gd name="T3" fmla="*/ 344 h 467"/>
                <a:gd name="T4" fmla="*/ 29 w 115"/>
                <a:gd name="T5" fmla="*/ 151 h 467"/>
                <a:gd name="T6" fmla="*/ 13 w 115"/>
                <a:gd name="T7" fmla="*/ 53 h 467"/>
                <a:gd name="T8" fmla="*/ 0 w 115"/>
                <a:gd name="T9" fmla="*/ 0 h 467"/>
                <a:gd name="T10" fmla="*/ 21 w 115"/>
                <a:gd name="T11" fmla="*/ 152 h 467"/>
                <a:gd name="T12" fmla="*/ 69 w 115"/>
                <a:gd name="T13" fmla="*/ 347 h 467"/>
                <a:gd name="T14" fmla="*/ 103 w 115"/>
                <a:gd name="T15" fmla="*/ 441 h 467"/>
                <a:gd name="T16" fmla="*/ 115 w 115"/>
                <a:gd name="T17" fmla="*/ 467 h 467"/>
                <a:gd name="T18" fmla="*/ 112 w 115"/>
                <a:gd name="T19" fmla="*/ 458 h 467"/>
                <a:gd name="T20" fmla="*/ 101 w 115"/>
                <a:gd name="T21" fmla="*/ 409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038" name="Freeform 31">
              <a:extLst>
                <a:ext uri="{FF2B5EF4-FFF2-40B4-BE49-F238E27FC236}">
                  <a16:creationId xmlns:a16="http://schemas.microsoft.com/office/drawing/2014/main" id="{CDF0B7A4-60D3-4CEA-99E7-70E73B351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>
                <a:gd name="T0" fmla="*/ 17 w 36"/>
                <a:gd name="T1" fmla="*/ 633 h 633"/>
                <a:gd name="T2" fmla="*/ 13 w 36"/>
                <a:gd name="T3" fmla="*/ 597 h 633"/>
                <a:gd name="T4" fmla="*/ 5 w 36"/>
                <a:gd name="T5" fmla="*/ 398 h 633"/>
                <a:gd name="T6" fmla="*/ 13 w 36"/>
                <a:gd name="T7" fmla="*/ 198 h 633"/>
                <a:gd name="T8" fmla="*/ 22 w 36"/>
                <a:gd name="T9" fmla="*/ 99 h 633"/>
                <a:gd name="T10" fmla="*/ 36 w 36"/>
                <a:gd name="T11" fmla="*/ 0 h 633"/>
                <a:gd name="T12" fmla="*/ 35 w 36"/>
                <a:gd name="T13" fmla="*/ 0 h 633"/>
                <a:gd name="T14" fmla="*/ 20 w 36"/>
                <a:gd name="T15" fmla="*/ 99 h 633"/>
                <a:gd name="T16" fmla="*/ 10 w 36"/>
                <a:gd name="T17" fmla="*/ 198 h 633"/>
                <a:gd name="T18" fmla="*/ 1 w 36"/>
                <a:gd name="T19" fmla="*/ 398 h 633"/>
                <a:gd name="T20" fmla="*/ 7 w 36"/>
                <a:gd name="T21" fmla="*/ 589 h 633"/>
                <a:gd name="T22" fmla="*/ 16 w 36"/>
                <a:gd name="T23" fmla="*/ 632 h 633"/>
                <a:gd name="T24" fmla="*/ 17 w 36"/>
                <a:gd name="T25" fmla="*/ 633 h 6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039" name="Freeform 32">
              <a:extLst>
                <a:ext uri="{FF2B5EF4-FFF2-40B4-BE49-F238E27FC236}">
                  <a16:creationId xmlns:a16="http://schemas.microsoft.com/office/drawing/2014/main" id="{39FBD2FD-B748-42ED-AECA-A5AEE7F7D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>
                <a:gd name="T0" fmla="*/ 22 w 28"/>
                <a:gd name="T1" fmla="*/ 59 h 59"/>
                <a:gd name="T2" fmla="*/ 28 w 28"/>
                <a:gd name="T3" fmla="*/ 59 h 59"/>
                <a:gd name="T4" fmla="*/ 0 w 28"/>
                <a:gd name="T5" fmla="*/ 0 h 59"/>
                <a:gd name="T6" fmla="*/ 22 w 28"/>
                <a:gd name="T7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040" name="Freeform 33">
              <a:extLst>
                <a:ext uri="{FF2B5EF4-FFF2-40B4-BE49-F238E27FC236}">
                  <a16:creationId xmlns:a16="http://schemas.microsoft.com/office/drawing/2014/main" id="{A3F05C86-F6BE-468C-B793-1D8047538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>
                <a:gd name="T0" fmla="*/ 4 w 17"/>
                <a:gd name="T1" fmla="*/ 54 h 107"/>
                <a:gd name="T2" fmla="*/ 17 w 17"/>
                <a:gd name="T3" fmla="*/ 107 h 107"/>
                <a:gd name="T4" fmla="*/ 10 w 17"/>
                <a:gd name="T5" fmla="*/ 44 h 107"/>
                <a:gd name="T6" fmla="*/ 9 w 17"/>
                <a:gd name="T7" fmla="*/ 43 h 107"/>
                <a:gd name="T8" fmla="*/ 0 w 17"/>
                <a:gd name="T9" fmla="*/ 0 h 107"/>
                <a:gd name="T10" fmla="*/ 0 w 17"/>
                <a:gd name="T11" fmla="*/ 8 h 107"/>
                <a:gd name="T12" fmla="*/ 4 w 17"/>
                <a:gd name="T13" fmla="*/ 5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041" name="Freeform 34">
              <a:extLst>
                <a:ext uri="{FF2B5EF4-FFF2-40B4-BE49-F238E27FC236}">
                  <a16:creationId xmlns:a16="http://schemas.microsoft.com/office/drawing/2014/main" id="{2729938E-D532-415C-AB47-C0FEF2191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>
                <a:gd name="T0" fmla="*/ 8 w 294"/>
                <a:gd name="T1" fmla="*/ 553 h 568"/>
                <a:gd name="T2" fmla="*/ 35 w 294"/>
                <a:gd name="T3" fmla="*/ 397 h 568"/>
                <a:gd name="T4" fmla="*/ 99 w 294"/>
                <a:gd name="T5" fmla="*/ 252 h 568"/>
                <a:gd name="T6" fmla="*/ 187 w 294"/>
                <a:gd name="T7" fmla="*/ 119 h 568"/>
                <a:gd name="T8" fmla="*/ 238 w 294"/>
                <a:gd name="T9" fmla="*/ 58 h 568"/>
                <a:gd name="T10" fmla="*/ 265 w 294"/>
                <a:gd name="T11" fmla="*/ 28 h 568"/>
                <a:gd name="T12" fmla="*/ 294 w 294"/>
                <a:gd name="T13" fmla="*/ 0 h 568"/>
                <a:gd name="T14" fmla="*/ 293 w 294"/>
                <a:gd name="T15" fmla="*/ 0 h 568"/>
                <a:gd name="T16" fmla="*/ 264 w 294"/>
                <a:gd name="T17" fmla="*/ 27 h 568"/>
                <a:gd name="T18" fmla="*/ 237 w 294"/>
                <a:gd name="T19" fmla="*/ 56 h 568"/>
                <a:gd name="T20" fmla="*/ 185 w 294"/>
                <a:gd name="T21" fmla="*/ 117 h 568"/>
                <a:gd name="T22" fmla="*/ 95 w 294"/>
                <a:gd name="T23" fmla="*/ 249 h 568"/>
                <a:gd name="T24" fmla="*/ 30 w 294"/>
                <a:gd name="T25" fmla="*/ 396 h 568"/>
                <a:gd name="T26" fmla="*/ 0 w 294"/>
                <a:gd name="T27" fmla="*/ 549 h 568"/>
                <a:gd name="T28" fmla="*/ 7 w 294"/>
                <a:gd name="T29" fmla="*/ 568 h 568"/>
                <a:gd name="T30" fmla="*/ 8 w 294"/>
                <a:gd name="T31" fmla="*/ 553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042" name="Freeform 35">
              <a:extLst>
                <a:ext uri="{FF2B5EF4-FFF2-40B4-BE49-F238E27FC236}">
                  <a16:creationId xmlns:a16="http://schemas.microsoft.com/office/drawing/2014/main" id="{C9D626FF-3405-45BF-86EA-C003E0431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>
                <a:gd name="T0" fmla="*/ 0 w 25"/>
                <a:gd name="T1" fmla="*/ 0 h 53"/>
                <a:gd name="T2" fmla="*/ 19 w 25"/>
                <a:gd name="T3" fmla="*/ 53 h 53"/>
                <a:gd name="T4" fmla="*/ 25 w 25"/>
                <a:gd name="T5" fmla="*/ 53 h 53"/>
                <a:gd name="T6" fmla="*/ 0 w 25"/>
                <a:gd name="T7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043" name="Freeform 36">
              <a:extLst>
                <a:ext uri="{FF2B5EF4-FFF2-40B4-BE49-F238E27FC236}">
                  <a16:creationId xmlns:a16="http://schemas.microsoft.com/office/drawing/2014/main" id="{B2576D69-FEFA-455B-95D2-1F47410F340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>
                <a:gd name="T0" fmla="*/ 0 w 29"/>
                <a:gd name="T1" fmla="*/ 0 h 141"/>
                <a:gd name="T2" fmla="*/ 7 w 29"/>
                <a:gd name="T3" fmla="*/ 89 h 141"/>
                <a:gd name="T4" fmla="*/ 18 w 29"/>
                <a:gd name="T5" fmla="*/ 117 h 141"/>
                <a:gd name="T6" fmla="*/ 29 w 29"/>
                <a:gd name="T7" fmla="*/ 141 h 141"/>
                <a:gd name="T8" fmla="*/ 27 w 29"/>
                <a:gd name="T9" fmla="*/ 135 h 141"/>
                <a:gd name="T10" fmla="*/ 8 w 29"/>
                <a:gd name="T11" fmla="*/ 22 h 141"/>
                <a:gd name="T12" fmla="*/ 4 w 29"/>
                <a:gd name="T13" fmla="*/ 11 h 141"/>
                <a:gd name="T14" fmla="*/ 0 w 29"/>
                <a:gd name="T15" fmla="*/ 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044" name="Freeform 37">
              <a:extLst>
                <a:ext uri="{FF2B5EF4-FFF2-40B4-BE49-F238E27FC236}">
                  <a16:creationId xmlns:a16="http://schemas.microsoft.com/office/drawing/2014/main" id="{F6394666-7747-441F-B923-A5E1DF9FE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>
                <a:gd name="T0" fmla="*/ 0 w 8"/>
                <a:gd name="T1" fmla="*/ 26 h 48"/>
                <a:gd name="T2" fmla="*/ 4 w 8"/>
                <a:gd name="T3" fmla="*/ 37 h 48"/>
                <a:gd name="T4" fmla="*/ 8 w 8"/>
                <a:gd name="T5" fmla="*/ 48 h 48"/>
                <a:gd name="T6" fmla="*/ 7 w 8"/>
                <a:gd name="T7" fmla="*/ 19 h 48"/>
                <a:gd name="T8" fmla="*/ 0 w 8"/>
                <a:gd name="T9" fmla="*/ 0 h 48"/>
                <a:gd name="T10" fmla="*/ 0 w 8"/>
                <a:gd name="T11" fmla="*/ 4 h 48"/>
                <a:gd name="T12" fmla="*/ 0 w 8"/>
                <a:gd name="T13" fmla="*/ 2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 sz="1800"/>
            </a:p>
          </p:txBody>
        </p:sp>
        <p:sp>
          <p:nvSpPr>
            <p:cNvPr id="1045" name="Freeform 38">
              <a:extLst>
                <a:ext uri="{FF2B5EF4-FFF2-40B4-BE49-F238E27FC236}">
                  <a16:creationId xmlns:a16="http://schemas.microsoft.com/office/drawing/2014/main" id="{98B3324F-5620-4881-A6DD-AB27ED96D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>
                <a:gd name="T0" fmla="*/ 11 w 44"/>
                <a:gd name="T1" fmla="*/ 28 h 111"/>
                <a:gd name="T2" fmla="*/ 0 w 44"/>
                <a:gd name="T3" fmla="*/ 0 h 111"/>
                <a:gd name="T4" fmla="*/ 11 w 44"/>
                <a:gd name="T5" fmla="*/ 49 h 111"/>
                <a:gd name="T6" fmla="*/ 14 w 44"/>
                <a:gd name="T7" fmla="*/ 58 h 111"/>
                <a:gd name="T8" fmla="*/ 39 w 44"/>
                <a:gd name="T9" fmla="*/ 111 h 111"/>
                <a:gd name="T10" fmla="*/ 44 w 44"/>
                <a:gd name="T11" fmla="*/ 111 h 111"/>
                <a:gd name="T12" fmla="*/ 22 w 44"/>
                <a:gd name="T13" fmla="*/ 52 h 111"/>
                <a:gd name="T14" fmla="*/ 11 w 44"/>
                <a:gd name="T15" fmla="*/ 28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 sz="1800"/>
            </a:p>
          </p:txBody>
        </p: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1826E01B-89BE-42A6-A74F-BE03765501A6}"/>
              </a:ext>
            </a:extLst>
          </p:cNvPr>
          <p:cNvSpPr/>
          <p:nvPr/>
        </p:nvSpPr>
        <p:spPr>
          <a:xfrm>
            <a:off x="1" y="0"/>
            <a:ext cx="243417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29" name="Title Placeholder 1">
            <a:extLst>
              <a:ext uri="{FF2B5EF4-FFF2-40B4-BE49-F238E27FC236}">
                <a16:creationId xmlns:a16="http://schemas.microsoft.com/office/drawing/2014/main" id="{6A84B4C4-1F37-4E35-B172-67A4889A764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592917" y="623888"/>
            <a:ext cx="8786283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Text Placeholder 2">
            <a:extLst>
              <a:ext uri="{FF2B5EF4-FFF2-40B4-BE49-F238E27FC236}">
                <a16:creationId xmlns:a16="http://schemas.microsoft.com/office/drawing/2014/main" id="{F3B73DA2-D427-4F10-A539-9931D5F4CC3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2590800" y="2133600"/>
            <a:ext cx="87884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DDED3-A5BA-4898-A889-FE9CC9B698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201" y="6135689"/>
            <a:ext cx="1022351" cy="3698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3692E-86BB-4DAE-A406-DC4FB86BEE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90800" y="6135689"/>
            <a:ext cx="76221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FD0C2-FA56-452E-B4E3-4F28E8BBCF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681567" y="787401"/>
            <a:ext cx="781051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08F60E5-7E99-410F-B974-023E181F694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42434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fontAlgn="base">
        <a:spcBef>
          <a:spcPct val="0"/>
        </a:spcBef>
        <a:spcAft>
          <a:spcPct val="0"/>
        </a:spcAft>
        <a:defRPr sz="3600" kern="1200">
          <a:solidFill>
            <a:srgbClr val="262626"/>
          </a:solidFill>
          <a:latin typeface="+mj-lt"/>
          <a:ea typeface="+mj-ea"/>
          <a:cs typeface="+mj-cs"/>
        </a:defRPr>
      </a:lvl1pPr>
      <a:lvl2pPr algn="l" defTabSz="457200" rtl="0" fontAlgn="base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kern="1200">
          <a:solidFill>
            <a:srgbClr val="404040"/>
          </a:solidFill>
          <a:latin typeface="+mn-lt"/>
          <a:ea typeface="+mn-ea"/>
          <a:cs typeface="+mn-cs"/>
        </a:defRPr>
      </a:lvl1pPr>
      <a:lvl2pPr marL="742950" indent="-285750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600" kern="1200">
          <a:solidFill>
            <a:srgbClr val="404040"/>
          </a:solidFill>
          <a:latin typeface="+mn-lt"/>
          <a:ea typeface="+mn-ea"/>
          <a:cs typeface="+mn-cs"/>
        </a:defRPr>
      </a:lvl2pPr>
      <a:lvl3pPr marL="1143000" indent="-228600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1600200" indent="-228600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rgbClr val="404040"/>
          </a:solidFill>
          <a:latin typeface="+mn-lt"/>
          <a:ea typeface="+mn-ea"/>
          <a:cs typeface="+mn-cs"/>
        </a:defRPr>
      </a:lvl4pPr>
      <a:lvl5pPr marL="2057400" indent="-228600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rgbClr val="40404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72CEF2-B016-30FD-F854-7E4113B9F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79442B-B5B4-D0C1-5116-AC753B685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Volume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 – be able to: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Substitute into formula to solve volume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Determine volume of other prisms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Review substitution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Identifying shapes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Volume of prisms </a:t>
            </a:r>
            <a:endParaRPr lang="en-AU" dirty="0">
              <a:solidFill>
                <a:srgbClr val="00B0F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D893D-F244-A58C-3EF1-8F207A7E43AB}"/>
              </a:ext>
            </a:extLst>
          </p:cNvPr>
          <p:cNvSpPr txBox="1"/>
          <p:nvPr/>
        </p:nvSpPr>
        <p:spPr>
          <a:xfrm>
            <a:off x="4669654" y="1544714"/>
            <a:ext cx="34800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 and calculators. 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99803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7D5AD77-5D6F-9E75-E4BA-5D9A9B4E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444C815-A671-54DB-EBBF-8D3088652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ABB77D-6E59-9319-0D89-9760F5140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313" y="1313895"/>
            <a:ext cx="5340553" cy="33976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17471A-029C-7FA1-94B1-6AAEB7D33A85}"/>
              </a:ext>
            </a:extLst>
          </p:cNvPr>
          <p:cNvSpPr txBox="1"/>
          <p:nvPr/>
        </p:nvSpPr>
        <p:spPr>
          <a:xfrm>
            <a:off x="2270873" y="4434595"/>
            <a:ext cx="1210645" cy="553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6cm</a:t>
            </a:r>
            <a:endParaRPr kumimoji="0" lang="en-GB" altLang="en-US" sz="3600" b="1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44FAC8-1081-F857-8872-ED4FAD72FA73}"/>
              </a:ext>
            </a:extLst>
          </p:cNvPr>
          <p:cNvSpPr txBox="1"/>
          <p:nvPr/>
        </p:nvSpPr>
        <p:spPr>
          <a:xfrm>
            <a:off x="563434" y="3508851"/>
            <a:ext cx="1210645" cy="49244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6C54EC-A22A-809D-0A4D-BF7F75D7D825}"/>
              </a:ext>
            </a:extLst>
          </p:cNvPr>
          <p:cNvSpPr txBox="1"/>
          <p:nvPr/>
        </p:nvSpPr>
        <p:spPr>
          <a:xfrm>
            <a:off x="4644493" y="4095927"/>
            <a:ext cx="1210645" cy="553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11cm</a:t>
            </a:r>
            <a:endParaRPr kumimoji="0" lang="en-GB" altLang="en-US" sz="3600" b="1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741545-7D78-A64D-D015-CE749AC1D810}"/>
              </a:ext>
            </a:extLst>
          </p:cNvPr>
          <p:cNvSpPr txBox="1"/>
          <p:nvPr/>
        </p:nvSpPr>
        <p:spPr>
          <a:xfrm>
            <a:off x="7836204" y="2970241"/>
            <a:ext cx="36159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Diagram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Rule: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Solve: 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2006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7D5AD77-5D6F-9E75-E4BA-5D9A9B4E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444C815-A671-54DB-EBBF-8D3088652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ABB77D-6E59-9319-0D89-9760F5140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313" y="1313895"/>
            <a:ext cx="5340553" cy="33976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17471A-029C-7FA1-94B1-6AAEB7D33A85}"/>
              </a:ext>
            </a:extLst>
          </p:cNvPr>
          <p:cNvSpPr txBox="1"/>
          <p:nvPr/>
        </p:nvSpPr>
        <p:spPr>
          <a:xfrm>
            <a:off x="1957778" y="4649925"/>
            <a:ext cx="1795100" cy="61555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6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4m</a:t>
            </a:r>
            <a:endParaRPr kumimoji="0" lang="en-GB" altLang="en-US" sz="3600" b="1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44FAC8-1081-F857-8872-ED4FAD72FA73}"/>
              </a:ext>
            </a:extLst>
          </p:cNvPr>
          <p:cNvSpPr txBox="1"/>
          <p:nvPr/>
        </p:nvSpPr>
        <p:spPr>
          <a:xfrm>
            <a:off x="563434" y="3508851"/>
            <a:ext cx="1210645" cy="49244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6C54EC-A22A-809D-0A4D-BF7F75D7D825}"/>
              </a:ext>
            </a:extLst>
          </p:cNvPr>
          <p:cNvSpPr txBox="1"/>
          <p:nvPr/>
        </p:nvSpPr>
        <p:spPr>
          <a:xfrm>
            <a:off x="4644493" y="4095927"/>
            <a:ext cx="1210645" cy="553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20m</a:t>
            </a:r>
            <a:endParaRPr kumimoji="0" lang="en-GB" altLang="en-US" sz="3600" b="1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C10663-F4E3-3DC9-2E99-52E015DC21C0}"/>
              </a:ext>
            </a:extLst>
          </p:cNvPr>
          <p:cNvSpPr txBox="1"/>
          <p:nvPr/>
        </p:nvSpPr>
        <p:spPr>
          <a:xfrm>
            <a:off x="7836204" y="2970241"/>
            <a:ext cx="36159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Diagram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Rule: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Solve: 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6083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7D5AD77-5D6F-9E75-E4BA-5D9A9B4E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444C815-A671-54DB-EBBF-8D3088652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ABB77D-6E59-9319-0D89-9760F5140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313" y="1313895"/>
            <a:ext cx="5340553" cy="33976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17471A-029C-7FA1-94B1-6AAEB7D33A85}"/>
              </a:ext>
            </a:extLst>
          </p:cNvPr>
          <p:cNvSpPr txBox="1"/>
          <p:nvPr/>
        </p:nvSpPr>
        <p:spPr>
          <a:xfrm>
            <a:off x="2270873" y="4434595"/>
            <a:ext cx="1210645" cy="553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16mm</a:t>
            </a:r>
            <a:endParaRPr kumimoji="0" lang="en-GB" altLang="en-US" sz="3600" b="1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44FAC8-1081-F857-8872-ED4FAD72FA73}"/>
              </a:ext>
            </a:extLst>
          </p:cNvPr>
          <p:cNvSpPr txBox="1"/>
          <p:nvPr/>
        </p:nvSpPr>
        <p:spPr>
          <a:xfrm>
            <a:off x="563434" y="3508851"/>
            <a:ext cx="1210645" cy="49244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10mm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6C54EC-A22A-809D-0A4D-BF7F75D7D825}"/>
              </a:ext>
            </a:extLst>
          </p:cNvPr>
          <p:cNvSpPr txBox="1"/>
          <p:nvPr/>
        </p:nvSpPr>
        <p:spPr>
          <a:xfrm>
            <a:off x="4644493" y="4095927"/>
            <a:ext cx="1210645" cy="553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30mm</a:t>
            </a:r>
            <a:endParaRPr kumimoji="0" lang="en-GB" altLang="en-US" sz="3600" b="1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84DF9D-4317-BFCF-9B8B-537AB7E8EC48}"/>
              </a:ext>
            </a:extLst>
          </p:cNvPr>
          <p:cNvSpPr txBox="1"/>
          <p:nvPr/>
        </p:nvSpPr>
        <p:spPr>
          <a:xfrm>
            <a:off x="7836204" y="2970241"/>
            <a:ext cx="36159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Diagram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Rule: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Solve: 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9280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DCFB4-36C4-3CD1-E858-1FCBA72C2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8E93A-BF49-2674-3359-613ECEDA4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C94033-F991-D4E1-588E-3DD199F9F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899" y="2670716"/>
            <a:ext cx="4051889" cy="2577839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5450A65-ADB3-8A50-D7A6-8B2B52BCB9CA}"/>
              </a:ext>
            </a:extLst>
          </p:cNvPr>
          <p:cNvCxnSpPr>
            <a:cxnSpLocks/>
          </p:cNvCxnSpPr>
          <p:nvPr/>
        </p:nvCxnSpPr>
        <p:spPr>
          <a:xfrm>
            <a:off x="2794925" y="3520602"/>
            <a:ext cx="0" cy="1559278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DE8B529-A922-1E93-7AE9-726D29947FE1}"/>
              </a:ext>
            </a:extLst>
          </p:cNvPr>
          <p:cNvSpPr txBox="1"/>
          <p:nvPr/>
        </p:nvSpPr>
        <p:spPr>
          <a:xfrm>
            <a:off x="7836204" y="2970241"/>
            <a:ext cx="36159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Diagram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Rule: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Solve: 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AD1DD3-43DA-44CC-3055-CAC6B3731C7E}"/>
              </a:ext>
            </a:extLst>
          </p:cNvPr>
          <p:cNvSpPr txBox="1"/>
          <p:nvPr/>
        </p:nvSpPr>
        <p:spPr>
          <a:xfrm>
            <a:off x="1584280" y="4097243"/>
            <a:ext cx="1210645" cy="553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8m</a:t>
            </a:r>
            <a:endParaRPr kumimoji="0" lang="en-GB" altLang="en-US" sz="3600" b="1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6A6506-CD80-2DED-66CF-E6D355C42DAD}"/>
              </a:ext>
            </a:extLst>
          </p:cNvPr>
          <p:cNvSpPr txBox="1"/>
          <p:nvPr/>
        </p:nvSpPr>
        <p:spPr>
          <a:xfrm>
            <a:off x="3400248" y="5079880"/>
            <a:ext cx="1210645" cy="553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5.2m</a:t>
            </a:r>
            <a:endParaRPr kumimoji="0" lang="en-GB" altLang="en-US" sz="3600" b="1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65459B-D579-63F0-AFA0-7148FE3287D2}"/>
              </a:ext>
            </a:extLst>
          </p:cNvPr>
          <p:cNvSpPr txBox="1"/>
          <p:nvPr/>
        </p:nvSpPr>
        <p:spPr>
          <a:xfrm>
            <a:off x="5857143" y="4700850"/>
            <a:ext cx="1210645" cy="553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10m</a:t>
            </a:r>
            <a:endParaRPr kumimoji="0" lang="en-GB" altLang="en-US" sz="3600" b="1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43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DCFB4-36C4-3CD1-E858-1FCBA72C2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8E93A-BF49-2674-3359-613ECEDA4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4C1BF2-2A77-F92D-5D57-6B6490384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920" y="2712374"/>
            <a:ext cx="4051889" cy="2577839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44151F9-5086-C92B-E7F6-2EA7CFD910BA}"/>
              </a:ext>
            </a:extLst>
          </p:cNvPr>
          <p:cNvCxnSpPr>
            <a:cxnSpLocks/>
          </p:cNvCxnSpPr>
          <p:nvPr/>
        </p:nvCxnSpPr>
        <p:spPr>
          <a:xfrm>
            <a:off x="2812681" y="3473677"/>
            <a:ext cx="0" cy="1559278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805E882-08C0-F5D2-7143-FDABD32ACC49}"/>
              </a:ext>
            </a:extLst>
          </p:cNvPr>
          <p:cNvSpPr txBox="1"/>
          <p:nvPr/>
        </p:nvSpPr>
        <p:spPr>
          <a:xfrm>
            <a:off x="7836204" y="2970241"/>
            <a:ext cx="36159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Diagram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Rule: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Solve: 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CB5BAA-790B-F40A-4E49-F5BF3F4BF065}"/>
              </a:ext>
            </a:extLst>
          </p:cNvPr>
          <p:cNvSpPr txBox="1"/>
          <p:nvPr/>
        </p:nvSpPr>
        <p:spPr>
          <a:xfrm>
            <a:off x="1602036" y="4037716"/>
            <a:ext cx="1210645" cy="553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1.6m</a:t>
            </a:r>
            <a:endParaRPr kumimoji="0" lang="en-GB" altLang="en-US" sz="3600" b="1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F0DEFC-82D6-DC5E-B312-3C7B38E2B7D0}"/>
              </a:ext>
            </a:extLst>
          </p:cNvPr>
          <p:cNvSpPr txBox="1"/>
          <p:nvPr/>
        </p:nvSpPr>
        <p:spPr>
          <a:xfrm>
            <a:off x="3309561" y="5148151"/>
            <a:ext cx="1546525" cy="553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100cm</a:t>
            </a:r>
            <a:endParaRPr kumimoji="0" lang="en-GB" altLang="en-US" sz="3600" b="1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4170E2-3D42-AC36-EB71-A4D3DCC34000}"/>
              </a:ext>
            </a:extLst>
          </p:cNvPr>
          <p:cNvSpPr txBox="1"/>
          <p:nvPr/>
        </p:nvSpPr>
        <p:spPr>
          <a:xfrm>
            <a:off x="5780922" y="4755956"/>
            <a:ext cx="1546525" cy="553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300cm</a:t>
            </a:r>
            <a:endParaRPr kumimoji="0" lang="en-GB" altLang="en-US" sz="3600" b="1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4812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3D8E8-626A-4C2F-A399-928ACAD7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Worthy of note(s)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EB0A6C-957C-48B1-B0D2-90DAF2E531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4916"/>
                <a:ext cx="10515600" cy="532660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It is because of this conversion that we should note: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𝑚𝐿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endParaRPr lang="en-US" b="0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1000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𝑚𝐿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=1000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𝑘𝐿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r>
                  <a:rPr lang="en-AU" dirty="0" err="1"/>
                  <a:t>kL</a:t>
                </a:r>
                <a:r>
                  <a:rPr lang="en-AU" dirty="0"/>
                  <a:t> means kilolitre (kilo meaning a thousand)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EB0A6C-957C-48B1-B0D2-90DAF2E531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4916"/>
                <a:ext cx="10515600" cy="5326601"/>
              </a:xfrm>
              <a:blipFill>
                <a:blip r:embed="rId2"/>
                <a:stretch>
                  <a:fillRect l="-1217" t="-183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2086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C8F4E2-D67F-B5B4-B49E-2C4E9A9A1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 do / we do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7E2B7C4-D85D-2BAE-33AD-2A41053E93F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_______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𝑚𝐿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1200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__________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450000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_______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dirty="0"/>
                  <a:t> = _____</a:t>
                </a:r>
                <a:r>
                  <a:rPr lang="en-AU" dirty="0" err="1"/>
                  <a:t>kL</a:t>
                </a: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4.5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_________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𝑘𝐿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7E2B7C4-D85D-2BAE-33AD-2A41053E93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A844B6F-E52E-B50A-D02B-2F0CD5E0815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_______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𝑚𝐿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__________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0000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_______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dirty="0"/>
                  <a:t> = _____</a:t>
                </a:r>
                <a:r>
                  <a:rPr lang="en-AU" dirty="0" err="1"/>
                  <a:t>kL</a:t>
                </a: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11.7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_________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𝑘𝐿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A844B6F-E52E-B50A-D02B-2F0CD5E081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285CFA-F4A3-0A26-74D2-8BCDCBA5CE60}"/>
                  </a:ext>
                </a:extLst>
              </p:cNvPr>
              <p:cNvSpPr txBox="1"/>
              <p:nvPr/>
            </p:nvSpPr>
            <p:spPr>
              <a:xfrm>
                <a:off x="-204187" y="-82298"/>
                <a:ext cx="3790765" cy="1772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𝒄𝒎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𝒎𝑳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𝟏𝟎𝟎𝟎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𝒎𝑳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b="1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𝟏𝟎𝟎𝟎</m:t>
                          </m:r>
                          <m:r>
                            <a:rPr lang="en-US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𝒄𝒎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b="1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𝟏𝟎𝟎𝟎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𝒌𝑳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dirty="0">
                  <a:solidFill>
                    <a:srgbClr val="00B0F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285CFA-F4A3-0A26-74D2-8BCDCBA5C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4187" y="-82298"/>
                <a:ext cx="3790765" cy="17729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5317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360D0C-817C-4C4E-A9FF-F1CF20560874}"/>
              </a:ext>
            </a:extLst>
          </p:cNvPr>
          <p:cNvSpPr/>
          <p:nvPr/>
        </p:nvSpPr>
        <p:spPr>
          <a:xfrm>
            <a:off x="2135560" y="1052736"/>
            <a:ext cx="8136904" cy="55446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prstClr val="black"/>
              </a:solidFill>
              <a:latin typeface="Century Gothic" panose="020B0502020202020204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C8FBA9-C38D-41B9-8C4D-ED6F2E419F41}"/>
              </a:ext>
            </a:extLst>
          </p:cNvPr>
          <p:cNvCxnSpPr>
            <a:stCxn id="4" idx="1"/>
            <a:endCxn id="4" idx="3"/>
          </p:cNvCxnSpPr>
          <p:nvPr/>
        </p:nvCxnSpPr>
        <p:spPr>
          <a:xfrm>
            <a:off x="2135560" y="3825044"/>
            <a:ext cx="813690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C33A08A-BD64-4879-8CE7-42C6CD8ED5B4}"/>
              </a:ext>
            </a:extLst>
          </p:cNvPr>
          <p:cNvCxnSpPr/>
          <p:nvPr/>
        </p:nvCxnSpPr>
        <p:spPr>
          <a:xfrm>
            <a:off x="4871864" y="1088740"/>
            <a:ext cx="0" cy="547260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2BE0E8-776F-4259-9A5F-7D519582E719}"/>
              </a:ext>
            </a:extLst>
          </p:cNvPr>
          <p:cNvCxnSpPr/>
          <p:nvPr/>
        </p:nvCxnSpPr>
        <p:spPr>
          <a:xfrm>
            <a:off x="7608168" y="1088740"/>
            <a:ext cx="0" cy="547260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1F48DE4-8746-4DBF-85FF-5C29B3A05B89}"/>
              </a:ext>
            </a:extLst>
          </p:cNvPr>
          <p:cNvSpPr txBox="1"/>
          <p:nvPr/>
        </p:nvSpPr>
        <p:spPr>
          <a:xfrm>
            <a:off x="2063552" y="235362"/>
            <a:ext cx="80648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2800" dirty="0">
                <a:solidFill>
                  <a:prstClr val="black"/>
                </a:solidFill>
                <a:latin typeface="Arial" panose="020B0604020202020204" pitchFamily="34" charset="0"/>
              </a:rPr>
              <a:t>Split your whiteboards into 6 sections like below.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A86E0D-5547-47EB-9504-6E20C45110C5}"/>
              </a:ext>
            </a:extLst>
          </p:cNvPr>
          <p:cNvSpPr txBox="1"/>
          <p:nvPr/>
        </p:nvSpPr>
        <p:spPr>
          <a:xfrm>
            <a:off x="2135561" y="1268761"/>
            <a:ext cx="24482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2000" dirty="0">
                <a:solidFill>
                  <a:prstClr val="black"/>
                </a:solidFill>
                <a:latin typeface="Arial" panose="020B0604020202020204" pitchFamily="34" charset="0"/>
              </a:rPr>
              <a:t>A.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AU" sz="20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2000" dirty="0">
                <a:solidFill>
                  <a:prstClr val="black"/>
                </a:solidFill>
                <a:latin typeface="Arial" panose="020B0604020202020204" pitchFamily="34" charset="0"/>
              </a:rPr>
              <a:t> 1230mL=_______L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DA0EB4-FE1A-4594-B59D-2CBB6DB71003}"/>
                  </a:ext>
                </a:extLst>
              </p:cNvPr>
              <p:cNvSpPr txBox="1"/>
              <p:nvPr/>
            </p:nvSpPr>
            <p:spPr>
              <a:xfrm>
                <a:off x="4979878" y="1196753"/>
                <a:ext cx="244827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AU" sz="20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B.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AU" sz="20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23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sz="20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=_______mL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DA0EB4-FE1A-4594-B59D-2CBB6DB71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9878" y="1196753"/>
                <a:ext cx="2448271" cy="1015663"/>
              </a:xfrm>
              <a:prstGeom prst="rect">
                <a:avLst/>
              </a:prstGeom>
              <a:blipFill>
                <a:blip r:embed="rId2"/>
                <a:stretch>
                  <a:fillRect l="-2736" t="-2395" r="-746" b="-101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121D748-5BC3-4008-8E2F-115A4DB5E4BD}"/>
                  </a:ext>
                </a:extLst>
              </p:cNvPr>
              <p:cNvSpPr txBox="1"/>
              <p:nvPr/>
            </p:nvSpPr>
            <p:spPr>
              <a:xfrm>
                <a:off x="7608169" y="1182250"/>
                <a:ext cx="259850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AU" sz="20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C.</a:t>
                </a: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AU" sz="20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AU" sz="20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2500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sz="20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=_______L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121D748-5BC3-4008-8E2F-115A4DB5E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8169" y="1182250"/>
                <a:ext cx="2598509" cy="1015663"/>
              </a:xfrm>
              <a:prstGeom prst="rect">
                <a:avLst/>
              </a:prstGeom>
              <a:blipFill>
                <a:blip r:embed="rId3"/>
                <a:stretch>
                  <a:fillRect t="-2994" r="-235" b="-101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12DAB1-D3AA-4732-B3D3-E0E2E8897ABF}"/>
                  </a:ext>
                </a:extLst>
              </p:cNvPr>
              <p:cNvSpPr txBox="1"/>
              <p:nvPr/>
            </p:nvSpPr>
            <p:spPr>
              <a:xfrm>
                <a:off x="2180659" y="4095852"/>
                <a:ext cx="259850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AU" sz="20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D.</a:t>
                </a: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AU" sz="20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AU" sz="20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3.2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sz="20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=_______kL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12DAB1-D3AA-4732-B3D3-E0E2E8897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0659" y="4095852"/>
                <a:ext cx="2598509" cy="1015663"/>
              </a:xfrm>
              <a:prstGeom prst="rect">
                <a:avLst/>
              </a:prstGeom>
              <a:blipFill>
                <a:blip r:embed="rId4"/>
                <a:stretch>
                  <a:fillRect t="-2994" b="-101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168D93D-F238-44CC-A868-87D643014D75}"/>
                  </a:ext>
                </a:extLst>
              </p:cNvPr>
              <p:cNvSpPr txBox="1"/>
              <p:nvPr/>
            </p:nvSpPr>
            <p:spPr>
              <a:xfrm>
                <a:off x="5067201" y="4128374"/>
                <a:ext cx="259850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AU" sz="20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E.</a:t>
                </a: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AU" sz="20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AU" sz="20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0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1.23</m:t>
                    </m:r>
                    <m:sSup>
                      <m:sSupPr>
                        <m:ctrlP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sz="20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=_______L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168D93D-F238-44CC-A868-87D643014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7201" y="4128374"/>
                <a:ext cx="2598509" cy="1015663"/>
              </a:xfrm>
              <a:prstGeom prst="rect">
                <a:avLst/>
              </a:prstGeom>
              <a:blipFill>
                <a:blip r:embed="rId5"/>
                <a:stretch>
                  <a:fillRect t="-2395" b="-101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1891CB8-8DAF-49B3-A136-628AA990CDA8}"/>
                  </a:ext>
                </a:extLst>
              </p:cNvPr>
              <p:cNvSpPr txBox="1"/>
              <p:nvPr/>
            </p:nvSpPr>
            <p:spPr>
              <a:xfrm>
                <a:off x="7788190" y="4089091"/>
                <a:ext cx="259850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AU" sz="20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F.</a:t>
                </a: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AU" sz="20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AU" sz="20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9.1</m:t>
                    </m:r>
                    <m:r>
                      <a:rPr lang="en-AU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𝐾𝐿</m:t>
                    </m:r>
                    <m:r>
                      <a:rPr lang="en-AU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0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=_______L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1891CB8-8DAF-49B3-A136-628AA990C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8190" y="4089091"/>
                <a:ext cx="2598509" cy="1015663"/>
              </a:xfrm>
              <a:prstGeom prst="rect">
                <a:avLst/>
              </a:prstGeom>
              <a:blipFill>
                <a:blip r:embed="rId6"/>
                <a:stretch>
                  <a:fillRect t="-3012" b="-108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5DCDD8D-2590-4B09-B2FD-2FB5D05DFB83}"/>
              </a:ext>
            </a:extLst>
          </p:cNvPr>
          <p:cNvSpPr txBox="1"/>
          <p:nvPr/>
        </p:nvSpPr>
        <p:spPr>
          <a:xfrm>
            <a:off x="3425485" y="1785189"/>
            <a:ext cx="14401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2400" b="1" dirty="0">
                <a:solidFill>
                  <a:srgbClr val="FF0000"/>
                </a:solidFill>
                <a:latin typeface="Arial" panose="020B0604020202020204" pitchFamily="34" charset="0"/>
              </a:rPr>
              <a:t>1.23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C0DC77-D00D-4A85-A07F-E596F59C69D1}"/>
              </a:ext>
            </a:extLst>
          </p:cNvPr>
          <p:cNvSpPr txBox="1"/>
          <p:nvPr/>
        </p:nvSpPr>
        <p:spPr>
          <a:xfrm>
            <a:off x="6161788" y="1733599"/>
            <a:ext cx="14401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2400" b="1" dirty="0">
                <a:solidFill>
                  <a:srgbClr val="FF0000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883E0B-8827-4D1B-B4EA-A39CADBBD401}"/>
              </a:ext>
            </a:extLst>
          </p:cNvPr>
          <p:cNvSpPr txBox="1"/>
          <p:nvPr/>
        </p:nvSpPr>
        <p:spPr>
          <a:xfrm>
            <a:off x="9114628" y="1683071"/>
            <a:ext cx="14401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2400" b="1" dirty="0">
                <a:solidFill>
                  <a:srgbClr val="FF0000"/>
                </a:solidFill>
                <a:latin typeface="Arial" panose="020B0604020202020204" pitchFamily="34" charset="0"/>
              </a:rPr>
              <a:t>2.5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745040-FF4A-4B02-84A6-19AECAB3C0BF}"/>
              </a:ext>
            </a:extLst>
          </p:cNvPr>
          <p:cNvSpPr txBox="1"/>
          <p:nvPr/>
        </p:nvSpPr>
        <p:spPr>
          <a:xfrm>
            <a:off x="3400249" y="4627482"/>
            <a:ext cx="14401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2400" b="1" dirty="0">
                <a:solidFill>
                  <a:srgbClr val="FF0000"/>
                </a:solidFill>
                <a:latin typeface="Arial" panose="020B0604020202020204" pitchFamily="34" charset="0"/>
              </a:rPr>
              <a:t>3.2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B3EFD8-8CB7-4316-ABD6-65464F6AC87D}"/>
              </a:ext>
            </a:extLst>
          </p:cNvPr>
          <p:cNvSpPr txBox="1"/>
          <p:nvPr/>
        </p:nvSpPr>
        <p:spPr>
          <a:xfrm>
            <a:off x="6282668" y="4696098"/>
            <a:ext cx="14401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2400" b="1" dirty="0">
                <a:solidFill>
                  <a:srgbClr val="FF0000"/>
                </a:solidFill>
                <a:latin typeface="Arial" panose="020B0604020202020204" pitchFamily="34" charset="0"/>
              </a:rPr>
              <a:t>1230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6F38F9-A67A-43B9-A9A0-FDDF010A984D}"/>
              </a:ext>
            </a:extLst>
          </p:cNvPr>
          <p:cNvSpPr txBox="1"/>
          <p:nvPr/>
        </p:nvSpPr>
        <p:spPr>
          <a:xfrm>
            <a:off x="8890501" y="4627482"/>
            <a:ext cx="14401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2400" b="1" dirty="0">
                <a:solidFill>
                  <a:srgbClr val="FF0000"/>
                </a:solidFill>
                <a:latin typeface="Arial" panose="020B0604020202020204" pitchFamily="34" charset="0"/>
              </a:rPr>
              <a:t>9100</a:t>
            </a:r>
          </a:p>
        </p:txBody>
      </p:sp>
    </p:spTree>
    <p:extLst>
      <p:ext uri="{BB962C8B-B14F-4D97-AF65-F5344CB8AC3E}">
        <p14:creationId xmlns:p14="http://schemas.microsoft.com/office/powerpoint/2010/main" val="4219005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  <p:bldP spid="17" grpId="0"/>
      <p:bldP spid="18" grpId="0"/>
      <p:bldP spid="20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7D5AD77-5D6F-9E75-E4BA-5D9A9B4E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444C815-A671-54DB-EBBF-8D3088652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ABB77D-6E59-9319-0D89-9760F5140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313" y="1313895"/>
            <a:ext cx="5340553" cy="33976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17471A-029C-7FA1-94B1-6AAEB7D33A85}"/>
              </a:ext>
            </a:extLst>
          </p:cNvPr>
          <p:cNvSpPr txBox="1"/>
          <p:nvPr/>
        </p:nvSpPr>
        <p:spPr>
          <a:xfrm>
            <a:off x="1957778" y="4649925"/>
            <a:ext cx="1795100" cy="61555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60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4m</a:t>
            </a:r>
            <a:endParaRPr kumimoji="0" lang="en-GB" altLang="en-US" sz="3600" b="1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44FAC8-1081-F857-8872-ED4FAD72FA73}"/>
              </a:ext>
            </a:extLst>
          </p:cNvPr>
          <p:cNvSpPr txBox="1"/>
          <p:nvPr/>
        </p:nvSpPr>
        <p:spPr>
          <a:xfrm>
            <a:off x="563434" y="3508851"/>
            <a:ext cx="1210645" cy="49244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6C54EC-A22A-809D-0A4D-BF7F75D7D825}"/>
              </a:ext>
            </a:extLst>
          </p:cNvPr>
          <p:cNvSpPr txBox="1"/>
          <p:nvPr/>
        </p:nvSpPr>
        <p:spPr>
          <a:xfrm>
            <a:off x="4644493" y="4095927"/>
            <a:ext cx="1210645" cy="5539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20m</a:t>
            </a:r>
            <a:endParaRPr kumimoji="0" lang="en-GB" altLang="en-US" sz="3600" b="1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C10663-F4E3-3DC9-2E99-52E015DC21C0}"/>
              </a:ext>
            </a:extLst>
          </p:cNvPr>
          <p:cNvSpPr txBox="1"/>
          <p:nvPr/>
        </p:nvSpPr>
        <p:spPr>
          <a:xfrm>
            <a:off x="7471976" y="680472"/>
            <a:ext cx="361599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many Liters are in this rectangular prism?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Diagram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Rule: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Solve: 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3813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861AF017-741B-4CC0-B7C2-C9B94E5B8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D2A542E6-1924-4FE2-89D1-3CB19468C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40" name="Rectangle 1039">
              <a:extLst>
                <a:ext uri="{FF2B5EF4-FFF2-40B4-BE49-F238E27FC236}">
                  <a16:creationId xmlns:a16="http://schemas.microsoft.com/office/drawing/2014/main" id="{1F353183-2147-472B-AD7D-4A085FF6A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1" name="Rectangle 1040">
              <a:extLst>
                <a:ext uri="{FF2B5EF4-FFF2-40B4-BE49-F238E27FC236}">
                  <a16:creationId xmlns:a16="http://schemas.microsoft.com/office/drawing/2014/main" id="{FAAA42C8-A082-4DFD-A5F3-FC9EF825B1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5FC9E5C3-B8DC-4532-8C1F-4D5331C64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3863975" y="-12"/>
            <a:ext cx="8328026" cy="685799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C9632A-7B97-F05B-1611-FB1F8AFB8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3337" y="469448"/>
            <a:ext cx="5256213" cy="539750"/>
          </a:xfrm>
        </p:spPr>
        <p:txBody>
          <a:bodyPr anchor="t">
            <a:normAutofit/>
          </a:bodyPr>
          <a:lstStyle/>
          <a:p>
            <a:r>
              <a:rPr lang="en-US" sz="2200" dirty="0"/>
              <a:t>Trapezium prism </a:t>
            </a:r>
            <a:endParaRPr lang="en-AU" sz="2200" dirty="0"/>
          </a:p>
        </p:txBody>
      </p:sp>
      <p:pic>
        <p:nvPicPr>
          <p:cNvPr id="1028" name="Picture 4" descr="Volume of a Prism - GCSE Maths Revision Guide - Tutor In">
            <a:extLst>
              <a:ext uri="{FF2B5EF4-FFF2-40B4-BE49-F238E27FC236}">
                <a16:creationId xmlns:a16="http://schemas.microsoft.com/office/drawing/2014/main" id="{25D72686-CFC1-009D-D910-E6FC5A9669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64" b="-1"/>
          <a:stretch/>
        </p:blipFill>
        <p:spPr bwMode="auto">
          <a:xfrm>
            <a:off x="550862" y="551479"/>
            <a:ext cx="5256213" cy="2790000"/>
          </a:xfrm>
          <a:prstGeom prst="rect">
            <a:avLst/>
          </a:prstGeom>
          <a:noFill/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34" name="Content Placeholder 1033">
                <a:extLst>
                  <a:ext uri="{FF2B5EF4-FFF2-40B4-BE49-F238E27FC236}">
                    <a16:creationId xmlns:a16="http://schemas.microsoft.com/office/drawing/2014/main" id="{D469E6A5-12E1-6171-ABB0-15EAB61FF2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83338" y="2059200"/>
                <a:ext cx="5256214" cy="4276786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>
                    <a:solidFill>
                      <a:schemeClr val="tx1">
                        <a:alpha val="60000"/>
                      </a:schemeClr>
                    </a:solidFill>
                  </a:rPr>
                  <a:t>What’s the rule? </a:t>
                </a:r>
              </a:p>
              <a:p>
                <a:pPr marL="0" indent="0">
                  <a:buNone/>
                </a:pPr>
                <a:endParaRPr lang="en-US" sz="2000" dirty="0">
                  <a:solidFill>
                    <a:schemeClr val="tx1">
                      <a:alpha val="6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0" dirty="0">
                    <a:solidFill>
                      <a:schemeClr val="tx1">
                        <a:alpha val="60000"/>
                      </a:schemeClr>
                    </a:solidFill>
                  </a:rPr>
                  <a:t>R: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alpha val="6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solidFill>
                          <a:schemeClr val="tx1">
                            <a:alpha val="6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solidFill>
                              <a:schemeClr val="tx1">
                                <a:alpha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000" b="0" i="1" smtClean="0">
                                <a:solidFill>
                                  <a:schemeClr val="tx1">
                                    <a:alpha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chemeClr val="tx1">
                                    <a:alpha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b="0" i="1" smtClean="0">
                                <a:solidFill>
                                  <a:schemeClr val="tx1">
                                    <a:alpha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solidFill>
                                  <a:schemeClr val="tx1">
                                    <a:alpha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num>
                      <m:den>
                        <m:r>
                          <a:rPr lang="en-US" sz="2000" b="0" i="1" smtClean="0">
                            <a:solidFill>
                              <a:schemeClr val="tx1">
                                <a:alpha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solidFill>
                          <a:schemeClr val="tx1">
                            <a:alpha val="6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solidFill>
                          <a:schemeClr val="tx1">
                            <a:alpha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b="0" i="1" smtClean="0">
                        <a:solidFill>
                          <a:schemeClr val="tx1">
                            <a:alpha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sz="2000" b="0" i="1" smtClean="0">
                        <a:solidFill>
                          <a:schemeClr val="tx1">
                            <a:alpha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>
                  <a:solidFill>
                    <a:schemeClr val="tx1">
                      <a:alpha val="6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2000" dirty="0">
                  <a:solidFill>
                    <a:schemeClr val="tx1">
                      <a:alpha val="6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chemeClr val="tx1">
                        <a:alpha val="60000"/>
                      </a:schemeClr>
                    </a:solidFill>
                  </a:rPr>
                  <a:t>N: </a:t>
                </a:r>
              </a:p>
              <a:p>
                <a:pPr marL="0" indent="0">
                  <a:buNone/>
                </a:pPr>
                <a:endParaRPr lang="en-US" sz="2000" dirty="0">
                  <a:solidFill>
                    <a:schemeClr val="tx1">
                      <a:alpha val="6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chemeClr val="tx1">
                        <a:alpha val="60000"/>
                      </a:schemeClr>
                    </a:solidFill>
                  </a:rPr>
                  <a:t>S: </a:t>
                </a:r>
              </a:p>
              <a:p>
                <a:pPr marL="0" indent="0">
                  <a:buNone/>
                </a:pPr>
                <a:endParaRPr lang="en-US" sz="2000" dirty="0">
                  <a:solidFill>
                    <a:schemeClr val="tx1">
                      <a:alpha val="6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2000" dirty="0">
                  <a:solidFill>
                    <a:schemeClr val="tx1">
                      <a:alpha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034" name="Content Placeholder 1033">
                <a:extLst>
                  <a:ext uri="{FF2B5EF4-FFF2-40B4-BE49-F238E27FC236}">
                    <a16:creationId xmlns:a16="http://schemas.microsoft.com/office/drawing/2014/main" id="{D469E6A5-12E1-6171-ABB0-15EAB61FF2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83338" y="2059200"/>
                <a:ext cx="5256214" cy="4276786"/>
              </a:xfrm>
              <a:blipFill>
                <a:blip r:embed="rId3"/>
                <a:stretch>
                  <a:fillRect l="-1160" t="-15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0" name="Picture 6" descr="Volume &amp; Surface Area of a Trapezoidal Prism | Formula - Video &amp; Lesson  Transcript | Study.com">
            <a:extLst>
              <a:ext uri="{FF2B5EF4-FFF2-40B4-BE49-F238E27FC236}">
                <a16:creationId xmlns:a16="http://schemas.microsoft.com/office/drawing/2014/main" id="{7978FF3E-C085-D990-9386-19843F0075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2787"/>
          <a:stretch/>
        </p:blipFill>
        <p:spPr bwMode="auto">
          <a:xfrm>
            <a:off x="550862" y="3518725"/>
            <a:ext cx="5256000" cy="2790000"/>
          </a:xfrm>
          <a:prstGeom prst="rect">
            <a:avLst/>
          </a:prstGeom>
          <a:noFill/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C928B7-D1FA-1DE6-30C1-245C4C441D16}"/>
              </a:ext>
            </a:extLst>
          </p:cNvPr>
          <p:cNvSpPr txBox="1"/>
          <p:nvPr/>
        </p:nvSpPr>
        <p:spPr>
          <a:xfrm>
            <a:off x="3178862" y="549275"/>
            <a:ext cx="1208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5cm</a:t>
            </a:r>
            <a:endParaRPr lang="en-AU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B98263-EC2B-B6D2-D985-497D534D19D6}"/>
              </a:ext>
            </a:extLst>
          </p:cNvPr>
          <p:cNvSpPr txBox="1"/>
          <p:nvPr/>
        </p:nvSpPr>
        <p:spPr>
          <a:xfrm>
            <a:off x="2168287" y="2826222"/>
            <a:ext cx="1208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11cm</a:t>
            </a:r>
            <a:endParaRPr lang="en-AU" sz="2400" b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D0E8D72-83B4-20DA-D3B2-124AB5E309D4}"/>
              </a:ext>
            </a:extLst>
          </p:cNvPr>
          <p:cNvCxnSpPr/>
          <p:nvPr/>
        </p:nvCxnSpPr>
        <p:spPr>
          <a:xfrm>
            <a:off x="893419" y="1704513"/>
            <a:ext cx="0" cy="1121695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B605AA2-E604-C64A-5D13-AFB861FE0866}"/>
              </a:ext>
            </a:extLst>
          </p:cNvPr>
          <p:cNvSpPr txBox="1"/>
          <p:nvPr/>
        </p:nvSpPr>
        <p:spPr>
          <a:xfrm>
            <a:off x="134552" y="1946479"/>
            <a:ext cx="1208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3cm</a:t>
            </a:r>
            <a:endParaRPr lang="en-AU" sz="2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51B65A-43C8-0E68-CEE2-B08747BF1A6A}"/>
              </a:ext>
            </a:extLst>
          </p:cNvPr>
          <p:cNvSpPr txBox="1"/>
          <p:nvPr/>
        </p:nvSpPr>
        <p:spPr>
          <a:xfrm>
            <a:off x="4667047" y="2364543"/>
            <a:ext cx="1208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8cm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8F1F78-1204-BEAC-A2F1-D4CAEE26C9A7}"/>
              </a:ext>
            </a:extLst>
          </p:cNvPr>
          <p:cNvSpPr txBox="1"/>
          <p:nvPr/>
        </p:nvSpPr>
        <p:spPr>
          <a:xfrm>
            <a:off x="754602" y="656948"/>
            <a:ext cx="754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do </a:t>
            </a:r>
            <a:endParaRPr lang="en-A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C64252-E4B1-B6C2-1D4B-BA2F1944D320}"/>
              </a:ext>
            </a:extLst>
          </p:cNvPr>
          <p:cNvSpPr txBox="1"/>
          <p:nvPr/>
        </p:nvSpPr>
        <p:spPr>
          <a:xfrm>
            <a:off x="632567" y="3561741"/>
            <a:ext cx="754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do </a:t>
            </a:r>
            <a:endParaRPr lang="en-AU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E652511-FB76-28A0-7324-D0E473AAEC58}"/>
              </a:ext>
            </a:extLst>
          </p:cNvPr>
          <p:cNvCxnSpPr>
            <a:cxnSpLocks/>
          </p:cNvCxnSpPr>
          <p:nvPr/>
        </p:nvCxnSpPr>
        <p:spPr>
          <a:xfrm>
            <a:off x="1880320" y="4279037"/>
            <a:ext cx="0" cy="963377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76DBFF9-D203-51B6-9EAA-E5EB3512FDC7}"/>
              </a:ext>
            </a:extLst>
          </p:cNvPr>
          <p:cNvSpPr txBox="1"/>
          <p:nvPr/>
        </p:nvSpPr>
        <p:spPr>
          <a:xfrm>
            <a:off x="2655746" y="5149988"/>
            <a:ext cx="1208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8cm</a:t>
            </a:r>
            <a:endParaRPr lang="en-AU" sz="24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FE4314-EA66-F1A8-96B8-775F98173B1B}"/>
              </a:ext>
            </a:extLst>
          </p:cNvPr>
          <p:cNvSpPr txBox="1"/>
          <p:nvPr/>
        </p:nvSpPr>
        <p:spPr>
          <a:xfrm>
            <a:off x="4327265" y="4780749"/>
            <a:ext cx="1208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5cm</a:t>
            </a:r>
            <a:endParaRPr lang="en-AU" sz="24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F71DC1-C48D-970B-17D9-C551C0A48678}"/>
              </a:ext>
            </a:extLst>
          </p:cNvPr>
          <p:cNvSpPr txBox="1"/>
          <p:nvPr/>
        </p:nvSpPr>
        <p:spPr>
          <a:xfrm>
            <a:off x="1170468" y="4529892"/>
            <a:ext cx="1208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6cm</a:t>
            </a:r>
            <a:endParaRPr lang="en-AU" sz="24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91DC4E-6664-8D80-E01F-3E15BA7E5556}"/>
              </a:ext>
            </a:extLst>
          </p:cNvPr>
          <p:cNvSpPr txBox="1"/>
          <p:nvPr/>
        </p:nvSpPr>
        <p:spPr>
          <a:xfrm>
            <a:off x="2576518" y="3892958"/>
            <a:ext cx="1208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4cm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320696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  <p:bldP spid="19" grpId="0"/>
      <p:bldP spid="20" grpId="0"/>
      <p:bldP spid="25" grpId="0"/>
      <p:bldP spid="26" grpId="0"/>
      <p:bldP spid="27" grpId="0"/>
      <p:bldP spid="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Rectangle 2056">
            <a:extLst>
              <a:ext uri="{FF2B5EF4-FFF2-40B4-BE49-F238E27FC236}">
                <a16:creationId xmlns:a16="http://schemas.microsoft.com/office/drawing/2014/main" id="{CEB41C5C-0F34-4DDA-9D7C-5E717F35F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6134677" y="303591"/>
            <a:ext cx="5735590" cy="5896743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590465-6D37-FCE3-8543-72424C14E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598" y="640263"/>
            <a:ext cx="5221266" cy="1344975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Kite prism </a:t>
            </a:r>
            <a:endParaRPr lang="en-AU" sz="4000" dirty="0"/>
          </a:p>
        </p:txBody>
      </p:sp>
      <p:pic>
        <p:nvPicPr>
          <p:cNvPr id="2050" name="Picture 2" descr="Prism Shape - GCSE Maths - Steps, Examples &amp; Worksheet">
            <a:extLst>
              <a:ext uri="{FF2B5EF4-FFF2-40B4-BE49-F238E27FC236}">
                <a16:creationId xmlns:a16="http://schemas.microsoft.com/office/drawing/2014/main" id="{7E68E463-6946-EFB2-D11F-BC2C52638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4632" y="1252991"/>
            <a:ext cx="5126736" cy="4196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068" name="Content Placeholder 2053">
                <a:extLst>
                  <a:ext uri="{FF2B5EF4-FFF2-40B4-BE49-F238E27FC236}">
                    <a16:creationId xmlns:a16="http://schemas.microsoft.com/office/drawing/2014/main" id="{E5422F0D-75F1-0941-F133-AE472EDDE1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91903" y="1669002"/>
                <a:ext cx="5235490" cy="422577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D:</a:t>
                </a:r>
              </a:p>
              <a:p>
                <a:pPr marL="0" indent="0">
                  <a:buNone/>
                </a:pPr>
                <a:endParaRPr lang="en-US" sz="3200" dirty="0"/>
              </a:p>
              <a:p>
                <a:pPr marL="0" indent="0">
                  <a:buNone/>
                </a:pPr>
                <a:r>
                  <a:rPr lang="en-US" sz="3200" dirty="0"/>
                  <a:t>R: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3200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3200" dirty="0"/>
              </a:p>
              <a:p>
                <a:pPr marL="0" indent="0">
                  <a:buNone/>
                </a:pPr>
                <a:r>
                  <a:rPr lang="en-US" sz="3200" dirty="0"/>
                  <a:t>N</a:t>
                </a:r>
              </a:p>
              <a:p>
                <a:pPr marL="0" indent="0">
                  <a:buNone/>
                </a:pPr>
                <a:endParaRPr lang="en-US" sz="3200" dirty="0"/>
              </a:p>
              <a:p>
                <a:pPr marL="0" indent="0">
                  <a:buNone/>
                </a:pPr>
                <a:r>
                  <a:rPr lang="en-US" sz="3200" dirty="0"/>
                  <a:t>S: </a:t>
                </a:r>
              </a:p>
            </p:txBody>
          </p:sp>
        </mc:Choice>
        <mc:Fallback>
          <p:sp>
            <p:nvSpPr>
              <p:cNvPr id="2068" name="Content Placeholder 2053">
                <a:extLst>
                  <a:ext uri="{FF2B5EF4-FFF2-40B4-BE49-F238E27FC236}">
                    <a16:creationId xmlns:a16="http://schemas.microsoft.com/office/drawing/2014/main" id="{E5422F0D-75F1-0941-F133-AE472EDDE1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91903" y="1669002"/>
                <a:ext cx="5235490" cy="4225771"/>
              </a:xfrm>
              <a:blipFill>
                <a:blip r:embed="rId3"/>
                <a:stretch>
                  <a:fillRect l="-3030" t="-3030" b="-23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9676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Rectangle 3080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3083" name="Group 3082">
            <a:extLst>
              <a:ext uri="{FF2B5EF4-FFF2-40B4-BE49-F238E27FC236}">
                <a16:creationId xmlns:a16="http://schemas.microsoft.com/office/drawing/2014/main" id="{B29018A0-5DE6-4CC9-AB25-675616AF7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24400" cy="6858000"/>
            <a:chOff x="7467600" y="0"/>
            <a:chExt cx="4724400" cy="6858000"/>
          </a:xfrm>
        </p:grpSpPr>
        <p:sp>
          <p:nvSpPr>
            <p:cNvPr id="3084" name="Rectangle 3083">
              <a:extLst>
                <a:ext uri="{FF2B5EF4-FFF2-40B4-BE49-F238E27FC236}">
                  <a16:creationId xmlns:a16="http://schemas.microsoft.com/office/drawing/2014/main" id="{BAD5C302-E4AF-4B3F-818D-17AEA68E7F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85" name="Rectangle 3084">
              <a:extLst>
                <a:ext uri="{FF2B5EF4-FFF2-40B4-BE49-F238E27FC236}">
                  <a16:creationId xmlns:a16="http://schemas.microsoft.com/office/drawing/2014/main" id="{7D27820F-8F33-4F10-AFA0-72D2722D2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087" name="Freeform: Shape 3086">
            <a:extLst>
              <a:ext uri="{FF2B5EF4-FFF2-40B4-BE49-F238E27FC236}">
                <a16:creationId xmlns:a16="http://schemas.microsoft.com/office/drawing/2014/main" id="{8B88B599-C539-4F18-A32A-40207EC6E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724401" cy="6858000"/>
          </a:xfrm>
          <a:custGeom>
            <a:avLst/>
            <a:gdLst>
              <a:gd name="connsiteX0" fmla="*/ 369702 w 4724401"/>
              <a:gd name="connsiteY0" fmla="*/ 6712169 h 6858000"/>
              <a:gd name="connsiteX1" fmla="*/ 366575 w 4724401"/>
              <a:gd name="connsiteY1" fmla="*/ 6715556 h 6858000"/>
              <a:gd name="connsiteX2" fmla="*/ 371637 w 4724401"/>
              <a:gd name="connsiteY2" fmla="*/ 6713954 h 6858000"/>
              <a:gd name="connsiteX3" fmla="*/ 1019354 w 4724401"/>
              <a:gd name="connsiteY3" fmla="*/ 6315006 h 6858000"/>
              <a:gd name="connsiteX4" fmla="*/ 441046 w 4724401"/>
              <a:gd name="connsiteY4" fmla="*/ 6691153 h 6858000"/>
              <a:gd name="connsiteX5" fmla="*/ 1019354 w 4724401"/>
              <a:gd name="connsiteY5" fmla="*/ 6315006 h 6858000"/>
              <a:gd name="connsiteX6" fmla="*/ 991680 w 4724401"/>
              <a:gd name="connsiteY6" fmla="*/ 6298413 h 6858000"/>
              <a:gd name="connsiteX7" fmla="*/ 409060 w 4724401"/>
              <a:gd name="connsiteY7" fmla="*/ 6671470 h 6858000"/>
              <a:gd name="connsiteX8" fmla="*/ 991680 w 4724401"/>
              <a:gd name="connsiteY8" fmla="*/ 6298413 h 6858000"/>
              <a:gd name="connsiteX9" fmla="*/ 4724401 w 4724401"/>
              <a:gd name="connsiteY9" fmla="*/ 6289099 h 6858000"/>
              <a:gd name="connsiteX10" fmla="*/ 4724401 w 4724401"/>
              <a:gd name="connsiteY10" fmla="*/ 6407899 h 6858000"/>
              <a:gd name="connsiteX11" fmla="*/ 4689678 w 4724401"/>
              <a:gd name="connsiteY11" fmla="*/ 6440241 h 6858000"/>
              <a:gd name="connsiteX12" fmla="*/ 4477543 w 4724401"/>
              <a:gd name="connsiteY12" fmla="*/ 6674836 h 6858000"/>
              <a:gd name="connsiteX13" fmla="*/ 4329957 w 4724401"/>
              <a:gd name="connsiteY13" fmla="*/ 6858000 h 6858000"/>
              <a:gd name="connsiteX14" fmla="*/ 4218595 w 4724401"/>
              <a:gd name="connsiteY14" fmla="*/ 6858000 h 6858000"/>
              <a:gd name="connsiteX15" fmla="*/ 4368888 w 4724401"/>
              <a:gd name="connsiteY15" fmla="*/ 6668412 h 6858000"/>
              <a:gd name="connsiteX16" fmla="*/ 4563091 w 4724401"/>
              <a:gd name="connsiteY16" fmla="*/ 6442508 h 6858000"/>
              <a:gd name="connsiteX17" fmla="*/ 4660205 w 4724401"/>
              <a:gd name="connsiteY17" fmla="*/ 6345369 h 6858000"/>
              <a:gd name="connsiteX18" fmla="*/ 4724401 w 4724401"/>
              <a:gd name="connsiteY18" fmla="*/ 6198577 h 6858000"/>
              <a:gd name="connsiteX19" fmla="*/ 4724401 w 4724401"/>
              <a:gd name="connsiteY19" fmla="*/ 6238480 h 6858000"/>
              <a:gd name="connsiteX20" fmla="*/ 4689789 w 4724401"/>
              <a:gd name="connsiteY20" fmla="*/ 6268382 h 6858000"/>
              <a:gd name="connsiteX21" fmla="*/ 4418722 w 4724401"/>
              <a:gd name="connsiteY21" fmla="*/ 6570886 h 6858000"/>
              <a:gd name="connsiteX22" fmla="*/ 4214944 w 4724401"/>
              <a:gd name="connsiteY22" fmla="*/ 6858000 h 6858000"/>
              <a:gd name="connsiteX23" fmla="*/ 4177898 w 4724401"/>
              <a:gd name="connsiteY23" fmla="*/ 6858000 h 6858000"/>
              <a:gd name="connsiteX24" fmla="*/ 4391597 w 4724401"/>
              <a:gd name="connsiteY24" fmla="*/ 6556370 h 6858000"/>
              <a:gd name="connsiteX25" fmla="*/ 4668889 w 4724401"/>
              <a:gd name="connsiteY25" fmla="*/ 6246399 h 6858000"/>
              <a:gd name="connsiteX26" fmla="*/ 4724401 w 4724401"/>
              <a:gd name="connsiteY26" fmla="*/ 5924240 h 6858000"/>
              <a:gd name="connsiteX27" fmla="*/ 4724401 w 4724401"/>
              <a:gd name="connsiteY27" fmla="*/ 6044002 h 6858000"/>
              <a:gd name="connsiteX28" fmla="*/ 4695216 w 4724401"/>
              <a:gd name="connsiteY28" fmla="*/ 6071545 h 6858000"/>
              <a:gd name="connsiteX29" fmla="*/ 4317146 w 4724401"/>
              <a:gd name="connsiteY29" fmla="*/ 6587716 h 6858000"/>
              <a:gd name="connsiteX30" fmla="*/ 4171627 w 4724401"/>
              <a:gd name="connsiteY30" fmla="*/ 6858000 h 6858000"/>
              <a:gd name="connsiteX31" fmla="*/ 4081585 w 4724401"/>
              <a:gd name="connsiteY31" fmla="*/ 6858000 h 6858000"/>
              <a:gd name="connsiteX32" fmla="*/ 4238603 w 4724401"/>
              <a:gd name="connsiteY32" fmla="*/ 6559341 h 6858000"/>
              <a:gd name="connsiteX33" fmla="*/ 4620848 w 4724401"/>
              <a:gd name="connsiteY33" fmla="*/ 6021419 h 6858000"/>
              <a:gd name="connsiteX34" fmla="*/ 103333 w 4724401"/>
              <a:gd name="connsiteY34" fmla="*/ 5699602 h 6858000"/>
              <a:gd name="connsiteX35" fmla="*/ 233938 w 4724401"/>
              <a:gd name="connsiteY35" fmla="*/ 5809416 h 6858000"/>
              <a:gd name="connsiteX36" fmla="*/ 883580 w 4724401"/>
              <a:gd name="connsiteY36" fmla="*/ 6180710 h 6858000"/>
              <a:gd name="connsiteX37" fmla="*/ 487337 w 4724401"/>
              <a:gd name="connsiteY37" fmla="*/ 5950182 h 6858000"/>
              <a:gd name="connsiteX38" fmla="*/ 354051 w 4724401"/>
              <a:gd name="connsiteY38" fmla="*/ 5854912 h 6858000"/>
              <a:gd name="connsiteX39" fmla="*/ 195436 w 4724401"/>
              <a:gd name="connsiteY39" fmla="*/ 5755068 h 6858000"/>
              <a:gd name="connsiteX40" fmla="*/ 51253 w 4724401"/>
              <a:gd name="connsiteY40" fmla="*/ 5631825 h 6858000"/>
              <a:gd name="connsiteX41" fmla="*/ 211622 w 4724401"/>
              <a:gd name="connsiteY41" fmla="*/ 5728803 h 6858000"/>
              <a:gd name="connsiteX42" fmla="*/ 371652 w 4724401"/>
              <a:gd name="connsiteY42" fmla="*/ 5829062 h 6858000"/>
              <a:gd name="connsiteX43" fmla="*/ 505903 w 4724401"/>
              <a:gd name="connsiteY43" fmla="*/ 5925221 h 6858000"/>
              <a:gd name="connsiteX44" fmla="*/ 899240 w 4724401"/>
              <a:gd name="connsiteY44" fmla="*/ 6153068 h 6858000"/>
              <a:gd name="connsiteX45" fmla="*/ 988114 w 4724401"/>
              <a:gd name="connsiteY45" fmla="*/ 6174204 h 6858000"/>
              <a:gd name="connsiteX46" fmla="*/ 845971 w 4724401"/>
              <a:gd name="connsiteY46" fmla="*/ 6067177 h 6858000"/>
              <a:gd name="connsiteX47" fmla="*/ 448057 w 4724401"/>
              <a:gd name="connsiteY47" fmla="*/ 5841376 h 6858000"/>
              <a:gd name="connsiteX48" fmla="*/ 51253 w 4724401"/>
              <a:gd name="connsiteY48" fmla="*/ 5631825 h 6858000"/>
              <a:gd name="connsiteX49" fmla="*/ 2606687 w 4724401"/>
              <a:gd name="connsiteY49" fmla="*/ 5630718 h 6858000"/>
              <a:gd name="connsiteX50" fmla="*/ 2645658 w 4724401"/>
              <a:gd name="connsiteY50" fmla="*/ 6640259 h 6858000"/>
              <a:gd name="connsiteX51" fmla="*/ 2606687 w 4724401"/>
              <a:gd name="connsiteY51" fmla="*/ 5630718 h 6858000"/>
              <a:gd name="connsiteX52" fmla="*/ 3642057 w 4724401"/>
              <a:gd name="connsiteY52" fmla="*/ 5573487 h 6858000"/>
              <a:gd name="connsiteX53" fmla="*/ 3632981 w 4724401"/>
              <a:gd name="connsiteY53" fmla="*/ 5579437 h 6858000"/>
              <a:gd name="connsiteX54" fmla="*/ 3382436 w 4724401"/>
              <a:gd name="connsiteY54" fmla="*/ 5952726 h 6858000"/>
              <a:gd name="connsiteX55" fmla="*/ 3191929 w 4724401"/>
              <a:gd name="connsiteY55" fmla="*/ 6662669 h 6858000"/>
              <a:gd name="connsiteX56" fmla="*/ 3369898 w 4724401"/>
              <a:gd name="connsiteY56" fmla="*/ 6081771 h 6858000"/>
              <a:gd name="connsiteX57" fmla="*/ 3642057 w 4724401"/>
              <a:gd name="connsiteY57" fmla="*/ 5573487 h 6858000"/>
              <a:gd name="connsiteX58" fmla="*/ 2650666 w 4724401"/>
              <a:gd name="connsiteY58" fmla="*/ 5530686 h 6858000"/>
              <a:gd name="connsiteX59" fmla="*/ 2650249 w 4724401"/>
              <a:gd name="connsiteY59" fmla="*/ 5532101 h 6858000"/>
              <a:gd name="connsiteX60" fmla="*/ 2663808 w 4724401"/>
              <a:gd name="connsiteY60" fmla="*/ 6535215 h 6858000"/>
              <a:gd name="connsiteX61" fmla="*/ 2665418 w 4724401"/>
              <a:gd name="connsiteY61" fmla="*/ 6132756 h 6858000"/>
              <a:gd name="connsiteX62" fmla="*/ 2650666 w 4724401"/>
              <a:gd name="connsiteY62" fmla="*/ 5530686 h 6858000"/>
              <a:gd name="connsiteX63" fmla="*/ 2680277 w 4724401"/>
              <a:gd name="connsiteY63" fmla="*/ 5479204 h 6858000"/>
              <a:gd name="connsiteX64" fmla="*/ 2678972 w 4724401"/>
              <a:gd name="connsiteY64" fmla="*/ 5481582 h 6858000"/>
              <a:gd name="connsiteX65" fmla="*/ 2696666 w 4724401"/>
              <a:gd name="connsiteY65" fmla="*/ 6133836 h 6858000"/>
              <a:gd name="connsiteX66" fmla="*/ 2695769 w 4724401"/>
              <a:gd name="connsiteY66" fmla="*/ 6390955 h 6858000"/>
              <a:gd name="connsiteX67" fmla="*/ 2739893 w 4724401"/>
              <a:gd name="connsiteY67" fmla="*/ 6108357 h 6858000"/>
              <a:gd name="connsiteX68" fmla="*/ 2680277 w 4724401"/>
              <a:gd name="connsiteY68" fmla="*/ 5479204 h 6858000"/>
              <a:gd name="connsiteX69" fmla="*/ 1132195 w 4724401"/>
              <a:gd name="connsiteY69" fmla="*/ 5467980 h 6858000"/>
              <a:gd name="connsiteX70" fmla="*/ 1679056 w 4724401"/>
              <a:gd name="connsiteY70" fmla="*/ 5516907 h 6858000"/>
              <a:gd name="connsiteX71" fmla="*/ 2128648 w 4724401"/>
              <a:gd name="connsiteY71" fmla="*/ 5474249 h 6858000"/>
              <a:gd name="connsiteX72" fmla="*/ 1825619 w 4724401"/>
              <a:gd name="connsiteY72" fmla="*/ 5478447 h 6858000"/>
              <a:gd name="connsiteX73" fmla="*/ 1737798 w 4724401"/>
              <a:gd name="connsiteY73" fmla="*/ 5483353 h 6858000"/>
              <a:gd name="connsiteX74" fmla="*/ 1132195 w 4724401"/>
              <a:gd name="connsiteY74" fmla="*/ 5467980 h 6858000"/>
              <a:gd name="connsiteX75" fmla="*/ 1456157 w 4724401"/>
              <a:gd name="connsiteY75" fmla="*/ 5371404 h 6858000"/>
              <a:gd name="connsiteX76" fmla="*/ 1244432 w 4724401"/>
              <a:gd name="connsiteY76" fmla="*/ 5385601 h 6858000"/>
              <a:gd name="connsiteX77" fmla="*/ 973990 w 4724401"/>
              <a:gd name="connsiteY77" fmla="*/ 5424940 h 6858000"/>
              <a:gd name="connsiteX78" fmla="*/ 1103809 w 4724401"/>
              <a:gd name="connsiteY78" fmla="*/ 5433720 h 6858000"/>
              <a:gd name="connsiteX79" fmla="*/ 1123454 w 4724401"/>
              <a:gd name="connsiteY79" fmla="*/ 5435727 h 6858000"/>
              <a:gd name="connsiteX80" fmla="*/ 1737017 w 4724401"/>
              <a:gd name="connsiteY80" fmla="*/ 5452183 h 6858000"/>
              <a:gd name="connsiteX81" fmla="*/ 1824397 w 4724401"/>
              <a:gd name="connsiteY81" fmla="*/ 5447757 h 6858000"/>
              <a:gd name="connsiteX82" fmla="*/ 2070059 w 4724401"/>
              <a:gd name="connsiteY82" fmla="*/ 5441660 h 6858000"/>
              <a:gd name="connsiteX83" fmla="*/ 1456157 w 4724401"/>
              <a:gd name="connsiteY83" fmla="*/ 5371404 h 6858000"/>
              <a:gd name="connsiteX84" fmla="*/ 4724401 w 4724401"/>
              <a:gd name="connsiteY84" fmla="*/ 5202141 h 6858000"/>
              <a:gd name="connsiteX85" fmla="*/ 4724401 w 4724401"/>
              <a:gd name="connsiteY85" fmla="*/ 5319690 h 6858000"/>
              <a:gd name="connsiteX86" fmla="*/ 4690088 w 4724401"/>
              <a:gd name="connsiteY86" fmla="*/ 5349711 h 6858000"/>
              <a:gd name="connsiteX87" fmla="*/ 4463413 w 4724401"/>
              <a:gd name="connsiteY87" fmla="*/ 5615162 h 6858000"/>
              <a:gd name="connsiteX88" fmla="*/ 4358134 w 4724401"/>
              <a:gd name="connsiteY88" fmla="*/ 5742791 h 6858000"/>
              <a:gd name="connsiteX89" fmla="*/ 4376219 w 4724401"/>
              <a:gd name="connsiteY89" fmla="*/ 5729027 h 6858000"/>
              <a:gd name="connsiteX90" fmla="*/ 4582340 w 4724401"/>
              <a:gd name="connsiteY90" fmla="*/ 5561037 h 6858000"/>
              <a:gd name="connsiteX91" fmla="*/ 4694684 w 4724401"/>
              <a:gd name="connsiteY91" fmla="*/ 5447098 h 6858000"/>
              <a:gd name="connsiteX92" fmla="*/ 4724401 w 4724401"/>
              <a:gd name="connsiteY92" fmla="*/ 5415874 h 6858000"/>
              <a:gd name="connsiteX93" fmla="*/ 4724401 w 4724401"/>
              <a:gd name="connsiteY93" fmla="*/ 5461678 h 6858000"/>
              <a:gd name="connsiteX94" fmla="*/ 4718341 w 4724401"/>
              <a:gd name="connsiteY94" fmla="*/ 5468043 h 6858000"/>
              <a:gd name="connsiteX95" fmla="*/ 4604655 w 4724401"/>
              <a:gd name="connsiteY95" fmla="*/ 5583434 h 6858000"/>
              <a:gd name="connsiteX96" fmla="*/ 4565074 w 4724401"/>
              <a:gd name="connsiteY96" fmla="*/ 5618550 h 6858000"/>
              <a:gd name="connsiteX97" fmla="*/ 4682209 w 4724401"/>
              <a:gd name="connsiteY97" fmla="*/ 5532923 h 6858000"/>
              <a:gd name="connsiteX98" fmla="*/ 4724401 w 4724401"/>
              <a:gd name="connsiteY98" fmla="*/ 5499248 h 6858000"/>
              <a:gd name="connsiteX99" fmla="*/ 4724401 w 4724401"/>
              <a:gd name="connsiteY99" fmla="*/ 5608295 h 6858000"/>
              <a:gd name="connsiteX100" fmla="*/ 4713577 w 4724401"/>
              <a:gd name="connsiteY100" fmla="*/ 5616803 h 6858000"/>
              <a:gd name="connsiteX101" fmla="*/ 3989559 w 4724401"/>
              <a:gd name="connsiteY101" fmla="*/ 6145945 h 6858000"/>
              <a:gd name="connsiteX102" fmla="*/ 3939824 w 4724401"/>
              <a:gd name="connsiteY102" fmla="*/ 6066900 h 6858000"/>
              <a:gd name="connsiteX103" fmla="*/ 4584537 w 4724401"/>
              <a:gd name="connsiteY103" fmla="*/ 5324826 h 6858000"/>
              <a:gd name="connsiteX104" fmla="*/ 4682005 w 4724401"/>
              <a:gd name="connsiteY104" fmla="*/ 5231398 h 6858000"/>
              <a:gd name="connsiteX105" fmla="*/ 1903353 w 4724401"/>
              <a:gd name="connsiteY105" fmla="*/ 5044827 h 6858000"/>
              <a:gd name="connsiteX106" fmla="*/ 1936931 w 4724401"/>
              <a:gd name="connsiteY106" fmla="*/ 5093954 h 6858000"/>
              <a:gd name="connsiteX107" fmla="*/ 2195868 w 4724401"/>
              <a:gd name="connsiteY107" fmla="*/ 5396574 h 6858000"/>
              <a:gd name="connsiteX108" fmla="*/ 2088852 w 4724401"/>
              <a:gd name="connsiteY108" fmla="*/ 5166123 h 6858000"/>
              <a:gd name="connsiteX109" fmla="*/ 1958241 w 4724401"/>
              <a:gd name="connsiteY109" fmla="*/ 5067955 h 6858000"/>
              <a:gd name="connsiteX110" fmla="*/ 1903353 w 4724401"/>
              <a:gd name="connsiteY110" fmla="*/ 5044827 h 6858000"/>
              <a:gd name="connsiteX111" fmla="*/ 1979378 w 4724401"/>
              <a:gd name="connsiteY111" fmla="*/ 4769504 h 6858000"/>
              <a:gd name="connsiteX112" fmla="*/ 2882120 w 4724401"/>
              <a:gd name="connsiteY112" fmla="*/ 5064547 h 6858000"/>
              <a:gd name="connsiteX113" fmla="*/ 2793103 w 4724401"/>
              <a:gd name="connsiteY113" fmla="*/ 5039699 h 6858000"/>
              <a:gd name="connsiteX114" fmla="*/ 2770041 w 4724401"/>
              <a:gd name="connsiteY114" fmla="*/ 5033634 h 6858000"/>
              <a:gd name="connsiteX115" fmla="*/ 1979378 w 4724401"/>
              <a:gd name="connsiteY115" fmla="*/ 4769504 h 6858000"/>
              <a:gd name="connsiteX116" fmla="*/ 1927410 w 4724401"/>
              <a:gd name="connsiteY116" fmla="*/ 4716164 h 6858000"/>
              <a:gd name="connsiteX117" fmla="*/ 1959587 w 4724401"/>
              <a:gd name="connsiteY117" fmla="*/ 4728849 h 6858000"/>
              <a:gd name="connsiteX118" fmla="*/ 2777707 w 4724401"/>
              <a:gd name="connsiteY118" fmla="*/ 5003991 h 6858000"/>
              <a:gd name="connsiteX119" fmla="*/ 2800768 w 4724401"/>
              <a:gd name="connsiteY119" fmla="*/ 5010056 h 6858000"/>
              <a:gd name="connsiteX120" fmla="*/ 2879408 w 4724401"/>
              <a:gd name="connsiteY120" fmla="*/ 5031590 h 6858000"/>
              <a:gd name="connsiteX121" fmla="*/ 2862295 w 4724401"/>
              <a:gd name="connsiteY121" fmla="*/ 5022958 h 6858000"/>
              <a:gd name="connsiteX122" fmla="*/ 2813343 w 4724401"/>
              <a:gd name="connsiteY122" fmla="*/ 4998369 h 6858000"/>
              <a:gd name="connsiteX123" fmla="*/ 2646245 w 4724401"/>
              <a:gd name="connsiteY123" fmla="*/ 4930999 h 6858000"/>
              <a:gd name="connsiteX124" fmla="*/ 1999243 w 4724401"/>
              <a:gd name="connsiteY124" fmla="*/ 4730524 h 6858000"/>
              <a:gd name="connsiteX125" fmla="*/ 1979527 w 4724401"/>
              <a:gd name="connsiteY125" fmla="*/ 4726651 h 6858000"/>
              <a:gd name="connsiteX126" fmla="*/ 1997014 w 4724401"/>
              <a:gd name="connsiteY126" fmla="*/ 4698007 h 6858000"/>
              <a:gd name="connsiteX127" fmla="*/ 2005458 w 4724401"/>
              <a:gd name="connsiteY127" fmla="*/ 4699540 h 6858000"/>
              <a:gd name="connsiteX128" fmla="*/ 2657186 w 4724401"/>
              <a:gd name="connsiteY128" fmla="*/ 4901687 h 6858000"/>
              <a:gd name="connsiteX129" fmla="*/ 2826662 w 4724401"/>
              <a:gd name="connsiteY129" fmla="*/ 4970362 h 6858000"/>
              <a:gd name="connsiteX130" fmla="*/ 2876100 w 4724401"/>
              <a:gd name="connsiteY130" fmla="*/ 4995397 h 6858000"/>
              <a:gd name="connsiteX131" fmla="*/ 3042600 w 4724401"/>
              <a:gd name="connsiteY131" fmla="*/ 5059532 h 6858000"/>
              <a:gd name="connsiteX132" fmla="*/ 1997014 w 4724401"/>
              <a:gd name="connsiteY132" fmla="*/ 4698007 h 6858000"/>
              <a:gd name="connsiteX133" fmla="*/ 2305292 w 4724401"/>
              <a:gd name="connsiteY133" fmla="*/ 4219492 h 6858000"/>
              <a:gd name="connsiteX134" fmla="*/ 3360922 w 4724401"/>
              <a:gd name="connsiteY134" fmla="*/ 4529373 h 6858000"/>
              <a:gd name="connsiteX135" fmla="*/ 3492420 w 4724401"/>
              <a:gd name="connsiteY135" fmla="*/ 4510145 h 6858000"/>
              <a:gd name="connsiteX136" fmla="*/ 3364086 w 4724401"/>
              <a:gd name="connsiteY136" fmla="*/ 4480340 h 6858000"/>
              <a:gd name="connsiteX137" fmla="*/ 3225818 w 4724401"/>
              <a:gd name="connsiteY137" fmla="*/ 4411822 h 6858000"/>
              <a:gd name="connsiteX138" fmla="*/ 3129696 w 4724401"/>
              <a:gd name="connsiteY138" fmla="*/ 4360704 h 6858000"/>
              <a:gd name="connsiteX139" fmla="*/ 2814545 w 4724401"/>
              <a:gd name="connsiteY139" fmla="*/ 4282955 h 6858000"/>
              <a:gd name="connsiteX140" fmla="*/ 2305292 w 4724401"/>
              <a:gd name="connsiteY140" fmla="*/ 4219492 h 6858000"/>
              <a:gd name="connsiteX141" fmla="*/ 2626982 w 4724401"/>
              <a:gd name="connsiteY141" fmla="*/ 4206450 h 6858000"/>
              <a:gd name="connsiteX142" fmla="*/ 2490617 w 4724401"/>
              <a:gd name="connsiteY142" fmla="*/ 4206951 h 6858000"/>
              <a:gd name="connsiteX143" fmla="*/ 2819869 w 4724401"/>
              <a:gd name="connsiteY143" fmla="*/ 4252936 h 6858000"/>
              <a:gd name="connsiteX144" fmla="*/ 3143018 w 4724401"/>
              <a:gd name="connsiteY144" fmla="*/ 4332698 h 6858000"/>
              <a:gd name="connsiteX145" fmla="*/ 3241520 w 4724401"/>
              <a:gd name="connsiteY145" fmla="*/ 4385112 h 6858000"/>
              <a:gd name="connsiteX146" fmla="*/ 3374575 w 4724401"/>
              <a:gd name="connsiteY146" fmla="*/ 4451517 h 6858000"/>
              <a:gd name="connsiteX147" fmla="*/ 3505221 w 4724401"/>
              <a:gd name="connsiteY147" fmla="*/ 4480757 h 6858000"/>
              <a:gd name="connsiteX148" fmla="*/ 2626982 w 4724401"/>
              <a:gd name="connsiteY148" fmla="*/ 4206450 h 6858000"/>
              <a:gd name="connsiteX149" fmla="*/ 1310106 w 4724401"/>
              <a:gd name="connsiteY149" fmla="*/ 3943217 h 6858000"/>
              <a:gd name="connsiteX150" fmla="*/ 854994 w 4724401"/>
              <a:gd name="connsiteY150" fmla="*/ 4399136 h 6858000"/>
              <a:gd name="connsiteX151" fmla="*/ 742462 w 4724401"/>
              <a:gd name="connsiteY151" fmla="*/ 4594648 h 6858000"/>
              <a:gd name="connsiteX152" fmla="*/ 820602 w 4724401"/>
              <a:gd name="connsiteY152" fmla="*/ 4485915 h 6858000"/>
              <a:gd name="connsiteX153" fmla="*/ 878295 w 4724401"/>
              <a:gd name="connsiteY153" fmla="*/ 4403594 h 6858000"/>
              <a:gd name="connsiteX154" fmla="*/ 1240607 w 4724401"/>
              <a:gd name="connsiteY154" fmla="*/ 4010401 h 6858000"/>
              <a:gd name="connsiteX155" fmla="*/ 1423113 w 4724401"/>
              <a:gd name="connsiteY155" fmla="*/ 3874565 h 6858000"/>
              <a:gd name="connsiteX156" fmla="*/ 1260565 w 4724401"/>
              <a:gd name="connsiteY156" fmla="*/ 4031982 h 6858000"/>
              <a:gd name="connsiteX157" fmla="*/ 901900 w 4724401"/>
              <a:gd name="connsiteY157" fmla="*/ 4421236 h 6858000"/>
              <a:gd name="connsiteX158" fmla="*/ 845044 w 4724401"/>
              <a:gd name="connsiteY158" fmla="*/ 4502436 h 6858000"/>
              <a:gd name="connsiteX159" fmla="*/ 685926 w 4724401"/>
              <a:gd name="connsiteY159" fmla="*/ 4703069 h 6858000"/>
              <a:gd name="connsiteX160" fmla="*/ 684248 w 4724401"/>
              <a:gd name="connsiteY160" fmla="*/ 4706721 h 6858000"/>
              <a:gd name="connsiteX161" fmla="*/ 1423113 w 4724401"/>
              <a:gd name="connsiteY161" fmla="*/ 3874565 h 6858000"/>
              <a:gd name="connsiteX162" fmla="*/ 3316479 w 4724401"/>
              <a:gd name="connsiteY162" fmla="*/ 3872136 h 6858000"/>
              <a:gd name="connsiteX163" fmla="*/ 3546806 w 4724401"/>
              <a:gd name="connsiteY163" fmla="*/ 4356139 h 6858000"/>
              <a:gd name="connsiteX164" fmla="*/ 3364433 w 4724401"/>
              <a:gd name="connsiteY164" fmla="*/ 3953121 h 6858000"/>
              <a:gd name="connsiteX165" fmla="*/ 3291335 w 4724401"/>
              <a:gd name="connsiteY165" fmla="*/ 3767420 h 6858000"/>
              <a:gd name="connsiteX166" fmla="*/ 3390805 w 4724401"/>
              <a:gd name="connsiteY166" fmla="*/ 3937163 h 6858000"/>
              <a:gd name="connsiteX167" fmla="*/ 3579062 w 4724401"/>
              <a:gd name="connsiteY167" fmla="*/ 4359040 h 6858000"/>
              <a:gd name="connsiteX168" fmla="*/ 3467355 w 4724401"/>
              <a:gd name="connsiteY168" fmla="*/ 3988130 h 6858000"/>
              <a:gd name="connsiteX169" fmla="*/ 3310753 w 4724401"/>
              <a:gd name="connsiteY169" fmla="*/ 3787140 h 6858000"/>
              <a:gd name="connsiteX170" fmla="*/ 3291335 w 4724401"/>
              <a:gd name="connsiteY170" fmla="*/ 3767420 h 6858000"/>
              <a:gd name="connsiteX171" fmla="*/ 1635889 w 4724401"/>
              <a:gd name="connsiteY171" fmla="*/ 3709494 h 6858000"/>
              <a:gd name="connsiteX172" fmla="*/ 1634800 w 4724401"/>
              <a:gd name="connsiteY172" fmla="*/ 3731111 h 6858000"/>
              <a:gd name="connsiteX173" fmla="*/ 1635889 w 4724401"/>
              <a:gd name="connsiteY173" fmla="*/ 3709494 h 6858000"/>
              <a:gd name="connsiteX174" fmla="*/ 1510397 w 4724401"/>
              <a:gd name="connsiteY174" fmla="*/ 3684705 h 6858000"/>
              <a:gd name="connsiteX175" fmla="*/ 1146550 w 4724401"/>
              <a:gd name="connsiteY175" fmla="*/ 3802012 h 6858000"/>
              <a:gd name="connsiteX176" fmla="*/ 698834 w 4724401"/>
              <a:gd name="connsiteY176" fmla="*/ 3952272 h 6858000"/>
              <a:gd name="connsiteX177" fmla="*/ 34256 w 4724401"/>
              <a:gd name="connsiteY177" fmla="*/ 4347603 h 6858000"/>
              <a:gd name="connsiteX178" fmla="*/ 527241 w 4724401"/>
              <a:gd name="connsiteY178" fmla="*/ 4065078 h 6858000"/>
              <a:gd name="connsiteX179" fmla="*/ 1510397 w 4724401"/>
              <a:gd name="connsiteY179" fmla="*/ 3684705 h 6858000"/>
              <a:gd name="connsiteX180" fmla="*/ 1313114 w 4724401"/>
              <a:gd name="connsiteY180" fmla="*/ 3655216 h 6858000"/>
              <a:gd name="connsiteX181" fmla="*/ 1109304 w 4724401"/>
              <a:gd name="connsiteY181" fmla="*/ 3669030 h 6858000"/>
              <a:gd name="connsiteX182" fmla="*/ 8129 w 4724401"/>
              <a:gd name="connsiteY182" fmla="*/ 4330519 h 6858000"/>
              <a:gd name="connsiteX183" fmla="*/ 687572 w 4724401"/>
              <a:gd name="connsiteY183" fmla="*/ 3925629 h 6858000"/>
              <a:gd name="connsiteX184" fmla="*/ 1138365 w 4724401"/>
              <a:gd name="connsiteY184" fmla="*/ 3774515 h 6858000"/>
              <a:gd name="connsiteX185" fmla="*/ 1505579 w 4724401"/>
              <a:gd name="connsiteY185" fmla="*/ 3655526 h 6858000"/>
              <a:gd name="connsiteX186" fmla="*/ 1313114 w 4724401"/>
              <a:gd name="connsiteY186" fmla="*/ 3655216 h 6858000"/>
              <a:gd name="connsiteX187" fmla="*/ 3655073 w 4724401"/>
              <a:gd name="connsiteY187" fmla="*/ 3650884 h 6858000"/>
              <a:gd name="connsiteX188" fmla="*/ 3989938 w 4724401"/>
              <a:gd name="connsiteY188" fmla="*/ 3991685 h 6858000"/>
              <a:gd name="connsiteX189" fmla="*/ 4393907 w 4724401"/>
              <a:gd name="connsiteY189" fmla="*/ 4261258 h 6858000"/>
              <a:gd name="connsiteX190" fmla="*/ 4648051 w 4724401"/>
              <a:gd name="connsiteY190" fmla="*/ 4374051 h 6858000"/>
              <a:gd name="connsiteX191" fmla="*/ 4383389 w 4724401"/>
              <a:gd name="connsiteY191" fmla="*/ 4184369 h 6858000"/>
              <a:gd name="connsiteX192" fmla="*/ 4165508 w 4724401"/>
              <a:gd name="connsiteY192" fmla="*/ 4035196 h 6858000"/>
              <a:gd name="connsiteX193" fmla="*/ 4068162 w 4724401"/>
              <a:gd name="connsiteY193" fmla="*/ 3953394 h 6858000"/>
              <a:gd name="connsiteX194" fmla="*/ 3981416 w 4724401"/>
              <a:gd name="connsiteY194" fmla="*/ 3880482 h 6858000"/>
              <a:gd name="connsiteX195" fmla="*/ 3800147 w 4724401"/>
              <a:gd name="connsiteY195" fmla="*/ 3749872 h 6858000"/>
              <a:gd name="connsiteX196" fmla="*/ 3670252 w 4724401"/>
              <a:gd name="connsiteY196" fmla="*/ 3622798 h 6858000"/>
              <a:gd name="connsiteX197" fmla="*/ 3817258 w 4724401"/>
              <a:gd name="connsiteY197" fmla="*/ 3723577 h 6858000"/>
              <a:gd name="connsiteX198" fmla="*/ 4000461 w 4724401"/>
              <a:gd name="connsiteY198" fmla="*/ 3855966 h 6858000"/>
              <a:gd name="connsiteX199" fmla="*/ 4088180 w 4724401"/>
              <a:gd name="connsiteY199" fmla="*/ 3929774 h 6858000"/>
              <a:gd name="connsiteX200" fmla="*/ 4184555 w 4724401"/>
              <a:gd name="connsiteY200" fmla="*/ 4010683 h 6858000"/>
              <a:gd name="connsiteX201" fmla="*/ 4399563 w 4724401"/>
              <a:gd name="connsiteY201" fmla="*/ 4158106 h 6858000"/>
              <a:gd name="connsiteX202" fmla="*/ 4684469 w 4724401"/>
              <a:gd name="connsiteY202" fmla="*/ 4364680 h 6858000"/>
              <a:gd name="connsiteX203" fmla="*/ 4690271 w 4724401"/>
              <a:gd name="connsiteY203" fmla="*/ 4370034 h 6858000"/>
              <a:gd name="connsiteX204" fmla="*/ 4136093 w 4724401"/>
              <a:gd name="connsiteY204" fmla="*/ 3858466 h 6858000"/>
              <a:gd name="connsiteX205" fmla="*/ 3670252 w 4724401"/>
              <a:gd name="connsiteY205" fmla="*/ 3622798 h 6858000"/>
              <a:gd name="connsiteX206" fmla="*/ 3174829 w 4724401"/>
              <a:gd name="connsiteY206" fmla="*/ 3620110 h 6858000"/>
              <a:gd name="connsiteX207" fmla="*/ 3189263 w 4724401"/>
              <a:gd name="connsiteY207" fmla="*/ 3625726 h 6858000"/>
              <a:gd name="connsiteX208" fmla="*/ 3560912 w 4724401"/>
              <a:gd name="connsiteY208" fmla="*/ 4079863 h 6858000"/>
              <a:gd name="connsiteX209" fmla="*/ 3626636 w 4724401"/>
              <a:gd name="connsiteY209" fmla="*/ 4512230 h 6858000"/>
              <a:gd name="connsiteX210" fmla="*/ 3653088 w 4724401"/>
              <a:gd name="connsiteY210" fmla="*/ 4521417 h 6858000"/>
              <a:gd name="connsiteX211" fmla="*/ 3988128 w 4724401"/>
              <a:gd name="connsiteY211" fmla="*/ 4817267 h 6858000"/>
              <a:gd name="connsiteX212" fmla="*/ 4618309 w 4724401"/>
              <a:gd name="connsiteY212" fmla="*/ 4699202 h 6858000"/>
              <a:gd name="connsiteX213" fmla="*/ 4724401 w 4724401"/>
              <a:gd name="connsiteY213" fmla="*/ 4687606 h 6858000"/>
              <a:gd name="connsiteX214" fmla="*/ 4724401 w 4724401"/>
              <a:gd name="connsiteY214" fmla="*/ 4773345 h 6858000"/>
              <a:gd name="connsiteX215" fmla="*/ 4671155 w 4724401"/>
              <a:gd name="connsiteY215" fmla="*/ 4778608 h 6858000"/>
              <a:gd name="connsiteX216" fmla="*/ 4086300 w 4724401"/>
              <a:gd name="connsiteY216" fmla="*/ 4884599 h 6858000"/>
              <a:gd name="connsiteX217" fmla="*/ 4085485 w 4724401"/>
              <a:gd name="connsiteY217" fmla="*/ 4899070 h 6858000"/>
              <a:gd name="connsiteX218" fmla="*/ 3871915 w 4724401"/>
              <a:gd name="connsiteY218" fmla="*/ 5253645 h 6858000"/>
              <a:gd name="connsiteX219" fmla="*/ 3799374 w 4724401"/>
              <a:gd name="connsiteY219" fmla="*/ 5466127 h 6858000"/>
              <a:gd name="connsiteX220" fmla="*/ 3498850 w 4724401"/>
              <a:gd name="connsiteY220" fmla="*/ 6661888 h 6858000"/>
              <a:gd name="connsiteX221" fmla="*/ 3399216 w 4724401"/>
              <a:gd name="connsiteY221" fmla="*/ 6858000 h 6858000"/>
              <a:gd name="connsiteX222" fmla="*/ 3303688 w 4724401"/>
              <a:gd name="connsiteY222" fmla="*/ 6858000 h 6858000"/>
              <a:gd name="connsiteX223" fmla="*/ 3391774 w 4724401"/>
              <a:gd name="connsiteY223" fmla="*/ 6697181 h 6858000"/>
              <a:gd name="connsiteX224" fmla="*/ 3735540 w 4724401"/>
              <a:gd name="connsiteY224" fmla="*/ 5546923 h 6858000"/>
              <a:gd name="connsiteX225" fmla="*/ 3729438 w 4724401"/>
              <a:gd name="connsiteY225" fmla="*/ 5569058 h 6858000"/>
              <a:gd name="connsiteX226" fmla="*/ 3707782 w 4724401"/>
              <a:gd name="connsiteY226" fmla="*/ 5644908 h 6858000"/>
              <a:gd name="connsiteX227" fmla="*/ 3583827 w 4724401"/>
              <a:gd name="connsiteY227" fmla="*/ 6039215 h 6858000"/>
              <a:gd name="connsiteX228" fmla="*/ 3547861 w 4724401"/>
              <a:gd name="connsiteY228" fmla="*/ 6129609 h 6858000"/>
              <a:gd name="connsiteX229" fmla="*/ 3490905 w 4724401"/>
              <a:gd name="connsiteY229" fmla="*/ 6277660 h 6858000"/>
              <a:gd name="connsiteX230" fmla="*/ 3455859 w 4724401"/>
              <a:gd name="connsiteY230" fmla="*/ 6391301 h 6858000"/>
              <a:gd name="connsiteX231" fmla="*/ 3429112 w 4724401"/>
              <a:gd name="connsiteY231" fmla="*/ 6479469 h 6858000"/>
              <a:gd name="connsiteX232" fmla="*/ 3304862 w 4724401"/>
              <a:gd name="connsiteY232" fmla="*/ 6796476 h 6858000"/>
              <a:gd name="connsiteX233" fmla="*/ 3276071 w 4724401"/>
              <a:gd name="connsiteY233" fmla="*/ 6858000 h 6858000"/>
              <a:gd name="connsiteX234" fmla="*/ 3240805 w 4724401"/>
              <a:gd name="connsiteY234" fmla="*/ 6858000 h 6858000"/>
              <a:gd name="connsiteX235" fmla="*/ 3275917 w 4724401"/>
              <a:gd name="connsiteY235" fmla="*/ 6783192 h 6858000"/>
              <a:gd name="connsiteX236" fmla="*/ 3399358 w 4724401"/>
              <a:gd name="connsiteY236" fmla="*/ 6469011 h 6858000"/>
              <a:gd name="connsiteX237" fmla="*/ 3425650 w 4724401"/>
              <a:gd name="connsiteY237" fmla="*/ 6381333 h 6858000"/>
              <a:gd name="connsiteX238" fmla="*/ 3460661 w 4724401"/>
              <a:gd name="connsiteY238" fmla="*/ 6266763 h 6858000"/>
              <a:gd name="connsiteX239" fmla="*/ 3518021 w 4724401"/>
              <a:gd name="connsiteY239" fmla="*/ 6117298 h 6858000"/>
              <a:gd name="connsiteX240" fmla="*/ 3554035 w 4724401"/>
              <a:gd name="connsiteY240" fmla="*/ 6027832 h 6858000"/>
              <a:gd name="connsiteX241" fmla="*/ 3677174 w 4724401"/>
              <a:gd name="connsiteY241" fmla="*/ 5636351 h 6858000"/>
              <a:gd name="connsiteX242" fmla="*/ 3698819 w 4724401"/>
              <a:gd name="connsiteY242" fmla="*/ 5560503 h 6858000"/>
              <a:gd name="connsiteX243" fmla="*/ 3702094 w 4724401"/>
              <a:gd name="connsiteY243" fmla="*/ 5549194 h 6858000"/>
              <a:gd name="connsiteX244" fmla="*/ 3398355 w 4724401"/>
              <a:gd name="connsiteY244" fmla="*/ 6094603 h 6858000"/>
              <a:gd name="connsiteX245" fmla="*/ 3193941 w 4724401"/>
              <a:gd name="connsiteY245" fmla="*/ 6798775 h 6858000"/>
              <a:gd name="connsiteX246" fmla="*/ 3184140 w 4724401"/>
              <a:gd name="connsiteY246" fmla="*/ 6858000 h 6858000"/>
              <a:gd name="connsiteX247" fmla="*/ 3099978 w 4724401"/>
              <a:gd name="connsiteY247" fmla="*/ 6858000 h 6858000"/>
              <a:gd name="connsiteX248" fmla="*/ 3101556 w 4724401"/>
              <a:gd name="connsiteY248" fmla="*/ 6843337 h 6858000"/>
              <a:gd name="connsiteX249" fmla="*/ 3370162 w 4724401"/>
              <a:gd name="connsiteY249" fmla="*/ 5785550 h 6858000"/>
              <a:gd name="connsiteX250" fmla="*/ 3746477 w 4724401"/>
              <a:gd name="connsiteY250" fmla="*/ 5377889 h 6858000"/>
              <a:gd name="connsiteX251" fmla="*/ 3863399 w 4724401"/>
              <a:gd name="connsiteY251" fmla="*/ 5087257 h 6858000"/>
              <a:gd name="connsiteX252" fmla="*/ 3968712 w 4724401"/>
              <a:gd name="connsiteY252" fmla="*/ 4913989 h 6858000"/>
              <a:gd name="connsiteX253" fmla="*/ 2792390 w 4724401"/>
              <a:gd name="connsiteY253" fmla="*/ 5382974 h 6858000"/>
              <a:gd name="connsiteX254" fmla="*/ 2714982 w 4724401"/>
              <a:gd name="connsiteY254" fmla="*/ 5427051 h 6858000"/>
              <a:gd name="connsiteX255" fmla="*/ 2813361 w 4724401"/>
              <a:gd name="connsiteY255" fmla="*/ 6023912 h 6858000"/>
              <a:gd name="connsiteX256" fmla="*/ 2688430 w 4724401"/>
              <a:gd name="connsiteY256" fmla="*/ 6801564 h 6858000"/>
              <a:gd name="connsiteX257" fmla="*/ 2629626 w 4724401"/>
              <a:gd name="connsiteY257" fmla="*/ 6763394 h 6858000"/>
              <a:gd name="connsiteX258" fmla="*/ 2565328 w 4724401"/>
              <a:gd name="connsiteY258" fmla="*/ 5516399 h 6858000"/>
              <a:gd name="connsiteX259" fmla="*/ 1922999 w 4724401"/>
              <a:gd name="connsiteY259" fmla="*/ 5980343 h 6858000"/>
              <a:gd name="connsiteX260" fmla="*/ 1950261 w 4724401"/>
              <a:gd name="connsiteY260" fmla="*/ 6405858 h 6858000"/>
              <a:gd name="connsiteX261" fmla="*/ 2365554 w 4724401"/>
              <a:gd name="connsiteY261" fmla="*/ 6759107 h 6858000"/>
              <a:gd name="connsiteX262" fmla="*/ 2424142 w 4724401"/>
              <a:gd name="connsiteY262" fmla="*/ 6858000 h 6858000"/>
              <a:gd name="connsiteX263" fmla="*/ 2395994 w 4724401"/>
              <a:gd name="connsiteY263" fmla="*/ 6858000 h 6858000"/>
              <a:gd name="connsiteX264" fmla="*/ 2392863 w 4724401"/>
              <a:gd name="connsiteY264" fmla="*/ 6852964 h 6858000"/>
              <a:gd name="connsiteX265" fmla="*/ 2017589 w 4724401"/>
              <a:gd name="connsiteY265" fmla="*/ 6493982 h 6858000"/>
              <a:gd name="connsiteX266" fmla="*/ 2147336 w 4724401"/>
              <a:gd name="connsiteY266" fmla="*/ 6594052 h 6858000"/>
              <a:gd name="connsiteX267" fmla="*/ 2207047 w 4724401"/>
              <a:gd name="connsiteY267" fmla="*/ 6654540 h 6858000"/>
              <a:gd name="connsiteX268" fmla="*/ 2299106 w 4724401"/>
              <a:gd name="connsiteY268" fmla="*/ 6778931 h 6858000"/>
              <a:gd name="connsiteX269" fmla="*/ 2314430 w 4724401"/>
              <a:gd name="connsiteY269" fmla="*/ 6801144 h 6858000"/>
              <a:gd name="connsiteX270" fmla="*/ 2352406 w 4724401"/>
              <a:gd name="connsiteY270" fmla="*/ 6858000 h 6858000"/>
              <a:gd name="connsiteX271" fmla="*/ 2314492 w 4724401"/>
              <a:gd name="connsiteY271" fmla="*/ 6858000 h 6858000"/>
              <a:gd name="connsiteX272" fmla="*/ 2288095 w 4724401"/>
              <a:gd name="connsiteY272" fmla="*/ 6818030 h 6858000"/>
              <a:gd name="connsiteX273" fmla="*/ 2272768 w 4724401"/>
              <a:gd name="connsiteY273" fmla="*/ 6795822 h 6858000"/>
              <a:gd name="connsiteX274" fmla="*/ 2182715 w 4724401"/>
              <a:gd name="connsiteY274" fmla="*/ 6675071 h 6858000"/>
              <a:gd name="connsiteX275" fmla="*/ 2032061 w 4724401"/>
              <a:gd name="connsiteY275" fmla="*/ 6541380 h 6858000"/>
              <a:gd name="connsiteX276" fmla="*/ 2257220 w 4724401"/>
              <a:gd name="connsiteY276" fmla="*/ 6826257 h 6858000"/>
              <a:gd name="connsiteX277" fmla="*/ 2281324 w 4724401"/>
              <a:gd name="connsiteY277" fmla="*/ 6858000 h 6858000"/>
              <a:gd name="connsiteX278" fmla="*/ 2242860 w 4724401"/>
              <a:gd name="connsiteY278" fmla="*/ 6858000 h 6858000"/>
              <a:gd name="connsiteX279" fmla="*/ 2232818 w 4724401"/>
              <a:gd name="connsiteY279" fmla="*/ 6844926 h 6858000"/>
              <a:gd name="connsiteX280" fmla="*/ 1990172 w 4724401"/>
              <a:gd name="connsiteY280" fmla="*/ 6542121 h 6858000"/>
              <a:gd name="connsiteX281" fmla="*/ 2124090 w 4724401"/>
              <a:gd name="connsiteY281" fmla="*/ 6761017 h 6858000"/>
              <a:gd name="connsiteX282" fmla="*/ 2200380 w 4724401"/>
              <a:gd name="connsiteY282" fmla="*/ 6858000 h 6858000"/>
              <a:gd name="connsiteX283" fmla="*/ 2147507 w 4724401"/>
              <a:gd name="connsiteY283" fmla="*/ 6858000 h 6858000"/>
              <a:gd name="connsiteX284" fmla="*/ 2070668 w 4724401"/>
              <a:gd name="connsiteY284" fmla="*/ 6761520 h 6858000"/>
              <a:gd name="connsiteX285" fmla="*/ 1975142 w 4724401"/>
              <a:gd name="connsiteY285" fmla="*/ 6585570 h 6858000"/>
              <a:gd name="connsiteX286" fmla="*/ 2050035 w 4724401"/>
              <a:gd name="connsiteY286" fmla="*/ 6813345 h 6858000"/>
              <a:gd name="connsiteX287" fmla="*/ 2063025 w 4724401"/>
              <a:gd name="connsiteY287" fmla="*/ 6858000 h 6858000"/>
              <a:gd name="connsiteX288" fmla="*/ 2021675 w 4724401"/>
              <a:gd name="connsiteY288" fmla="*/ 6858000 h 6858000"/>
              <a:gd name="connsiteX289" fmla="*/ 2019308 w 4724401"/>
              <a:gd name="connsiteY289" fmla="*/ 6847118 h 6858000"/>
              <a:gd name="connsiteX290" fmla="*/ 1938835 w 4724401"/>
              <a:gd name="connsiteY290" fmla="*/ 6551160 h 6858000"/>
              <a:gd name="connsiteX291" fmla="*/ 1953230 w 4724401"/>
              <a:gd name="connsiteY291" fmla="*/ 6759699 h 6858000"/>
              <a:gd name="connsiteX292" fmla="*/ 1956763 w 4724401"/>
              <a:gd name="connsiteY292" fmla="*/ 6778191 h 6858000"/>
              <a:gd name="connsiteX293" fmla="*/ 1967925 w 4724401"/>
              <a:gd name="connsiteY293" fmla="*/ 6858000 h 6858000"/>
              <a:gd name="connsiteX294" fmla="*/ 1936622 w 4724401"/>
              <a:gd name="connsiteY294" fmla="*/ 6858000 h 6858000"/>
              <a:gd name="connsiteX295" fmla="*/ 1926261 w 4724401"/>
              <a:gd name="connsiteY295" fmla="*/ 6784064 h 6858000"/>
              <a:gd name="connsiteX296" fmla="*/ 1922724 w 4724401"/>
              <a:gd name="connsiteY296" fmla="*/ 6765577 h 6858000"/>
              <a:gd name="connsiteX297" fmla="*/ 1904650 w 4724401"/>
              <a:gd name="connsiteY297" fmla="*/ 6639616 h 6858000"/>
              <a:gd name="connsiteX298" fmla="*/ 1885273 w 4724401"/>
              <a:gd name="connsiteY298" fmla="*/ 6858000 h 6858000"/>
              <a:gd name="connsiteX299" fmla="*/ 1854363 w 4724401"/>
              <a:gd name="connsiteY299" fmla="*/ 6858000 h 6858000"/>
              <a:gd name="connsiteX300" fmla="*/ 1880391 w 4724401"/>
              <a:gd name="connsiteY300" fmla="*/ 6603796 h 6858000"/>
              <a:gd name="connsiteX301" fmla="*/ 1818273 w 4724401"/>
              <a:gd name="connsiteY301" fmla="*/ 6715729 h 6858000"/>
              <a:gd name="connsiteX302" fmla="*/ 1794691 w 4724401"/>
              <a:gd name="connsiteY302" fmla="*/ 6843239 h 6858000"/>
              <a:gd name="connsiteX303" fmla="*/ 1794914 w 4724401"/>
              <a:gd name="connsiteY303" fmla="*/ 6858000 h 6858000"/>
              <a:gd name="connsiteX304" fmla="*/ 1746128 w 4724401"/>
              <a:gd name="connsiteY304" fmla="*/ 6858000 h 6858000"/>
              <a:gd name="connsiteX305" fmla="*/ 1753934 w 4724401"/>
              <a:gd name="connsiteY305" fmla="*/ 6724796 h 6858000"/>
              <a:gd name="connsiteX306" fmla="*/ 1792053 w 4724401"/>
              <a:gd name="connsiteY306" fmla="*/ 6572396 h 6858000"/>
              <a:gd name="connsiteX307" fmla="*/ 1862248 w 4724401"/>
              <a:gd name="connsiteY307" fmla="*/ 6266397 h 6858000"/>
              <a:gd name="connsiteX308" fmla="*/ 1862250 w 4724401"/>
              <a:gd name="connsiteY308" fmla="*/ 6033531 h 6858000"/>
              <a:gd name="connsiteX309" fmla="*/ 1211999 w 4724401"/>
              <a:gd name="connsiteY309" fmla="*/ 6683610 h 6858000"/>
              <a:gd name="connsiteX310" fmla="*/ 1213266 w 4724401"/>
              <a:gd name="connsiteY310" fmla="*/ 6691947 h 6858000"/>
              <a:gd name="connsiteX311" fmla="*/ 1203370 w 4724401"/>
              <a:gd name="connsiteY311" fmla="*/ 6850676 h 6858000"/>
              <a:gd name="connsiteX312" fmla="*/ 1203671 w 4724401"/>
              <a:gd name="connsiteY312" fmla="*/ 6858000 h 6858000"/>
              <a:gd name="connsiteX313" fmla="*/ 1143180 w 4724401"/>
              <a:gd name="connsiteY313" fmla="*/ 6858000 h 6858000"/>
              <a:gd name="connsiteX314" fmla="*/ 1142176 w 4724401"/>
              <a:gd name="connsiteY314" fmla="*/ 6766045 h 6858000"/>
              <a:gd name="connsiteX315" fmla="*/ 1067484 w 4724401"/>
              <a:gd name="connsiteY315" fmla="*/ 6858000 h 6858000"/>
              <a:gd name="connsiteX316" fmla="*/ 953928 w 4724401"/>
              <a:gd name="connsiteY316" fmla="*/ 6858000 h 6858000"/>
              <a:gd name="connsiteX317" fmla="*/ 959715 w 4724401"/>
              <a:gd name="connsiteY317" fmla="*/ 6850185 h 6858000"/>
              <a:gd name="connsiteX318" fmla="*/ 1483788 w 4724401"/>
              <a:gd name="connsiteY318" fmla="*/ 6259174 h 6858000"/>
              <a:gd name="connsiteX319" fmla="*/ 1100671 w 4724401"/>
              <a:gd name="connsiteY319" fmla="*/ 6252137 h 6858000"/>
              <a:gd name="connsiteX320" fmla="*/ 1090144 w 4724401"/>
              <a:gd name="connsiteY320" fmla="*/ 6256748 h 6858000"/>
              <a:gd name="connsiteX321" fmla="*/ 1095872 w 4724401"/>
              <a:gd name="connsiteY321" fmla="*/ 6271892 h 6858000"/>
              <a:gd name="connsiteX322" fmla="*/ 262785 w 4724401"/>
              <a:gd name="connsiteY322" fmla="*/ 6845450 h 6858000"/>
              <a:gd name="connsiteX323" fmla="*/ 209968 w 4724401"/>
              <a:gd name="connsiteY323" fmla="*/ 6770713 h 6858000"/>
              <a:gd name="connsiteX324" fmla="*/ 873460 w 4724401"/>
              <a:gd name="connsiteY324" fmla="*/ 6253768 h 6858000"/>
              <a:gd name="connsiteX325" fmla="*/ 192686 w 4724401"/>
              <a:gd name="connsiteY325" fmla="*/ 5849257 h 6858000"/>
              <a:gd name="connsiteX326" fmla="*/ 4696 w 4724401"/>
              <a:gd name="connsiteY326" fmla="*/ 5697668 h 6858000"/>
              <a:gd name="connsiteX327" fmla="*/ 0 w 4724401"/>
              <a:gd name="connsiteY327" fmla="*/ 5689984 h 6858000"/>
              <a:gd name="connsiteX328" fmla="*/ 0 w 4724401"/>
              <a:gd name="connsiteY328" fmla="*/ 5513472 h 6858000"/>
              <a:gd name="connsiteX329" fmla="*/ 174101 w 4724401"/>
              <a:gd name="connsiteY329" fmla="*/ 5620277 h 6858000"/>
              <a:gd name="connsiteX330" fmla="*/ 891800 w 4724401"/>
              <a:gd name="connsiteY330" fmla="*/ 6036935 h 6858000"/>
              <a:gd name="connsiteX331" fmla="*/ 1072219 w 4724401"/>
              <a:gd name="connsiteY331" fmla="*/ 6169443 h 6858000"/>
              <a:gd name="connsiteX332" fmla="*/ 1074117 w 4724401"/>
              <a:gd name="connsiteY332" fmla="*/ 6170301 h 6858000"/>
              <a:gd name="connsiteX333" fmla="*/ 1083114 w 4724401"/>
              <a:gd name="connsiteY333" fmla="*/ 6174131 h 6858000"/>
              <a:gd name="connsiteX334" fmla="*/ 1543010 w 4724401"/>
              <a:gd name="connsiteY334" fmla="*/ 6191140 h 6858000"/>
              <a:gd name="connsiteX335" fmla="*/ 1551080 w 4724401"/>
              <a:gd name="connsiteY335" fmla="*/ 6195006 h 6858000"/>
              <a:gd name="connsiteX336" fmla="*/ 2345443 w 4724401"/>
              <a:gd name="connsiteY336" fmla="*/ 5549882 h 6858000"/>
              <a:gd name="connsiteX337" fmla="*/ 1721499 w 4724401"/>
              <a:gd name="connsiteY337" fmla="*/ 5599969 h 6858000"/>
              <a:gd name="connsiteX338" fmla="*/ 767716 w 4724401"/>
              <a:gd name="connsiteY338" fmla="*/ 5472768 h 6858000"/>
              <a:gd name="connsiteX339" fmla="*/ 722147 w 4724401"/>
              <a:gd name="connsiteY339" fmla="*/ 5393091 h 6858000"/>
              <a:gd name="connsiteX340" fmla="*/ 1485552 w 4724401"/>
              <a:gd name="connsiteY340" fmla="*/ 5313202 h 6858000"/>
              <a:gd name="connsiteX341" fmla="*/ 2143004 w 4724401"/>
              <a:gd name="connsiteY341" fmla="*/ 5402420 h 6858000"/>
              <a:gd name="connsiteX342" fmla="*/ 1933391 w 4724401"/>
              <a:gd name="connsiteY342" fmla="*/ 5156971 h 6858000"/>
              <a:gd name="connsiteX343" fmla="*/ 1827118 w 4724401"/>
              <a:gd name="connsiteY343" fmla="*/ 4968410 h 6858000"/>
              <a:gd name="connsiteX344" fmla="*/ 1837349 w 4724401"/>
              <a:gd name="connsiteY344" fmla="*/ 4956357 h 6858000"/>
              <a:gd name="connsiteX345" fmla="*/ 2162835 w 4724401"/>
              <a:gd name="connsiteY345" fmla="*/ 5187853 h 6858000"/>
              <a:gd name="connsiteX346" fmla="*/ 2257167 w 4724401"/>
              <a:gd name="connsiteY346" fmla="*/ 5462123 h 6858000"/>
              <a:gd name="connsiteX347" fmla="*/ 2261598 w 4724401"/>
              <a:gd name="connsiteY347" fmla="*/ 5467998 h 6858000"/>
              <a:gd name="connsiteX348" fmla="*/ 2437177 w 4724401"/>
              <a:gd name="connsiteY348" fmla="*/ 5479608 h 6858000"/>
              <a:gd name="connsiteX349" fmla="*/ 2445247 w 4724401"/>
              <a:gd name="connsiteY349" fmla="*/ 5483476 h 6858000"/>
              <a:gd name="connsiteX350" fmla="*/ 2743626 w 4724401"/>
              <a:gd name="connsiteY350" fmla="*/ 5304819 h 6858000"/>
              <a:gd name="connsiteX351" fmla="*/ 3048102 w 4724401"/>
              <a:gd name="connsiteY351" fmla="*/ 5150595 h 6858000"/>
              <a:gd name="connsiteX352" fmla="*/ 1799414 w 4724401"/>
              <a:gd name="connsiteY352" fmla="*/ 4694732 h 6858000"/>
              <a:gd name="connsiteX353" fmla="*/ 1771735 w 4724401"/>
              <a:gd name="connsiteY353" fmla="*/ 4619929 h 6858000"/>
              <a:gd name="connsiteX354" fmla="*/ 3104273 w 4724401"/>
              <a:gd name="connsiteY354" fmla="*/ 5076159 h 6858000"/>
              <a:gd name="connsiteX355" fmla="*/ 3113245 w 4724401"/>
              <a:gd name="connsiteY355" fmla="*/ 5090705 h 6858000"/>
              <a:gd name="connsiteX356" fmla="*/ 3126294 w 4724401"/>
              <a:gd name="connsiteY356" fmla="*/ 5114400 h 6858000"/>
              <a:gd name="connsiteX357" fmla="*/ 3937433 w 4724401"/>
              <a:gd name="connsiteY357" fmla="*/ 4830473 h 6858000"/>
              <a:gd name="connsiteX358" fmla="*/ 3590475 w 4724401"/>
              <a:gd name="connsiteY358" fmla="*/ 4597974 h 6858000"/>
              <a:gd name="connsiteX359" fmla="*/ 3100264 w 4724401"/>
              <a:gd name="connsiteY359" fmla="*/ 4579845 h 6858000"/>
              <a:gd name="connsiteX360" fmla="*/ 2183576 w 4724401"/>
              <a:gd name="connsiteY360" fmla="*/ 4227150 h 6858000"/>
              <a:gd name="connsiteX361" fmla="*/ 2151029 w 4724401"/>
              <a:gd name="connsiteY361" fmla="*/ 4146947 h 6858000"/>
              <a:gd name="connsiteX362" fmla="*/ 3563434 w 4724401"/>
              <a:gd name="connsiteY362" fmla="*/ 4469115 h 6858000"/>
              <a:gd name="connsiteX363" fmla="*/ 3177952 w 4724401"/>
              <a:gd name="connsiteY363" fmla="*/ 3657386 h 6858000"/>
              <a:gd name="connsiteX364" fmla="*/ 3174829 w 4724401"/>
              <a:gd name="connsiteY364" fmla="*/ 3620110 h 6858000"/>
              <a:gd name="connsiteX365" fmla="*/ 3429186 w 4724401"/>
              <a:gd name="connsiteY365" fmla="*/ 3458784 h 6858000"/>
              <a:gd name="connsiteX366" fmla="*/ 3446761 w 4724401"/>
              <a:gd name="connsiteY366" fmla="*/ 3461278 h 6858000"/>
              <a:gd name="connsiteX367" fmla="*/ 4419733 w 4724401"/>
              <a:gd name="connsiteY367" fmla="*/ 3963555 h 6858000"/>
              <a:gd name="connsiteX368" fmla="*/ 4659448 w 4724401"/>
              <a:gd name="connsiteY368" fmla="*/ 4172746 h 6858000"/>
              <a:gd name="connsiteX369" fmla="*/ 4724401 w 4724401"/>
              <a:gd name="connsiteY369" fmla="*/ 4275524 h 6858000"/>
              <a:gd name="connsiteX370" fmla="*/ 4724401 w 4724401"/>
              <a:gd name="connsiteY370" fmla="*/ 4519331 h 6858000"/>
              <a:gd name="connsiteX371" fmla="*/ 4695727 w 4724401"/>
              <a:gd name="connsiteY371" fmla="*/ 4489837 h 6858000"/>
              <a:gd name="connsiteX372" fmla="*/ 4036318 w 4724401"/>
              <a:gd name="connsiteY372" fmla="*/ 4147013 h 6858000"/>
              <a:gd name="connsiteX373" fmla="*/ 3432098 w 4724401"/>
              <a:gd name="connsiteY373" fmla="*/ 3537312 h 6858000"/>
              <a:gd name="connsiteX374" fmla="*/ 3429186 w 4724401"/>
              <a:gd name="connsiteY374" fmla="*/ 3458784 h 6858000"/>
              <a:gd name="connsiteX375" fmla="*/ 4287835 w 4724401"/>
              <a:gd name="connsiteY375" fmla="*/ 3252276 h 6858000"/>
              <a:gd name="connsiteX376" fmla="*/ 4305321 w 4724401"/>
              <a:gd name="connsiteY376" fmla="*/ 3256953 h 6858000"/>
              <a:gd name="connsiteX377" fmla="*/ 4633631 w 4724401"/>
              <a:gd name="connsiteY377" fmla="*/ 3503706 h 6858000"/>
              <a:gd name="connsiteX378" fmla="*/ 4724401 w 4724401"/>
              <a:gd name="connsiteY378" fmla="*/ 3579225 h 6858000"/>
              <a:gd name="connsiteX379" fmla="*/ 4724401 w 4724401"/>
              <a:gd name="connsiteY379" fmla="*/ 3637622 h 6858000"/>
              <a:gd name="connsiteX380" fmla="*/ 4594837 w 4724401"/>
              <a:gd name="connsiteY380" fmla="*/ 3532274 h 6858000"/>
              <a:gd name="connsiteX381" fmla="*/ 4441737 w 4724401"/>
              <a:gd name="connsiteY381" fmla="*/ 3399734 h 6858000"/>
              <a:gd name="connsiteX382" fmla="*/ 4431236 w 4724401"/>
              <a:gd name="connsiteY382" fmla="*/ 3400954 h 6858000"/>
              <a:gd name="connsiteX383" fmla="*/ 4557150 w 4724401"/>
              <a:gd name="connsiteY383" fmla="*/ 3510023 h 6858000"/>
              <a:gd name="connsiteX384" fmla="*/ 4709959 w 4724401"/>
              <a:gd name="connsiteY384" fmla="*/ 3658245 h 6858000"/>
              <a:gd name="connsiteX385" fmla="*/ 4724401 w 4724401"/>
              <a:gd name="connsiteY385" fmla="*/ 3673072 h 6858000"/>
              <a:gd name="connsiteX386" fmla="*/ 4724401 w 4724401"/>
              <a:gd name="connsiteY386" fmla="*/ 3718516 h 6858000"/>
              <a:gd name="connsiteX387" fmla="*/ 4642986 w 4724401"/>
              <a:gd name="connsiteY387" fmla="*/ 3635718 h 6858000"/>
              <a:gd name="connsiteX388" fmla="*/ 4440129 w 4724401"/>
              <a:gd name="connsiteY388" fmla="*/ 3448571 h 6858000"/>
              <a:gd name="connsiteX389" fmla="*/ 4700658 w 4724401"/>
              <a:gd name="connsiteY389" fmla="*/ 3767518 h 6858000"/>
              <a:gd name="connsiteX390" fmla="*/ 4724401 w 4724401"/>
              <a:gd name="connsiteY390" fmla="*/ 3790032 h 6858000"/>
              <a:gd name="connsiteX391" fmla="*/ 4724401 w 4724401"/>
              <a:gd name="connsiteY391" fmla="*/ 3871856 h 6858000"/>
              <a:gd name="connsiteX392" fmla="*/ 4649232 w 4724401"/>
              <a:gd name="connsiteY392" fmla="*/ 3785028 h 6858000"/>
              <a:gd name="connsiteX393" fmla="*/ 4294126 w 4724401"/>
              <a:gd name="connsiteY393" fmla="*/ 3303048 h 6858000"/>
              <a:gd name="connsiteX394" fmla="*/ 4287835 w 4724401"/>
              <a:gd name="connsiteY394" fmla="*/ 3252276 h 6858000"/>
              <a:gd name="connsiteX395" fmla="*/ 1318687 w 4724401"/>
              <a:gd name="connsiteY395" fmla="*/ 3113840 h 6858000"/>
              <a:gd name="connsiteX396" fmla="*/ 1066793 w 4724401"/>
              <a:gd name="connsiteY396" fmla="*/ 3212171 h 6858000"/>
              <a:gd name="connsiteX397" fmla="*/ 993319 w 4724401"/>
              <a:gd name="connsiteY397" fmla="*/ 3247648 h 6858000"/>
              <a:gd name="connsiteX398" fmla="*/ 853081 w 4724401"/>
              <a:gd name="connsiteY398" fmla="*/ 3312410 h 6858000"/>
              <a:gd name="connsiteX399" fmla="*/ 805957 w 4724401"/>
              <a:gd name="connsiteY399" fmla="*/ 3330443 h 6858000"/>
              <a:gd name="connsiteX400" fmla="*/ 1318687 w 4724401"/>
              <a:gd name="connsiteY400" fmla="*/ 3113840 h 6858000"/>
              <a:gd name="connsiteX401" fmla="*/ 1238695 w 4724401"/>
              <a:gd name="connsiteY401" fmla="*/ 3076820 h 6858000"/>
              <a:gd name="connsiteX402" fmla="*/ 716371 w 4724401"/>
              <a:gd name="connsiteY402" fmla="*/ 3293249 h 6858000"/>
              <a:gd name="connsiteX403" fmla="*/ 579522 w 4724401"/>
              <a:gd name="connsiteY403" fmla="*/ 3371759 h 6858000"/>
              <a:gd name="connsiteX404" fmla="*/ 600288 w 4724401"/>
              <a:gd name="connsiteY404" fmla="*/ 3365555 h 6858000"/>
              <a:gd name="connsiteX405" fmla="*/ 840692 w 4724401"/>
              <a:gd name="connsiteY405" fmla="*/ 3284921 h 6858000"/>
              <a:gd name="connsiteX406" fmla="*/ 979248 w 4724401"/>
              <a:gd name="connsiteY406" fmla="*/ 3221003 h 6858000"/>
              <a:gd name="connsiteX407" fmla="*/ 1053282 w 4724401"/>
              <a:gd name="connsiteY407" fmla="*/ 3185247 h 6858000"/>
              <a:gd name="connsiteX408" fmla="*/ 1320603 w 4724401"/>
              <a:gd name="connsiteY408" fmla="*/ 3081281 h 6858000"/>
              <a:gd name="connsiteX409" fmla="*/ 1238695 w 4724401"/>
              <a:gd name="connsiteY409" fmla="*/ 3076820 h 6858000"/>
              <a:gd name="connsiteX410" fmla="*/ 2399523 w 4724401"/>
              <a:gd name="connsiteY410" fmla="*/ 1428234 h 6858000"/>
              <a:gd name="connsiteX411" fmla="*/ 2224982 w 4724401"/>
              <a:gd name="connsiteY411" fmla="*/ 1826201 h 6858000"/>
              <a:gd name="connsiteX412" fmla="*/ 2096099 w 4724401"/>
              <a:gd name="connsiteY412" fmla="*/ 2345900 h 6858000"/>
              <a:gd name="connsiteX413" fmla="*/ 2283317 w 4724401"/>
              <a:gd name="connsiteY413" fmla="*/ 1796925 h 6858000"/>
              <a:gd name="connsiteX414" fmla="*/ 2448558 w 4724401"/>
              <a:gd name="connsiteY414" fmla="*/ 1373435 h 6858000"/>
              <a:gd name="connsiteX415" fmla="*/ 2312521 w 4724401"/>
              <a:gd name="connsiteY415" fmla="*/ 1806140 h 6858000"/>
              <a:gd name="connsiteX416" fmla="*/ 2127533 w 4724401"/>
              <a:gd name="connsiteY416" fmla="*/ 2348380 h 6858000"/>
              <a:gd name="connsiteX417" fmla="*/ 2358080 w 4724401"/>
              <a:gd name="connsiteY417" fmla="*/ 1866134 h 6858000"/>
              <a:gd name="connsiteX418" fmla="*/ 2407436 w 4724401"/>
              <a:gd name="connsiteY418" fmla="*/ 1651070 h 6858000"/>
              <a:gd name="connsiteX419" fmla="*/ 2448558 w 4724401"/>
              <a:gd name="connsiteY419" fmla="*/ 1373435 h 6858000"/>
              <a:gd name="connsiteX420" fmla="*/ 278707 w 4724401"/>
              <a:gd name="connsiteY420" fmla="*/ 1352270 h 6858000"/>
              <a:gd name="connsiteX421" fmla="*/ 321570 w 4724401"/>
              <a:gd name="connsiteY421" fmla="*/ 1861610 h 6858000"/>
              <a:gd name="connsiteX422" fmla="*/ 294281 w 4724401"/>
              <a:gd name="connsiteY422" fmla="*/ 1440658 h 6858000"/>
              <a:gd name="connsiteX423" fmla="*/ 1423821 w 4724401"/>
              <a:gd name="connsiteY423" fmla="*/ 1351958 h 6858000"/>
              <a:gd name="connsiteX424" fmla="*/ 1638521 w 4724401"/>
              <a:gd name="connsiteY424" fmla="*/ 1908470 h 6858000"/>
              <a:gd name="connsiteX425" fmla="*/ 1754199 w 4724401"/>
              <a:gd name="connsiteY425" fmla="*/ 2149284 h 6858000"/>
              <a:gd name="connsiteX426" fmla="*/ 1908359 w 4724401"/>
              <a:gd name="connsiteY426" fmla="*/ 2364988 h 6858000"/>
              <a:gd name="connsiteX427" fmla="*/ 1647661 w 4724401"/>
              <a:gd name="connsiteY427" fmla="*/ 1825945 h 6858000"/>
              <a:gd name="connsiteX428" fmla="*/ 1423821 w 4724401"/>
              <a:gd name="connsiteY428" fmla="*/ 1351958 h 6858000"/>
              <a:gd name="connsiteX429" fmla="*/ 1431890 w 4724401"/>
              <a:gd name="connsiteY429" fmla="*/ 1306475 h 6858000"/>
              <a:gd name="connsiteX430" fmla="*/ 1507597 w 4724401"/>
              <a:gd name="connsiteY430" fmla="*/ 1446132 h 6858000"/>
              <a:gd name="connsiteX431" fmla="*/ 1674586 w 4724401"/>
              <a:gd name="connsiteY431" fmla="*/ 1813832 h 6858000"/>
              <a:gd name="connsiteX432" fmla="*/ 1815950 w 4724401"/>
              <a:gd name="connsiteY432" fmla="*/ 2128564 h 6858000"/>
              <a:gd name="connsiteX433" fmla="*/ 1984242 w 4724401"/>
              <a:gd name="connsiteY433" fmla="*/ 2430829 h 6858000"/>
              <a:gd name="connsiteX434" fmla="*/ 2014023 w 4724401"/>
              <a:gd name="connsiteY434" fmla="*/ 2450995 h 6858000"/>
              <a:gd name="connsiteX435" fmla="*/ 1747337 w 4724401"/>
              <a:gd name="connsiteY435" fmla="*/ 1855264 h 6858000"/>
              <a:gd name="connsiteX436" fmla="*/ 1533749 w 4724401"/>
              <a:gd name="connsiteY436" fmla="*/ 1478656 h 6858000"/>
              <a:gd name="connsiteX437" fmla="*/ 1431890 w 4724401"/>
              <a:gd name="connsiteY437" fmla="*/ 1306475 h 6858000"/>
              <a:gd name="connsiteX438" fmla="*/ 655236 w 4724401"/>
              <a:gd name="connsiteY438" fmla="*/ 1268632 h 6858000"/>
              <a:gd name="connsiteX439" fmla="*/ 839521 w 4724401"/>
              <a:gd name="connsiteY439" fmla="*/ 1685315 h 6858000"/>
              <a:gd name="connsiteX440" fmla="*/ 1109416 w 4724401"/>
              <a:gd name="connsiteY440" fmla="*/ 2061663 h 6858000"/>
              <a:gd name="connsiteX441" fmla="*/ 1298300 w 4724401"/>
              <a:gd name="connsiteY441" fmla="*/ 2247742 h 6858000"/>
              <a:gd name="connsiteX442" fmla="*/ 1125871 w 4724401"/>
              <a:gd name="connsiteY442" fmla="*/ 1989513 h 6858000"/>
              <a:gd name="connsiteX443" fmla="*/ 981574 w 4724401"/>
              <a:gd name="connsiteY443" fmla="*/ 1783157 h 6858000"/>
              <a:gd name="connsiteX444" fmla="*/ 922198 w 4724401"/>
              <a:gd name="connsiteY444" fmla="*/ 1677437 h 6858000"/>
              <a:gd name="connsiteX445" fmla="*/ 869293 w 4724401"/>
              <a:gd name="connsiteY445" fmla="*/ 1583214 h 6858000"/>
              <a:gd name="connsiteX446" fmla="*/ 751431 w 4724401"/>
              <a:gd name="connsiteY446" fmla="*/ 1405731 h 6858000"/>
              <a:gd name="connsiteX447" fmla="*/ 291466 w 4724401"/>
              <a:gd name="connsiteY447" fmla="*/ 1250369 h 6858000"/>
              <a:gd name="connsiteX448" fmla="*/ 323180 w 4724401"/>
              <a:gd name="connsiteY448" fmla="*/ 1435283 h 6858000"/>
              <a:gd name="connsiteX449" fmla="*/ 349381 w 4724401"/>
              <a:gd name="connsiteY449" fmla="*/ 1875041 h 6858000"/>
              <a:gd name="connsiteX450" fmla="*/ 374363 w 4724401"/>
              <a:gd name="connsiteY450" fmla="*/ 1506494 h 6858000"/>
              <a:gd name="connsiteX451" fmla="*/ 302168 w 4724401"/>
              <a:gd name="connsiteY451" fmla="*/ 1274495 h 6858000"/>
              <a:gd name="connsiteX452" fmla="*/ 291466 w 4724401"/>
              <a:gd name="connsiteY452" fmla="*/ 1250369 h 6858000"/>
              <a:gd name="connsiteX453" fmla="*/ 678222 w 4724401"/>
              <a:gd name="connsiteY453" fmla="*/ 1248670 h 6858000"/>
              <a:gd name="connsiteX454" fmla="*/ 775536 w 4724401"/>
              <a:gd name="connsiteY454" fmla="*/ 1388015 h 6858000"/>
              <a:gd name="connsiteX455" fmla="*/ 894529 w 4724401"/>
              <a:gd name="connsiteY455" fmla="*/ 1567739 h 6858000"/>
              <a:gd name="connsiteX456" fmla="*/ 948000 w 4724401"/>
              <a:gd name="connsiteY456" fmla="*/ 1663088 h 6858000"/>
              <a:gd name="connsiteX457" fmla="*/ 1006812 w 4724401"/>
              <a:gd name="connsiteY457" fmla="*/ 1767683 h 6858000"/>
              <a:gd name="connsiteX458" fmla="*/ 1149133 w 4724401"/>
              <a:gd name="connsiteY458" fmla="*/ 1971513 h 6858000"/>
              <a:gd name="connsiteX459" fmla="*/ 1333952 w 4724401"/>
              <a:gd name="connsiteY459" fmla="*/ 2251620 h 6858000"/>
              <a:gd name="connsiteX460" fmla="*/ 1337329 w 4724401"/>
              <a:gd name="connsiteY460" fmla="*/ 2258350 h 6858000"/>
              <a:gd name="connsiteX461" fmla="*/ 1014726 w 4724401"/>
              <a:gd name="connsiteY461" fmla="*/ 1615556 h 6858000"/>
              <a:gd name="connsiteX462" fmla="*/ 678222 w 4724401"/>
              <a:gd name="connsiteY462" fmla="*/ 1248670 h 6858000"/>
              <a:gd name="connsiteX463" fmla="*/ 4002475 w 4724401"/>
              <a:gd name="connsiteY463" fmla="*/ 1037802 h 6858000"/>
              <a:gd name="connsiteX464" fmla="*/ 4000324 w 4724401"/>
              <a:gd name="connsiteY464" fmla="*/ 1039362 h 6858000"/>
              <a:gd name="connsiteX465" fmla="*/ 4002862 w 4724401"/>
              <a:gd name="connsiteY465" fmla="*/ 1042866 h 6858000"/>
              <a:gd name="connsiteX466" fmla="*/ 4002475 w 4724401"/>
              <a:gd name="connsiteY466" fmla="*/ 1037802 h 6858000"/>
              <a:gd name="connsiteX467" fmla="*/ 506322 w 4724401"/>
              <a:gd name="connsiteY467" fmla="*/ 1020997 h 6858000"/>
              <a:gd name="connsiteX468" fmla="*/ 533068 w 4724401"/>
              <a:gd name="connsiteY468" fmla="*/ 1029409 h 6858000"/>
              <a:gd name="connsiteX469" fmla="*/ 1232525 w 4724401"/>
              <a:gd name="connsiteY469" fmla="*/ 1804675 h 6858000"/>
              <a:gd name="connsiteX470" fmla="*/ 1388858 w 4724401"/>
              <a:gd name="connsiteY470" fmla="*/ 2368011 h 6858000"/>
              <a:gd name="connsiteX471" fmla="*/ 1384098 w 4724401"/>
              <a:gd name="connsiteY471" fmla="*/ 2378125 h 6858000"/>
              <a:gd name="connsiteX472" fmla="*/ 1425393 w 4724401"/>
              <a:gd name="connsiteY472" fmla="*/ 2589124 h 6858000"/>
              <a:gd name="connsiteX473" fmla="*/ 1424001 w 4724401"/>
              <a:gd name="connsiteY473" fmla="*/ 2597541 h 6858000"/>
              <a:gd name="connsiteX474" fmla="*/ 2152729 w 4724401"/>
              <a:gd name="connsiteY474" fmla="*/ 2864487 h 6858000"/>
              <a:gd name="connsiteX475" fmla="*/ 2020609 w 4724401"/>
              <a:gd name="connsiteY475" fmla="*/ 2539671 h 6858000"/>
              <a:gd name="connsiteX476" fmla="*/ 2018920 w 4724401"/>
              <a:gd name="connsiteY476" fmla="*/ 2536309 h 6858000"/>
              <a:gd name="connsiteX477" fmla="*/ 1342441 w 4724401"/>
              <a:gd name="connsiteY477" fmla="*/ 1173017 h 6858000"/>
              <a:gd name="connsiteX478" fmla="*/ 1367925 w 4724401"/>
              <a:gd name="connsiteY478" fmla="*/ 1135648 h 6858000"/>
              <a:gd name="connsiteX479" fmla="*/ 1771401 w 4724401"/>
              <a:gd name="connsiteY479" fmla="*/ 1806673 h 6858000"/>
              <a:gd name="connsiteX480" fmla="*/ 1972385 w 4724401"/>
              <a:gd name="connsiteY480" fmla="*/ 2198735 h 6858000"/>
              <a:gd name="connsiteX481" fmla="*/ 2040892 w 4724401"/>
              <a:gd name="connsiteY481" fmla="*/ 2405205 h 6858000"/>
              <a:gd name="connsiteX482" fmla="*/ 2131689 w 4724401"/>
              <a:gd name="connsiteY482" fmla="*/ 1936926 h 6858000"/>
              <a:gd name="connsiteX483" fmla="*/ 2454820 w 4724401"/>
              <a:gd name="connsiteY483" fmla="*/ 1248808 h 6858000"/>
              <a:gd name="connsiteX484" fmla="*/ 2492512 w 4724401"/>
              <a:gd name="connsiteY484" fmla="*/ 1302920 h 6858000"/>
              <a:gd name="connsiteX485" fmla="*/ 2081216 w 4724401"/>
              <a:gd name="connsiteY485" fmla="*/ 2527513 h 6858000"/>
              <a:gd name="connsiteX486" fmla="*/ 2081211 w 4724401"/>
              <a:gd name="connsiteY486" fmla="*/ 2528916 h 6858000"/>
              <a:gd name="connsiteX487" fmla="*/ 2199067 w 4724401"/>
              <a:gd name="connsiteY487" fmla="*/ 2884061 h 6858000"/>
              <a:gd name="connsiteX488" fmla="*/ 3192586 w 4724401"/>
              <a:gd name="connsiteY488" fmla="*/ 3411496 h 6858000"/>
              <a:gd name="connsiteX489" fmla="*/ 3182620 w 4724401"/>
              <a:gd name="connsiteY489" fmla="*/ 3483279 h 6858000"/>
              <a:gd name="connsiteX490" fmla="*/ 2435119 w 4724401"/>
              <a:gd name="connsiteY490" fmla="*/ 3080173 h 6858000"/>
              <a:gd name="connsiteX491" fmla="*/ 2410152 w 4724401"/>
              <a:gd name="connsiteY491" fmla="*/ 3063751 h 6858000"/>
              <a:gd name="connsiteX492" fmla="*/ 2408099 w 4724401"/>
              <a:gd name="connsiteY492" fmla="*/ 3064403 h 6858000"/>
              <a:gd name="connsiteX493" fmla="*/ 2407218 w 4724401"/>
              <a:gd name="connsiteY493" fmla="*/ 3070324 h 6858000"/>
              <a:gd name="connsiteX494" fmla="*/ 2380138 w 4724401"/>
              <a:gd name="connsiteY494" fmla="*/ 3099341 h 6858000"/>
              <a:gd name="connsiteX495" fmla="*/ 1765923 w 4724401"/>
              <a:gd name="connsiteY495" fmla="*/ 3581043 h 6858000"/>
              <a:gd name="connsiteX496" fmla="*/ 1702258 w 4724401"/>
              <a:gd name="connsiteY496" fmla="*/ 3612286 h 6858000"/>
              <a:gd name="connsiteX497" fmla="*/ 1538370 w 4724401"/>
              <a:gd name="connsiteY497" fmla="*/ 3811804 h 6858000"/>
              <a:gd name="connsiteX498" fmla="*/ 542867 w 4724401"/>
              <a:gd name="connsiteY498" fmla="*/ 4944092 h 6858000"/>
              <a:gd name="connsiteX499" fmla="*/ 515800 w 4724401"/>
              <a:gd name="connsiteY499" fmla="*/ 4862180 h 6858000"/>
              <a:gd name="connsiteX500" fmla="*/ 909145 w 4724401"/>
              <a:gd name="connsiteY500" fmla="*/ 4199225 h 6858000"/>
              <a:gd name="connsiteX501" fmla="*/ 1214067 w 4724401"/>
              <a:gd name="connsiteY501" fmla="*/ 3908561 h 6858000"/>
              <a:gd name="connsiteX502" fmla="*/ 640967 w 4724401"/>
              <a:gd name="connsiteY502" fmla="*/ 4105601 h 6858000"/>
              <a:gd name="connsiteX503" fmla="*/ 112563 w 4724401"/>
              <a:gd name="connsiteY503" fmla="*/ 4396952 h 6858000"/>
              <a:gd name="connsiteX504" fmla="*/ 0 w 4724401"/>
              <a:gd name="connsiteY504" fmla="*/ 4466006 h 6858000"/>
              <a:gd name="connsiteX505" fmla="*/ 0 w 4724401"/>
              <a:gd name="connsiteY505" fmla="*/ 4233763 h 6858000"/>
              <a:gd name="connsiteX506" fmla="*/ 36881 w 4724401"/>
              <a:gd name="connsiteY506" fmla="*/ 4200118 h 6858000"/>
              <a:gd name="connsiteX507" fmla="*/ 910534 w 4724401"/>
              <a:gd name="connsiteY507" fmla="*/ 3629753 h 6858000"/>
              <a:gd name="connsiteX508" fmla="*/ 1578717 w 4724401"/>
              <a:gd name="connsiteY508" fmla="*/ 3575982 h 6858000"/>
              <a:gd name="connsiteX509" fmla="*/ 2338780 w 4724401"/>
              <a:gd name="connsiteY509" fmla="*/ 3033725 h 6858000"/>
              <a:gd name="connsiteX510" fmla="*/ 1807991 w 4724401"/>
              <a:gd name="connsiteY510" fmla="*/ 2807184 h 6858000"/>
              <a:gd name="connsiteX511" fmla="*/ 1416358 w 4724401"/>
              <a:gd name="connsiteY511" fmla="*/ 3112571 h 6858000"/>
              <a:gd name="connsiteX512" fmla="*/ 939066 w 4724401"/>
              <a:gd name="connsiteY512" fmla="*/ 3378798 h 6858000"/>
              <a:gd name="connsiteX513" fmla="*/ 115099 w 4724401"/>
              <a:gd name="connsiteY513" fmla="*/ 3607650 h 6858000"/>
              <a:gd name="connsiteX514" fmla="*/ 97284 w 4724401"/>
              <a:gd name="connsiteY514" fmla="*/ 3520393 h 6858000"/>
              <a:gd name="connsiteX515" fmla="*/ 922050 w 4724401"/>
              <a:gd name="connsiteY515" fmla="*/ 3074867 h 6858000"/>
              <a:gd name="connsiteX516" fmla="*/ 1405265 w 4724401"/>
              <a:gd name="connsiteY516" fmla="*/ 3016319 h 6858000"/>
              <a:gd name="connsiteX517" fmla="*/ 1407512 w 4724401"/>
              <a:gd name="connsiteY517" fmla="*/ 3018001 h 6858000"/>
              <a:gd name="connsiteX518" fmla="*/ 1726266 w 4724401"/>
              <a:gd name="connsiteY518" fmla="*/ 2777274 h 6858000"/>
              <a:gd name="connsiteX519" fmla="*/ 625390 w 4724401"/>
              <a:gd name="connsiteY519" fmla="*/ 2514541 h 6858000"/>
              <a:gd name="connsiteX520" fmla="*/ 619799 w 4724401"/>
              <a:gd name="connsiteY520" fmla="*/ 2527180 h 6858000"/>
              <a:gd name="connsiteX521" fmla="*/ 310030 w 4724401"/>
              <a:gd name="connsiteY521" fmla="*/ 2771818 h 6858000"/>
              <a:gd name="connsiteX522" fmla="*/ 173877 w 4724401"/>
              <a:gd name="connsiteY522" fmla="*/ 2937056 h 6858000"/>
              <a:gd name="connsiteX523" fmla="*/ 77889 w 4724401"/>
              <a:gd name="connsiteY523" fmla="*/ 3138440 h 6858000"/>
              <a:gd name="connsiteX524" fmla="*/ 0 w 4724401"/>
              <a:gd name="connsiteY524" fmla="*/ 3271395 h 6858000"/>
              <a:gd name="connsiteX525" fmla="*/ 0 w 4724401"/>
              <a:gd name="connsiteY525" fmla="*/ 3153002 h 6858000"/>
              <a:gd name="connsiteX526" fmla="*/ 2386 w 4724401"/>
              <a:gd name="connsiteY526" fmla="*/ 3149203 h 6858000"/>
              <a:gd name="connsiteX527" fmla="*/ 89753 w 4724401"/>
              <a:gd name="connsiteY527" fmla="*/ 2987702 h 6858000"/>
              <a:gd name="connsiteX528" fmla="*/ 76869 w 4724401"/>
              <a:gd name="connsiteY528" fmla="*/ 3005404 h 6858000"/>
              <a:gd name="connsiteX529" fmla="*/ 32049 w 4724401"/>
              <a:gd name="connsiteY529" fmla="*/ 3065814 h 6858000"/>
              <a:gd name="connsiteX530" fmla="*/ 0 w 4724401"/>
              <a:gd name="connsiteY530" fmla="*/ 3108744 h 6858000"/>
              <a:gd name="connsiteX531" fmla="*/ 0 w 4724401"/>
              <a:gd name="connsiteY531" fmla="*/ 3058059 h 6858000"/>
              <a:gd name="connsiteX532" fmla="*/ 7610 w 4724401"/>
              <a:gd name="connsiteY532" fmla="*/ 3047889 h 6858000"/>
              <a:gd name="connsiteX533" fmla="*/ 52419 w 4724401"/>
              <a:gd name="connsiteY533" fmla="*/ 2987479 h 6858000"/>
              <a:gd name="connsiteX534" fmla="*/ 59142 w 4724401"/>
              <a:gd name="connsiteY534" fmla="*/ 2978488 h 6858000"/>
              <a:gd name="connsiteX535" fmla="*/ 0 w 4724401"/>
              <a:gd name="connsiteY535" fmla="*/ 3015334 h 6858000"/>
              <a:gd name="connsiteX536" fmla="*/ 0 w 4724401"/>
              <a:gd name="connsiteY536" fmla="*/ 2914286 h 6858000"/>
              <a:gd name="connsiteX537" fmla="*/ 36383 w 4724401"/>
              <a:gd name="connsiteY537" fmla="*/ 2901128 h 6858000"/>
              <a:gd name="connsiteX538" fmla="*/ 156329 w 4724401"/>
              <a:gd name="connsiteY538" fmla="*/ 2840533 h 6858000"/>
              <a:gd name="connsiteX539" fmla="*/ 358355 w 4724401"/>
              <a:gd name="connsiteY539" fmla="*/ 2620471 h 6858000"/>
              <a:gd name="connsiteX540" fmla="*/ 510577 w 4724401"/>
              <a:gd name="connsiteY540" fmla="*/ 2501244 h 6858000"/>
              <a:gd name="connsiteX541" fmla="*/ 211967 w 4724401"/>
              <a:gd name="connsiteY541" fmla="*/ 2479171 h 6858000"/>
              <a:gd name="connsiteX542" fmla="*/ 0 w 4724401"/>
              <a:gd name="connsiteY542" fmla="*/ 2476398 h 6858000"/>
              <a:gd name="connsiteX543" fmla="*/ 0 w 4724401"/>
              <a:gd name="connsiteY543" fmla="*/ 2389189 h 6858000"/>
              <a:gd name="connsiteX544" fmla="*/ 103062 w 4724401"/>
              <a:gd name="connsiteY544" fmla="*/ 2389518 h 6858000"/>
              <a:gd name="connsiteX545" fmla="*/ 510734 w 4724401"/>
              <a:gd name="connsiteY545" fmla="*/ 2416201 h 6858000"/>
              <a:gd name="connsiteX546" fmla="*/ 279257 w 4724401"/>
              <a:gd name="connsiteY546" fmla="*/ 2092102 h 6858000"/>
              <a:gd name="connsiteX547" fmla="*/ 65265 w 4724401"/>
              <a:gd name="connsiteY547" fmla="*/ 2006049 h 6858000"/>
              <a:gd name="connsiteX548" fmla="*/ 0 w 4724401"/>
              <a:gd name="connsiteY548" fmla="*/ 1982532 h 6858000"/>
              <a:gd name="connsiteX549" fmla="*/ 0 w 4724401"/>
              <a:gd name="connsiteY549" fmla="*/ 1912789 h 6858000"/>
              <a:gd name="connsiteX550" fmla="*/ 97460 w 4724401"/>
              <a:gd name="connsiteY550" fmla="*/ 1953725 h 6858000"/>
              <a:gd name="connsiteX551" fmla="*/ 221272 w 4724401"/>
              <a:gd name="connsiteY551" fmla="*/ 1980766 h 6858000"/>
              <a:gd name="connsiteX552" fmla="*/ 116765 w 4724401"/>
              <a:gd name="connsiteY552" fmla="*/ 1911033 h 6858000"/>
              <a:gd name="connsiteX553" fmla="*/ 16405 w 4724401"/>
              <a:gd name="connsiteY553" fmla="*/ 1803412 h 6858000"/>
              <a:gd name="connsiteX554" fmla="*/ 0 w 4724401"/>
              <a:gd name="connsiteY554" fmla="*/ 1784777 h 6858000"/>
              <a:gd name="connsiteX555" fmla="*/ 0 w 4724401"/>
              <a:gd name="connsiteY555" fmla="*/ 1740082 h 6858000"/>
              <a:gd name="connsiteX556" fmla="*/ 39394 w 4724401"/>
              <a:gd name="connsiteY556" fmla="*/ 1784856 h 6858000"/>
              <a:gd name="connsiteX557" fmla="*/ 135813 w 4724401"/>
              <a:gd name="connsiteY557" fmla="*/ 1888838 h 6858000"/>
              <a:gd name="connsiteX558" fmla="*/ 242575 w 4724401"/>
              <a:gd name="connsiteY558" fmla="*/ 1958841 h 6858000"/>
              <a:gd name="connsiteX559" fmla="*/ 82197 w 4724401"/>
              <a:gd name="connsiteY559" fmla="*/ 1754826 h 6858000"/>
              <a:gd name="connsiteX560" fmla="*/ 0 w 4724401"/>
              <a:gd name="connsiteY560" fmla="*/ 1679650 h 6858000"/>
              <a:gd name="connsiteX561" fmla="*/ 0 w 4724401"/>
              <a:gd name="connsiteY561" fmla="*/ 1602463 h 6858000"/>
              <a:gd name="connsiteX562" fmla="*/ 84689 w 4724401"/>
              <a:gd name="connsiteY562" fmla="*/ 1677442 h 6858000"/>
              <a:gd name="connsiteX563" fmla="*/ 298437 w 4724401"/>
              <a:gd name="connsiteY563" fmla="*/ 1968019 h 6858000"/>
              <a:gd name="connsiteX564" fmla="*/ 227269 w 4724401"/>
              <a:gd name="connsiteY564" fmla="*/ 1114064 h 6858000"/>
              <a:gd name="connsiteX565" fmla="*/ 248003 w 4724401"/>
              <a:gd name="connsiteY565" fmla="*/ 1089613 h 6858000"/>
              <a:gd name="connsiteX566" fmla="*/ 427020 w 4724401"/>
              <a:gd name="connsiteY566" fmla="*/ 1619803 h 6858000"/>
              <a:gd name="connsiteX567" fmla="*/ 340345 w 4724401"/>
              <a:gd name="connsiteY567" fmla="*/ 2027739 h 6858000"/>
              <a:gd name="connsiteX568" fmla="*/ 360865 w 4724401"/>
              <a:gd name="connsiteY568" fmla="*/ 2044827 h 6858000"/>
              <a:gd name="connsiteX569" fmla="*/ 560414 w 4724401"/>
              <a:gd name="connsiteY569" fmla="*/ 2421457 h 6858000"/>
              <a:gd name="connsiteX570" fmla="*/ 1359703 w 4724401"/>
              <a:gd name="connsiteY570" fmla="*/ 2578554 h 6858000"/>
              <a:gd name="connsiteX571" fmla="*/ 1359422 w 4724401"/>
              <a:gd name="connsiteY571" fmla="*/ 2577994 h 6858000"/>
              <a:gd name="connsiteX572" fmla="*/ 828701 w 4724401"/>
              <a:gd name="connsiteY572" fmla="*/ 1839520 h 6858000"/>
              <a:gd name="connsiteX573" fmla="*/ 494427 w 4724401"/>
              <a:gd name="connsiteY573" fmla="*/ 1092333 h 6858000"/>
              <a:gd name="connsiteX574" fmla="*/ 506322 w 4724401"/>
              <a:gd name="connsiteY574" fmla="*/ 1020997 h 6858000"/>
              <a:gd name="connsiteX575" fmla="*/ 4570198 w 4724401"/>
              <a:gd name="connsiteY575" fmla="*/ 978081 h 6858000"/>
              <a:gd name="connsiteX576" fmla="*/ 4523691 w 4724401"/>
              <a:gd name="connsiteY576" fmla="*/ 1127776 h 6858000"/>
              <a:gd name="connsiteX577" fmla="*/ 4509875 w 4724401"/>
              <a:gd name="connsiteY577" fmla="*/ 1167552 h 6858000"/>
              <a:gd name="connsiteX578" fmla="*/ 4478168 w 4724401"/>
              <a:gd name="connsiteY578" fmla="*/ 1260735 h 6858000"/>
              <a:gd name="connsiteX579" fmla="*/ 4409309 w 4724401"/>
              <a:gd name="connsiteY579" fmla="*/ 1666996 h 6858000"/>
              <a:gd name="connsiteX580" fmla="*/ 4370031 w 4724401"/>
              <a:gd name="connsiteY580" fmla="*/ 1955666 h 6858000"/>
              <a:gd name="connsiteX581" fmla="*/ 4570198 w 4724401"/>
              <a:gd name="connsiteY581" fmla="*/ 978081 h 6858000"/>
              <a:gd name="connsiteX582" fmla="*/ 4557898 w 4724401"/>
              <a:gd name="connsiteY582" fmla="*/ 900011 h 6858000"/>
              <a:gd name="connsiteX583" fmla="*/ 4344840 w 4724401"/>
              <a:gd name="connsiteY583" fmla="*/ 1922038 h 6858000"/>
              <a:gd name="connsiteX584" fmla="*/ 4378710 w 4724401"/>
              <a:gd name="connsiteY584" fmla="*/ 1665516 h 6858000"/>
              <a:gd name="connsiteX585" fmla="*/ 4448798 w 4724401"/>
              <a:gd name="connsiteY585" fmla="*/ 1253024 h 6858000"/>
              <a:gd name="connsiteX586" fmla="*/ 4480315 w 4724401"/>
              <a:gd name="connsiteY586" fmla="*/ 1158454 h 6858000"/>
              <a:gd name="connsiteX587" fmla="*/ 4494133 w 4724401"/>
              <a:gd name="connsiteY587" fmla="*/ 1118676 h 6858000"/>
              <a:gd name="connsiteX588" fmla="*/ 4557898 w 4724401"/>
              <a:gd name="connsiteY588" fmla="*/ 900011 h 6858000"/>
              <a:gd name="connsiteX589" fmla="*/ 3607114 w 4724401"/>
              <a:gd name="connsiteY589" fmla="*/ 467441 h 6858000"/>
              <a:gd name="connsiteX590" fmla="*/ 3296242 w 4724401"/>
              <a:gd name="connsiteY590" fmla="*/ 807991 h 6858000"/>
              <a:gd name="connsiteX591" fmla="*/ 3174674 w 4724401"/>
              <a:gd name="connsiteY591" fmla="*/ 919759 h 6858000"/>
              <a:gd name="connsiteX592" fmla="*/ 3042978 w 4724401"/>
              <a:gd name="connsiteY592" fmla="*/ 1054894 h 6858000"/>
              <a:gd name="connsiteX593" fmla="*/ 2968914 w 4724401"/>
              <a:gd name="connsiteY593" fmla="*/ 1133756 h 6858000"/>
              <a:gd name="connsiteX594" fmla="*/ 3103823 w 4724401"/>
              <a:gd name="connsiteY594" fmla="*/ 1026814 h 6858000"/>
              <a:gd name="connsiteX595" fmla="*/ 3607114 w 4724401"/>
              <a:gd name="connsiteY595" fmla="*/ 467441 h 6858000"/>
              <a:gd name="connsiteX596" fmla="*/ 3744487 w 4724401"/>
              <a:gd name="connsiteY596" fmla="*/ 383136 h 6858000"/>
              <a:gd name="connsiteX597" fmla="*/ 3970213 w 4724401"/>
              <a:gd name="connsiteY597" fmla="*/ 995559 h 6858000"/>
              <a:gd name="connsiteX598" fmla="*/ 3744487 w 4724401"/>
              <a:gd name="connsiteY598" fmla="*/ 383136 h 6858000"/>
              <a:gd name="connsiteX599" fmla="*/ 3624562 w 4724401"/>
              <a:gd name="connsiteY599" fmla="*/ 367041 h 6858000"/>
              <a:gd name="connsiteX600" fmla="*/ 3489712 w 4724401"/>
              <a:gd name="connsiteY600" fmla="*/ 485386 h 6858000"/>
              <a:gd name="connsiteX601" fmla="*/ 3182994 w 4724401"/>
              <a:gd name="connsiteY601" fmla="*/ 828265 h 6858000"/>
              <a:gd name="connsiteX602" fmla="*/ 2892114 w 4724401"/>
              <a:gd name="connsiteY602" fmla="*/ 1172635 h 6858000"/>
              <a:gd name="connsiteX603" fmla="*/ 3021459 w 4724401"/>
              <a:gd name="connsiteY603" fmla="*/ 1035385 h 6858000"/>
              <a:gd name="connsiteX604" fmla="*/ 3153873 w 4724401"/>
              <a:gd name="connsiteY604" fmla="*/ 898971 h 6858000"/>
              <a:gd name="connsiteX605" fmla="*/ 3276511 w 4724401"/>
              <a:gd name="connsiteY605" fmla="*/ 786423 h 6858000"/>
              <a:gd name="connsiteX606" fmla="*/ 3584154 w 4724401"/>
              <a:gd name="connsiteY606" fmla="*/ 448218 h 6858000"/>
              <a:gd name="connsiteX607" fmla="*/ 3624562 w 4724401"/>
              <a:gd name="connsiteY607" fmla="*/ 367041 h 6858000"/>
              <a:gd name="connsiteX608" fmla="*/ 3766672 w 4724401"/>
              <a:gd name="connsiteY608" fmla="*/ 359429 h 6858000"/>
              <a:gd name="connsiteX609" fmla="*/ 3996338 w 4724401"/>
              <a:gd name="connsiteY609" fmla="*/ 968237 h 6858000"/>
              <a:gd name="connsiteX610" fmla="*/ 3766672 w 4724401"/>
              <a:gd name="connsiteY610" fmla="*/ 359429 h 6858000"/>
              <a:gd name="connsiteX611" fmla="*/ 3882765 w 4724401"/>
              <a:gd name="connsiteY611" fmla="*/ 0 h 6858000"/>
              <a:gd name="connsiteX612" fmla="*/ 3995099 w 4724401"/>
              <a:gd name="connsiteY612" fmla="*/ 0 h 6858000"/>
              <a:gd name="connsiteX613" fmla="*/ 4163818 w 4724401"/>
              <a:gd name="connsiteY613" fmla="*/ 234104 h 6858000"/>
              <a:gd name="connsiteX614" fmla="*/ 4172099 w 4724401"/>
              <a:gd name="connsiteY614" fmla="*/ 234207 h 6858000"/>
              <a:gd name="connsiteX615" fmla="*/ 4628589 w 4724401"/>
              <a:gd name="connsiteY615" fmla="*/ 289746 h 6858000"/>
              <a:gd name="connsiteX616" fmla="*/ 4724401 w 4724401"/>
              <a:gd name="connsiteY616" fmla="*/ 281632 h 6858000"/>
              <a:gd name="connsiteX617" fmla="*/ 4724401 w 4724401"/>
              <a:gd name="connsiteY617" fmla="*/ 330664 h 6858000"/>
              <a:gd name="connsiteX618" fmla="*/ 4657975 w 4724401"/>
              <a:gd name="connsiteY618" fmla="*/ 338772 h 6858000"/>
              <a:gd name="connsiteX619" fmla="*/ 4227047 w 4724401"/>
              <a:gd name="connsiteY619" fmla="*/ 313415 h 6858000"/>
              <a:gd name="connsiteX620" fmla="*/ 4346041 w 4724401"/>
              <a:gd name="connsiteY620" fmla="*/ 456086 h 6858000"/>
              <a:gd name="connsiteX621" fmla="*/ 4599604 w 4724401"/>
              <a:gd name="connsiteY621" fmla="*/ 723178 h 6858000"/>
              <a:gd name="connsiteX622" fmla="*/ 4724401 w 4724401"/>
              <a:gd name="connsiteY622" fmla="*/ 833497 h 6858000"/>
              <a:gd name="connsiteX623" fmla="*/ 4724401 w 4724401"/>
              <a:gd name="connsiteY623" fmla="*/ 950118 h 6858000"/>
              <a:gd name="connsiteX624" fmla="*/ 4655015 w 4724401"/>
              <a:gd name="connsiteY624" fmla="*/ 891426 h 6858000"/>
              <a:gd name="connsiteX625" fmla="*/ 4348002 w 4724401"/>
              <a:gd name="connsiteY625" fmla="*/ 2205895 h 6858000"/>
              <a:gd name="connsiteX626" fmla="*/ 4262250 w 4724401"/>
              <a:gd name="connsiteY626" fmla="*/ 2219972 h 6858000"/>
              <a:gd name="connsiteX627" fmla="*/ 4550611 w 4724401"/>
              <a:gd name="connsiteY627" fmla="*/ 817540 h 6858000"/>
              <a:gd name="connsiteX628" fmla="*/ 4564418 w 4724401"/>
              <a:gd name="connsiteY628" fmla="*/ 808293 h 6858000"/>
              <a:gd name="connsiteX629" fmla="*/ 4266388 w 4724401"/>
              <a:gd name="connsiteY629" fmla="*/ 500083 h 6858000"/>
              <a:gd name="connsiteX630" fmla="*/ 4032842 w 4724401"/>
              <a:gd name="connsiteY630" fmla="*/ 211809 h 6858000"/>
              <a:gd name="connsiteX631" fmla="*/ 3721337 w 4724401"/>
              <a:gd name="connsiteY631" fmla="*/ 0 h 6858000"/>
              <a:gd name="connsiteX632" fmla="*/ 3797544 w 4724401"/>
              <a:gd name="connsiteY632" fmla="*/ 0 h 6858000"/>
              <a:gd name="connsiteX633" fmla="*/ 3775734 w 4724401"/>
              <a:gd name="connsiteY633" fmla="*/ 95131 h 6858000"/>
              <a:gd name="connsiteX634" fmla="*/ 3724807 w 4724401"/>
              <a:gd name="connsiteY634" fmla="*/ 272257 h 6858000"/>
              <a:gd name="connsiteX635" fmla="*/ 3726844 w 4724401"/>
              <a:gd name="connsiteY635" fmla="*/ 282988 h 6858000"/>
              <a:gd name="connsiteX636" fmla="*/ 3742664 w 4724401"/>
              <a:gd name="connsiteY636" fmla="*/ 279918 h 6858000"/>
              <a:gd name="connsiteX637" fmla="*/ 4103910 w 4724401"/>
              <a:gd name="connsiteY637" fmla="*/ 1161917 h 6858000"/>
              <a:gd name="connsiteX638" fmla="*/ 4020269 w 4724401"/>
              <a:gd name="connsiteY638" fmla="*/ 1200406 h 6858000"/>
              <a:gd name="connsiteX639" fmla="*/ 3674882 w 4724401"/>
              <a:gd name="connsiteY639" fmla="*/ 488524 h 6858000"/>
              <a:gd name="connsiteX640" fmla="*/ 3132682 w 4724401"/>
              <a:gd name="connsiteY640" fmla="*/ 1072284 h 6858000"/>
              <a:gd name="connsiteX641" fmla="*/ 2716346 w 4724401"/>
              <a:gd name="connsiteY641" fmla="*/ 1276376 h 6858000"/>
              <a:gd name="connsiteX642" fmla="*/ 2716772 w 4724401"/>
              <a:gd name="connsiteY642" fmla="*/ 1255462 h 6858000"/>
              <a:gd name="connsiteX643" fmla="*/ 3471096 w 4724401"/>
              <a:gd name="connsiteY643" fmla="*/ 437072 h 6858000"/>
              <a:gd name="connsiteX644" fmla="*/ 3639057 w 4724401"/>
              <a:gd name="connsiteY644" fmla="*/ 286334 h 6858000"/>
              <a:gd name="connsiteX645" fmla="*/ 3640309 w 4724401"/>
              <a:gd name="connsiteY645" fmla="*/ 284664 h 6858000"/>
              <a:gd name="connsiteX646" fmla="*/ 3646022 w 4724401"/>
              <a:gd name="connsiteY646" fmla="*/ 276711 h 6858000"/>
              <a:gd name="connsiteX647" fmla="*/ 3707943 w 4724401"/>
              <a:gd name="connsiteY647" fmla="*/ 65958 h 6858000"/>
              <a:gd name="connsiteX648" fmla="*/ 2867960 w 4724401"/>
              <a:gd name="connsiteY648" fmla="*/ 0 h 6858000"/>
              <a:gd name="connsiteX649" fmla="*/ 2926351 w 4724401"/>
              <a:gd name="connsiteY649" fmla="*/ 0 h 6858000"/>
              <a:gd name="connsiteX650" fmla="*/ 2902823 w 4724401"/>
              <a:gd name="connsiteY650" fmla="*/ 262929 h 6858000"/>
              <a:gd name="connsiteX651" fmla="*/ 2940663 w 4724401"/>
              <a:gd name="connsiteY651" fmla="*/ 140884 h 6858000"/>
              <a:gd name="connsiteX652" fmla="*/ 2947039 w 4724401"/>
              <a:gd name="connsiteY652" fmla="*/ 122524 h 6858000"/>
              <a:gd name="connsiteX653" fmla="*/ 2984316 w 4724401"/>
              <a:gd name="connsiteY653" fmla="*/ 0 h 6858000"/>
              <a:gd name="connsiteX654" fmla="*/ 3016114 w 4724401"/>
              <a:gd name="connsiteY654" fmla="*/ 0 h 6858000"/>
              <a:gd name="connsiteX655" fmla="*/ 2979949 w 4724401"/>
              <a:gd name="connsiteY655" fmla="*/ 119274 h 6858000"/>
              <a:gd name="connsiteX656" fmla="*/ 3023879 w 4724401"/>
              <a:gd name="connsiteY656" fmla="*/ 0 h 6858000"/>
              <a:gd name="connsiteX657" fmla="*/ 3105400 w 4724401"/>
              <a:gd name="connsiteY657" fmla="*/ 0 h 6858000"/>
              <a:gd name="connsiteX658" fmla="*/ 3094669 w 4724401"/>
              <a:gd name="connsiteY658" fmla="*/ 30308 h 6858000"/>
              <a:gd name="connsiteX659" fmla="*/ 2901945 w 4724401"/>
              <a:gd name="connsiteY659" fmla="*/ 466538 h 6858000"/>
              <a:gd name="connsiteX660" fmla="*/ 2815209 w 4724401"/>
              <a:gd name="connsiteY660" fmla="*/ 497361 h 6858000"/>
              <a:gd name="connsiteX661" fmla="*/ 2844845 w 4724401"/>
              <a:gd name="connsiteY661" fmla="*/ 127638 h 6858000"/>
              <a:gd name="connsiteX662" fmla="*/ 1057230 w 4724401"/>
              <a:gd name="connsiteY662" fmla="*/ 0 h 6858000"/>
              <a:gd name="connsiteX663" fmla="*/ 1111003 w 4724401"/>
              <a:gd name="connsiteY663" fmla="*/ 0 h 6858000"/>
              <a:gd name="connsiteX664" fmla="*/ 1125553 w 4724401"/>
              <a:gd name="connsiteY664" fmla="*/ 52588 h 6858000"/>
              <a:gd name="connsiteX665" fmla="*/ 1304276 w 4724401"/>
              <a:gd name="connsiteY665" fmla="*/ 476275 h 6858000"/>
              <a:gd name="connsiteX666" fmla="*/ 1492066 w 4724401"/>
              <a:gd name="connsiteY666" fmla="*/ 886333 h 6858000"/>
              <a:gd name="connsiteX667" fmla="*/ 1423698 w 4724401"/>
              <a:gd name="connsiteY667" fmla="*/ 710817 h 6858000"/>
              <a:gd name="connsiteX668" fmla="*/ 1357609 w 4724401"/>
              <a:gd name="connsiteY668" fmla="*/ 532892 h 6858000"/>
              <a:gd name="connsiteX669" fmla="*/ 1309550 w 4724401"/>
              <a:gd name="connsiteY669" fmla="*/ 374031 h 6858000"/>
              <a:gd name="connsiteX670" fmla="*/ 1193673 w 4724401"/>
              <a:gd name="connsiteY670" fmla="*/ 49533 h 6858000"/>
              <a:gd name="connsiteX671" fmla="*/ 1164391 w 4724401"/>
              <a:gd name="connsiteY671" fmla="*/ 0 h 6858000"/>
              <a:gd name="connsiteX672" fmla="*/ 1200666 w 4724401"/>
              <a:gd name="connsiteY672" fmla="*/ 0 h 6858000"/>
              <a:gd name="connsiteX673" fmla="*/ 1223408 w 4724401"/>
              <a:gd name="connsiteY673" fmla="*/ 38996 h 6858000"/>
              <a:gd name="connsiteX674" fmla="*/ 1339635 w 4724401"/>
              <a:gd name="connsiteY674" fmla="*/ 365517 h 6858000"/>
              <a:gd name="connsiteX675" fmla="*/ 1387469 w 4724401"/>
              <a:gd name="connsiteY675" fmla="*/ 523079 h 6858000"/>
              <a:gd name="connsiteX676" fmla="*/ 1452685 w 4724401"/>
              <a:gd name="connsiteY676" fmla="*/ 699806 h 6858000"/>
              <a:gd name="connsiteX677" fmla="*/ 1492092 w 4724401"/>
              <a:gd name="connsiteY677" fmla="*/ 800424 h 6858000"/>
              <a:gd name="connsiteX678" fmla="*/ 1455302 w 4724401"/>
              <a:gd name="connsiteY678" fmla="*/ 632913 h 6858000"/>
              <a:gd name="connsiteX679" fmla="*/ 1222336 w 4724401"/>
              <a:gd name="connsiteY679" fmla="*/ 9480 h 6858000"/>
              <a:gd name="connsiteX680" fmla="*/ 1214634 w 4724401"/>
              <a:gd name="connsiteY680" fmla="*/ 0 h 6858000"/>
              <a:gd name="connsiteX681" fmla="*/ 1289827 w 4724401"/>
              <a:gd name="connsiteY681" fmla="*/ 0 h 6858000"/>
              <a:gd name="connsiteX682" fmla="*/ 1321076 w 4724401"/>
              <a:gd name="connsiteY682" fmla="*/ 59722 h 6858000"/>
              <a:gd name="connsiteX683" fmla="*/ 1512579 w 4724401"/>
              <a:gd name="connsiteY683" fmla="*/ 626441 h 6858000"/>
              <a:gd name="connsiteX684" fmla="*/ 1506076 w 4724401"/>
              <a:gd name="connsiteY684" fmla="*/ 1089289 h 6858000"/>
              <a:gd name="connsiteX685" fmla="*/ 1486346 w 4724401"/>
              <a:gd name="connsiteY685" fmla="*/ 1079919 h 6858000"/>
              <a:gd name="connsiteX686" fmla="*/ 1070511 w 4724401"/>
              <a:gd name="connsiteY686" fmla="*/ 48609 h 6858000"/>
              <a:gd name="connsiteX687" fmla="*/ 43151 w 4724401"/>
              <a:gd name="connsiteY687" fmla="*/ 0 h 6858000"/>
              <a:gd name="connsiteX688" fmla="*/ 95283 w 4724401"/>
              <a:gd name="connsiteY688" fmla="*/ 0 h 6858000"/>
              <a:gd name="connsiteX689" fmla="*/ 300708 w 4724401"/>
              <a:gd name="connsiteY689" fmla="*/ 154571 h 6858000"/>
              <a:gd name="connsiteX690" fmla="*/ 530414 w 4724401"/>
              <a:gd name="connsiteY690" fmla="*/ 354673 h 6858000"/>
              <a:gd name="connsiteX691" fmla="*/ 333785 w 4724401"/>
              <a:gd name="connsiteY691" fmla="*/ 161564 h 6858000"/>
              <a:gd name="connsiteX692" fmla="*/ 147005 w 4724401"/>
              <a:gd name="connsiteY692" fmla="*/ 0 h 6858000"/>
              <a:gd name="connsiteX693" fmla="*/ 272509 w 4724401"/>
              <a:gd name="connsiteY693" fmla="*/ 0 h 6858000"/>
              <a:gd name="connsiteX694" fmla="*/ 326276 w 4724401"/>
              <a:gd name="connsiteY694" fmla="*/ 45847 h 6858000"/>
              <a:gd name="connsiteX695" fmla="*/ 823759 w 4724401"/>
              <a:gd name="connsiteY695" fmla="*/ 574145 h 6858000"/>
              <a:gd name="connsiteX696" fmla="*/ 811254 w 4724401"/>
              <a:gd name="connsiteY696" fmla="*/ 665546 h 6858000"/>
              <a:gd name="connsiteX697" fmla="*/ 154042 w 4724401"/>
              <a:gd name="connsiteY697" fmla="*/ 261522 h 6858000"/>
              <a:gd name="connsiteX698" fmla="*/ 13550 w 4724401"/>
              <a:gd name="connsiteY698" fmla="*/ 158423 h 6858000"/>
              <a:gd name="connsiteX699" fmla="*/ 0 w 4724401"/>
              <a:gd name="connsiteY699" fmla="*/ 146618 h 6858000"/>
              <a:gd name="connsiteX700" fmla="*/ 0 w 4724401"/>
              <a:gd name="connsiteY700" fmla="*/ 59161 h 6858000"/>
              <a:gd name="connsiteX701" fmla="*/ 45427 w 4724401"/>
              <a:gd name="connsiteY701" fmla="*/ 101078 h 6858000"/>
              <a:gd name="connsiteX702" fmla="*/ 630103 w 4724401"/>
              <a:gd name="connsiteY702" fmla="*/ 485885 h 6858000"/>
              <a:gd name="connsiteX703" fmla="*/ 532040 w 4724401"/>
              <a:gd name="connsiteY703" fmla="*/ 399359 h 6858000"/>
              <a:gd name="connsiteX704" fmla="*/ 517618 w 4724401"/>
              <a:gd name="connsiteY704" fmla="*/ 385726 h 6858000"/>
              <a:gd name="connsiteX705" fmla="*/ 285074 w 4724401"/>
              <a:gd name="connsiteY705" fmla="*/ 18275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</a:cxnLst>
            <a:rect l="l" t="t" r="r" b="b"/>
            <a:pathLst>
              <a:path w="47244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4724401" y="6289099"/>
                </a:moveTo>
                <a:lnTo>
                  <a:pt x="4724401" y="6407899"/>
                </a:lnTo>
                <a:lnTo>
                  <a:pt x="4689678" y="6440241"/>
                </a:ln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593999" y="6408904"/>
                  <a:pt x="4626518" y="6376648"/>
                  <a:pt x="4660205" y="6345369"/>
                </a:cubicBezTo>
                <a:close/>
                <a:moveTo>
                  <a:pt x="4724401" y="6198577"/>
                </a:moveTo>
                <a:lnTo>
                  <a:pt x="4724401" y="6238480"/>
                </a:lnTo>
                <a:lnTo>
                  <a:pt x="4689789" y="6268382"/>
                </a:ln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lose/>
                <a:moveTo>
                  <a:pt x="4724401" y="5924240"/>
                </a:moveTo>
                <a:lnTo>
                  <a:pt x="4724401" y="6044002"/>
                </a:lnTo>
                <a:lnTo>
                  <a:pt x="4695216" y="6071545"/>
                </a:lnTo>
                <a:cubicBezTo>
                  <a:pt x="4548599" y="6220767"/>
                  <a:pt x="4426366" y="6399245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49147" y="6364728"/>
                  <a:pt x="4472301" y="6179172"/>
                  <a:pt x="4620848" y="6021419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lnTo>
                  <a:pt x="2665418" y="6132756"/>
                </a:ln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cubicBezTo>
                  <a:pt x="1766288" y="5450544"/>
                  <a:pt x="1795121" y="5449390"/>
                  <a:pt x="1824397" y="5447757"/>
                </a:cubicBez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724401" y="5202141"/>
                </a:moveTo>
                <a:lnTo>
                  <a:pt x="4724401" y="5319690"/>
                </a:lnTo>
                <a:lnTo>
                  <a:pt x="4690088" y="5349711"/>
                </a:lnTo>
                <a:cubicBezTo>
                  <a:pt x="4608685" y="5427949"/>
                  <a:pt x="4537495" y="5522778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cubicBezTo>
                  <a:pt x="4364015" y="5738366"/>
                  <a:pt x="4369890" y="5733933"/>
                  <a:pt x="4376219" y="5729027"/>
                </a:cubicBez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lnTo>
                  <a:pt x="4724401" y="5415874"/>
                </a:lnTo>
                <a:lnTo>
                  <a:pt x="4724401" y="5461678"/>
                </a:lnTo>
                <a:lnTo>
                  <a:pt x="4718341" y="5468043"/>
                </a:ln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601957" y="5591693"/>
                  <a:pt x="4641858" y="5563143"/>
                  <a:pt x="4682209" y="5532923"/>
                </a:cubicBezTo>
                <a:lnTo>
                  <a:pt x="4724401" y="5499248"/>
                </a:lnTo>
                <a:lnTo>
                  <a:pt x="4724401" y="5608295"/>
                </a:lnTo>
                <a:lnTo>
                  <a:pt x="4713577" y="5616803"/>
                </a:ln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616120" y="5290612"/>
                  <a:pt x="4648400" y="5259282"/>
                  <a:pt x="4682005" y="5231398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cubicBezTo>
                  <a:pt x="2826662" y="5016937"/>
                  <a:pt x="2852553" y="5023818"/>
                  <a:pt x="2879408" y="5031590"/>
                </a:cubicBez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195984" y="4765295"/>
                  <a:pt x="4406452" y="4726316"/>
                  <a:pt x="4618309" y="4699202"/>
                </a:cubicBezTo>
                <a:lnTo>
                  <a:pt x="4724401" y="4687606"/>
                </a:lnTo>
                <a:lnTo>
                  <a:pt x="4724401" y="4773345"/>
                </a:lnTo>
                <a:lnTo>
                  <a:pt x="4671155" y="4778608"/>
                </a:lnTo>
                <a:cubicBezTo>
                  <a:pt x="4474613" y="4803290"/>
                  <a:pt x="4279364" y="4838457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cubicBezTo>
                  <a:pt x="2766432" y="5397515"/>
                  <a:pt x="2740950" y="5412509"/>
                  <a:pt x="2714982" y="5427051"/>
                </a:cubicBez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lnTo>
                  <a:pt x="1794914" y="6858000"/>
                </a:ln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lnTo>
                  <a:pt x="1203671" y="6858000"/>
                </a:lnTo>
                <a:lnTo>
                  <a:pt x="1143180" y="6858000"/>
                </a:lnTo>
                <a:lnTo>
                  <a:pt x="1142176" y="6766045"/>
                </a:ln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24401" y="4275524"/>
                </a:lnTo>
                <a:lnTo>
                  <a:pt x="4724401" y="4519331"/>
                </a:lnTo>
                <a:lnTo>
                  <a:pt x="4695727" y="4489837"/>
                </a:lnTo>
                <a:cubicBezTo>
                  <a:pt x="4513213" y="4341718"/>
                  <a:pt x="4213060" y="4286653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4287835" y="3252276"/>
                </a:moveTo>
                <a:cubicBezTo>
                  <a:pt x="4291252" y="3250181"/>
                  <a:pt x="4296821" y="3251122"/>
                  <a:pt x="4305321" y="3256953"/>
                </a:cubicBezTo>
                <a:cubicBezTo>
                  <a:pt x="4417921" y="3335817"/>
                  <a:pt x="4526830" y="3418438"/>
                  <a:pt x="4633631" y="3503706"/>
                </a:cubicBezTo>
                <a:lnTo>
                  <a:pt x="4724401" y="3579225"/>
                </a:lnTo>
                <a:lnTo>
                  <a:pt x="4724401" y="3637622"/>
                </a:lnTo>
                <a:lnTo>
                  <a:pt x="4594837" y="3532274"/>
                </a:ln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09378" y="3558235"/>
                  <a:pt x="4660155" y="3608017"/>
                  <a:pt x="4709959" y="3658245"/>
                </a:cubicBezTo>
                <a:lnTo>
                  <a:pt x="4724401" y="3673072"/>
                </a:lnTo>
                <a:lnTo>
                  <a:pt x="4724401" y="3718516"/>
                </a:lnTo>
                <a:lnTo>
                  <a:pt x="4642986" y="3635718"/>
                </a:lnTo>
                <a:cubicBezTo>
                  <a:pt x="4577419" y="3571274"/>
                  <a:pt x="4510044" y="3508184"/>
                  <a:pt x="4440129" y="3448571"/>
                </a:cubicBezTo>
                <a:cubicBezTo>
                  <a:pt x="4477976" y="3543407"/>
                  <a:pt x="4595539" y="3666345"/>
                  <a:pt x="4700658" y="3767518"/>
                </a:cubicBezTo>
                <a:lnTo>
                  <a:pt x="4724401" y="3790032"/>
                </a:lnTo>
                <a:lnTo>
                  <a:pt x="4724401" y="3871856"/>
                </a:lnTo>
                <a:lnTo>
                  <a:pt x="4649232" y="3785028"/>
                </a:lnTo>
                <a:cubicBezTo>
                  <a:pt x="4512119" y="3616669"/>
                  <a:pt x="4392441" y="3442504"/>
                  <a:pt x="4294126" y="3303048"/>
                </a:cubicBezTo>
                <a:cubicBezTo>
                  <a:pt x="4286701" y="3292165"/>
                  <a:pt x="4277584" y="3258559"/>
                  <a:pt x="4287835" y="3252276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20772" y="276387"/>
                  <a:pt x="4473568" y="294979"/>
                  <a:pt x="4628589" y="289746"/>
                </a:cubicBezTo>
                <a:lnTo>
                  <a:pt x="4724401" y="281632"/>
                </a:lnTo>
                <a:lnTo>
                  <a:pt x="4724401" y="330664"/>
                </a:lnTo>
                <a:lnTo>
                  <a:pt x="4657975" y="338772"/>
                </a:lnTo>
                <a:cubicBezTo>
                  <a:pt x="4512264" y="350060"/>
                  <a:pt x="4368090" y="341672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427343" y="550152"/>
                  <a:pt x="4511990" y="638932"/>
                  <a:pt x="4599604" y="723178"/>
                </a:cubicBezTo>
                <a:lnTo>
                  <a:pt x="4724401" y="833497"/>
                </a:lnTo>
                <a:lnTo>
                  <a:pt x="4724401" y="950118"/>
                </a:lnTo>
                <a:lnTo>
                  <a:pt x="4655015" y="891426"/>
                </a:ln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3089" name="Rectangle 3088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199"/>
            <a:ext cx="11734801" cy="594360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C0FB64-F5B6-D142-0697-16ADF96C3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5899" y="647700"/>
            <a:ext cx="4953000" cy="1216153"/>
          </a:xfrm>
        </p:spPr>
        <p:txBody>
          <a:bodyPr anchor="t">
            <a:normAutofit/>
          </a:bodyPr>
          <a:lstStyle/>
          <a:p>
            <a:pPr algn="ctr"/>
            <a:r>
              <a:rPr lang="en-US" sz="3200" b="1" dirty="0"/>
              <a:t>Parallelogram prism </a:t>
            </a:r>
            <a:endParaRPr lang="en-AU" sz="3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8" name="Content Placeholder 3077">
                <a:extLst>
                  <a:ext uri="{FF2B5EF4-FFF2-40B4-BE49-F238E27FC236}">
                    <a16:creationId xmlns:a16="http://schemas.microsoft.com/office/drawing/2014/main" id="{B3726245-156B-C768-39C0-893C4F82B9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1798" y="2381250"/>
                <a:ext cx="4953000" cy="37620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tx1">
                        <a:alpha val="55000"/>
                      </a:schemeClr>
                    </a:solidFill>
                  </a:rPr>
                  <a:t>D: </a:t>
                </a:r>
              </a:p>
              <a:p>
                <a:pPr marL="0" indent="0">
                  <a:buNone/>
                </a:pPr>
                <a:endParaRPr lang="en-US" sz="2400" b="1" dirty="0">
                  <a:solidFill>
                    <a:schemeClr val="tx1">
                      <a:alpha val="55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tx1">
                        <a:alpha val="55000"/>
                      </a:schemeClr>
                    </a:solidFill>
                  </a:rPr>
                  <a:t>R: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>
                            <a:alpha val="55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2400" b="1" i="1" smtClean="0">
                        <a:solidFill>
                          <a:schemeClr val="tx1">
                            <a:alpha val="5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1" i="1" smtClean="0">
                        <a:solidFill>
                          <a:schemeClr val="tx1">
                            <a:alpha val="5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𝒉</m:t>
                    </m:r>
                    <m:r>
                      <a:rPr lang="en-US" sz="2400" b="1" i="1" smtClean="0">
                        <a:solidFill>
                          <a:schemeClr val="tx1">
                            <a:alpha val="5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1" i="1" smtClean="0">
                        <a:solidFill>
                          <a:schemeClr val="tx1">
                            <a:alpha val="5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𝒍</m:t>
                    </m:r>
                  </m:oMath>
                </a14:m>
                <a:endParaRPr lang="en-US" sz="2400" b="1" dirty="0">
                  <a:solidFill>
                    <a:schemeClr val="tx1">
                      <a:alpha val="55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2400" b="1" dirty="0">
                  <a:solidFill>
                    <a:schemeClr val="tx1">
                      <a:alpha val="55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tx1">
                        <a:alpha val="55000"/>
                      </a:schemeClr>
                    </a:solidFill>
                  </a:rPr>
                  <a:t>N:</a:t>
                </a:r>
              </a:p>
              <a:p>
                <a:pPr marL="0" indent="0">
                  <a:buNone/>
                </a:pPr>
                <a:endParaRPr lang="en-US" sz="2400" b="1" dirty="0">
                  <a:solidFill>
                    <a:schemeClr val="tx1">
                      <a:alpha val="55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tx1">
                        <a:alpha val="55000"/>
                      </a:schemeClr>
                    </a:solidFill>
                  </a:rPr>
                  <a:t>S:</a:t>
                </a:r>
              </a:p>
            </p:txBody>
          </p:sp>
        </mc:Choice>
        <mc:Fallback>
          <p:sp>
            <p:nvSpPr>
              <p:cNvPr id="3078" name="Content Placeholder 3077">
                <a:extLst>
                  <a:ext uri="{FF2B5EF4-FFF2-40B4-BE49-F238E27FC236}">
                    <a16:creationId xmlns:a16="http://schemas.microsoft.com/office/drawing/2014/main" id="{B3726245-156B-C768-39C0-893C4F82B9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1798" y="2381250"/>
                <a:ext cx="4953000" cy="3762098"/>
              </a:xfrm>
              <a:blipFill>
                <a:blip r:embed="rId2"/>
                <a:stretch>
                  <a:fillRect l="-1845" t="-22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6" name="Picture 4" descr="Volume of a Prism">
            <a:extLst>
              <a:ext uri="{FF2B5EF4-FFF2-40B4-BE49-F238E27FC236}">
                <a16:creationId xmlns:a16="http://schemas.microsoft.com/office/drawing/2014/main" id="{14A6146E-CDBF-0A4C-F54B-390FF0823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47700"/>
            <a:ext cx="6379464" cy="284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C0DE95-4CE5-8270-5626-5D4C5EC3CC82}"/>
              </a:ext>
            </a:extLst>
          </p:cNvPr>
          <p:cNvSpPr txBox="1"/>
          <p:nvPr/>
        </p:nvSpPr>
        <p:spPr>
          <a:xfrm>
            <a:off x="1846555" y="4873841"/>
            <a:ext cx="30805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How much water can this hold? 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73853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28947-A1E6-D0A2-F946-2AD8642CC7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B2C32-4CAD-4494-B70E-B419D60917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HAESE 8 </a:t>
            </a:r>
          </a:p>
          <a:p>
            <a:pPr marL="0" indent="0">
              <a:buNone/>
            </a:pPr>
            <a:r>
              <a:rPr lang="en-AU" dirty="0"/>
              <a:t>Page 186</a:t>
            </a:r>
          </a:p>
          <a:p>
            <a:pPr marL="0" indent="0">
              <a:buNone/>
            </a:pPr>
            <a:r>
              <a:rPr lang="en-AU" dirty="0"/>
              <a:t>Questions 5 – 9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802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9FF98-F0A0-2CDD-9B2F-C6576DD23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Reflect – fist to 5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B48FC-EC38-D00A-F03D-9A12CE6B4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 – be able to: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Substitute into formula to solve volume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Determine volume of other prisms 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03914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390</Words>
  <Application>Microsoft Office PowerPoint</Application>
  <PresentationFormat>Widescreen</PresentationFormat>
  <Paragraphs>178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Century Gothic</vt:lpstr>
      <vt:lpstr>Wingdings</vt:lpstr>
      <vt:lpstr>Wingdings 3</vt:lpstr>
      <vt:lpstr>Office Theme</vt:lpstr>
      <vt:lpstr>Wisp</vt:lpstr>
      <vt:lpstr>Lesson objective </vt:lpstr>
      <vt:lpstr>Whiteboards </vt:lpstr>
      <vt:lpstr>Whiteboards </vt:lpstr>
      <vt:lpstr>Whiteboards </vt:lpstr>
      <vt:lpstr>Whiteboards</vt:lpstr>
      <vt:lpstr>Whiteboards</vt:lpstr>
      <vt:lpstr>Worthy of note(s) </vt:lpstr>
      <vt:lpstr>I do / we do </vt:lpstr>
      <vt:lpstr>PowerPoint Presentation</vt:lpstr>
      <vt:lpstr>Whiteboards </vt:lpstr>
      <vt:lpstr>Trapezium prism </vt:lpstr>
      <vt:lpstr>Kite prism </vt:lpstr>
      <vt:lpstr>Parallelogram prism </vt:lpstr>
      <vt:lpstr>Individual practice </vt:lpstr>
      <vt:lpstr>Reflect – fist to 5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4</cp:revision>
  <dcterms:created xsi:type="dcterms:W3CDTF">2022-11-28T02:49:06Z</dcterms:created>
  <dcterms:modified xsi:type="dcterms:W3CDTF">2022-11-29T00:36:40Z</dcterms:modified>
</cp:coreProperties>
</file>