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0" r:id="rId4"/>
    <p:sldId id="265" r:id="rId5"/>
    <p:sldId id="271" r:id="rId6"/>
    <p:sldId id="272" r:id="rId7"/>
    <p:sldId id="273" r:id="rId8"/>
    <p:sldId id="274" r:id="rId9"/>
    <p:sldId id="276" r:id="rId10"/>
    <p:sldId id="277" r:id="rId11"/>
    <p:sldId id="278" r:id="rId12"/>
    <p:sldId id="279" r:id="rId13"/>
    <p:sldId id="266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F7E6-FD10-D649-1B43-766BC09FC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87A82-CD13-9071-8B52-1E29CA5D8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1F95A-4331-6EAC-93AE-0B87AF44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AE5F5-9F71-B85E-CFD2-8A21D711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CFE3-0F55-E463-360E-94BBD276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310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6FCE-1340-6655-5A3A-2D13A22E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2769-7CC1-6A98-3B81-54401CCB2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C7C27-1040-5F29-5846-AD420552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CD32-0330-6BC9-3E91-3F5C66CD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42CC-C2D2-8757-8E12-77862C07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92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1A7BD-44C5-3320-177C-42A3C77DB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0EA51-9CBB-BCF5-E010-14BB2BD2F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6F28-FC50-45FF-C57C-6DEEDA03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2601F-0D33-7CFC-0F6C-20F46213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A0B8-26E9-8E2F-E482-8685BFCE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06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3A3E-A067-CB04-9F72-B327D302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DC939-E283-142A-ECDD-FB842BC26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63884-A390-E7F7-F4D1-D6D4C6B45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EDAD-9B93-63B6-A3E6-C821A8DB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A2752-4415-E6DB-1B0F-ACF7217E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32595-CDF9-57AD-7A69-84D60A7D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940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54ED-6F7D-AC0A-4435-5CADA451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CCCFD-D7D8-B5AC-02B7-0B86EB691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C043-D315-E1C5-2B09-D23655544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E19BF-E3D9-A7D6-7957-60D43A498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E8161-E5D7-A2D9-3DBB-BD3A91D3E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BC026-12DE-9EBC-D0A1-95F1C75D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9C3A6-3D99-1549-1F50-18E6F869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0203E-9B33-58B1-E462-1988F5BF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49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86AD-CE65-86B9-1F5B-564DBD23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196A3-7B69-75FF-763A-7DC0325E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6F62C-FBAF-A9CF-6754-0F51A6C1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DAC6C-532C-5AB1-F3DE-EFD6D6A0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461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C9FFF-12A4-299F-B615-22EA772F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19D25-77C0-1448-5FD2-29A09228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3D2C3-3B2B-48C2-2F36-B54BCF3D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50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C2AB-7F09-AFCD-22D7-E8E230DB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46851-F1BF-ECC4-E509-44D277463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1515C-604B-F142-7D63-6549DA7C7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A63F1-7853-3296-CA95-832F2737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C715E-4E1D-9151-DD8D-4B17B23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1AEF9-F231-6F3F-1195-2FD08A07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20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4C8E-9E27-3007-560C-18FCD39C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61312-4387-B432-ACB6-D78B220EE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25506-68DD-FC1C-84B6-E200D1F92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83DFD-A243-3051-199A-D8BA214D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0E204-325A-B4A1-AEFD-B6D84D92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C85CD-7614-3500-431D-3AFA0B77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35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8861-5439-6B6B-B6F9-ECE802D7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1909A-B937-3D91-208B-6B2A20BD3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2BCAD-2271-1E50-8BAB-D3FA8D48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53086-2126-5545-3367-8BBFB8CB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8652-2E9A-5B44-B0FF-8F8B4E11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36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142A3-CFD4-2565-941C-5C3CFC895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86D67-33AB-1B5C-EEBC-27E7946B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91F46-2B69-7504-B0B9-9FFB83CC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FB199-2972-37D7-709B-7C3E5105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DCF57-3C6A-3048-9543-D217D205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2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9A3E7-82C8-4C1A-D8BA-103CFE6D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30B23-7379-2EB1-67D6-BB532C5D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00CC4-5187-DA43-A38A-8FB29CE10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3068A-1CF6-4BC0-8D3F-B91DAA84CFA1}" type="datetimeFigureOut">
              <a:rPr lang="en-AU" smtClean="0"/>
              <a:t>24/11/2022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602B5-F64F-DC7E-5E6F-B1646DB6A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F56D-DBCC-E6F9-C233-16C839B9E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B9BD-EE9F-4D3F-90CA-EB7DFBCFEB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67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7FEB29-8241-14E4-9FD2-CD7F07D8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689AF-0988-EBAA-1DC7-12A762A3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Volume fluency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Substitute into formula to calculate volume of cuboids.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Face refresh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Using formula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Calculating volume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C6232-3A46-1EAA-A73A-DF535C9DF0E0}"/>
              </a:ext>
            </a:extLst>
          </p:cNvPr>
          <p:cNvSpPr txBox="1"/>
          <p:nvPr/>
        </p:nvSpPr>
        <p:spPr>
          <a:xfrm>
            <a:off x="6505575" y="1825625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626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18EF-892D-43E8-9494-BA4546E0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Fill in the blanks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0218-1E2B-4DBE-8361-99300212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Volume is the amount of space contained or taken up by a 3-_________ object. Volume can be determined by calculating the area of the _____________ (or face) and ___________ it by the ______ of the prism.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8192D-C1B4-49A2-85B3-6CDDE751D8F6}"/>
              </a:ext>
            </a:extLst>
          </p:cNvPr>
          <p:cNvSpPr txBox="1"/>
          <p:nvPr/>
        </p:nvSpPr>
        <p:spPr>
          <a:xfrm>
            <a:off x="838200" y="5088469"/>
            <a:ext cx="1013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Multiplying 		cross-section		Dimensional		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116D9-102C-FDED-DC04-3D9382FB7DFD}"/>
              </a:ext>
            </a:extLst>
          </p:cNvPr>
          <p:cNvSpPr txBox="1"/>
          <p:nvPr/>
        </p:nvSpPr>
        <p:spPr>
          <a:xfrm>
            <a:off x="1207363" y="3657600"/>
            <a:ext cx="5628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Write a description in your own words!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581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ABC3E-4DA8-4A49-AEB6-5FADB85A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Volume practice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53F988-82ED-4FEE-B2A4-D6EA7210E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9206" y="1554005"/>
            <a:ext cx="9781245" cy="528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6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7A995-B753-4221-BCBA-6D9786DD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solving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E493-9E03-498F-B462-3BF03D86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9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Match the AREA formula to the shape.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5AF1D-C04B-482C-B843-5D0F21E608C6}"/>
              </a:ext>
            </a:extLst>
          </p:cNvPr>
          <p:cNvSpPr/>
          <p:nvPr/>
        </p:nvSpPr>
        <p:spPr>
          <a:xfrm>
            <a:off x="763480" y="3045041"/>
            <a:ext cx="878889" cy="1580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FDE65B2-3117-4503-914F-3A096F493BBA}"/>
              </a:ext>
            </a:extLst>
          </p:cNvPr>
          <p:cNvSpPr/>
          <p:nvPr/>
        </p:nvSpPr>
        <p:spPr>
          <a:xfrm>
            <a:off x="976544" y="5450889"/>
            <a:ext cx="2512380" cy="116297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CBFE41FE-BA32-47AD-A7A3-12472474F4D0}"/>
              </a:ext>
            </a:extLst>
          </p:cNvPr>
          <p:cNvSpPr/>
          <p:nvPr/>
        </p:nvSpPr>
        <p:spPr>
          <a:xfrm>
            <a:off x="2752077" y="3045041"/>
            <a:ext cx="2059620" cy="1216241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FE53C329-9FE9-45D4-A360-81A005969AFF}"/>
              </a:ext>
            </a:extLst>
          </p:cNvPr>
          <p:cNvSpPr/>
          <p:nvPr/>
        </p:nvSpPr>
        <p:spPr>
          <a:xfrm>
            <a:off x="3747856" y="4807257"/>
            <a:ext cx="2127682" cy="1225119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25D8ABA-1CB1-4C45-B96D-36E383068EB5}"/>
              </a:ext>
            </a:extLst>
          </p:cNvPr>
          <p:cNvSpPr/>
          <p:nvPr/>
        </p:nvSpPr>
        <p:spPr>
          <a:xfrm>
            <a:off x="6516209" y="2645545"/>
            <a:ext cx="1535837" cy="139379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C81A422-D977-4D3E-9603-B9F3E2D64238}"/>
              </a:ext>
            </a:extLst>
          </p:cNvPr>
          <p:cNvSpPr/>
          <p:nvPr/>
        </p:nvSpPr>
        <p:spPr>
          <a:xfrm rot="10800000">
            <a:off x="6516209" y="4039340"/>
            <a:ext cx="1535837" cy="227712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FF60F6-4B26-493B-AFC1-56E78AA7D5D9}"/>
                  </a:ext>
                </a:extLst>
              </p:cNvPr>
              <p:cNvSpPr txBox="1"/>
              <p:nvPr/>
            </p:nvSpPr>
            <p:spPr>
              <a:xfrm>
                <a:off x="8185212" y="3045041"/>
                <a:ext cx="3693111" cy="3454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𝑙𝑒𝑛𝑔𝑡h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𝑤𝑖𝑑𝑡h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=0.5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𝑡𝑜𝑝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𝑏𝑜𝑡𝑡𝑜𝑚</m:t>
                              </m:r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𝐷𝑖𝑎𝑔𝑜𝑛𝑎𝑙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𝐷𝑖𝑎𝑔𝑜𝑛𝑎𝑙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FF60F6-4B26-493B-AFC1-56E78AA7D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212" y="3045041"/>
                <a:ext cx="3693111" cy="34547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49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94A1-D8AE-C4B1-C919-B15AF458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5332412" cy="1569660"/>
          </a:xfrm>
        </p:spPr>
        <p:txBody>
          <a:bodyPr/>
          <a:lstStyle/>
          <a:p>
            <a:r>
              <a:rPr lang="en-US" dirty="0"/>
              <a:t>Substituting into formula: VOLUME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300F9-24AD-4C9F-D638-F71D55DC2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 	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46F612-9D64-72ED-64A8-FC709557B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80B90-A064-1F91-6F8B-0FD9971F9CFD}"/>
              </a:ext>
            </a:extLst>
          </p:cNvPr>
          <p:cNvSpPr txBox="1"/>
          <p:nvPr/>
        </p:nvSpPr>
        <p:spPr>
          <a:xfrm>
            <a:off x="8424909" y="195309"/>
            <a:ext cx="2521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 </a:t>
            </a:r>
          </a:p>
          <a:p>
            <a:r>
              <a:rPr lang="en-US" sz="2400" b="1" dirty="0"/>
              <a:t>Rule </a:t>
            </a:r>
          </a:p>
          <a:p>
            <a:r>
              <a:rPr lang="en-US" sz="2400" b="1" dirty="0"/>
              <a:t>Numbers </a:t>
            </a:r>
          </a:p>
          <a:p>
            <a:r>
              <a:rPr lang="en-US" sz="2400" b="1" dirty="0"/>
              <a:t>Solve </a:t>
            </a:r>
            <a:endParaRPr lang="en-AU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D6C36-8AFA-5A0A-228A-37BE64418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82" y="2831977"/>
            <a:ext cx="4051889" cy="2577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73D189-AB43-AA7E-CA1F-86255D339513}"/>
              </a:ext>
            </a:extLst>
          </p:cNvPr>
          <p:cNvSpPr txBox="1"/>
          <p:nvPr/>
        </p:nvSpPr>
        <p:spPr>
          <a:xfrm>
            <a:off x="3061461" y="4917373"/>
            <a:ext cx="1581107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200" b="1" dirty="0"/>
              <a:t>8cm</a:t>
            </a:r>
            <a:endParaRPr lang="en-GB" altLang="en-US" sz="3200" b="1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5C1F4-7013-5885-C9F9-7FB9F23228AF}"/>
              </a:ext>
            </a:extLst>
          </p:cNvPr>
          <p:cNvSpPr txBox="1"/>
          <p:nvPr/>
        </p:nvSpPr>
        <p:spPr>
          <a:xfrm>
            <a:off x="939492" y="5181811"/>
            <a:ext cx="1581107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200" b="1" dirty="0"/>
              <a:t>7cm</a:t>
            </a:r>
            <a:endParaRPr lang="en-GB" altLang="en-US" sz="3200" b="1" baseline="30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A7F255-D327-8B90-53EC-100FC5CCDD9D}"/>
              </a:ext>
            </a:extLst>
          </p:cNvPr>
          <p:cNvCxnSpPr>
            <a:cxnSpLocks/>
          </p:cNvCxnSpPr>
          <p:nvPr/>
        </p:nvCxnSpPr>
        <p:spPr>
          <a:xfrm>
            <a:off x="939492" y="3618256"/>
            <a:ext cx="0" cy="155927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005B23-118A-AA17-25F5-15A34B558DF3}"/>
              </a:ext>
            </a:extLst>
          </p:cNvPr>
          <p:cNvSpPr txBox="1"/>
          <p:nvPr/>
        </p:nvSpPr>
        <p:spPr>
          <a:xfrm>
            <a:off x="0" y="4120896"/>
            <a:ext cx="89249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GB" altLang="en-US" sz="3600" b="1" dirty="0"/>
              <a:t>6cm</a:t>
            </a:r>
            <a:endParaRPr lang="en-GB" altLang="en-US" sz="1600" b="1" baseline="30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429EB8-E74D-6533-1E2D-1017B255F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401" y="2013358"/>
            <a:ext cx="4316274" cy="2746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0685E4-85EA-4237-F22A-A918E13E425A}"/>
              </a:ext>
            </a:extLst>
          </p:cNvPr>
          <p:cNvSpPr txBox="1"/>
          <p:nvPr/>
        </p:nvSpPr>
        <p:spPr>
          <a:xfrm>
            <a:off x="10427500" y="4005149"/>
            <a:ext cx="756036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8m</a:t>
            </a:r>
            <a:endParaRPr lang="en-GB" altLang="en-US" sz="3600" b="1" baseline="30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D7970-05C8-110E-3417-392308C1FE27}"/>
              </a:ext>
            </a:extLst>
          </p:cNvPr>
          <p:cNvSpPr txBox="1"/>
          <p:nvPr/>
        </p:nvSpPr>
        <p:spPr>
          <a:xfrm>
            <a:off x="8328273" y="4282148"/>
            <a:ext cx="565549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200" b="1" dirty="0"/>
              <a:t>5m</a:t>
            </a:r>
            <a:endParaRPr lang="en-GB" altLang="en-US" sz="3200" b="1" baseline="30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12431-7124-4A81-A075-E6B0508A8128}"/>
              </a:ext>
            </a:extLst>
          </p:cNvPr>
          <p:cNvSpPr txBox="1"/>
          <p:nvPr/>
        </p:nvSpPr>
        <p:spPr>
          <a:xfrm>
            <a:off x="6924545" y="3606028"/>
            <a:ext cx="756036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GB" altLang="en-US" sz="3600" b="1" dirty="0"/>
              <a:t>4m</a:t>
            </a:r>
            <a:endParaRPr lang="en-GB" altLang="en-US" sz="1600" b="1" baseline="30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6D1B60-38A4-90EF-738B-3CB384DBC6BD}"/>
              </a:ext>
            </a:extLst>
          </p:cNvPr>
          <p:cNvSpPr txBox="1"/>
          <p:nvPr/>
        </p:nvSpPr>
        <p:spPr>
          <a:xfrm>
            <a:off x="4768471" y="3187545"/>
            <a:ext cx="2521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D:</a:t>
            </a:r>
          </a:p>
          <a:p>
            <a:r>
              <a:rPr lang="en-US" sz="2400" b="1" dirty="0"/>
              <a:t>R:</a:t>
            </a:r>
          </a:p>
          <a:p>
            <a:r>
              <a:rPr lang="en-US" sz="2400" b="1" dirty="0"/>
              <a:t>N:</a:t>
            </a:r>
          </a:p>
          <a:p>
            <a:r>
              <a:rPr lang="en-US" sz="2400" b="1" dirty="0"/>
              <a:t>S: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6614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2270873" y="4434595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6cm</a:t>
            </a:r>
            <a:endParaRPr lang="en-GB" altLang="en-US" sz="3600" b="1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GB" altLang="en-US" sz="3200" b="1" dirty="0"/>
              <a:t>8cm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11cm</a:t>
            </a:r>
            <a:endParaRPr lang="en-GB" altLang="en-US" sz="3600" b="1" baseline="30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41545-7D78-A64D-D015-CE749AC1D810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52200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1957778" y="4649925"/>
            <a:ext cx="1795100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6000" b="1" baseline="30000" dirty="0"/>
              <a:t>4m</a:t>
            </a:r>
            <a:endParaRPr lang="en-GB" altLang="en-US" sz="3600" b="1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GB" altLang="en-US" sz="3200" b="1" dirty="0"/>
              <a:t>3m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20m</a:t>
            </a:r>
            <a:endParaRPr lang="en-GB" altLang="en-US" sz="3600" b="1" baseline="30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10663-F4E3-3DC9-2E99-52E015DC21C0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76083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2270873" y="4434595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16mm</a:t>
            </a:r>
            <a:endParaRPr lang="en-GB" altLang="en-US" sz="3600" b="1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GB" altLang="en-US" sz="3200" b="1" dirty="0"/>
              <a:t>10mm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30mm</a:t>
            </a:r>
            <a:endParaRPr lang="en-GB" altLang="en-US" sz="3600" b="1" baseline="30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4DF9D-4317-BFCF-9B8B-537AB7E8EC48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74928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E93A-BF49-2674-3359-613ECEDA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94033-F991-D4E1-588E-3DD199F9F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899" y="2670716"/>
            <a:ext cx="4051889" cy="25778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450A65-ADB3-8A50-D7A6-8B2B52BCB9CA}"/>
              </a:ext>
            </a:extLst>
          </p:cNvPr>
          <p:cNvCxnSpPr>
            <a:cxnSpLocks/>
          </p:cNvCxnSpPr>
          <p:nvPr/>
        </p:nvCxnSpPr>
        <p:spPr>
          <a:xfrm>
            <a:off x="2794925" y="3520602"/>
            <a:ext cx="0" cy="155927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E8B529-A922-1E93-7AE9-726D29947FE1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D1DD3-43DA-44CC-3055-CAC6B3731C7E}"/>
              </a:ext>
            </a:extLst>
          </p:cNvPr>
          <p:cNvSpPr txBox="1"/>
          <p:nvPr/>
        </p:nvSpPr>
        <p:spPr>
          <a:xfrm>
            <a:off x="1584280" y="4097243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8m</a:t>
            </a:r>
            <a:endParaRPr lang="en-GB" altLang="en-US" sz="3600" b="1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A6506-CD80-2DED-66CF-E6D355C42DAD}"/>
              </a:ext>
            </a:extLst>
          </p:cNvPr>
          <p:cNvSpPr txBox="1"/>
          <p:nvPr/>
        </p:nvSpPr>
        <p:spPr>
          <a:xfrm>
            <a:off x="3400248" y="5079880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5.2m</a:t>
            </a:r>
            <a:endParaRPr lang="en-GB" altLang="en-US" sz="3600" b="1" baseline="30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5459B-D579-63F0-AFA0-7148FE3287D2}"/>
              </a:ext>
            </a:extLst>
          </p:cNvPr>
          <p:cNvSpPr txBox="1"/>
          <p:nvPr/>
        </p:nvSpPr>
        <p:spPr>
          <a:xfrm>
            <a:off x="5857143" y="4700850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10m</a:t>
            </a:r>
            <a:endParaRPr lang="en-GB" altLang="en-US" sz="3600" b="1" baseline="30000" dirty="0"/>
          </a:p>
        </p:txBody>
      </p:sp>
    </p:spTree>
    <p:extLst>
      <p:ext uri="{BB962C8B-B14F-4D97-AF65-F5344CB8AC3E}">
        <p14:creationId xmlns:p14="http://schemas.microsoft.com/office/powerpoint/2010/main" val="32843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E93A-BF49-2674-3359-613ECEDA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C1BF2-2A77-F92D-5D57-6B649038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920" y="2712374"/>
            <a:ext cx="4051889" cy="25778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4151F9-5086-C92B-E7F6-2EA7CFD910BA}"/>
              </a:ext>
            </a:extLst>
          </p:cNvPr>
          <p:cNvCxnSpPr>
            <a:cxnSpLocks/>
          </p:cNvCxnSpPr>
          <p:nvPr/>
        </p:nvCxnSpPr>
        <p:spPr>
          <a:xfrm>
            <a:off x="2812681" y="3473677"/>
            <a:ext cx="0" cy="155927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05E882-08C0-F5D2-7143-FDABD32ACC49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B5BAA-790B-F40A-4E49-F5BF3F4BF065}"/>
              </a:ext>
            </a:extLst>
          </p:cNvPr>
          <p:cNvSpPr txBox="1"/>
          <p:nvPr/>
        </p:nvSpPr>
        <p:spPr>
          <a:xfrm>
            <a:off x="1602036" y="4037716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1.6m</a:t>
            </a:r>
            <a:endParaRPr lang="en-GB" altLang="en-US" sz="3600" b="1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0DEFC-82D6-DC5E-B312-3C7B38E2B7D0}"/>
              </a:ext>
            </a:extLst>
          </p:cNvPr>
          <p:cNvSpPr txBox="1"/>
          <p:nvPr/>
        </p:nvSpPr>
        <p:spPr>
          <a:xfrm>
            <a:off x="3309561" y="5148151"/>
            <a:ext cx="154652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100cm</a:t>
            </a:r>
            <a:endParaRPr lang="en-GB" altLang="en-US" sz="3600" b="1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170E2-3D42-AC36-EB71-A4D3DCC34000}"/>
              </a:ext>
            </a:extLst>
          </p:cNvPr>
          <p:cNvSpPr txBox="1"/>
          <p:nvPr/>
        </p:nvSpPr>
        <p:spPr>
          <a:xfrm>
            <a:off x="5780922" y="4755956"/>
            <a:ext cx="154652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300cm</a:t>
            </a:r>
            <a:endParaRPr lang="en-GB" altLang="en-US" sz="3600" b="1" baseline="30000" dirty="0"/>
          </a:p>
        </p:txBody>
      </p:sp>
    </p:spTree>
    <p:extLst>
      <p:ext uri="{BB962C8B-B14F-4D97-AF65-F5344CB8AC3E}">
        <p14:creationId xmlns:p14="http://schemas.microsoft.com/office/powerpoint/2010/main" val="83481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E93A-BF49-2674-3359-613ECEDA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F1488-FAE8-6F9B-1151-39FD959253D6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Diagram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Rule: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Numbers:</a:t>
            </a:r>
          </a:p>
          <a:p>
            <a:r>
              <a:rPr lang="en-US" sz="2400" b="1" dirty="0"/>
              <a:t> </a:t>
            </a:r>
          </a:p>
          <a:p>
            <a:r>
              <a:rPr lang="en-US" sz="2400" b="1" dirty="0"/>
              <a:t>Solve: </a:t>
            </a:r>
            <a:endParaRPr lang="en-AU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4F5D5-0404-C191-1B78-F34CE2436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6" y="1547571"/>
            <a:ext cx="5334000" cy="450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84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Content Placeholder 3" descr="Red Cube">
                <a:extLst>
                  <a:ext uri="{FF2B5EF4-FFF2-40B4-BE49-F238E27FC236}">
                    <a16:creationId xmlns:a16="http://schemas.microsoft.com/office/drawing/2014/main" id="{B8C009DF-4A31-5BFB-0AFE-57A214BB8E33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92642094"/>
                  </p:ext>
                </p:extLst>
              </p:nvPr>
            </p:nvGraphicFramePr>
            <p:xfrm>
              <a:off x="1639224" y="1304181"/>
              <a:ext cx="3675724" cy="424963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675724" cy="4249638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 ax="1657975" ay="-2160780" az="-102653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3513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Content Placeholder 3" descr="Red Cube">
                <a:extLst>
                  <a:ext uri="{FF2B5EF4-FFF2-40B4-BE49-F238E27FC236}">
                    <a16:creationId xmlns:a16="http://schemas.microsoft.com/office/drawing/2014/main" id="{B8C009DF-4A31-5BFB-0AFE-57A214BB8E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9224" y="1304181"/>
                <a:ext cx="3675724" cy="4249638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EF26D1C-5A78-3870-9537-5C7D49F64721}"/>
              </a:ext>
            </a:extLst>
          </p:cNvPr>
          <p:cNvSpPr txBox="1"/>
          <p:nvPr/>
        </p:nvSpPr>
        <p:spPr>
          <a:xfrm>
            <a:off x="1480760" y="4999821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16mm</a:t>
            </a:r>
            <a:endParaRPr lang="en-GB" altLang="en-US" sz="3600" b="1" baseline="30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6FCB8-0D26-9FE7-8252-2B87BCD15C1A}"/>
              </a:ext>
            </a:extLst>
          </p:cNvPr>
          <p:cNvSpPr txBox="1"/>
          <p:nvPr/>
        </p:nvSpPr>
        <p:spPr>
          <a:xfrm>
            <a:off x="4262767" y="4999821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16mm</a:t>
            </a:r>
            <a:endParaRPr lang="en-GB" altLang="en-US" sz="3600" b="1" baseline="30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2BC2A-533B-D78E-884E-9E27A6241020}"/>
              </a:ext>
            </a:extLst>
          </p:cNvPr>
          <p:cNvSpPr txBox="1"/>
          <p:nvPr/>
        </p:nvSpPr>
        <p:spPr>
          <a:xfrm>
            <a:off x="505696" y="3216889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en-GB" altLang="en-US" sz="3600" b="1" dirty="0"/>
              <a:t>16mm</a:t>
            </a:r>
            <a:endParaRPr lang="en-GB" altLang="en-US" sz="3600" b="1" baseline="30000" dirty="0"/>
          </a:p>
        </p:txBody>
      </p:sp>
    </p:spTree>
    <p:extLst>
      <p:ext uri="{BB962C8B-B14F-4D97-AF65-F5344CB8AC3E}">
        <p14:creationId xmlns:p14="http://schemas.microsoft.com/office/powerpoint/2010/main" val="383131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D8E8-626A-4C2F-A399-928ACAD7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Worthy of note(s)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B0A6C-957C-48B1-B0D2-90DAF2E53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is because of this conversion that we should note: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AU" dirty="0" err="1"/>
                  <a:t>kL</a:t>
                </a:r>
                <a:r>
                  <a:rPr lang="en-AU" dirty="0"/>
                  <a:t> means kilolitre (kilo meaning a thousand)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B0A6C-957C-48B1-B0D2-90DAF2E53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1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86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87C8-CD1A-2266-A4B1-E616A152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47373-BA63-0847-C446-C6A6C87E0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612" y="4750893"/>
            <a:ext cx="4087305" cy="11478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Area and volume Excel mathematics </a:t>
            </a:r>
          </a:p>
          <a:p>
            <a:r>
              <a:rPr lang="en-US" sz="2000">
                <a:solidFill>
                  <a:schemeClr val="tx1"/>
                </a:solidFill>
              </a:rPr>
              <a:t>Unit 13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B5BC6DE3-D13B-98BF-357E-D23EEEEC6A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91" r="-1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79858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</TotalTime>
  <Words>300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Fill in the blanks </vt:lpstr>
      <vt:lpstr>Volume practice </vt:lpstr>
      <vt:lpstr>Problem solving </vt:lpstr>
      <vt:lpstr>Substituting into formula: VOLUME</vt:lpstr>
      <vt:lpstr>Whiteboards </vt:lpstr>
      <vt:lpstr>Whiteboards </vt:lpstr>
      <vt:lpstr>Whiteboards </vt:lpstr>
      <vt:lpstr>Whiteboards</vt:lpstr>
      <vt:lpstr>Whiteboards</vt:lpstr>
      <vt:lpstr>Whiteboards</vt:lpstr>
      <vt:lpstr>Whiteboards</vt:lpstr>
      <vt:lpstr>Worthy of note(s)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13</cp:revision>
  <dcterms:created xsi:type="dcterms:W3CDTF">2022-11-23T00:26:58Z</dcterms:created>
  <dcterms:modified xsi:type="dcterms:W3CDTF">2022-11-23T23:55:03Z</dcterms:modified>
</cp:coreProperties>
</file>