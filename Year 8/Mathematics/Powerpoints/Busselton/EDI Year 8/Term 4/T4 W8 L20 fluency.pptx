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56" r:id="rId3"/>
    <p:sldId id="264" r:id="rId4"/>
    <p:sldId id="328" r:id="rId5"/>
    <p:sldId id="278" r:id="rId6"/>
    <p:sldId id="329" r:id="rId7"/>
    <p:sldId id="274" r:id="rId8"/>
    <p:sldId id="276" r:id="rId9"/>
    <p:sldId id="383" r:id="rId10"/>
    <p:sldId id="384" r:id="rId11"/>
    <p:sldId id="385" r:id="rId12"/>
    <p:sldId id="387" r:id="rId13"/>
    <p:sldId id="38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30T00:16:18.515"/>
    </inkml:context>
    <inkml:brush xml:id="br0">
      <inkml:brushProperty name="width" value="0.2" units="cm"/>
      <inkml:brushProperty name="height" value="0.2" units="cm"/>
    </inkml:brush>
  </inkml:definitions>
  <inkml:trace contextRef="#ctx0" brushRef="#br0">0 1 24575,'0'4'0,"5"2"0,6 5 0,0 4 0,4 4 0,4 0 0,-2 0 0,1 2 0,1 6 0,3-1 0,-2 3 0,-1-2 0,1-2 0,2 3 0,2 3 0,0-1 0,2-4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30T00:16:21.066"/>
    </inkml:context>
    <inkml:brush xml:id="br0">
      <inkml:brushProperty name="width" value="0.2" units="cm"/>
      <inkml:brushProperty name="height" value="0.2" units="cm"/>
    </inkml:brush>
  </inkml:definitions>
  <inkml:trace contextRef="#ctx0" brushRef="#br0">351 1 24575,'-1'2'0,"-1"1"0,1-1 0,-1 0 0,1 1 0,-1-1 0,0 0 0,0 0 0,0 0 0,0-1 0,0 1 0,0 0 0,-5 2 0,-7 7 0,-40 42 0,3 3 0,-49 67 0,89-107-227,-1 0-1,-1-1 1,0-1-1,-1 0 1,-27 21-1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2D9014-B1CE-400F-AE98-B442351BE782}" type="datetimeFigureOut">
              <a:rPr lang="en-AU" smtClean="0"/>
              <a:t>30/11/2022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652E9E-A49A-41C3-9C64-F1FA0EDCA82C}" type="slidenum">
              <a:rPr lang="en-AU" smtClean="0"/>
              <a:t>‹#›</a:t>
            </a:fld>
            <a:endParaRPr lang="en-AU"/>
          </a:p>
        </p:txBody>
      </p:sp>
    </p:spTree>
    <p:extLst>
      <p:ext uri="{BB962C8B-B14F-4D97-AF65-F5344CB8AC3E}">
        <p14:creationId xmlns:p14="http://schemas.microsoft.com/office/powerpoint/2010/main" val="3800545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D5D9377F-1BD6-9941-B405-1638211A94B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41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7B036-C938-8038-BFA2-C86A5FAD0D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782F18DE-0D96-3C4D-C5E4-E067528AF4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131602D6-ECAA-EA9D-C4B3-63C8B10A33D4}"/>
              </a:ext>
            </a:extLst>
          </p:cNvPr>
          <p:cNvSpPr>
            <a:spLocks noGrp="1"/>
          </p:cNvSpPr>
          <p:nvPr>
            <p:ph type="dt" sz="half" idx="10"/>
          </p:nvPr>
        </p:nvSpPr>
        <p:spPr/>
        <p:txBody>
          <a:bodyPr/>
          <a:lstStyle/>
          <a:p>
            <a:fld id="{F80AAA86-C60D-4118-ADA3-5716678D9545}" type="datetimeFigureOut">
              <a:rPr lang="en-AU" smtClean="0"/>
              <a:t>30/11/2022</a:t>
            </a:fld>
            <a:endParaRPr lang="en-AU"/>
          </a:p>
        </p:txBody>
      </p:sp>
      <p:sp>
        <p:nvSpPr>
          <p:cNvPr id="5" name="Footer Placeholder 4">
            <a:extLst>
              <a:ext uri="{FF2B5EF4-FFF2-40B4-BE49-F238E27FC236}">
                <a16:creationId xmlns:a16="http://schemas.microsoft.com/office/drawing/2014/main" id="{C1619726-E431-4B79-4EF1-8C040204BF1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9E62E2B-81F8-8A84-54F0-E3B0494C6B5F}"/>
              </a:ext>
            </a:extLst>
          </p:cNvPr>
          <p:cNvSpPr>
            <a:spLocks noGrp="1"/>
          </p:cNvSpPr>
          <p:nvPr>
            <p:ph type="sldNum" sz="quarter" idx="12"/>
          </p:nvPr>
        </p:nvSpPr>
        <p:spPr/>
        <p:txBody>
          <a:bodyPr/>
          <a:lstStyle/>
          <a:p>
            <a:fld id="{139B238F-3049-43C1-8760-5140D9F7F431}" type="slidenum">
              <a:rPr lang="en-AU" smtClean="0"/>
              <a:t>‹#›</a:t>
            </a:fld>
            <a:endParaRPr lang="en-AU"/>
          </a:p>
        </p:txBody>
      </p:sp>
    </p:spTree>
    <p:extLst>
      <p:ext uri="{BB962C8B-B14F-4D97-AF65-F5344CB8AC3E}">
        <p14:creationId xmlns:p14="http://schemas.microsoft.com/office/powerpoint/2010/main" val="1102730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D765D-0D9A-19C1-56C2-E8ACB0B8B02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1F19099-C722-30CF-E39C-561FD658B2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0864DF0-A27F-4F2C-B5A9-0B4300E7104F}"/>
              </a:ext>
            </a:extLst>
          </p:cNvPr>
          <p:cNvSpPr>
            <a:spLocks noGrp="1"/>
          </p:cNvSpPr>
          <p:nvPr>
            <p:ph type="dt" sz="half" idx="10"/>
          </p:nvPr>
        </p:nvSpPr>
        <p:spPr/>
        <p:txBody>
          <a:bodyPr/>
          <a:lstStyle/>
          <a:p>
            <a:fld id="{F80AAA86-C60D-4118-ADA3-5716678D9545}" type="datetimeFigureOut">
              <a:rPr lang="en-AU" smtClean="0"/>
              <a:t>30/11/2022</a:t>
            </a:fld>
            <a:endParaRPr lang="en-AU"/>
          </a:p>
        </p:txBody>
      </p:sp>
      <p:sp>
        <p:nvSpPr>
          <p:cNvPr id="5" name="Footer Placeholder 4">
            <a:extLst>
              <a:ext uri="{FF2B5EF4-FFF2-40B4-BE49-F238E27FC236}">
                <a16:creationId xmlns:a16="http://schemas.microsoft.com/office/drawing/2014/main" id="{6B93DFA9-7120-2A14-4E88-EC8DBA2DDC3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F020506-95E7-730E-78E9-8CBA089A5597}"/>
              </a:ext>
            </a:extLst>
          </p:cNvPr>
          <p:cNvSpPr>
            <a:spLocks noGrp="1"/>
          </p:cNvSpPr>
          <p:nvPr>
            <p:ph type="sldNum" sz="quarter" idx="12"/>
          </p:nvPr>
        </p:nvSpPr>
        <p:spPr/>
        <p:txBody>
          <a:bodyPr/>
          <a:lstStyle/>
          <a:p>
            <a:fld id="{139B238F-3049-43C1-8760-5140D9F7F431}" type="slidenum">
              <a:rPr lang="en-AU" smtClean="0"/>
              <a:t>‹#›</a:t>
            </a:fld>
            <a:endParaRPr lang="en-AU"/>
          </a:p>
        </p:txBody>
      </p:sp>
    </p:spTree>
    <p:extLst>
      <p:ext uri="{BB962C8B-B14F-4D97-AF65-F5344CB8AC3E}">
        <p14:creationId xmlns:p14="http://schemas.microsoft.com/office/powerpoint/2010/main" val="1378962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3D09-85D9-329A-6A77-3D40F580F2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23F652D-4895-D3A4-CA8F-D13C467DF5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01D61B-57DC-AEE2-3B06-C17DC199F571}"/>
              </a:ext>
            </a:extLst>
          </p:cNvPr>
          <p:cNvSpPr>
            <a:spLocks noGrp="1"/>
          </p:cNvSpPr>
          <p:nvPr>
            <p:ph type="dt" sz="half" idx="10"/>
          </p:nvPr>
        </p:nvSpPr>
        <p:spPr/>
        <p:txBody>
          <a:bodyPr/>
          <a:lstStyle/>
          <a:p>
            <a:fld id="{F80AAA86-C60D-4118-ADA3-5716678D9545}" type="datetimeFigureOut">
              <a:rPr lang="en-AU" smtClean="0"/>
              <a:t>30/11/2022</a:t>
            </a:fld>
            <a:endParaRPr lang="en-AU"/>
          </a:p>
        </p:txBody>
      </p:sp>
      <p:sp>
        <p:nvSpPr>
          <p:cNvPr id="5" name="Footer Placeholder 4">
            <a:extLst>
              <a:ext uri="{FF2B5EF4-FFF2-40B4-BE49-F238E27FC236}">
                <a16:creationId xmlns:a16="http://schemas.microsoft.com/office/drawing/2014/main" id="{0251AD33-F40C-4859-AAD0-CA341A58501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2B210B8-190B-B25E-2BB3-909F3123E1B3}"/>
              </a:ext>
            </a:extLst>
          </p:cNvPr>
          <p:cNvSpPr>
            <a:spLocks noGrp="1"/>
          </p:cNvSpPr>
          <p:nvPr>
            <p:ph type="sldNum" sz="quarter" idx="12"/>
          </p:nvPr>
        </p:nvSpPr>
        <p:spPr/>
        <p:txBody>
          <a:bodyPr/>
          <a:lstStyle/>
          <a:p>
            <a:fld id="{139B238F-3049-43C1-8760-5140D9F7F431}" type="slidenum">
              <a:rPr lang="en-AU" smtClean="0"/>
              <a:t>‹#›</a:t>
            </a:fld>
            <a:endParaRPr lang="en-AU"/>
          </a:p>
        </p:txBody>
      </p:sp>
    </p:spTree>
    <p:extLst>
      <p:ext uri="{BB962C8B-B14F-4D97-AF65-F5344CB8AC3E}">
        <p14:creationId xmlns:p14="http://schemas.microsoft.com/office/powerpoint/2010/main" val="2927526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0AC0E-7B5F-909D-35CE-2964D089FCE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18581FF-F315-60DE-2909-17B319ED81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C974FB8D-0800-0ABC-B499-301DDA93B1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01CFDAEA-724F-90C1-9341-6A20424D2122}"/>
              </a:ext>
            </a:extLst>
          </p:cNvPr>
          <p:cNvSpPr>
            <a:spLocks noGrp="1"/>
          </p:cNvSpPr>
          <p:nvPr>
            <p:ph type="dt" sz="half" idx="10"/>
          </p:nvPr>
        </p:nvSpPr>
        <p:spPr/>
        <p:txBody>
          <a:bodyPr/>
          <a:lstStyle/>
          <a:p>
            <a:fld id="{F80AAA86-C60D-4118-ADA3-5716678D9545}" type="datetimeFigureOut">
              <a:rPr lang="en-AU" smtClean="0"/>
              <a:t>30/11/2022</a:t>
            </a:fld>
            <a:endParaRPr lang="en-AU"/>
          </a:p>
        </p:txBody>
      </p:sp>
      <p:sp>
        <p:nvSpPr>
          <p:cNvPr id="6" name="Footer Placeholder 5">
            <a:extLst>
              <a:ext uri="{FF2B5EF4-FFF2-40B4-BE49-F238E27FC236}">
                <a16:creationId xmlns:a16="http://schemas.microsoft.com/office/drawing/2014/main" id="{D3C9991F-766B-1DA2-F792-A6612DACF5A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31FEEEE-4CD7-070C-3260-26A1DE2E801A}"/>
              </a:ext>
            </a:extLst>
          </p:cNvPr>
          <p:cNvSpPr>
            <a:spLocks noGrp="1"/>
          </p:cNvSpPr>
          <p:nvPr>
            <p:ph type="sldNum" sz="quarter" idx="12"/>
          </p:nvPr>
        </p:nvSpPr>
        <p:spPr/>
        <p:txBody>
          <a:bodyPr/>
          <a:lstStyle/>
          <a:p>
            <a:fld id="{139B238F-3049-43C1-8760-5140D9F7F431}" type="slidenum">
              <a:rPr lang="en-AU" smtClean="0"/>
              <a:t>‹#›</a:t>
            </a:fld>
            <a:endParaRPr lang="en-AU"/>
          </a:p>
        </p:txBody>
      </p:sp>
    </p:spTree>
    <p:extLst>
      <p:ext uri="{BB962C8B-B14F-4D97-AF65-F5344CB8AC3E}">
        <p14:creationId xmlns:p14="http://schemas.microsoft.com/office/powerpoint/2010/main" val="2098616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F1A09-7A65-BA9B-59BD-916F3FF5F63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770C049-ABF4-6E76-7F5A-EA66DB5D49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1958F0-B537-4FB6-4CE7-3EF453A021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3F498387-DA75-CA5D-79E8-094B14D050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7C698B-7941-7CA9-676B-9B94F7D59E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48FE6088-2945-D943-0900-5B768C632ED2}"/>
              </a:ext>
            </a:extLst>
          </p:cNvPr>
          <p:cNvSpPr>
            <a:spLocks noGrp="1"/>
          </p:cNvSpPr>
          <p:nvPr>
            <p:ph type="dt" sz="half" idx="10"/>
          </p:nvPr>
        </p:nvSpPr>
        <p:spPr/>
        <p:txBody>
          <a:bodyPr/>
          <a:lstStyle/>
          <a:p>
            <a:fld id="{F80AAA86-C60D-4118-ADA3-5716678D9545}" type="datetimeFigureOut">
              <a:rPr lang="en-AU" smtClean="0"/>
              <a:t>30/11/2022</a:t>
            </a:fld>
            <a:endParaRPr lang="en-AU"/>
          </a:p>
        </p:txBody>
      </p:sp>
      <p:sp>
        <p:nvSpPr>
          <p:cNvPr id="8" name="Footer Placeholder 7">
            <a:extLst>
              <a:ext uri="{FF2B5EF4-FFF2-40B4-BE49-F238E27FC236}">
                <a16:creationId xmlns:a16="http://schemas.microsoft.com/office/drawing/2014/main" id="{4B74272B-4C0B-CCCF-E19F-6E3D5BE31E94}"/>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3363D1D-1D19-4152-0611-0799E29BAF78}"/>
              </a:ext>
            </a:extLst>
          </p:cNvPr>
          <p:cNvSpPr>
            <a:spLocks noGrp="1"/>
          </p:cNvSpPr>
          <p:nvPr>
            <p:ph type="sldNum" sz="quarter" idx="12"/>
          </p:nvPr>
        </p:nvSpPr>
        <p:spPr/>
        <p:txBody>
          <a:bodyPr/>
          <a:lstStyle/>
          <a:p>
            <a:fld id="{139B238F-3049-43C1-8760-5140D9F7F431}" type="slidenum">
              <a:rPr lang="en-AU" smtClean="0"/>
              <a:t>‹#›</a:t>
            </a:fld>
            <a:endParaRPr lang="en-AU"/>
          </a:p>
        </p:txBody>
      </p:sp>
    </p:spTree>
    <p:extLst>
      <p:ext uri="{BB962C8B-B14F-4D97-AF65-F5344CB8AC3E}">
        <p14:creationId xmlns:p14="http://schemas.microsoft.com/office/powerpoint/2010/main" val="3811248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4F020-6A1D-8006-BE44-B066D306786D}"/>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8B1742CA-EC1A-42A0-F036-417B03F9742E}"/>
              </a:ext>
            </a:extLst>
          </p:cNvPr>
          <p:cNvSpPr>
            <a:spLocks noGrp="1"/>
          </p:cNvSpPr>
          <p:nvPr>
            <p:ph type="dt" sz="half" idx="10"/>
          </p:nvPr>
        </p:nvSpPr>
        <p:spPr/>
        <p:txBody>
          <a:bodyPr/>
          <a:lstStyle/>
          <a:p>
            <a:fld id="{F80AAA86-C60D-4118-ADA3-5716678D9545}" type="datetimeFigureOut">
              <a:rPr lang="en-AU" smtClean="0"/>
              <a:t>30/11/2022</a:t>
            </a:fld>
            <a:endParaRPr lang="en-AU"/>
          </a:p>
        </p:txBody>
      </p:sp>
      <p:sp>
        <p:nvSpPr>
          <p:cNvPr id="4" name="Footer Placeholder 3">
            <a:extLst>
              <a:ext uri="{FF2B5EF4-FFF2-40B4-BE49-F238E27FC236}">
                <a16:creationId xmlns:a16="http://schemas.microsoft.com/office/drawing/2014/main" id="{ACF95A9E-B5C1-490E-E5C5-0BEF7573772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B586FCE-F0E8-0270-6597-AB992BC92F5D}"/>
              </a:ext>
            </a:extLst>
          </p:cNvPr>
          <p:cNvSpPr>
            <a:spLocks noGrp="1"/>
          </p:cNvSpPr>
          <p:nvPr>
            <p:ph type="sldNum" sz="quarter" idx="12"/>
          </p:nvPr>
        </p:nvSpPr>
        <p:spPr/>
        <p:txBody>
          <a:bodyPr/>
          <a:lstStyle/>
          <a:p>
            <a:fld id="{139B238F-3049-43C1-8760-5140D9F7F431}" type="slidenum">
              <a:rPr lang="en-AU" smtClean="0"/>
              <a:t>‹#›</a:t>
            </a:fld>
            <a:endParaRPr lang="en-AU"/>
          </a:p>
        </p:txBody>
      </p:sp>
    </p:spTree>
    <p:extLst>
      <p:ext uri="{BB962C8B-B14F-4D97-AF65-F5344CB8AC3E}">
        <p14:creationId xmlns:p14="http://schemas.microsoft.com/office/powerpoint/2010/main" val="3675976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19CC79-F6BE-408E-1199-6712B3285A97}"/>
              </a:ext>
            </a:extLst>
          </p:cNvPr>
          <p:cNvSpPr>
            <a:spLocks noGrp="1"/>
          </p:cNvSpPr>
          <p:nvPr>
            <p:ph type="dt" sz="half" idx="10"/>
          </p:nvPr>
        </p:nvSpPr>
        <p:spPr/>
        <p:txBody>
          <a:bodyPr/>
          <a:lstStyle/>
          <a:p>
            <a:fld id="{F80AAA86-C60D-4118-ADA3-5716678D9545}" type="datetimeFigureOut">
              <a:rPr lang="en-AU" smtClean="0"/>
              <a:t>30/11/2022</a:t>
            </a:fld>
            <a:endParaRPr lang="en-AU"/>
          </a:p>
        </p:txBody>
      </p:sp>
      <p:sp>
        <p:nvSpPr>
          <p:cNvPr id="3" name="Footer Placeholder 2">
            <a:extLst>
              <a:ext uri="{FF2B5EF4-FFF2-40B4-BE49-F238E27FC236}">
                <a16:creationId xmlns:a16="http://schemas.microsoft.com/office/drawing/2014/main" id="{33936753-09E4-EE49-91CF-B6E2DC0978FE}"/>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F3FC66FE-2C20-5E32-958A-DE0B56405B24}"/>
              </a:ext>
            </a:extLst>
          </p:cNvPr>
          <p:cNvSpPr>
            <a:spLocks noGrp="1"/>
          </p:cNvSpPr>
          <p:nvPr>
            <p:ph type="sldNum" sz="quarter" idx="12"/>
          </p:nvPr>
        </p:nvSpPr>
        <p:spPr/>
        <p:txBody>
          <a:bodyPr/>
          <a:lstStyle/>
          <a:p>
            <a:fld id="{139B238F-3049-43C1-8760-5140D9F7F431}" type="slidenum">
              <a:rPr lang="en-AU" smtClean="0"/>
              <a:t>‹#›</a:t>
            </a:fld>
            <a:endParaRPr lang="en-AU"/>
          </a:p>
        </p:txBody>
      </p:sp>
    </p:spTree>
    <p:extLst>
      <p:ext uri="{BB962C8B-B14F-4D97-AF65-F5344CB8AC3E}">
        <p14:creationId xmlns:p14="http://schemas.microsoft.com/office/powerpoint/2010/main" val="3322677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B13B6-543D-0A2B-8FBD-6BEBE5A172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1980234-8334-525F-BAA7-743B7A8582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2E771E74-7898-23B7-4FCA-E172ED7D8F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8E8CEE-9206-37FE-CC2D-2274D39C7E3E}"/>
              </a:ext>
            </a:extLst>
          </p:cNvPr>
          <p:cNvSpPr>
            <a:spLocks noGrp="1"/>
          </p:cNvSpPr>
          <p:nvPr>
            <p:ph type="dt" sz="half" idx="10"/>
          </p:nvPr>
        </p:nvSpPr>
        <p:spPr/>
        <p:txBody>
          <a:bodyPr/>
          <a:lstStyle/>
          <a:p>
            <a:fld id="{F80AAA86-C60D-4118-ADA3-5716678D9545}" type="datetimeFigureOut">
              <a:rPr lang="en-AU" smtClean="0"/>
              <a:t>30/11/2022</a:t>
            </a:fld>
            <a:endParaRPr lang="en-AU"/>
          </a:p>
        </p:txBody>
      </p:sp>
      <p:sp>
        <p:nvSpPr>
          <p:cNvPr id="6" name="Footer Placeholder 5">
            <a:extLst>
              <a:ext uri="{FF2B5EF4-FFF2-40B4-BE49-F238E27FC236}">
                <a16:creationId xmlns:a16="http://schemas.microsoft.com/office/drawing/2014/main" id="{6D7C00EE-6DFF-B838-D743-36CEB23C5F0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45EB8B8-06A4-8095-34E6-E22669F48332}"/>
              </a:ext>
            </a:extLst>
          </p:cNvPr>
          <p:cNvSpPr>
            <a:spLocks noGrp="1"/>
          </p:cNvSpPr>
          <p:nvPr>
            <p:ph type="sldNum" sz="quarter" idx="12"/>
          </p:nvPr>
        </p:nvSpPr>
        <p:spPr/>
        <p:txBody>
          <a:bodyPr/>
          <a:lstStyle/>
          <a:p>
            <a:fld id="{139B238F-3049-43C1-8760-5140D9F7F431}" type="slidenum">
              <a:rPr lang="en-AU" smtClean="0"/>
              <a:t>‹#›</a:t>
            </a:fld>
            <a:endParaRPr lang="en-AU"/>
          </a:p>
        </p:txBody>
      </p:sp>
    </p:spTree>
    <p:extLst>
      <p:ext uri="{BB962C8B-B14F-4D97-AF65-F5344CB8AC3E}">
        <p14:creationId xmlns:p14="http://schemas.microsoft.com/office/powerpoint/2010/main" val="2318022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0722-9650-A510-BEC8-CF7C17936A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4163B74C-C8C3-47C3-5B16-29777AB13E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8CC5C9BF-B47B-B1B3-1561-A0237CF287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748A4E-D124-5F43-BC0F-824F50172584}"/>
              </a:ext>
            </a:extLst>
          </p:cNvPr>
          <p:cNvSpPr>
            <a:spLocks noGrp="1"/>
          </p:cNvSpPr>
          <p:nvPr>
            <p:ph type="dt" sz="half" idx="10"/>
          </p:nvPr>
        </p:nvSpPr>
        <p:spPr/>
        <p:txBody>
          <a:bodyPr/>
          <a:lstStyle/>
          <a:p>
            <a:fld id="{F80AAA86-C60D-4118-ADA3-5716678D9545}" type="datetimeFigureOut">
              <a:rPr lang="en-AU" smtClean="0"/>
              <a:t>30/11/2022</a:t>
            </a:fld>
            <a:endParaRPr lang="en-AU"/>
          </a:p>
        </p:txBody>
      </p:sp>
      <p:sp>
        <p:nvSpPr>
          <p:cNvPr id="6" name="Footer Placeholder 5">
            <a:extLst>
              <a:ext uri="{FF2B5EF4-FFF2-40B4-BE49-F238E27FC236}">
                <a16:creationId xmlns:a16="http://schemas.microsoft.com/office/drawing/2014/main" id="{ECC78B01-A6E3-0E8B-7060-AF9F3E0581F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65932C3-A347-F160-1144-DBA0C5FF5D4D}"/>
              </a:ext>
            </a:extLst>
          </p:cNvPr>
          <p:cNvSpPr>
            <a:spLocks noGrp="1"/>
          </p:cNvSpPr>
          <p:nvPr>
            <p:ph type="sldNum" sz="quarter" idx="12"/>
          </p:nvPr>
        </p:nvSpPr>
        <p:spPr/>
        <p:txBody>
          <a:bodyPr/>
          <a:lstStyle/>
          <a:p>
            <a:fld id="{139B238F-3049-43C1-8760-5140D9F7F431}" type="slidenum">
              <a:rPr lang="en-AU" smtClean="0"/>
              <a:t>‹#›</a:t>
            </a:fld>
            <a:endParaRPr lang="en-AU"/>
          </a:p>
        </p:txBody>
      </p:sp>
    </p:spTree>
    <p:extLst>
      <p:ext uri="{BB962C8B-B14F-4D97-AF65-F5344CB8AC3E}">
        <p14:creationId xmlns:p14="http://schemas.microsoft.com/office/powerpoint/2010/main" val="65882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123FE-05E2-9C53-FCDC-F65891CD321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43AD03A-D202-81F9-F34B-F948243F9D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99A761F-A0B4-B030-1919-70CEC81CD11F}"/>
              </a:ext>
            </a:extLst>
          </p:cNvPr>
          <p:cNvSpPr>
            <a:spLocks noGrp="1"/>
          </p:cNvSpPr>
          <p:nvPr>
            <p:ph type="dt" sz="half" idx="10"/>
          </p:nvPr>
        </p:nvSpPr>
        <p:spPr/>
        <p:txBody>
          <a:bodyPr/>
          <a:lstStyle/>
          <a:p>
            <a:fld id="{F80AAA86-C60D-4118-ADA3-5716678D9545}" type="datetimeFigureOut">
              <a:rPr lang="en-AU" smtClean="0"/>
              <a:t>30/11/2022</a:t>
            </a:fld>
            <a:endParaRPr lang="en-AU"/>
          </a:p>
        </p:txBody>
      </p:sp>
      <p:sp>
        <p:nvSpPr>
          <p:cNvPr id="5" name="Footer Placeholder 4">
            <a:extLst>
              <a:ext uri="{FF2B5EF4-FFF2-40B4-BE49-F238E27FC236}">
                <a16:creationId xmlns:a16="http://schemas.microsoft.com/office/drawing/2014/main" id="{DE46CB25-16DF-92D6-A495-75A377D1133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3A3976B-0756-94A7-853D-8B91DA8CB812}"/>
              </a:ext>
            </a:extLst>
          </p:cNvPr>
          <p:cNvSpPr>
            <a:spLocks noGrp="1"/>
          </p:cNvSpPr>
          <p:nvPr>
            <p:ph type="sldNum" sz="quarter" idx="12"/>
          </p:nvPr>
        </p:nvSpPr>
        <p:spPr/>
        <p:txBody>
          <a:bodyPr/>
          <a:lstStyle/>
          <a:p>
            <a:fld id="{139B238F-3049-43C1-8760-5140D9F7F431}" type="slidenum">
              <a:rPr lang="en-AU" smtClean="0"/>
              <a:t>‹#›</a:t>
            </a:fld>
            <a:endParaRPr lang="en-AU"/>
          </a:p>
        </p:txBody>
      </p:sp>
    </p:spTree>
    <p:extLst>
      <p:ext uri="{BB962C8B-B14F-4D97-AF65-F5344CB8AC3E}">
        <p14:creationId xmlns:p14="http://schemas.microsoft.com/office/powerpoint/2010/main" val="230077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32E960-2350-C1B3-4D1A-740A0F07BA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8C91A2D-ED55-BE3F-F389-B0C37FAA58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D093038-A1D8-04D0-98D6-FCCF758F51D4}"/>
              </a:ext>
            </a:extLst>
          </p:cNvPr>
          <p:cNvSpPr>
            <a:spLocks noGrp="1"/>
          </p:cNvSpPr>
          <p:nvPr>
            <p:ph type="dt" sz="half" idx="10"/>
          </p:nvPr>
        </p:nvSpPr>
        <p:spPr/>
        <p:txBody>
          <a:bodyPr/>
          <a:lstStyle/>
          <a:p>
            <a:fld id="{F80AAA86-C60D-4118-ADA3-5716678D9545}" type="datetimeFigureOut">
              <a:rPr lang="en-AU" smtClean="0"/>
              <a:t>30/11/2022</a:t>
            </a:fld>
            <a:endParaRPr lang="en-AU"/>
          </a:p>
        </p:txBody>
      </p:sp>
      <p:sp>
        <p:nvSpPr>
          <p:cNvPr id="5" name="Footer Placeholder 4">
            <a:extLst>
              <a:ext uri="{FF2B5EF4-FFF2-40B4-BE49-F238E27FC236}">
                <a16:creationId xmlns:a16="http://schemas.microsoft.com/office/drawing/2014/main" id="{F1EB4C71-AFD5-0830-261C-399BD2AA7A6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0BCE219-30FD-7243-C3AE-2777E2D15084}"/>
              </a:ext>
            </a:extLst>
          </p:cNvPr>
          <p:cNvSpPr>
            <a:spLocks noGrp="1"/>
          </p:cNvSpPr>
          <p:nvPr>
            <p:ph type="sldNum" sz="quarter" idx="12"/>
          </p:nvPr>
        </p:nvSpPr>
        <p:spPr/>
        <p:txBody>
          <a:bodyPr/>
          <a:lstStyle/>
          <a:p>
            <a:fld id="{139B238F-3049-43C1-8760-5140D9F7F431}" type="slidenum">
              <a:rPr lang="en-AU" smtClean="0"/>
              <a:t>‹#›</a:t>
            </a:fld>
            <a:endParaRPr lang="en-AU"/>
          </a:p>
        </p:txBody>
      </p:sp>
    </p:spTree>
    <p:extLst>
      <p:ext uri="{BB962C8B-B14F-4D97-AF65-F5344CB8AC3E}">
        <p14:creationId xmlns:p14="http://schemas.microsoft.com/office/powerpoint/2010/main" val="4022609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P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90807F-CC69-D64A-8CA7-DE7A689C7297}"/>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pic>
        <p:nvPicPr>
          <p:cNvPr id="7" name="Picture 6">
            <a:extLst>
              <a:ext uri="{FF2B5EF4-FFF2-40B4-BE49-F238E27FC236}">
                <a16:creationId xmlns:a16="http://schemas.microsoft.com/office/drawing/2014/main" id="{CD0F4EBC-0EB9-5144-B113-E3C84F3D49F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27763" y="557476"/>
            <a:ext cx="3336479" cy="3877947"/>
          </a:xfrm>
          <a:prstGeom prst="rect">
            <a:avLst/>
          </a:prstGeom>
        </p:spPr>
      </p:pic>
      <p:sp>
        <p:nvSpPr>
          <p:cNvPr id="8" name="TextBox 7">
            <a:extLst>
              <a:ext uri="{FF2B5EF4-FFF2-40B4-BE49-F238E27FC236}">
                <a16:creationId xmlns:a16="http://schemas.microsoft.com/office/drawing/2014/main" id="{6C2C3470-A77D-3F4F-BA21-9D2139540AE8}"/>
              </a:ext>
            </a:extLst>
          </p:cNvPr>
          <p:cNvSpPr txBox="1"/>
          <p:nvPr userDrawn="1"/>
        </p:nvSpPr>
        <p:spPr>
          <a:xfrm>
            <a:off x="4238248" y="4515423"/>
            <a:ext cx="3715568" cy="923714"/>
          </a:xfrm>
          <a:prstGeom prst="rect">
            <a:avLst/>
          </a:prstGeom>
          <a:noFill/>
        </p:spPr>
        <p:txBody>
          <a:bodyPr wrap="none" rtlCol="0">
            <a:spAutoFit/>
          </a:bodyPr>
          <a:lstStyle/>
          <a:p>
            <a:pPr algn="ctr"/>
            <a:r>
              <a:rPr lang="en-GB" sz="1801" spc="400" dirty="0"/>
              <a:t>Mathematics</a:t>
            </a:r>
          </a:p>
          <a:p>
            <a:pPr algn="ctr"/>
            <a:r>
              <a:rPr lang="en-GB" sz="1801" b="1" spc="400" dirty="0"/>
              <a:t>THE VOLUME OF A PRISM</a:t>
            </a:r>
          </a:p>
          <a:p>
            <a:pPr algn="ctr"/>
            <a:r>
              <a:rPr lang="en-GB" sz="1801" b="1" spc="400" dirty="0"/>
              <a:t>TES: </a:t>
            </a:r>
            <a:r>
              <a:rPr lang="en-GB" sz="1801" spc="400" dirty="0"/>
              <a:t>cparkinson3</a:t>
            </a:r>
          </a:p>
        </p:txBody>
      </p:sp>
      <p:grpSp>
        <p:nvGrpSpPr>
          <p:cNvPr id="19" name="Group 18">
            <a:extLst>
              <a:ext uri="{FF2B5EF4-FFF2-40B4-BE49-F238E27FC236}">
                <a16:creationId xmlns:a16="http://schemas.microsoft.com/office/drawing/2014/main" id="{6E0BBCA1-B637-DA48-9AEB-73D453E7CEF3}"/>
              </a:ext>
            </a:extLst>
          </p:cNvPr>
          <p:cNvGrpSpPr/>
          <p:nvPr userDrawn="1"/>
        </p:nvGrpSpPr>
        <p:grpSpPr>
          <a:xfrm>
            <a:off x="-989113" y="2"/>
            <a:ext cx="851643" cy="4089625"/>
            <a:chOff x="-923122" y="62819"/>
            <a:chExt cx="850152" cy="4082469"/>
          </a:xfrm>
        </p:grpSpPr>
        <p:sp>
          <p:nvSpPr>
            <p:cNvPr id="10" name="Rectangle 9">
              <a:extLst>
                <a:ext uri="{FF2B5EF4-FFF2-40B4-BE49-F238E27FC236}">
                  <a16:creationId xmlns:a16="http://schemas.microsoft.com/office/drawing/2014/main" id="{6E55D352-BAB1-EF49-A53C-E90574CEB9A2}"/>
                </a:ext>
              </a:extLst>
            </p:cNvPr>
            <p:cNvSpPr/>
            <p:nvPr userDrawn="1"/>
          </p:nvSpPr>
          <p:spPr>
            <a:xfrm rot="16200000">
              <a:off x="-2539281" y="1678978"/>
              <a:ext cx="4082469" cy="850152"/>
            </a:xfrm>
            <a:prstGeom prst="rect">
              <a:avLst/>
            </a:prstGeom>
            <a:solidFill>
              <a:schemeClr val="bg1"/>
            </a:solidFill>
            <a:ln w="12700">
              <a:solidFill>
                <a:schemeClr val="tx1">
                  <a:lumMod val="75000"/>
                  <a:lumOff val="25000"/>
                </a:schemeClr>
              </a:solidFill>
            </a:ln>
          </p:spPr>
          <p:txBody>
            <a:bodyPr wrap="square">
              <a:spAutoFit/>
            </a:bodyPr>
            <a:lstStyle/>
            <a:p>
              <a:pPr algn="ctr"/>
              <a:r>
                <a:rPr lang="en-GB" sz="1600" dirty="0">
                  <a:latin typeface="Calibri" charset="0"/>
                  <a:ea typeface="Calibri" charset="0"/>
                  <a:cs typeface="Calibri" charset="0"/>
                </a:rPr>
                <a:t>The main colours used in this PowerPoint.</a:t>
              </a:r>
            </a:p>
            <a:p>
              <a:pPr algn="ctr"/>
              <a:endParaRPr lang="en-GB" sz="1867" dirty="0">
                <a:latin typeface="Calibri" charset="0"/>
                <a:ea typeface="Calibri" charset="0"/>
                <a:cs typeface="Calibri" charset="0"/>
              </a:endParaRPr>
            </a:p>
            <a:p>
              <a:pPr algn="ctr"/>
              <a:endParaRPr lang="en-GB" sz="1467" dirty="0"/>
            </a:p>
          </p:txBody>
        </p:sp>
        <p:sp>
          <p:nvSpPr>
            <p:cNvPr id="11" name="Rectangle 10">
              <a:extLst>
                <a:ext uri="{FF2B5EF4-FFF2-40B4-BE49-F238E27FC236}">
                  <a16:creationId xmlns:a16="http://schemas.microsoft.com/office/drawing/2014/main" id="{33B2B14E-DC1A-5E4C-928B-D4217526D917}"/>
                </a:ext>
              </a:extLst>
            </p:cNvPr>
            <p:cNvSpPr/>
            <p:nvPr userDrawn="1"/>
          </p:nvSpPr>
          <p:spPr>
            <a:xfrm>
              <a:off x="-558935" y="257838"/>
              <a:ext cx="374469" cy="374469"/>
            </a:xfrm>
            <a:prstGeom prst="rect">
              <a:avLst/>
            </a:prstGeom>
            <a:solidFill>
              <a:srgbClr val="FFFD9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2" name="Rectangle 11">
              <a:extLst>
                <a:ext uri="{FF2B5EF4-FFF2-40B4-BE49-F238E27FC236}">
                  <a16:creationId xmlns:a16="http://schemas.microsoft.com/office/drawing/2014/main" id="{BAC70C96-CE7C-C644-B399-67BE1A82A085}"/>
                </a:ext>
              </a:extLst>
            </p:cNvPr>
            <p:cNvSpPr/>
            <p:nvPr userDrawn="1"/>
          </p:nvSpPr>
          <p:spPr>
            <a:xfrm>
              <a:off x="-558935" y="731833"/>
              <a:ext cx="374469" cy="374469"/>
            </a:xfrm>
            <a:prstGeom prst="rect">
              <a:avLst/>
            </a:prstGeom>
            <a:solidFill>
              <a:srgbClr val="97E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3" name="Rectangle 12">
              <a:extLst>
                <a:ext uri="{FF2B5EF4-FFF2-40B4-BE49-F238E27FC236}">
                  <a16:creationId xmlns:a16="http://schemas.microsoft.com/office/drawing/2014/main" id="{8A999F51-BD50-C049-90A9-1B6231CB9857}"/>
                </a:ext>
              </a:extLst>
            </p:cNvPr>
            <p:cNvSpPr/>
            <p:nvPr userDrawn="1"/>
          </p:nvSpPr>
          <p:spPr>
            <a:xfrm>
              <a:off x="-558935" y="1205828"/>
              <a:ext cx="374469" cy="374469"/>
            </a:xfrm>
            <a:prstGeom prst="rect">
              <a:avLst/>
            </a:prstGeom>
            <a:solidFill>
              <a:srgbClr val="BEFCB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4" name="Rectangle 13">
              <a:extLst>
                <a:ext uri="{FF2B5EF4-FFF2-40B4-BE49-F238E27FC236}">
                  <a16:creationId xmlns:a16="http://schemas.microsoft.com/office/drawing/2014/main" id="{6CC2D869-022F-E840-89BC-12DD971DC573}"/>
                </a:ext>
              </a:extLst>
            </p:cNvPr>
            <p:cNvSpPr/>
            <p:nvPr userDrawn="1"/>
          </p:nvSpPr>
          <p:spPr>
            <a:xfrm>
              <a:off x="-558935" y="1679823"/>
              <a:ext cx="374469" cy="374469"/>
            </a:xfrm>
            <a:prstGeom prst="rect">
              <a:avLst/>
            </a:prstGeom>
            <a:solidFill>
              <a:srgbClr val="FFE7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5" name="Rectangle 14">
              <a:extLst>
                <a:ext uri="{FF2B5EF4-FFF2-40B4-BE49-F238E27FC236}">
                  <a16:creationId xmlns:a16="http://schemas.microsoft.com/office/drawing/2014/main" id="{EE8AFE88-59C2-B045-B530-3C553F00279C}"/>
                </a:ext>
              </a:extLst>
            </p:cNvPr>
            <p:cNvSpPr/>
            <p:nvPr userDrawn="1"/>
          </p:nvSpPr>
          <p:spPr>
            <a:xfrm>
              <a:off x="-558935" y="2153818"/>
              <a:ext cx="374469" cy="374469"/>
            </a:xfrm>
            <a:prstGeom prst="rect">
              <a:avLst/>
            </a:prstGeom>
            <a:solidFill>
              <a:srgbClr val="FFDBD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6" name="Rectangle 15">
              <a:extLst>
                <a:ext uri="{FF2B5EF4-FFF2-40B4-BE49-F238E27FC236}">
                  <a16:creationId xmlns:a16="http://schemas.microsoft.com/office/drawing/2014/main" id="{2CD1061D-2441-E04D-9676-B653DF83E2F4}"/>
                </a:ext>
              </a:extLst>
            </p:cNvPr>
            <p:cNvSpPr/>
            <p:nvPr userDrawn="1"/>
          </p:nvSpPr>
          <p:spPr>
            <a:xfrm>
              <a:off x="-558935" y="2627813"/>
              <a:ext cx="374469" cy="374469"/>
            </a:xfrm>
            <a:prstGeom prst="rect">
              <a:avLst/>
            </a:prstGeom>
            <a:solidFill>
              <a:srgbClr val="FEB5BB"/>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7" name="Rectangle 16">
              <a:extLst>
                <a:ext uri="{FF2B5EF4-FFF2-40B4-BE49-F238E27FC236}">
                  <a16:creationId xmlns:a16="http://schemas.microsoft.com/office/drawing/2014/main" id="{C5FBBDF0-4A29-224B-929A-32C4CB949376}"/>
                </a:ext>
              </a:extLst>
            </p:cNvPr>
            <p:cNvSpPr/>
            <p:nvPr userDrawn="1"/>
          </p:nvSpPr>
          <p:spPr>
            <a:xfrm>
              <a:off x="-558935" y="3575802"/>
              <a:ext cx="374469" cy="374469"/>
            </a:xfrm>
            <a:prstGeom prst="rect">
              <a:avLst/>
            </a:prstGeom>
            <a:solidFill>
              <a:srgbClr val="D3B3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8" name="Rectangle 17">
              <a:extLst>
                <a:ext uri="{FF2B5EF4-FFF2-40B4-BE49-F238E27FC236}">
                  <a16:creationId xmlns:a16="http://schemas.microsoft.com/office/drawing/2014/main" id="{8D0DA461-5D30-5344-8AA2-02873BB7BFE1}"/>
                </a:ext>
              </a:extLst>
            </p:cNvPr>
            <p:cNvSpPr/>
            <p:nvPr userDrawn="1"/>
          </p:nvSpPr>
          <p:spPr>
            <a:xfrm>
              <a:off x="-558935" y="3101808"/>
              <a:ext cx="374469" cy="374469"/>
            </a:xfrm>
            <a:prstGeom prst="rect">
              <a:avLst/>
            </a:prstGeom>
            <a:solidFill>
              <a:srgbClr val="D9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grpSp>
    </p:spTree>
    <p:extLst>
      <p:ext uri="{BB962C8B-B14F-4D97-AF65-F5344CB8AC3E}">
        <p14:creationId xmlns:p14="http://schemas.microsoft.com/office/powerpoint/2010/main" val="3468651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rols&amp;Layout">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453A38F-A006-2D4A-8143-E8B42B9BC24A}"/>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22" name="TextBox 21">
            <a:extLst>
              <a:ext uri="{FF2B5EF4-FFF2-40B4-BE49-F238E27FC236}">
                <a16:creationId xmlns:a16="http://schemas.microsoft.com/office/drawing/2014/main" id="{705EF21D-6DDF-A64B-A2DF-AE1F1279CCC8}"/>
              </a:ext>
            </a:extLst>
          </p:cNvPr>
          <p:cNvSpPr txBox="1"/>
          <p:nvPr userDrawn="1"/>
        </p:nvSpPr>
        <p:spPr>
          <a:xfrm>
            <a:off x="88475" y="770745"/>
            <a:ext cx="11019424" cy="707886"/>
          </a:xfrm>
          <a:prstGeom prst="rect">
            <a:avLst/>
          </a:prstGeom>
          <a:noFill/>
        </p:spPr>
        <p:txBody>
          <a:bodyPr wrap="square" rtlCol="0">
            <a:spAutoFit/>
          </a:bodyPr>
          <a:lstStyle/>
          <a:p>
            <a:pPr algn="l"/>
            <a:r>
              <a:rPr lang="en-GB" sz="2000" spc="400" dirty="0"/>
              <a:t>Some textboxes [controls] throughout this PowerPoint have been set up to ‘trigger’ animations when clicked. These are detailed below.</a:t>
            </a:r>
          </a:p>
        </p:txBody>
      </p:sp>
      <p:grpSp>
        <p:nvGrpSpPr>
          <p:cNvPr id="6" name="Group 5">
            <a:extLst>
              <a:ext uri="{FF2B5EF4-FFF2-40B4-BE49-F238E27FC236}">
                <a16:creationId xmlns:a16="http://schemas.microsoft.com/office/drawing/2014/main" id="{45924C19-4218-D940-974A-7AAAA82013D3}"/>
              </a:ext>
            </a:extLst>
          </p:cNvPr>
          <p:cNvGrpSpPr/>
          <p:nvPr userDrawn="1"/>
        </p:nvGrpSpPr>
        <p:grpSpPr>
          <a:xfrm>
            <a:off x="202618" y="1718798"/>
            <a:ext cx="11871740" cy="1046440"/>
            <a:chOff x="1820342" y="1466572"/>
            <a:chExt cx="8903805" cy="784830"/>
          </a:xfrm>
        </p:grpSpPr>
        <p:grpSp>
          <p:nvGrpSpPr>
            <p:cNvPr id="2" name="Group 1">
              <a:extLst>
                <a:ext uri="{FF2B5EF4-FFF2-40B4-BE49-F238E27FC236}">
                  <a16:creationId xmlns:a16="http://schemas.microsoft.com/office/drawing/2014/main" id="{A3350D4A-F062-5044-BB59-334D9E4F30FE}"/>
                </a:ext>
              </a:extLst>
            </p:cNvPr>
            <p:cNvGrpSpPr/>
            <p:nvPr userDrawn="1"/>
          </p:nvGrpSpPr>
          <p:grpSpPr>
            <a:xfrm>
              <a:off x="1820342" y="1504138"/>
              <a:ext cx="2660074" cy="709699"/>
              <a:chOff x="1820342" y="1545283"/>
              <a:chExt cx="2660074" cy="709699"/>
            </a:xfrm>
          </p:grpSpPr>
          <p:sp>
            <p:nvSpPr>
              <p:cNvPr id="24" name="TextBox 4">
                <a:extLst>
                  <a:ext uri="{FF2B5EF4-FFF2-40B4-BE49-F238E27FC236}">
                    <a16:creationId xmlns:a16="http://schemas.microsoft.com/office/drawing/2014/main" id="{FA70328D-10AC-B54A-897C-F9AEA2E0874B}"/>
                  </a:ext>
                </a:extLst>
              </p:cNvPr>
              <p:cNvSpPr txBox="1">
                <a:spLocks/>
              </p:cNvSpPr>
              <p:nvPr userDrawn="1"/>
            </p:nvSpPr>
            <p:spPr bwMode="auto">
              <a:xfrm>
                <a:off x="1820342" y="1945382"/>
                <a:ext cx="2660074" cy="309600"/>
              </a:xfrm>
              <a:prstGeom prst="rect">
                <a:avLst/>
              </a:prstGeom>
              <a:solidFill>
                <a:srgbClr val="FFFD91"/>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867" b="1" spc="400" dirty="0">
                    <a:latin typeface="Calibri" charset="0"/>
                    <a:ea typeface="Calibri" charset="0"/>
                    <a:cs typeface="Calibri" charset="0"/>
                  </a:rPr>
                  <a:t>LEARNING OBJECTIVE</a:t>
                </a:r>
              </a:p>
            </p:txBody>
          </p:sp>
          <p:sp>
            <p:nvSpPr>
              <p:cNvPr id="25" name="TextBox 9">
                <a:extLst>
                  <a:ext uri="{FF2B5EF4-FFF2-40B4-BE49-F238E27FC236}">
                    <a16:creationId xmlns:a16="http://schemas.microsoft.com/office/drawing/2014/main" id="{3241E8D5-E77F-A448-9572-34FE3F91F72F}"/>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867" b="1" spc="400" dirty="0">
                    <a:latin typeface="Calibri" charset="0"/>
                    <a:ea typeface="Calibri" charset="0"/>
                    <a:cs typeface="Calibri" charset="0"/>
                  </a:rPr>
                  <a:t>DATE</a:t>
                </a:r>
                <a:endParaRPr lang="en-US" sz="1867" b="1" spc="400" dirty="0">
                  <a:latin typeface="Calibri" charset="0"/>
                  <a:ea typeface="Calibri" charset="0"/>
                  <a:cs typeface="Calibri" charset="0"/>
                </a:endParaRPr>
              </a:p>
            </p:txBody>
          </p:sp>
          <p:sp>
            <p:nvSpPr>
              <p:cNvPr id="26" name="TextBox 3">
                <a:extLst>
                  <a:ext uri="{FF2B5EF4-FFF2-40B4-BE49-F238E27FC236}">
                    <a16:creationId xmlns:a16="http://schemas.microsoft.com/office/drawing/2014/main" id="{8D743310-9ADD-6D49-B1C8-CE5DBB93D6E0}"/>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867" b="1" spc="400" dirty="0">
                    <a:latin typeface="Calibri" charset="0"/>
                    <a:ea typeface="Calibri" charset="0"/>
                    <a:cs typeface="Calibri" charset="0"/>
                  </a:rPr>
                  <a:t>TITLE</a:t>
                </a:r>
              </a:p>
            </p:txBody>
          </p:sp>
        </p:grpSp>
        <p:grpSp>
          <p:nvGrpSpPr>
            <p:cNvPr id="5" name="Group 4">
              <a:extLst>
                <a:ext uri="{FF2B5EF4-FFF2-40B4-BE49-F238E27FC236}">
                  <a16:creationId xmlns:a16="http://schemas.microsoft.com/office/drawing/2014/main" id="{26C40E73-C315-864E-B58B-A4EC41A0690E}"/>
                </a:ext>
              </a:extLst>
            </p:cNvPr>
            <p:cNvGrpSpPr/>
            <p:nvPr userDrawn="1"/>
          </p:nvGrpSpPr>
          <p:grpSpPr>
            <a:xfrm>
              <a:off x="4628967" y="1466572"/>
              <a:ext cx="6095180" cy="784830"/>
              <a:chOff x="4628967" y="1462993"/>
              <a:chExt cx="6095180" cy="784830"/>
            </a:xfrm>
          </p:grpSpPr>
          <p:sp>
            <p:nvSpPr>
              <p:cNvPr id="23" name="TextBox 22">
                <a:extLst>
                  <a:ext uri="{FF2B5EF4-FFF2-40B4-BE49-F238E27FC236}">
                    <a16:creationId xmlns:a16="http://schemas.microsoft.com/office/drawing/2014/main" id="{E6EB34EC-1B19-414E-93B2-2D0301C311A9}"/>
                  </a:ext>
                </a:extLst>
              </p:cNvPr>
              <p:cNvSpPr txBox="1"/>
              <p:nvPr userDrawn="1"/>
            </p:nvSpPr>
            <p:spPr>
              <a:xfrm>
                <a:off x="4655598" y="1462993"/>
                <a:ext cx="6068549" cy="530915"/>
              </a:xfrm>
              <a:prstGeom prst="rect">
                <a:avLst/>
              </a:prstGeom>
              <a:noFill/>
            </p:spPr>
            <p:txBody>
              <a:bodyPr wrap="square" rtlCol="0">
                <a:spAutoFit/>
              </a:bodyPr>
              <a:lstStyle/>
              <a:p>
                <a:pPr algn="l"/>
                <a:r>
                  <a:rPr lang="en-GB" sz="2000" spc="400" dirty="0"/>
                  <a:t>The date, title and learning objective are displayed at the top of the slide in the format to the left.</a:t>
                </a:r>
              </a:p>
            </p:txBody>
          </p:sp>
          <p:cxnSp>
            <p:nvCxnSpPr>
              <p:cNvPr id="4" name="Straight Connector 3">
                <a:extLst>
                  <a:ext uri="{FF2B5EF4-FFF2-40B4-BE49-F238E27FC236}">
                    <a16:creationId xmlns:a16="http://schemas.microsoft.com/office/drawing/2014/main" id="{76C952C1-5B60-354D-8932-4CA13924694E}"/>
                  </a:ext>
                </a:extLst>
              </p:cNvPr>
              <p:cNvCxnSpPr>
                <a:cxnSpLocks/>
              </p:cNvCxnSpPr>
              <p:nvPr userDrawn="1"/>
            </p:nvCxnSpPr>
            <p:spPr>
              <a:xfrm>
                <a:off x="4628967"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TextBox 26">
            <a:extLst>
              <a:ext uri="{FF2B5EF4-FFF2-40B4-BE49-F238E27FC236}">
                <a16:creationId xmlns:a16="http://schemas.microsoft.com/office/drawing/2014/main" id="{68ADD22D-EA5E-B241-AFB5-D9C97504938B}"/>
              </a:ext>
            </a:extLst>
          </p:cNvPr>
          <p:cNvSpPr txBox="1"/>
          <p:nvPr userDrawn="1"/>
        </p:nvSpPr>
        <p:spPr>
          <a:xfrm>
            <a:off x="88476" y="100805"/>
            <a:ext cx="5226809" cy="748988"/>
          </a:xfrm>
          <a:prstGeom prst="rect">
            <a:avLst/>
          </a:prstGeom>
          <a:noFill/>
        </p:spPr>
        <p:txBody>
          <a:bodyPr wrap="square" rtlCol="0">
            <a:spAutoFit/>
          </a:bodyPr>
          <a:lstStyle/>
          <a:p>
            <a:pPr algn="l"/>
            <a:r>
              <a:rPr lang="en-GB" sz="4267" b="1" spc="400" dirty="0"/>
              <a:t>Controls &amp; layout</a:t>
            </a:r>
          </a:p>
        </p:txBody>
      </p:sp>
      <p:cxnSp>
        <p:nvCxnSpPr>
          <p:cNvPr id="37" name="Straight Connector 36">
            <a:extLst>
              <a:ext uri="{FF2B5EF4-FFF2-40B4-BE49-F238E27FC236}">
                <a16:creationId xmlns:a16="http://schemas.microsoft.com/office/drawing/2014/main" id="{B21CEB9F-8260-0A40-A91D-D64E181A1844}"/>
              </a:ext>
            </a:extLst>
          </p:cNvPr>
          <p:cNvCxnSpPr>
            <a:cxnSpLocks/>
          </p:cNvCxnSpPr>
          <p:nvPr userDrawn="1"/>
        </p:nvCxnSpPr>
        <p:spPr>
          <a:xfrm>
            <a:off x="88475" y="1561676"/>
            <a:ext cx="119858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55FB869-FA68-0348-A0B3-A6A7ED058E3D}"/>
              </a:ext>
            </a:extLst>
          </p:cNvPr>
          <p:cNvCxnSpPr>
            <a:cxnSpLocks/>
          </p:cNvCxnSpPr>
          <p:nvPr userDrawn="1"/>
        </p:nvCxnSpPr>
        <p:spPr>
          <a:xfrm>
            <a:off x="88475" y="2924065"/>
            <a:ext cx="119858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E86D0D19-A691-2D42-A577-DC2C5D9B44C4}"/>
              </a:ext>
            </a:extLst>
          </p:cNvPr>
          <p:cNvGrpSpPr/>
          <p:nvPr userDrawn="1"/>
        </p:nvGrpSpPr>
        <p:grpSpPr>
          <a:xfrm>
            <a:off x="202618" y="3076648"/>
            <a:ext cx="11871740" cy="2277546"/>
            <a:chOff x="1820342" y="1466572"/>
            <a:chExt cx="8903805" cy="1708160"/>
          </a:xfrm>
        </p:grpSpPr>
        <p:grpSp>
          <p:nvGrpSpPr>
            <p:cNvPr id="29" name="Group 28">
              <a:extLst>
                <a:ext uri="{FF2B5EF4-FFF2-40B4-BE49-F238E27FC236}">
                  <a16:creationId xmlns:a16="http://schemas.microsoft.com/office/drawing/2014/main" id="{B1C10E65-2ACF-0348-8100-AF39CE803DD7}"/>
                </a:ext>
              </a:extLst>
            </p:cNvPr>
            <p:cNvGrpSpPr/>
            <p:nvPr userDrawn="1"/>
          </p:nvGrpSpPr>
          <p:grpSpPr>
            <a:xfrm>
              <a:off x="1820342" y="1504138"/>
              <a:ext cx="2660074" cy="709699"/>
              <a:chOff x="1820342" y="1545283"/>
              <a:chExt cx="2660074" cy="709699"/>
            </a:xfrm>
          </p:grpSpPr>
          <p:sp>
            <p:nvSpPr>
              <p:cNvPr id="33" name="TextBox 4">
                <a:extLst>
                  <a:ext uri="{FF2B5EF4-FFF2-40B4-BE49-F238E27FC236}">
                    <a16:creationId xmlns:a16="http://schemas.microsoft.com/office/drawing/2014/main" id="{92721DFE-88DE-D84A-9D2B-2B626493B5F9}"/>
                  </a:ext>
                </a:extLst>
              </p:cNvPr>
              <p:cNvSpPr txBox="1">
                <a:spLocks/>
              </p:cNvSpPr>
              <p:nvPr userDrawn="1"/>
            </p:nvSpPr>
            <p:spPr bwMode="auto">
              <a:xfrm>
                <a:off x="1820342" y="1945382"/>
                <a:ext cx="2660074" cy="309600"/>
              </a:xfrm>
              <a:prstGeom prst="rect">
                <a:avLst/>
              </a:prstGeom>
              <a:solidFill>
                <a:schemeClr val="accent1">
                  <a:lumMod val="60000"/>
                  <a:lumOff val="40000"/>
                </a:schemeClr>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867" b="1" spc="400" dirty="0">
                    <a:latin typeface="Calibri" charset="0"/>
                    <a:ea typeface="Calibri" charset="0"/>
                    <a:cs typeface="Calibri" charset="0"/>
                  </a:rPr>
                  <a:t>KEY TERMS</a:t>
                </a:r>
              </a:p>
            </p:txBody>
          </p:sp>
          <p:sp>
            <p:nvSpPr>
              <p:cNvPr id="34" name="TextBox 9">
                <a:extLst>
                  <a:ext uri="{FF2B5EF4-FFF2-40B4-BE49-F238E27FC236}">
                    <a16:creationId xmlns:a16="http://schemas.microsoft.com/office/drawing/2014/main" id="{484E0F6D-BFC2-484B-B722-17638277FB12}"/>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867" b="1" spc="400" dirty="0">
                    <a:latin typeface="Calibri" charset="0"/>
                    <a:ea typeface="Calibri" charset="0"/>
                    <a:cs typeface="Calibri" charset="0"/>
                  </a:rPr>
                  <a:t>DATE</a:t>
                </a:r>
                <a:endParaRPr lang="en-US" sz="1867" b="1" spc="400" dirty="0">
                  <a:latin typeface="Calibri" charset="0"/>
                  <a:ea typeface="Calibri" charset="0"/>
                  <a:cs typeface="Calibri" charset="0"/>
                </a:endParaRPr>
              </a:p>
            </p:txBody>
          </p:sp>
          <p:sp>
            <p:nvSpPr>
              <p:cNvPr id="35" name="TextBox 3">
                <a:extLst>
                  <a:ext uri="{FF2B5EF4-FFF2-40B4-BE49-F238E27FC236}">
                    <a16:creationId xmlns:a16="http://schemas.microsoft.com/office/drawing/2014/main" id="{32C3C2D2-F91D-7241-B45F-464BD4B284A4}"/>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867" b="1" spc="400" dirty="0">
                    <a:latin typeface="Calibri" charset="0"/>
                    <a:ea typeface="Calibri" charset="0"/>
                    <a:cs typeface="Calibri" charset="0"/>
                  </a:rPr>
                  <a:t>TITLE</a:t>
                </a:r>
              </a:p>
            </p:txBody>
          </p:sp>
        </p:grpSp>
        <p:grpSp>
          <p:nvGrpSpPr>
            <p:cNvPr id="30" name="Group 29">
              <a:extLst>
                <a:ext uri="{FF2B5EF4-FFF2-40B4-BE49-F238E27FC236}">
                  <a16:creationId xmlns:a16="http://schemas.microsoft.com/office/drawing/2014/main" id="{A7B047A2-CE3D-134E-8E59-58E7A29C6D8C}"/>
                </a:ext>
              </a:extLst>
            </p:cNvPr>
            <p:cNvGrpSpPr/>
            <p:nvPr userDrawn="1"/>
          </p:nvGrpSpPr>
          <p:grpSpPr>
            <a:xfrm>
              <a:off x="4628967" y="1466572"/>
              <a:ext cx="6095180" cy="1708160"/>
              <a:chOff x="4628967" y="1462993"/>
              <a:chExt cx="6095180" cy="1708160"/>
            </a:xfrm>
          </p:grpSpPr>
          <p:sp>
            <p:nvSpPr>
              <p:cNvPr id="31" name="TextBox 30">
                <a:extLst>
                  <a:ext uri="{FF2B5EF4-FFF2-40B4-BE49-F238E27FC236}">
                    <a16:creationId xmlns:a16="http://schemas.microsoft.com/office/drawing/2014/main" id="{67DE6CA1-D0E7-884C-9AFA-77EFD5EB6037}"/>
                  </a:ext>
                </a:extLst>
              </p:cNvPr>
              <p:cNvSpPr txBox="1"/>
              <p:nvPr userDrawn="1"/>
            </p:nvSpPr>
            <p:spPr>
              <a:xfrm>
                <a:off x="4655598" y="1462993"/>
                <a:ext cx="6068549" cy="1685077"/>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2000" spc="400" dirty="0"/>
                  <a:t>Click on the key terms control to show/hide the lesson’s key terms. The key terms textbox will replace the learning objective when shown. The key terms control is displayed in the bottom right hand corner of the slide. </a:t>
                </a:r>
                <a:r>
                  <a:rPr lang="en-GB" sz="2000" b="1" spc="400" dirty="0"/>
                  <a:t>Note: </a:t>
                </a:r>
                <a:r>
                  <a:rPr lang="en-GB" sz="2000" spc="400" dirty="0"/>
                  <a:t>As you move onto the next slide the key terms textbox will be replaced by the learning objective textbox.</a:t>
                </a:r>
              </a:p>
            </p:txBody>
          </p:sp>
          <p:cxnSp>
            <p:nvCxnSpPr>
              <p:cNvPr id="32" name="Straight Connector 31">
                <a:extLst>
                  <a:ext uri="{FF2B5EF4-FFF2-40B4-BE49-F238E27FC236}">
                    <a16:creationId xmlns:a16="http://schemas.microsoft.com/office/drawing/2014/main" id="{0C4F4C72-B359-F148-B3E7-89A1E826ADB4}"/>
                  </a:ext>
                </a:extLst>
              </p:cNvPr>
              <p:cNvCxnSpPr>
                <a:cxnSpLocks/>
              </p:cNvCxnSpPr>
              <p:nvPr userDrawn="1"/>
            </p:nvCxnSpPr>
            <p:spPr>
              <a:xfrm>
                <a:off x="4628967" y="1462993"/>
                <a:ext cx="0" cy="17081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0" name="TextBox 39">
            <a:extLst>
              <a:ext uri="{FF2B5EF4-FFF2-40B4-BE49-F238E27FC236}">
                <a16:creationId xmlns:a16="http://schemas.microsoft.com/office/drawing/2014/main" id="{E94B164F-2AED-F544-8BBE-B48ABDE56ECA}"/>
              </a:ext>
            </a:extLst>
          </p:cNvPr>
          <p:cNvSpPr txBox="1"/>
          <p:nvPr userDrawn="1"/>
        </p:nvSpPr>
        <p:spPr>
          <a:xfrm>
            <a:off x="2791201" y="5008650"/>
            <a:ext cx="1003801" cy="307777"/>
          </a:xfrm>
          <a:prstGeom prst="rect">
            <a:avLst/>
          </a:prstGeom>
          <a:solidFill>
            <a:schemeClr val="accent5">
              <a:lumMod val="60000"/>
              <a:lumOff val="40000"/>
            </a:schemeClr>
          </a:solidFill>
          <a:ln w="12700">
            <a:solidFill>
              <a:schemeClr val="tx1"/>
            </a:solidFill>
          </a:ln>
        </p:spPr>
        <p:txBody>
          <a:bodyPr wrap="none" rtlCol="0" anchor="ctr">
            <a:spAutoFit/>
          </a:bodyPr>
          <a:lstStyle/>
          <a:p>
            <a:pPr algn="ctr"/>
            <a:r>
              <a:rPr lang="en-GB" sz="1400" dirty="0"/>
              <a:t>KEY TERMS</a:t>
            </a:r>
          </a:p>
        </p:txBody>
      </p:sp>
      <p:cxnSp>
        <p:nvCxnSpPr>
          <p:cNvPr id="49" name="Straight Connector 48">
            <a:extLst>
              <a:ext uri="{FF2B5EF4-FFF2-40B4-BE49-F238E27FC236}">
                <a16:creationId xmlns:a16="http://schemas.microsoft.com/office/drawing/2014/main" id="{10DB2AF2-DE73-844E-B6FB-70B8E68C139D}"/>
              </a:ext>
            </a:extLst>
          </p:cNvPr>
          <p:cNvCxnSpPr>
            <a:cxnSpLocks/>
          </p:cNvCxnSpPr>
          <p:nvPr userDrawn="1"/>
        </p:nvCxnSpPr>
        <p:spPr>
          <a:xfrm>
            <a:off x="88475" y="5526591"/>
            <a:ext cx="119858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AAF0745E-FF13-B842-9A47-5DA624498451}"/>
              </a:ext>
            </a:extLst>
          </p:cNvPr>
          <p:cNvGrpSpPr/>
          <p:nvPr userDrawn="1"/>
        </p:nvGrpSpPr>
        <p:grpSpPr>
          <a:xfrm>
            <a:off x="217472" y="5693425"/>
            <a:ext cx="11856886" cy="1046440"/>
            <a:chOff x="163104" y="4204754"/>
            <a:chExt cx="8892664" cy="784830"/>
          </a:xfrm>
        </p:grpSpPr>
        <p:grpSp>
          <p:nvGrpSpPr>
            <p:cNvPr id="43" name="Group 42">
              <a:extLst>
                <a:ext uri="{FF2B5EF4-FFF2-40B4-BE49-F238E27FC236}">
                  <a16:creationId xmlns:a16="http://schemas.microsoft.com/office/drawing/2014/main" id="{BF097B06-3F7C-4E42-9395-239B18628089}"/>
                </a:ext>
              </a:extLst>
            </p:cNvPr>
            <p:cNvGrpSpPr/>
            <p:nvPr userDrawn="1"/>
          </p:nvGrpSpPr>
          <p:grpSpPr>
            <a:xfrm>
              <a:off x="1041844" y="4204754"/>
              <a:ext cx="8013924" cy="784830"/>
              <a:chOff x="2923539" y="1462993"/>
              <a:chExt cx="7800608" cy="784830"/>
            </a:xfrm>
          </p:grpSpPr>
          <p:sp>
            <p:nvSpPr>
              <p:cNvPr id="44" name="TextBox 43">
                <a:extLst>
                  <a:ext uri="{FF2B5EF4-FFF2-40B4-BE49-F238E27FC236}">
                    <a16:creationId xmlns:a16="http://schemas.microsoft.com/office/drawing/2014/main" id="{B08AEA2E-8BC0-4D4F-A0BE-DBD8FE7C2D12}"/>
                  </a:ext>
                </a:extLst>
              </p:cNvPr>
              <p:cNvSpPr txBox="1"/>
              <p:nvPr userDrawn="1"/>
            </p:nvSpPr>
            <p:spPr>
              <a:xfrm>
                <a:off x="2955752" y="1462993"/>
                <a:ext cx="7768395" cy="761747"/>
              </a:xfrm>
              <a:prstGeom prst="rect">
                <a:avLst/>
              </a:prstGeom>
              <a:noFill/>
            </p:spPr>
            <p:txBody>
              <a:bodyPr wrap="square" rtlCol="0">
                <a:spAutoFit/>
              </a:bodyPr>
              <a:lstStyle/>
              <a:p>
                <a:pPr algn="l"/>
                <a:r>
                  <a:rPr lang="en-GB" sz="2000" spc="400" dirty="0"/>
                  <a:t>Click on the solution control to show/hide a solution to a question. These controls are often, but not always, rotated </a:t>
                </a:r>
                <a:r>
                  <a:rPr lang="en-GB" sz="2000" spc="400" dirty="0" err="1"/>
                  <a:t>90</a:t>
                </a:r>
                <a:r>
                  <a:rPr lang="en-GB" sz="2000" spc="400" baseline="30000" dirty="0" err="1"/>
                  <a:t>o</a:t>
                </a:r>
                <a:r>
                  <a:rPr lang="en-GB" sz="2000" spc="400" dirty="0"/>
                  <a:t> anti-clockwise to make greater use of space for questions.</a:t>
                </a:r>
              </a:p>
            </p:txBody>
          </p:sp>
          <p:cxnSp>
            <p:nvCxnSpPr>
              <p:cNvPr id="45" name="Straight Connector 44">
                <a:extLst>
                  <a:ext uri="{FF2B5EF4-FFF2-40B4-BE49-F238E27FC236}">
                    <a16:creationId xmlns:a16="http://schemas.microsoft.com/office/drawing/2014/main" id="{05EA8D9A-B0DC-BF48-9813-4893BBC57B97}"/>
                  </a:ext>
                </a:extLst>
              </p:cNvPr>
              <p:cNvCxnSpPr>
                <a:cxnSpLocks/>
              </p:cNvCxnSpPr>
              <p:nvPr userDrawn="1"/>
            </p:nvCxnSpPr>
            <p:spPr>
              <a:xfrm>
                <a:off x="2923539"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F6B2249C-CE64-CE4A-BD2A-DB21FB39A501}"/>
                </a:ext>
              </a:extLst>
            </p:cNvPr>
            <p:cNvSpPr txBox="1"/>
            <p:nvPr userDrawn="1"/>
          </p:nvSpPr>
          <p:spPr>
            <a:xfrm>
              <a:off x="163104" y="4253694"/>
              <a:ext cx="716062" cy="258533"/>
            </a:xfrm>
            <a:prstGeom prst="rect">
              <a:avLst/>
            </a:prstGeom>
            <a:solidFill>
              <a:schemeClr val="accent3"/>
            </a:solidFill>
            <a:ln w="12700">
              <a:solidFill>
                <a:schemeClr val="tx1"/>
              </a:solidFill>
            </a:ln>
          </p:spPr>
          <p:txBody>
            <a:bodyPr wrap="none" lIns="45720" tIns="18288" rIns="45720" bIns="18288" rtlCol="0">
              <a:spAutoFit/>
            </a:bodyPr>
            <a:lstStyle/>
            <a:p>
              <a:pPr algn="ctr"/>
              <a:r>
                <a:rPr lang="en-GB" sz="2000" dirty="0"/>
                <a:t>Solution</a:t>
              </a:r>
            </a:p>
          </p:txBody>
        </p:sp>
      </p:grpSp>
      <p:pic>
        <p:nvPicPr>
          <p:cNvPr id="39" name="Picture 38">
            <a:extLst>
              <a:ext uri="{FF2B5EF4-FFF2-40B4-BE49-F238E27FC236}">
                <a16:creationId xmlns:a16="http://schemas.microsoft.com/office/drawing/2014/main" id="{A1B53C23-9949-CE4C-BC8F-13541023545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91784" y="213762"/>
            <a:ext cx="966459" cy="1123303"/>
          </a:xfrm>
          <a:prstGeom prst="rect">
            <a:avLst/>
          </a:prstGeom>
        </p:spPr>
      </p:pic>
    </p:spTree>
    <p:extLst>
      <p:ext uri="{BB962C8B-B14F-4D97-AF65-F5344CB8AC3E}">
        <p14:creationId xmlns:p14="http://schemas.microsoft.com/office/powerpoint/2010/main" val="23815279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_Basic">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577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4CA422-D018-F119-4C8C-A636F04D58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BF4827C-097D-DC6A-3980-ED10514A20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8B2FD8E-22F0-40FF-CEA8-F3C6674B7D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0AAA86-C60D-4118-ADA3-5716678D9545}" type="datetimeFigureOut">
              <a:rPr lang="en-AU" smtClean="0"/>
              <a:t>30/11/2022</a:t>
            </a:fld>
            <a:endParaRPr lang="en-AU"/>
          </a:p>
        </p:txBody>
      </p:sp>
      <p:sp>
        <p:nvSpPr>
          <p:cNvPr id="5" name="Footer Placeholder 4">
            <a:extLst>
              <a:ext uri="{FF2B5EF4-FFF2-40B4-BE49-F238E27FC236}">
                <a16:creationId xmlns:a16="http://schemas.microsoft.com/office/drawing/2014/main" id="{AC683D11-A9B2-15BD-FEB8-E085278074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45D6B0D-A661-1853-2E11-3612D50497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9B238F-3049-43C1-8760-5140D9F7F431}" type="slidenum">
              <a:rPr lang="en-AU" smtClean="0"/>
              <a:t>‹#›</a:t>
            </a:fld>
            <a:endParaRPr lang="en-AU"/>
          </a:p>
        </p:txBody>
      </p:sp>
    </p:spTree>
    <p:extLst>
      <p:ext uri="{BB962C8B-B14F-4D97-AF65-F5344CB8AC3E}">
        <p14:creationId xmlns:p14="http://schemas.microsoft.com/office/powerpoint/2010/main" val="938552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71D2E028-A820-384C-809A-72BE9005B3B2}"/>
              </a:ext>
            </a:extLst>
          </p:cNvPr>
          <p:cNvSpPr txBox="1">
            <a:spLocks/>
          </p:cNvSpPr>
          <p:nvPr userDrawn="1"/>
        </p:nvSpPr>
        <p:spPr bwMode="auto">
          <a:xfrm>
            <a:off x="101748" y="651245"/>
            <a:ext cx="11979419" cy="412800"/>
          </a:xfrm>
          <a:prstGeom prst="rect">
            <a:avLst/>
          </a:prstGeom>
          <a:solidFill>
            <a:schemeClr val="accent3"/>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867" b="1" dirty="0">
                <a:latin typeface="Calibri" charset="0"/>
                <a:ea typeface="Calibri" charset="0"/>
                <a:cs typeface="Calibri" charset="0"/>
              </a:rPr>
              <a:t>We are learning to:  </a:t>
            </a:r>
            <a:r>
              <a:rPr lang="en-GB" sz="1867" b="0" noProof="0" dirty="0">
                <a:latin typeface="Calibri" charset="0"/>
                <a:ea typeface="Calibri" charset="0"/>
                <a:cs typeface="Calibri" charset="0"/>
              </a:rPr>
              <a:t>Calculate the volume of a prism</a:t>
            </a:r>
            <a:r>
              <a:rPr lang="en-US" sz="1867" b="0" dirty="0">
                <a:latin typeface="Calibri" charset="0"/>
                <a:ea typeface="Calibri" charset="0"/>
                <a:cs typeface="Calibri" charset="0"/>
              </a:rPr>
              <a:t>.</a:t>
            </a:r>
          </a:p>
        </p:txBody>
      </p:sp>
      <p:sp>
        <p:nvSpPr>
          <p:cNvPr id="3" name="TextBox 9">
            <a:extLst>
              <a:ext uri="{FF2B5EF4-FFF2-40B4-BE49-F238E27FC236}">
                <a16:creationId xmlns:a16="http://schemas.microsoft.com/office/drawing/2014/main" id="{6B21F474-0336-AB40-BBFF-B5EB883AD2DC}"/>
              </a:ext>
            </a:extLst>
          </p:cNvPr>
          <p:cNvSpPr txBox="1">
            <a:spLocks/>
          </p:cNvSpPr>
          <p:nvPr userDrawn="1"/>
        </p:nvSpPr>
        <p:spPr bwMode="auto">
          <a:xfrm>
            <a:off x="101748" y="117780"/>
            <a:ext cx="3840000" cy="4128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31CA1613-C89A-4644-A77A-4C72E9291592}" type="datetime2">
              <a:rPr lang="en-GB" sz="1867" b="1" smtClean="0">
                <a:latin typeface="Calibri" charset="0"/>
                <a:ea typeface="Calibri" charset="0"/>
                <a:cs typeface="Calibri" charset="0"/>
              </a:rPr>
              <a:t>Wednesday, 30 November 2022</a:t>
            </a:fld>
            <a:endParaRPr lang="en-US" sz="1867" b="1" dirty="0">
              <a:latin typeface="Calibri" charset="0"/>
              <a:ea typeface="Calibri" charset="0"/>
              <a:cs typeface="Calibri" charset="0"/>
            </a:endParaRPr>
          </a:p>
        </p:txBody>
      </p:sp>
      <p:sp>
        <p:nvSpPr>
          <p:cNvPr id="4" name="TextBox 3">
            <a:extLst>
              <a:ext uri="{FF2B5EF4-FFF2-40B4-BE49-F238E27FC236}">
                <a16:creationId xmlns:a16="http://schemas.microsoft.com/office/drawing/2014/main" id="{2D765288-31B0-7D46-ADA1-7D75CB44BB17}"/>
              </a:ext>
            </a:extLst>
          </p:cNvPr>
          <p:cNvSpPr txBox="1">
            <a:spLocks/>
          </p:cNvSpPr>
          <p:nvPr userDrawn="1"/>
        </p:nvSpPr>
        <p:spPr bwMode="auto">
          <a:xfrm>
            <a:off x="4078780" y="117780"/>
            <a:ext cx="8002385" cy="412800"/>
          </a:xfrm>
          <a:prstGeom prst="rect">
            <a:avLst/>
          </a:prstGeom>
          <a:solidFill>
            <a:schemeClr val="accent2">
              <a:lumMod val="60000"/>
              <a:lumOff val="40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867" b="1" noProof="0" dirty="0">
                <a:latin typeface="Calibri" charset="0"/>
                <a:ea typeface="Calibri" charset="0"/>
                <a:cs typeface="Calibri" charset="0"/>
              </a:rPr>
              <a:t>We are learning about: </a:t>
            </a:r>
            <a:r>
              <a:rPr lang="en-GB" sz="1867" b="0" spc="0" noProof="0" dirty="0">
                <a:latin typeface="Calibri" charset="0"/>
                <a:ea typeface="Calibri" charset="0"/>
                <a:cs typeface="Calibri" charset="0"/>
              </a:rPr>
              <a:t>The volume of a prism</a:t>
            </a:r>
            <a:endParaRPr lang="en-GB" sz="1867" spc="0" noProof="0" dirty="0">
              <a:latin typeface="Calibri" charset="0"/>
              <a:ea typeface="Calibri" charset="0"/>
              <a:cs typeface="Calibri" charset="0"/>
            </a:endParaRPr>
          </a:p>
        </p:txBody>
      </p:sp>
      <p:cxnSp>
        <p:nvCxnSpPr>
          <p:cNvPr id="5" name="Straight Connector 4">
            <a:extLst>
              <a:ext uri="{FF2B5EF4-FFF2-40B4-BE49-F238E27FC236}">
                <a16:creationId xmlns:a16="http://schemas.microsoft.com/office/drawing/2014/main" id="{FA91A4BE-1372-D845-A343-3EB045B018EA}"/>
              </a:ext>
            </a:extLst>
          </p:cNvPr>
          <p:cNvCxnSpPr>
            <a:cxnSpLocks/>
          </p:cNvCxnSpPr>
          <p:nvPr userDrawn="1"/>
        </p:nvCxnSpPr>
        <p:spPr>
          <a:xfrm>
            <a:off x="0" y="1188908"/>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4">
            <a:extLst>
              <a:ext uri="{FF2B5EF4-FFF2-40B4-BE49-F238E27FC236}">
                <a16:creationId xmlns:a16="http://schemas.microsoft.com/office/drawing/2014/main" id="{ECD868C6-9926-0A4B-BBFA-CAFCA5221881}"/>
              </a:ext>
            </a:extLst>
          </p:cNvPr>
          <p:cNvSpPr txBox="1">
            <a:spLocks/>
          </p:cNvSpPr>
          <p:nvPr userDrawn="1"/>
        </p:nvSpPr>
        <p:spPr bwMode="auto">
          <a:xfrm>
            <a:off x="101748" y="651245"/>
            <a:ext cx="11979419" cy="412800"/>
          </a:xfrm>
          <a:prstGeom prst="rect">
            <a:avLst/>
          </a:prstGeom>
          <a:solidFill>
            <a:schemeClr val="accent1">
              <a:lumMod val="60000"/>
              <a:lumOff val="40000"/>
            </a:schemeClr>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GB" sz="1867" b="1" noProof="0" dirty="0">
                <a:latin typeface="Calibri" charset="0"/>
                <a:ea typeface="Calibri" charset="0"/>
                <a:cs typeface="Calibri" charset="0"/>
              </a:rPr>
              <a:t>Key terms:</a:t>
            </a:r>
            <a:r>
              <a:rPr lang="en-GB" sz="1867" b="0" noProof="0" dirty="0">
                <a:latin typeface="Calibri" charset="0"/>
                <a:ea typeface="Calibri" charset="0"/>
                <a:cs typeface="Calibri" charset="0"/>
              </a:rPr>
              <a:t>  Area,</a:t>
            </a:r>
            <a:r>
              <a:rPr lang="en-GB" sz="1867" b="0" baseline="0" noProof="0" dirty="0">
                <a:latin typeface="Calibri" charset="0"/>
                <a:ea typeface="Calibri" charset="0"/>
                <a:cs typeface="Calibri" charset="0"/>
              </a:rPr>
              <a:t> height, </a:t>
            </a:r>
            <a:r>
              <a:rPr lang="en-GB" sz="1867" b="0" noProof="0" dirty="0">
                <a:latin typeface="Calibri" charset="0"/>
                <a:ea typeface="Calibri" charset="0"/>
                <a:cs typeface="Calibri" charset="0"/>
              </a:rPr>
              <a:t>length, solid, volume, width</a:t>
            </a:r>
          </a:p>
        </p:txBody>
      </p:sp>
      <p:sp>
        <p:nvSpPr>
          <p:cNvPr id="7" name="TextBox 6">
            <a:extLst>
              <a:ext uri="{FF2B5EF4-FFF2-40B4-BE49-F238E27FC236}">
                <a16:creationId xmlns:a16="http://schemas.microsoft.com/office/drawing/2014/main" id="{DEF70ACC-FC36-3A47-AAFD-F601EE139B53}"/>
              </a:ext>
            </a:extLst>
          </p:cNvPr>
          <p:cNvSpPr txBox="1"/>
          <p:nvPr userDrawn="1"/>
        </p:nvSpPr>
        <p:spPr>
          <a:xfrm>
            <a:off x="10676065" y="6111846"/>
            <a:ext cx="1587293" cy="461665"/>
          </a:xfrm>
          <a:prstGeom prst="rect">
            <a:avLst/>
          </a:prstGeom>
          <a:solidFill>
            <a:schemeClr val="accent5">
              <a:lumMod val="60000"/>
              <a:lumOff val="40000"/>
            </a:schemeClr>
          </a:solidFill>
          <a:ln w="12700">
            <a:solidFill>
              <a:schemeClr val="tx1"/>
            </a:solidFill>
          </a:ln>
        </p:spPr>
        <p:txBody>
          <a:bodyPr wrap="none" rtlCol="0">
            <a:spAutoFit/>
          </a:bodyPr>
          <a:lstStyle/>
          <a:p>
            <a:pPr algn="ctr"/>
            <a:r>
              <a:rPr lang="en-GB" sz="2400" dirty="0"/>
              <a:t>KEY TERMS</a:t>
            </a:r>
          </a:p>
        </p:txBody>
      </p:sp>
      <p:sp>
        <p:nvSpPr>
          <p:cNvPr id="8" name="TextBox 7">
            <a:extLst>
              <a:ext uri="{FF2B5EF4-FFF2-40B4-BE49-F238E27FC236}">
                <a16:creationId xmlns:a16="http://schemas.microsoft.com/office/drawing/2014/main" id="{E949F5F1-665A-C04E-A669-71FD4AEE79EA}"/>
              </a:ext>
            </a:extLst>
          </p:cNvPr>
          <p:cNvSpPr txBox="1"/>
          <p:nvPr userDrawn="1"/>
        </p:nvSpPr>
        <p:spPr>
          <a:xfrm>
            <a:off x="10676065" y="6111846"/>
            <a:ext cx="1587293" cy="461665"/>
          </a:xfrm>
          <a:prstGeom prst="rect">
            <a:avLst/>
          </a:prstGeom>
          <a:solidFill>
            <a:schemeClr val="accent2"/>
          </a:solidFill>
          <a:ln w="12700">
            <a:solidFill>
              <a:schemeClr val="tx1"/>
            </a:solidFill>
          </a:ln>
        </p:spPr>
        <p:txBody>
          <a:bodyPr wrap="none" rtlCol="0">
            <a:spAutoFit/>
          </a:bodyPr>
          <a:lstStyle/>
          <a:p>
            <a:pPr algn="ctr"/>
            <a:r>
              <a:rPr lang="en-GB" sz="2400" dirty="0"/>
              <a:t>KEY TERMS</a:t>
            </a:r>
          </a:p>
        </p:txBody>
      </p:sp>
      <p:sp>
        <p:nvSpPr>
          <p:cNvPr id="10" name="Rectangle 9">
            <a:extLst>
              <a:ext uri="{FF2B5EF4-FFF2-40B4-BE49-F238E27FC236}">
                <a16:creationId xmlns:a16="http://schemas.microsoft.com/office/drawing/2014/main" id="{4E63769C-FE9E-9F46-BD65-E961F9D36AE5}"/>
              </a:ext>
            </a:extLst>
          </p:cNvPr>
          <p:cNvSpPr/>
          <p:nvPr userDrawn="1"/>
        </p:nvSpPr>
        <p:spPr>
          <a:xfrm>
            <a:off x="-3577" y="6052406"/>
            <a:ext cx="12195577" cy="830997"/>
          </a:xfrm>
          <a:prstGeom prst="rect">
            <a:avLst/>
          </a:prstGeom>
        </p:spPr>
        <p:txBody>
          <a:bodyPr wrap="square" anchor="b">
            <a:spAutoFit/>
          </a:bodyPr>
          <a:lstStyle/>
          <a:p>
            <a:pPr marL="184142" indent="-184142">
              <a:buFont typeface="Arial" panose="020B0604020202020204" pitchFamily="34" charset="0"/>
              <a:buChar char="•"/>
            </a:pPr>
            <a:r>
              <a:rPr lang="en-GB" sz="1600" dirty="0">
                <a:solidFill>
                  <a:schemeClr val="bg1">
                    <a:lumMod val="50000"/>
                  </a:schemeClr>
                </a:solidFill>
                <a:latin typeface="Calibri" charset="0"/>
                <a:ea typeface="Calibri" charset="0"/>
                <a:cs typeface="Calibri" charset="0"/>
              </a:rPr>
              <a:t>Developing learners will be able to calculate the volume of a prism.</a:t>
            </a:r>
          </a:p>
          <a:p>
            <a:pPr marL="184142" indent="-184142">
              <a:buFont typeface="Arial" panose="020B0604020202020204" pitchFamily="34" charset="0"/>
              <a:buChar char="•"/>
            </a:pPr>
            <a:r>
              <a:rPr lang="en-GB" sz="1600" dirty="0">
                <a:solidFill>
                  <a:schemeClr val="bg1">
                    <a:lumMod val="50000"/>
                  </a:schemeClr>
                </a:solidFill>
                <a:latin typeface="Calibri" charset="0"/>
                <a:ea typeface="Calibri" charset="0"/>
                <a:cs typeface="Calibri" charset="0"/>
              </a:rPr>
              <a:t>Secure learners will be able to find the missing length of a prism given its volume and cross-section.</a:t>
            </a:r>
          </a:p>
          <a:p>
            <a:pPr marL="184142" indent="-184142">
              <a:buFont typeface="Arial" panose="020B0604020202020204" pitchFamily="34" charset="0"/>
              <a:buChar char="•"/>
            </a:pPr>
            <a:r>
              <a:rPr lang="en-GB" sz="1600" dirty="0">
                <a:solidFill>
                  <a:schemeClr val="bg1">
                    <a:lumMod val="50000"/>
                  </a:schemeClr>
                </a:solidFill>
                <a:latin typeface="Calibri" charset="0"/>
                <a:ea typeface="Calibri" charset="0"/>
                <a:cs typeface="Calibri" charset="0"/>
              </a:rPr>
              <a:t>Excelling learners will be able to solve unfamiliar problems using their knowledge of calculating the volume of a prism.</a:t>
            </a:r>
          </a:p>
        </p:txBody>
      </p:sp>
      <p:cxnSp>
        <p:nvCxnSpPr>
          <p:cNvPr id="13" name="Straight Connector 12">
            <a:extLst>
              <a:ext uri="{FF2B5EF4-FFF2-40B4-BE49-F238E27FC236}">
                <a16:creationId xmlns:a16="http://schemas.microsoft.com/office/drawing/2014/main" id="{F8755F17-9300-5B4E-9FB7-AA7507610099}"/>
              </a:ext>
            </a:extLst>
          </p:cNvPr>
          <p:cNvCxnSpPr>
            <a:cxnSpLocks/>
          </p:cNvCxnSpPr>
          <p:nvPr userDrawn="1"/>
        </p:nvCxnSpPr>
        <p:spPr>
          <a:xfrm>
            <a:off x="0" y="6009732"/>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0611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nextCondLst>
                <p:cond evt="onClick" delay="0">
                  <p:tgtEl>
                    <p:spTgt spid="7"/>
                  </p:tgtEl>
                </p:cond>
              </p:nextCondLst>
            </p:seq>
            <p:seq concurrent="1" nextAc="seek">
              <p:cTn id="11" restart="whenNotActive" fill="hold" evtFilter="cancelBubble" nodeType="interactiveSeq">
                <p:stCondLst>
                  <p:cond evt="onClick" delay="0">
                    <p:tgtEl>
                      <p:spTgt spid="8"/>
                    </p:tgtEl>
                  </p:cond>
                </p:stCondLst>
                <p:endSync evt="end" delay="0">
                  <p:rtn val="all"/>
                </p:endSync>
                <p:childTnLst>
                  <p:par>
                    <p:cTn id="12" fill="hold">
                      <p:stCondLst>
                        <p:cond delay="0"/>
                      </p:stCondLst>
                      <p:childTnLst>
                        <p:par>
                          <p:cTn id="13" fill="hold">
                            <p:stCondLst>
                              <p:cond delay="0"/>
                            </p:stCondLst>
                            <p:childTnLst>
                              <p:par>
                                <p:cTn id="14" presetID="9" presetClass="exit" presetSubtype="0" fill="hold" grpId="1" nodeType="withEffect">
                                  <p:stCondLst>
                                    <p:cond delay="0"/>
                                  </p:stCondLst>
                                  <p:childTnLst>
                                    <p:animEffect transition="out" filter="dissolv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par>
                                <p:cTn id="17" presetID="9" presetClass="exit" presetSubtype="0" fill="hold" grpId="1" nodeType="withEffect">
                                  <p:stCondLst>
                                    <p:cond delay="0"/>
                                  </p:stCondLst>
                                  <p:childTnLst>
                                    <p:animEffect transition="out" filter="dissolve">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6" grpId="0" animBg="1"/>
      <p:bldP spid="6" grpId="1" animBg="1"/>
      <p:bldP spid="6" grpId="2" animBg="1"/>
      <p:bldP spid="6" grpId="3" animBg="1"/>
      <p:bldP spid="6" grpId="4" animBg="1"/>
      <p:bldP spid="6" grpId="5" animBg="1"/>
      <p:bldP spid="6" grpId="6" animBg="1"/>
      <p:bldP spid="6" grpId="7" animBg="1"/>
      <p:bldP spid="6" grpId="8" animBg="1"/>
      <p:bldP spid="6" grpId="9" animBg="1"/>
      <p:bldP spid="6" grpId="10" animBg="1"/>
      <p:bldP spid="6" grpId="11" animBg="1"/>
      <p:bldP spid="6" grpId="12" animBg="1"/>
      <p:bldP spid="6" grpId="13" animBg="1"/>
      <p:bldP spid="6" grpId="14" animBg="1"/>
      <p:bldP spid="6" grpId="15" animBg="1"/>
      <p:bldP spid="6" grpId="16" animBg="1"/>
      <p:bldP spid="6" grpId="17" animBg="1"/>
      <p:bldP spid="6" grpId="18" animBg="1"/>
      <p:bldP spid="6" grpId="19" animBg="1"/>
      <p:bldP spid="6" grpId="20" animBg="1"/>
      <p:bldP spid="6" grpId="21" animBg="1"/>
      <p:bldP spid="8" grpId="0" animBg="1"/>
      <p:bldP spid="8" grpId="1" animBg="1"/>
      <p:bldP spid="8" grpId="2" animBg="1"/>
      <p:bldP spid="8" grpId="3" animBg="1"/>
      <p:bldP spid="8" grpId="4" animBg="1"/>
      <p:bldP spid="8" grpId="5" animBg="1"/>
      <p:bldP spid="8" grpId="6" animBg="1"/>
      <p:bldP spid="8" grpId="7" animBg="1"/>
      <p:bldP spid="8" grpId="8" animBg="1"/>
      <p:bldP spid="8" grpId="9" animBg="1"/>
      <p:bldP spid="8" grpId="10" animBg="1"/>
      <p:bldP spid="8" grpId="11" animBg="1"/>
      <p:bldP spid="8" grpId="12" animBg="1"/>
      <p:bldP spid="8" grpId="13" animBg="1"/>
      <p:bldP spid="8" grpId="14" animBg="1"/>
      <p:bldP spid="8" grpId="15" animBg="1"/>
      <p:bldP spid="8" grpId="16" animBg="1"/>
      <p:bldP spid="8" grpId="17" animBg="1"/>
      <p:bldP spid="8" grpId="18" animBg="1"/>
      <p:bldP spid="8" grpId="19" animBg="1"/>
      <p:bldP spid="8" grpId="20" animBg="1"/>
      <p:bldP spid="8" grpId="21" animBg="1"/>
    </p:bldLst>
  </p:timing>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767"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3"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1"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customXml" Target="../ink/ink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555597-6C8E-44F8-0BD7-1065834EA580}"/>
              </a:ext>
            </a:extLst>
          </p:cNvPr>
          <p:cNvSpPr>
            <a:spLocks noGrp="1"/>
          </p:cNvSpPr>
          <p:nvPr>
            <p:ph type="title"/>
          </p:nvPr>
        </p:nvSpPr>
        <p:spPr/>
        <p:txBody>
          <a:bodyPr/>
          <a:lstStyle/>
          <a:p>
            <a:r>
              <a:rPr lang="en-US" dirty="0"/>
              <a:t>Lesson objective</a:t>
            </a:r>
            <a:endParaRPr lang="en-AU" dirty="0"/>
          </a:p>
        </p:txBody>
      </p:sp>
      <p:sp>
        <p:nvSpPr>
          <p:cNvPr id="7" name="Content Placeholder 6">
            <a:extLst>
              <a:ext uri="{FF2B5EF4-FFF2-40B4-BE49-F238E27FC236}">
                <a16:creationId xmlns:a16="http://schemas.microsoft.com/office/drawing/2014/main" id="{AC8189A7-5CFE-4E07-0862-F8A65D8D5E5F}"/>
              </a:ext>
            </a:extLst>
          </p:cNvPr>
          <p:cNvSpPr>
            <a:spLocks noGrp="1"/>
          </p:cNvSpPr>
          <p:nvPr>
            <p:ph idx="1"/>
          </p:nvPr>
        </p:nvSpPr>
        <p:spPr/>
        <p:txBody>
          <a:bodyPr/>
          <a:lstStyle/>
          <a:p>
            <a:pPr marL="0" indent="0">
              <a:buNone/>
            </a:pPr>
            <a:r>
              <a:rPr lang="en-US" dirty="0"/>
              <a:t>Tittle: </a:t>
            </a:r>
            <a:r>
              <a:rPr lang="en-US" dirty="0">
                <a:solidFill>
                  <a:srgbClr val="00B0F0"/>
                </a:solidFill>
              </a:rPr>
              <a:t>Volume and capacity </a:t>
            </a:r>
          </a:p>
          <a:p>
            <a:pPr marL="0" indent="0">
              <a:buNone/>
            </a:pPr>
            <a:endParaRPr lang="en-AU" dirty="0">
              <a:solidFill>
                <a:srgbClr val="00B0F0"/>
              </a:solidFill>
            </a:endParaRPr>
          </a:p>
          <a:p>
            <a:pPr marL="0" indent="0">
              <a:buNone/>
            </a:pPr>
            <a:r>
              <a:rPr lang="en-AU" dirty="0">
                <a:solidFill>
                  <a:srgbClr val="00B0F0"/>
                </a:solidFill>
              </a:rPr>
              <a:t>Aim – be able to:</a:t>
            </a:r>
          </a:p>
          <a:p>
            <a:pPr>
              <a:buFont typeface="Wingdings" panose="05000000000000000000" pitchFamily="2" charset="2"/>
              <a:buChar char="q"/>
            </a:pPr>
            <a:r>
              <a:rPr lang="en-AU" dirty="0">
                <a:solidFill>
                  <a:srgbClr val="00B0F0"/>
                </a:solidFill>
              </a:rPr>
              <a:t> Convert units of volume and capacity </a:t>
            </a:r>
          </a:p>
          <a:p>
            <a:pPr>
              <a:buFont typeface="Wingdings" panose="05000000000000000000" pitchFamily="2" charset="2"/>
              <a:buChar char="q"/>
            </a:pPr>
            <a:r>
              <a:rPr lang="en-AU" dirty="0">
                <a:solidFill>
                  <a:srgbClr val="00B0F0"/>
                </a:solidFill>
              </a:rPr>
              <a:t> Calculate volume of solids </a:t>
            </a:r>
          </a:p>
          <a:p>
            <a:pPr marL="0" indent="0">
              <a:buNone/>
            </a:pPr>
            <a:r>
              <a:rPr lang="en-AU" dirty="0">
                <a:solidFill>
                  <a:srgbClr val="00B0F0"/>
                </a:solidFill>
              </a:rPr>
              <a:t>Plan:</a:t>
            </a:r>
          </a:p>
          <a:p>
            <a:pPr>
              <a:buFontTx/>
              <a:buChar char="-"/>
            </a:pPr>
            <a:r>
              <a:rPr lang="en-AU" dirty="0">
                <a:solidFill>
                  <a:srgbClr val="00B0F0"/>
                </a:solidFill>
              </a:rPr>
              <a:t>Review cross-sections </a:t>
            </a:r>
          </a:p>
          <a:p>
            <a:pPr>
              <a:buFontTx/>
              <a:buChar char="-"/>
            </a:pPr>
            <a:r>
              <a:rPr lang="en-AU" dirty="0">
                <a:solidFill>
                  <a:srgbClr val="00B0F0"/>
                </a:solidFill>
              </a:rPr>
              <a:t>Conversions </a:t>
            </a:r>
            <a:endParaRPr lang="en-US" dirty="0">
              <a:solidFill>
                <a:srgbClr val="00B0F0"/>
              </a:solidFill>
            </a:endParaRPr>
          </a:p>
        </p:txBody>
      </p:sp>
      <p:sp>
        <p:nvSpPr>
          <p:cNvPr id="8" name="TextBox 7">
            <a:extLst>
              <a:ext uri="{FF2B5EF4-FFF2-40B4-BE49-F238E27FC236}">
                <a16:creationId xmlns:a16="http://schemas.microsoft.com/office/drawing/2014/main" id="{90B7F238-D7B0-2D9D-D3DF-800CD871563F}"/>
              </a:ext>
            </a:extLst>
          </p:cNvPr>
          <p:cNvSpPr txBox="1"/>
          <p:nvPr/>
        </p:nvSpPr>
        <p:spPr>
          <a:xfrm>
            <a:off x="5193437" y="1363960"/>
            <a:ext cx="3515558" cy="830997"/>
          </a:xfrm>
          <a:prstGeom prst="rect">
            <a:avLst/>
          </a:prstGeom>
          <a:noFill/>
        </p:spPr>
        <p:txBody>
          <a:bodyPr wrap="square" rtlCol="0">
            <a:spAutoFit/>
          </a:bodyPr>
          <a:lstStyle/>
          <a:p>
            <a:r>
              <a:rPr lang="en-US" sz="2400" b="1" dirty="0">
                <a:highlight>
                  <a:srgbClr val="FFFF00"/>
                </a:highlight>
              </a:rPr>
              <a:t>Need calculators and whiteboards</a:t>
            </a:r>
            <a:r>
              <a:rPr lang="en-US" dirty="0"/>
              <a:t>.</a:t>
            </a:r>
            <a:endParaRPr lang="en-AU" dirty="0"/>
          </a:p>
        </p:txBody>
      </p:sp>
    </p:spTree>
    <p:extLst>
      <p:ext uri="{BB962C8B-B14F-4D97-AF65-F5344CB8AC3E}">
        <p14:creationId xmlns:p14="http://schemas.microsoft.com/office/powerpoint/2010/main" val="326229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318EF-892D-43E8-9494-BA4546E0926B}"/>
              </a:ext>
            </a:extLst>
          </p:cNvPr>
          <p:cNvSpPr>
            <a:spLocks noGrp="1"/>
          </p:cNvSpPr>
          <p:nvPr>
            <p:ph type="title"/>
          </p:nvPr>
        </p:nvSpPr>
        <p:spPr/>
        <p:txBody>
          <a:bodyPr/>
          <a:lstStyle/>
          <a:p>
            <a:pPr algn="ctr"/>
            <a:r>
              <a:rPr lang="en-US" dirty="0"/>
              <a:t>Fill in the blanks </a:t>
            </a:r>
            <a:endParaRPr lang="en-AU" dirty="0"/>
          </a:p>
        </p:txBody>
      </p:sp>
      <p:sp>
        <p:nvSpPr>
          <p:cNvPr id="3" name="Content Placeholder 2">
            <a:extLst>
              <a:ext uri="{FF2B5EF4-FFF2-40B4-BE49-F238E27FC236}">
                <a16:creationId xmlns:a16="http://schemas.microsoft.com/office/drawing/2014/main" id="{6FE20218-1E2B-4DBE-8361-993002120CEB}"/>
              </a:ext>
            </a:extLst>
          </p:cNvPr>
          <p:cNvSpPr>
            <a:spLocks noGrp="1"/>
          </p:cNvSpPr>
          <p:nvPr>
            <p:ph idx="1"/>
          </p:nvPr>
        </p:nvSpPr>
        <p:spPr/>
        <p:txBody>
          <a:bodyPr/>
          <a:lstStyle/>
          <a:p>
            <a:pPr marL="0" indent="0">
              <a:buNone/>
            </a:pPr>
            <a:r>
              <a:rPr lang="en-US" dirty="0"/>
              <a:t>Volume is the amount of space contained or taken up by a 3-_________ object. Volume can be determined by calculating the area of the _____________ (or face) and ___________ it by the ______ of the prism. </a:t>
            </a:r>
            <a:endParaRPr lang="en-AU" dirty="0"/>
          </a:p>
        </p:txBody>
      </p:sp>
      <p:sp>
        <p:nvSpPr>
          <p:cNvPr id="4" name="TextBox 3">
            <a:extLst>
              <a:ext uri="{FF2B5EF4-FFF2-40B4-BE49-F238E27FC236}">
                <a16:creationId xmlns:a16="http://schemas.microsoft.com/office/drawing/2014/main" id="{F078192D-C1B4-49A2-85B3-6CDDE751D8F6}"/>
              </a:ext>
            </a:extLst>
          </p:cNvPr>
          <p:cNvSpPr txBox="1"/>
          <p:nvPr/>
        </p:nvSpPr>
        <p:spPr>
          <a:xfrm>
            <a:off x="838200" y="5088469"/>
            <a:ext cx="1013238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Multiplying 		cross-section		Dimensional		length</a:t>
            </a:r>
          </a:p>
        </p:txBody>
      </p:sp>
    </p:spTree>
    <p:extLst>
      <p:ext uri="{BB962C8B-B14F-4D97-AF65-F5344CB8AC3E}">
        <p14:creationId xmlns:p14="http://schemas.microsoft.com/office/powerpoint/2010/main" val="3195814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3460283A-0C1A-264A-A04F-B4E5787CBDB9}"/>
              </a:ext>
            </a:extLst>
          </p:cNvPr>
          <p:cNvSpPr/>
          <p:nvPr/>
        </p:nvSpPr>
        <p:spPr>
          <a:xfrm>
            <a:off x="7066280" y="1689944"/>
            <a:ext cx="1112520" cy="36646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GB">
              <a:solidFill>
                <a:srgbClr val="FFFFFF"/>
              </a:solidFill>
              <a:latin typeface="Calibri" panose="020F0502020204030204"/>
            </a:endParaRPr>
          </a:p>
        </p:txBody>
      </p:sp>
      <p:sp>
        <p:nvSpPr>
          <p:cNvPr id="4" name="Rectangle 3">
            <a:extLst>
              <a:ext uri="{FF2B5EF4-FFF2-40B4-BE49-F238E27FC236}">
                <a16:creationId xmlns:a16="http://schemas.microsoft.com/office/drawing/2014/main" id="{573026D6-BEA6-3745-9D38-7269927C6F45}"/>
              </a:ext>
            </a:extLst>
          </p:cNvPr>
          <p:cNvSpPr/>
          <p:nvPr/>
        </p:nvSpPr>
        <p:spPr>
          <a:xfrm>
            <a:off x="4048760" y="1689944"/>
            <a:ext cx="1952229" cy="36646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GB">
              <a:solidFill>
                <a:srgbClr val="FFFFFF"/>
              </a:solidFill>
              <a:latin typeface="Calibri" panose="020F0502020204030204"/>
            </a:endParaRPr>
          </a:p>
        </p:txBody>
      </p:sp>
      <p:sp>
        <p:nvSpPr>
          <p:cNvPr id="11" name="TextBox 10">
            <a:extLst>
              <a:ext uri="{FF2B5EF4-FFF2-40B4-BE49-F238E27FC236}">
                <a16:creationId xmlns:a16="http://schemas.microsoft.com/office/drawing/2014/main" id="{1E65D392-F73E-7346-A8A4-6A3239EBF383}"/>
              </a:ext>
            </a:extLst>
          </p:cNvPr>
          <p:cNvSpPr txBox="1"/>
          <p:nvPr/>
        </p:nvSpPr>
        <p:spPr>
          <a:xfrm>
            <a:off x="56806" y="1262236"/>
            <a:ext cx="12078389" cy="820866"/>
          </a:xfrm>
          <a:prstGeom prst="rect">
            <a:avLst/>
          </a:prstGeom>
          <a:noFill/>
        </p:spPr>
        <p:txBody>
          <a:bodyPr wrap="square" lIns="48000" tIns="0" rIns="0" bIns="0" rtlCol="0">
            <a:spAutoFit/>
          </a:bodyPr>
          <a:lstStyle/>
          <a:p>
            <a:pPr algn="ctr" defTabSz="914377">
              <a:defRPr/>
            </a:pPr>
            <a:r>
              <a:rPr lang="en-GB" altLang="en-US" sz="2667" dirty="0">
                <a:solidFill>
                  <a:srgbClr val="000000"/>
                </a:solidFill>
                <a:latin typeface="Calibri" panose="020F0502020204030204"/>
              </a:rPr>
              <a:t>Before finding the volume of a prism, you first have to identify its</a:t>
            </a:r>
            <a:br>
              <a:rPr lang="en-GB" altLang="en-US" sz="2667" dirty="0">
                <a:solidFill>
                  <a:srgbClr val="000000"/>
                </a:solidFill>
                <a:latin typeface="Calibri" panose="020F0502020204030204"/>
              </a:rPr>
            </a:br>
            <a:r>
              <a:rPr lang="en-GB" altLang="en-US" sz="2667" b="1" dirty="0">
                <a:solidFill>
                  <a:srgbClr val="000000"/>
                </a:solidFill>
                <a:latin typeface="Calibri" panose="020F0502020204030204"/>
              </a:rPr>
              <a:t>cross-section</a:t>
            </a:r>
            <a:r>
              <a:rPr lang="en-GB" altLang="en-US" sz="2667" dirty="0">
                <a:solidFill>
                  <a:srgbClr val="000000"/>
                </a:solidFill>
                <a:latin typeface="Calibri" panose="020F0502020204030204"/>
              </a:rPr>
              <a:t>  and its  </a:t>
            </a:r>
            <a:r>
              <a:rPr lang="en-GB" altLang="en-US" sz="2667" b="1" dirty="0">
                <a:solidFill>
                  <a:srgbClr val="000000"/>
                </a:solidFill>
                <a:latin typeface="Calibri" panose="020F0502020204030204"/>
              </a:rPr>
              <a:t>length</a:t>
            </a:r>
            <a:r>
              <a:rPr lang="en-GB" altLang="en-US" sz="2667" dirty="0">
                <a:solidFill>
                  <a:srgbClr val="000000"/>
                </a:solidFill>
                <a:latin typeface="Calibri" panose="020F0502020204030204"/>
              </a:rPr>
              <a:t>.</a:t>
            </a:r>
          </a:p>
        </p:txBody>
      </p:sp>
      <p:cxnSp>
        <p:nvCxnSpPr>
          <p:cNvPr id="26" name="Straight Connector 25">
            <a:extLst>
              <a:ext uri="{FF2B5EF4-FFF2-40B4-BE49-F238E27FC236}">
                <a16:creationId xmlns:a16="http://schemas.microsoft.com/office/drawing/2014/main" id="{BC3DB859-FD85-944D-9E1E-5D67D668F491}"/>
              </a:ext>
            </a:extLst>
          </p:cNvPr>
          <p:cNvCxnSpPr>
            <a:cxnSpLocks/>
          </p:cNvCxnSpPr>
          <p:nvPr/>
        </p:nvCxnSpPr>
        <p:spPr>
          <a:xfrm flipH="1">
            <a:off x="0" y="2189456"/>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523C3CA-037A-6345-98C1-86DD82942402}"/>
              </a:ext>
            </a:extLst>
          </p:cNvPr>
          <p:cNvSpPr txBox="1"/>
          <p:nvPr/>
        </p:nvSpPr>
        <p:spPr>
          <a:xfrm>
            <a:off x="26696" y="2216152"/>
            <a:ext cx="684403" cy="369332"/>
          </a:xfrm>
          <a:prstGeom prst="rect">
            <a:avLst/>
          </a:prstGeom>
          <a:noFill/>
        </p:spPr>
        <p:txBody>
          <a:bodyPr wrap="square" lIns="48000" tIns="0" rIns="0" bIns="0" rtlCol="0">
            <a:spAutoFit/>
          </a:bodyPr>
          <a:lstStyle/>
          <a:p>
            <a:pPr defTabSz="914377"/>
            <a:r>
              <a:rPr lang="en-GB" sz="2400" b="1" dirty="0">
                <a:solidFill>
                  <a:srgbClr val="000000"/>
                </a:solidFill>
                <a:latin typeface="Calibri" panose="020F0502020204030204"/>
              </a:rPr>
              <a:t>Ex1</a:t>
            </a:r>
          </a:p>
        </p:txBody>
      </p:sp>
      <p:sp>
        <p:nvSpPr>
          <p:cNvPr id="28" name="TextBox 27">
            <a:extLst>
              <a:ext uri="{FF2B5EF4-FFF2-40B4-BE49-F238E27FC236}">
                <a16:creationId xmlns:a16="http://schemas.microsoft.com/office/drawing/2014/main" id="{521E5250-9FD5-FE4E-9F9C-B8D2735D9437}"/>
              </a:ext>
            </a:extLst>
          </p:cNvPr>
          <p:cNvSpPr txBox="1"/>
          <p:nvPr/>
        </p:nvSpPr>
        <p:spPr>
          <a:xfrm>
            <a:off x="608068" y="2216152"/>
            <a:ext cx="9955365" cy="369332"/>
          </a:xfrm>
          <a:prstGeom prst="rect">
            <a:avLst/>
          </a:prstGeom>
          <a:noFill/>
        </p:spPr>
        <p:txBody>
          <a:bodyPr wrap="square" lIns="48000" tIns="0" rIns="0" bIns="0" rtlCol="0">
            <a:spAutoFit/>
          </a:bodyPr>
          <a:lstStyle/>
          <a:p>
            <a:pPr defTabSz="914377">
              <a:defRPr/>
            </a:pPr>
            <a:r>
              <a:rPr lang="en-GB" altLang="en-US" sz="2400" dirty="0">
                <a:solidFill>
                  <a:srgbClr val="000000"/>
                </a:solidFill>
                <a:latin typeface="Calibri" panose="020F0502020204030204"/>
              </a:rPr>
              <a:t>Shade the cross section and label the length for each of the following prisms.</a:t>
            </a:r>
            <a:endParaRPr lang="en-GB" altLang="en-US" sz="2400" baseline="30000" dirty="0">
              <a:solidFill>
                <a:srgbClr val="000000"/>
              </a:solidFill>
              <a:latin typeface="Calibri" panose="020F0502020204030204"/>
            </a:endParaRPr>
          </a:p>
        </p:txBody>
      </p:sp>
      <p:pic>
        <p:nvPicPr>
          <p:cNvPr id="8" name="Picture 7">
            <a:extLst>
              <a:ext uri="{FF2B5EF4-FFF2-40B4-BE49-F238E27FC236}">
                <a16:creationId xmlns:a16="http://schemas.microsoft.com/office/drawing/2014/main" id="{096B5CEF-A901-AC4C-865C-16B3C56C1387}"/>
              </a:ext>
            </a:extLst>
          </p:cNvPr>
          <p:cNvPicPr>
            <a:picLocks noChangeAspect="1"/>
          </p:cNvPicPr>
          <p:nvPr/>
        </p:nvPicPr>
        <p:blipFill>
          <a:blip r:embed="rId3"/>
          <a:stretch>
            <a:fillRect/>
          </a:stretch>
        </p:blipFill>
        <p:spPr>
          <a:xfrm rot="900000">
            <a:off x="6607838" y="3942056"/>
            <a:ext cx="3129380" cy="1990933"/>
          </a:xfrm>
          <a:prstGeom prst="rect">
            <a:avLst/>
          </a:prstGeom>
        </p:spPr>
      </p:pic>
      <p:pic>
        <p:nvPicPr>
          <p:cNvPr id="10" name="Picture 9">
            <a:extLst>
              <a:ext uri="{FF2B5EF4-FFF2-40B4-BE49-F238E27FC236}">
                <a16:creationId xmlns:a16="http://schemas.microsoft.com/office/drawing/2014/main" id="{13A92C5B-E00A-C341-ADE3-5359122E5B21}"/>
              </a:ext>
            </a:extLst>
          </p:cNvPr>
          <p:cNvPicPr>
            <a:picLocks noChangeAspect="1"/>
          </p:cNvPicPr>
          <p:nvPr/>
        </p:nvPicPr>
        <p:blipFill>
          <a:blip r:embed="rId4"/>
          <a:stretch>
            <a:fillRect/>
          </a:stretch>
        </p:blipFill>
        <p:spPr>
          <a:xfrm flipH="1">
            <a:off x="5043888" y="2600730"/>
            <a:ext cx="2844891" cy="1809940"/>
          </a:xfrm>
          <a:prstGeom prst="rect">
            <a:avLst/>
          </a:prstGeom>
        </p:spPr>
      </p:pic>
      <p:pic>
        <p:nvPicPr>
          <p:cNvPr id="31" name="Picture 30">
            <a:extLst>
              <a:ext uri="{FF2B5EF4-FFF2-40B4-BE49-F238E27FC236}">
                <a16:creationId xmlns:a16="http://schemas.microsoft.com/office/drawing/2014/main" id="{516DEF1C-3A0B-344F-ABEE-3A302BAD269F}"/>
              </a:ext>
            </a:extLst>
          </p:cNvPr>
          <p:cNvPicPr>
            <a:picLocks noChangeAspect="1"/>
          </p:cNvPicPr>
          <p:nvPr/>
        </p:nvPicPr>
        <p:blipFill>
          <a:blip r:embed="rId5"/>
          <a:stretch>
            <a:fillRect/>
          </a:stretch>
        </p:blipFill>
        <p:spPr>
          <a:xfrm rot="900000">
            <a:off x="567625" y="2422207"/>
            <a:ext cx="2844891" cy="1809940"/>
          </a:xfrm>
          <a:prstGeom prst="rect">
            <a:avLst/>
          </a:prstGeom>
        </p:spPr>
      </p:pic>
      <p:pic>
        <p:nvPicPr>
          <p:cNvPr id="34" name="Picture 33">
            <a:extLst>
              <a:ext uri="{FF2B5EF4-FFF2-40B4-BE49-F238E27FC236}">
                <a16:creationId xmlns:a16="http://schemas.microsoft.com/office/drawing/2014/main" id="{1DF2F292-9F68-A34A-88CB-53F4F513858A}"/>
              </a:ext>
            </a:extLst>
          </p:cNvPr>
          <p:cNvPicPr>
            <a:picLocks noChangeAspect="1"/>
          </p:cNvPicPr>
          <p:nvPr/>
        </p:nvPicPr>
        <p:blipFill>
          <a:blip r:embed="rId6"/>
          <a:stretch>
            <a:fillRect/>
          </a:stretch>
        </p:blipFill>
        <p:spPr>
          <a:xfrm>
            <a:off x="2656463" y="4039139"/>
            <a:ext cx="2844891" cy="1809939"/>
          </a:xfrm>
          <a:prstGeom prst="rect">
            <a:avLst/>
          </a:prstGeom>
        </p:spPr>
      </p:pic>
      <p:pic>
        <p:nvPicPr>
          <p:cNvPr id="12" name="Picture 11">
            <a:extLst>
              <a:ext uri="{FF2B5EF4-FFF2-40B4-BE49-F238E27FC236}">
                <a16:creationId xmlns:a16="http://schemas.microsoft.com/office/drawing/2014/main" id="{7606DED2-E303-4B4D-954F-D5409B4840F5}"/>
              </a:ext>
            </a:extLst>
          </p:cNvPr>
          <p:cNvPicPr>
            <a:picLocks noChangeAspect="1"/>
          </p:cNvPicPr>
          <p:nvPr/>
        </p:nvPicPr>
        <p:blipFill>
          <a:blip r:embed="rId7"/>
          <a:stretch>
            <a:fillRect/>
          </a:stretch>
        </p:blipFill>
        <p:spPr>
          <a:xfrm rot="5400000">
            <a:off x="8714975" y="3089581"/>
            <a:ext cx="3786547" cy="2409028"/>
          </a:xfrm>
          <a:prstGeom prst="rect">
            <a:avLst/>
          </a:prstGeom>
        </p:spPr>
      </p:pic>
      <p:sp>
        <p:nvSpPr>
          <p:cNvPr id="14" name="Rectangle 13">
            <a:extLst>
              <a:ext uri="{FF2B5EF4-FFF2-40B4-BE49-F238E27FC236}">
                <a16:creationId xmlns:a16="http://schemas.microsoft.com/office/drawing/2014/main" id="{512C520C-0069-A942-BF9A-A7A61BA2C2DF}"/>
              </a:ext>
            </a:extLst>
          </p:cNvPr>
          <p:cNvSpPr/>
          <p:nvPr/>
        </p:nvSpPr>
        <p:spPr>
          <a:xfrm rot="16200000">
            <a:off x="-163423" y="2897904"/>
            <a:ext cx="910936" cy="269731"/>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77"/>
            <a:r>
              <a:rPr lang="en-GB" dirty="0">
                <a:solidFill>
                  <a:srgbClr val="000000"/>
                </a:solidFill>
                <a:latin typeface="Calibri" panose="020F0502020204030204"/>
              </a:rPr>
              <a:t>Solution</a:t>
            </a:r>
          </a:p>
        </p:txBody>
      </p:sp>
      <p:pic>
        <p:nvPicPr>
          <p:cNvPr id="15" name="Picture 14">
            <a:extLst>
              <a:ext uri="{FF2B5EF4-FFF2-40B4-BE49-F238E27FC236}">
                <a16:creationId xmlns:a16="http://schemas.microsoft.com/office/drawing/2014/main" id="{D79FF5A3-4602-C446-9487-B8E6B322DDC6}"/>
              </a:ext>
            </a:extLst>
          </p:cNvPr>
          <p:cNvPicPr>
            <a:picLocks noChangeAspect="1"/>
          </p:cNvPicPr>
          <p:nvPr/>
        </p:nvPicPr>
        <p:blipFill>
          <a:blip r:embed="rId8"/>
          <a:stretch>
            <a:fillRect/>
          </a:stretch>
        </p:blipFill>
        <p:spPr>
          <a:xfrm rot="900000">
            <a:off x="567624" y="2422207"/>
            <a:ext cx="2844891" cy="1809939"/>
          </a:xfrm>
          <a:prstGeom prst="rect">
            <a:avLst/>
          </a:prstGeom>
        </p:spPr>
      </p:pic>
      <p:cxnSp>
        <p:nvCxnSpPr>
          <p:cNvPr id="5" name="Straight Connector 4">
            <a:extLst>
              <a:ext uri="{FF2B5EF4-FFF2-40B4-BE49-F238E27FC236}">
                <a16:creationId xmlns:a16="http://schemas.microsoft.com/office/drawing/2014/main" id="{68BADAD6-29B7-2949-B7E6-34BD4DCDAF9F}"/>
              </a:ext>
            </a:extLst>
          </p:cNvPr>
          <p:cNvCxnSpPr>
            <a:cxnSpLocks/>
          </p:cNvCxnSpPr>
          <p:nvPr/>
        </p:nvCxnSpPr>
        <p:spPr>
          <a:xfrm>
            <a:off x="1681557" y="4125414"/>
            <a:ext cx="1439257" cy="1"/>
          </a:xfrm>
          <a:prstGeom prst="line">
            <a:avLst/>
          </a:prstGeom>
          <a:ln w="19050">
            <a:solidFill>
              <a:schemeClr val="accent6">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1DB3190-783A-834C-AC7D-91538B9266D4}"/>
              </a:ext>
            </a:extLst>
          </p:cNvPr>
          <p:cNvSpPr txBox="1"/>
          <p:nvPr/>
        </p:nvSpPr>
        <p:spPr>
          <a:xfrm>
            <a:off x="1912116" y="4107969"/>
            <a:ext cx="978136" cy="287323"/>
          </a:xfrm>
          <a:prstGeom prst="rect">
            <a:avLst/>
          </a:prstGeom>
          <a:noFill/>
        </p:spPr>
        <p:txBody>
          <a:bodyPr wrap="square" lIns="48000" tIns="0" rIns="0" bIns="0" rtlCol="0">
            <a:spAutoFit/>
          </a:bodyPr>
          <a:lstStyle/>
          <a:p>
            <a:pPr algn="ctr" defTabSz="914377"/>
            <a:r>
              <a:rPr lang="en-GB" sz="1867" b="1" dirty="0">
                <a:solidFill>
                  <a:srgbClr val="D783FF">
                    <a:lumMod val="50000"/>
                  </a:srgbClr>
                </a:solidFill>
                <a:latin typeface="Calibri" panose="020F0502020204030204"/>
              </a:rPr>
              <a:t>Length</a:t>
            </a:r>
          </a:p>
        </p:txBody>
      </p:sp>
      <p:pic>
        <p:nvPicPr>
          <p:cNvPr id="17" name="Picture 16">
            <a:extLst>
              <a:ext uri="{FF2B5EF4-FFF2-40B4-BE49-F238E27FC236}">
                <a16:creationId xmlns:a16="http://schemas.microsoft.com/office/drawing/2014/main" id="{EE93902A-C3A9-B840-8CFA-64BBEA2BEDD6}"/>
              </a:ext>
            </a:extLst>
          </p:cNvPr>
          <p:cNvPicPr>
            <a:picLocks noChangeAspect="1"/>
          </p:cNvPicPr>
          <p:nvPr/>
        </p:nvPicPr>
        <p:blipFill>
          <a:blip r:embed="rId9"/>
          <a:stretch>
            <a:fillRect/>
          </a:stretch>
        </p:blipFill>
        <p:spPr>
          <a:xfrm>
            <a:off x="2656464" y="4039139"/>
            <a:ext cx="2844889" cy="1809939"/>
          </a:xfrm>
          <a:prstGeom prst="rect">
            <a:avLst/>
          </a:prstGeom>
        </p:spPr>
      </p:pic>
      <p:cxnSp>
        <p:nvCxnSpPr>
          <p:cNvPr id="18" name="Straight Connector 17">
            <a:extLst>
              <a:ext uri="{FF2B5EF4-FFF2-40B4-BE49-F238E27FC236}">
                <a16:creationId xmlns:a16="http://schemas.microsoft.com/office/drawing/2014/main" id="{FDDD5FE7-796E-2543-930E-0A591A663773}"/>
              </a:ext>
            </a:extLst>
          </p:cNvPr>
          <p:cNvCxnSpPr>
            <a:cxnSpLocks/>
          </p:cNvCxnSpPr>
          <p:nvPr/>
        </p:nvCxnSpPr>
        <p:spPr>
          <a:xfrm flipV="1">
            <a:off x="3975172" y="5402782"/>
            <a:ext cx="1397000" cy="381001"/>
          </a:xfrm>
          <a:prstGeom prst="line">
            <a:avLst/>
          </a:prstGeom>
          <a:ln w="19050">
            <a:solidFill>
              <a:schemeClr val="accent4">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0826A7F-5D5E-2540-9B5F-FAF57B7CFE97}"/>
              </a:ext>
            </a:extLst>
          </p:cNvPr>
          <p:cNvSpPr txBox="1"/>
          <p:nvPr/>
        </p:nvSpPr>
        <p:spPr>
          <a:xfrm rot="20702518">
            <a:off x="4296817" y="5557283"/>
            <a:ext cx="978136" cy="287323"/>
          </a:xfrm>
          <a:prstGeom prst="rect">
            <a:avLst/>
          </a:prstGeom>
          <a:noFill/>
        </p:spPr>
        <p:txBody>
          <a:bodyPr wrap="square" lIns="48000" tIns="0" rIns="0" bIns="0" rtlCol="0">
            <a:spAutoFit/>
          </a:bodyPr>
          <a:lstStyle/>
          <a:p>
            <a:pPr algn="ctr" defTabSz="914377"/>
            <a:r>
              <a:rPr lang="en-GB" sz="1867" b="1" dirty="0">
                <a:solidFill>
                  <a:srgbClr val="FFD478">
                    <a:lumMod val="50000"/>
                  </a:srgbClr>
                </a:solidFill>
                <a:latin typeface="Calibri" panose="020F0502020204030204"/>
              </a:rPr>
              <a:t>Length</a:t>
            </a:r>
          </a:p>
        </p:txBody>
      </p:sp>
      <p:pic>
        <p:nvPicPr>
          <p:cNvPr id="22" name="Picture 21">
            <a:extLst>
              <a:ext uri="{FF2B5EF4-FFF2-40B4-BE49-F238E27FC236}">
                <a16:creationId xmlns:a16="http://schemas.microsoft.com/office/drawing/2014/main" id="{776E6D99-A5F1-6040-94CE-E75B440AE5A9}"/>
              </a:ext>
            </a:extLst>
          </p:cNvPr>
          <p:cNvPicPr>
            <a:picLocks noChangeAspect="1"/>
          </p:cNvPicPr>
          <p:nvPr/>
        </p:nvPicPr>
        <p:blipFill>
          <a:blip r:embed="rId10"/>
          <a:stretch>
            <a:fillRect/>
          </a:stretch>
        </p:blipFill>
        <p:spPr>
          <a:xfrm flipH="1">
            <a:off x="5043888" y="2600729"/>
            <a:ext cx="2844891" cy="1809939"/>
          </a:xfrm>
          <a:prstGeom prst="rect">
            <a:avLst/>
          </a:prstGeom>
        </p:spPr>
      </p:pic>
      <p:cxnSp>
        <p:nvCxnSpPr>
          <p:cNvPr id="23" name="Straight Connector 22">
            <a:extLst>
              <a:ext uri="{FF2B5EF4-FFF2-40B4-BE49-F238E27FC236}">
                <a16:creationId xmlns:a16="http://schemas.microsoft.com/office/drawing/2014/main" id="{976F5743-A303-0140-B4D1-63AFD062FFF4}"/>
              </a:ext>
            </a:extLst>
          </p:cNvPr>
          <p:cNvCxnSpPr>
            <a:cxnSpLocks/>
          </p:cNvCxnSpPr>
          <p:nvPr/>
        </p:nvCxnSpPr>
        <p:spPr>
          <a:xfrm>
            <a:off x="5148355" y="3902580"/>
            <a:ext cx="1392767" cy="372533"/>
          </a:xfrm>
          <a:prstGeom prst="line">
            <a:avLst/>
          </a:prstGeom>
          <a:ln w="19050">
            <a:solidFill>
              <a:schemeClr val="bg2">
                <a:lumMod val="2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A1E2412-6FD1-3242-B28B-E0E5C4298167}"/>
              </a:ext>
            </a:extLst>
          </p:cNvPr>
          <p:cNvSpPr txBox="1"/>
          <p:nvPr/>
        </p:nvSpPr>
        <p:spPr>
          <a:xfrm rot="897482" flipH="1">
            <a:off x="5269525" y="4050655"/>
            <a:ext cx="978136" cy="287323"/>
          </a:xfrm>
          <a:prstGeom prst="rect">
            <a:avLst/>
          </a:prstGeom>
          <a:noFill/>
        </p:spPr>
        <p:txBody>
          <a:bodyPr wrap="square" lIns="48000" tIns="0" rIns="0" bIns="0" rtlCol="0">
            <a:spAutoFit/>
          </a:bodyPr>
          <a:lstStyle/>
          <a:p>
            <a:pPr algn="ctr" defTabSz="914377"/>
            <a:r>
              <a:rPr lang="en-GB" sz="1867" b="1" dirty="0">
                <a:solidFill>
                  <a:srgbClr val="FEFFFF">
                    <a:lumMod val="25000"/>
                  </a:srgbClr>
                </a:solidFill>
                <a:latin typeface="Calibri" panose="020F0502020204030204"/>
              </a:rPr>
              <a:t>Length</a:t>
            </a:r>
          </a:p>
        </p:txBody>
      </p:sp>
      <p:pic>
        <p:nvPicPr>
          <p:cNvPr id="32" name="Picture 31">
            <a:extLst>
              <a:ext uri="{FF2B5EF4-FFF2-40B4-BE49-F238E27FC236}">
                <a16:creationId xmlns:a16="http://schemas.microsoft.com/office/drawing/2014/main" id="{768C2E91-7E92-BD41-8BD8-104523A3FC97}"/>
              </a:ext>
            </a:extLst>
          </p:cNvPr>
          <p:cNvPicPr>
            <a:picLocks noChangeAspect="1"/>
          </p:cNvPicPr>
          <p:nvPr/>
        </p:nvPicPr>
        <p:blipFill>
          <a:blip r:embed="rId11"/>
          <a:stretch>
            <a:fillRect/>
          </a:stretch>
        </p:blipFill>
        <p:spPr>
          <a:xfrm rot="900000">
            <a:off x="6607838" y="3942057"/>
            <a:ext cx="3129380" cy="1990932"/>
          </a:xfrm>
          <a:prstGeom prst="rect">
            <a:avLst/>
          </a:prstGeom>
        </p:spPr>
      </p:pic>
      <p:cxnSp>
        <p:nvCxnSpPr>
          <p:cNvPr id="29" name="Straight Connector 28">
            <a:extLst>
              <a:ext uri="{FF2B5EF4-FFF2-40B4-BE49-F238E27FC236}">
                <a16:creationId xmlns:a16="http://schemas.microsoft.com/office/drawing/2014/main" id="{6C576FA4-E38B-BD4B-8522-AE282081A864}"/>
              </a:ext>
            </a:extLst>
          </p:cNvPr>
          <p:cNvCxnSpPr>
            <a:cxnSpLocks/>
          </p:cNvCxnSpPr>
          <p:nvPr/>
        </p:nvCxnSpPr>
        <p:spPr>
          <a:xfrm flipV="1">
            <a:off x="7845796" y="5668371"/>
            <a:ext cx="1602397" cy="14108"/>
          </a:xfrm>
          <a:prstGeom prst="line">
            <a:avLst/>
          </a:prstGeom>
          <a:ln w="19050">
            <a:solidFill>
              <a:srgbClr val="0070C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4CEE517B-DB9C-634C-8066-7E0E0A4F4D15}"/>
              </a:ext>
            </a:extLst>
          </p:cNvPr>
          <p:cNvSpPr txBox="1"/>
          <p:nvPr/>
        </p:nvSpPr>
        <p:spPr>
          <a:xfrm>
            <a:off x="8169904" y="5665034"/>
            <a:ext cx="978136" cy="287323"/>
          </a:xfrm>
          <a:prstGeom prst="rect">
            <a:avLst/>
          </a:prstGeom>
          <a:noFill/>
        </p:spPr>
        <p:txBody>
          <a:bodyPr wrap="square" lIns="48000" tIns="0" rIns="0" bIns="0" rtlCol="0">
            <a:spAutoFit/>
          </a:bodyPr>
          <a:lstStyle/>
          <a:p>
            <a:pPr algn="ctr" defTabSz="914377"/>
            <a:r>
              <a:rPr lang="en-GB" sz="1867" b="1" dirty="0">
                <a:solidFill>
                  <a:srgbClr val="0070C0"/>
                </a:solidFill>
                <a:latin typeface="Calibri" panose="020F0502020204030204"/>
              </a:rPr>
              <a:t>Length</a:t>
            </a:r>
          </a:p>
        </p:txBody>
      </p:sp>
      <p:pic>
        <p:nvPicPr>
          <p:cNvPr id="35" name="Picture 34">
            <a:extLst>
              <a:ext uri="{FF2B5EF4-FFF2-40B4-BE49-F238E27FC236}">
                <a16:creationId xmlns:a16="http://schemas.microsoft.com/office/drawing/2014/main" id="{110A8CE5-C236-2F4C-9FA0-EADAD93C44DE}"/>
              </a:ext>
            </a:extLst>
          </p:cNvPr>
          <p:cNvPicPr>
            <a:picLocks noChangeAspect="1"/>
          </p:cNvPicPr>
          <p:nvPr/>
        </p:nvPicPr>
        <p:blipFill>
          <a:blip r:embed="rId12"/>
          <a:stretch>
            <a:fillRect/>
          </a:stretch>
        </p:blipFill>
        <p:spPr>
          <a:xfrm rot="5400000">
            <a:off x="8714973" y="3089581"/>
            <a:ext cx="3786547" cy="2409027"/>
          </a:xfrm>
          <a:prstGeom prst="rect">
            <a:avLst/>
          </a:prstGeom>
        </p:spPr>
      </p:pic>
      <p:cxnSp>
        <p:nvCxnSpPr>
          <p:cNvPr id="36" name="Straight Connector 35">
            <a:extLst>
              <a:ext uri="{FF2B5EF4-FFF2-40B4-BE49-F238E27FC236}">
                <a16:creationId xmlns:a16="http://schemas.microsoft.com/office/drawing/2014/main" id="{D96D75B0-BE6E-4F4F-B3C3-0ECE0495C27F}"/>
              </a:ext>
            </a:extLst>
          </p:cNvPr>
          <p:cNvCxnSpPr>
            <a:cxnSpLocks/>
          </p:cNvCxnSpPr>
          <p:nvPr/>
        </p:nvCxnSpPr>
        <p:spPr>
          <a:xfrm>
            <a:off x="11400647" y="3287211"/>
            <a:ext cx="0" cy="2001133"/>
          </a:xfrm>
          <a:prstGeom prst="line">
            <a:avLst/>
          </a:prstGeom>
          <a:ln w="19050">
            <a:solidFill>
              <a:srgbClr val="AA342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D0A6514-6E97-4845-93A9-7B552FFD85E8}"/>
              </a:ext>
            </a:extLst>
          </p:cNvPr>
          <p:cNvSpPr txBox="1"/>
          <p:nvPr/>
        </p:nvSpPr>
        <p:spPr>
          <a:xfrm>
            <a:off x="11364549" y="4144148"/>
            <a:ext cx="808377" cy="287323"/>
          </a:xfrm>
          <a:prstGeom prst="rect">
            <a:avLst/>
          </a:prstGeom>
          <a:noFill/>
        </p:spPr>
        <p:txBody>
          <a:bodyPr wrap="square" lIns="48000" tIns="0" rIns="0" bIns="0" rtlCol="0">
            <a:spAutoFit/>
          </a:bodyPr>
          <a:lstStyle/>
          <a:p>
            <a:pPr algn="ctr" defTabSz="914377"/>
            <a:r>
              <a:rPr lang="en-GB" sz="1867" b="1" dirty="0">
                <a:solidFill>
                  <a:srgbClr val="AA342F"/>
                </a:solidFill>
                <a:latin typeface="Calibri" panose="020F0502020204030204"/>
              </a:rPr>
              <a:t>Length</a:t>
            </a:r>
          </a:p>
        </p:txBody>
      </p:sp>
    </p:spTree>
    <p:extLst>
      <p:ext uri="{BB962C8B-B14F-4D97-AF65-F5344CB8AC3E}">
        <p14:creationId xmlns:p14="http://schemas.microsoft.com/office/powerpoint/2010/main" val="3773910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dissolve">
                                      <p:cBhvr>
                                        <p:cTn id="10" dur="500"/>
                                        <p:tgtEl>
                                          <p:spTgt spid="2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dissolve">
                                      <p:cBhvr>
                                        <p:cTn id="13" dur="500"/>
                                        <p:tgtEl>
                                          <p:spTgt spid="14"/>
                                        </p:tgtEl>
                                      </p:cBhvr>
                                    </p:animEffect>
                                  </p:childTnLst>
                                </p:cTn>
                              </p:par>
                              <p:par>
                                <p:cTn id="14" presetID="9" presetClass="entr" presetSubtype="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dissolve">
                                      <p:cBhvr>
                                        <p:cTn id="16" dur="500"/>
                                        <p:tgtEl>
                                          <p:spTgt spid="31"/>
                                        </p:tgtEl>
                                      </p:cBhvr>
                                    </p:animEffect>
                                  </p:childTnLst>
                                </p:cTn>
                              </p:par>
                              <p:par>
                                <p:cTn id="17" presetID="9"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dissolve">
                                      <p:cBhvr>
                                        <p:cTn id="19" dur="500"/>
                                        <p:tgtEl>
                                          <p:spTgt spid="34"/>
                                        </p:tgtEl>
                                      </p:cBhvr>
                                    </p:animEffect>
                                  </p:childTnLst>
                                </p:cTn>
                              </p:par>
                              <p:par>
                                <p:cTn id="20" presetID="9"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par>
                                <p:cTn id="23" presetID="9"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dissolve">
                                      <p:cBhvr>
                                        <p:cTn id="25" dur="500"/>
                                        <p:tgtEl>
                                          <p:spTgt spid="8"/>
                                        </p:tgtEl>
                                      </p:cBhvr>
                                    </p:animEffect>
                                  </p:childTnLst>
                                </p:cTn>
                              </p:par>
                              <p:par>
                                <p:cTn id="26" presetID="9"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ssolv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dissolve">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dissolve">
                                      <p:cBhvr>
                                        <p:cTn id="38" dur="500"/>
                                        <p:tgtEl>
                                          <p:spTgt spid="5"/>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dissolv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dissolv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dissolve">
                                      <p:cBhvr>
                                        <p:cTn id="51" dur="500"/>
                                        <p:tgtEl>
                                          <p:spTgt spid="18"/>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dissolve">
                                      <p:cBhvr>
                                        <p:cTn id="54"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dissolve">
                                      <p:cBhvr>
                                        <p:cTn id="59" dur="500"/>
                                        <p:tgtEl>
                                          <p:spTgt spid="22"/>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dissolve">
                                      <p:cBhvr>
                                        <p:cTn id="64" dur="500"/>
                                        <p:tgtEl>
                                          <p:spTgt spid="23"/>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dissolve">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dissolve">
                                      <p:cBhvr>
                                        <p:cTn id="72"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dissolve">
                                      <p:cBhvr>
                                        <p:cTn id="77" dur="500"/>
                                        <p:tgtEl>
                                          <p:spTgt spid="29"/>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dissolve">
                                      <p:cBhvr>
                                        <p:cTn id="80" dur="500"/>
                                        <p:tgtEl>
                                          <p:spTgt spid="30"/>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dissolve">
                                      <p:cBhvr>
                                        <p:cTn id="85" dur="500"/>
                                        <p:tgtEl>
                                          <p:spTgt spid="35"/>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nodeType="click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dissolve">
                                      <p:cBhvr>
                                        <p:cTn id="90" dur="500"/>
                                        <p:tgtEl>
                                          <p:spTgt spid="36"/>
                                        </p:tgtEl>
                                      </p:cBhvr>
                                    </p:animEffect>
                                  </p:childTnLst>
                                </p:cTn>
                              </p:par>
                              <p:par>
                                <p:cTn id="91" presetID="9"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dissolve">
                                      <p:cBhvr>
                                        <p:cTn id="9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14" grpId="0" animBg="1"/>
      <p:bldP spid="19" grpId="0"/>
      <p:bldP spid="20" grpId="0"/>
      <p:bldP spid="24" grpId="0"/>
      <p:bldP spid="30" grpId="0"/>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DCFB4-36C4-3CD1-E858-1FCBA72C2B45}"/>
              </a:ext>
            </a:extLst>
          </p:cNvPr>
          <p:cNvSpPr>
            <a:spLocks noGrp="1"/>
          </p:cNvSpPr>
          <p:nvPr>
            <p:ph type="title"/>
          </p:nvPr>
        </p:nvSpPr>
        <p:spPr/>
        <p:txBody>
          <a:bodyPr/>
          <a:lstStyle/>
          <a:p>
            <a:r>
              <a:rPr lang="en-US" dirty="0"/>
              <a:t>Whiteboards</a:t>
            </a:r>
            <a:endParaRPr lang="en-AU" dirty="0"/>
          </a:p>
        </p:txBody>
      </p:sp>
      <p:sp>
        <p:nvSpPr>
          <p:cNvPr id="3" name="Content Placeholder 2">
            <a:extLst>
              <a:ext uri="{FF2B5EF4-FFF2-40B4-BE49-F238E27FC236}">
                <a16:creationId xmlns:a16="http://schemas.microsoft.com/office/drawing/2014/main" id="{1F08E93A-BF49-2674-3359-613ECEDA4BCB}"/>
              </a:ext>
            </a:extLst>
          </p:cNvPr>
          <p:cNvSpPr>
            <a:spLocks noGrp="1"/>
          </p:cNvSpPr>
          <p:nvPr>
            <p:ph idx="1"/>
          </p:nvPr>
        </p:nvSpPr>
        <p:spPr/>
        <p:txBody>
          <a:bodyPr/>
          <a:lstStyle/>
          <a:p>
            <a:endParaRPr lang="en-AU" dirty="0"/>
          </a:p>
        </p:txBody>
      </p:sp>
      <p:sp>
        <p:nvSpPr>
          <p:cNvPr id="4" name="TextBox 3">
            <a:extLst>
              <a:ext uri="{FF2B5EF4-FFF2-40B4-BE49-F238E27FC236}">
                <a16:creationId xmlns:a16="http://schemas.microsoft.com/office/drawing/2014/main" id="{0ABF1488-FAE8-6F9B-1151-39FD959253D6}"/>
              </a:ext>
            </a:extLst>
          </p:cNvPr>
          <p:cNvSpPr txBox="1"/>
          <p:nvPr/>
        </p:nvSpPr>
        <p:spPr>
          <a:xfrm>
            <a:off x="7836204" y="2970241"/>
            <a:ext cx="3615990" cy="2677656"/>
          </a:xfrm>
          <a:prstGeom prst="rect">
            <a:avLst/>
          </a:prstGeom>
          <a:noFill/>
        </p:spPr>
        <p:txBody>
          <a:bodyPr wrap="square" rtlCol="0">
            <a:spAutoFit/>
          </a:bodyPr>
          <a:lstStyle/>
          <a:p>
            <a:r>
              <a:rPr lang="en-US" sz="2400" b="1" dirty="0"/>
              <a:t>Diagram</a:t>
            </a:r>
          </a:p>
          <a:p>
            <a:r>
              <a:rPr lang="en-US" sz="2400" b="1" dirty="0"/>
              <a:t> </a:t>
            </a:r>
          </a:p>
          <a:p>
            <a:r>
              <a:rPr lang="en-US" sz="2400" b="1" dirty="0"/>
              <a:t>Rule:</a:t>
            </a:r>
          </a:p>
          <a:p>
            <a:r>
              <a:rPr lang="en-US" sz="2400" b="1" dirty="0"/>
              <a:t> </a:t>
            </a:r>
          </a:p>
          <a:p>
            <a:r>
              <a:rPr lang="en-US" sz="2400" b="1" dirty="0"/>
              <a:t>Numbers:</a:t>
            </a:r>
          </a:p>
          <a:p>
            <a:r>
              <a:rPr lang="en-US" sz="2400" b="1" dirty="0"/>
              <a:t> </a:t>
            </a:r>
          </a:p>
          <a:p>
            <a:r>
              <a:rPr lang="en-US" sz="2400" b="1" dirty="0"/>
              <a:t>Solve: </a:t>
            </a:r>
            <a:endParaRPr lang="en-AU" sz="2400" b="1" dirty="0"/>
          </a:p>
        </p:txBody>
      </p:sp>
      <p:pic>
        <p:nvPicPr>
          <p:cNvPr id="6" name="Picture 5">
            <a:extLst>
              <a:ext uri="{FF2B5EF4-FFF2-40B4-BE49-F238E27FC236}">
                <a16:creationId xmlns:a16="http://schemas.microsoft.com/office/drawing/2014/main" id="{4314F5D5-0404-C191-1B78-F34CE2436E9A}"/>
              </a:ext>
            </a:extLst>
          </p:cNvPr>
          <p:cNvPicPr>
            <a:picLocks noChangeAspect="1"/>
          </p:cNvPicPr>
          <p:nvPr/>
        </p:nvPicPr>
        <p:blipFill>
          <a:blip r:embed="rId2"/>
          <a:stretch>
            <a:fillRect/>
          </a:stretch>
        </p:blipFill>
        <p:spPr>
          <a:xfrm>
            <a:off x="739806" y="1547571"/>
            <a:ext cx="5334000" cy="4509336"/>
          </a:xfrm>
          <a:prstGeom prst="rect">
            <a:avLst/>
          </a:prstGeom>
        </p:spPr>
      </p:pic>
    </p:spTree>
    <p:extLst>
      <p:ext uri="{BB962C8B-B14F-4D97-AF65-F5344CB8AC3E}">
        <p14:creationId xmlns:p14="http://schemas.microsoft.com/office/powerpoint/2010/main" val="2727184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859EF-C32A-C97D-A052-BBE5FC7DA655}"/>
              </a:ext>
            </a:extLst>
          </p:cNvPr>
          <p:cNvSpPr>
            <a:spLocks noGrp="1"/>
          </p:cNvSpPr>
          <p:nvPr>
            <p:ph type="title"/>
          </p:nvPr>
        </p:nvSpPr>
        <p:spPr/>
        <p:txBody>
          <a:bodyPr/>
          <a:lstStyle/>
          <a:p>
            <a:r>
              <a:rPr lang="en-US" dirty="0"/>
              <a:t>Calculate volume </a:t>
            </a:r>
            <a:endParaRPr lang="en-AU" dirty="0"/>
          </a:p>
        </p:txBody>
      </p:sp>
      <p:pic>
        <p:nvPicPr>
          <p:cNvPr id="5" name="Content Placeholder 4">
            <a:extLst>
              <a:ext uri="{FF2B5EF4-FFF2-40B4-BE49-F238E27FC236}">
                <a16:creationId xmlns:a16="http://schemas.microsoft.com/office/drawing/2014/main" id="{E5791027-7A7D-B442-CBAA-B2E8A3170D82}"/>
              </a:ext>
            </a:extLst>
          </p:cNvPr>
          <p:cNvPicPr>
            <a:picLocks noGrp="1" noChangeAspect="1"/>
          </p:cNvPicPr>
          <p:nvPr>
            <p:ph idx="1"/>
          </p:nvPr>
        </p:nvPicPr>
        <p:blipFill>
          <a:blip r:embed="rId2"/>
          <a:stretch>
            <a:fillRect/>
          </a:stretch>
        </p:blipFill>
        <p:spPr>
          <a:xfrm>
            <a:off x="733424" y="2219325"/>
            <a:ext cx="6699647" cy="3152775"/>
          </a:xfr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8062CC8-8C58-EDBB-196F-AF877FFA8C9E}"/>
                  </a:ext>
                </a:extLst>
              </p:cNvPr>
              <p:cNvSpPr txBox="1"/>
              <p:nvPr/>
            </p:nvSpPr>
            <p:spPr>
              <a:xfrm>
                <a:off x="80823" y="2418731"/>
                <a:ext cx="2152650" cy="53296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AU" sz="2800" b="1" i="1" smtClean="0">
                              <a:latin typeface="Cambria Math" panose="02040503050406030204" pitchFamily="18" charset="0"/>
                            </a:rPr>
                          </m:ctrlPr>
                        </m:sSupPr>
                        <m:e>
                          <m:r>
                            <a:rPr lang="en-US" sz="2800" b="1" i="1" smtClean="0">
                              <a:latin typeface="Cambria Math" panose="02040503050406030204" pitchFamily="18" charset="0"/>
                            </a:rPr>
                            <m:t>𝑨𝒓𝒆𝒂</m:t>
                          </m:r>
                          <m:r>
                            <a:rPr lang="en-US" sz="2800" b="1" i="1" smtClean="0">
                              <a:latin typeface="Cambria Math" panose="02040503050406030204" pitchFamily="18" charset="0"/>
                            </a:rPr>
                            <m:t>= </m:t>
                          </m:r>
                          <m:r>
                            <a:rPr lang="en-US" sz="2800" b="1" i="1" smtClean="0">
                              <a:latin typeface="Cambria Math" panose="02040503050406030204" pitchFamily="18" charset="0"/>
                            </a:rPr>
                            <m:t>𝟏𝟒</m:t>
                          </m:r>
                          <m:r>
                            <a:rPr lang="en-US" sz="2800" b="1" i="1" smtClean="0">
                              <a:latin typeface="Cambria Math" panose="02040503050406030204" pitchFamily="18" charset="0"/>
                            </a:rPr>
                            <m:t>𝒄𝒎</m:t>
                          </m:r>
                        </m:e>
                        <m:sup>
                          <m:r>
                            <a:rPr lang="en-US" sz="2800" b="1" i="1" smtClean="0">
                              <a:latin typeface="Cambria Math" panose="02040503050406030204" pitchFamily="18" charset="0"/>
                            </a:rPr>
                            <m:t>𝟐</m:t>
                          </m:r>
                        </m:sup>
                      </m:sSup>
                    </m:oMath>
                  </m:oMathPara>
                </a14:m>
                <a:endParaRPr lang="en-AU" sz="2800" b="1" dirty="0"/>
              </a:p>
            </p:txBody>
          </p:sp>
        </mc:Choice>
        <mc:Fallback>
          <p:sp>
            <p:nvSpPr>
              <p:cNvPr id="6" name="TextBox 5">
                <a:extLst>
                  <a:ext uri="{FF2B5EF4-FFF2-40B4-BE49-F238E27FC236}">
                    <a16:creationId xmlns:a16="http://schemas.microsoft.com/office/drawing/2014/main" id="{48062CC8-8C58-EDBB-196F-AF877FFA8C9E}"/>
                  </a:ext>
                </a:extLst>
              </p:cNvPr>
              <p:cNvSpPr txBox="1">
                <a:spLocks noRot="1" noChangeAspect="1" noMove="1" noResize="1" noEditPoints="1" noAdjustHandles="1" noChangeArrowheads="1" noChangeShapeType="1" noTextEdit="1"/>
              </p:cNvSpPr>
              <p:nvPr/>
            </p:nvSpPr>
            <p:spPr>
              <a:xfrm>
                <a:off x="80823" y="2418731"/>
                <a:ext cx="2152650" cy="532966"/>
              </a:xfrm>
              <a:prstGeom prst="rect">
                <a:avLst/>
              </a:prstGeom>
              <a:blipFill>
                <a:blip r:embed="rId3"/>
                <a:stretch>
                  <a:fillRect r="-18130"/>
                </a:stretch>
              </a:blipFill>
            </p:spPr>
            <p:txBody>
              <a:bodyPr/>
              <a:lstStyle/>
              <a:p>
                <a:r>
                  <a:rPr lang="en-AU">
                    <a:noFill/>
                  </a:rPr>
                  <a:t> </a:t>
                </a:r>
              </a:p>
            </p:txBody>
          </p:sp>
        </mc:Fallback>
      </mc:AlternateContent>
      <p:sp>
        <p:nvSpPr>
          <p:cNvPr id="7" name="TextBox 6">
            <a:extLst>
              <a:ext uri="{FF2B5EF4-FFF2-40B4-BE49-F238E27FC236}">
                <a16:creationId xmlns:a16="http://schemas.microsoft.com/office/drawing/2014/main" id="{63B788A9-7C0E-A94D-E8FD-EB31593E1D15}"/>
              </a:ext>
            </a:extLst>
          </p:cNvPr>
          <p:cNvSpPr txBox="1"/>
          <p:nvPr/>
        </p:nvSpPr>
        <p:spPr>
          <a:xfrm>
            <a:off x="3881944" y="5234606"/>
            <a:ext cx="3166925" cy="523220"/>
          </a:xfrm>
          <a:prstGeom prst="rect">
            <a:avLst/>
          </a:prstGeom>
          <a:noFill/>
        </p:spPr>
        <p:txBody>
          <a:bodyPr wrap="square" rtlCol="0">
            <a:spAutoFit/>
          </a:bodyPr>
          <a:lstStyle/>
          <a:p>
            <a:r>
              <a:rPr lang="en-US" sz="2800" b="1" dirty="0"/>
              <a:t>Length = 3.5m</a:t>
            </a:r>
            <a:endParaRPr lang="en-AU" sz="2800" b="1" dirty="0"/>
          </a:p>
        </p:txBody>
      </p:sp>
      <p:sp>
        <p:nvSpPr>
          <p:cNvPr id="9" name="TextBox 8">
            <a:extLst>
              <a:ext uri="{FF2B5EF4-FFF2-40B4-BE49-F238E27FC236}">
                <a16:creationId xmlns:a16="http://schemas.microsoft.com/office/drawing/2014/main" id="{713C0781-29BA-0206-2305-7065C6754950}"/>
              </a:ext>
            </a:extLst>
          </p:cNvPr>
          <p:cNvSpPr txBox="1"/>
          <p:nvPr/>
        </p:nvSpPr>
        <p:spPr>
          <a:xfrm>
            <a:off x="7842586" y="2456884"/>
            <a:ext cx="3615990" cy="26776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Diagram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Rule: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Numbers: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Solve: </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0587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7D5AD77-5D6F-9E75-E4BA-5D9A9B4EE7E4}"/>
              </a:ext>
            </a:extLst>
          </p:cNvPr>
          <p:cNvSpPr>
            <a:spLocks noGrp="1"/>
          </p:cNvSpPr>
          <p:nvPr>
            <p:ph type="title"/>
          </p:nvPr>
        </p:nvSpPr>
        <p:spPr/>
        <p:txBody>
          <a:bodyPr/>
          <a:lstStyle/>
          <a:p>
            <a:r>
              <a:rPr lang="en-US" dirty="0"/>
              <a:t>Whiteboards </a:t>
            </a:r>
            <a:endParaRPr lang="en-AU" dirty="0"/>
          </a:p>
        </p:txBody>
      </p:sp>
      <p:sp>
        <p:nvSpPr>
          <p:cNvPr id="8" name="Content Placeholder 7">
            <a:extLst>
              <a:ext uri="{FF2B5EF4-FFF2-40B4-BE49-F238E27FC236}">
                <a16:creationId xmlns:a16="http://schemas.microsoft.com/office/drawing/2014/main" id="{8444C815-A671-54DB-EBBF-8D3088652802}"/>
              </a:ext>
            </a:extLst>
          </p:cNvPr>
          <p:cNvSpPr>
            <a:spLocks noGrp="1"/>
          </p:cNvSpPr>
          <p:nvPr>
            <p:ph idx="1"/>
          </p:nvPr>
        </p:nvSpPr>
        <p:spPr/>
        <p:txBody>
          <a:bodyPr/>
          <a:lstStyle/>
          <a:p>
            <a:endParaRPr lang="en-AU" dirty="0"/>
          </a:p>
        </p:txBody>
      </p:sp>
      <p:pic>
        <p:nvPicPr>
          <p:cNvPr id="9" name="Picture 8">
            <a:extLst>
              <a:ext uri="{FF2B5EF4-FFF2-40B4-BE49-F238E27FC236}">
                <a16:creationId xmlns:a16="http://schemas.microsoft.com/office/drawing/2014/main" id="{9FABB77D-6E59-9319-0D89-9760F51400AE}"/>
              </a:ext>
            </a:extLst>
          </p:cNvPr>
          <p:cNvPicPr>
            <a:picLocks noChangeAspect="1"/>
          </p:cNvPicPr>
          <p:nvPr/>
        </p:nvPicPr>
        <p:blipFill>
          <a:blip r:embed="rId2"/>
          <a:stretch>
            <a:fillRect/>
          </a:stretch>
        </p:blipFill>
        <p:spPr>
          <a:xfrm>
            <a:off x="1499313" y="1313895"/>
            <a:ext cx="5340553" cy="3397699"/>
          </a:xfrm>
          <a:prstGeom prst="rect">
            <a:avLst/>
          </a:prstGeom>
        </p:spPr>
      </p:pic>
      <p:sp>
        <p:nvSpPr>
          <p:cNvPr id="10" name="TextBox 9">
            <a:extLst>
              <a:ext uri="{FF2B5EF4-FFF2-40B4-BE49-F238E27FC236}">
                <a16:creationId xmlns:a16="http://schemas.microsoft.com/office/drawing/2014/main" id="{E817471A-029C-7FA1-94B1-6AAEB7D33A85}"/>
              </a:ext>
            </a:extLst>
          </p:cNvPr>
          <p:cNvSpPr txBox="1"/>
          <p:nvPr/>
        </p:nvSpPr>
        <p:spPr>
          <a:xfrm>
            <a:off x="2270873" y="4434595"/>
            <a:ext cx="1210645"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en-US" sz="3600" b="1" i="0" u="none" strike="noStrike" kern="1200" cap="none" spc="0" normalizeH="0" baseline="0" noProof="0" dirty="0">
                <a:ln>
                  <a:noFill/>
                </a:ln>
                <a:solidFill>
                  <a:prstClr val="black"/>
                </a:solidFill>
                <a:effectLst/>
                <a:uLnTx/>
                <a:uFillTx/>
                <a:latin typeface="Calibri" panose="020F0502020204030204"/>
                <a:ea typeface="+mn-ea"/>
                <a:cs typeface="+mn-cs"/>
              </a:rPr>
              <a:t>16mm</a:t>
            </a:r>
            <a:endParaRPr kumimoji="0" lang="en-GB" altLang="en-US" sz="3600" b="1"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3844FAC8-1081-F857-8872-ED4FAD72FA73}"/>
              </a:ext>
            </a:extLst>
          </p:cNvPr>
          <p:cNvSpPr txBox="1"/>
          <p:nvPr/>
        </p:nvSpPr>
        <p:spPr>
          <a:xfrm>
            <a:off x="563434" y="3508851"/>
            <a:ext cx="1210645" cy="492443"/>
          </a:xfrm>
          <a:prstGeom prst="rect">
            <a:avLst/>
          </a:prstGeom>
          <a:noFill/>
        </p:spPr>
        <p:txBody>
          <a:bodyPr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altLang="en-US" sz="3200" b="1" i="0" u="none" strike="noStrike" kern="1200" cap="none" spc="0" normalizeH="0" baseline="0" noProof="0" dirty="0">
                <a:ln>
                  <a:noFill/>
                </a:ln>
                <a:solidFill>
                  <a:prstClr val="black"/>
                </a:solidFill>
                <a:effectLst/>
                <a:uLnTx/>
                <a:uFillTx/>
                <a:latin typeface="Calibri" panose="020F0502020204030204"/>
                <a:ea typeface="+mn-ea"/>
                <a:cs typeface="+mn-cs"/>
              </a:rPr>
              <a:t>10mm</a:t>
            </a:r>
          </a:p>
        </p:txBody>
      </p:sp>
      <p:sp>
        <p:nvSpPr>
          <p:cNvPr id="12" name="TextBox 11">
            <a:extLst>
              <a:ext uri="{FF2B5EF4-FFF2-40B4-BE49-F238E27FC236}">
                <a16:creationId xmlns:a16="http://schemas.microsoft.com/office/drawing/2014/main" id="{346C54EC-A22A-809D-0A4D-BF7F75D7D825}"/>
              </a:ext>
            </a:extLst>
          </p:cNvPr>
          <p:cNvSpPr txBox="1"/>
          <p:nvPr/>
        </p:nvSpPr>
        <p:spPr>
          <a:xfrm>
            <a:off x="4644493" y="4095927"/>
            <a:ext cx="1210645"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en-US" sz="3600" b="1" i="0" u="none" strike="noStrike" kern="1200" cap="none" spc="0" normalizeH="0" baseline="0" noProof="0" dirty="0">
                <a:ln>
                  <a:noFill/>
                </a:ln>
                <a:solidFill>
                  <a:prstClr val="black"/>
                </a:solidFill>
                <a:effectLst/>
                <a:uLnTx/>
                <a:uFillTx/>
                <a:latin typeface="Calibri" panose="020F0502020204030204"/>
                <a:ea typeface="+mn-ea"/>
                <a:cs typeface="+mn-cs"/>
              </a:rPr>
              <a:t>3cm</a:t>
            </a:r>
            <a:endParaRPr kumimoji="0" lang="en-GB" altLang="en-US" sz="3600" b="1"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1784DF9D-4317-BFCF-9B8B-537AB7E8EC48}"/>
              </a:ext>
            </a:extLst>
          </p:cNvPr>
          <p:cNvSpPr txBox="1"/>
          <p:nvPr/>
        </p:nvSpPr>
        <p:spPr>
          <a:xfrm>
            <a:off x="7836204" y="2970241"/>
            <a:ext cx="3615990" cy="26776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Diagram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Rule: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Numbers: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Solve: </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9280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DCFB4-36C4-3CD1-E858-1FCBA72C2B45}"/>
              </a:ext>
            </a:extLst>
          </p:cNvPr>
          <p:cNvSpPr>
            <a:spLocks noGrp="1"/>
          </p:cNvSpPr>
          <p:nvPr>
            <p:ph type="title"/>
          </p:nvPr>
        </p:nvSpPr>
        <p:spPr/>
        <p:txBody>
          <a:bodyPr/>
          <a:lstStyle/>
          <a:p>
            <a:r>
              <a:rPr lang="en-US" dirty="0"/>
              <a:t>Whiteboards</a:t>
            </a:r>
            <a:endParaRPr lang="en-AU" dirty="0"/>
          </a:p>
        </p:txBody>
      </p:sp>
      <p:sp>
        <p:nvSpPr>
          <p:cNvPr id="3" name="Content Placeholder 2">
            <a:extLst>
              <a:ext uri="{FF2B5EF4-FFF2-40B4-BE49-F238E27FC236}">
                <a16:creationId xmlns:a16="http://schemas.microsoft.com/office/drawing/2014/main" id="{1F08E93A-BF49-2674-3359-613ECEDA4BCB}"/>
              </a:ext>
            </a:extLst>
          </p:cNvPr>
          <p:cNvSpPr>
            <a:spLocks noGrp="1"/>
          </p:cNvSpPr>
          <p:nvPr>
            <p:ph idx="1"/>
          </p:nvPr>
        </p:nvSpPr>
        <p:spPr/>
        <p:txBody>
          <a:bodyPr/>
          <a:lstStyle/>
          <a:p>
            <a:endParaRPr lang="en-AU" dirty="0"/>
          </a:p>
        </p:txBody>
      </p:sp>
      <p:pic>
        <p:nvPicPr>
          <p:cNvPr id="4" name="Picture 3">
            <a:extLst>
              <a:ext uri="{FF2B5EF4-FFF2-40B4-BE49-F238E27FC236}">
                <a16:creationId xmlns:a16="http://schemas.microsoft.com/office/drawing/2014/main" id="{1BC94033-F991-D4E1-588E-3DD199F9F26E}"/>
              </a:ext>
            </a:extLst>
          </p:cNvPr>
          <p:cNvPicPr>
            <a:picLocks noChangeAspect="1"/>
          </p:cNvPicPr>
          <p:nvPr/>
        </p:nvPicPr>
        <p:blipFill>
          <a:blip r:embed="rId2"/>
          <a:stretch>
            <a:fillRect/>
          </a:stretch>
        </p:blipFill>
        <p:spPr>
          <a:xfrm>
            <a:off x="3015899" y="2677009"/>
            <a:ext cx="4051889" cy="2577839"/>
          </a:xfrm>
          <a:prstGeom prst="rect">
            <a:avLst/>
          </a:prstGeom>
        </p:spPr>
      </p:pic>
      <p:cxnSp>
        <p:nvCxnSpPr>
          <p:cNvPr id="5" name="Straight Arrow Connector 4">
            <a:extLst>
              <a:ext uri="{FF2B5EF4-FFF2-40B4-BE49-F238E27FC236}">
                <a16:creationId xmlns:a16="http://schemas.microsoft.com/office/drawing/2014/main" id="{25450A65-ADB3-8A50-D7A6-8B2B52BCB9CA}"/>
              </a:ext>
            </a:extLst>
          </p:cNvPr>
          <p:cNvCxnSpPr>
            <a:cxnSpLocks/>
          </p:cNvCxnSpPr>
          <p:nvPr/>
        </p:nvCxnSpPr>
        <p:spPr>
          <a:xfrm>
            <a:off x="2794925" y="3520602"/>
            <a:ext cx="0" cy="1559278"/>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DE8B529-A922-1E93-7AE9-726D29947FE1}"/>
              </a:ext>
            </a:extLst>
          </p:cNvPr>
          <p:cNvSpPr txBox="1"/>
          <p:nvPr/>
        </p:nvSpPr>
        <p:spPr>
          <a:xfrm>
            <a:off x="7836204" y="2970241"/>
            <a:ext cx="3615990" cy="26776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Diagram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Rule: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Numbers: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Solve: </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B6AD1DD3-43DA-44CC-3055-CAC6B3731C7E}"/>
              </a:ext>
            </a:extLst>
          </p:cNvPr>
          <p:cNvSpPr txBox="1"/>
          <p:nvPr/>
        </p:nvSpPr>
        <p:spPr>
          <a:xfrm>
            <a:off x="1584280" y="4097243"/>
            <a:ext cx="1210645"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en-US" sz="3600" b="1" i="0" u="none" strike="noStrike" kern="1200" cap="none" spc="0" normalizeH="0" baseline="0" noProof="0" dirty="0">
                <a:ln>
                  <a:noFill/>
                </a:ln>
                <a:solidFill>
                  <a:prstClr val="black"/>
                </a:solidFill>
                <a:effectLst/>
                <a:uLnTx/>
                <a:uFillTx/>
                <a:latin typeface="Calibri" panose="020F0502020204030204"/>
                <a:ea typeface="+mn-ea"/>
                <a:cs typeface="+mn-cs"/>
              </a:rPr>
              <a:t>8m</a:t>
            </a:r>
            <a:endParaRPr kumimoji="0" lang="en-GB" altLang="en-US" sz="3600" b="1"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66A6506-CD80-2DED-66CF-E6D355C42DAD}"/>
              </a:ext>
            </a:extLst>
          </p:cNvPr>
          <p:cNvSpPr txBox="1"/>
          <p:nvPr/>
        </p:nvSpPr>
        <p:spPr>
          <a:xfrm>
            <a:off x="3400248" y="5079880"/>
            <a:ext cx="1210645"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en-US" sz="3600" b="1" i="0" u="none" strike="noStrike" kern="1200" cap="none" spc="0" normalizeH="0" baseline="0" noProof="0" dirty="0">
                <a:ln>
                  <a:noFill/>
                </a:ln>
                <a:solidFill>
                  <a:prstClr val="black"/>
                </a:solidFill>
                <a:effectLst/>
                <a:uLnTx/>
                <a:uFillTx/>
                <a:latin typeface="Calibri" panose="020F0502020204030204"/>
                <a:ea typeface="+mn-ea"/>
                <a:cs typeface="+mn-cs"/>
              </a:rPr>
              <a:t>5.2m</a:t>
            </a:r>
            <a:endParaRPr kumimoji="0" lang="en-GB" altLang="en-US" sz="3600" b="1"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2B65459B-D579-63F0-AFA0-7148FE3287D2}"/>
              </a:ext>
            </a:extLst>
          </p:cNvPr>
          <p:cNvSpPr txBox="1"/>
          <p:nvPr/>
        </p:nvSpPr>
        <p:spPr>
          <a:xfrm>
            <a:off x="5857143" y="4700850"/>
            <a:ext cx="1210645"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altLang="en-US" sz="3600" b="1" i="0" u="none" strike="noStrike" kern="1200" cap="none" spc="0" normalizeH="0" baseline="0" noProof="0" dirty="0">
                <a:ln>
                  <a:noFill/>
                </a:ln>
                <a:solidFill>
                  <a:prstClr val="black"/>
                </a:solidFill>
                <a:effectLst/>
                <a:uLnTx/>
                <a:uFillTx/>
                <a:latin typeface="Calibri" panose="020F0502020204030204"/>
                <a:ea typeface="+mn-ea"/>
                <a:cs typeface="+mn-cs"/>
              </a:rPr>
              <a:t>10m</a:t>
            </a:r>
            <a:endParaRPr kumimoji="0" lang="en-GB" altLang="en-US" sz="3600" b="1"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D9373D49-77FB-E6F7-F10A-CA5A67189FE7}"/>
              </a:ext>
            </a:extLst>
          </p:cNvPr>
          <p:cNvSpPr txBox="1"/>
          <p:nvPr/>
        </p:nvSpPr>
        <p:spPr>
          <a:xfrm>
            <a:off x="4332608" y="3880766"/>
            <a:ext cx="1210645" cy="553998"/>
          </a:xfrm>
          <a:prstGeom prst="rect">
            <a:avLst/>
          </a:prstGeom>
          <a:noFill/>
        </p:spPr>
        <p:txBody>
          <a:bodyPr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tLang="en-US" sz="3600" b="1" dirty="0">
                <a:solidFill>
                  <a:prstClr val="black"/>
                </a:solidFill>
                <a:latin typeface="Calibri" panose="020F0502020204030204"/>
              </a:rPr>
              <a:t>5</a:t>
            </a:r>
            <a:r>
              <a:rPr kumimoji="0" lang="en-GB" altLang="en-US" sz="3600" b="1" i="0" u="none" strike="noStrike" kern="1200" cap="none" spc="0" normalizeH="0" baseline="0" noProof="0" dirty="0">
                <a:ln>
                  <a:noFill/>
                </a:ln>
                <a:solidFill>
                  <a:prstClr val="black"/>
                </a:solidFill>
                <a:effectLst/>
                <a:uLnTx/>
                <a:uFillTx/>
                <a:latin typeface="Calibri" panose="020F0502020204030204"/>
                <a:ea typeface="+mn-ea"/>
                <a:cs typeface="+mn-cs"/>
              </a:rPr>
              <a:t>m</a:t>
            </a:r>
            <a:endParaRPr kumimoji="0" lang="en-GB" altLang="en-US" sz="3600" b="1" i="0" u="none" strike="noStrike" kern="1200" cap="none" spc="0" normalizeH="0" baseline="3000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3E9D1B9F-0C87-F579-CF0C-831398289834}"/>
                  </a:ext>
                </a:extLst>
              </p14:cNvPr>
              <p14:cNvContentPartPr/>
              <p14:nvPr/>
            </p14:nvContentPartPr>
            <p14:xfrm>
              <a:off x="3590460" y="4161810"/>
              <a:ext cx="105480" cy="131040"/>
            </p14:xfrm>
          </p:contentPart>
        </mc:Choice>
        <mc:Fallback>
          <p:pic>
            <p:nvPicPr>
              <p:cNvPr id="9" name="Ink 8">
                <a:extLst>
                  <a:ext uri="{FF2B5EF4-FFF2-40B4-BE49-F238E27FC236}">
                    <a16:creationId xmlns:a16="http://schemas.microsoft.com/office/drawing/2014/main" id="{3E9D1B9F-0C87-F579-CF0C-831398289834}"/>
                  </a:ext>
                </a:extLst>
              </p:cNvPr>
              <p:cNvPicPr/>
              <p:nvPr/>
            </p:nvPicPr>
            <p:blipFill>
              <a:blip r:embed="rId4"/>
              <a:stretch>
                <a:fillRect/>
              </a:stretch>
            </p:blipFill>
            <p:spPr>
              <a:xfrm>
                <a:off x="3554460" y="4126170"/>
                <a:ext cx="17712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2" name="Ink 11">
                <a:extLst>
                  <a:ext uri="{FF2B5EF4-FFF2-40B4-BE49-F238E27FC236}">
                    <a16:creationId xmlns:a16="http://schemas.microsoft.com/office/drawing/2014/main" id="{6358C39C-31A9-8F01-8989-72D194DBCB93}"/>
                  </a:ext>
                </a:extLst>
              </p14:cNvPr>
              <p14:cNvContentPartPr/>
              <p14:nvPr/>
            </p14:nvContentPartPr>
            <p14:xfrm>
              <a:off x="4435740" y="4161810"/>
              <a:ext cx="126720" cy="137880"/>
            </p14:xfrm>
          </p:contentPart>
        </mc:Choice>
        <mc:Fallback>
          <p:pic>
            <p:nvPicPr>
              <p:cNvPr id="12" name="Ink 11">
                <a:extLst>
                  <a:ext uri="{FF2B5EF4-FFF2-40B4-BE49-F238E27FC236}">
                    <a16:creationId xmlns:a16="http://schemas.microsoft.com/office/drawing/2014/main" id="{6358C39C-31A9-8F01-8989-72D194DBCB93}"/>
                  </a:ext>
                </a:extLst>
              </p:cNvPr>
              <p:cNvPicPr/>
              <p:nvPr/>
            </p:nvPicPr>
            <p:blipFill>
              <a:blip r:embed="rId6"/>
              <a:stretch>
                <a:fillRect/>
              </a:stretch>
            </p:blipFill>
            <p:spPr>
              <a:xfrm>
                <a:off x="4399740" y="4126170"/>
                <a:ext cx="198360" cy="209520"/>
              </a:xfrm>
              <a:prstGeom prst="rect">
                <a:avLst/>
              </a:prstGeom>
            </p:spPr>
          </p:pic>
        </mc:Fallback>
      </mc:AlternateContent>
    </p:spTree>
    <p:extLst>
      <p:ext uri="{BB962C8B-B14F-4D97-AF65-F5344CB8AC3E}">
        <p14:creationId xmlns:p14="http://schemas.microsoft.com/office/powerpoint/2010/main" val="32843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861AF017-741B-4CC0-B7C2-C9B94E5B8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39" name="Group 1038">
            <a:extLst>
              <a:ext uri="{FF2B5EF4-FFF2-40B4-BE49-F238E27FC236}">
                <a16:creationId xmlns:a16="http://schemas.microsoft.com/office/drawing/2014/main" id="{D2A542E6-1924-4FE2-89D1-3CB19468C1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40" name="Rectangle 1039">
              <a:extLst>
                <a:ext uri="{FF2B5EF4-FFF2-40B4-BE49-F238E27FC236}">
                  <a16:creationId xmlns:a16="http://schemas.microsoft.com/office/drawing/2014/main" id="{1F353183-2147-472B-AD7D-4A085FF6A4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1" name="Rectangle 1040">
              <a:extLst>
                <a:ext uri="{FF2B5EF4-FFF2-40B4-BE49-F238E27FC236}">
                  <a16:creationId xmlns:a16="http://schemas.microsoft.com/office/drawing/2014/main" id="{FAAA42C8-A082-4DFD-A5F3-FC9EF825B1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043" name="Rectangle 1042">
            <a:extLst>
              <a:ext uri="{FF2B5EF4-FFF2-40B4-BE49-F238E27FC236}">
                <a16:creationId xmlns:a16="http://schemas.microsoft.com/office/drawing/2014/main" id="{5FC9E5C3-B8DC-4532-8C1F-4D5331C64C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3863975" y="-12"/>
            <a:ext cx="8328026" cy="6857998"/>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3C9632A-7B97-F05B-1611-FB1F8AFB85ED}"/>
              </a:ext>
            </a:extLst>
          </p:cNvPr>
          <p:cNvSpPr>
            <a:spLocks noGrp="1"/>
          </p:cNvSpPr>
          <p:nvPr>
            <p:ph type="title"/>
          </p:nvPr>
        </p:nvSpPr>
        <p:spPr>
          <a:xfrm>
            <a:off x="6383337" y="469448"/>
            <a:ext cx="5256213" cy="539750"/>
          </a:xfrm>
        </p:spPr>
        <p:txBody>
          <a:bodyPr anchor="t">
            <a:normAutofit/>
          </a:bodyPr>
          <a:lstStyle/>
          <a:p>
            <a:r>
              <a:rPr lang="en-US" sz="2200" dirty="0"/>
              <a:t>Trapezium prism </a:t>
            </a:r>
            <a:endParaRPr lang="en-AU" sz="2200" dirty="0"/>
          </a:p>
        </p:txBody>
      </p:sp>
      <p:pic>
        <p:nvPicPr>
          <p:cNvPr id="1028" name="Picture 4" descr="Volume of a Prism - GCSE Maths Revision Guide - Tutor In">
            <a:extLst>
              <a:ext uri="{FF2B5EF4-FFF2-40B4-BE49-F238E27FC236}">
                <a16:creationId xmlns:a16="http://schemas.microsoft.com/office/drawing/2014/main" id="{25D72686-CFC1-009D-D910-E6FC5A9669F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864" b="-1"/>
          <a:stretch/>
        </p:blipFill>
        <p:spPr bwMode="auto">
          <a:xfrm>
            <a:off x="550862" y="551479"/>
            <a:ext cx="5256213" cy="2790000"/>
          </a:xfrm>
          <a:prstGeom prst="rect">
            <a:avLst/>
          </a:prstGeom>
          <a:noFill/>
          <a:effectLst>
            <a:outerShdw blurRad="508000" dist="101600" dir="5400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34" name="Content Placeholder 1033">
                <a:extLst>
                  <a:ext uri="{FF2B5EF4-FFF2-40B4-BE49-F238E27FC236}">
                    <a16:creationId xmlns:a16="http://schemas.microsoft.com/office/drawing/2014/main" id="{D469E6A5-12E1-6171-ABB0-15EAB61FF27A}"/>
                  </a:ext>
                </a:extLst>
              </p:cNvPr>
              <p:cNvSpPr>
                <a:spLocks noGrp="1"/>
              </p:cNvSpPr>
              <p:nvPr>
                <p:ph idx="1"/>
              </p:nvPr>
            </p:nvSpPr>
            <p:spPr>
              <a:xfrm>
                <a:off x="6383338" y="2059200"/>
                <a:ext cx="5256214" cy="4276786"/>
              </a:xfrm>
            </p:spPr>
            <p:txBody>
              <a:bodyPr anchor="t">
                <a:normAutofit/>
              </a:bodyPr>
              <a:lstStyle/>
              <a:p>
                <a:pPr marL="0" indent="0">
                  <a:buNone/>
                </a:pPr>
                <a:r>
                  <a:rPr lang="en-US" sz="2000" dirty="0">
                    <a:solidFill>
                      <a:schemeClr val="tx1">
                        <a:alpha val="60000"/>
                      </a:schemeClr>
                    </a:solidFill>
                  </a:rPr>
                  <a:t>What’s the rule? </a:t>
                </a:r>
              </a:p>
              <a:p>
                <a:pPr marL="0" indent="0">
                  <a:buNone/>
                </a:pPr>
                <a:endParaRPr lang="en-US" sz="2000" dirty="0">
                  <a:solidFill>
                    <a:schemeClr val="tx1">
                      <a:alpha val="60000"/>
                    </a:schemeClr>
                  </a:solidFill>
                </a:endParaRPr>
              </a:p>
              <a:p>
                <a:pPr marL="0" indent="0">
                  <a:buNone/>
                </a:pPr>
                <a:r>
                  <a:rPr lang="en-US" sz="2000" b="0" dirty="0">
                    <a:solidFill>
                      <a:schemeClr val="tx1">
                        <a:alpha val="60000"/>
                      </a:schemeClr>
                    </a:solidFill>
                  </a:rPr>
                  <a:t>R: V </a:t>
                </a:r>
                <a14:m>
                  <m:oMath xmlns:m="http://schemas.openxmlformats.org/officeDocument/2006/math">
                    <m:r>
                      <a:rPr lang="en-US" sz="2000" b="0" i="1" smtClean="0">
                        <a:solidFill>
                          <a:schemeClr val="tx1">
                            <a:alpha val="60000"/>
                          </a:schemeClr>
                        </a:solidFill>
                        <a:latin typeface="Cambria Math" panose="02040503050406030204" pitchFamily="18" charset="0"/>
                      </a:rPr>
                      <m:t>=</m:t>
                    </m:r>
                    <m:f>
                      <m:fPr>
                        <m:ctrlPr>
                          <a:rPr lang="en-US" sz="2000" b="0" i="1" smtClean="0">
                            <a:solidFill>
                              <a:schemeClr val="tx1">
                                <a:alpha val="60000"/>
                              </a:schemeClr>
                            </a:solidFill>
                            <a:latin typeface="Cambria Math" panose="02040503050406030204" pitchFamily="18" charset="0"/>
                          </a:rPr>
                        </m:ctrlPr>
                      </m:fPr>
                      <m:num>
                        <m:d>
                          <m:dPr>
                            <m:ctrlPr>
                              <a:rPr lang="en-US" sz="2000" b="0" i="1" smtClean="0">
                                <a:solidFill>
                                  <a:schemeClr val="tx1">
                                    <a:alpha val="60000"/>
                                  </a:schemeClr>
                                </a:solidFill>
                                <a:latin typeface="Cambria Math" panose="02040503050406030204" pitchFamily="18" charset="0"/>
                              </a:rPr>
                            </m:ctrlPr>
                          </m:dPr>
                          <m:e>
                            <m:r>
                              <a:rPr lang="en-US" sz="2000" b="0" i="1" smtClean="0">
                                <a:solidFill>
                                  <a:schemeClr val="tx1">
                                    <a:alpha val="60000"/>
                                  </a:schemeClr>
                                </a:solidFill>
                                <a:latin typeface="Cambria Math" panose="02040503050406030204" pitchFamily="18" charset="0"/>
                              </a:rPr>
                              <m:t>𝑎</m:t>
                            </m:r>
                            <m:r>
                              <a:rPr lang="en-US" sz="2000" b="0" i="1" smtClean="0">
                                <a:solidFill>
                                  <a:schemeClr val="tx1">
                                    <a:alpha val="60000"/>
                                  </a:schemeClr>
                                </a:solidFill>
                                <a:latin typeface="Cambria Math" panose="02040503050406030204" pitchFamily="18" charset="0"/>
                              </a:rPr>
                              <m:t>+</m:t>
                            </m:r>
                            <m:r>
                              <a:rPr lang="en-US" sz="2000" b="0" i="1" smtClean="0">
                                <a:solidFill>
                                  <a:schemeClr val="tx1">
                                    <a:alpha val="60000"/>
                                  </a:schemeClr>
                                </a:solidFill>
                                <a:latin typeface="Cambria Math" panose="02040503050406030204" pitchFamily="18" charset="0"/>
                              </a:rPr>
                              <m:t>𝑏</m:t>
                            </m:r>
                          </m:e>
                        </m:d>
                      </m:num>
                      <m:den>
                        <m:r>
                          <a:rPr lang="en-US" sz="2000" b="0" i="1" smtClean="0">
                            <a:solidFill>
                              <a:schemeClr val="tx1">
                                <a:alpha val="60000"/>
                              </a:schemeClr>
                            </a:solidFill>
                            <a:latin typeface="Cambria Math" panose="02040503050406030204" pitchFamily="18" charset="0"/>
                          </a:rPr>
                          <m:t>2</m:t>
                        </m:r>
                      </m:den>
                    </m:f>
                    <m:r>
                      <a:rPr lang="en-US" sz="2000" b="0" i="1" smtClean="0">
                        <a:solidFill>
                          <a:schemeClr val="tx1">
                            <a:alpha val="60000"/>
                          </a:schemeClr>
                        </a:solidFill>
                        <a:latin typeface="Cambria Math" panose="02040503050406030204" pitchFamily="18" charset="0"/>
                      </a:rPr>
                      <m:t> </m:t>
                    </m:r>
                    <m:r>
                      <a:rPr lang="en-US" sz="2000" b="0" i="1" smtClean="0">
                        <a:solidFill>
                          <a:schemeClr val="tx1">
                            <a:alpha val="60000"/>
                          </a:schemeClr>
                        </a:solidFill>
                        <a:latin typeface="Cambria Math" panose="02040503050406030204" pitchFamily="18" charset="0"/>
                        <a:ea typeface="Cambria Math" panose="02040503050406030204" pitchFamily="18" charset="0"/>
                      </a:rPr>
                      <m:t>×</m:t>
                    </m:r>
                    <m:r>
                      <a:rPr lang="en-US" sz="2000" b="0" i="1" smtClean="0">
                        <a:solidFill>
                          <a:schemeClr val="tx1">
                            <a:alpha val="60000"/>
                          </a:schemeClr>
                        </a:solidFill>
                        <a:latin typeface="Cambria Math" panose="02040503050406030204" pitchFamily="18" charset="0"/>
                        <a:ea typeface="Cambria Math" panose="02040503050406030204" pitchFamily="18" charset="0"/>
                      </a:rPr>
                      <m:t>h</m:t>
                    </m:r>
                    <m:r>
                      <a:rPr lang="en-US" sz="2000" b="0" i="1" smtClean="0">
                        <a:solidFill>
                          <a:schemeClr val="tx1">
                            <a:alpha val="60000"/>
                          </a:schemeClr>
                        </a:solidFill>
                        <a:latin typeface="Cambria Math" panose="02040503050406030204" pitchFamily="18" charset="0"/>
                        <a:ea typeface="Cambria Math" panose="02040503050406030204" pitchFamily="18" charset="0"/>
                      </a:rPr>
                      <m:t> ×</m:t>
                    </m:r>
                    <m:r>
                      <a:rPr lang="en-US" sz="2000" b="0" i="1" smtClean="0">
                        <a:solidFill>
                          <a:schemeClr val="tx1">
                            <a:alpha val="60000"/>
                          </a:schemeClr>
                        </a:solidFill>
                        <a:latin typeface="Cambria Math" panose="02040503050406030204" pitchFamily="18" charset="0"/>
                        <a:ea typeface="Cambria Math" panose="02040503050406030204" pitchFamily="18" charset="0"/>
                      </a:rPr>
                      <m:t>𝑙</m:t>
                    </m:r>
                  </m:oMath>
                </a14:m>
                <a:endParaRPr lang="en-US" sz="2000" dirty="0">
                  <a:solidFill>
                    <a:schemeClr val="tx1">
                      <a:alpha val="60000"/>
                    </a:schemeClr>
                  </a:solidFill>
                </a:endParaRPr>
              </a:p>
              <a:p>
                <a:pPr marL="0" indent="0">
                  <a:buNone/>
                </a:pPr>
                <a:endParaRPr lang="en-US" sz="2000" dirty="0">
                  <a:solidFill>
                    <a:schemeClr val="tx1">
                      <a:alpha val="60000"/>
                    </a:schemeClr>
                  </a:solidFill>
                </a:endParaRPr>
              </a:p>
              <a:p>
                <a:pPr marL="0" indent="0">
                  <a:buNone/>
                </a:pPr>
                <a:r>
                  <a:rPr lang="en-US" sz="2000" dirty="0">
                    <a:solidFill>
                      <a:schemeClr val="tx1">
                        <a:alpha val="60000"/>
                      </a:schemeClr>
                    </a:solidFill>
                  </a:rPr>
                  <a:t>N: </a:t>
                </a:r>
              </a:p>
              <a:p>
                <a:pPr marL="0" indent="0">
                  <a:buNone/>
                </a:pPr>
                <a:endParaRPr lang="en-US" sz="2000" dirty="0">
                  <a:solidFill>
                    <a:schemeClr val="tx1">
                      <a:alpha val="60000"/>
                    </a:schemeClr>
                  </a:solidFill>
                </a:endParaRPr>
              </a:p>
              <a:p>
                <a:pPr marL="0" indent="0">
                  <a:buNone/>
                </a:pPr>
                <a:r>
                  <a:rPr lang="en-US" sz="2000" dirty="0">
                    <a:solidFill>
                      <a:schemeClr val="tx1">
                        <a:alpha val="60000"/>
                      </a:schemeClr>
                    </a:solidFill>
                  </a:rPr>
                  <a:t>S: </a:t>
                </a:r>
              </a:p>
              <a:p>
                <a:pPr marL="0" indent="0">
                  <a:buNone/>
                </a:pPr>
                <a:endParaRPr lang="en-US" sz="2000" dirty="0">
                  <a:solidFill>
                    <a:schemeClr val="tx1">
                      <a:alpha val="60000"/>
                    </a:schemeClr>
                  </a:solidFill>
                </a:endParaRPr>
              </a:p>
              <a:p>
                <a:pPr marL="0" indent="0">
                  <a:buNone/>
                </a:pPr>
                <a:endParaRPr lang="en-US" sz="2000" dirty="0">
                  <a:solidFill>
                    <a:schemeClr val="tx1">
                      <a:alpha val="60000"/>
                    </a:schemeClr>
                  </a:solidFill>
                </a:endParaRPr>
              </a:p>
            </p:txBody>
          </p:sp>
        </mc:Choice>
        <mc:Fallback>
          <p:sp>
            <p:nvSpPr>
              <p:cNvPr id="1034" name="Content Placeholder 1033">
                <a:extLst>
                  <a:ext uri="{FF2B5EF4-FFF2-40B4-BE49-F238E27FC236}">
                    <a16:creationId xmlns:a16="http://schemas.microsoft.com/office/drawing/2014/main" id="{D469E6A5-12E1-6171-ABB0-15EAB61FF27A}"/>
                  </a:ext>
                </a:extLst>
              </p:cNvPr>
              <p:cNvSpPr>
                <a:spLocks noGrp="1" noRot="1" noChangeAspect="1" noMove="1" noResize="1" noEditPoints="1" noAdjustHandles="1" noChangeArrowheads="1" noChangeShapeType="1" noTextEdit="1"/>
              </p:cNvSpPr>
              <p:nvPr>
                <p:ph idx="1"/>
              </p:nvPr>
            </p:nvSpPr>
            <p:spPr>
              <a:xfrm>
                <a:off x="6383338" y="2059200"/>
                <a:ext cx="5256214" cy="4276786"/>
              </a:xfrm>
              <a:blipFill>
                <a:blip r:embed="rId3"/>
                <a:stretch>
                  <a:fillRect l="-1160" t="-1569"/>
                </a:stretch>
              </a:blipFill>
            </p:spPr>
            <p:txBody>
              <a:bodyPr/>
              <a:lstStyle/>
              <a:p>
                <a:r>
                  <a:rPr lang="en-AU">
                    <a:noFill/>
                  </a:rPr>
                  <a:t> </a:t>
                </a:r>
              </a:p>
            </p:txBody>
          </p:sp>
        </mc:Fallback>
      </mc:AlternateContent>
      <p:pic>
        <p:nvPicPr>
          <p:cNvPr id="1030" name="Picture 6" descr="Volume &amp; Surface Area of a Trapezoidal Prism | Formula - Video &amp; Lesson  Transcript | Study.com">
            <a:extLst>
              <a:ext uri="{FF2B5EF4-FFF2-40B4-BE49-F238E27FC236}">
                <a16:creationId xmlns:a16="http://schemas.microsoft.com/office/drawing/2014/main" id="{7978FF3E-C085-D990-9386-19843F0075A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 b="2787"/>
          <a:stretch/>
        </p:blipFill>
        <p:spPr bwMode="auto">
          <a:xfrm>
            <a:off x="550862" y="3518725"/>
            <a:ext cx="5256000" cy="2790000"/>
          </a:xfrm>
          <a:prstGeom prst="rect">
            <a:avLst/>
          </a:prstGeom>
          <a:noFill/>
          <a:effectLst>
            <a:outerShdw blurRad="508000" dist="101600" dir="5400000" algn="tl" rotWithShape="0">
              <a:prstClr val="black">
                <a:alpha val="10000"/>
              </a:prst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EC928B7-D1FA-1DE6-30C1-245C4C441D16}"/>
              </a:ext>
            </a:extLst>
          </p:cNvPr>
          <p:cNvSpPr txBox="1"/>
          <p:nvPr/>
        </p:nvSpPr>
        <p:spPr>
          <a:xfrm>
            <a:off x="3178862" y="549275"/>
            <a:ext cx="12082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5cm</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21B98263-EC2B-B6D2-D985-497D534D19D6}"/>
              </a:ext>
            </a:extLst>
          </p:cNvPr>
          <p:cNvSpPr txBox="1"/>
          <p:nvPr/>
        </p:nvSpPr>
        <p:spPr>
          <a:xfrm>
            <a:off x="2168287" y="2826222"/>
            <a:ext cx="12082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11cm</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CD0E8D72-83B4-20DA-D3B2-124AB5E309D4}"/>
              </a:ext>
            </a:extLst>
          </p:cNvPr>
          <p:cNvCxnSpPr/>
          <p:nvPr/>
        </p:nvCxnSpPr>
        <p:spPr>
          <a:xfrm>
            <a:off x="893419" y="1704513"/>
            <a:ext cx="0" cy="1121695"/>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B605AA2-E604-C64A-5D13-AFB861FE0866}"/>
              </a:ext>
            </a:extLst>
          </p:cNvPr>
          <p:cNvSpPr txBox="1"/>
          <p:nvPr/>
        </p:nvSpPr>
        <p:spPr>
          <a:xfrm>
            <a:off x="134552" y="1946479"/>
            <a:ext cx="12082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3cm</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0151B65A-43C8-0E68-CEE2-B08747BF1A6A}"/>
              </a:ext>
            </a:extLst>
          </p:cNvPr>
          <p:cNvSpPr txBox="1"/>
          <p:nvPr/>
        </p:nvSpPr>
        <p:spPr>
          <a:xfrm>
            <a:off x="4667047" y="2364543"/>
            <a:ext cx="12082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8cm</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138F1F78-1204-BEAC-A2F1-D4CAEE26C9A7}"/>
              </a:ext>
            </a:extLst>
          </p:cNvPr>
          <p:cNvSpPr txBox="1"/>
          <p:nvPr/>
        </p:nvSpPr>
        <p:spPr>
          <a:xfrm>
            <a:off x="754602" y="656948"/>
            <a:ext cx="75460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 do </a:t>
            </a:r>
            <a:endPar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C3C64252-E4B1-B6C2-1D4B-BA2F1944D320}"/>
              </a:ext>
            </a:extLst>
          </p:cNvPr>
          <p:cNvSpPr txBox="1"/>
          <p:nvPr/>
        </p:nvSpPr>
        <p:spPr>
          <a:xfrm>
            <a:off x="632567" y="3561741"/>
            <a:ext cx="75460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do </a:t>
            </a:r>
            <a:endPar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 name="Straight Arrow Connector 22">
            <a:extLst>
              <a:ext uri="{FF2B5EF4-FFF2-40B4-BE49-F238E27FC236}">
                <a16:creationId xmlns:a16="http://schemas.microsoft.com/office/drawing/2014/main" id="{4E652511-FB76-28A0-7324-D0E473AAEC58}"/>
              </a:ext>
            </a:extLst>
          </p:cNvPr>
          <p:cNvCxnSpPr>
            <a:cxnSpLocks/>
          </p:cNvCxnSpPr>
          <p:nvPr/>
        </p:nvCxnSpPr>
        <p:spPr>
          <a:xfrm>
            <a:off x="1880320" y="4279037"/>
            <a:ext cx="0" cy="963377"/>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76DBFF9-D203-51B6-9EAA-E5EB3512FDC7}"/>
              </a:ext>
            </a:extLst>
          </p:cNvPr>
          <p:cNvSpPr txBox="1"/>
          <p:nvPr/>
        </p:nvSpPr>
        <p:spPr>
          <a:xfrm>
            <a:off x="2655746" y="5149988"/>
            <a:ext cx="12082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8cm</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22FE4314-EA66-F1A8-96B8-775F98173B1B}"/>
              </a:ext>
            </a:extLst>
          </p:cNvPr>
          <p:cNvSpPr txBox="1"/>
          <p:nvPr/>
        </p:nvSpPr>
        <p:spPr>
          <a:xfrm>
            <a:off x="4327265" y="4780749"/>
            <a:ext cx="12082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5cm</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35F71DC1-C48D-970B-17D9-C551C0A48678}"/>
              </a:ext>
            </a:extLst>
          </p:cNvPr>
          <p:cNvSpPr txBox="1"/>
          <p:nvPr/>
        </p:nvSpPr>
        <p:spPr>
          <a:xfrm>
            <a:off x="1170468" y="4529892"/>
            <a:ext cx="12082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6cm</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5291DC4E-6664-8D80-E01F-3E15BA7E5556}"/>
              </a:ext>
            </a:extLst>
          </p:cNvPr>
          <p:cNvSpPr txBox="1"/>
          <p:nvPr/>
        </p:nvSpPr>
        <p:spPr>
          <a:xfrm>
            <a:off x="2576518" y="3892958"/>
            <a:ext cx="120822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4cm</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069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P spid="19" grpId="0"/>
      <p:bldP spid="20" grpId="0"/>
      <p:bldP spid="25" grpId="0"/>
      <p:bldP spid="26" grpId="0"/>
      <p:bldP spid="27"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7" name="Rectangle 2056">
            <a:extLst>
              <a:ext uri="{FF2B5EF4-FFF2-40B4-BE49-F238E27FC236}">
                <a16:creationId xmlns:a16="http://schemas.microsoft.com/office/drawing/2014/main" id="{CEB41C5C-0F34-4DDA-9D7C-5E717F35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6134677" y="303591"/>
            <a:ext cx="5735590"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1590465-6D37-FCE3-8543-72424C14ECA3}"/>
              </a:ext>
            </a:extLst>
          </p:cNvPr>
          <p:cNvSpPr>
            <a:spLocks noGrp="1"/>
          </p:cNvSpPr>
          <p:nvPr>
            <p:ph type="title"/>
          </p:nvPr>
        </p:nvSpPr>
        <p:spPr>
          <a:xfrm>
            <a:off x="6392598" y="640263"/>
            <a:ext cx="5221266" cy="1344975"/>
          </a:xfrm>
        </p:spPr>
        <p:txBody>
          <a:bodyPr>
            <a:normAutofit/>
          </a:bodyPr>
          <a:lstStyle/>
          <a:p>
            <a:pPr algn="ctr"/>
            <a:r>
              <a:rPr lang="en-US" sz="4000" dirty="0"/>
              <a:t>Kite prism </a:t>
            </a:r>
            <a:endParaRPr lang="en-AU" sz="4000" dirty="0"/>
          </a:p>
        </p:txBody>
      </p:sp>
      <p:pic>
        <p:nvPicPr>
          <p:cNvPr id="2050" name="Picture 2" descr="Prism Shape - GCSE Maths - Steps, Examples &amp; Worksheet">
            <a:extLst>
              <a:ext uri="{FF2B5EF4-FFF2-40B4-BE49-F238E27FC236}">
                <a16:creationId xmlns:a16="http://schemas.microsoft.com/office/drawing/2014/main" id="{7E68E463-6946-EFB2-D11F-BC2C52638CA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4632" y="1252991"/>
            <a:ext cx="5126736" cy="419656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2068" name="Content Placeholder 2053">
                <a:extLst>
                  <a:ext uri="{FF2B5EF4-FFF2-40B4-BE49-F238E27FC236}">
                    <a16:creationId xmlns:a16="http://schemas.microsoft.com/office/drawing/2014/main" id="{E5422F0D-75F1-0941-F133-AE472EDDE155}"/>
                  </a:ext>
                </a:extLst>
              </p:cNvPr>
              <p:cNvSpPr>
                <a:spLocks noGrp="1"/>
              </p:cNvSpPr>
              <p:nvPr>
                <p:ph idx="1"/>
              </p:nvPr>
            </p:nvSpPr>
            <p:spPr>
              <a:xfrm>
                <a:off x="6391903" y="1669002"/>
                <a:ext cx="5235490" cy="4225771"/>
              </a:xfrm>
            </p:spPr>
            <p:txBody>
              <a:bodyPr>
                <a:normAutofit/>
              </a:bodyPr>
              <a:lstStyle/>
              <a:p>
                <a:pPr marL="0" indent="0">
                  <a:buNone/>
                </a:pPr>
                <a:r>
                  <a:rPr lang="en-US" sz="3200" dirty="0"/>
                  <a:t>D:</a:t>
                </a:r>
              </a:p>
              <a:p>
                <a:pPr marL="0" indent="0">
                  <a:buNone/>
                </a:pPr>
                <a:endParaRPr lang="en-US" sz="3200" dirty="0"/>
              </a:p>
              <a:p>
                <a:pPr marL="0" indent="0">
                  <a:buNone/>
                </a:pPr>
                <a:r>
                  <a:rPr lang="en-US" sz="3200" dirty="0"/>
                  <a:t>R: </a:t>
                </a:r>
                <a14:m>
                  <m:oMath xmlns:m="http://schemas.openxmlformats.org/officeDocument/2006/math">
                    <m:r>
                      <m:rPr>
                        <m:sty m:val="p"/>
                      </m:rPr>
                      <a:rPr lang="en-US" sz="3200" b="0" i="0" smtClean="0">
                        <a:latin typeface="Cambria Math" panose="02040503050406030204" pitchFamily="18" charset="0"/>
                        <a:ea typeface="Cambria Math" panose="02040503050406030204" pitchFamily="18" charset="0"/>
                      </a:rPr>
                      <m:t>V</m:t>
                    </m:r>
                    <m:r>
                      <a:rPr lang="en-US" sz="3200" b="0" i="0" smtClean="0">
                        <a:latin typeface="Cambria Math" panose="02040503050406030204" pitchFamily="18" charset="0"/>
                        <a:ea typeface="Cambria Math" panose="02040503050406030204" pitchFamily="18" charset="0"/>
                      </a:rPr>
                      <m:t>= </m:t>
                    </m:r>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rPr>
                          <m:t>𝑎</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𝑏</m:t>
                        </m:r>
                        <m:r>
                          <a:rPr lang="en-US" sz="3200" b="0" i="1" smtClean="0">
                            <a:latin typeface="Cambria Math" panose="02040503050406030204" pitchFamily="18" charset="0"/>
                            <a:ea typeface="Cambria Math" panose="02040503050406030204" pitchFamily="18" charset="0"/>
                          </a:rPr>
                          <m:t> </m:t>
                        </m:r>
                      </m:num>
                      <m:den>
                        <m:r>
                          <a:rPr lang="en-US" sz="3200" b="0" i="1" smtClean="0">
                            <a:latin typeface="Cambria Math" panose="02040503050406030204" pitchFamily="18" charset="0"/>
                            <a:ea typeface="Cambria Math" panose="02040503050406030204" pitchFamily="18" charset="0"/>
                          </a:rPr>
                          <m:t>2</m:t>
                        </m:r>
                      </m:den>
                    </m:f>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𝑙</m:t>
                    </m:r>
                    <m:r>
                      <a:rPr lang="en-US" sz="3200" b="0" i="1" smtClean="0">
                        <a:latin typeface="Cambria Math" panose="02040503050406030204" pitchFamily="18" charset="0"/>
                        <a:ea typeface="Cambria Math" panose="02040503050406030204" pitchFamily="18" charset="0"/>
                      </a:rPr>
                      <m:t> </m:t>
                    </m:r>
                  </m:oMath>
                </a14:m>
                <a:endParaRPr lang="en-US" sz="3200" b="0" dirty="0">
                  <a:ea typeface="Cambria Math" panose="02040503050406030204" pitchFamily="18" charset="0"/>
                </a:endParaRPr>
              </a:p>
              <a:p>
                <a:pPr marL="0" indent="0">
                  <a:buNone/>
                </a:pPr>
                <a:endParaRPr lang="en-US" sz="3200" dirty="0"/>
              </a:p>
              <a:p>
                <a:pPr marL="0" indent="0">
                  <a:buNone/>
                </a:pPr>
                <a:r>
                  <a:rPr lang="en-US" sz="3200" dirty="0"/>
                  <a:t>N</a:t>
                </a:r>
              </a:p>
              <a:p>
                <a:pPr marL="0" indent="0">
                  <a:buNone/>
                </a:pPr>
                <a:endParaRPr lang="en-US" sz="3200" dirty="0"/>
              </a:p>
              <a:p>
                <a:pPr marL="0" indent="0">
                  <a:buNone/>
                </a:pPr>
                <a:r>
                  <a:rPr lang="en-US" sz="3200" dirty="0"/>
                  <a:t>S: </a:t>
                </a:r>
              </a:p>
            </p:txBody>
          </p:sp>
        </mc:Choice>
        <mc:Fallback>
          <p:sp>
            <p:nvSpPr>
              <p:cNvPr id="2068" name="Content Placeholder 2053">
                <a:extLst>
                  <a:ext uri="{FF2B5EF4-FFF2-40B4-BE49-F238E27FC236}">
                    <a16:creationId xmlns:a16="http://schemas.microsoft.com/office/drawing/2014/main" id="{E5422F0D-75F1-0941-F133-AE472EDDE155}"/>
                  </a:ext>
                </a:extLst>
              </p:cNvPr>
              <p:cNvSpPr>
                <a:spLocks noGrp="1" noRot="1" noChangeAspect="1" noMove="1" noResize="1" noEditPoints="1" noAdjustHandles="1" noChangeArrowheads="1" noChangeShapeType="1" noTextEdit="1"/>
              </p:cNvSpPr>
              <p:nvPr>
                <p:ph idx="1"/>
              </p:nvPr>
            </p:nvSpPr>
            <p:spPr>
              <a:xfrm>
                <a:off x="6391903" y="1669002"/>
                <a:ext cx="5235490" cy="4225771"/>
              </a:xfrm>
              <a:blipFill>
                <a:blip r:embed="rId3"/>
                <a:stretch>
                  <a:fillRect l="-3030" t="-3030" b="-2309"/>
                </a:stretch>
              </a:blipFill>
            </p:spPr>
            <p:txBody>
              <a:bodyPr/>
              <a:lstStyle/>
              <a:p>
                <a:r>
                  <a:rPr lang="en-AU">
                    <a:noFill/>
                  </a:rPr>
                  <a:t> </a:t>
                </a:r>
              </a:p>
            </p:txBody>
          </p:sp>
        </mc:Fallback>
      </mc:AlternateContent>
    </p:spTree>
    <p:extLst>
      <p:ext uri="{BB962C8B-B14F-4D97-AF65-F5344CB8AC3E}">
        <p14:creationId xmlns:p14="http://schemas.microsoft.com/office/powerpoint/2010/main" val="2429676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1" name="Rectangle 3080">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083" name="Group 3082">
            <a:extLst>
              <a:ext uri="{FF2B5EF4-FFF2-40B4-BE49-F238E27FC236}">
                <a16:creationId xmlns:a16="http://schemas.microsoft.com/office/drawing/2014/main" id="{B29018A0-5DE6-4CC9-AB25-675616AF7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24400" cy="6858000"/>
            <a:chOff x="7467600" y="0"/>
            <a:chExt cx="4724400" cy="6858000"/>
          </a:xfrm>
        </p:grpSpPr>
        <p:sp>
          <p:nvSpPr>
            <p:cNvPr id="3084" name="Rectangle 3083">
              <a:extLst>
                <a:ext uri="{FF2B5EF4-FFF2-40B4-BE49-F238E27FC236}">
                  <a16:creationId xmlns:a16="http://schemas.microsoft.com/office/drawing/2014/main" id="{BAD5C302-E4AF-4B3F-818D-17AEA68E7F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85" name="Rectangle 3084">
              <a:extLst>
                <a:ext uri="{FF2B5EF4-FFF2-40B4-BE49-F238E27FC236}">
                  <a16:creationId xmlns:a16="http://schemas.microsoft.com/office/drawing/2014/main" id="{7D27820F-8F33-4F10-AFA0-72D2722D2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3087" name="Freeform: Shape 3086">
            <a:extLst>
              <a:ext uri="{FF2B5EF4-FFF2-40B4-BE49-F238E27FC236}">
                <a16:creationId xmlns:a16="http://schemas.microsoft.com/office/drawing/2014/main" id="{8B88B599-C539-4F18-A32A-40207EC6E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724401" cy="6858000"/>
          </a:xfrm>
          <a:custGeom>
            <a:avLst/>
            <a:gdLst>
              <a:gd name="connsiteX0" fmla="*/ 369702 w 4724401"/>
              <a:gd name="connsiteY0" fmla="*/ 6712169 h 6858000"/>
              <a:gd name="connsiteX1" fmla="*/ 366575 w 4724401"/>
              <a:gd name="connsiteY1" fmla="*/ 6715556 h 6858000"/>
              <a:gd name="connsiteX2" fmla="*/ 371637 w 4724401"/>
              <a:gd name="connsiteY2" fmla="*/ 6713954 h 6858000"/>
              <a:gd name="connsiteX3" fmla="*/ 1019354 w 4724401"/>
              <a:gd name="connsiteY3" fmla="*/ 6315006 h 6858000"/>
              <a:gd name="connsiteX4" fmla="*/ 441046 w 4724401"/>
              <a:gd name="connsiteY4" fmla="*/ 6691153 h 6858000"/>
              <a:gd name="connsiteX5" fmla="*/ 1019354 w 4724401"/>
              <a:gd name="connsiteY5" fmla="*/ 6315006 h 6858000"/>
              <a:gd name="connsiteX6" fmla="*/ 991680 w 4724401"/>
              <a:gd name="connsiteY6" fmla="*/ 6298413 h 6858000"/>
              <a:gd name="connsiteX7" fmla="*/ 409060 w 4724401"/>
              <a:gd name="connsiteY7" fmla="*/ 6671470 h 6858000"/>
              <a:gd name="connsiteX8" fmla="*/ 991680 w 4724401"/>
              <a:gd name="connsiteY8" fmla="*/ 6298413 h 6858000"/>
              <a:gd name="connsiteX9" fmla="*/ 4724401 w 4724401"/>
              <a:gd name="connsiteY9" fmla="*/ 6289099 h 6858000"/>
              <a:gd name="connsiteX10" fmla="*/ 4724401 w 4724401"/>
              <a:gd name="connsiteY10" fmla="*/ 6407899 h 6858000"/>
              <a:gd name="connsiteX11" fmla="*/ 4689678 w 4724401"/>
              <a:gd name="connsiteY11" fmla="*/ 6440241 h 6858000"/>
              <a:gd name="connsiteX12" fmla="*/ 4477543 w 4724401"/>
              <a:gd name="connsiteY12" fmla="*/ 6674836 h 6858000"/>
              <a:gd name="connsiteX13" fmla="*/ 4329957 w 4724401"/>
              <a:gd name="connsiteY13" fmla="*/ 6858000 h 6858000"/>
              <a:gd name="connsiteX14" fmla="*/ 4218595 w 4724401"/>
              <a:gd name="connsiteY14" fmla="*/ 6858000 h 6858000"/>
              <a:gd name="connsiteX15" fmla="*/ 4368888 w 4724401"/>
              <a:gd name="connsiteY15" fmla="*/ 6668412 h 6858000"/>
              <a:gd name="connsiteX16" fmla="*/ 4563091 w 4724401"/>
              <a:gd name="connsiteY16" fmla="*/ 6442508 h 6858000"/>
              <a:gd name="connsiteX17" fmla="*/ 4660205 w 4724401"/>
              <a:gd name="connsiteY17" fmla="*/ 6345369 h 6858000"/>
              <a:gd name="connsiteX18" fmla="*/ 4724401 w 4724401"/>
              <a:gd name="connsiteY18" fmla="*/ 6198577 h 6858000"/>
              <a:gd name="connsiteX19" fmla="*/ 4724401 w 4724401"/>
              <a:gd name="connsiteY19" fmla="*/ 6238480 h 6858000"/>
              <a:gd name="connsiteX20" fmla="*/ 4689789 w 4724401"/>
              <a:gd name="connsiteY20" fmla="*/ 6268382 h 6858000"/>
              <a:gd name="connsiteX21" fmla="*/ 4418722 w 4724401"/>
              <a:gd name="connsiteY21" fmla="*/ 6570886 h 6858000"/>
              <a:gd name="connsiteX22" fmla="*/ 4214944 w 4724401"/>
              <a:gd name="connsiteY22" fmla="*/ 6858000 h 6858000"/>
              <a:gd name="connsiteX23" fmla="*/ 4177898 w 4724401"/>
              <a:gd name="connsiteY23" fmla="*/ 6858000 h 6858000"/>
              <a:gd name="connsiteX24" fmla="*/ 4391597 w 4724401"/>
              <a:gd name="connsiteY24" fmla="*/ 6556370 h 6858000"/>
              <a:gd name="connsiteX25" fmla="*/ 4668889 w 4724401"/>
              <a:gd name="connsiteY25" fmla="*/ 6246399 h 6858000"/>
              <a:gd name="connsiteX26" fmla="*/ 4724401 w 4724401"/>
              <a:gd name="connsiteY26" fmla="*/ 5924240 h 6858000"/>
              <a:gd name="connsiteX27" fmla="*/ 4724401 w 4724401"/>
              <a:gd name="connsiteY27" fmla="*/ 6044002 h 6858000"/>
              <a:gd name="connsiteX28" fmla="*/ 4695216 w 4724401"/>
              <a:gd name="connsiteY28" fmla="*/ 6071545 h 6858000"/>
              <a:gd name="connsiteX29" fmla="*/ 4317146 w 4724401"/>
              <a:gd name="connsiteY29" fmla="*/ 6587716 h 6858000"/>
              <a:gd name="connsiteX30" fmla="*/ 4171627 w 4724401"/>
              <a:gd name="connsiteY30" fmla="*/ 6858000 h 6858000"/>
              <a:gd name="connsiteX31" fmla="*/ 4081585 w 4724401"/>
              <a:gd name="connsiteY31" fmla="*/ 6858000 h 6858000"/>
              <a:gd name="connsiteX32" fmla="*/ 4238603 w 4724401"/>
              <a:gd name="connsiteY32" fmla="*/ 6559341 h 6858000"/>
              <a:gd name="connsiteX33" fmla="*/ 4620848 w 4724401"/>
              <a:gd name="connsiteY33" fmla="*/ 6021419 h 6858000"/>
              <a:gd name="connsiteX34" fmla="*/ 103333 w 4724401"/>
              <a:gd name="connsiteY34" fmla="*/ 5699602 h 6858000"/>
              <a:gd name="connsiteX35" fmla="*/ 233938 w 4724401"/>
              <a:gd name="connsiteY35" fmla="*/ 5809416 h 6858000"/>
              <a:gd name="connsiteX36" fmla="*/ 883580 w 4724401"/>
              <a:gd name="connsiteY36" fmla="*/ 6180710 h 6858000"/>
              <a:gd name="connsiteX37" fmla="*/ 487337 w 4724401"/>
              <a:gd name="connsiteY37" fmla="*/ 5950182 h 6858000"/>
              <a:gd name="connsiteX38" fmla="*/ 354051 w 4724401"/>
              <a:gd name="connsiteY38" fmla="*/ 5854912 h 6858000"/>
              <a:gd name="connsiteX39" fmla="*/ 195436 w 4724401"/>
              <a:gd name="connsiteY39" fmla="*/ 5755068 h 6858000"/>
              <a:gd name="connsiteX40" fmla="*/ 51253 w 4724401"/>
              <a:gd name="connsiteY40" fmla="*/ 5631825 h 6858000"/>
              <a:gd name="connsiteX41" fmla="*/ 211622 w 4724401"/>
              <a:gd name="connsiteY41" fmla="*/ 5728803 h 6858000"/>
              <a:gd name="connsiteX42" fmla="*/ 371652 w 4724401"/>
              <a:gd name="connsiteY42" fmla="*/ 5829062 h 6858000"/>
              <a:gd name="connsiteX43" fmla="*/ 505903 w 4724401"/>
              <a:gd name="connsiteY43" fmla="*/ 5925221 h 6858000"/>
              <a:gd name="connsiteX44" fmla="*/ 899240 w 4724401"/>
              <a:gd name="connsiteY44" fmla="*/ 6153068 h 6858000"/>
              <a:gd name="connsiteX45" fmla="*/ 988114 w 4724401"/>
              <a:gd name="connsiteY45" fmla="*/ 6174204 h 6858000"/>
              <a:gd name="connsiteX46" fmla="*/ 845971 w 4724401"/>
              <a:gd name="connsiteY46" fmla="*/ 6067177 h 6858000"/>
              <a:gd name="connsiteX47" fmla="*/ 448057 w 4724401"/>
              <a:gd name="connsiteY47" fmla="*/ 5841376 h 6858000"/>
              <a:gd name="connsiteX48" fmla="*/ 51253 w 4724401"/>
              <a:gd name="connsiteY48" fmla="*/ 5631825 h 6858000"/>
              <a:gd name="connsiteX49" fmla="*/ 2606687 w 4724401"/>
              <a:gd name="connsiteY49" fmla="*/ 5630718 h 6858000"/>
              <a:gd name="connsiteX50" fmla="*/ 2645658 w 4724401"/>
              <a:gd name="connsiteY50" fmla="*/ 6640259 h 6858000"/>
              <a:gd name="connsiteX51" fmla="*/ 2606687 w 4724401"/>
              <a:gd name="connsiteY51" fmla="*/ 5630718 h 6858000"/>
              <a:gd name="connsiteX52" fmla="*/ 3642057 w 4724401"/>
              <a:gd name="connsiteY52" fmla="*/ 5573487 h 6858000"/>
              <a:gd name="connsiteX53" fmla="*/ 3632981 w 4724401"/>
              <a:gd name="connsiteY53" fmla="*/ 5579437 h 6858000"/>
              <a:gd name="connsiteX54" fmla="*/ 3382436 w 4724401"/>
              <a:gd name="connsiteY54" fmla="*/ 5952726 h 6858000"/>
              <a:gd name="connsiteX55" fmla="*/ 3191929 w 4724401"/>
              <a:gd name="connsiteY55" fmla="*/ 6662669 h 6858000"/>
              <a:gd name="connsiteX56" fmla="*/ 3369898 w 4724401"/>
              <a:gd name="connsiteY56" fmla="*/ 6081771 h 6858000"/>
              <a:gd name="connsiteX57" fmla="*/ 3642057 w 4724401"/>
              <a:gd name="connsiteY57" fmla="*/ 5573487 h 6858000"/>
              <a:gd name="connsiteX58" fmla="*/ 2650666 w 4724401"/>
              <a:gd name="connsiteY58" fmla="*/ 5530686 h 6858000"/>
              <a:gd name="connsiteX59" fmla="*/ 2650249 w 4724401"/>
              <a:gd name="connsiteY59" fmla="*/ 5532101 h 6858000"/>
              <a:gd name="connsiteX60" fmla="*/ 2663808 w 4724401"/>
              <a:gd name="connsiteY60" fmla="*/ 6535215 h 6858000"/>
              <a:gd name="connsiteX61" fmla="*/ 2665418 w 4724401"/>
              <a:gd name="connsiteY61" fmla="*/ 6132756 h 6858000"/>
              <a:gd name="connsiteX62" fmla="*/ 2650666 w 4724401"/>
              <a:gd name="connsiteY62" fmla="*/ 5530686 h 6858000"/>
              <a:gd name="connsiteX63" fmla="*/ 2680277 w 4724401"/>
              <a:gd name="connsiteY63" fmla="*/ 5479204 h 6858000"/>
              <a:gd name="connsiteX64" fmla="*/ 2678972 w 4724401"/>
              <a:gd name="connsiteY64" fmla="*/ 5481582 h 6858000"/>
              <a:gd name="connsiteX65" fmla="*/ 2696666 w 4724401"/>
              <a:gd name="connsiteY65" fmla="*/ 6133836 h 6858000"/>
              <a:gd name="connsiteX66" fmla="*/ 2695769 w 4724401"/>
              <a:gd name="connsiteY66" fmla="*/ 6390955 h 6858000"/>
              <a:gd name="connsiteX67" fmla="*/ 2739893 w 4724401"/>
              <a:gd name="connsiteY67" fmla="*/ 6108357 h 6858000"/>
              <a:gd name="connsiteX68" fmla="*/ 2680277 w 4724401"/>
              <a:gd name="connsiteY68" fmla="*/ 5479204 h 6858000"/>
              <a:gd name="connsiteX69" fmla="*/ 1132195 w 4724401"/>
              <a:gd name="connsiteY69" fmla="*/ 5467980 h 6858000"/>
              <a:gd name="connsiteX70" fmla="*/ 1679056 w 4724401"/>
              <a:gd name="connsiteY70" fmla="*/ 5516907 h 6858000"/>
              <a:gd name="connsiteX71" fmla="*/ 2128648 w 4724401"/>
              <a:gd name="connsiteY71" fmla="*/ 5474249 h 6858000"/>
              <a:gd name="connsiteX72" fmla="*/ 1825619 w 4724401"/>
              <a:gd name="connsiteY72" fmla="*/ 5478447 h 6858000"/>
              <a:gd name="connsiteX73" fmla="*/ 1737798 w 4724401"/>
              <a:gd name="connsiteY73" fmla="*/ 5483353 h 6858000"/>
              <a:gd name="connsiteX74" fmla="*/ 1132195 w 4724401"/>
              <a:gd name="connsiteY74" fmla="*/ 5467980 h 6858000"/>
              <a:gd name="connsiteX75" fmla="*/ 1456157 w 4724401"/>
              <a:gd name="connsiteY75" fmla="*/ 5371404 h 6858000"/>
              <a:gd name="connsiteX76" fmla="*/ 1244432 w 4724401"/>
              <a:gd name="connsiteY76" fmla="*/ 5385601 h 6858000"/>
              <a:gd name="connsiteX77" fmla="*/ 973990 w 4724401"/>
              <a:gd name="connsiteY77" fmla="*/ 5424940 h 6858000"/>
              <a:gd name="connsiteX78" fmla="*/ 1103809 w 4724401"/>
              <a:gd name="connsiteY78" fmla="*/ 5433720 h 6858000"/>
              <a:gd name="connsiteX79" fmla="*/ 1123454 w 4724401"/>
              <a:gd name="connsiteY79" fmla="*/ 5435727 h 6858000"/>
              <a:gd name="connsiteX80" fmla="*/ 1737017 w 4724401"/>
              <a:gd name="connsiteY80" fmla="*/ 5452183 h 6858000"/>
              <a:gd name="connsiteX81" fmla="*/ 1824397 w 4724401"/>
              <a:gd name="connsiteY81" fmla="*/ 5447757 h 6858000"/>
              <a:gd name="connsiteX82" fmla="*/ 2070059 w 4724401"/>
              <a:gd name="connsiteY82" fmla="*/ 5441660 h 6858000"/>
              <a:gd name="connsiteX83" fmla="*/ 1456157 w 4724401"/>
              <a:gd name="connsiteY83" fmla="*/ 5371404 h 6858000"/>
              <a:gd name="connsiteX84" fmla="*/ 4724401 w 4724401"/>
              <a:gd name="connsiteY84" fmla="*/ 5202141 h 6858000"/>
              <a:gd name="connsiteX85" fmla="*/ 4724401 w 4724401"/>
              <a:gd name="connsiteY85" fmla="*/ 5319690 h 6858000"/>
              <a:gd name="connsiteX86" fmla="*/ 4690088 w 4724401"/>
              <a:gd name="connsiteY86" fmla="*/ 5349711 h 6858000"/>
              <a:gd name="connsiteX87" fmla="*/ 4463413 w 4724401"/>
              <a:gd name="connsiteY87" fmla="*/ 5615162 h 6858000"/>
              <a:gd name="connsiteX88" fmla="*/ 4358134 w 4724401"/>
              <a:gd name="connsiteY88" fmla="*/ 5742791 h 6858000"/>
              <a:gd name="connsiteX89" fmla="*/ 4376219 w 4724401"/>
              <a:gd name="connsiteY89" fmla="*/ 5729027 h 6858000"/>
              <a:gd name="connsiteX90" fmla="*/ 4582340 w 4724401"/>
              <a:gd name="connsiteY90" fmla="*/ 5561037 h 6858000"/>
              <a:gd name="connsiteX91" fmla="*/ 4694684 w 4724401"/>
              <a:gd name="connsiteY91" fmla="*/ 5447098 h 6858000"/>
              <a:gd name="connsiteX92" fmla="*/ 4724401 w 4724401"/>
              <a:gd name="connsiteY92" fmla="*/ 5415874 h 6858000"/>
              <a:gd name="connsiteX93" fmla="*/ 4724401 w 4724401"/>
              <a:gd name="connsiteY93" fmla="*/ 5461678 h 6858000"/>
              <a:gd name="connsiteX94" fmla="*/ 4718341 w 4724401"/>
              <a:gd name="connsiteY94" fmla="*/ 5468043 h 6858000"/>
              <a:gd name="connsiteX95" fmla="*/ 4604655 w 4724401"/>
              <a:gd name="connsiteY95" fmla="*/ 5583434 h 6858000"/>
              <a:gd name="connsiteX96" fmla="*/ 4565074 w 4724401"/>
              <a:gd name="connsiteY96" fmla="*/ 5618550 h 6858000"/>
              <a:gd name="connsiteX97" fmla="*/ 4682209 w 4724401"/>
              <a:gd name="connsiteY97" fmla="*/ 5532923 h 6858000"/>
              <a:gd name="connsiteX98" fmla="*/ 4724401 w 4724401"/>
              <a:gd name="connsiteY98" fmla="*/ 5499248 h 6858000"/>
              <a:gd name="connsiteX99" fmla="*/ 4724401 w 4724401"/>
              <a:gd name="connsiteY99" fmla="*/ 5608295 h 6858000"/>
              <a:gd name="connsiteX100" fmla="*/ 4713577 w 4724401"/>
              <a:gd name="connsiteY100" fmla="*/ 5616803 h 6858000"/>
              <a:gd name="connsiteX101" fmla="*/ 3989559 w 4724401"/>
              <a:gd name="connsiteY101" fmla="*/ 6145945 h 6858000"/>
              <a:gd name="connsiteX102" fmla="*/ 3939824 w 4724401"/>
              <a:gd name="connsiteY102" fmla="*/ 6066900 h 6858000"/>
              <a:gd name="connsiteX103" fmla="*/ 4584537 w 4724401"/>
              <a:gd name="connsiteY103" fmla="*/ 5324826 h 6858000"/>
              <a:gd name="connsiteX104" fmla="*/ 4682005 w 4724401"/>
              <a:gd name="connsiteY104" fmla="*/ 5231398 h 6858000"/>
              <a:gd name="connsiteX105" fmla="*/ 1903353 w 4724401"/>
              <a:gd name="connsiteY105" fmla="*/ 5044827 h 6858000"/>
              <a:gd name="connsiteX106" fmla="*/ 1936931 w 4724401"/>
              <a:gd name="connsiteY106" fmla="*/ 5093954 h 6858000"/>
              <a:gd name="connsiteX107" fmla="*/ 2195868 w 4724401"/>
              <a:gd name="connsiteY107" fmla="*/ 5396574 h 6858000"/>
              <a:gd name="connsiteX108" fmla="*/ 2088852 w 4724401"/>
              <a:gd name="connsiteY108" fmla="*/ 5166123 h 6858000"/>
              <a:gd name="connsiteX109" fmla="*/ 1958241 w 4724401"/>
              <a:gd name="connsiteY109" fmla="*/ 5067955 h 6858000"/>
              <a:gd name="connsiteX110" fmla="*/ 1903353 w 4724401"/>
              <a:gd name="connsiteY110" fmla="*/ 5044827 h 6858000"/>
              <a:gd name="connsiteX111" fmla="*/ 1979378 w 4724401"/>
              <a:gd name="connsiteY111" fmla="*/ 4769504 h 6858000"/>
              <a:gd name="connsiteX112" fmla="*/ 2882120 w 4724401"/>
              <a:gd name="connsiteY112" fmla="*/ 5064547 h 6858000"/>
              <a:gd name="connsiteX113" fmla="*/ 2793103 w 4724401"/>
              <a:gd name="connsiteY113" fmla="*/ 5039699 h 6858000"/>
              <a:gd name="connsiteX114" fmla="*/ 2770041 w 4724401"/>
              <a:gd name="connsiteY114" fmla="*/ 5033634 h 6858000"/>
              <a:gd name="connsiteX115" fmla="*/ 1979378 w 4724401"/>
              <a:gd name="connsiteY115" fmla="*/ 4769504 h 6858000"/>
              <a:gd name="connsiteX116" fmla="*/ 1927410 w 4724401"/>
              <a:gd name="connsiteY116" fmla="*/ 4716164 h 6858000"/>
              <a:gd name="connsiteX117" fmla="*/ 1959587 w 4724401"/>
              <a:gd name="connsiteY117" fmla="*/ 4728849 h 6858000"/>
              <a:gd name="connsiteX118" fmla="*/ 2777707 w 4724401"/>
              <a:gd name="connsiteY118" fmla="*/ 5003991 h 6858000"/>
              <a:gd name="connsiteX119" fmla="*/ 2800768 w 4724401"/>
              <a:gd name="connsiteY119" fmla="*/ 5010056 h 6858000"/>
              <a:gd name="connsiteX120" fmla="*/ 2879408 w 4724401"/>
              <a:gd name="connsiteY120" fmla="*/ 5031590 h 6858000"/>
              <a:gd name="connsiteX121" fmla="*/ 2862295 w 4724401"/>
              <a:gd name="connsiteY121" fmla="*/ 5022958 h 6858000"/>
              <a:gd name="connsiteX122" fmla="*/ 2813343 w 4724401"/>
              <a:gd name="connsiteY122" fmla="*/ 4998369 h 6858000"/>
              <a:gd name="connsiteX123" fmla="*/ 2646245 w 4724401"/>
              <a:gd name="connsiteY123" fmla="*/ 4930999 h 6858000"/>
              <a:gd name="connsiteX124" fmla="*/ 1999243 w 4724401"/>
              <a:gd name="connsiteY124" fmla="*/ 4730524 h 6858000"/>
              <a:gd name="connsiteX125" fmla="*/ 1979527 w 4724401"/>
              <a:gd name="connsiteY125" fmla="*/ 4726651 h 6858000"/>
              <a:gd name="connsiteX126" fmla="*/ 1997014 w 4724401"/>
              <a:gd name="connsiteY126" fmla="*/ 4698007 h 6858000"/>
              <a:gd name="connsiteX127" fmla="*/ 2005458 w 4724401"/>
              <a:gd name="connsiteY127" fmla="*/ 4699540 h 6858000"/>
              <a:gd name="connsiteX128" fmla="*/ 2657186 w 4724401"/>
              <a:gd name="connsiteY128" fmla="*/ 4901687 h 6858000"/>
              <a:gd name="connsiteX129" fmla="*/ 2826662 w 4724401"/>
              <a:gd name="connsiteY129" fmla="*/ 4970362 h 6858000"/>
              <a:gd name="connsiteX130" fmla="*/ 2876100 w 4724401"/>
              <a:gd name="connsiteY130" fmla="*/ 4995397 h 6858000"/>
              <a:gd name="connsiteX131" fmla="*/ 3042600 w 4724401"/>
              <a:gd name="connsiteY131" fmla="*/ 5059532 h 6858000"/>
              <a:gd name="connsiteX132" fmla="*/ 1997014 w 4724401"/>
              <a:gd name="connsiteY132" fmla="*/ 4698007 h 6858000"/>
              <a:gd name="connsiteX133" fmla="*/ 2305292 w 4724401"/>
              <a:gd name="connsiteY133" fmla="*/ 4219492 h 6858000"/>
              <a:gd name="connsiteX134" fmla="*/ 3360922 w 4724401"/>
              <a:gd name="connsiteY134" fmla="*/ 4529373 h 6858000"/>
              <a:gd name="connsiteX135" fmla="*/ 3492420 w 4724401"/>
              <a:gd name="connsiteY135" fmla="*/ 4510145 h 6858000"/>
              <a:gd name="connsiteX136" fmla="*/ 3364086 w 4724401"/>
              <a:gd name="connsiteY136" fmla="*/ 4480340 h 6858000"/>
              <a:gd name="connsiteX137" fmla="*/ 3225818 w 4724401"/>
              <a:gd name="connsiteY137" fmla="*/ 4411822 h 6858000"/>
              <a:gd name="connsiteX138" fmla="*/ 3129696 w 4724401"/>
              <a:gd name="connsiteY138" fmla="*/ 4360704 h 6858000"/>
              <a:gd name="connsiteX139" fmla="*/ 2814545 w 4724401"/>
              <a:gd name="connsiteY139" fmla="*/ 4282955 h 6858000"/>
              <a:gd name="connsiteX140" fmla="*/ 2305292 w 4724401"/>
              <a:gd name="connsiteY140" fmla="*/ 4219492 h 6858000"/>
              <a:gd name="connsiteX141" fmla="*/ 2626982 w 4724401"/>
              <a:gd name="connsiteY141" fmla="*/ 4206450 h 6858000"/>
              <a:gd name="connsiteX142" fmla="*/ 2490617 w 4724401"/>
              <a:gd name="connsiteY142" fmla="*/ 4206951 h 6858000"/>
              <a:gd name="connsiteX143" fmla="*/ 2819869 w 4724401"/>
              <a:gd name="connsiteY143" fmla="*/ 4252936 h 6858000"/>
              <a:gd name="connsiteX144" fmla="*/ 3143018 w 4724401"/>
              <a:gd name="connsiteY144" fmla="*/ 4332698 h 6858000"/>
              <a:gd name="connsiteX145" fmla="*/ 3241520 w 4724401"/>
              <a:gd name="connsiteY145" fmla="*/ 4385112 h 6858000"/>
              <a:gd name="connsiteX146" fmla="*/ 3374575 w 4724401"/>
              <a:gd name="connsiteY146" fmla="*/ 4451517 h 6858000"/>
              <a:gd name="connsiteX147" fmla="*/ 3505221 w 4724401"/>
              <a:gd name="connsiteY147" fmla="*/ 4480757 h 6858000"/>
              <a:gd name="connsiteX148" fmla="*/ 2626982 w 4724401"/>
              <a:gd name="connsiteY148" fmla="*/ 4206450 h 6858000"/>
              <a:gd name="connsiteX149" fmla="*/ 1310106 w 4724401"/>
              <a:gd name="connsiteY149" fmla="*/ 3943217 h 6858000"/>
              <a:gd name="connsiteX150" fmla="*/ 854994 w 4724401"/>
              <a:gd name="connsiteY150" fmla="*/ 4399136 h 6858000"/>
              <a:gd name="connsiteX151" fmla="*/ 742462 w 4724401"/>
              <a:gd name="connsiteY151" fmla="*/ 4594648 h 6858000"/>
              <a:gd name="connsiteX152" fmla="*/ 820602 w 4724401"/>
              <a:gd name="connsiteY152" fmla="*/ 4485915 h 6858000"/>
              <a:gd name="connsiteX153" fmla="*/ 878295 w 4724401"/>
              <a:gd name="connsiteY153" fmla="*/ 4403594 h 6858000"/>
              <a:gd name="connsiteX154" fmla="*/ 1240607 w 4724401"/>
              <a:gd name="connsiteY154" fmla="*/ 4010401 h 6858000"/>
              <a:gd name="connsiteX155" fmla="*/ 1423113 w 4724401"/>
              <a:gd name="connsiteY155" fmla="*/ 3874565 h 6858000"/>
              <a:gd name="connsiteX156" fmla="*/ 1260565 w 4724401"/>
              <a:gd name="connsiteY156" fmla="*/ 4031982 h 6858000"/>
              <a:gd name="connsiteX157" fmla="*/ 901900 w 4724401"/>
              <a:gd name="connsiteY157" fmla="*/ 4421236 h 6858000"/>
              <a:gd name="connsiteX158" fmla="*/ 845044 w 4724401"/>
              <a:gd name="connsiteY158" fmla="*/ 4502436 h 6858000"/>
              <a:gd name="connsiteX159" fmla="*/ 685926 w 4724401"/>
              <a:gd name="connsiteY159" fmla="*/ 4703069 h 6858000"/>
              <a:gd name="connsiteX160" fmla="*/ 684248 w 4724401"/>
              <a:gd name="connsiteY160" fmla="*/ 4706721 h 6858000"/>
              <a:gd name="connsiteX161" fmla="*/ 1423113 w 4724401"/>
              <a:gd name="connsiteY161" fmla="*/ 3874565 h 6858000"/>
              <a:gd name="connsiteX162" fmla="*/ 3316479 w 4724401"/>
              <a:gd name="connsiteY162" fmla="*/ 3872136 h 6858000"/>
              <a:gd name="connsiteX163" fmla="*/ 3546806 w 4724401"/>
              <a:gd name="connsiteY163" fmla="*/ 4356139 h 6858000"/>
              <a:gd name="connsiteX164" fmla="*/ 3364433 w 4724401"/>
              <a:gd name="connsiteY164" fmla="*/ 3953121 h 6858000"/>
              <a:gd name="connsiteX165" fmla="*/ 3291335 w 4724401"/>
              <a:gd name="connsiteY165" fmla="*/ 3767420 h 6858000"/>
              <a:gd name="connsiteX166" fmla="*/ 3390805 w 4724401"/>
              <a:gd name="connsiteY166" fmla="*/ 3937163 h 6858000"/>
              <a:gd name="connsiteX167" fmla="*/ 3579062 w 4724401"/>
              <a:gd name="connsiteY167" fmla="*/ 4359040 h 6858000"/>
              <a:gd name="connsiteX168" fmla="*/ 3467355 w 4724401"/>
              <a:gd name="connsiteY168" fmla="*/ 3988130 h 6858000"/>
              <a:gd name="connsiteX169" fmla="*/ 3310753 w 4724401"/>
              <a:gd name="connsiteY169" fmla="*/ 3787140 h 6858000"/>
              <a:gd name="connsiteX170" fmla="*/ 3291335 w 4724401"/>
              <a:gd name="connsiteY170" fmla="*/ 3767420 h 6858000"/>
              <a:gd name="connsiteX171" fmla="*/ 1635889 w 4724401"/>
              <a:gd name="connsiteY171" fmla="*/ 3709494 h 6858000"/>
              <a:gd name="connsiteX172" fmla="*/ 1634800 w 4724401"/>
              <a:gd name="connsiteY172" fmla="*/ 3731111 h 6858000"/>
              <a:gd name="connsiteX173" fmla="*/ 1635889 w 4724401"/>
              <a:gd name="connsiteY173" fmla="*/ 3709494 h 6858000"/>
              <a:gd name="connsiteX174" fmla="*/ 1510397 w 4724401"/>
              <a:gd name="connsiteY174" fmla="*/ 3684705 h 6858000"/>
              <a:gd name="connsiteX175" fmla="*/ 1146550 w 4724401"/>
              <a:gd name="connsiteY175" fmla="*/ 3802012 h 6858000"/>
              <a:gd name="connsiteX176" fmla="*/ 698834 w 4724401"/>
              <a:gd name="connsiteY176" fmla="*/ 3952272 h 6858000"/>
              <a:gd name="connsiteX177" fmla="*/ 34256 w 4724401"/>
              <a:gd name="connsiteY177" fmla="*/ 4347603 h 6858000"/>
              <a:gd name="connsiteX178" fmla="*/ 527241 w 4724401"/>
              <a:gd name="connsiteY178" fmla="*/ 4065078 h 6858000"/>
              <a:gd name="connsiteX179" fmla="*/ 1510397 w 4724401"/>
              <a:gd name="connsiteY179" fmla="*/ 3684705 h 6858000"/>
              <a:gd name="connsiteX180" fmla="*/ 1313114 w 4724401"/>
              <a:gd name="connsiteY180" fmla="*/ 3655216 h 6858000"/>
              <a:gd name="connsiteX181" fmla="*/ 1109304 w 4724401"/>
              <a:gd name="connsiteY181" fmla="*/ 3669030 h 6858000"/>
              <a:gd name="connsiteX182" fmla="*/ 8129 w 4724401"/>
              <a:gd name="connsiteY182" fmla="*/ 4330519 h 6858000"/>
              <a:gd name="connsiteX183" fmla="*/ 687572 w 4724401"/>
              <a:gd name="connsiteY183" fmla="*/ 3925629 h 6858000"/>
              <a:gd name="connsiteX184" fmla="*/ 1138365 w 4724401"/>
              <a:gd name="connsiteY184" fmla="*/ 3774515 h 6858000"/>
              <a:gd name="connsiteX185" fmla="*/ 1505579 w 4724401"/>
              <a:gd name="connsiteY185" fmla="*/ 3655526 h 6858000"/>
              <a:gd name="connsiteX186" fmla="*/ 1313114 w 4724401"/>
              <a:gd name="connsiteY186" fmla="*/ 3655216 h 6858000"/>
              <a:gd name="connsiteX187" fmla="*/ 3655073 w 4724401"/>
              <a:gd name="connsiteY187" fmla="*/ 3650884 h 6858000"/>
              <a:gd name="connsiteX188" fmla="*/ 3989938 w 4724401"/>
              <a:gd name="connsiteY188" fmla="*/ 3991685 h 6858000"/>
              <a:gd name="connsiteX189" fmla="*/ 4393907 w 4724401"/>
              <a:gd name="connsiteY189" fmla="*/ 4261258 h 6858000"/>
              <a:gd name="connsiteX190" fmla="*/ 4648051 w 4724401"/>
              <a:gd name="connsiteY190" fmla="*/ 4374051 h 6858000"/>
              <a:gd name="connsiteX191" fmla="*/ 4383389 w 4724401"/>
              <a:gd name="connsiteY191" fmla="*/ 4184369 h 6858000"/>
              <a:gd name="connsiteX192" fmla="*/ 4165508 w 4724401"/>
              <a:gd name="connsiteY192" fmla="*/ 4035196 h 6858000"/>
              <a:gd name="connsiteX193" fmla="*/ 4068162 w 4724401"/>
              <a:gd name="connsiteY193" fmla="*/ 3953394 h 6858000"/>
              <a:gd name="connsiteX194" fmla="*/ 3981416 w 4724401"/>
              <a:gd name="connsiteY194" fmla="*/ 3880482 h 6858000"/>
              <a:gd name="connsiteX195" fmla="*/ 3800147 w 4724401"/>
              <a:gd name="connsiteY195" fmla="*/ 3749872 h 6858000"/>
              <a:gd name="connsiteX196" fmla="*/ 3670252 w 4724401"/>
              <a:gd name="connsiteY196" fmla="*/ 3622798 h 6858000"/>
              <a:gd name="connsiteX197" fmla="*/ 3817258 w 4724401"/>
              <a:gd name="connsiteY197" fmla="*/ 3723577 h 6858000"/>
              <a:gd name="connsiteX198" fmla="*/ 4000461 w 4724401"/>
              <a:gd name="connsiteY198" fmla="*/ 3855966 h 6858000"/>
              <a:gd name="connsiteX199" fmla="*/ 4088180 w 4724401"/>
              <a:gd name="connsiteY199" fmla="*/ 3929774 h 6858000"/>
              <a:gd name="connsiteX200" fmla="*/ 4184555 w 4724401"/>
              <a:gd name="connsiteY200" fmla="*/ 4010683 h 6858000"/>
              <a:gd name="connsiteX201" fmla="*/ 4399563 w 4724401"/>
              <a:gd name="connsiteY201" fmla="*/ 4158106 h 6858000"/>
              <a:gd name="connsiteX202" fmla="*/ 4684469 w 4724401"/>
              <a:gd name="connsiteY202" fmla="*/ 4364680 h 6858000"/>
              <a:gd name="connsiteX203" fmla="*/ 4690271 w 4724401"/>
              <a:gd name="connsiteY203" fmla="*/ 4370034 h 6858000"/>
              <a:gd name="connsiteX204" fmla="*/ 4136093 w 4724401"/>
              <a:gd name="connsiteY204" fmla="*/ 3858466 h 6858000"/>
              <a:gd name="connsiteX205" fmla="*/ 3670252 w 4724401"/>
              <a:gd name="connsiteY205" fmla="*/ 3622798 h 6858000"/>
              <a:gd name="connsiteX206" fmla="*/ 3174829 w 4724401"/>
              <a:gd name="connsiteY206" fmla="*/ 3620110 h 6858000"/>
              <a:gd name="connsiteX207" fmla="*/ 3189263 w 4724401"/>
              <a:gd name="connsiteY207" fmla="*/ 3625726 h 6858000"/>
              <a:gd name="connsiteX208" fmla="*/ 3560912 w 4724401"/>
              <a:gd name="connsiteY208" fmla="*/ 4079863 h 6858000"/>
              <a:gd name="connsiteX209" fmla="*/ 3626636 w 4724401"/>
              <a:gd name="connsiteY209" fmla="*/ 4512230 h 6858000"/>
              <a:gd name="connsiteX210" fmla="*/ 3653088 w 4724401"/>
              <a:gd name="connsiteY210" fmla="*/ 4521417 h 6858000"/>
              <a:gd name="connsiteX211" fmla="*/ 3988128 w 4724401"/>
              <a:gd name="connsiteY211" fmla="*/ 4817267 h 6858000"/>
              <a:gd name="connsiteX212" fmla="*/ 4618309 w 4724401"/>
              <a:gd name="connsiteY212" fmla="*/ 4699202 h 6858000"/>
              <a:gd name="connsiteX213" fmla="*/ 4724401 w 4724401"/>
              <a:gd name="connsiteY213" fmla="*/ 4687606 h 6858000"/>
              <a:gd name="connsiteX214" fmla="*/ 4724401 w 4724401"/>
              <a:gd name="connsiteY214" fmla="*/ 4773345 h 6858000"/>
              <a:gd name="connsiteX215" fmla="*/ 4671155 w 4724401"/>
              <a:gd name="connsiteY215" fmla="*/ 4778608 h 6858000"/>
              <a:gd name="connsiteX216" fmla="*/ 4086300 w 4724401"/>
              <a:gd name="connsiteY216" fmla="*/ 4884599 h 6858000"/>
              <a:gd name="connsiteX217" fmla="*/ 4085485 w 4724401"/>
              <a:gd name="connsiteY217" fmla="*/ 4899070 h 6858000"/>
              <a:gd name="connsiteX218" fmla="*/ 3871915 w 4724401"/>
              <a:gd name="connsiteY218" fmla="*/ 5253645 h 6858000"/>
              <a:gd name="connsiteX219" fmla="*/ 3799374 w 4724401"/>
              <a:gd name="connsiteY219" fmla="*/ 5466127 h 6858000"/>
              <a:gd name="connsiteX220" fmla="*/ 3498850 w 4724401"/>
              <a:gd name="connsiteY220" fmla="*/ 6661888 h 6858000"/>
              <a:gd name="connsiteX221" fmla="*/ 3399216 w 4724401"/>
              <a:gd name="connsiteY221" fmla="*/ 6858000 h 6858000"/>
              <a:gd name="connsiteX222" fmla="*/ 3303688 w 4724401"/>
              <a:gd name="connsiteY222" fmla="*/ 6858000 h 6858000"/>
              <a:gd name="connsiteX223" fmla="*/ 3391774 w 4724401"/>
              <a:gd name="connsiteY223" fmla="*/ 6697181 h 6858000"/>
              <a:gd name="connsiteX224" fmla="*/ 3735540 w 4724401"/>
              <a:gd name="connsiteY224" fmla="*/ 5546923 h 6858000"/>
              <a:gd name="connsiteX225" fmla="*/ 3729438 w 4724401"/>
              <a:gd name="connsiteY225" fmla="*/ 5569058 h 6858000"/>
              <a:gd name="connsiteX226" fmla="*/ 3707782 w 4724401"/>
              <a:gd name="connsiteY226" fmla="*/ 5644908 h 6858000"/>
              <a:gd name="connsiteX227" fmla="*/ 3583827 w 4724401"/>
              <a:gd name="connsiteY227" fmla="*/ 6039215 h 6858000"/>
              <a:gd name="connsiteX228" fmla="*/ 3547861 w 4724401"/>
              <a:gd name="connsiteY228" fmla="*/ 6129609 h 6858000"/>
              <a:gd name="connsiteX229" fmla="*/ 3490905 w 4724401"/>
              <a:gd name="connsiteY229" fmla="*/ 6277660 h 6858000"/>
              <a:gd name="connsiteX230" fmla="*/ 3455859 w 4724401"/>
              <a:gd name="connsiteY230" fmla="*/ 6391301 h 6858000"/>
              <a:gd name="connsiteX231" fmla="*/ 3429112 w 4724401"/>
              <a:gd name="connsiteY231" fmla="*/ 6479469 h 6858000"/>
              <a:gd name="connsiteX232" fmla="*/ 3304862 w 4724401"/>
              <a:gd name="connsiteY232" fmla="*/ 6796476 h 6858000"/>
              <a:gd name="connsiteX233" fmla="*/ 3276071 w 4724401"/>
              <a:gd name="connsiteY233" fmla="*/ 6858000 h 6858000"/>
              <a:gd name="connsiteX234" fmla="*/ 3240805 w 4724401"/>
              <a:gd name="connsiteY234" fmla="*/ 6858000 h 6858000"/>
              <a:gd name="connsiteX235" fmla="*/ 3275917 w 4724401"/>
              <a:gd name="connsiteY235" fmla="*/ 6783192 h 6858000"/>
              <a:gd name="connsiteX236" fmla="*/ 3399358 w 4724401"/>
              <a:gd name="connsiteY236" fmla="*/ 6469011 h 6858000"/>
              <a:gd name="connsiteX237" fmla="*/ 3425650 w 4724401"/>
              <a:gd name="connsiteY237" fmla="*/ 6381333 h 6858000"/>
              <a:gd name="connsiteX238" fmla="*/ 3460661 w 4724401"/>
              <a:gd name="connsiteY238" fmla="*/ 6266763 h 6858000"/>
              <a:gd name="connsiteX239" fmla="*/ 3518021 w 4724401"/>
              <a:gd name="connsiteY239" fmla="*/ 6117298 h 6858000"/>
              <a:gd name="connsiteX240" fmla="*/ 3554035 w 4724401"/>
              <a:gd name="connsiteY240" fmla="*/ 6027832 h 6858000"/>
              <a:gd name="connsiteX241" fmla="*/ 3677174 w 4724401"/>
              <a:gd name="connsiteY241" fmla="*/ 5636351 h 6858000"/>
              <a:gd name="connsiteX242" fmla="*/ 3698819 w 4724401"/>
              <a:gd name="connsiteY242" fmla="*/ 5560503 h 6858000"/>
              <a:gd name="connsiteX243" fmla="*/ 3702094 w 4724401"/>
              <a:gd name="connsiteY243" fmla="*/ 5549194 h 6858000"/>
              <a:gd name="connsiteX244" fmla="*/ 3398355 w 4724401"/>
              <a:gd name="connsiteY244" fmla="*/ 6094603 h 6858000"/>
              <a:gd name="connsiteX245" fmla="*/ 3193941 w 4724401"/>
              <a:gd name="connsiteY245" fmla="*/ 6798775 h 6858000"/>
              <a:gd name="connsiteX246" fmla="*/ 3184140 w 4724401"/>
              <a:gd name="connsiteY246" fmla="*/ 6858000 h 6858000"/>
              <a:gd name="connsiteX247" fmla="*/ 3099978 w 4724401"/>
              <a:gd name="connsiteY247" fmla="*/ 6858000 h 6858000"/>
              <a:gd name="connsiteX248" fmla="*/ 3101556 w 4724401"/>
              <a:gd name="connsiteY248" fmla="*/ 6843337 h 6858000"/>
              <a:gd name="connsiteX249" fmla="*/ 3370162 w 4724401"/>
              <a:gd name="connsiteY249" fmla="*/ 5785550 h 6858000"/>
              <a:gd name="connsiteX250" fmla="*/ 3746477 w 4724401"/>
              <a:gd name="connsiteY250" fmla="*/ 5377889 h 6858000"/>
              <a:gd name="connsiteX251" fmla="*/ 3863399 w 4724401"/>
              <a:gd name="connsiteY251" fmla="*/ 5087257 h 6858000"/>
              <a:gd name="connsiteX252" fmla="*/ 3968712 w 4724401"/>
              <a:gd name="connsiteY252" fmla="*/ 4913989 h 6858000"/>
              <a:gd name="connsiteX253" fmla="*/ 2792390 w 4724401"/>
              <a:gd name="connsiteY253" fmla="*/ 5382974 h 6858000"/>
              <a:gd name="connsiteX254" fmla="*/ 2714982 w 4724401"/>
              <a:gd name="connsiteY254" fmla="*/ 5427051 h 6858000"/>
              <a:gd name="connsiteX255" fmla="*/ 2813361 w 4724401"/>
              <a:gd name="connsiteY255" fmla="*/ 6023912 h 6858000"/>
              <a:gd name="connsiteX256" fmla="*/ 2688430 w 4724401"/>
              <a:gd name="connsiteY256" fmla="*/ 6801564 h 6858000"/>
              <a:gd name="connsiteX257" fmla="*/ 2629626 w 4724401"/>
              <a:gd name="connsiteY257" fmla="*/ 6763394 h 6858000"/>
              <a:gd name="connsiteX258" fmla="*/ 2565328 w 4724401"/>
              <a:gd name="connsiteY258" fmla="*/ 5516399 h 6858000"/>
              <a:gd name="connsiteX259" fmla="*/ 1922999 w 4724401"/>
              <a:gd name="connsiteY259" fmla="*/ 5980343 h 6858000"/>
              <a:gd name="connsiteX260" fmla="*/ 1950261 w 4724401"/>
              <a:gd name="connsiteY260" fmla="*/ 6405858 h 6858000"/>
              <a:gd name="connsiteX261" fmla="*/ 2365554 w 4724401"/>
              <a:gd name="connsiteY261" fmla="*/ 6759107 h 6858000"/>
              <a:gd name="connsiteX262" fmla="*/ 2424142 w 4724401"/>
              <a:gd name="connsiteY262" fmla="*/ 6858000 h 6858000"/>
              <a:gd name="connsiteX263" fmla="*/ 2395994 w 4724401"/>
              <a:gd name="connsiteY263" fmla="*/ 6858000 h 6858000"/>
              <a:gd name="connsiteX264" fmla="*/ 2392863 w 4724401"/>
              <a:gd name="connsiteY264" fmla="*/ 6852964 h 6858000"/>
              <a:gd name="connsiteX265" fmla="*/ 2017589 w 4724401"/>
              <a:gd name="connsiteY265" fmla="*/ 6493982 h 6858000"/>
              <a:gd name="connsiteX266" fmla="*/ 2147336 w 4724401"/>
              <a:gd name="connsiteY266" fmla="*/ 6594052 h 6858000"/>
              <a:gd name="connsiteX267" fmla="*/ 2207047 w 4724401"/>
              <a:gd name="connsiteY267" fmla="*/ 6654540 h 6858000"/>
              <a:gd name="connsiteX268" fmla="*/ 2299106 w 4724401"/>
              <a:gd name="connsiteY268" fmla="*/ 6778931 h 6858000"/>
              <a:gd name="connsiteX269" fmla="*/ 2314430 w 4724401"/>
              <a:gd name="connsiteY269" fmla="*/ 6801144 h 6858000"/>
              <a:gd name="connsiteX270" fmla="*/ 2352406 w 4724401"/>
              <a:gd name="connsiteY270" fmla="*/ 6858000 h 6858000"/>
              <a:gd name="connsiteX271" fmla="*/ 2314492 w 4724401"/>
              <a:gd name="connsiteY271" fmla="*/ 6858000 h 6858000"/>
              <a:gd name="connsiteX272" fmla="*/ 2288095 w 4724401"/>
              <a:gd name="connsiteY272" fmla="*/ 6818030 h 6858000"/>
              <a:gd name="connsiteX273" fmla="*/ 2272768 w 4724401"/>
              <a:gd name="connsiteY273" fmla="*/ 6795822 h 6858000"/>
              <a:gd name="connsiteX274" fmla="*/ 2182715 w 4724401"/>
              <a:gd name="connsiteY274" fmla="*/ 6675071 h 6858000"/>
              <a:gd name="connsiteX275" fmla="*/ 2032061 w 4724401"/>
              <a:gd name="connsiteY275" fmla="*/ 6541380 h 6858000"/>
              <a:gd name="connsiteX276" fmla="*/ 2257220 w 4724401"/>
              <a:gd name="connsiteY276" fmla="*/ 6826257 h 6858000"/>
              <a:gd name="connsiteX277" fmla="*/ 2281324 w 4724401"/>
              <a:gd name="connsiteY277" fmla="*/ 6858000 h 6858000"/>
              <a:gd name="connsiteX278" fmla="*/ 2242860 w 4724401"/>
              <a:gd name="connsiteY278" fmla="*/ 6858000 h 6858000"/>
              <a:gd name="connsiteX279" fmla="*/ 2232818 w 4724401"/>
              <a:gd name="connsiteY279" fmla="*/ 6844926 h 6858000"/>
              <a:gd name="connsiteX280" fmla="*/ 1990172 w 4724401"/>
              <a:gd name="connsiteY280" fmla="*/ 6542121 h 6858000"/>
              <a:gd name="connsiteX281" fmla="*/ 2124090 w 4724401"/>
              <a:gd name="connsiteY281" fmla="*/ 6761017 h 6858000"/>
              <a:gd name="connsiteX282" fmla="*/ 2200380 w 4724401"/>
              <a:gd name="connsiteY282" fmla="*/ 6858000 h 6858000"/>
              <a:gd name="connsiteX283" fmla="*/ 2147507 w 4724401"/>
              <a:gd name="connsiteY283" fmla="*/ 6858000 h 6858000"/>
              <a:gd name="connsiteX284" fmla="*/ 2070668 w 4724401"/>
              <a:gd name="connsiteY284" fmla="*/ 6761520 h 6858000"/>
              <a:gd name="connsiteX285" fmla="*/ 1975142 w 4724401"/>
              <a:gd name="connsiteY285" fmla="*/ 6585570 h 6858000"/>
              <a:gd name="connsiteX286" fmla="*/ 2050035 w 4724401"/>
              <a:gd name="connsiteY286" fmla="*/ 6813345 h 6858000"/>
              <a:gd name="connsiteX287" fmla="*/ 2063025 w 4724401"/>
              <a:gd name="connsiteY287" fmla="*/ 6858000 h 6858000"/>
              <a:gd name="connsiteX288" fmla="*/ 2021675 w 4724401"/>
              <a:gd name="connsiteY288" fmla="*/ 6858000 h 6858000"/>
              <a:gd name="connsiteX289" fmla="*/ 2019308 w 4724401"/>
              <a:gd name="connsiteY289" fmla="*/ 6847118 h 6858000"/>
              <a:gd name="connsiteX290" fmla="*/ 1938835 w 4724401"/>
              <a:gd name="connsiteY290" fmla="*/ 6551160 h 6858000"/>
              <a:gd name="connsiteX291" fmla="*/ 1953230 w 4724401"/>
              <a:gd name="connsiteY291" fmla="*/ 6759699 h 6858000"/>
              <a:gd name="connsiteX292" fmla="*/ 1956763 w 4724401"/>
              <a:gd name="connsiteY292" fmla="*/ 6778191 h 6858000"/>
              <a:gd name="connsiteX293" fmla="*/ 1967925 w 4724401"/>
              <a:gd name="connsiteY293" fmla="*/ 6858000 h 6858000"/>
              <a:gd name="connsiteX294" fmla="*/ 1936622 w 4724401"/>
              <a:gd name="connsiteY294" fmla="*/ 6858000 h 6858000"/>
              <a:gd name="connsiteX295" fmla="*/ 1926261 w 4724401"/>
              <a:gd name="connsiteY295" fmla="*/ 6784064 h 6858000"/>
              <a:gd name="connsiteX296" fmla="*/ 1922724 w 4724401"/>
              <a:gd name="connsiteY296" fmla="*/ 6765577 h 6858000"/>
              <a:gd name="connsiteX297" fmla="*/ 1904650 w 4724401"/>
              <a:gd name="connsiteY297" fmla="*/ 6639616 h 6858000"/>
              <a:gd name="connsiteX298" fmla="*/ 1885273 w 4724401"/>
              <a:gd name="connsiteY298" fmla="*/ 6858000 h 6858000"/>
              <a:gd name="connsiteX299" fmla="*/ 1854363 w 4724401"/>
              <a:gd name="connsiteY299" fmla="*/ 6858000 h 6858000"/>
              <a:gd name="connsiteX300" fmla="*/ 1880391 w 4724401"/>
              <a:gd name="connsiteY300" fmla="*/ 6603796 h 6858000"/>
              <a:gd name="connsiteX301" fmla="*/ 1818273 w 4724401"/>
              <a:gd name="connsiteY301" fmla="*/ 6715729 h 6858000"/>
              <a:gd name="connsiteX302" fmla="*/ 1794691 w 4724401"/>
              <a:gd name="connsiteY302" fmla="*/ 6843239 h 6858000"/>
              <a:gd name="connsiteX303" fmla="*/ 1794914 w 4724401"/>
              <a:gd name="connsiteY303" fmla="*/ 6858000 h 6858000"/>
              <a:gd name="connsiteX304" fmla="*/ 1746128 w 4724401"/>
              <a:gd name="connsiteY304" fmla="*/ 6858000 h 6858000"/>
              <a:gd name="connsiteX305" fmla="*/ 1753934 w 4724401"/>
              <a:gd name="connsiteY305" fmla="*/ 6724796 h 6858000"/>
              <a:gd name="connsiteX306" fmla="*/ 1792053 w 4724401"/>
              <a:gd name="connsiteY306" fmla="*/ 6572396 h 6858000"/>
              <a:gd name="connsiteX307" fmla="*/ 1862248 w 4724401"/>
              <a:gd name="connsiteY307" fmla="*/ 6266397 h 6858000"/>
              <a:gd name="connsiteX308" fmla="*/ 1862250 w 4724401"/>
              <a:gd name="connsiteY308" fmla="*/ 6033531 h 6858000"/>
              <a:gd name="connsiteX309" fmla="*/ 1211999 w 4724401"/>
              <a:gd name="connsiteY309" fmla="*/ 6683610 h 6858000"/>
              <a:gd name="connsiteX310" fmla="*/ 1213266 w 4724401"/>
              <a:gd name="connsiteY310" fmla="*/ 6691947 h 6858000"/>
              <a:gd name="connsiteX311" fmla="*/ 1203370 w 4724401"/>
              <a:gd name="connsiteY311" fmla="*/ 6850676 h 6858000"/>
              <a:gd name="connsiteX312" fmla="*/ 1203671 w 4724401"/>
              <a:gd name="connsiteY312" fmla="*/ 6858000 h 6858000"/>
              <a:gd name="connsiteX313" fmla="*/ 1143180 w 4724401"/>
              <a:gd name="connsiteY313" fmla="*/ 6858000 h 6858000"/>
              <a:gd name="connsiteX314" fmla="*/ 1142176 w 4724401"/>
              <a:gd name="connsiteY314" fmla="*/ 6766045 h 6858000"/>
              <a:gd name="connsiteX315" fmla="*/ 1067484 w 4724401"/>
              <a:gd name="connsiteY315" fmla="*/ 6858000 h 6858000"/>
              <a:gd name="connsiteX316" fmla="*/ 953928 w 4724401"/>
              <a:gd name="connsiteY316" fmla="*/ 6858000 h 6858000"/>
              <a:gd name="connsiteX317" fmla="*/ 959715 w 4724401"/>
              <a:gd name="connsiteY317" fmla="*/ 6850185 h 6858000"/>
              <a:gd name="connsiteX318" fmla="*/ 1483788 w 4724401"/>
              <a:gd name="connsiteY318" fmla="*/ 6259174 h 6858000"/>
              <a:gd name="connsiteX319" fmla="*/ 1100671 w 4724401"/>
              <a:gd name="connsiteY319" fmla="*/ 6252137 h 6858000"/>
              <a:gd name="connsiteX320" fmla="*/ 1090144 w 4724401"/>
              <a:gd name="connsiteY320" fmla="*/ 6256748 h 6858000"/>
              <a:gd name="connsiteX321" fmla="*/ 1095872 w 4724401"/>
              <a:gd name="connsiteY321" fmla="*/ 6271892 h 6858000"/>
              <a:gd name="connsiteX322" fmla="*/ 262785 w 4724401"/>
              <a:gd name="connsiteY322" fmla="*/ 6845450 h 6858000"/>
              <a:gd name="connsiteX323" fmla="*/ 209968 w 4724401"/>
              <a:gd name="connsiteY323" fmla="*/ 6770713 h 6858000"/>
              <a:gd name="connsiteX324" fmla="*/ 873460 w 4724401"/>
              <a:gd name="connsiteY324" fmla="*/ 6253768 h 6858000"/>
              <a:gd name="connsiteX325" fmla="*/ 192686 w 4724401"/>
              <a:gd name="connsiteY325" fmla="*/ 5849257 h 6858000"/>
              <a:gd name="connsiteX326" fmla="*/ 4696 w 4724401"/>
              <a:gd name="connsiteY326" fmla="*/ 5697668 h 6858000"/>
              <a:gd name="connsiteX327" fmla="*/ 0 w 4724401"/>
              <a:gd name="connsiteY327" fmla="*/ 5689984 h 6858000"/>
              <a:gd name="connsiteX328" fmla="*/ 0 w 4724401"/>
              <a:gd name="connsiteY328" fmla="*/ 5513472 h 6858000"/>
              <a:gd name="connsiteX329" fmla="*/ 174101 w 4724401"/>
              <a:gd name="connsiteY329" fmla="*/ 5620277 h 6858000"/>
              <a:gd name="connsiteX330" fmla="*/ 891800 w 4724401"/>
              <a:gd name="connsiteY330" fmla="*/ 6036935 h 6858000"/>
              <a:gd name="connsiteX331" fmla="*/ 1072219 w 4724401"/>
              <a:gd name="connsiteY331" fmla="*/ 6169443 h 6858000"/>
              <a:gd name="connsiteX332" fmla="*/ 1074117 w 4724401"/>
              <a:gd name="connsiteY332" fmla="*/ 6170301 h 6858000"/>
              <a:gd name="connsiteX333" fmla="*/ 1083114 w 4724401"/>
              <a:gd name="connsiteY333" fmla="*/ 6174131 h 6858000"/>
              <a:gd name="connsiteX334" fmla="*/ 1543010 w 4724401"/>
              <a:gd name="connsiteY334" fmla="*/ 6191140 h 6858000"/>
              <a:gd name="connsiteX335" fmla="*/ 1551080 w 4724401"/>
              <a:gd name="connsiteY335" fmla="*/ 6195006 h 6858000"/>
              <a:gd name="connsiteX336" fmla="*/ 2345443 w 4724401"/>
              <a:gd name="connsiteY336" fmla="*/ 5549882 h 6858000"/>
              <a:gd name="connsiteX337" fmla="*/ 1721499 w 4724401"/>
              <a:gd name="connsiteY337" fmla="*/ 5599969 h 6858000"/>
              <a:gd name="connsiteX338" fmla="*/ 767716 w 4724401"/>
              <a:gd name="connsiteY338" fmla="*/ 5472768 h 6858000"/>
              <a:gd name="connsiteX339" fmla="*/ 722147 w 4724401"/>
              <a:gd name="connsiteY339" fmla="*/ 5393091 h 6858000"/>
              <a:gd name="connsiteX340" fmla="*/ 1485552 w 4724401"/>
              <a:gd name="connsiteY340" fmla="*/ 5313202 h 6858000"/>
              <a:gd name="connsiteX341" fmla="*/ 2143004 w 4724401"/>
              <a:gd name="connsiteY341" fmla="*/ 5402420 h 6858000"/>
              <a:gd name="connsiteX342" fmla="*/ 1933391 w 4724401"/>
              <a:gd name="connsiteY342" fmla="*/ 5156971 h 6858000"/>
              <a:gd name="connsiteX343" fmla="*/ 1827118 w 4724401"/>
              <a:gd name="connsiteY343" fmla="*/ 4968410 h 6858000"/>
              <a:gd name="connsiteX344" fmla="*/ 1837349 w 4724401"/>
              <a:gd name="connsiteY344" fmla="*/ 4956357 h 6858000"/>
              <a:gd name="connsiteX345" fmla="*/ 2162835 w 4724401"/>
              <a:gd name="connsiteY345" fmla="*/ 5187853 h 6858000"/>
              <a:gd name="connsiteX346" fmla="*/ 2257167 w 4724401"/>
              <a:gd name="connsiteY346" fmla="*/ 5462123 h 6858000"/>
              <a:gd name="connsiteX347" fmla="*/ 2261598 w 4724401"/>
              <a:gd name="connsiteY347" fmla="*/ 5467998 h 6858000"/>
              <a:gd name="connsiteX348" fmla="*/ 2437177 w 4724401"/>
              <a:gd name="connsiteY348" fmla="*/ 5479608 h 6858000"/>
              <a:gd name="connsiteX349" fmla="*/ 2445247 w 4724401"/>
              <a:gd name="connsiteY349" fmla="*/ 5483476 h 6858000"/>
              <a:gd name="connsiteX350" fmla="*/ 2743626 w 4724401"/>
              <a:gd name="connsiteY350" fmla="*/ 5304819 h 6858000"/>
              <a:gd name="connsiteX351" fmla="*/ 3048102 w 4724401"/>
              <a:gd name="connsiteY351" fmla="*/ 5150595 h 6858000"/>
              <a:gd name="connsiteX352" fmla="*/ 1799414 w 4724401"/>
              <a:gd name="connsiteY352" fmla="*/ 4694732 h 6858000"/>
              <a:gd name="connsiteX353" fmla="*/ 1771735 w 4724401"/>
              <a:gd name="connsiteY353" fmla="*/ 4619929 h 6858000"/>
              <a:gd name="connsiteX354" fmla="*/ 3104273 w 4724401"/>
              <a:gd name="connsiteY354" fmla="*/ 5076159 h 6858000"/>
              <a:gd name="connsiteX355" fmla="*/ 3113245 w 4724401"/>
              <a:gd name="connsiteY355" fmla="*/ 5090705 h 6858000"/>
              <a:gd name="connsiteX356" fmla="*/ 3126294 w 4724401"/>
              <a:gd name="connsiteY356" fmla="*/ 5114400 h 6858000"/>
              <a:gd name="connsiteX357" fmla="*/ 3937433 w 4724401"/>
              <a:gd name="connsiteY357" fmla="*/ 4830473 h 6858000"/>
              <a:gd name="connsiteX358" fmla="*/ 3590475 w 4724401"/>
              <a:gd name="connsiteY358" fmla="*/ 4597974 h 6858000"/>
              <a:gd name="connsiteX359" fmla="*/ 3100264 w 4724401"/>
              <a:gd name="connsiteY359" fmla="*/ 4579845 h 6858000"/>
              <a:gd name="connsiteX360" fmla="*/ 2183576 w 4724401"/>
              <a:gd name="connsiteY360" fmla="*/ 4227150 h 6858000"/>
              <a:gd name="connsiteX361" fmla="*/ 2151029 w 4724401"/>
              <a:gd name="connsiteY361" fmla="*/ 4146947 h 6858000"/>
              <a:gd name="connsiteX362" fmla="*/ 3563434 w 4724401"/>
              <a:gd name="connsiteY362" fmla="*/ 4469115 h 6858000"/>
              <a:gd name="connsiteX363" fmla="*/ 3177952 w 4724401"/>
              <a:gd name="connsiteY363" fmla="*/ 3657386 h 6858000"/>
              <a:gd name="connsiteX364" fmla="*/ 3174829 w 4724401"/>
              <a:gd name="connsiteY364" fmla="*/ 3620110 h 6858000"/>
              <a:gd name="connsiteX365" fmla="*/ 3429186 w 4724401"/>
              <a:gd name="connsiteY365" fmla="*/ 3458784 h 6858000"/>
              <a:gd name="connsiteX366" fmla="*/ 3446761 w 4724401"/>
              <a:gd name="connsiteY366" fmla="*/ 3461278 h 6858000"/>
              <a:gd name="connsiteX367" fmla="*/ 4419733 w 4724401"/>
              <a:gd name="connsiteY367" fmla="*/ 3963555 h 6858000"/>
              <a:gd name="connsiteX368" fmla="*/ 4659448 w 4724401"/>
              <a:gd name="connsiteY368" fmla="*/ 4172746 h 6858000"/>
              <a:gd name="connsiteX369" fmla="*/ 4724401 w 4724401"/>
              <a:gd name="connsiteY369" fmla="*/ 4275524 h 6858000"/>
              <a:gd name="connsiteX370" fmla="*/ 4724401 w 4724401"/>
              <a:gd name="connsiteY370" fmla="*/ 4519331 h 6858000"/>
              <a:gd name="connsiteX371" fmla="*/ 4695727 w 4724401"/>
              <a:gd name="connsiteY371" fmla="*/ 4489837 h 6858000"/>
              <a:gd name="connsiteX372" fmla="*/ 4036318 w 4724401"/>
              <a:gd name="connsiteY372" fmla="*/ 4147013 h 6858000"/>
              <a:gd name="connsiteX373" fmla="*/ 3432098 w 4724401"/>
              <a:gd name="connsiteY373" fmla="*/ 3537312 h 6858000"/>
              <a:gd name="connsiteX374" fmla="*/ 3429186 w 4724401"/>
              <a:gd name="connsiteY374" fmla="*/ 3458784 h 6858000"/>
              <a:gd name="connsiteX375" fmla="*/ 4287835 w 4724401"/>
              <a:gd name="connsiteY375" fmla="*/ 3252276 h 6858000"/>
              <a:gd name="connsiteX376" fmla="*/ 4305321 w 4724401"/>
              <a:gd name="connsiteY376" fmla="*/ 3256953 h 6858000"/>
              <a:gd name="connsiteX377" fmla="*/ 4633631 w 4724401"/>
              <a:gd name="connsiteY377" fmla="*/ 3503706 h 6858000"/>
              <a:gd name="connsiteX378" fmla="*/ 4724401 w 4724401"/>
              <a:gd name="connsiteY378" fmla="*/ 3579225 h 6858000"/>
              <a:gd name="connsiteX379" fmla="*/ 4724401 w 4724401"/>
              <a:gd name="connsiteY379" fmla="*/ 3637622 h 6858000"/>
              <a:gd name="connsiteX380" fmla="*/ 4594837 w 4724401"/>
              <a:gd name="connsiteY380" fmla="*/ 3532274 h 6858000"/>
              <a:gd name="connsiteX381" fmla="*/ 4441737 w 4724401"/>
              <a:gd name="connsiteY381" fmla="*/ 3399734 h 6858000"/>
              <a:gd name="connsiteX382" fmla="*/ 4431236 w 4724401"/>
              <a:gd name="connsiteY382" fmla="*/ 3400954 h 6858000"/>
              <a:gd name="connsiteX383" fmla="*/ 4557150 w 4724401"/>
              <a:gd name="connsiteY383" fmla="*/ 3510023 h 6858000"/>
              <a:gd name="connsiteX384" fmla="*/ 4709959 w 4724401"/>
              <a:gd name="connsiteY384" fmla="*/ 3658245 h 6858000"/>
              <a:gd name="connsiteX385" fmla="*/ 4724401 w 4724401"/>
              <a:gd name="connsiteY385" fmla="*/ 3673072 h 6858000"/>
              <a:gd name="connsiteX386" fmla="*/ 4724401 w 4724401"/>
              <a:gd name="connsiteY386" fmla="*/ 3718516 h 6858000"/>
              <a:gd name="connsiteX387" fmla="*/ 4642986 w 4724401"/>
              <a:gd name="connsiteY387" fmla="*/ 3635718 h 6858000"/>
              <a:gd name="connsiteX388" fmla="*/ 4440129 w 4724401"/>
              <a:gd name="connsiteY388" fmla="*/ 3448571 h 6858000"/>
              <a:gd name="connsiteX389" fmla="*/ 4700658 w 4724401"/>
              <a:gd name="connsiteY389" fmla="*/ 3767518 h 6858000"/>
              <a:gd name="connsiteX390" fmla="*/ 4724401 w 4724401"/>
              <a:gd name="connsiteY390" fmla="*/ 3790032 h 6858000"/>
              <a:gd name="connsiteX391" fmla="*/ 4724401 w 4724401"/>
              <a:gd name="connsiteY391" fmla="*/ 3871856 h 6858000"/>
              <a:gd name="connsiteX392" fmla="*/ 4649232 w 4724401"/>
              <a:gd name="connsiteY392" fmla="*/ 3785028 h 6858000"/>
              <a:gd name="connsiteX393" fmla="*/ 4294126 w 4724401"/>
              <a:gd name="connsiteY393" fmla="*/ 3303048 h 6858000"/>
              <a:gd name="connsiteX394" fmla="*/ 4287835 w 4724401"/>
              <a:gd name="connsiteY394" fmla="*/ 3252276 h 6858000"/>
              <a:gd name="connsiteX395" fmla="*/ 1318687 w 4724401"/>
              <a:gd name="connsiteY395" fmla="*/ 3113840 h 6858000"/>
              <a:gd name="connsiteX396" fmla="*/ 1066793 w 4724401"/>
              <a:gd name="connsiteY396" fmla="*/ 3212171 h 6858000"/>
              <a:gd name="connsiteX397" fmla="*/ 993319 w 4724401"/>
              <a:gd name="connsiteY397" fmla="*/ 3247648 h 6858000"/>
              <a:gd name="connsiteX398" fmla="*/ 853081 w 4724401"/>
              <a:gd name="connsiteY398" fmla="*/ 3312410 h 6858000"/>
              <a:gd name="connsiteX399" fmla="*/ 805957 w 4724401"/>
              <a:gd name="connsiteY399" fmla="*/ 3330443 h 6858000"/>
              <a:gd name="connsiteX400" fmla="*/ 1318687 w 4724401"/>
              <a:gd name="connsiteY400" fmla="*/ 3113840 h 6858000"/>
              <a:gd name="connsiteX401" fmla="*/ 1238695 w 4724401"/>
              <a:gd name="connsiteY401" fmla="*/ 3076820 h 6858000"/>
              <a:gd name="connsiteX402" fmla="*/ 716371 w 4724401"/>
              <a:gd name="connsiteY402" fmla="*/ 3293249 h 6858000"/>
              <a:gd name="connsiteX403" fmla="*/ 579522 w 4724401"/>
              <a:gd name="connsiteY403" fmla="*/ 3371759 h 6858000"/>
              <a:gd name="connsiteX404" fmla="*/ 600288 w 4724401"/>
              <a:gd name="connsiteY404" fmla="*/ 3365555 h 6858000"/>
              <a:gd name="connsiteX405" fmla="*/ 840692 w 4724401"/>
              <a:gd name="connsiteY405" fmla="*/ 3284921 h 6858000"/>
              <a:gd name="connsiteX406" fmla="*/ 979248 w 4724401"/>
              <a:gd name="connsiteY406" fmla="*/ 3221003 h 6858000"/>
              <a:gd name="connsiteX407" fmla="*/ 1053282 w 4724401"/>
              <a:gd name="connsiteY407" fmla="*/ 3185247 h 6858000"/>
              <a:gd name="connsiteX408" fmla="*/ 1320603 w 4724401"/>
              <a:gd name="connsiteY408" fmla="*/ 3081281 h 6858000"/>
              <a:gd name="connsiteX409" fmla="*/ 1238695 w 4724401"/>
              <a:gd name="connsiteY409" fmla="*/ 3076820 h 6858000"/>
              <a:gd name="connsiteX410" fmla="*/ 2399523 w 4724401"/>
              <a:gd name="connsiteY410" fmla="*/ 1428234 h 6858000"/>
              <a:gd name="connsiteX411" fmla="*/ 2224982 w 4724401"/>
              <a:gd name="connsiteY411" fmla="*/ 1826201 h 6858000"/>
              <a:gd name="connsiteX412" fmla="*/ 2096099 w 4724401"/>
              <a:gd name="connsiteY412" fmla="*/ 2345900 h 6858000"/>
              <a:gd name="connsiteX413" fmla="*/ 2283317 w 4724401"/>
              <a:gd name="connsiteY413" fmla="*/ 1796925 h 6858000"/>
              <a:gd name="connsiteX414" fmla="*/ 2448558 w 4724401"/>
              <a:gd name="connsiteY414" fmla="*/ 1373435 h 6858000"/>
              <a:gd name="connsiteX415" fmla="*/ 2312521 w 4724401"/>
              <a:gd name="connsiteY415" fmla="*/ 1806140 h 6858000"/>
              <a:gd name="connsiteX416" fmla="*/ 2127533 w 4724401"/>
              <a:gd name="connsiteY416" fmla="*/ 2348380 h 6858000"/>
              <a:gd name="connsiteX417" fmla="*/ 2358080 w 4724401"/>
              <a:gd name="connsiteY417" fmla="*/ 1866134 h 6858000"/>
              <a:gd name="connsiteX418" fmla="*/ 2407436 w 4724401"/>
              <a:gd name="connsiteY418" fmla="*/ 1651070 h 6858000"/>
              <a:gd name="connsiteX419" fmla="*/ 2448558 w 4724401"/>
              <a:gd name="connsiteY419" fmla="*/ 1373435 h 6858000"/>
              <a:gd name="connsiteX420" fmla="*/ 278707 w 4724401"/>
              <a:gd name="connsiteY420" fmla="*/ 1352270 h 6858000"/>
              <a:gd name="connsiteX421" fmla="*/ 321570 w 4724401"/>
              <a:gd name="connsiteY421" fmla="*/ 1861610 h 6858000"/>
              <a:gd name="connsiteX422" fmla="*/ 294281 w 4724401"/>
              <a:gd name="connsiteY422" fmla="*/ 1440658 h 6858000"/>
              <a:gd name="connsiteX423" fmla="*/ 1423821 w 4724401"/>
              <a:gd name="connsiteY423" fmla="*/ 1351958 h 6858000"/>
              <a:gd name="connsiteX424" fmla="*/ 1638521 w 4724401"/>
              <a:gd name="connsiteY424" fmla="*/ 1908470 h 6858000"/>
              <a:gd name="connsiteX425" fmla="*/ 1754199 w 4724401"/>
              <a:gd name="connsiteY425" fmla="*/ 2149284 h 6858000"/>
              <a:gd name="connsiteX426" fmla="*/ 1908359 w 4724401"/>
              <a:gd name="connsiteY426" fmla="*/ 2364988 h 6858000"/>
              <a:gd name="connsiteX427" fmla="*/ 1647661 w 4724401"/>
              <a:gd name="connsiteY427" fmla="*/ 1825945 h 6858000"/>
              <a:gd name="connsiteX428" fmla="*/ 1423821 w 4724401"/>
              <a:gd name="connsiteY428" fmla="*/ 1351958 h 6858000"/>
              <a:gd name="connsiteX429" fmla="*/ 1431890 w 4724401"/>
              <a:gd name="connsiteY429" fmla="*/ 1306475 h 6858000"/>
              <a:gd name="connsiteX430" fmla="*/ 1507597 w 4724401"/>
              <a:gd name="connsiteY430" fmla="*/ 1446132 h 6858000"/>
              <a:gd name="connsiteX431" fmla="*/ 1674586 w 4724401"/>
              <a:gd name="connsiteY431" fmla="*/ 1813832 h 6858000"/>
              <a:gd name="connsiteX432" fmla="*/ 1815950 w 4724401"/>
              <a:gd name="connsiteY432" fmla="*/ 2128564 h 6858000"/>
              <a:gd name="connsiteX433" fmla="*/ 1984242 w 4724401"/>
              <a:gd name="connsiteY433" fmla="*/ 2430829 h 6858000"/>
              <a:gd name="connsiteX434" fmla="*/ 2014023 w 4724401"/>
              <a:gd name="connsiteY434" fmla="*/ 2450995 h 6858000"/>
              <a:gd name="connsiteX435" fmla="*/ 1747337 w 4724401"/>
              <a:gd name="connsiteY435" fmla="*/ 1855264 h 6858000"/>
              <a:gd name="connsiteX436" fmla="*/ 1533749 w 4724401"/>
              <a:gd name="connsiteY436" fmla="*/ 1478656 h 6858000"/>
              <a:gd name="connsiteX437" fmla="*/ 1431890 w 4724401"/>
              <a:gd name="connsiteY437" fmla="*/ 1306475 h 6858000"/>
              <a:gd name="connsiteX438" fmla="*/ 655236 w 4724401"/>
              <a:gd name="connsiteY438" fmla="*/ 1268632 h 6858000"/>
              <a:gd name="connsiteX439" fmla="*/ 839521 w 4724401"/>
              <a:gd name="connsiteY439" fmla="*/ 1685315 h 6858000"/>
              <a:gd name="connsiteX440" fmla="*/ 1109416 w 4724401"/>
              <a:gd name="connsiteY440" fmla="*/ 2061663 h 6858000"/>
              <a:gd name="connsiteX441" fmla="*/ 1298300 w 4724401"/>
              <a:gd name="connsiteY441" fmla="*/ 2247742 h 6858000"/>
              <a:gd name="connsiteX442" fmla="*/ 1125871 w 4724401"/>
              <a:gd name="connsiteY442" fmla="*/ 1989513 h 6858000"/>
              <a:gd name="connsiteX443" fmla="*/ 981574 w 4724401"/>
              <a:gd name="connsiteY443" fmla="*/ 1783157 h 6858000"/>
              <a:gd name="connsiteX444" fmla="*/ 922198 w 4724401"/>
              <a:gd name="connsiteY444" fmla="*/ 1677437 h 6858000"/>
              <a:gd name="connsiteX445" fmla="*/ 869293 w 4724401"/>
              <a:gd name="connsiteY445" fmla="*/ 1583214 h 6858000"/>
              <a:gd name="connsiteX446" fmla="*/ 751431 w 4724401"/>
              <a:gd name="connsiteY446" fmla="*/ 1405731 h 6858000"/>
              <a:gd name="connsiteX447" fmla="*/ 291466 w 4724401"/>
              <a:gd name="connsiteY447" fmla="*/ 1250369 h 6858000"/>
              <a:gd name="connsiteX448" fmla="*/ 323180 w 4724401"/>
              <a:gd name="connsiteY448" fmla="*/ 1435283 h 6858000"/>
              <a:gd name="connsiteX449" fmla="*/ 349381 w 4724401"/>
              <a:gd name="connsiteY449" fmla="*/ 1875041 h 6858000"/>
              <a:gd name="connsiteX450" fmla="*/ 374363 w 4724401"/>
              <a:gd name="connsiteY450" fmla="*/ 1506494 h 6858000"/>
              <a:gd name="connsiteX451" fmla="*/ 302168 w 4724401"/>
              <a:gd name="connsiteY451" fmla="*/ 1274495 h 6858000"/>
              <a:gd name="connsiteX452" fmla="*/ 291466 w 4724401"/>
              <a:gd name="connsiteY452" fmla="*/ 1250369 h 6858000"/>
              <a:gd name="connsiteX453" fmla="*/ 678222 w 4724401"/>
              <a:gd name="connsiteY453" fmla="*/ 1248670 h 6858000"/>
              <a:gd name="connsiteX454" fmla="*/ 775536 w 4724401"/>
              <a:gd name="connsiteY454" fmla="*/ 1388015 h 6858000"/>
              <a:gd name="connsiteX455" fmla="*/ 894529 w 4724401"/>
              <a:gd name="connsiteY455" fmla="*/ 1567739 h 6858000"/>
              <a:gd name="connsiteX456" fmla="*/ 948000 w 4724401"/>
              <a:gd name="connsiteY456" fmla="*/ 1663088 h 6858000"/>
              <a:gd name="connsiteX457" fmla="*/ 1006812 w 4724401"/>
              <a:gd name="connsiteY457" fmla="*/ 1767683 h 6858000"/>
              <a:gd name="connsiteX458" fmla="*/ 1149133 w 4724401"/>
              <a:gd name="connsiteY458" fmla="*/ 1971513 h 6858000"/>
              <a:gd name="connsiteX459" fmla="*/ 1333952 w 4724401"/>
              <a:gd name="connsiteY459" fmla="*/ 2251620 h 6858000"/>
              <a:gd name="connsiteX460" fmla="*/ 1337329 w 4724401"/>
              <a:gd name="connsiteY460" fmla="*/ 2258350 h 6858000"/>
              <a:gd name="connsiteX461" fmla="*/ 1014726 w 4724401"/>
              <a:gd name="connsiteY461" fmla="*/ 1615556 h 6858000"/>
              <a:gd name="connsiteX462" fmla="*/ 678222 w 4724401"/>
              <a:gd name="connsiteY462" fmla="*/ 1248670 h 6858000"/>
              <a:gd name="connsiteX463" fmla="*/ 4002475 w 4724401"/>
              <a:gd name="connsiteY463" fmla="*/ 1037802 h 6858000"/>
              <a:gd name="connsiteX464" fmla="*/ 4000324 w 4724401"/>
              <a:gd name="connsiteY464" fmla="*/ 1039362 h 6858000"/>
              <a:gd name="connsiteX465" fmla="*/ 4002862 w 4724401"/>
              <a:gd name="connsiteY465" fmla="*/ 1042866 h 6858000"/>
              <a:gd name="connsiteX466" fmla="*/ 4002475 w 4724401"/>
              <a:gd name="connsiteY466" fmla="*/ 1037802 h 6858000"/>
              <a:gd name="connsiteX467" fmla="*/ 506322 w 4724401"/>
              <a:gd name="connsiteY467" fmla="*/ 1020997 h 6858000"/>
              <a:gd name="connsiteX468" fmla="*/ 533068 w 4724401"/>
              <a:gd name="connsiteY468" fmla="*/ 1029409 h 6858000"/>
              <a:gd name="connsiteX469" fmla="*/ 1232525 w 4724401"/>
              <a:gd name="connsiteY469" fmla="*/ 1804675 h 6858000"/>
              <a:gd name="connsiteX470" fmla="*/ 1388858 w 4724401"/>
              <a:gd name="connsiteY470" fmla="*/ 2368011 h 6858000"/>
              <a:gd name="connsiteX471" fmla="*/ 1384098 w 4724401"/>
              <a:gd name="connsiteY471" fmla="*/ 2378125 h 6858000"/>
              <a:gd name="connsiteX472" fmla="*/ 1425393 w 4724401"/>
              <a:gd name="connsiteY472" fmla="*/ 2589124 h 6858000"/>
              <a:gd name="connsiteX473" fmla="*/ 1424001 w 4724401"/>
              <a:gd name="connsiteY473" fmla="*/ 2597541 h 6858000"/>
              <a:gd name="connsiteX474" fmla="*/ 2152729 w 4724401"/>
              <a:gd name="connsiteY474" fmla="*/ 2864487 h 6858000"/>
              <a:gd name="connsiteX475" fmla="*/ 2020609 w 4724401"/>
              <a:gd name="connsiteY475" fmla="*/ 2539671 h 6858000"/>
              <a:gd name="connsiteX476" fmla="*/ 2018920 w 4724401"/>
              <a:gd name="connsiteY476" fmla="*/ 2536309 h 6858000"/>
              <a:gd name="connsiteX477" fmla="*/ 1342441 w 4724401"/>
              <a:gd name="connsiteY477" fmla="*/ 1173017 h 6858000"/>
              <a:gd name="connsiteX478" fmla="*/ 1367925 w 4724401"/>
              <a:gd name="connsiteY478" fmla="*/ 1135648 h 6858000"/>
              <a:gd name="connsiteX479" fmla="*/ 1771401 w 4724401"/>
              <a:gd name="connsiteY479" fmla="*/ 1806673 h 6858000"/>
              <a:gd name="connsiteX480" fmla="*/ 1972385 w 4724401"/>
              <a:gd name="connsiteY480" fmla="*/ 2198735 h 6858000"/>
              <a:gd name="connsiteX481" fmla="*/ 2040892 w 4724401"/>
              <a:gd name="connsiteY481" fmla="*/ 2405205 h 6858000"/>
              <a:gd name="connsiteX482" fmla="*/ 2131689 w 4724401"/>
              <a:gd name="connsiteY482" fmla="*/ 1936926 h 6858000"/>
              <a:gd name="connsiteX483" fmla="*/ 2454820 w 4724401"/>
              <a:gd name="connsiteY483" fmla="*/ 1248808 h 6858000"/>
              <a:gd name="connsiteX484" fmla="*/ 2492512 w 4724401"/>
              <a:gd name="connsiteY484" fmla="*/ 1302920 h 6858000"/>
              <a:gd name="connsiteX485" fmla="*/ 2081216 w 4724401"/>
              <a:gd name="connsiteY485" fmla="*/ 2527513 h 6858000"/>
              <a:gd name="connsiteX486" fmla="*/ 2081211 w 4724401"/>
              <a:gd name="connsiteY486" fmla="*/ 2528916 h 6858000"/>
              <a:gd name="connsiteX487" fmla="*/ 2199067 w 4724401"/>
              <a:gd name="connsiteY487" fmla="*/ 2884061 h 6858000"/>
              <a:gd name="connsiteX488" fmla="*/ 3192586 w 4724401"/>
              <a:gd name="connsiteY488" fmla="*/ 3411496 h 6858000"/>
              <a:gd name="connsiteX489" fmla="*/ 3182620 w 4724401"/>
              <a:gd name="connsiteY489" fmla="*/ 3483279 h 6858000"/>
              <a:gd name="connsiteX490" fmla="*/ 2435119 w 4724401"/>
              <a:gd name="connsiteY490" fmla="*/ 3080173 h 6858000"/>
              <a:gd name="connsiteX491" fmla="*/ 2410152 w 4724401"/>
              <a:gd name="connsiteY491" fmla="*/ 3063751 h 6858000"/>
              <a:gd name="connsiteX492" fmla="*/ 2408099 w 4724401"/>
              <a:gd name="connsiteY492" fmla="*/ 3064403 h 6858000"/>
              <a:gd name="connsiteX493" fmla="*/ 2407218 w 4724401"/>
              <a:gd name="connsiteY493" fmla="*/ 3070324 h 6858000"/>
              <a:gd name="connsiteX494" fmla="*/ 2380138 w 4724401"/>
              <a:gd name="connsiteY494" fmla="*/ 3099341 h 6858000"/>
              <a:gd name="connsiteX495" fmla="*/ 1765923 w 4724401"/>
              <a:gd name="connsiteY495" fmla="*/ 3581043 h 6858000"/>
              <a:gd name="connsiteX496" fmla="*/ 1702258 w 4724401"/>
              <a:gd name="connsiteY496" fmla="*/ 3612286 h 6858000"/>
              <a:gd name="connsiteX497" fmla="*/ 1538370 w 4724401"/>
              <a:gd name="connsiteY497" fmla="*/ 3811804 h 6858000"/>
              <a:gd name="connsiteX498" fmla="*/ 542867 w 4724401"/>
              <a:gd name="connsiteY498" fmla="*/ 4944092 h 6858000"/>
              <a:gd name="connsiteX499" fmla="*/ 515800 w 4724401"/>
              <a:gd name="connsiteY499" fmla="*/ 4862180 h 6858000"/>
              <a:gd name="connsiteX500" fmla="*/ 909145 w 4724401"/>
              <a:gd name="connsiteY500" fmla="*/ 4199225 h 6858000"/>
              <a:gd name="connsiteX501" fmla="*/ 1214067 w 4724401"/>
              <a:gd name="connsiteY501" fmla="*/ 3908561 h 6858000"/>
              <a:gd name="connsiteX502" fmla="*/ 640967 w 4724401"/>
              <a:gd name="connsiteY502" fmla="*/ 4105601 h 6858000"/>
              <a:gd name="connsiteX503" fmla="*/ 112563 w 4724401"/>
              <a:gd name="connsiteY503" fmla="*/ 4396952 h 6858000"/>
              <a:gd name="connsiteX504" fmla="*/ 0 w 4724401"/>
              <a:gd name="connsiteY504" fmla="*/ 4466006 h 6858000"/>
              <a:gd name="connsiteX505" fmla="*/ 0 w 4724401"/>
              <a:gd name="connsiteY505" fmla="*/ 4233763 h 6858000"/>
              <a:gd name="connsiteX506" fmla="*/ 36881 w 4724401"/>
              <a:gd name="connsiteY506" fmla="*/ 4200118 h 6858000"/>
              <a:gd name="connsiteX507" fmla="*/ 910534 w 4724401"/>
              <a:gd name="connsiteY507" fmla="*/ 3629753 h 6858000"/>
              <a:gd name="connsiteX508" fmla="*/ 1578717 w 4724401"/>
              <a:gd name="connsiteY508" fmla="*/ 3575982 h 6858000"/>
              <a:gd name="connsiteX509" fmla="*/ 2338780 w 4724401"/>
              <a:gd name="connsiteY509" fmla="*/ 3033725 h 6858000"/>
              <a:gd name="connsiteX510" fmla="*/ 1807991 w 4724401"/>
              <a:gd name="connsiteY510" fmla="*/ 2807184 h 6858000"/>
              <a:gd name="connsiteX511" fmla="*/ 1416358 w 4724401"/>
              <a:gd name="connsiteY511" fmla="*/ 3112571 h 6858000"/>
              <a:gd name="connsiteX512" fmla="*/ 939066 w 4724401"/>
              <a:gd name="connsiteY512" fmla="*/ 3378798 h 6858000"/>
              <a:gd name="connsiteX513" fmla="*/ 115099 w 4724401"/>
              <a:gd name="connsiteY513" fmla="*/ 3607650 h 6858000"/>
              <a:gd name="connsiteX514" fmla="*/ 97284 w 4724401"/>
              <a:gd name="connsiteY514" fmla="*/ 3520393 h 6858000"/>
              <a:gd name="connsiteX515" fmla="*/ 922050 w 4724401"/>
              <a:gd name="connsiteY515" fmla="*/ 3074867 h 6858000"/>
              <a:gd name="connsiteX516" fmla="*/ 1405265 w 4724401"/>
              <a:gd name="connsiteY516" fmla="*/ 3016319 h 6858000"/>
              <a:gd name="connsiteX517" fmla="*/ 1407512 w 4724401"/>
              <a:gd name="connsiteY517" fmla="*/ 3018001 h 6858000"/>
              <a:gd name="connsiteX518" fmla="*/ 1726266 w 4724401"/>
              <a:gd name="connsiteY518" fmla="*/ 2777274 h 6858000"/>
              <a:gd name="connsiteX519" fmla="*/ 625390 w 4724401"/>
              <a:gd name="connsiteY519" fmla="*/ 2514541 h 6858000"/>
              <a:gd name="connsiteX520" fmla="*/ 619799 w 4724401"/>
              <a:gd name="connsiteY520" fmla="*/ 2527180 h 6858000"/>
              <a:gd name="connsiteX521" fmla="*/ 310030 w 4724401"/>
              <a:gd name="connsiteY521" fmla="*/ 2771818 h 6858000"/>
              <a:gd name="connsiteX522" fmla="*/ 173877 w 4724401"/>
              <a:gd name="connsiteY522" fmla="*/ 2937056 h 6858000"/>
              <a:gd name="connsiteX523" fmla="*/ 77889 w 4724401"/>
              <a:gd name="connsiteY523" fmla="*/ 3138440 h 6858000"/>
              <a:gd name="connsiteX524" fmla="*/ 0 w 4724401"/>
              <a:gd name="connsiteY524" fmla="*/ 3271395 h 6858000"/>
              <a:gd name="connsiteX525" fmla="*/ 0 w 4724401"/>
              <a:gd name="connsiteY525" fmla="*/ 3153002 h 6858000"/>
              <a:gd name="connsiteX526" fmla="*/ 2386 w 4724401"/>
              <a:gd name="connsiteY526" fmla="*/ 3149203 h 6858000"/>
              <a:gd name="connsiteX527" fmla="*/ 89753 w 4724401"/>
              <a:gd name="connsiteY527" fmla="*/ 2987702 h 6858000"/>
              <a:gd name="connsiteX528" fmla="*/ 76869 w 4724401"/>
              <a:gd name="connsiteY528" fmla="*/ 3005404 h 6858000"/>
              <a:gd name="connsiteX529" fmla="*/ 32049 w 4724401"/>
              <a:gd name="connsiteY529" fmla="*/ 3065814 h 6858000"/>
              <a:gd name="connsiteX530" fmla="*/ 0 w 4724401"/>
              <a:gd name="connsiteY530" fmla="*/ 3108744 h 6858000"/>
              <a:gd name="connsiteX531" fmla="*/ 0 w 4724401"/>
              <a:gd name="connsiteY531" fmla="*/ 3058059 h 6858000"/>
              <a:gd name="connsiteX532" fmla="*/ 7610 w 4724401"/>
              <a:gd name="connsiteY532" fmla="*/ 3047889 h 6858000"/>
              <a:gd name="connsiteX533" fmla="*/ 52419 w 4724401"/>
              <a:gd name="connsiteY533" fmla="*/ 2987479 h 6858000"/>
              <a:gd name="connsiteX534" fmla="*/ 59142 w 4724401"/>
              <a:gd name="connsiteY534" fmla="*/ 2978488 h 6858000"/>
              <a:gd name="connsiteX535" fmla="*/ 0 w 4724401"/>
              <a:gd name="connsiteY535" fmla="*/ 3015334 h 6858000"/>
              <a:gd name="connsiteX536" fmla="*/ 0 w 4724401"/>
              <a:gd name="connsiteY536" fmla="*/ 2914286 h 6858000"/>
              <a:gd name="connsiteX537" fmla="*/ 36383 w 4724401"/>
              <a:gd name="connsiteY537" fmla="*/ 2901128 h 6858000"/>
              <a:gd name="connsiteX538" fmla="*/ 156329 w 4724401"/>
              <a:gd name="connsiteY538" fmla="*/ 2840533 h 6858000"/>
              <a:gd name="connsiteX539" fmla="*/ 358355 w 4724401"/>
              <a:gd name="connsiteY539" fmla="*/ 2620471 h 6858000"/>
              <a:gd name="connsiteX540" fmla="*/ 510577 w 4724401"/>
              <a:gd name="connsiteY540" fmla="*/ 2501244 h 6858000"/>
              <a:gd name="connsiteX541" fmla="*/ 211967 w 4724401"/>
              <a:gd name="connsiteY541" fmla="*/ 2479171 h 6858000"/>
              <a:gd name="connsiteX542" fmla="*/ 0 w 4724401"/>
              <a:gd name="connsiteY542" fmla="*/ 2476398 h 6858000"/>
              <a:gd name="connsiteX543" fmla="*/ 0 w 4724401"/>
              <a:gd name="connsiteY543" fmla="*/ 2389189 h 6858000"/>
              <a:gd name="connsiteX544" fmla="*/ 103062 w 4724401"/>
              <a:gd name="connsiteY544" fmla="*/ 2389518 h 6858000"/>
              <a:gd name="connsiteX545" fmla="*/ 510734 w 4724401"/>
              <a:gd name="connsiteY545" fmla="*/ 2416201 h 6858000"/>
              <a:gd name="connsiteX546" fmla="*/ 279257 w 4724401"/>
              <a:gd name="connsiteY546" fmla="*/ 2092102 h 6858000"/>
              <a:gd name="connsiteX547" fmla="*/ 65265 w 4724401"/>
              <a:gd name="connsiteY547" fmla="*/ 2006049 h 6858000"/>
              <a:gd name="connsiteX548" fmla="*/ 0 w 4724401"/>
              <a:gd name="connsiteY548" fmla="*/ 1982532 h 6858000"/>
              <a:gd name="connsiteX549" fmla="*/ 0 w 4724401"/>
              <a:gd name="connsiteY549" fmla="*/ 1912789 h 6858000"/>
              <a:gd name="connsiteX550" fmla="*/ 97460 w 4724401"/>
              <a:gd name="connsiteY550" fmla="*/ 1953725 h 6858000"/>
              <a:gd name="connsiteX551" fmla="*/ 221272 w 4724401"/>
              <a:gd name="connsiteY551" fmla="*/ 1980766 h 6858000"/>
              <a:gd name="connsiteX552" fmla="*/ 116765 w 4724401"/>
              <a:gd name="connsiteY552" fmla="*/ 1911033 h 6858000"/>
              <a:gd name="connsiteX553" fmla="*/ 16405 w 4724401"/>
              <a:gd name="connsiteY553" fmla="*/ 1803412 h 6858000"/>
              <a:gd name="connsiteX554" fmla="*/ 0 w 4724401"/>
              <a:gd name="connsiteY554" fmla="*/ 1784777 h 6858000"/>
              <a:gd name="connsiteX555" fmla="*/ 0 w 4724401"/>
              <a:gd name="connsiteY555" fmla="*/ 1740082 h 6858000"/>
              <a:gd name="connsiteX556" fmla="*/ 39394 w 4724401"/>
              <a:gd name="connsiteY556" fmla="*/ 1784856 h 6858000"/>
              <a:gd name="connsiteX557" fmla="*/ 135813 w 4724401"/>
              <a:gd name="connsiteY557" fmla="*/ 1888838 h 6858000"/>
              <a:gd name="connsiteX558" fmla="*/ 242575 w 4724401"/>
              <a:gd name="connsiteY558" fmla="*/ 1958841 h 6858000"/>
              <a:gd name="connsiteX559" fmla="*/ 82197 w 4724401"/>
              <a:gd name="connsiteY559" fmla="*/ 1754826 h 6858000"/>
              <a:gd name="connsiteX560" fmla="*/ 0 w 4724401"/>
              <a:gd name="connsiteY560" fmla="*/ 1679650 h 6858000"/>
              <a:gd name="connsiteX561" fmla="*/ 0 w 4724401"/>
              <a:gd name="connsiteY561" fmla="*/ 1602463 h 6858000"/>
              <a:gd name="connsiteX562" fmla="*/ 84689 w 4724401"/>
              <a:gd name="connsiteY562" fmla="*/ 1677442 h 6858000"/>
              <a:gd name="connsiteX563" fmla="*/ 298437 w 4724401"/>
              <a:gd name="connsiteY563" fmla="*/ 1968019 h 6858000"/>
              <a:gd name="connsiteX564" fmla="*/ 227269 w 4724401"/>
              <a:gd name="connsiteY564" fmla="*/ 1114064 h 6858000"/>
              <a:gd name="connsiteX565" fmla="*/ 248003 w 4724401"/>
              <a:gd name="connsiteY565" fmla="*/ 1089613 h 6858000"/>
              <a:gd name="connsiteX566" fmla="*/ 427020 w 4724401"/>
              <a:gd name="connsiteY566" fmla="*/ 1619803 h 6858000"/>
              <a:gd name="connsiteX567" fmla="*/ 340345 w 4724401"/>
              <a:gd name="connsiteY567" fmla="*/ 2027739 h 6858000"/>
              <a:gd name="connsiteX568" fmla="*/ 360865 w 4724401"/>
              <a:gd name="connsiteY568" fmla="*/ 2044827 h 6858000"/>
              <a:gd name="connsiteX569" fmla="*/ 560414 w 4724401"/>
              <a:gd name="connsiteY569" fmla="*/ 2421457 h 6858000"/>
              <a:gd name="connsiteX570" fmla="*/ 1359703 w 4724401"/>
              <a:gd name="connsiteY570" fmla="*/ 2578554 h 6858000"/>
              <a:gd name="connsiteX571" fmla="*/ 1359422 w 4724401"/>
              <a:gd name="connsiteY571" fmla="*/ 2577994 h 6858000"/>
              <a:gd name="connsiteX572" fmla="*/ 828701 w 4724401"/>
              <a:gd name="connsiteY572" fmla="*/ 1839520 h 6858000"/>
              <a:gd name="connsiteX573" fmla="*/ 494427 w 4724401"/>
              <a:gd name="connsiteY573" fmla="*/ 1092333 h 6858000"/>
              <a:gd name="connsiteX574" fmla="*/ 506322 w 4724401"/>
              <a:gd name="connsiteY574" fmla="*/ 1020997 h 6858000"/>
              <a:gd name="connsiteX575" fmla="*/ 4570198 w 4724401"/>
              <a:gd name="connsiteY575" fmla="*/ 978081 h 6858000"/>
              <a:gd name="connsiteX576" fmla="*/ 4523691 w 4724401"/>
              <a:gd name="connsiteY576" fmla="*/ 1127776 h 6858000"/>
              <a:gd name="connsiteX577" fmla="*/ 4509875 w 4724401"/>
              <a:gd name="connsiteY577" fmla="*/ 1167552 h 6858000"/>
              <a:gd name="connsiteX578" fmla="*/ 4478168 w 4724401"/>
              <a:gd name="connsiteY578" fmla="*/ 1260735 h 6858000"/>
              <a:gd name="connsiteX579" fmla="*/ 4409309 w 4724401"/>
              <a:gd name="connsiteY579" fmla="*/ 1666996 h 6858000"/>
              <a:gd name="connsiteX580" fmla="*/ 4370031 w 4724401"/>
              <a:gd name="connsiteY580" fmla="*/ 1955666 h 6858000"/>
              <a:gd name="connsiteX581" fmla="*/ 4570198 w 4724401"/>
              <a:gd name="connsiteY581" fmla="*/ 978081 h 6858000"/>
              <a:gd name="connsiteX582" fmla="*/ 4557898 w 4724401"/>
              <a:gd name="connsiteY582" fmla="*/ 900011 h 6858000"/>
              <a:gd name="connsiteX583" fmla="*/ 4344840 w 4724401"/>
              <a:gd name="connsiteY583" fmla="*/ 1922038 h 6858000"/>
              <a:gd name="connsiteX584" fmla="*/ 4378710 w 4724401"/>
              <a:gd name="connsiteY584" fmla="*/ 1665516 h 6858000"/>
              <a:gd name="connsiteX585" fmla="*/ 4448798 w 4724401"/>
              <a:gd name="connsiteY585" fmla="*/ 1253024 h 6858000"/>
              <a:gd name="connsiteX586" fmla="*/ 4480315 w 4724401"/>
              <a:gd name="connsiteY586" fmla="*/ 1158454 h 6858000"/>
              <a:gd name="connsiteX587" fmla="*/ 4494133 w 4724401"/>
              <a:gd name="connsiteY587" fmla="*/ 1118676 h 6858000"/>
              <a:gd name="connsiteX588" fmla="*/ 4557898 w 4724401"/>
              <a:gd name="connsiteY588" fmla="*/ 900011 h 6858000"/>
              <a:gd name="connsiteX589" fmla="*/ 3607114 w 4724401"/>
              <a:gd name="connsiteY589" fmla="*/ 467441 h 6858000"/>
              <a:gd name="connsiteX590" fmla="*/ 3296242 w 4724401"/>
              <a:gd name="connsiteY590" fmla="*/ 807991 h 6858000"/>
              <a:gd name="connsiteX591" fmla="*/ 3174674 w 4724401"/>
              <a:gd name="connsiteY591" fmla="*/ 919759 h 6858000"/>
              <a:gd name="connsiteX592" fmla="*/ 3042978 w 4724401"/>
              <a:gd name="connsiteY592" fmla="*/ 1054894 h 6858000"/>
              <a:gd name="connsiteX593" fmla="*/ 2968914 w 4724401"/>
              <a:gd name="connsiteY593" fmla="*/ 1133756 h 6858000"/>
              <a:gd name="connsiteX594" fmla="*/ 3103823 w 4724401"/>
              <a:gd name="connsiteY594" fmla="*/ 1026814 h 6858000"/>
              <a:gd name="connsiteX595" fmla="*/ 3607114 w 4724401"/>
              <a:gd name="connsiteY595" fmla="*/ 467441 h 6858000"/>
              <a:gd name="connsiteX596" fmla="*/ 3744487 w 4724401"/>
              <a:gd name="connsiteY596" fmla="*/ 383136 h 6858000"/>
              <a:gd name="connsiteX597" fmla="*/ 3970213 w 4724401"/>
              <a:gd name="connsiteY597" fmla="*/ 995559 h 6858000"/>
              <a:gd name="connsiteX598" fmla="*/ 3744487 w 4724401"/>
              <a:gd name="connsiteY598" fmla="*/ 383136 h 6858000"/>
              <a:gd name="connsiteX599" fmla="*/ 3624562 w 4724401"/>
              <a:gd name="connsiteY599" fmla="*/ 367041 h 6858000"/>
              <a:gd name="connsiteX600" fmla="*/ 3489712 w 4724401"/>
              <a:gd name="connsiteY600" fmla="*/ 485386 h 6858000"/>
              <a:gd name="connsiteX601" fmla="*/ 3182994 w 4724401"/>
              <a:gd name="connsiteY601" fmla="*/ 828265 h 6858000"/>
              <a:gd name="connsiteX602" fmla="*/ 2892114 w 4724401"/>
              <a:gd name="connsiteY602" fmla="*/ 1172635 h 6858000"/>
              <a:gd name="connsiteX603" fmla="*/ 3021459 w 4724401"/>
              <a:gd name="connsiteY603" fmla="*/ 1035385 h 6858000"/>
              <a:gd name="connsiteX604" fmla="*/ 3153873 w 4724401"/>
              <a:gd name="connsiteY604" fmla="*/ 898971 h 6858000"/>
              <a:gd name="connsiteX605" fmla="*/ 3276511 w 4724401"/>
              <a:gd name="connsiteY605" fmla="*/ 786423 h 6858000"/>
              <a:gd name="connsiteX606" fmla="*/ 3584154 w 4724401"/>
              <a:gd name="connsiteY606" fmla="*/ 448218 h 6858000"/>
              <a:gd name="connsiteX607" fmla="*/ 3624562 w 4724401"/>
              <a:gd name="connsiteY607" fmla="*/ 367041 h 6858000"/>
              <a:gd name="connsiteX608" fmla="*/ 3766672 w 4724401"/>
              <a:gd name="connsiteY608" fmla="*/ 359429 h 6858000"/>
              <a:gd name="connsiteX609" fmla="*/ 3996338 w 4724401"/>
              <a:gd name="connsiteY609" fmla="*/ 968237 h 6858000"/>
              <a:gd name="connsiteX610" fmla="*/ 3766672 w 4724401"/>
              <a:gd name="connsiteY610" fmla="*/ 359429 h 6858000"/>
              <a:gd name="connsiteX611" fmla="*/ 3882765 w 4724401"/>
              <a:gd name="connsiteY611" fmla="*/ 0 h 6858000"/>
              <a:gd name="connsiteX612" fmla="*/ 3995099 w 4724401"/>
              <a:gd name="connsiteY612" fmla="*/ 0 h 6858000"/>
              <a:gd name="connsiteX613" fmla="*/ 4163818 w 4724401"/>
              <a:gd name="connsiteY613" fmla="*/ 234104 h 6858000"/>
              <a:gd name="connsiteX614" fmla="*/ 4172099 w 4724401"/>
              <a:gd name="connsiteY614" fmla="*/ 234207 h 6858000"/>
              <a:gd name="connsiteX615" fmla="*/ 4628589 w 4724401"/>
              <a:gd name="connsiteY615" fmla="*/ 289746 h 6858000"/>
              <a:gd name="connsiteX616" fmla="*/ 4724401 w 4724401"/>
              <a:gd name="connsiteY616" fmla="*/ 281632 h 6858000"/>
              <a:gd name="connsiteX617" fmla="*/ 4724401 w 4724401"/>
              <a:gd name="connsiteY617" fmla="*/ 330664 h 6858000"/>
              <a:gd name="connsiteX618" fmla="*/ 4657975 w 4724401"/>
              <a:gd name="connsiteY618" fmla="*/ 338772 h 6858000"/>
              <a:gd name="connsiteX619" fmla="*/ 4227047 w 4724401"/>
              <a:gd name="connsiteY619" fmla="*/ 313415 h 6858000"/>
              <a:gd name="connsiteX620" fmla="*/ 4346041 w 4724401"/>
              <a:gd name="connsiteY620" fmla="*/ 456086 h 6858000"/>
              <a:gd name="connsiteX621" fmla="*/ 4599604 w 4724401"/>
              <a:gd name="connsiteY621" fmla="*/ 723178 h 6858000"/>
              <a:gd name="connsiteX622" fmla="*/ 4724401 w 4724401"/>
              <a:gd name="connsiteY622" fmla="*/ 833497 h 6858000"/>
              <a:gd name="connsiteX623" fmla="*/ 4724401 w 4724401"/>
              <a:gd name="connsiteY623" fmla="*/ 950118 h 6858000"/>
              <a:gd name="connsiteX624" fmla="*/ 4655015 w 4724401"/>
              <a:gd name="connsiteY624" fmla="*/ 891426 h 6858000"/>
              <a:gd name="connsiteX625" fmla="*/ 4348002 w 4724401"/>
              <a:gd name="connsiteY625" fmla="*/ 2205895 h 6858000"/>
              <a:gd name="connsiteX626" fmla="*/ 4262250 w 4724401"/>
              <a:gd name="connsiteY626" fmla="*/ 2219972 h 6858000"/>
              <a:gd name="connsiteX627" fmla="*/ 4550611 w 4724401"/>
              <a:gd name="connsiteY627" fmla="*/ 817540 h 6858000"/>
              <a:gd name="connsiteX628" fmla="*/ 4564418 w 4724401"/>
              <a:gd name="connsiteY628" fmla="*/ 808293 h 6858000"/>
              <a:gd name="connsiteX629" fmla="*/ 4266388 w 4724401"/>
              <a:gd name="connsiteY629" fmla="*/ 500083 h 6858000"/>
              <a:gd name="connsiteX630" fmla="*/ 4032842 w 4724401"/>
              <a:gd name="connsiteY630" fmla="*/ 211809 h 6858000"/>
              <a:gd name="connsiteX631" fmla="*/ 3721337 w 4724401"/>
              <a:gd name="connsiteY631" fmla="*/ 0 h 6858000"/>
              <a:gd name="connsiteX632" fmla="*/ 3797544 w 4724401"/>
              <a:gd name="connsiteY632" fmla="*/ 0 h 6858000"/>
              <a:gd name="connsiteX633" fmla="*/ 3775734 w 4724401"/>
              <a:gd name="connsiteY633" fmla="*/ 95131 h 6858000"/>
              <a:gd name="connsiteX634" fmla="*/ 3724807 w 4724401"/>
              <a:gd name="connsiteY634" fmla="*/ 272257 h 6858000"/>
              <a:gd name="connsiteX635" fmla="*/ 3726844 w 4724401"/>
              <a:gd name="connsiteY635" fmla="*/ 282988 h 6858000"/>
              <a:gd name="connsiteX636" fmla="*/ 3742664 w 4724401"/>
              <a:gd name="connsiteY636" fmla="*/ 279918 h 6858000"/>
              <a:gd name="connsiteX637" fmla="*/ 4103910 w 4724401"/>
              <a:gd name="connsiteY637" fmla="*/ 1161917 h 6858000"/>
              <a:gd name="connsiteX638" fmla="*/ 4020269 w 4724401"/>
              <a:gd name="connsiteY638" fmla="*/ 1200406 h 6858000"/>
              <a:gd name="connsiteX639" fmla="*/ 3674882 w 4724401"/>
              <a:gd name="connsiteY639" fmla="*/ 488524 h 6858000"/>
              <a:gd name="connsiteX640" fmla="*/ 3132682 w 4724401"/>
              <a:gd name="connsiteY640" fmla="*/ 1072284 h 6858000"/>
              <a:gd name="connsiteX641" fmla="*/ 2716346 w 4724401"/>
              <a:gd name="connsiteY641" fmla="*/ 1276376 h 6858000"/>
              <a:gd name="connsiteX642" fmla="*/ 2716772 w 4724401"/>
              <a:gd name="connsiteY642" fmla="*/ 1255462 h 6858000"/>
              <a:gd name="connsiteX643" fmla="*/ 3471096 w 4724401"/>
              <a:gd name="connsiteY643" fmla="*/ 437072 h 6858000"/>
              <a:gd name="connsiteX644" fmla="*/ 3639057 w 4724401"/>
              <a:gd name="connsiteY644" fmla="*/ 286334 h 6858000"/>
              <a:gd name="connsiteX645" fmla="*/ 3640309 w 4724401"/>
              <a:gd name="connsiteY645" fmla="*/ 284664 h 6858000"/>
              <a:gd name="connsiteX646" fmla="*/ 3646022 w 4724401"/>
              <a:gd name="connsiteY646" fmla="*/ 276711 h 6858000"/>
              <a:gd name="connsiteX647" fmla="*/ 3707943 w 4724401"/>
              <a:gd name="connsiteY647" fmla="*/ 65958 h 6858000"/>
              <a:gd name="connsiteX648" fmla="*/ 2867960 w 4724401"/>
              <a:gd name="connsiteY648" fmla="*/ 0 h 6858000"/>
              <a:gd name="connsiteX649" fmla="*/ 2926351 w 4724401"/>
              <a:gd name="connsiteY649" fmla="*/ 0 h 6858000"/>
              <a:gd name="connsiteX650" fmla="*/ 2902823 w 4724401"/>
              <a:gd name="connsiteY650" fmla="*/ 262929 h 6858000"/>
              <a:gd name="connsiteX651" fmla="*/ 2940663 w 4724401"/>
              <a:gd name="connsiteY651" fmla="*/ 140884 h 6858000"/>
              <a:gd name="connsiteX652" fmla="*/ 2947039 w 4724401"/>
              <a:gd name="connsiteY652" fmla="*/ 122524 h 6858000"/>
              <a:gd name="connsiteX653" fmla="*/ 2984316 w 4724401"/>
              <a:gd name="connsiteY653" fmla="*/ 0 h 6858000"/>
              <a:gd name="connsiteX654" fmla="*/ 3016114 w 4724401"/>
              <a:gd name="connsiteY654" fmla="*/ 0 h 6858000"/>
              <a:gd name="connsiteX655" fmla="*/ 2979949 w 4724401"/>
              <a:gd name="connsiteY655" fmla="*/ 119274 h 6858000"/>
              <a:gd name="connsiteX656" fmla="*/ 3023879 w 4724401"/>
              <a:gd name="connsiteY656" fmla="*/ 0 h 6858000"/>
              <a:gd name="connsiteX657" fmla="*/ 3105400 w 4724401"/>
              <a:gd name="connsiteY657" fmla="*/ 0 h 6858000"/>
              <a:gd name="connsiteX658" fmla="*/ 3094669 w 4724401"/>
              <a:gd name="connsiteY658" fmla="*/ 30308 h 6858000"/>
              <a:gd name="connsiteX659" fmla="*/ 2901945 w 4724401"/>
              <a:gd name="connsiteY659" fmla="*/ 466538 h 6858000"/>
              <a:gd name="connsiteX660" fmla="*/ 2815209 w 4724401"/>
              <a:gd name="connsiteY660" fmla="*/ 497361 h 6858000"/>
              <a:gd name="connsiteX661" fmla="*/ 2844845 w 4724401"/>
              <a:gd name="connsiteY661" fmla="*/ 127638 h 6858000"/>
              <a:gd name="connsiteX662" fmla="*/ 1057230 w 4724401"/>
              <a:gd name="connsiteY662" fmla="*/ 0 h 6858000"/>
              <a:gd name="connsiteX663" fmla="*/ 1111003 w 4724401"/>
              <a:gd name="connsiteY663" fmla="*/ 0 h 6858000"/>
              <a:gd name="connsiteX664" fmla="*/ 1125553 w 4724401"/>
              <a:gd name="connsiteY664" fmla="*/ 52588 h 6858000"/>
              <a:gd name="connsiteX665" fmla="*/ 1304276 w 4724401"/>
              <a:gd name="connsiteY665" fmla="*/ 476275 h 6858000"/>
              <a:gd name="connsiteX666" fmla="*/ 1492066 w 4724401"/>
              <a:gd name="connsiteY666" fmla="*/ 886333 h 6858000"/>
              <a:gd name="connsiteX667" fmla="*/ 1423698 w 4724401"/>
              <a:gd name="connsiteY667" fmla="*/ 710817 h 6858000"/>
              <a:gd name="connsiteX668" fmla="*/ 1357609 w 4724401"/>
              <a:gd name="connsiteY668" fmla="*/ 532892 h 6858000"/>
              <a:gd name="connsiteX669" fmla="*/ 1309550 w 4724401"/>
              <a:gd name="connsiteY669" fmla="*/ 374031 h 6858000"/>
              <a:gd name="connsiteX670" fmla="*/ 1193673 w 4724401"/>
              <a:gd name="connsiteY670" fmla="*/ 49533 h 6858000"/>
              <a:gd name="connsiteX671" fmla="*/ 1164391 w 4724401"/>
              <a:gd name="connsiteY671" fmla="*/ 0 h 6858000"/>
              <a:gd name="connsiteX672" fmla="*/ 1200666 w 4724401"/>
              <a:gd name="connsiteY672" fmla="*/ 0 h 6858000"/>
              <a:gd name="connsiteX673" fmla="*/ 1223408 w 4724401"/>
              <a:gd name="connsiteY673" fmla="*/ 38996 h 6858000"/>
              <a:gd name="connsiteX674" fmla="*/ 1339635 w 4724401"/>
              <a:gd name="connsiteY674" fmla="*/ 365517 h 6858000"/>
              <a:gd name="connsiteX675" fmla="*/ 1387469 w 4724401"/>
              <a:gd name="connsiteY675" fmla="*/ 523079 h 6858000"/>
              <a:gd name="connsiteX676" fmla="*/ 1452685 w 4724401"/>
              <a:gd name="connsiteY676" fmla="*/ 699806 h 6858000"/>
              <a:gd name="connsiteX677" fmla="*/ 1492092 w 4724401"/>
              <a:gd name="connsiteY677" fmla="*/ 800424 h 6858000"/>
              <a:gd name="connsiteX678" fmla="*/ 1455302 w 4724401"/>
              <a:gd name="connsiteY678" fmla="*/ 632913 h 6858000"/>
              <a:gd name="connsiteX679" fmla="*/ 1222336 w 4724401"/>
              <a:gd name="connsiteY679" fmla="*/ 9480 h 6858000"/>
              <a:gd name="connsiteX680" fmla="*/ 1214634 w 4724401"/>
              <a:gd name="connsiteY680" fmla="*/ 0 h 6858000"/>
              <a:gd name="connsiteX681" fmla="*/ 1289827 w 4724401"/>
              <a:gd name="connsiteY681" fmla="*/ 0 h 6858000"/>
              <a:gd name="connsiteX682" fmla="*/ 1321076 w 4724401"/>
              <a:gd name="connsiteY682" fmla="*/ 59722 h 6858000"/>
              <a:gd name="connsiteX683" fmla="*/ 1512579 w 4724401"/>
              <a:gd name="connsiteY683" fmla="*/ 626441 h 6858000"/>
              <a:gd name="connsiteX684" fmla="*/ 1506076 w 4724401"/>
              <a:gd name="connsiteY684" fmla="*/ 1089289 h 6858000"/>
              <a:gd name="connsiteX685" fmla="*/ 1486346 w 4724401"/>
              <a:gd name="connsiteY685" fmla="*/ 1079919 h 6858000"/>
              <a:gd name="connsiteX686" fmla="*/ 1070511 w 4724401"/>
              <a:gd name="connsiteY686" fmla="*/ 48609 h 6858000"/>
              <a:gd name="connsiteX687" fmla="*/ 43151 w 4724401"/>
              <a:gd name="connsiteY687" fmla="*/ 0 h 6858000"/>
              <a:gd name="connsiteX688" fmla="*/ 95283 w 4724401"/>
              <a:gd name="connsiteY688" fmla="*/ 0 h 6858000"/>
              <a:gd name="connsiteX689" fmla="*/ 300708 w 4724401"/>
              <a:gd name="connsiteY689" fmla="*/ 154571 h 6858000"/>
              <a:gd name="connsiteX690" fmla="*/ 530414 w 4724401"/>
              <a:gd name="connsiteY690" fmla="*/ 354673 h 6858000"/>
              <a:gd name="connsiteX691" fmla="*/ 333785 w 4724401"/>
              <a:gd name="connsiteY691" fmla="*/ 161564 h 6858000"/>
              <a:gd name="connsiteX692" fmla="*/ 147005 w 4724401"/>
              <a:gd name="connsiteY692" fmla="*/ 0 h 6858000"/>
              <a:gd name="connsiteX693" fmla="*/ 272509 w 4724401"/>
              <a:gd name="connsiteY693" fmla="*/ 0 h 6858000"/>
              <a:gd name="connsiteX694" fmla="*/ 326276 w 4724401"/>
              <a:gd name="connsiteY694" fmla="*/ 45847 h 6858000"/>
              <a:gd name="connsiteX695" fmla="*/ 823759 w 4724401"/>
              <a:gd name="connsiteY695" fmla="*/ 574145 h 6858000"/>
              <a:gd name="connsiteX696" fmla="*/ 811254 w 4724401"/>
              <a:gd name="connsiteY696" fmla="*/ 665546 h 6858000"/>
              <a:gd name="connsiteX697" fmla="*/ 154042 w 4724401"/>
              <a:gd name="connsiteY697" fmla="*/ 261522 h 6858000"/>
              <a:gd name="connsiteX698" fmla="*/ 13550 w 4724401"/>
              <a:gd name="connsiteY698" fmla="*/ 158423 h 6858000"/>
              <a:gd name="connsiteX699" fmla="*/ 0 w 4724401"/>
              <a:gd name="connsiteY699" fmla="*/ 146618 h 6858000"/>
              <a:gd name="connsiteX700" fmla="*/ 0 w 4724401"/>
              <a:gd name="connsiteY700" fmla="*/ 59161 h 6858000"/>
              <a:gd name="connsiteX701" fmla="*/ 45427 w 4724401"/>
              <a:gd name="connsiteY701" fmla="*/ 101078 h 6858000"/>
              <a:gd name="connsiteX702" fmla="*/ 630103 w 4724401"/>
              <a:gd name="connsiteY702" fmla="*/ 485885 h 6858000"/>
              <a:gd name="connsiteX703" fmla="*/ 532040 w 4724401"/>
              <a:gd name="connsiteY703" fmla="*/ 399359 h 6858000"/>
              <a:gd name="connsiteX704" fmla="*/ 517618 w 4724401"/>
              <a:gd name="connsiteY704" fmla="*/ 385726 h 6858000"/>
              <a:gd name="connsiteX705" fmla="*/ 285074 w 4724401"/>
              <a:gd name="connsiteY705" fmla="*/ 18275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Lst>
            <a:rect l="l" t="t" r="r" b="b"/>
            <a:pathLst>
              <a:path w="4724401" h="6858000">
                <a:moveTo>
                  <a:pt x="369702" y="6712169"/>
                </a:moveTo>
                <a:lnTo>
                  <a:pt x="366575" y="6715556"/>
                </a:lnTo>
                <a:cubicBezTo>
                  <a:pt x="367954" y="6715031"/>
                  <a:pt x="369326" y="6714512"/>
                  <a:pt x="371637" y="6713954"/>
                </a:cubicBez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4724401" y="6289099"/>
                </a:moveTo>
                <a:lnTo>
                  <a:pt x="4724401" y="6407899"/>
                </a:lnTo>
                <a:lnTo>
                  <a:pt x="4689678" y="6440241"/>
                </a:ln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593999" y="6408904"/>
                  <a:pt x="4626518" y="6376648"/>
                  <a:pt x="4660205" y="6345369"/>
                </a:cubicBezTo>
                <a:close/>
                <a:moveTo>
                  <a:pt x="4724401" y="6198577"/>
                </a:moveTo>
                <a:lnTo>
                  <a:pt x="4724401" y="6238480"/>
                </a:lnTo>
                <a:lnTo>
                  <a:pt x="4689789" y="6268382"/>
                </a:ln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lose/>
                <a:moveTo>
                  <a:pt x="4724401" y="5924240"/>
                </a:moveTo>
                <a:lnTo>
                  <a:pt x="4724401" y="6044002"/>
                </a:lnTo>
                <a:lnTo>
                  <a:pt x="4695216" y="6071545"/>
                </a:lnTo>
                <a:cubicBezTo>
                  <a:pt x="4548599" y="6220767"/>
                  <a:pt x="4426366" y="6399245"/>
                  <a:pt x="4317146" y="6587716"/>
                </a:cubicBezTo>
                <a:lnTo>
                  <a:pt x="4171627" y="6858000"/>
                </a:lnTo>
                <a:lnTo>
                  <a:pt x="4081585" y="6858000"/>
                </a:lnTo>
                <a:lnTo>
                  <a:pt x="4238603" y="6559341"/>
                </a:lnTo>
                <a:cubicBezTo>
                  <a:pt x="4349147" y="6364728"/>
                  <a:pt x="4472301" y="6179172"/>
                  <a:pt x="4620848" y="6021419"/>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lnTo>
                  <a:pt x="2665418" y="6132756"/>
                </a:ln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cubicBezTo>
                  <a:pt x="1766288" y="5450544"/>
                  <a:pt x="1795121" y="5449390"/>
                  <a:pt x="1824397" y="5447757"/>
                </a:cubicBezTo>
                <a:cubicBezTo>
                  <a:pt x="1905266" y="5443590"/>
                  <a:pt x="1987993" y="5439352"/>
                  <a:pt x="2070059" y="5441660"/>
                </a:cubicBezTo>
                <a:cubicBezTo>
                  <a:pt x="1883310" y="5383634"/>
                  <a:pt x="1669251" y="5365013"/>
                  <a:pt x="1456157" y="5371404"/>
                </a:cubicBezTo>
                <a:close/>
                <a:moveTo>
                  <a:pt x="4724401" y="5202141"/>
                </a:moveTo>
                <a:lnTo>
                  <a:pt x="4724401" y="5319690"/>
                </a:lnTo>
                <a:lnTo>
                  <a:pt x="4690088" y="5349711"/>
                </a:lnTo>
                <a:cubicBezTo>
                  <a:pt x="4608685" y="5427949"/>
                  <a:pt x="4537495" y="5522778"/>
                  <a:pt x="4463413" y="5615162"/>
                </a:cubicBezTo>
                <a:cubicBezTo>
                  <a:pt x="4428815" y="5658459"/>
                  <a:pt x="4393697" y="5700384"/>
                  <a:pt x="4358134" y="5742791"/>
                </a:cubicBezTo>
                <a:cubicBezTo>
                  <a:pt x="4364015" y="5738366"/>
                  <a:pt x="4369890" y="5733933"/>
                  <a:pt x="4376219" y="5729027"/>
                </a:cubicBezTo>
                <a:cubicBezTo>
                  <a:pt x="4445817" y="5675939"/>
                  <a:pt x="4517680" y="5621374"/>
                  <a:pt x="4582340" y="5561037"/>
                </a:cubicBezTo>
                <a:cubicBezTo>
                  <a:pt x="4621394" y="5524545"/>
                  <a:pt x="4658482" y="5485345"/>
                  <a:pt x="4694684" y="5447098"/>
                </a:cubicBezTo>
                <a:lnTo>
                  <a:pt x="4724401" y="5415874"/>
                </a:lnTo>
                <a:lnTo>
                  <a:pt x="4724401" y="5461678"/>
                </a:lnTo>
                <a:lnTo>
                  <a:pt x="4718341" y="5468043"/>
                </a:lnTo>
                <a:cubicBezTo>
                  <a:pt x="4681696" y="5506771"/>
                  <a:pt x="4644162" y="5546455"/>
                  <a:pt x="4604655" y="5583434"/>
                </a:cubicBezTo>
                <a:cubicBezTo>
                  <a:pt x="4591636" y="5595592"/>
                  <a:pt x="4578581" y="5606832"/>
                  <a:pt x="4565074" y="5618550"/>
                </a:cubicBezTo>
                <a:cubicBezTo>
                  <a:pt x="4601957" y="5591693"/>
                  <a:pt x="4641858" y="5563143"/>
                  <a:pt x="4682209" y="5532923"/>
                </a:cubicBezTo>
                <a:lnTo>
                  <a:pt x="4724401" y="5499248"/>
                </a:lnTo>
                <a:lnTo>
                  <a:pt x="4724401" y="5608295"/>
                </a:lnTo>
                <a:lnTo>
                  <a:pt x="4713577" y="5616803"/>
                </a:ln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616120" y="5290612"/>
                  <a:pt x="4648400" y="5259282"/>
                  <a:pt x="4682005" y="5231398"/>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cubicBezTo>
                  <a:pt x="2826662" y="5016937"/>
                  <a:pt x="2852553" y="5023818"/>
                  <a:pt x="2879408" y="5031590"/>
                </a:cubicBez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3174829" y="3620110"/>
                </a:moveTo>
                <a:cubicBezTo>
                  <a:pt x="3177710" y="3619202"/>
                  <a:pt x="3182308" y="3620648"/>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195984" y="4765295"/>
                  <a:pt x="4406452" y="4726316"/>
                  <a:pt x="4618309" y="4699202"/>
                </a:cubicBezTo>
                <a:lnTo>
                  <a:pt x="4724401" y="4687606"/>
                </a:lnTo>
                <a:lnTo>
                  <a:pt x="4724401" y="4773345"/>
                </a:lnTo>
                <a:lnTo>
                  <a:pt x="4671155" y="4778608"/>
                </a:lnTo>
                <a:cubicBezTo>
                  <a:pt x="4474613" y="4803290"/>
                  <a:pt x="4279364" y="4838457"/>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cubicBezTo>
                  <a:pt x="2766432" y="5397515"/>
                  <a:pt x="2740950" y="5412509"/>
                  <a:pt x="2714982" y="5427051"/>
                </a:cubicBez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lnTo>
                  <a:pt x="1794914" y="6858000"/>
                </a:ln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lnTo>
                  <a:pt x="1203671" y="6858000"/>
                </a:lnTo>
                <a:lnTo>
                  <a:pt x="1143180" y="6858000"/>
                </a:lnTo>
                <a:lnTo>
                  <a:pt x="1142176" y="6766045"/>
                </a:ln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2991" y="3646754"/>
                  <a:pt x="3166185" y="3622836"/>
                  <a:pt x="3174829" y="3620110"/>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24401" y="4275524"/>
                </a:lnTo>
                <a:lnTo>
                  <a:pt x="4724401" y="4519331"/>
                </a:lnTo>
                <a:lnTo>
                  <a:pt x="4695727" y="4489837"/>
                </a:lnTo>
                <a:cubicBezTo>
                  <a:pt x="4513213" y="4341718"/>
                  <a:pt x="4213060" y="4286653"/>
                  <a:pt x="4036318" y="4147013"/>
                </a:cubicBezTo>
                <a:cubicBezTo>
                  <a:pt x="3810777" y="3969273"/>
                  <a:pt x="3654591" y="3720297"/>
                  <a:pt x="3432098" y="3537312"/>
                </a:cubicBezTo>
                <a:cubicBezTo>
                  <a:pt x="3408505" y="3517876"/>
                  <a:pt x="3395188" y="3461306"/>
                  <a:pt x="3429186" y="3458784"/>
                </a:cubicBezTo>
                <a:close/>
                <a:moveTo>
                  <a:pt x="4287835" y="3252276"/>
                </a:moveTo>
                <a:cubicBezTo>
                  <a:pt x="4291252" y="3250181"/>
                  <a:pt x="4296821" y="3251122"/>
                  <a:pt x="4305321" y="3256953"/>
                </a:cubicBezTo>
                <a:cubicBezTo>
                  <a:pt x="4417921" y="3335817"/>
                  <a:pt x="4526830" y="3418438"/>
                  <a:pt x="4633631" y="3503706"/>
                </a:cubicBezTo>
                <a:lnTo>
                  <a:pt x="4724401" y="3579225"/>
                </a:lnTo>
                <a:lnTo>
                  <a:pt x="4724401" y="3637622"/>
                </a:lnTo>
                <a:lnTo>
                  <a:pt x="4594837" y="3532274"/>
                </a:ln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09378" y="3558235"/>
                  <a:pt x="4660155" y="3608017"/>
                  <a:pt x="4709959" y="3658245"/>
                </a:cubicBezTo>
                <a:lnTo>
                  <a:pt x="4724401" y="3673072"/>
                </a:lnTo>
                <a:lnTo>
                  <a:pt x="4724401" y="3718516"/>
                </a:lnTo>
                <a:lnTo>
                  <a:pt x="4642986" y="3635718"/>
                </a:lnTo>
                <a:cubicBezTo>
                  <a:pt x="4577419" y="3571274"/>
                  <a:pt x="4510044" y="3508184"/>
                  <a:pt x="4440129" y="3448571"/>
                </a:cubicBezTo>
                <a:cubicBezTo>
                  <a:pt x="4477976" y="3543407"/>
                  <a:pt x="4595539" y="3666345"/>
                  <a:pt x="4700658" y="3767518"/>
                </a:cubicBezTo>
                <a:lnTo>
                  <a:pt x="4724401" y="3790032"/>
                </a:lnTo>
                <a:lnTo>
                  <a:pt x="4724401" y="3871856"/>
                </a:lnTo>
                <a:lnTo>
                  <a:pt x="4649232" y="3785028"/>
                </a:lnTo>
                <a:cubicBezTo>
                  <a:pt x="4512119" y="3616669"/>
                  <a:pt x="4392441" y="3442504"/>
                  <a:pt x="4294126" y="3303048"/>
                </a:cubicBezTo>
                <a:cubicBezTo>
                  <a:pt x="4286701" y="3292165"/>
                  <a:pt x="4277584" y="3258559"/>
                  <a:pt x="4287835" y="3252276"/>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3882765" y="0"/>
                </a:moveTo>
                <a:lnTo>
                  <a:pt x="3995099" y="0"/>
                </a:lnTo>
                <a:lnTo>
                  <a:pt x="4163818" y="234104"/>
                </a:lnTo>
                <a:cubicBezTo>
                  <a:pt x="4167056" y="234046"/>
                  <a:pt x="4169933" y="233486"/>
                  <a:pt x="4172099" y="234207"/>
                </a:cubicBezTo>
                <a:cubicBezTo>
                  <a:pt x="4320772" y="276387"/>
                  <a:pt x="4473568" y="294979"/>
                  <a:pt x="4628589" y="289746"/>
                </a:cubicBezTo>
                <a:lnTo>
                  <a:pt x="4724401" y="281632"/>
                </a:lnTo>
                <a:lnTo>
                  <a:pt x="4724401" y="330664"/>
                </a:lnTo>
                <a:lnTo>
                  <a:pt x="4657975" y="338772"/>
                </a:lnTo>
                <a:cubicBezTo>
                  <a:pt x="4512264" y="350060"/>
                  <a:pt x="4368090" y="341672"/>
                  <a:pt x="4227047" y="313415"/>
                </a:cubicBezTo>
                <a:cubicBezTo>
                  <a:pt x="4265992" y="361495"/>
                  <a:pt x="4305481" y="409180"/>
                  <a:pt x="4346041" y="456086"/>
                </a:cubicBezTo>
                <a:cubicBezTo>
                  <a:pt x="4427343" y="550152"/>
                  <a:pt x="4511990" y="638932"/>
                  <a:pt x="4599604" y="723178"/>
                </a:cubicBezTo>
                <a:lnTo>
                  <a:pt x="4724401" y="833497"/>
                </a:lnTo>
                <a:lnTo>
                  <a:pt x="4724401" y="950118"/>
                </a:lnTo>
                <a:lnTo>
                  <a:pt x="4655015" y="891426"/>
                </a:ln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89" name="Rectangle 3088">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199"/>
            <a:ext cx="11734801" cy="5943602"/>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1C0FB64-F5B6-D142-0697-16ADF96C3814}"/>
              </a:ext>
            </a:extLst>
          </p:cNvPr>
          <p:cNvSpPr>
            <a:spLocks noGrp="1"/>
          </p:cNvSpPr>
          <p:nvPr>
            <p:ph type="title"/>
          </p:nvPr>
        </p:nvSpPr>
        <p:spPr>
          <a:xfrm>
            <a:off x="6855899" y="647700"/>
            <a:ext cx="4953000" cy="1216153"/>
          </a:xfrm>
        </p:spPr>
        <p:txBody>
          <a:bodyPr anchor="t">
            <a:normAutofit/>
          </a:bodyPr>
          <a:lstStyle/>
          <a:p>
            <a:pPr algn="ctr"/>
            <a:r>
              <a:rPr lang="en-US" sz="3200" b="1" dirty="0"/>
              <a:t>Parallelogram prism </a:t>
            </a:r>
            <a:endParaRPr lang="en-AU" sz="3200" b="1" dirty="0"/>
          </a:p>
        </p:txBody>
      </p:sp>
      <mc:AlternateContent xmlns:mc="http://schemas.openxmlformats.org/markup-compatibility/2006">
        <mc:Choice xmlns:a14="http://schemas.microsoft.com/office/drawing/2010/main" Requires="a14">
          <p:sp>
            <p:nvSpPr>
              <p:cNvPr id="3078" name="Content Placeholder 3077">
                <a:extLst>
                  <a:ext uri="{FF2B5EF4-FFF2-40B4-BE49-F238E27FC236}">
                    <a16:creationId xmlns:a16="http://schemas.microsoft.com/office/drawing/2014/main" id="{B3726245-156B-C768-39C0-893C4F82B9BB}"/>
                  </a:ext>
                </a:extLst>
              </p:cNvPr>
              <p:cNvSpPr>
                <a:spLocks noGrp="1"/>
              </p:cNvSpPr>
              <p:nvPr>
                <p:ph idx="1"/>
              </p:nvPr>
            </p:nvSpPr>
            <p:spPr>
              <a:xfrm>
                <a:off x="6781798" y="2381250"/>
                <a:ext cx="4953000" cy="3762098"/>
              </a:xfrm>
            </p:spPr>
            <p:txBody>
              <a:bodyPr>
                <a:normAutofit/>
              </a:bodyPr>
              <a:lstStyle/>
              <a:p>
                <a:pPr marL="0" indent="0">
                  <a:buNone/>
                </a:pPr>
                <a:r>
                  <a:rPr lang="en-US" sz="2400" b="1" dirty="0">
                    <a:solidFill>
                      <a:schemeClr val="tx1">
                        <a:alpha val="55000"/>
                      </a:schemeClr>
                    </a:solidFill>
                  </a:rPr>
                  <a:t>D: </a:t>
                </a:r>
              </a:p>
              <a:p>
                <a:pPr marL="0" indent="0">
                  <a:buNone/>
                </a:pPr>
                <a:endParaRPr lang="en-US" sz="2400" b="1" dirty="0">
                  <a:solidFill>
                    <a:schemeClr val="tx1">
                      <a:alpha val="55000"/>
                    </a:schemeClr>
                  </a:solidFill>
                </a:endParaRPr>
              </a:p>
              <a:p>
                <a:pPr marL="0" indent="0">
                  <a:buNone/>
                </a:pPr>
                <a:r>
                  <a:rPr lang="en-US" sz="2400" b="1" dirty="0">
                    <a:solidFill>
                      <a:schemeClr val="tx1">
                        <a:alpha val="55000"/>
                      </a:schemeClr>
                    </a:solidFill>
                  </a:rPr>
                  <a:t>R: </a:t>
                </a:r>
                <a14:m>
                  <m:oMath xmlns:m="http://schemas.openxmlformats.org/officeDocument/2006/math">
                    <m:r>
                      <a:rPr lang="en-US" sz="2400" b="1" i="0" smtClean="0">
                        <a:solidFill>
                          <a:schemeClr val="tx1">
                            <a:alpha val="55000"/>
                          </a:schemeClr>
                        </a:solidFill>
                        <a:latin typeface="Cambria Math" panose="02040503050406030204" pitchFamily="18" charset="0"/>
                      </a:rPr>
                      <m:t>𝐕</m:t>
                    </m:r>
                    <m:r>
                      <a:rPr lang="en-US" sz="2400" b="1" i="0" smtClean="0">
                        <a:solidFill>
                          <a:schemeClr val="tx1">
                            <a:alpha val="55000"/>
                          </a:schemeClr>
                        </a:solidFill>
                        <a:latin typeface="Cambria Math" panose="02040503050406030204" pitchFamily="18" charset="0"/>
                      </a:rPr>
                      <m:t>=</m:t>
                    </m:r>
                    <m:r>
                      <a:rPr lang="en-US" sz="2400" b="1" i="1" smtClean="0">
                        <a:solidFill>
                          <a:schemeClr val="tx1">
                            <a:alpha val="55000"/>
                          </a:schemeClr>
                        </a:solidFill>
                        <a:latin typeface="Cambria Math" panose="02040503050406030204" pitchFamily="18" charset="0"/>
                      </a:rPr>
                      <m:t>𝒃</m:t>
                    </m:r>
                    <m:r>
                      <a:rPr lang="en-US" sz="2400" b="1" i="1" smtClean="0">
                        <a:solidFill>
                          <a:schemeClr val="tx1">
                            <a:alpha val="55000"/>
                          </a:schemeClr>
                        </a:solidFill>
                        <a:latin typeface="Cambria Math" panose="02040503050406030204" pitchFamily="18" charset="0"/>
                        <a:ea typeface="Cambria Math" panose="02040503050406030204" pitchFamily="18" charset="0"/>
                      </a:rPr>
                      <m:t>×</m:t>
                    </m:r>
                    <m:r>
                      <a:rPr lang="en-US" sz="2400" b="1" i="1" smtClean="0">
                        <a:solidFill>
                          <a:schemeClr val="tx1">
                            <a:alpha val="55000"/>
                          </a:schemeClr>
                        </a:solidFill>
                        <a:latin typeface="Cambria Math" panose="02040503050406030204" pitchFamily="18" charset="0"/>
                        <a:ea typeface="Cambria Math" panose="02040503050406030204" pitchFamily="18" charset="0"/>
                      </a:rPr>
                      <m:t>𝒉</m:t>
                    </m:r>
                    <m:r>
                      <a:rPr lang="en-US" sz="2400" b="1" i="1" smtClean="0">
                        <a:solidFill>
                          <a:schemeClr val="tx1">
                            <a:alpha val="55000"/>
                          </a:schemeClr>
                        </a:solidFill>
                        <a:latin typeface="Cambria Math" panose="02040503050406030204" pitchFamily="18" charset="0"/>
                        <a:ea typeface="Cambria Math" panose="02040503050406030204" pitchFamily="18" charset="0"/>
                      </a:rPr>
                      <m:t>×</m:t>
                    </m:r>
                    <m:r>
                      <a:rPr lang="en-US" sz="2400" b="1" i="1" smtClean="0">
                        <a:solidFill>
                          <a:schemeClr val="tx1">
                            <a:alpha val="55000"/>
                          </a:schemeClr>
                        </a:solidFill>
                        <a:latin typeface="Cambria Math" panose="02040503050406030204" pitchFamily="18" charset="0"/>
                        <a:ea typeface="Cambria Math" panose="02040503050406030204" pitchFamily="18" charset="0"/>
                      </a:rPr>
                      <m:t>𝒍</m:t>
                    </m:r>
                  </m:oMath>
                </a14:m>
                <a:endParaRPr lang="en-US" sz="2400" b="1" dirty="0">
                  <a:solidFill>
                    <a:schemeClr val="tx1">
                      <a:alpha val="55000"/>
                    </a:schemeClr>
                  </a:solidFill>
                </a:endParaRPr>
              </a:p>
              <a:p>
                <a:pPr marL="0" indent="0">
                  <a:buNone/>
                </a:pPr>
                <a:endParaRPr lang="en-US" sz="2400" b="1" dirty="0">
                  <a:solidFill>
                    <a:schemeClr val="tx1">
                      <a:alpha val="55000"/>
                    </a:schemeClr>
                  </a:solidFill>
                </a:endParaRPr>
              </a:p>
              <a:p>
                <a:pPr marL="0" indent="0">
                  <a:buNone/>
                </a:pPr>
                <a:r>
                  <a:rPr lang="en-US" sz="2400" b="1" dirty="0">
                    <a:solidFill>
                      <a:schemeClr val="tx1">
                        <a:alpha val="55000"/>
                      </a:schemeClr>
                    </a:solidFill>
                  </a:rPr>
                  <a:t>N:</a:t>
                </a:r>
              </a:p>
              <a:p>
                <a:pPr marL="0" indent="0">
                  <a:buNone/>
                </a:pPr>
                <a:endParaRPr lang="en-US" sz="2400" b="1" dirty="0">
                  <a:solidFill>
                    <a:schemeClr val="tx1">
                      <a:alpha val="55000"/>
                    </a:schemeClr>
                  </a:solidFill>
                </a:endParaRPr>
              </a:p>
              <a:p>
                <a:pPr marL="0" indent="0">
                  <a:buNone/>
                </a:pPr>
                <a:r>
                  <a:rPr lang="en-US" sz="2400" b="1" dirty="0">
                    <a:solidFill>
                      <a:schemeClr val="tx1">
                        <a:alpha val="55000"/>
                      </a:schemeClr>
                    </a:solidFill>
                  </a:rPr>
                  <a:t>S:</a:t>
                </a:r>
              </a:p>
            </p:txBody>
          </p:sp>
        </mc:Choice>
        <mc:Fallback>
          <p:sp>
            <p:nvSpPr>
              <p:cNvPr id="3078" name="Content Placeholder 3077">
                <a:extLst>
                  <a:ext uri="{FF2B5EF4-FFF2-40B4-BE49-F238E27FC236}">
                    <a16:creationId xmlns:a16="http://schemas.microsoft.com/office/drawing/2014/main" id="{B3726245-156B-C768-39C0-893C4F82B9BB}"/>
                  </a:ext>
                </a:extLst>
              </p:cNvPr>
              <p:cNvSpPr>
                <a:spLocks noGrp="1" noRot="1" noChangeAspect="1" noMove="1" noResize="1" noEditPoints="1" noAdjustHandles="1" noChangeArrowheads="1" noChangeShapeType="1" noTextEdit="1"/>
              </p:cNvSpPr>
              <p:nvPr>
                <p:ph idx="1"/>
              </p:nvPr>
            </p:nvSpPr>
            <p:spPr>
              <a:xfrm>
                <a:off x="6781798" y="2381250"/>
                <a:ext cx="4953000" cy="3762098"/>
              </a:xfrm>
              <a:blipFill>
                <a:blip r:embed="rId2"/>
                <a:stretch>
                  <a:fillRect l="-1845" t="-2269"/>
                </a:stretch>
              </a:blipFill>
            </p:spPr>
            <p:txBody>
              <a:bodyPr/>
              <a:lstStyle/>
              <a:p>
                <a:r>
                  <a:rPr lang="en-AU">
                    <a:noFill/>
                  </a:rPr>
                  <a:t> </a:t>
                </a:r>
              </a:p>
            </p:txBody>
          </p:sp>
        </mc:Fallback>
      </mc:AlternateContent>
      <p:pic>
        <p:nvPicPr>
          <p:cNvPr id="3076" name="Picture 4" descr="Volume of a Prism">
            <a:extLst>
              <a:ext uri="{FF2B5EF4-FFF2-40B4-BE49-F238E27FC236}">
                <a16:creationId xmlns:a16="http://schemas.microsoft.com/office/drawing/2014/main" id="{14A6146E-CDBF-0A4C-F54B-390FF0823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47700"/>
            <a:ext cx="6379464" cy="28479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0C0DE95-4CE5-8270-5626-5D4C5EC3CC82}"/>
              </a:ext>
            </a:extLst>
          </p:cNvPr>
          <p:cNvSpPr txBox="1"/>
          <p:nvPr/>
        </p:nvSpPr>
        <p:spPr>
          <a:xfrm>
            <a:off x="1846555" y="4873841"/>
            <a:ext cx="308055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How much water can this hold? </a:t>
            </a:r>
            <a:endParaRPr kumimoji="0" lang="en-AU"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p:txBody>
      </p:sp>
    </p:spTree>
    <p:extLst>
      <p:ext uri="{BB962C8B-B14F-4D97-AF65-F5344CB8AC3E}">
        <p14:creationId xmlns:p14="http://schemas.microsoft.com/office/powerpoint/2010/main" val="217385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318AD-62C2-E825-711C-84E9B8217CC1}"/>
              </a:ext>
            </a:extLst>
          </p:cNvPr>
          <p:cNvSpPr>
            <a:spLocks noGrp="1"/>
          </p:cNvSpPr>
          <p:nvPr>
            <p:ph type="title"/>
          </p:nvPr>
        </p:nvSpPr>
        <p:spPr/>
        <p:txBody>
          <a:bodyPr/>
          <a:lstStyle/>
          <a:p>
            <a:pPr algn="ctr"/>
            <a:r>
              <a:rPr lang="en-US" dirty="0"/>
              <a:t>Conversion flow chart </a:t>
            </a:r>
            <a:endParaRPr lang="en-AU" dirty="0"/>
          </a:p>
        </p:txBody>
      </p:sp>
      <p:sp>
        <p:nvSpPr>
          <p:cNvPr id="3" name="Content Placeholder 2">
            <a:extLst>
              <a:ext uri="{FF2B5EF4-FFF2-40B4-BE49-F238E27FC236}">
                <a16:creationId xmlns:a16="http://schemas.microsoft.com/office/drawing/2014/main" id="{111C78EF-746E-4F7E-DFE1-9079B8F3190F}"/>
              </a:ext>
            </a:extLst>
          </p:cNvPr>
          <p:cNvSpPr>
            <a:spLocks noGrp="1"/>
          </p:cNvSpPr>
          <p:nvPr>
            <p:ph idx="1"/>
          </p:nvPr>
        </p:nvSpPr>
        <p:spPr/>
        <p:txBody>
          <a:bodyPr/>
          <a:lstStyle/>
          <a:p>
            <a:endParaRPr lang="en-AU"/>
          </a:p>
        </p:txBody>
      </p:sp>
    </p:spTree>
    <p:extLst>
      <p:ext uri="{BB962C8B-B14F-4D97-AF65-F5344CB8AC3E}">
        <p14:creationId xmlns:p14="http://schemas.microsoft.com/office/powerpoint/2010/main" val="234684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151AD-F837-4620-9EFC-E64139523B74}"/>
              </a:ext>
            </a:extLst>
          </p:cNvPr>
          <p:cNvSpPr>
            <a:spLocks noGrp="1"/>
          </p:cNvSpPr>
          <p:nvPr>
            <p:ph type="ctrTitle"/>
          </p:nvPr>
        </p:nvSpPr>
        <p:spPr/>
        <p:txBody>
          <a:bodyPr/>
          <a:lstStyle/>
          <a:p>
            <a:r>
              <a:rPr lang="en-US" dirty="0"/>
              <a:t>Individual practice </a:t>
            </a:r>
            <a:endParaRPr lang="en-AU" dirty="0"/>
          </a:p>
        </p:txBody>
      </p:sp>
      <p:sp>
        <p:nvSpPr>
          <p:cNvPr id="3" name="Content Placeholder 2">
            <a:extLst>
              <a:ext uri="{FF2B5EF4-FFF2-40B4-BE49-F238E27FC236}">
                <a16:creationId xmlns:a16="http://schemas.microsoft.com/office/drawing/2014/main" id="{2D3E6BEA-8A02-136D-CD43-89DA3B8B41D8}"/>
              </a:ext>
            </a:extLst>
          </p:cNvPr>
          <p:cNvSpPr>
            <a:spLocks noGrp="1"/>
          </p:cNvSpPr>
          <p:nvPr>
            <p:ph type="subTitle" idx="1"/>
          </p:nvPr>
        </p:nvSpPr>
        <p:spPr/>
        <p:txBody>
          <a:bodyPr/>
          <a:lstStyle/>
          <a:p>
            <a:pPr marL="0" indent="0">
              <a:buNone/>
            </a:pPr>
            <a:r>
              <a:rPr lang="en-US" dirty="0"/>
              <a:t>Cross-section puzzle</a:t>
            </a:r>
          </a:p>
          <a:p>
            <a:pPr marL="0" indent="0">
              <a:buNone/>
            </a:pPr>
            <a:r>
              <a:rPr lang="en-US" dirty="0"/>
              <a:t>Excel sheet. </a:t>
            </a:r>
            <a:endParaRPr lang="en-AU" dirty="0"/>
          </a:p>
        </p:txBody>
      </p:sp>
    </p:spTree>
    <p:extLst>
      <p:ext uri="{BB962C8B-B14F-4D97-AF65-F5344CB8AC3E}">
        <p14:creationId xmlns:p14="http://schemas.microsoft.com/office/powerpoint/2010/main" val="3013766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P3">
      <a:dk1>
        <a:srgbClr val="000000"/>
      </a:dk1>
      <a:lt1>
        <a:srgbClr val="FFFFFF"/>
      </a:lt1>
      <a:dk2>
        <a:srgbClr val="000000"/>
      </a:dk2>
      <a:lt2>
        <a:srgbClr val="FEFFFF"/>
      </a:lt2>
      <a:accent1>
        <a:srgbClr val="75D5FF"/>
      </a:accent1>
      <a:accent2>
        <a:srgbClr val="72FA78"/>
      </a:accent2>
      <a:accent3>
        <a:srgbClr val="FEFC78"/>
      </a:accent3>
      <a:accent4>
        <a:srgbClr val="FFD478"/>
      </a:accent4>
      <a:accent5>
        <a:srgbClr val="FF7D78"/>
      </a:accent5>
      <a:accent6>
        <a:srgbClr val="D783FF"/>
      </a:accent6>
      <a:hlink>
        <a:srgbClr val="0096FF"/>
      </a:hlink>
      <a:folHlink>
        <a:srgbClr val="FF260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 Factorising to double brackets.potx" id="{2ABD0240-5869-D742-8569-1FD3318009AF}" vid="{BA2D123A-C9E9-3043-B567-4DED4C6E3B9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268</Words>
  <Application>Microsoft Office PowerPoint</Application>
  <PresentationFormat>Widescreen</PresentationFormat>
  <Paragraphs>103</Paragraphs>
  <Slides>12</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Arial</vt:lpstr>
      <vt:lpstr>Calibri</vt:lpstr>
      <vt:lpstr>Calibri Light</vt:lpstr>
      <vt:lpstr>Cambria Math</vt:lpstr>
      <vt:lpstr>Wingdings</vt:lpstr>
      <vt:lpstr>Office Theme</vt:lpstr>
      <vt:lpstr>1_Office Theme</vt:lpstr>
      <vt:lpstr>Lesson objective</vt:lpstr>
      <vt:lpstr>Fill in the blanks </vt:lpstr>
      <vt:lpstr>PowerPoint Presentation</vt:lpstr>
      <vt:lpstr>Whiteboards</vt:lpstr>
      <vt:lpstr>Calculate volume </vt:lpstr>
      <vt:lpstr>Whiteboards </vt:lpstr>
      <vt:lpstr>Whiteboards</vt:lpstr>
      <vt:lpstr>Trapezium prism </vt:lpstr>
      <vt:lpstr>Kite prism </vt:lpstr>
      <vt:lpstr>Parallelogram prism </vt:lpstr>
      <vt:lpstr>Conversion flow chart </vt:lpstr>
      <vt:lpstr>Individual practice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objective</dc:title>
  <dc:creator>DAVIES Rhys [Busselton Senior High School]</dc:creator>
  <cp:lastModifiedBy>DAVIES Rhys [Busselton Senior High School]</cp:lastModifiedBy>
  <cp:revision>6</cp:revision>
  <dcterms:created xsi:type="dcterms:W3CDTF">2022-11-30T00:02:51Z</dcterms:created>
  <dcterms:modified xsi:type="dcterms:W3CDTF">2022-11-30T01:58:55Z</dcterms:modified>
</cp:coreProperties>
</file>