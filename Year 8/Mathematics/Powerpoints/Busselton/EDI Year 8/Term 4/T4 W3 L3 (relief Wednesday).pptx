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359" r:id="rId6"/>
    <p:sldId id="362" r:id="rId7"/>
    <p:sldId id="267" r:id="rId8"/>
    <p:sldId id="366" r:id="rId9"/>
    <p:sldId id="360" r:id="rId10"/>
    <p:sldId id="367" r:id="rId11"/>
    <p:sldId id="363" r:id="rId12"/>
    <p:sldId id="368" r:id="rId13"/>
    <p:sldId id="369" r:id="rId14"/>
    <p:sldId id="370" r:id="rId15"/>
    <p:sldId id="371" r:id="rId16"/>
    <p:sldId id="372" r:id="rId17"/>
    <p:sldId id="3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Blank%20Ax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Sheet1!$A$1:$A$11</c:f>
              <c:numCache>
                <c:formatCode>General</c:formatCode>
                <c:ptCount val="11"/>
                <c:pt idx="0">
                  <c:v>-5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</c:numCache>
            </c:numRef>
          </c:xVal>
          <c:yVal>
            <c:numRef>
              <c:f>Sheet1!$B$1:$B$11</c:f>
              <c:numCache>
                <c:formatCode>General</c:formatCode>
                <c:ptCount val="11"/>
                <c:pt idx="0">
                  <c:v>-20</c:v>
                </c:pt>
                <c:pt idx="1">
                  <c:v>-16</c:v>
                </c:pt>
                <c:pt idx="2">
                  <c:v>-12</c:v>
                </c:pt>
                <c:pt idx="3">
                  <c:v>-8</c:v>
                </c:pt>
                <c:pt idx="4">
                  <c:v>-4</c:v>
                </c:pt>
                <c:pt idx="5">
                  <c:v>0</c:v>
                </c:pt>
                <c:pt idx="6">
                  <c:v>4</c:v>
                </c:pt>
                <c:pt idx="7">
                  <c:v>8</c:v>
                </c:pt>
                <c:pt idx="8">
                  <c:v>12</c:v>
                </c:pt>
                <c:pt idx="9">
                  <c:v>16</c:v>
                </c:pt>
                <c:pt idx="10">
                  <c:v>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BE0-4A8C-B00A-56165280B5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148288"/>
        <c:axId val="49149824"/>
      </c:scatterChart>
      <c:valAx>
        <c:axId val="49148288"/>
        <c:scaling>
          <c:orientation val="minMax"/>
          <c:max val="10"/>
          <c:min val="0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inorGridlines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49824"/>
        <c:crosses val="autoZero"/>
        <c:crossBetween val="midCat"/>
        <c:majorUnit val="1"/>
        <c:minorUnit val="1"/>
      </c:valAx>
      <c:valAx>
        <c:axId val="49149824"/>
        <c:scaling>
          <c:orientation val="minMax"/>
          <c:max val="14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48288"/>
        <c:crosses val="autoZero"/>
        <c:crossBetween val="midCat"/>
        <c:majorUnit val="5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276CD-E974-4850-8CD6-F74321957AB7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B4A60-E5C3-4DF4-BD93-C4B50789D3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4379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76F6B0BE-4AF2-40FA-B574-E139778F59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3813" y="744538"/>
            <a:ext cx="66167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78DCD8E5-0306-40DF-8884-CB68FAF438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6634C-0BF6-4DAE-8FDF-F26A5088C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1CF091-5D33-452E-A125-DE4AA90209EE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35B12F0C-35C8-4A09-895A-4C28B57247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3813" y="744538"/>
            <a:ext cx="66167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733DF8F1-0397-4565-99BE-88E18C4047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4AB11-77D6-4C77-B85E-501278D67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165A4E-1FE7-431B-9FA6-F990D7EBDD5A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0E9DBC64-2E6C-4DE3-BD0E-08F97DC7EB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3813" y="744538"/>
            <a:ext cx="66167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2EF31D5C-50FF-4EC5-AB32-F23522077A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F92B9-55C5-4C92-BE6D-5128D24D7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9E6CE9-FEB1-4934-867E-1BB90E46E9F5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9F21974D-73F3-460E-BC91-F74D22FBA4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0900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B0F334A8-0DD2-43DE-91A1-384A478DF2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C4613-7F55-4A35-8C70-75A10C69F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1DEC26-E1DB-4604-A1B7-99202E01A7BF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28FB-8BDA-4EF8-B217-16BD88FD4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6B34B-4465-4476-893C-0C2930E47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352BC-95FE-4996-ADCC-28A24664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25B1F-D577-424E-BDB9-1F1C4703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62AAC-350C-4BA2-B3F1-4B0E39FC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9214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3273-C5E5-4530-B28E-476BD3AB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BE3E8-5952-43B9-9BA7-522C07850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FDC00-5C09-4B8B-9E17-E1EE740E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B738B-872F-43CB-8779-4365092FE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CF2DE-3A97-4BA6-BDFB-5386E7AD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351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10B62-53AB-42E2-8D2E-DBFD3E8F8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6212E-F81D-4F62-8D75-0CE76F50A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DBF29-927E-47F9-9D3E-F61EE62C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AC11D-249D-4FE1-B6BC-5C8C0F2C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AC523-5B4B-40A5-90DB-9F23E1038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65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D4F-B700-440A-BC69-EA34B295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EBCE3-D40B-468C-923C-C12131299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BF739-662F-4050-8F19-37ED70C59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4C7BC-78DD-48DE-92F8-05AA7FB27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A4AAE-3B76-4C1C-AF88-7585698C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6CF1-670A-4A83-BEDF-64AB13D8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523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C53E-0102-4C24-8B3D-D46319023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3676B-E604-41E9-B70E-3F2183C27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53ED8-8A38-4D32-A09A-5FF7199C0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69461-7438-46FE-8841-D1566B155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07FC3-511E-4D2A-BBD8-04F09C15E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E048B9-2525-4C3C-85F9-B65A01875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2C5CC4-2566-45BA-AC5A-F452C7DEA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9EEEB-B69D-4D84-8F1B-50D07DB6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996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25F4-4059-4EFB-AEAA-DFB975A1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CCF9A-18BE-43EC-ADD3-52FB6C9C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875B3-4AC5-491E-BAD7-D6CD0656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919CF-9B19-4D47-BB46-C2829363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2951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8641D-E4CD-4E7B-B74A-AD600A4F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CB1C3-BB32-442C-9128-25DA0675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5DB0B-A125-4890-986C-6D2DDC53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534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F966-9486-47E8-AB6F-271965D3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9CD3F-2E23-4423-B43A-4A7F5E03B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121CF-EA71-468D-BF34-F5873541B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A501A-15DE-4388-BC32-C85FEE13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7D05C-F72E-4C24-B771-1E6DB384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69E36-2D5A-4166-92B0-A751F25D7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046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5E68A-2ECF-4462-BCB8-DADADDD7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C0888-E40A-47F0-A3B7-95CEEB691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99629-F664-4B50-A932-7D8B81D53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8E8A5-8303-47CD-BF4B-12E28A0A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CF06B-D559-41B6-8692-016E56175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BEF02-F6D9-4BD5-BA03-E676BBD4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36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D555-5326-42BC-AB32-E9467B15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834C9-7BE3-492A-BF62-1E33A79A1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1070D-F586-462A-BEB0-6111233F4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E0D4-67CC-46FD-9477-F2C1F182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7E7A1-6D90-42BD-BD66-DECE28F04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929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095EC8-532B-44A5-9148-176D6CF5C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566F5-3F43-4F4B-816D-9F2D3498C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A21BC-0562-49D6-9534-E52859D6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FD874-4CB9-49A5-8401-82CEB744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95D02-D63F-46EA-A1C8-DD0AC01B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4504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AE455-CCD0-4811-9647-BA8388AA9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53CAC-C4B1-4F1D-A73B-B53DF512BFED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7C4A6-213A-44DA-8813-2D321302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CDE3B-3794-46CC-850B-A192BB04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FA128-EA42-478B-83DB-96B39EB85AA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28951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4994C-84E2-4A62-9935-93E1050D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57F33-2A19-44D9-A4D8-5BA69B31278E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A8BBE-D790-4CBC-AC21-7FD27809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128D6-587C-43AC-A69C-4AD820160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848635-A4A9-4190-86CF-1A2067B135A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63505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D52C9-9D61-4FB3-941A-29802D9F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1B9C5-C519-40B3-BDC4-CFC902681E20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D4A94-A97B-4E3E-9D40-CBCBB6D4D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DC1A0-B3CE-4541-887B-CC4B74B0E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9696E2-6750-4B7C-84C1-6FBDC75AD64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61911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3259423-E865-4048-B333-3EF0F198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E041F-3525-4609-B01D-66FAAAEE5689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6AF322D-1752-4308-8B78-B4D1D0D3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C802A04-5F91-4180-8828-2FA2820A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363B68-95F0-4A56-A3DE-E69F4F43B90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23901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DEF2F66-1009-470A-B8C6-49923CF03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EE8A0-EFCC-4875-AD43-52265757BF6D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466AC43-18CF-4050-9966-0960E4B14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0B97AF-520B-4384-A439-00616B3A3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9AFA0-29D2-4339-8CB2-737944C6D46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91158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42CF7F8-DB83-4670-8BEF-6C7A8052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04441-CC45-4DF8-80A1-8371FE173371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CF6270A-0779-4D5F-9FB5-EBF5437B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B8EE768-366C-4721-AD62-88494268E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2D0B00-38A0-449C-BE2B-80181BEDB48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54650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6D6B327-4EBF-499B-B649-2A875790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17141-A9E0-4209-A939-8E4184645B63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89102FF-986D-47A2-B5EF-F664E8726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58F76E2-3745-4D39-8E04-FDED5D52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0C1CA4-190B-454A-B990-F92441B9762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909781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663B19-51DC-4ECD-B838-B3AA6F3F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7828A-71F7-4BE1-91C4-B900714C17A4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E02A00A-4AE4-4ED4-823C-2B372344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5A92DD8-623E-476A-AB7B-ED3137E6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6C37F5-A2FE-43B0-8FFB-5BFCBC933BF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2416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86DA4B-5FCF-4D1C-9315-A281E748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8F96E2-23F4-405C-8A58-F4DB943D909E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7545632-BC63-4D10-86C0-B833D59D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265F2C-015E-4FFE-A468-0F3ECE6D3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D87CF1-5BE9-45C9-8184-4347D54BF2F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07045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83E28-67EC-4223-905E-998B2E9A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BE96B-9B9E-4B57-B433-F2670E085A41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EB63D-E305-4DA3-97A2-FB1AC835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5579C-25C9-48FB-B602-5FDD33A45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7936CB-382E-4020-BC0A-C544DCE4CEC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18293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08200-9D9C-49F3-9417-5A85634A6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9D15D-A94A-42D5-BD13-6393EDD6845E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2B398-809F-4B1E-8648-5D4894F1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AF74F-2102-4790-B24E-5A7C75BF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B5980C-83E4-405B-8CF5-FE27135E783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17302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DB3D4-5812-4BF3-A281-5CBC17FC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E726E-BC00-46D5-823F-B15C9BD0D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11291-04B9-47F8-9113-40FFC38ED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CB426-1E56-459E-9E6C-EC1523557FB0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33782-906E-454D-8B0E-9642B382D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E4F56-780F-4DC8-B827-BF20EB364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300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0D305CE-BC4E-4D9D-8DC1-5751573488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CD73F2F-32B4-4B34-BCE2-04E707D0D9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4BAE-2C52-4BF3-9DD8-74294091A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3856EDD-3B84-4B56-A1BF-65FD5EDBABE6}" type="datetimeFigureOut">
              <a:rPr lang="en-GB"/>
              <a:pPr>
                <a:defRPr/>
              </a:pPr>
              <a:t>25/10/2022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34314-F87C-4E9B-8E66-1F902C6D8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8ADFA-FD9A-4913-ACD5-918B99DA2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fld id="{72DA3584-5C20-46F1-B52B-501A02B07D0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5028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iFLfeDS4P0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FD5C8E-3013-4B5D-9079-F985E94D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9A0B63-DF44-4B03-ACB7-177E4401D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Bar graphs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convert a frequency table into a bar graph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review: mean, mode and medina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Bar charts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Skills practice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10982F-EC68-5D8A-8CF6-6C896FB61A83}"/>
              </a:ext>
            </a:extLst>
          </p:cNvPr>
          <p:cNvSpPr txBox="1"/>
          <p:nvPr/>
        </p:nvSpPr>
        <p:spPr>
          <a:xfrm>
            <a:off x="8282866" y="1384917"/>
            <a:ext cx="3311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calculators, rulers and whiteboards.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1797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AA609-4608-4648-954C-B0E48E6E2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7FFEC-97D6-4A46-92DC-AE347A65B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Statistical measures 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8B99ED-6FD8-416D-A2E1-366B5005AB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Mean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Mode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Median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Range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6C0ED3-274F-4847-A724-84DA4BC02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Description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B9B229-5BDF-4765-B677-3BC34A4422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Spread of data, highest takes lowest.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Middle number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Most occurring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average, sum of data points, divided by number of 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56D83C-637A-4423-93F2-05DC1F06003A}"/>
              </a:ext>
            </a:extLst>
          </p:cNvPr>
          <p:cNvCxnSpPr/>
          <p:nvPr/>
        </p:nvCxnSpPr>
        <p:spPr>
          <a:xfrm>
            <a:off x="1731146" y="2725445"/>
            <a:ext cx="4364854" cy="267217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8C43B7-D8B5-4CDA-811D-19BB34B0DD8E}"/>
              </a:ext>
            </a:extLst>
          </p:cNvPr>
          <p:cNvCxnSpPr>
            <a:endCxn id="5" idx="3"/>
          </p:cNvCxnSpPr>
          <p:nvPr/>
        </p:nvCxnSpPr>
        <p:spPr>
          <a:xfrm>
            <a:off x="1784412" y="3586579"/>
            <a:ext cx="4213163" cy="76079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6370FB-9711-4807-832A-BAB73CC95A1D}"/>
              </a:ext>
            </a:extLst>
          </p:cNvPr>
          <p:cNvCxnSpPr/>
          <p:nvPr/>
        </p:nvCxnSpPr>
        <p:spPr>
          <a:xfrm flipV="1">
            <a:off x="2059619" y="3595456"/>
            <a:ext cx="3937956" cy="92327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73F76E-3AFD-4B92-85B3-2D765ED518B5}"/>
              </a:ext>
            </a:extLst>
          </p:cNvPr>
          <p:cNvCxnSpPr/>
          <p:nvPr/>
        </p:nvCxnSpPr>
        <p:spPr>
          <a:xfrm flipV="1">
            <a:off x="1784412" y="2725445"/>
            <a:ext cx="4311588" cy="26721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07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B6EC-E63B-4C87-9E7C-ABD758B30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Mean, mode and median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05B5E-E062-4717-B757-C4172EBF0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5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Calculate the mean, mode, median and range of the following data points. </a:t>
            </a:r>
            <a:r>
              <a:rPr lang="en-US" dirty="0">
                <a:highlight>
                  <a:srgbClr val="FFFF00"/>
                </a:highlight>
              </a:rPr>
              <a:t>EXERCISE BOOKS!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4, 6, 6, 8, 9, 10, 15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120, 130, 155, 155, 200, 210, 215, 215, 215, 300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AU" dirty="0"/>
              <a:t>7, 2, 4, 1, 8, 3, 10, 7, 3, 5, 1, 0, 3, 5, 11 </a:t>
            </a:r>
          </a:p>
        </p:txBody>
      </p:sp>
    </p:spTree>
    <p:extLst>
      <p:ext uri="{BB962C8B-B14F-4D97-AF65-F5344CB8AC3E}">
        <p14:creationId xmlns:p14="http://schemas.microsoft.com/office/powerpoint/2010/main" val="345973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content.mycutegraphics.com/graphics/monster/monster-going-to-school.png">
            <a:extLst>
              <a:ext uri="{FF2B5EF4-FFF2-40B4-BE49-F238E27FC236}">
                <a16:creationId xmlns:a16="http://schemas.microsoft.com/office/drawing/2014/main" id="{B0FA99BE-EFAB-4FCD-98C7-13B46DB81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4149726"/>
            <a:ext cx="4368800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itle 1">
            <a:extLst>
              <a:ext uri="{FF2B5EF4-FFF2-40B4-BE49-F238E27FC236}">
                <a16:creationId xmlns:a16="http://schemas.microsoft.com/office/drawing/2014/main" id="{D104056F-987A-4A63-8014-8D05DCBB5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26988"/>
            <a:ext cx="9144000" cy="647701"/>
          </a:xfrm>
        </p:spPr>
        <p:txBody>
          <a:bodyPr/>
          <a:lstStyle/>
          <a:p>
            <a:pPr eaLnBrk="1" hangingPunct="1"/>
            <a:r>
              <a:rPr lang="en-GB" altLang="en-US" b="1" u="sng">
                <a:solidFill>
                  <a:schemeClr val="tx2"/>
                </a:solidFill>
              </a:rPr>
              <a:t>Bar Charts</a:t>
            </a:r>
            <a:endParaRPr lang="en-GB" altLang="en-US" sz="5400" b="1" u="sng">
              <a:solidFill>
                <a:schemeClr val="tx2"/>
              </a:solidFill>
            </a:endParaRPr>
          </a:p>
        </p:txBody>
      </p:sp>
      <p:sp>
        <p:nvSpPr>
          <p:cNvPr id="3076" name="Content Placeholder 2">
            <a:extLst>
              <a:ext uri="{FF2B5EF4-FFF2-40B4-BE49-F238E27FC236}">
                <a16:creationId xmlns:a16="http://schemas.microsoft.com/office/drawing/2014/main" id="{718876D7-F9EA-4BDC-8CBD-44BAB229B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9" y="333376"/>
            <a:ext cx="8713787" cy="574675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2800" u="sng">
                <a:solidFill>
                  <a:srgbClr val="FF0000"/>
                </a:solidFill>
              </a:rPr>
              <a:t>Starter:</a:t>
            </a:r>
            <a:endParaRPr lang="en-GB" altLang="en-US" sz="2000" u="sn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EAEF1D-7B3F-4C24-AF44-6A7822E3171E}"/>
              </a:ext>
            </a:extLst>
          </p:cNvPr>
          <p:cNvSpPr/>
          <p:nvPr/>
        </p:nvSpPr>
        <p:spPr>
          <a:xfrm>
            <a:off x="1774825" y="836614"/>
            <a:ext cx="8713788" cy="5048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Complete the missing information in the table (Pictogram)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F7477A-121C-453C-BA08-55F80F79F28F}"/>
              </a:ext>
            </a:extLst>
          </p:cNvPr>
          <p:cNvSpPr/>
          <p:nvPr/>
        </p:nvSpPr>
        <p:spPr>
          <a:xfrm>
            <a:off x="8183563" y="1484314"/>
            <a:ext cx="2305050" cy="7207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Key: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4672B69-FAA4-4DF1-A213-9B070168E58D}"/>
              </a:ext>
            </a:extLst>
          </p:cNvPr>
          <p:cNvSpPr/>
          <p:nvPr/>
        </p:nvSpPr>
        <p:spPr>
          <a:xfrm>
            <a:off x="8760296" y="1772816"/>
            <a:ext cx="360000" cy="360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3083" name="TextBox 28">
            <a:extLst>
              <a:ext uri="{FF2B5EF4-FFF2-40B4-BE49-F238E27FC236}">
                <a16:creationId xmlns:a16="http://schemas.microsoft.com/office/drawing/2014/main" id="{80C512D2-59A7-4ED9-8B50-03222F118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0188" y="1773238"/>
            <a:ext cx="12684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prstClr val="black"/>
                </a:solidFill>
              </a:rPr>
              <a:t>= 4 people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B6890D-E25B-4DE9-B18B-8B54A11FD894}"/>
              </a:ext>
            </a:extLst>
          </p:cNvPr>
          <p:cNvSpPr/>
          <p:nvPr/>
        </p:nvSpPr>
        <p:spPr>
          <a:xfrm>
            <a:off x="1774825" y="1412876"/>
            <a:ext cx="1728788" cy="5762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Favourite Subject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85AA1E-BFA2-4095-B2B4-B3EC8D31B0F3}"/>
              </a:ext>
            </a:extLst>
          </p:cNvPr>
          <p:cNvSpPr/>
          <p:nvPr/>
        </p:nvSpPr>
        <p:spPr>
          <a:xfrm>
            <a:off x="3503614" y="1412876"/>
            <a:ext cx="2232025" cy="5762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Pictogram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09022B-B053-41A1-ADF1-4C64D16E9FA6}"/>
              </a:ext>
            </a:extLst>
          </p:cNvPr>
          <p:cNvSpPr/>
          <p:nvPr/>
        </p:nvSpPr>
        <p:spPr>
          <a:xfrm>
            <a:off x="5735639" y="1412876"/>
            <a:ext cx="1368425" cy="5762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Frequency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825F9E-8BDE-4E71-9A79-189273CB1B16}"/>
              </a:ext>
            </a:extLst>
          </p:cNvPr>
          <p:cNvSpPr/>
          <p:nvPr/>
        </p:nvSpPr>
        <p:spPr>
          <a:xfrm>
            <a:off x="1774825" y="1989139"/>
            <a:ext cx="1728788" cy="5032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Maths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4FBA18-9E4C-4483-83C1-0A8981DB7E3C}"/>
              </a:ext>
            </a:extLst>
          </p:cNvPr>
          <p:cNvSpPr/>
          <p:nvPr/>
        </p:nvSpPr>
        <p:spPr>
          <a:xfrm>
            <a:off x="3503614" y="1989139"/>
            <a:ext cx="2232025" cy="5032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4DDCA8-74C3-4CC8-B4FE-AD3333564C7C}"/>
              </a:ext>
            </a:extLst>
          </p:cNvPr>
          <p:cNvSpPr/>
          <p:nvPr/>
        </p:nvSpPr>
        <p:spPr>
          <a:xfrm>
            <a:off x="5735639" y="1989139"/>
            <a:ext cx="1368425" cy="5032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9D2D95-496C-4E8D-A533-5AF6C729FB93}"/>
              </a:ext>
            </a:extLst>
          </p:cNvPr>
          <p:cNvSpPr/>
          <p:nvPr/>
        </p:nvSpPr>
        <p:spPr>
          <a:xfrm>
            <a:off x="1774825" y="2492376"/>
            <a:ext cx="1728788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English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B41CFB-A69B-4276-9DE4-3176913ECEFB}"/>
              </a:ext>
            </a:extLst>
          </p:cNvPr>
          <p:cNvSpPr/>
          <p:nvPr/>
        </p:nvSpPr>
        <p:spPr>
          <a:xfrm>
            <a:off x="3503614" y="2492376"/>
            <a:ext cx="2232025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64FD97-1B07-4E8D-8326-ACC0A1F5B73C}"/>
              </a:ext>
            </a:extLst>
          </p:cNvPr>
          <p:cNvSpPr/>
          <p:nvPr/>
        </p:nvSpPr>
        <p:spPr>
          <a:xfrm>
            <a:off x="5735639" y="2492376"/>
            <a:ext cx="1368425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5DC166-873F-4217-B0DB-D5CE2AFB3A62}"/>
              </a:ext>
            </a:extLst>
          </p:cNvPr>
          <p:cNvSpPr/>
          <p:nvPr/>
        </p:nvSpPr>
        <p:spPr>
          <a:xfrm>
            <a:off x="1774825" y="2997200"/>
            <a:ext cx="1728788" cy="50323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Science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6854F7-6CDE-4AB5-8594-3133C6E86064}"/>
              </a:ext>
            </a:extLst>
          </p:cNvPr>
          <p:cNvSpPr/>
          <p:nvPr/>
        </p:nvSpPr>
        <p:spPr>
          <a:xfrm>
            <a:off x="3503614" y="2997200"/>
            <a:ext cx="2232025" cy="50323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2A88EFF-6084-4AC7-AAA2-DA0EC498C579}"/>
              </a:ext>
            </a:extLst>
          </p:cNvPr>
          <p:cNvSpPr/>
          <p:nvPr/>
        </p:nvSpPr>
        <p:spPr>
          <a:xfrm>
            <a:off x="5735639" y="2997200"/>
            <a:ext cx="1368425" cy="50323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60F569A-B682-4A64-A6FE-49D072DF1C51}"/>
              </a:ext>
            </a:extLst>
          </p:cNvPr>
          <p:cNvSpPr/>
          <p:nvPr/>
        </p:nvSpPr>
        <p:spPr>
          <a:xfrm>
            <a:off x="1774825" y="3500439"/>
            <a:ext cx="1728788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Art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6FEDBF8-05DE-4409-8C12-DEBD6BC1B559}"/>
              </a:ext>
            </a:extLst>
          </p:cNvPr>
          <p:cNvSpPr/>
          <p:nvPr/>
        </p:nvSpPr>
        <p:spPr>
          <a:xfrm>
            <a:off x="3503614" y="3500439"/>
            <a:ext cx="2232025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D927495-21C6-4621-8E4A-BEC4D8C0FA98}"/>
              </a:ext>
            </a:extLst>
          </p:cNvPr>
          <p:cNvSpPr/>
          <p:nvPr/>
        </p:nvSpPr>
        <p:spPr>
          <a:xfrm>
            <a:off x="5735639" y="3500439"/>
            <a:ext cx="1368425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12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9B089C0-9177-4531-B306-22C3C5464ABB}"/>
              </a:ext>
            </a:extLst>
          </p:cNvPr>
          <p:cNvSpPr/>
          <p:nvPr/>
        </p:nvSpPr>
        <p:spPr>
          <a:xfrm>
            <a:off x="1774825" y="4005264"/>
            <a:ext cx="1728788" cy="5032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PE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4CC41A6-C84E-469A-92E3-A65E695C4C5F}"/>
              </a:ext>
            </a:extLst>
          </p:cNvPr>
          <p:cNvSpPr/>
          <p:nvPr/>
        </p:nvSpPr>
        <p:spPr>
          <a:xfrm>
            <a:off x="3503614" y="4005264"/>
            <a:ext cx="2232025" cy="5032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A403046-74FE-4BE4-B8B5-D638C53463AE}"/>
              </a:ext>
            </a:extLst>
          </p:cNvPr>
          <p:cNvSpPr/>
          <p:nvPr/>
        </p:nvSpPr>
        <p:spPr>
          <a:xfrm>
            <a:off x="5735639" y="4005264"/>
            <a:ext cx="1368425" cy="5032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14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B277204-6081-4FF2-ADCA-C9FFC3CB4C5C}"/>
              </a:ext>
            </a:extLst>
          </p:cNvPr>
          <p:cNvSpPr/>
          <p:nvPr/>
        </p:nvSpPr>
        <p:spPr>
          <a:xfrm>
            <a:off x="1774825" y="4508501"/>
            <a:ext cx="1728788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History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2706B3B-5CFC-4DFA-BDB0-9363C7887AED}"/>
              </a:ext>
            </a:extLst>
          </p:cNvPr>
          <p:cNvSpPr/>
          <p:nvPr/>
        </p:nvSpPr>
        <p:spPr>
          <a:xfrm>
            <a:off x="3503614" y="4508501"/>
            <a:ext cx="2232025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78CDAAB-B77E-44C3-8DD8-D273C3DDF8F8}"/>
              </a:ext>
            </a:extLst>
          </p:cNvPr>
          <p:cNvSpPr/>
          <p:nvPr/>
        </p:nvSpPr>
        <p:spPr>
          <a:xfrm>
            <a:off x="5735639" y="4508501"/>
            <a:ext cx="1368425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7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BAFF393-9271-4F6D-BEAB-8CBE00BD7411}"/>
              </a:ext>
            </a:extLst>
          </p:cNvPr>
          <p:cNvSpPr/>
          <p:nvPr/>
        </p:nvSpPr>
        <p:spPr>
          <a:xfrm>
            <a:off x="3575720" y="2060848"/>
            <a:ext cx="360000" cy="360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14BCE83-7AE2-4537-92C4-0567C8B2B576}"/>
              </a:ext>
            </a:extLst>
          </p:cNvPr>
          <p:cNvSpPr/>
          <p:nvPr/>
        </p:nvSpPr>
        <p:spPr>
          <a:xfrm>
            <a:off x="4007768" y="2060848"/>
            <a:ext cx="360000" cy="360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C9F4147-CE32-4AAE-9CD0-E0F60D51C814}"/>
              </a:ext>
            </a:extLst>
          </p:cNvPr>
          <p:cNvSpPr/>
          <p:nvPr/>
        </p:nvSpPr>
        <p:spPr>
          <a:xfrm>
            <a:off x="3575720" y="2564904"/>
            <a:ext cx="360000" cy="360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4627C9F-DF4C-43FD-9767-30875A1E80F3}"/>
              </a:ext>
            </a:extLst>
          </p:cNvPr>
          <p:cNvSpPr/>
          <p:nvPr/>
        </p:nvSpPr>
        <p:spPr>
          <a:xfrm>
            <a:off x="4007768" y="2564944"/>
            <a:ext cx="360000" cy="360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66" name="Pie 65">
            <a:extLst>
              <a:ext uri="{FF2B5EF4-FFF2-40B4-BE49-F238E27FC236}">
                <a16:creationId xmlns:a16="http://schemas.microsoft.com/office/drawing/2014/main" id="{FB2C8632-AEDB-4A3D-BAB8-ED796CEE166C}"/>
              </a:ext>
            </a:extLst>
          </p:cNvPr>
          <p:cNvSpPr/>
          <p:nvPr/>
        </p:nvSpPr>
        <p:spPr>
          <a:xfrm>
            <a:off x="4439816" y="2564904"/>
            <a:ext cx="360000" cy="360000"/>
          </a:xfrm>
          <a:prstGeom prst="pie">
            <a:avLst>
              <a:gd name="adj1" fmla="val 5389973"/>
              <a:gd name="adj2" fmla="val 1620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9B5F33D-23DB-443A-89A1-45F244A056E2}"/>
              </a:ext>
            </a:extLst>
          </p:cNvPr>
          <p:cNvSpPr/>
          <p:nvPr/>
        </p:nvSpPr>
        <p:spPr>
          <a:xfrm>
            <a:off x="3575720" y="3068960"/>
            <a:ext cx="360000" cy="360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6B0AA81-BCBC-4914-8395-9D08692A7F03}"/>
              </a:ext>
            </a:extLst>
          </p:cNvPr>
          <p:cNvSpPr/>
          <p:nvPr/>
        </p:nvSpPr>
        <p:spPr>
          <a:xfrm>
            <a:off x="4007768" y="3068960"/>
            <a:ext cx="360000" cy="360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70" name="Pie 69">
            <a:extLst>
              <a:ext uri="{FF2B5EF4-FFF2-40B4-BE49-F238E27FC236}">
                <a16:creationId xmlns:a16="http://schemas.microsoft.com/office/drawing/2014/main" id="{160B3D35-0538-45E4-B514-E3604FC5E615}"/>
              </a:ext>
            </a:extLst>
          </p:cNvPr>
          <p:cNvSpPr/>
          <p:nvPr/>
        </p:nvSpPr>
        <p:spPr>
          <a:xfrm>
            <a:off x="4439816" y="3068960"/>
            <a:ext cx="360000" cy="360000"/>
          </a:xfrm>
          <a:prstGeom prst="pie">
            <a:avLst>
              <a:gd name="adj1" fmla="val 10792682"/>
              <a:gd name="adj2" fmla="val 1620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723F0D7-0104-4E77-9960-F77E82354325}"/>
              </a:ext>
            </a:extLst>
          </p:cNvPr>
          <p:cNvSpPr/>
          <p:nvPr/>
        </p:nvSpPr>
        <p:spPr>
          <a:xfrm>
            <a:off x="5735639" y="1989139"/>
            <a:ext cx="1368425" cy="5032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srgbClr val="FF0000"/>
                </a:solidFill>
                <a:latin typeface="Comic Sans MS"/>
              </a:rPr>
              <a:t>8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7267DD9-0306-4AE2-96F4-6FB209DBDF1C}"/>
              </a:ext>
            </a:extLst>
          </p:cNvPr>
          <p:cNvSpPr/>
          <p:nvPr/>
        </p:nvSpPr>
        <p:spPr>
          <a:xfrm>
            <a:off x="5735639" y="2492376"/>
            <a:ext cx="1368425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srgbClr val="FF0000"/>
                </a:solidFill>
                <a:latin typeface="Comic Sans MS"/>
              </a:rPr>
              <a:t>10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218B7A3-F982-48E9-A684-8995F23963BB}"/>
              </a:ext>
            </a:extLst>
          </p:cNvPr>
          <p:cNvSpPr/>
          <p:nvPr/>
        </p:nvSpPr>
        <p:spPr>
          <a:xfrm>
            <a:off x="5735639" y="2997200"/>
            <a:ext cx="1368425" cy="50323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srgbClr val="FF0000"/>
                </a:solidFill>
                <a:latin typeface="Comic Sans MS"/>
              </a:rPr>
              <a:t>9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7CD69CF-D460-4A66-8441-502334895197}"/>
              </a:ext>
            </a:extLst>
          </p:cNvPr>
          <p:cNvSpPr/>
          <p:nvPr/>
        </p:nvSpPr>
        <p:spPr>
          <a:xfrm>
            <a:off x="3575720" y="3573016"/>
            <a:ext cx="360000" cy="36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A473196-D91B-4622-96FC-E721D2A22A9C}"/>
              </a:ext>
            </a:extLst>
          </p:cNvPr>
          <p:cNvSpPr/>
          <p:nvPr/>
        </p:nvSpPr>
        <p:spPr>
          <a:xfrm>
            <a:off x="4007768" y="3573016"/>
            <a:ext cx="360000" cy="36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2ABD472-988F-4947-95CE-C52C6B1A5AE4}"/>
              </a:ext>
            </a:extLst>
          </p:cNvPr>
          <p:cNvSpPr/>
          <p:nvPr/>
        </p:nvSpPr>
        <p:spPr>
          <a:xfrm>
            <a:off x="4439816" y="3573016"/>
            <a:ext cx="360000" cy="36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CFA41D0-E55B-4982-BC07-2AF919967E45}"/>
              </a:ext>
            </a:extLst>
          </p:cNvPr>
          <p:cNvSpPr/>
          <p:nvPr/>
        </p:nvSpPr>
        <p:spPr>
          <a:xfrm>
            <a:off x="3575720" y="4077112"/>
            <a:ext cx="360000" cy="36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F1A0B68-34C3-4A8F-B9F5-397F002F91F9}"/>
              </a:ext>
            </a:extLst>
          </p:cNvPr>
          <p:cNvSpPr/>
          <p:nvPr/>
        </p:nvSpPr>
        <p:spPr>
          <a:xfrm>
            <a:off x="4007768" y="4077112"/>
            <a:ext cx="360000" cy="36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180F36B-1ED2-48D5-90DB-E4458178C03A}"/>
              </a:ext>
            </a:extLst>
          </p:cNvPr>
          <p:cNvSpPr/>
          <p:nvPr/>
        </p:nvSpPr>
        <p:spPr>
          <a:xfrm>
            <a:off x="4439816" y="4077112"/>
            <a:ext cx="360000" cy="36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81" name="Pie 80">
            <a:extLst>
              <a:ext uri="{FF2B5EF4-FFF2-40B4-BE49-F238E27FC236}">
                <a16:creationId xmlns:a16="http://schemas.microsoft.com/office/drawing/2014/main" id="{EE3E0E64-1401-4DA1-A6E2-DD64CDDFB3E0}"/>
              </a:ext>
            </a:extLst>
          </p:cNvPr>
          <p:cNvSpPr/>
          <p:nvPr/>
        </p:nvSpPr>
        <p:spPr>
          <a:xfrm>
            <a:off x="4871864" y="4077072"/>
            <a:ext cx="360000" cy="360000"/>
          </a:xfrm>
          <a:prstGeom prst="pie">
            <a:avLst>
              <a:gd name="adj1" fmla="val 5389973"/>
              <a:gd name="adj2" fmla="val 1620000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580BFD9-54F7-485F-9BA7-87218C565513}"/>
              </a:ext>
            </a:extLst>
          </p:cNvPr>
          <p:cNvSpPr/>
          <p:nvPr/>
        </p:nvSpPr>
        <p:spPr>
          <a:xfrm>
            <a:off x="3575760" y="4581128"/>
            <a:ext cx="360000" cy="36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83" name="Pie 82">
            <a:extLst>
              <a:ext uri="{FF2B5EF4-FFF2-40B4-BE49-F238E27FC236}">
                <a16:creationId xmlns:a16="http://schemas.microsoft.com/office/drawing/2014/main" id="{8D604E43-6BC5-47B7-87F9-3E84B60EAFF1}"/>
              </a:ext>
            </a:extLst>
          </p:cNvPr>
          <p:cNvSpPr/>
          <p:nvPr/>
        </p:nvSpPr>
        <p:spPr>
          <a:xfrm>
            <a:off x="4007808" y="4581088"/>
            <a:ext cx="360000" cy="360000"/>
          </a:xfrm>
          <a:prstGeom prst="pie">
            <a:avLst>
              <a:gd name="adj1" fmla="val 14971"/>
              <a:gd name="adj2" fmla="val 1620000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5EAE1-4124-42AE-CEAF-377476BBABB5}"/>
              </a:ext>
            </a:extLst>
          </p:cNvPr>
          <p:cNvSpPr txBox="1"/>
          <p:nvPr/>
        </p:nvSpPr>
        <p:spPr>
          <a:xfrm>
            <a:off x="8034291" y="2734322"/>
            <a:ext cx="2539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DISCUSS</a:t>
            </a:r>
            <a:endParaRPr lang="en-AU" sz="28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  <p:bldP spid="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ree clip art animals clipart images">
            <a:extLst>
              <a:ext uri="{FF2B5EF4-FFF2-40B4-BE49-F238E27FC236}">
                <a16:creationId xmlns:a16="http://schemas.microsoft.com/office/drawing/2014/main" id="{D00DFBAB-90E2-4BAE-B2F1-B26F3FBC9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3606800"/>
            <a:ext cx="37084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itle 1">
            <a:extLst>
              <a:ext uri="{FF2B5EF4-FFF2-40B4-BE49-F238E27FC236}">
                <a16:creationId xmlns:a16="http://schemas.microsoft.com/office/drawing/2014/main" id="{C8AAE9FE-6CF7-419C-B879-CFB382BC2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26988"/>
            <a:ext cx="9144000" cy="647701"/>
          </a:xfrm>
        </p:spPr>
        <p:txBody>
          <a:bodyPr/>
          <a:lstStyle/>
          <a:p>
            <a:pPr eaLnBrk="1" hangingPunct="1"/>
            <a:r>
              <a:rPr lang="en-GB" altLang="en-US" b="1" u="sng">
                <a:solidFill>
                  <a:schemeClr val="tx2"/>
                </a:solidFill>
              </a:rPr>
              <a:t>Bar Charts</a:t>
            </a:r>
            <a:endParaRPr lang="en-GB" altLang="en-US" sz="5400" b="1" u="sng">
              <a:solidFill>
                <a:schemeClr val="tx2"/>
              </a:solidFill>
            </a:endParaRPr>
          </a:p>
        </p:txBody>
      </p:sp>
      <p:sp>
        <p:nvSpPr>
          <p:cNvPr id="4100" name="Content Placeholder 2">
            <a:extLst>
              <a:ext uri="{FF2B5EF4-FFF2-40B4-BE49-F238E27FC236}">
                <a16:creationId xmlns:a16="http://schemas.microsoft.com/office/drawing/2014/main" id="{BBB3142C-AA43-44EF-ACDE-EAC723A4D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9" y="333376"/>
            <a:ext cx="8713787" cy="574675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2800" u="sng">
                <a:solidFill>
                  <a:srgbClr val="FF0000"/>
                </a:solidFill>
              </a:rPr>
              <a:t>Starter:</a:t>
            </a:r>
            <a:endParaRPr lang="en-GB" altLang="en-US" sz="2000" u="sn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AF1FB7-80C5-4A93-923C-61CE41BE45A6}"/>
              </a:ext>
            </a:extLst>
          </p:cNvPr>
          <p:cNvSpPr/>
          <p:nvPr/>
        </p:nvSpPr>
        <p:spPr>
          <a:xfrm>
            <a:off x="1774825" y="836614"/>
            <a:ext cx="8713788" cy="5048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Complete the Tally Chart Below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CD8E68-0A00-490C-A9AB-E649726E3A6B}"/>
              </a:ext>
            </a:extLst>
          </p:cNvPr>
          <p:cNvSpPr/>
          <p:nvPr/>
        </p:nvSpPr>
        <p:spPr>
          <a:xfrm>
            <a:off x="1774825" y="1412876"/>
            <a:ext cx="1728788" cy="5762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Favourite Animal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087917-7F71-42BE-A897-C58BE09B347D}"/>
              </a:ext>
            </a:extLst>
          </p:cNvPr>
          <p:cNvSpPr/>
          <p:nvPr/>
        </p:nvSpPr>
        <p:spPr>
          <a:xfrm>
            <a:off x="3503614" y="1412876"/>
            <a:ext cx="2232025" cy="5762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Tally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A830F5-841C-427C-945F-59EFE9DA84B1}"/>
              </a:ext>
            </a:extLst>
          </p:cNvPr>
          <p:cNvSpPr/>
          <p:nvPr/>
        </p:nvSpPr>
        <p:spPr>
          <a:xfrm>
            <a:off x="5735639" y="1412876"/>
            <a:ext cx="1368425" cy="5762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Frequency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E09982-711F-432E-9001-DE6D2BDB0422}"/>
              </a:ext>
            </a:extLst>
          </p:cNvPr>
          <p:cNvSpPr/>
          <p:nvPr/>
        </p:nvSpPr>
        <p:spPr>
          <a:xfrm>
            <a:off x="1774825" y="1989139"/>
            <a:ext cx="1728788" cy="5032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Dog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463C92-40DF-4289-9353-298BD74E4BAB}"/>
              </a:ext>
            </a:extLst>
          </p:cNvPr>
          <p:cNvSpPr/>
          <p:nvPr/>
        </p:nvSpPr>
        <p:spPr>
          <a:xfrm>
            <a:off x="3503614" y="1989139"/>
            <a:ext cx="2232025" cy="5032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D1A51F9-15DB-4E36-ABE7-4C3EB461F521}"/>
              </a:ext>
            </a:extLst>
          </p:cNvPr>
          <p:cNvSpPr/>
          <p:nvPr/>
        </p:nvSpPr>
        <p:spPr>
          <a:xfrm>
            <a:off x="5735639" y="1989139"/>
            <a:ext cx="1368425" cy="5032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6A68952-B4DE-4E47-9810-4BAB938CF767}"/>
              </a:ext>
            </a:extLst>
          </p:cNvPr>
          <p:cNvSpPr/>
          <p:nvPr/>
        </p:nvSpPr>
        <p:spPr>
          <a:xfrm>
            <a:off x="1774825" y="2492376"/>
            <a:ext cx="1728788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Cat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80E76A0-97A7-4DA1-821C-DA26209EA57B}"/>
              </a:ext>
            </a:extLst>
          </p:cNvPr>
          <p:cNvSpPr/>
          <p:nvPr/>
        </p:nvSpPr>
        <p:spPr>
          <a:xfrm>
            <a:off x="3503614" y="2492376"/>
            <a:ext cx="223202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CB2481-F809-47EE-9608-B0B219B39BEA}"/>
              </a:ext>
            </a:extLst>
          </p:cNvPr>
          <p:cNvSpPr/>
          <p:nvPr/>
        </p:nvSpPr>
        <p:spPr>
          <a:xfrm>
            <a:off x="5735639" y="2492376"/>
            <a:ext cx="136842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9930241-4938-423A-AC3D-741C1DB3D410}"/>
              </a:ext>
            </a:extLst>
          </p:cNvPr>
          <p:cNvSpPr/>
          <p:nvPr/>
        </p:nvSpPr>
        <p:spPr>
          <a:xfrm>
            <a:off x="1774825" y="2997200"/>
            <a:ext cx="1728788" cy="5032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Rabbit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864BF96-8017-4D44-B89F-4DF62582CD6A}"/>
              </a:ext>
            </a:extLst>
          </p:cNvPr>
          <p:cNvSpPr/>
          <p:nvPr/>
        </p:nvSpPr>
        <p:spPr>
          <a:xfrm>
            <a:off x="3503614" y="2997200"/>
            <a:ext cx="2232025" cy="5032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3D0289E-E96D-4C53-BAA0-82397ADAE853}"/>
              </a:ext>
            </a:extLst>
          </p:cNvPr>
          <p:cNvSpPr/>
          <p:nvPr/>
        </p:nvSpPr>
        <p:spPr>
          <a:xfrm>
            <a:off x="5735639" y="2997200"/>
            <a:ext cx="1368425" cy="5032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D261FC0-BE45-49AF-BBCC-7AA55E5454F0}"/>
              </a:ext>
            </a:extLst>
          </p:cNvPr>
          <p:cNvSpPr/>
          <p:nvPr/>
        </p:nvSpPr>
        <p:spPr>
          <a:xfrm>
            <a:off x="1774825" y="3500439"/>
            <a:ext cx="1728788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Hamster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8D20CB-347B-4EE8-9559-E24FB1E74940}"/>
              </a:ext>
            </a:extLst>
          </p:cNvPr>
          <p:cNvSpPr/>
          <p:nvPr/>
        </p:nvSpPr>
        <p:spPr>
          <a:xfrm>
            <a:off x="3503614" y="3500439"/>
            <a:ext cx="223202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EF1C599-A1A6-420A-8307-8822472990D2}"/>
              </a:ext>
            </a:extLst>
          </p:cNvPr>
          <p:cNvSpPr/>
          <p:nvPr/>
        </p:nvSpPr>
        <p:spPr>
          <a:xfrm>
            <a:off x="5735639" y="3500439"/>
            <a:ext cx="1368425" cy="504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13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00AB199-06D2-460C-A288-9BADBD377E19}"/>
              </a:ext>
            </a:extLst>
          </p:cNvPr>
          <p:cNvSpPr/>
          <p:nvPr/>
        </p:nvSpPr>
        <p:spPr>
          <a:xfrm>
            <a:off x="1774825" y="4005264"/>
            <a:ext cx="1728788" cy="5032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Other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0D7A405-4A65-4C83-A855-92A3B35CFF9A}"/>
              </a:ext>
            </a:extLst>
          </p:cNvPr>
          <p:cNvSpPr/>
          <p:nvPr/>
        </p:nvSpPr>
        <p:spPr>
          <a:xfrm>
            <a:off x="3503614" y="4005264"/>
            <a:ext cx="2232025" cy="5032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8B33AC6-298A-431A-B1A9-54B2F29459C4}"/>
              </a:ext>
            </a:extLst>
          </p:cNvPr>
          <p:cNvSpPr/>
          <p:nvPr/>
        </p:nvSpPr>
        <p:spPr>
          <a:xfrm>
            <a:off x="5735639" y="4005264"/>
            <a:ext cx="1368425" cy="5032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6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9DD582F-4DE5-4B37-A2AC-C4EED969D3D3}"/>
              </a:ext>
            </a:extLst>
          </p:cNvPr>
          <p:cNvCxnSpPr/>
          <p:nvPr/>
        </p:nvCxnSpPr>
        <p:spPr>
          <a:xfrm>
            <a:off x="3792538" y="2133600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9E7FCDA-73BE-4B00-ACE7-96675C2236EC}"/>
              </a:ext>
            </a:extLst>
          </p:cNvPr>
          <p:cNvCxnSpPr/>
          <p:nvPr/>
        </p:nvCxnSpPr>
        <p:spPr>
          <a:xfrm>
            <a:off x="3935413" y="2133600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E281A0C-59A2-472B-B8A4-CB2AB0C82833}"/>
              </a:ext>
            </a:extLst>
          </p:cNvPr>
          <p:cNvCxnSpPr/>
          <p:nvPr/>
        </p:nvCxnSpPr>
        <p:spPr>
          <a:xfrm>
            <a:off x="4079875" y="2133600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EE9303C-FB01-4A03-BFF0-B47A87179354}"/>
              </a:ext>
            </a:extLst>
          </p:cNvPr>
          <p:cNvCxnSpPr/>
          <p:nvPr/>
        </p:nvCxnSpPr>
        <p:spPr>
          <a:xfrm>
            <a:off x="4224338" y="2133600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EBE79ED-56BF-447C-84EE-14B573FC44DD}"/>
              </a:ext>
            </a:extLst>
          </p:cNvPr>
          <p:cNvCxnSpPr/>
          <p:nvPr/>
        </p:nvCxnSpPr>
        <p:spPr>
          <a:xfrm flipH="1">
            <a:off x="3648075" y="2133600"/>
            <a:ext cx="719138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6D7788-FC31-49F0-AAC2-90EA7F1BF8CF}"/>
              </a:ext>
            </a:extLst>
          </p:cNvPr>
          <p:cNvCxnSpPr/>
          <p:nvPr/>
        </p:nvCxnSpPr>
        <p:spPr>
          <a:xfrm>
            <a:off x="4511675" y="2133600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48CD2F2-6F32-453B-89C1-A71C12055933}"/>
              </a:ext>
            </a:extLst>
          </p:cNvPr>
          <p:cNvCxnSpPr/>
          <p:nvPr/>
        </p:nvCxnSpPr>
        <p:spPr>
          <a:xfrm>
            <a:off x="4656138" y="2133600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818EA4E-1AC3-49A2-BAB2-9C992B4D5A94}"/>
              </a:ext>
            </a:extLst>
          </p:cNvPr>
          <p:cNvCxnSpPr/>
          <p:nvPr/>
        </p:nvCxnSpPr>
        <p:spPr>
          <a:xfrm>
            <a:off x="3792538" y="2636838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E7B2941-1C38-4393-867E-DF4FB5D9C7B4}"/>
              </a:ext>
            </a:extLst>
          </p:cNvPr>
          <p:cNvCxnSpPr/>
          <p:nvPr/>
        </p:nvCxnSpPr>
        <p:spPr>
          <a:xfrm>
            <a:off x="3935413" y="2636838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E23AE53-235D-40B4-A91B-899FBB76FDB9}"/>
              </a:ext>
            </a:extLst>
          </p:cNvPr>
          <p:cNvCxnSpPr/>
          <p:nvPr/>
        </p:nvCxnSpPr>
        <p:spPr>
          <a:xfrm>
            <a:off x="4079875" y="2636838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401CD3C-079E-4258-8608-0E48D75E8514}"/>
              </a:ext>
            </a:extLst>
          </p:cNvPr>
          <p:cNvCxnSpPr/>
          <p:nvPr/>
        </p:nvCxnSpPr>
        <p:spPr>
          <a:xfrm>
            <a:off x="4224338" y="2636838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F373D5A-C605-4330-9A5E-7E725EAB83CF}"/>
              </a:ext>
            </a:extLst>
          </p:cNvPr>
          <p:cNvCxnSpPr/>
          <p:nvPr/>
        </p:nvCxnSpPr>
        <p:spPr>
          <a:xfrm flipH="1">
            <a:off x="3648075" y="2636838"/>
            <a:ext cx="719138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7BB0717-601F-419B-BC93-169CA77A9CF8}"/>
              </a:ext>
            </a:extLst>
          </p:cNvPr>
          <p:cNvCxnSpPr/>
          <p:nvPr/>
        </p:nvCxnSpPr>
        <p:spPr>
          <a:xfrm>
            <a:off x="4511675" y="2636838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672ACD8-FBA6-435F-8E09-11DE120DB6AA}"/>
              </a:ext>
            </a:extLst>
          </p:cNvPr>
          <p:cNvCxnSpPr/>
          <p:nvPr/>
        </p:nvCxnSpPr>
        <p:spPr>
          <a:xfrm>
            <a:off x="4656138" y="2636838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BD87329-1C89-4611-A64E-48430313606C}"/>
              </a:ext>
            </a:extLst>
          </p:cNvPr>
          <p:cNvCxnSpPr/>
          <p:nvPr/>
        </p:nvCxnSpPr>
        <p:spPr>
          <a:xfrm>
            <a:off x="4800600" y="2636838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A60FF3D-FF8D-40EB-992E-27C20A6C02E0}"/>
              </a:ext>
            </a:extLst>
          </p:cNvPr>
          <p:cNvCxnSpPr/>
          <p:nvPr/>
        </p:nvCxnSpPr>
        <p:spPr>
          <a:xfrm>
            <a:off x="4943475" y="2636838"/>
            <a:ext cx="0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25887AE-781C-4B8D-8EA2-5C313792D053}"/>
              </a:ext>
            </a:extLst>
          </p:cNvPr>
          <p:cNvCxnSpPr/>
          <p:nvPr/>
        </p:nvCxnSpPr>
        <p:spPr>
          <a:xfrm flipH="1">
            <a:off x="4367214" y="2636838"/>
            <a:ext cx="720725" cy="215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0919-D2F0-4060-B3E2-E674285B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Bar graph – copy in blue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CFB33-2053-4B08-8E09-7B755E77D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Steps for Bar graph: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Draw axis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Label axis (y – dependent &amp; x – Independent) and TITLE 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Suitable scale </a:t>
            </a:r>
            <a:r>
              <a:rPr lang="en-US" dirty="0"/>
              <a:t>(go up by 1s, 2s, 5s? look at the spread of data points)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Draw </a:t>
            </a:r>
            <a:r>
              <a:rPr lang="en-US" b="1" i="1" u="sng" dirty="0">
                <a:solidFill>
                  <a:srgbClr val="00B0F0"/>
                </a:solidFill>
              </a:rPr>
              <a:t>accurate</a:t>
            </a:r>
            <a:r>
              <a:rPr lang="en-US" dirty="0">
                <a:solidFill>
                  <a:srgbClr val="00B0F0"/>
                </a:solidFill>
              </a:rPr>
              <a:t> bars for each independent variable 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155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3290912"/>
              </p:ext>
            </p:extLst>
          </p:nvPr>
        </p:nvGraphicFramePr>
        <p:xfrm>
          <a:off x="5620045" y="0"/>
          <a:ext cx="6199093" cy="6185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B960036-6C1F-4A46-A032-F3A4DE2B0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328281"/>
              </p:ext>
            </p:extLst>
          </p:nvPr>
        </p:nvGraphicFramePr>
        <p:xfrm>
          <a:off x="434229" y="2797040"/>
          <a:ext cx="4065974" cy="3568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987">
                  <a:extLst>
                    <a:ext uri="{9D8B030D-6E8A-4147-A177-3AD203B41FA5}">
                      <a16:colId xmlns:a16="http://schemas.microsoft.com/office/drawing/2014/main" val="363930437"/>
                    </a:ext>
                  </a:extLst>
                </a:gridCol>
                <a:gridCol w="2032987">
                  <a:extLst>
                    <a:ext uri="{9D8B030D-6E8A-4147-A177-3AD203B41FA5}">
                      <a16:colId xmlns:a16="http://schemas.microsoft.com/office/drawing/2014/main" val="290338191"/>
                    </a:ext>
                  </a:extLst>
                </a:gridCol>
              </a:tblGrid>
              <a:tr h="594708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Favourite</a:t>
                      </a:r>
                      <a:r>
                        <a:rPr lang="en-US" dirty="0"/>
                        <a:t> animal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Frequency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057111"/>
                  </a:ext>
                </a:extLst>
              </a:tr>
              <a:tr h="5947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Dog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763574"/>
                  </a:ext>
                </a:extLst>
              </a:tr>
              <a:tr h="5947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334797"/>
                  </a:ext>
                </a:extLst>
              </a:tr>
              <a:tr h="5947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Rabbit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832406"/>
                  </a:ext>
                </a:extLst>
              </a:tr>
              <a:tr h="5947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Hamster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491250"/>
                  </a:ext>
                </a:extLst>
              </a:tr>
              <a:tr h="5947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Other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5518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50FB1F-386F-4E0F-943A-3142376EF9F8}"/>
              </a:ext>
            </a:extLst>
          </p:cNvPr>
          <p:cNvSpPr txBox="1"/>
          <p:nvPr/>
        </p:nvSpPr>
        <p:spPr>
          <a:xfrm>
            <a:off x="372862" y="336177"/>
            <a:ext cx="3728621" cy="2028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axis 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axis (y – dependent &amp; x – Independent) and TITLE  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Suitable scale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(go up by 1s, 2s, 5s? look at the spread of data points) 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</a:t>
            </a:r>
            <a:r>
              <a:rPr kumimoji="0" lang="en-US" sz="1600" b="1" i="1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accurate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bars for each independent variable </a:t>
            </a:r>
            <a:endParaRPr kumimoji="0" lang="en-AU" sz="1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0C375C-2B44-4337-9917-12C1E95E385F}"/>
              </a:ext>
            </a:extLst>
          </p:cNvPr>
          <p:cNvSpPr txBox="1"/>
          <p:nvPr/>
        </p:nvSpPr>
        <p:spPr>
          <a:xfrm>
            <a:off x="4500203" y="151511"/>
            <a:ext cx="139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FREQUENCY </a:t>
            </a:r>
            <a:endParaRPr lang="en-A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6E7743-3308-4A15-895D-BD424F0BB8B9}"/>
              </a:ext>
            </a:extLst>
          </p:cNvPr>
          <p:cNvSpPr/>
          <p:nvPr/>
        </p:nvSpPr>
        <p:spPr>
          <a:xfrm>
            <a:off x="5788241" y="5954825"/>
            <a:ext cx="5969530" cy="461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C7B491-F413-4609-8F9A-FE758E1A4C7D}"/>
              </a:ext>
            </a:extLst>
          </p:cNvPr>
          <p:cNvSpPr txBox="1"/>
          <p:nvPr/>
        </p:nvSpPr>
        <p:spPr>
          <a:xfrm rot="16200000">
            <a:off x="5818312" y="5923141"/>
            <a:ext cx="81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Dog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A55F48-FD8A-4C1D-A551-EED8198F892E}"/>
              </a:ext>
            </a:extLst>
          </p:cNvPr>
          <p:cNvSpPr txBox="1"/>
          <p:nvPr/>
        </p:nvSpPr>
        <p:spPr>
          <a:xfrm rot="16200000">
            <a:off x="6938155" y="5923140"/>
            <a:ext cx="81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8BE1BA-08EB-4CE9-BCFB-6FE9120AE8A0}"/>
              </a:ext>
            </a:extLst>
          </p:cNvPr>
          <p:cNvSpPr txBox="1"/>
          <p:nvPr/>
        </p:nvSpPr>
        <p:spPr>
          <a:xfrm rot="16200000">
            <a:off x="8057998" y="6116388"/>
            <a:ext cx="81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Rabbit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AA227E-8D6A-45E6-9C0F-BDCE16694D10}"/>
              </a:ext>
            </a:extLst>
          </p:cNvPr>
          <p:cNvSpPr txBox="1"/>
          <p:nvPr/>
        </p:nvSpPr>
        <p:spPr>
          <a:xfrm rot="16200000">
            <a:off x="9071360" y="6129854"/>
            <a:ext cx="110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Hamster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18CC3B-7705-41C9-9DB7-30EF77279D83}"/>
              </a:ext>
            </a:extLst>
          </p:cNvPr>
          <p:cNvSpPr txBox="1"/>
          <p:nvPr/>
        </p:nvSpPr>
        <p:spPr>
          <a:xfrm rot="16200000">
            <a:off x="10334740" y="6114296"/>
            <a:ext cx="81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</a:t>
            </a:r>
            <a:endParaRPr lang="en-A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61AB2E-A4DE-41D2-9F26-29FC90E0E238}"/>
              </a:ext>
            </a:extLst>
          </p:cNvPr>
          <p:cNvSpPr/>
          <p:nvPr/>
        </p:nvSpPr>
        <p:spPr>
          <a:xfrm>
            <a:off x="5920631" y="3000653"/>
            <a:ext cx="595580" cy="29035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A40A11-942C-447C-9A79-6A089402DD08}"/>
              </a:ext>
            </a:extLst>
          </p:cNvPr>
          <p:cNvSpPr/>
          <p:nvPr/>
        </p:nvSpPr>
        <p:spPr>
          <a:xfrm>
            <a:off x="7026307" y="1766656"/>
            <a:ext cx="595580" cy="412629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0222EA-A6A1-4484-A799-5D0A36688119}"/>
              </a:ext>
            </a:extLst>
          </p:cNvPr>
          <p:cNvSpPr/>
          <p:nvPr/>
        </p:nvSpPr>
        <p:spPr>
          <a:xfrm>
            <a:off x="8186287" y="4234649"/>
            <a:ext cx="595580" cy="165830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37E0C5-C4AE-4060-AB2C-BB674F928A41}"/>
              </a:ext>
            </a:extLst>
          </p:cNvPr>
          <p:cNvSpPr/>
          <p:nvPr/>
        </p:nvSpPr>
        <p:spPr>
          <a:xfrm>
            <a:off x="9301879" y="520843"/>
            <a:ext cx="595580" cy="5337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7196D7-BAEE-47FF-B896-6D5095BEB250}"/>
              </a:ext>
            </a:extLst>
          </p:cNvPr>
          <p:cNvSpPr/>
          <p:nvPr/>
        </p:nvSpPr>
        <p:spPr>
          <a:xfrm>
            <a:off x="10461859" y="3428999"/>
            <a:ext cx="595580" cy="24484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D487FD8-D6A3-4997-821B-342653D40D42}"/>
              </a:ext>
            </a:extLst>
          </p:cNvPr>
          <p:cNvCxnSpPr/>
          <p:nvPr/>
        </p:nvCxnSpPr>
        <p:spPr>
          <a:xfrm flipV="1">
            <a:off x="5920631" y="79899"/>
            <a:ext cx="0" cy="58243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93CC4A-5F46-42EC-8ED5-7A59596E642A}"/>
              </a:ext>
            </a:extLst>
          </p:cNvPr>
          <p:cNvCxnSpPr>
            <a:cxnSpLocks/>
          </p:cNvCxnSpPr>
          <p:nvPr/>
        </p:nvCxnSpPr>
        <p:spPr>
          <a:xfrm flipV="1">
            <a:off x="5893997" y="5877415"/>
            <a:ext cx="5780139" cy="15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0DFEE5D-462C-448E-BBE5-3B552C35EA3D}"/>
              </a:ext>
            </a:extLst>
          </p:cNvPr>
          <p:cNvSpPr/>
          <p:nvPr/>
        </p:nvSpPr>
        <p:spPr>
          <a:xfrm rot="16200000">
            <a:off x="2653668" y="3260630"/>
            <a:ext cx="5969530" cy="461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89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10" grpId="0"/>
      <p:bldP spid="12" grpId="0"/>
      <p:bldP spid="13" grpId="0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A5948212-311E-45AA-8C9B-439510EA2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9" y="-100013"/>
            <a:ext cx="8713787" cy="576263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2800" u="sng">
                <a:solidFill>
                  <a:srgbClr val="FF0000"/>
                </a:solidFill>
              </a:rPr>
              <a:t>Bar Charts:</a:t>
            </a:r>
            <a:endParaRPr lang="en-GB" altLang="en-US" sz="2000" u="sn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687A14-AF9C-43A7-BCB2-4819CE376EF3}"/>
              </a:ext>
            </a:extLst>
          </p:cNvPr>
          <p:cNvSpPr/>
          <p:nvPr/>
        </p:nvSpPr>
        <p:spPr>
          <a:xfrm>
            <a:off x="4151313" y="44451"/>
            <a:ext cx="6337300" cy="5048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Draw a bar chart for this set of data. </a:t>
            </a:r>
            <a:r>
              <a:rPr lang="en-GB" dirty="0">
                <a:solidFill>
                  <a:prstClr val="black"/>
                </a:solidFill>
                <a:highlight>
                  <a:srgbClr val="FFFF00"/>
                </a:highlight>
                <a:latin typeface="Comic Sans MS"/>
              </a:rPr>
              <a:t>WHITEBOARDS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8FEBC3-2138-4A71-B076-436B5932338F}"/>
              </a:ext>
            </a:extLst>
          </p:cNvPr>
          <p:cNvSpPr/>
          <p:nvPr/>
        </p:nvSpPr>
        <p:spPr>
          <a:xfrm>
            <a:off x="1631951" y="476251"/>
            <a:ext cx="1439863" cy="5762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Favourite Subject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06ABA8-B67F-40F7-BB85-9ED2D037BDFA}"/>
              </a:ext>
            </a:extLst>
          </p:cNvPr>
          <p:cNvSpPr/>
          <p:nvPr/>
        </p:nvSpPr>
        <p:spPr>
          <a:xfrm>
            <a:off x="3071813" y="476251"/>
            <a:ext cx="1008062" cy="5762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Freq.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635C33-F224-4BAA-8E14-0768FAB076B0}"/>
              </a:ext>
            </a:extLst>
          </p:cNvPr>
          <p:cNvSpPr/>
          <p:nvPr/>
        </p:nvSpPr>
        <p:spPr>
          <a:xfrm>
            <a:off x="1631951" y="1052514"/>
            <a:ext cx="1439863" cy="5032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Maths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E1AF3F6-E9A6-41B8-BAD2-B062BDFBC180}"/>
              </a:ext>
            </a:extLst>
          </p:cNvPr>
          <p:cNvSpPr/>
          <p:nvPr/>
        </p:nvSpPr>
        <p:spPr>
          <a:xfrm>
            <a:off x="3071813" y="1052514"/>
            <a:ext cx="1008062" cy="5032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5785E04-BCB8-4386-A9FB-D3C2AB1EF014}"/>
              </a:ext>
            </a:extLst>
          </p:cNvPr>
          <p:cNvSpPr/>
          <p:nvPr/>
        </p:nvSpPr>
        <p:spPr>
          <a:xfrm>
            <a:off x="1631951" y="1555751"/>
            <a:ext cx="1439863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English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F62D1BB-8EAC-448C-BE27-7A48EDBA134B}"/>
              </a:ext>
            </a:extLst>
          </p:cNvPr>
          <p:cNvSpPr/>
          <p:nvPr/>
        </p:nvSpPr>
        <p:spPr>
          <a:xfrm>
            <a:off x="3071813" y="1555751"/>
            <a:ext cx="1008062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10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C08FA20-DD01-412F-A23B-52A9DB02B00A}"/>
              </a:ext>
            </a:extLst>
          </p:cNvPr>
          <p:cNvSpPr/>
          <p:nvPr/>
        </p:nvSpPr>
        <p:spPr>
          <a:xfrm>
            <a:off x="1631951" y="2060576"/>
            <a:ext cx="1439863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Science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B6060A-360A-45CD-A4EA-10C0A29D5491}"/>
              </a:ext>
            </a:extLst>
          </p:cNvPr>
          <p:cNvSpPr/>
          <p:nvPr/>
        </p:nvSpPr>
        <p:spPr>
          <a:xfrm>
            <a:off x="3071813" y="2060576"/>
            <a:ext cx="1008062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9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4353F6F-07BB-4AE5-84E7-C4E3F12B8266}"/>
              </a:ext>
            </a:extLst>
          </p:cNvPr>
          <p:cNvSpPr/>
          <p:nvPr/>
        </p:nvSpPr>
        <p:spPr>
          <a:xfrm>
            <a:off x="1631951" y="2565400"/>
            <a:ext cx="1439863" cy="50323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Art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DA15036-5575-42AA-823A-495EEC56266B}"/>
              </a:ext>
            </a:extLst>
          </p:cNvPr>
          <p:cNvSpPr/>
          <p:nvPr/>
        </p:nvSpPr>
        <p:spPr>
          <a:xfrm>
            <a:off x="3071813" y="2565400"/>
            <a:ext cx="1008062" cy="50323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12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91EF421-AC44-4D0B-B864-5C0797DB2314}"/>
              </a:ext>
            </a:extLst>
          </p:cNvPr>
          <p:cNvSpPr/>
          <p:nvPr/>
        </p:nvSpPr>
        <p:spPr>
          <a:xfrm>
            <a:off x="1631951" y="3068639"/>
            <a:ext cx="1439863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PE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9FB290E-C35A-491E-9C5D-ABB97E63BCE2}"/>
              </a:ext>
            </a:extLst>
          </p:cNvPr>
          <p:cNvSpPr/>
          <p:nvPr/>
        </p:nvSpPr>
        <p:spPr>
          <a:xfrm>
            <a:off x="3071813" y="3068639"/>
            <a:ext cx="1008062" cy="504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14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E2D3026-B3FC-4243-B1B6-C523523ED1B4}"/>
              </a:ext>
            </a:extLst>
          </p:cNvPr>
          <p:cNvSpPr/>
          <p:nvPr/>
        </p:nvSpPr>
        <p:spPr>
          <a:xfrm>
            <a:off x="1631951" y="3573464"/>
            <a:ext cx="1439863" cy="5032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History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BB345E9-8733-40FE-A4F8-300C226E5CC6}"/>
              </a:ext>
            </a:extLst>
          </p:cNvPr>
          <p:cNvSpPr/>
          <p:nvPr/>
        </p:nvSpPr>
        <p:spPr>
          <a:xfrm>
            <a:off x="3071813" y="3573464"/>
            <a:ext cx="1008062" cy="5032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7</a:t>
            </a:r>
          </a:p>
        </p:txBody>
      </p:sp>
      <p:grpSp>
        <p:nvGrpSpPr>
          <p:cNvPr id="6162" name="Group 436">
            <a:extLst>
              <a:ext uri="{FF2B5EF4-FFF2-40B4-BE49-F238E27FC236}">
                <a16:creationId xmlns:a16="http://schemas.microsoft.com/office/drawing/2014/main" id="{DF02A634-BD49-43A7-93B1-B21ADF5C1347}"/>
              </a:ext>
            </a:extLst>
          </p:cNvPr>
          <p:cNvGrpSpPr>
            <a:grpSpLocks/>
          </p:cNvGrpSpPr>
          <p:nvPr/>
        </p:nvGrpSpPr>
        <p:grpSpPr bwMode="auto">
          <a:xfrm>
            <a:off x="4151313" y="692151"/>
            <a:ext cx="6337300" cy="4608513"/>
            <a:chOff x="2627784" y="1484784"/>
            <a:chExt cx="6336704" cy="460851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44BF2BE-0BCF-44D0-8E0A-B0379F7B473A}"/>
                </a:ext>
              </a:extLst>
            </p:cNvPr>
            <p:cNvSpPr/>
            <p:nvPr/>
          </p:nvSpPr>
          <p:spPr>
            <a:xfrm>
              <a:off x="3491303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001E054-5B36-4BAC-940F-AB1F8F52FF59}"/>
                </a:ext>
              </a:extLst>
            </p:cNvPr>
            <p:cNvSpPr/>
            <p:nvPr/>
          </p:nvSpPr>
          <p:spPr>
            <a:xfrm>
              <a:off x="3780201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E5D9C70-219A-4113-98E8-AF2B7061E215}"/>
                </a:ext>
              </a:extLst>
            </p:cNvPr>
            <p:cNvSpPr/>
            <p:nvPr/>
          </p:nvSpPr>
          <p:spPr>
            <a:xfrm>
              <a:off x="4067511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E101A63-655E-464F-A336-361D10A92439}"/>
                </a:ext>
              </a:extLst>
            </p:cNvPr>
            <p:cNvSpPr/>
            <p:nvPr/>
          </p:nvSpPr>
          <p:spPr>
            <a:xfrm>
              <a:off x="4356408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F9111F8-BD26-4B86-AA5B-6F332C733703}"/>
                </a:ext>
              </a:extLst>
            </p:cNvPr>
            <p:cNvSpPr/>
            <p:nvPr/>
          </p:nvSpPr>
          <p:spPr>
            <a:xfrm>
              <a:off x="4643719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CD0A65C-8FB2-4EE2-90D7-9A3EB5F6D217}"/>
                </a:ext>
              </a:extLst>
            </p:cNvPr>
            <p:cNvSpPr/>
            <p:nvPr/>
          </p:nvSpPr>
          <p:spPr>
            <a:xfrm>
              <a:off x="4932617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184E120-7698-464E-B4BB-EF2AB8EB0F99}"/>
                </a:ext>
              </a:extLst>
            </p:cNvPr>
            <p:cNvSpPr/>
            <p:nvPr/>
          </p:nvSpPr>
          <p:spPr>
            <a:xfrm>
              <a:off x="5219927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3ED8ACD5-5B38-4E4A-946E-6DEED75EE366}"/>
                </a:ext>
              </a:extLst>
            </p:cNvPr>
            <p:cNvSpPr/>
            <p:nvPr/>
          </p:nvSpPr>
          <p:spPr>
            <a:xfrm>
              <a:off x="5508825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FE1A398-BE4D-4C34-95BC-F6B74347D604}"/>
                </a:ext>
              </a:extLst>
            </p:cNvPr>
            <p:cNvSpPr/>
            <p:nvPr/>
          </p:nvSpPr>
          <p:spPr>
            <a:xfrm>
              <a:off x="5796136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738C60A-11D0-4962-8EA9-4E5299AEC656}"/>
                </a:ext>
              </a:extLst>
            </p:cNvPr>
            <p:cNvSpPr/>
            <p:nvPr/>
          </p:nvSpPr>
          <p:spPr>
            <a:xfrm>
              <a:off x="6083446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BAD03FD-DE15-468B-B711-24047E2A3699}"/>
                </a:ext>
              </a:extLst>
            </p:cNvPr>
            <p:cNvSpPr/>
            <p:nvPr/>
          </p:nvSpPr>
          <p:spPr>
            <a:xfrm>
              <a:off x="6372344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4DAC0E7-354D-465F-A58D-E6ABB6F8C86C}"/>
                </a:ext>
              </a:extLst>
            </p:cNvPr>
            <p:cNvSpPr/>
            <p:nvPr/>
          </p:nvSpPr>
          <p:spPr>
            <a:xfrm>
              <a:off x="6659655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929FBC8-75E4-45DA-87A1-DB558081C68D}"/>
                </a:ext>
              </a:extLst>
            </p:cNvPr>
            <p:cNvSpPr/>
            <p:nvPr/>
          </p:nvSpPr>
          <p:spPr>
            <a:xfrm>
              <a:off x="6948553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CAC35A8-8FB8-43F6-959E-D3A8B2816AAD}"/>
                </a:ext>
              </a:extLst>
            </p:cNvPr>
            <p:cNvSpPr/>
            <p:nvPr/>
          </p:nvSpPr>
          <p:spPr>
            <a:xfrm>
              <a:off x="7235863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F241D56-CE45-46E2-AEA5-26D67C9EB251}"/>
                </a:ext>
              </a:extLst>
            </p:cNvPr>
            <p:cNvSpPr/>
            <p:nvPr/>
          </p:nvSpPr>
          <p:spPr>
            <a:xfrm>
              <a:off x="7524760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A56FC25-79E3-4F71-85E5-9316643F7BCA}"/>
                </a:ext>
              </a:extLst>
            </p:cNvPr>
            <p:cNvSpPr/>
            <p:nvPr/>
          </p:nvSpPr>
          <p:spPr>
            <a:xfrm>
              <a:off x="7812071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99485C3-8B05-4797-A913-F5F3ED855D34}"/>
                </a:ext>
              </a:extLst>
            </p:cNvPr>
            <p:cNvSpPr/>
            <p:nvPr/>
          </p:nvSpPr>
          <p:spPr>
            <a:xfrm>
              <a:off x="8100969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B92D325-D02A-4CE0-9E8C-930BD9433C3A}"/>
                </a:ext>
              </a:extLst>
            </p:cNvPr>
            <p:cNvSpPr/>
            <p:nvPr/>
          </p:nvSpPr>
          <p:spPr>
            <a:xfrm>
              <a:off x="8388279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8D2379E-62BF-4BB9-8F77-264C45916453}"/>
                </a:ext>
              </a:extLst>
            </p:cNvPr>
            <p:cNvSpPr/>
            <p:nvPr/>
          </p:nvSpPr>
          <p:spPr>
            <a:xfrm>
              <a:off x="8677177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73F1902-0FB1-45F6-B1C8-661C0E1FDF70}"/>
                </a:ext>
              </a:extLst>
            </p:cNvPr>
            <p:cNvSpPr/>
            <p:nvPr/>
          </p:nvSpPr>
          <p:spPr>
            <a:xfrm>
              <a:off x="2915094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07E3524-EC14-48AD-A7C3-A2B6AD5944D2}"/>
                </a:ext>
              </a:extLst>
            </p:cNvPr>
            <p:cNvSpPr/>
            <p:nvPr/>
          </p:nvSpPr>
          <p:spPr>
            <a:xfrm>
              <a:off x="3203992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99173B5-33BA-42CD-AA7A-156ACA2428DD}"/>
                </a:ext>
              </a:extLst>
            </p:cNvPr>
            <p:cNvSpPr/>
            <p:nvPr/>
          </p:nvSpPr>
          <p:spPr>
            <a:xfrm>
              <a:off x="2627784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2D9AB76-E5FB-4C4C-9BFC-0B12ED1A04F8}"/>
                </a:ext>
              </a:extLst>
            </p:cNvPr>
            <p:cNvSpPr/>
            <p:nvPr/>
          </p:nvSpPr>
          <p:spPr>
            <a:xfrm>
              <a:off x="3491303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B5F4F57-8ED7-47BA-811A-AEBE888FD99F}"/>
                </a:ext>
              </a:extLst>
            </p:cNvPr>
            <p:cNvSpPr/>
            <p:nvPr/>
          </p:nvSpPr>
          <p:spPr>
            <a:xfrm>
              <a:off x="3780201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B026FC9-74A6-473E-95B8-BEA967777F39}"/>
                </a:ext>
              </a:extLst>
            </p:cNvPr>
            <p:cNvSpPr/>
            <p:nvPr/>
          </p:nvSpPr>
          <p:spPr>
            <a:xfrm>
              <a:off x="4067511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1DB2132-6DEC-4B97-B456-06F0F1DFB540}"/>
                </a:ext>
              </a:extLst>
            </p:cNvPr>
            <p:cNvSpPr/>
            <p:nvPr/>
          </p:nvSpPr>
          <p:spPr>
            <a:xfrm>
              <a:off x="4356408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156B55B-84A7-49F4-9BB9-FFEA5639B8F1}"/>
                </a:ext>
              </a:extLst>
            </p:cNvPr>
            <p:cNvSpPr/>
            <p:nvPr/>
          </p:nvSpPr>
          <p:spPr>
            <a:xfrm>
              <a:off x="4643719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C24A1FB-47DB-42C7-AE33-7E3DC4650B10}"/>
                </a:ext>
              </a:extLst>
            </p:cNvPr>
            <p:cNvSpPr/>
            <p:nvPr/>
          </p:nvSpPr>
          <p:spPr>
            <a:xfrm>
              <a:off x="4932617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111B2A8-2DAA-4127-A34A-49D7FC4E8C82}"/>
                </a:ext>
              </a:extLst>
            </p:cNvPr>
            <p:cNvSpPr/>
            <p:nvPr/>
          </p:nvSpPr>
          <p:spPr>
            <a:xfrm>
              <a:off x="5219927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58EA005-7B0A-4D67-940D-F13FB3000CFC}"/>
                </a:ext>
              </a:extLst>
            </p:cNvPr>
            <p:cNvSpPr/>
            <p:nvPr/>
          </p:nvSpPr>
          <p:spPr>
            <a:xfrm>
              <a:off x="5508825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F2DD163-3CBC-4F8E-8B24-447B2947B82A}"/>
                </a:ext>
              </a:extLst>
            </p:cNvPr>
            <p:cNvSpPr/>
            <p:nvPr/>
          </p:nvSpPr>
          <p:spPr>
            <a:xfrm>
              <a:off x="5796136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A8862A8-37B4-4EB4-B2E5-510CFF0817EC}"/>
                </a:ext>
              </a:extLst>
            </p:cNvPr>
            <p:cNvSpPr/>
            <p:nvPr/>
          </p:nvSpPr>
          <p:spPr>
            <a:xfrm>
              <a:off x="6083446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EB1FBEF-4403-4A3A-9030-2A922CB2C339}"/>
                </a:ext>
              </a:extLst>
            </p:cNvPr>
            <p:cNvSpPr/>
            <p:nvPr/>
          </p:nvSpPr>
          <p:spPr>
            <a:xfrm>
              <a:off x="6372344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35A8C6A-7EBA-46FE-8A8D-42B57521C08E}"/>
                </a:ext>
              </a:extLst>
            </p:cNvPr>
            <p:cNvSpPr/>
            <p:nvPr/>
          </p:nvSpPr>
          <p:spPr>
            <a:xfrm>
              <a:off x="6659655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D21A09B-1C79-4C8E-AADC-A17A64A792DB}"/>
                </a:ext>
              </a:extLst>
            </p:cNvPr>
            <p:cNvSpPr/>
            <p:nvPr/>
          </p:nvSpPr>
          <p:spPr>
            <a:xfrm>
              <a:off x="6948553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C9128C3-D9E4-417F-9248-6A44C704DA52}"/>
                </a:ext>
              </a:extLst>
            </p:cNvPr>
            <p:cNvSpPr/>
            <p:nvPr/>
          </p:nvSpPr>
          <p:spPr>
            <a:xfrm>
              <a:off x="7235863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67FE958-06AE-4BBD-8EB3-BCA86B3CED8C}"/>
                </a:ext>
              </a:extLst>
            </p:cNvPr>
            <p:cNvSpPr/>
            <p:nvPr/>
          </p:nvSpPr>
          <p:spPr>
            <a:xfrm>
              <a:off x="7524760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0AE2692E-62C0-4E4C-B833-AA3D773996B9}"/>
                </a:ext>
              </a:extLst>
            </p:cNvPr>
            <p:cNvSpPr/>
            <p:nvPr/>
          </p:nvSpPr>
          <p:spPr>
            <a:xfrm>
              <a:off x="7812071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9FAAE94-7BB5-447B-B704-1DA25A1AF1B7}"/>
                </a:ext>
              </a:extLst>
            </p:cNvPr>
            <p:cNvSpPr/>
            <p:nvPr/>
          </p:nvSpPr>
          <p:spPr>
            <a:xfrm>
              <a:off x="8100969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70278163-E22A-4D19-97AF-803E428B942A}"/>
                </a:ext>
              </a:extLst>
            </p:cNvPr>
            <p:cNvSpPr/>
            <p:nvPr/>
          </p:nvSpPr>
          <p:spPr>
            <a:xfrm>
              <a:off x="8388279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4E10EC4-5AB0-4CF3-93A1-7479562975D4}"/>
                </a:ext>
              </a:extLst>
            </p:cNvPr>
            <p:cNvSpPr/>
            <p:nvPr/>
          </p:nvSpPr>
          <p:spPr>
            <a:xfrm>
              <a:off x="8677177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6FDA235-1AE3-47AB-9D09-8A4AA8C5947D}"/>
                </a:ext>
              </a:extLst>
            </p:cNvPr>
            <p:cNvSpPr/>
            <p:nvPr/>
          </p:nvSpPr>
          <p:spPr>
            <a:xfrm>
              <a:off x="2915094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41F50BEA-D065-4D09-B7A1-6925F5D0B50B}"/>
                </a:ext>
              </a:extLst>
            </p:cNvPr>
            <p:cNvSpPr/>
            <p:nvPr/>
          </p:nvSpPr>
          <p:spPr>
            <a:xfrm>
              <a:off x="3203992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963F54C-CD8E-4E8B-8336-440E0BEF20B8}"/>
                </a:ext>
              </a:extLst>
            </p:cNvPr>
            <p:cNvSpPr/>
            <p:nvPr/>
          </p:nvSpPr>
          <p:spPr>
            <a:xfrm>
              <a:off x="2627784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5DA21703-3A1A-4B07-B418-EC527F2AFAD8}"/>
                </a:ext>
              </a:extLst>
            </p:cNvPr>
            <p:cNvSpPr/>
            <p:nvPr/>
          </p:nvSpPr>
          <p:spPr>
            <a:xfrm>
              <a:off x="3491303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CEFF8E8-4339-4848-A6F2-D0D25ADC6FE0}"/>
                </a:ext>
              </a:extLst>
            </p:cNvPr>
            <p:cNvSpPr/>
            <p:nvPr/>
          </p:nvSpPr>
          <p:spPr>
            <a:xfrm>
              <a:off x="3780201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dirty="0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C1463C54-5F93-45DC-9301-DE0DF0A4DCAF}"/>
                </a:ext>
              </a:extLst>
            </p:cNvPr>
            <p:cNvSpPr/>
            <p:nvPr/>
          </p:nvSpPr>
          <p:spPr>
            <a:xfrm>
              <a:off x="4067511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B2CA5C88-6C5E-4591-A372-7241107AB3A3}"/>
                </a:ext>
              </a:extLst>
            </p:cNvPr>
            <p:cNvSpPr/>
            <p:nvPr/>
          </p:nvSpPr>
          <p:spPr>
            <a:xfrm>
              <a:off x="4356408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EB4E308-2DD5-4E5B-A934-DD134D113FDB}"/>
                </a:ext>
              </a:extLst>
            </p:cNvPr>
            <p:cNvSpPr/>
            <p:nvPr/>
          </p:nvSpPr>
          <p:spPr>
            <a:xfrm>
              <a:off x="4643719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377C963-7F48-4A89-B477-0EE113924333}"/>
                </a:ext>
              </a:extLst>
            </p:cNvPr>
            <p:cNvSpPr/>
            <p:nvPr/>
          </p:nvSpPr>
          <p:spPr>
            <a:xfrm>
              <a:off x="4932617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3690308C-9822-48C6-B190-BBDA741682B9}"/>
                </a:ext>
              </a:extLst>
            </p:cNvPr>
            <p:cNvSpPr/>
            <p:nvPr/>
          </p:nvSpPr>
          <p:spPr>
            <a:xfrm>
              <a:off x="5219927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3B89B64-11BB-4922-8CBD-64A2E29FA03D}"/>
                </a:ext>
              </a:extLst>
            </p:cNvPr>
            <p:cNvSpPr/>
            <p:nvPr/>
          </p:nvSpPr>
          <p:spPr>
            <a:xfrm>
              <a:off x="5508825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9144EB82-8227-4C2A-8112-E8CADDF275DC}"/>
                </a:ext>
              </a:extLst>
            </p:cNvPr>
            <p:cNvSpPr/>
            <p:nvPr/>
          </p:nvSpPr>
          <p:spPr>
            <a:xfrm>
              <a:off x="5796136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529F553E-3E01-453B-8E4B-52A598016A35}"/>
                </a:ext>
              </a:extLst>
            </p:cNvPr>
            <p:cNvSpPr/>
            <p:nvPr/>
          </p:nvSpPr>
          <p:spPr>
            <a:xfrm>
              <a:off x="6083446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F0B28918-7D0F-42D0-B7BA-854458E5E197}"/>
                </a:ext>
              </a:extLst>
            </p:cNvPr>
            <p:cNvSpPr/>
            <p:nvPr/>
          </p:nvSpPr>
          <p:spPr>
            <a:xfrm>
              <a:off x="6372344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89F079CB-D6BE-4B0C-B3AB-E22B964E0E50}"/>
                </a:ext>
              </a:extLst>
            </p:cNvPr>
            <p:cNvSpPr/>
            <p:nvPr/>
          </p:nvSpPr>
          <p:spPr>
            <a:xfrm>
              <a:off x="6659655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200CD98D-3068-450E-9B8D-678D8AB02D58}"/>
                </a:ext>
              </a:extLst>
            </p:cNvPr>
            <p:cNvSpPr/>
            <p:nvPr/>
          </p:nvSpPr>
          <p:spPr>
            <a:xfrm>
              <a:off x="6948553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9D2528-DBEB-48B2-A62C-22DE093ACEDF}"/>
                </a:ext>
              </a:extLst>
            </p:cNvPr>
            <p:cNvSpPr/>
            <p:nvPr/>
          </p:nvSpPr>
          <p:spPr>
            <a:xfrm>
              <a:off x="7235863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F0C0528-F005-4D4D-ACBE-0C7C2D6040C8}"/>
                </a:ext>
              </a:extLst>
            </p:cNvPr>
            <p:cNvSpPr/>
            <p:nvPr/>
          </p:nvSpPr>
          <p:spPr>
            <a:xfrm>
              <a:off x="7524760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02739A0-8779-47E4-908F-31842E34F5AC}"/>
                </a:ext>
              </a:extLst>
            </p:cNvPr>
            <p:cNvSpPr/>
            <p:nvPr/>
          </p:nvSpPr>
          <p:spPr>
            <a:xfrm>
              <a:off x="7812071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07A5178A-1C23-4D90-8560-FDCA7C25519D}"/>
                </a:ext>
              </a:extLst>
            </p:cNvPr>
            <p:cNvSpPr/>
            <p:nvPr/>
          </p:nvSpPr>
          <p:spPr>
            <a:xfrm>
              <a:off x="8100969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9B36324-654B-4D9F-A1A9-3B01E2F7DE4D}"/>
                </a:ext>
              </a:extLst>
            </p:cNvPr>
            <p:cNvSpPr/>
            <p:nvPr/>
          </p:nvSpPr>
          <p:spPr>
            <a:xfrm>
              <a:off x="8388279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BF624407-25FD-4E1E-BA84-C71D3B4BE0C6}"/>
                </a:ext>
              </a:extLst>
            </p:cNvPr>
            <p:cNvSpPr/>
            <p:nvPr/>
          </p:nvSpPr>
          <p:spPr>
            <a:xfrm>
              <a:off x="8677177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D485E45-D07C-440C-92F7-447A1268C5E4}"/>
                </a:ext>
              </a:extLst>
            </p:cNvPr>
            <p:cNvSpPr/>
            <p:nvPr/>
          </p:nvSpPr>
          <p:spPr>
            <a:xfrm>
              <a:off x="2915094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FEC22722-5283-42D0-AC68-1CBD62203679}"/>
                </a:ext>
              </a:extLst>
            </p:cNvPr>
            <p:cNvSpPr/>
            <p:nvPr/>
          </p:nvSpPr>
          <p:spPr>
            <a:xfrm>
              <a:off x="3203992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58517D61-845B-433D-8408-6AAE99161A7D}"/>
                </a:ext>
              </a:extLst>
            </p:cNvPr>
            <p:cNvSpPr/>
            <p:nvPr/>
          </p:nvSpPr>
          <p:spPr>
            <a:xfrm>
              <a:off x="2627784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6092C88A-8194-4BBD-92EC-8BF70C1A0D8C}"/>
                </a:ext>
              </a:extLst>
            </p:cNvPr>
            <p:cNvSpPr/>
            <p:nvPr/>
          </p:nvSpPr>
          <p:spPr>
            <a:xfrm>
              <a:off x="3491303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09845AC-015F-4359-A9A7-1F669FE92B49}"/>
                </a:ext>
              </a:extLst>
            </p:cNvPr>
            <p:cNvSpPr/>
            <p:nvPr/>
          </p:nvSpPr>
          <p:spPr>
            <a:xfrm>
              <a:off x="3780201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7C83EB42-C273-4663-988A-2F8732BDF58F}"/>
                </a:ext>
              </a:extLst>
            </p:cNvPr>
            <p:cNvSpPr/>
            <p:nvPr/>
          </p:nvSpPr>
          <p:spPr>
            <a:xfrm>
              <a:off x="4067511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48392F04-C4F6-445D-B652-4DB38F3D538F}"/>
                </a:ext>
              </a:extLst>
            </p:cNvPr>
            <p:cNvSpPr/>
            <p:nvPr/>
          </p:nvSpPr>
          <p:spPr>
            <a:xfrm>
              <a:off x="4356408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A76B7022-8C21-4B64-A211-F25375D25516}"/>
                </a:ext>
              </a:extLst>
            </p:cNvPr>
            <p:cNvSpPr/>
            <p:nvPr/>
          </p:nvSpPr>
          <p:spPr>
            <a:xfrm>
              <a:off x="4643719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A683A36A-5A5C-4851-B3DF-B08DC8C83FC7}"/>
                </a:ext>
              </a:extLst>
            </p:cNvPr>
            <p:cNvSpPr/>
            <p:nvPr/>
          </p:nvSpPr>
          <p:spPr>
            <a:xfrm>
              <a:off x="4932617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19DDA15-BD39-4291-99D4-68A09570668D}"/>
                </a:ext>
              </a:extLst>
            </p:cNvPr>
            <p:cNvSpPr/>
            <p:nvPr/>
          </p:nvSpPr>
          <p:spPr>
            <a:xfrm>
              <a:off x="5219927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C6904B6-1EFC-4F29-B339-A04458269EB6}"/>
                </a:ext>
              </a:extLst>
            </p:cNvPr>
            <p:cNvSpPr/>
            <p:nvPr/>
          </p:nvSpPr>
          <p:spPr>
            <a:xfrm>
              <a:off x="5508825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8E2DE15-7E8C-47D2-A195-41D08AED9F54}"/>
                </a:ext>
              </a:extLst>
            </p:cNvPr>
            <p:cNvSpPr/>
            <p:nvPr/>
          </p:nvSpPr>
          <p:spPr>
            <a:xfrm>
              <a:off x="5796136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25E83046-16FD-4C53-81F4-E93637F48872}"/>
                </a:ext>
              </a:extLst>
            </p:cNvPr>
            <p:cNvSpPr/>
            <p:nvPr/>
          </p:nvSpPr>
          <p:spPr>
            <a:xfrm>
              <a:off x="6083446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50F9499-3EC0-4162-90D5-68A0E638DC62}"/>
                </a:ext>
              </a:extLst>
            </p:cNvPr>
            <p:cNvSpPr/>
            <p:nvPr/>
          </p:nvSpPr>
          <p:spPr>
            <a:xfrm>
              <a:off x="6372344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8570D6C2-7412-4350-B3FC-BAF58449F0D8}"/>
                </a:ext>
              </a:extLst>
            </p:cNvPr>
            <p:cNvSpPr/>
            <p:nvPr/>
          </p:nvSpPr>
          <p:spPr>
            <a:xfrm>
              <a:off x="6659655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654A66A-BF23-4DB4-BD3D-E2333E058767}"/>
                </a:ext>
              </a:extLst>
            </p:cNvPr>
            <p:cNvSpPr/>
            <p:nvPr/>
          </p:nvSpPr>
          <p:spPr>
            <a:xfrm>
              <a:off x="6948553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04B2EF40-F2FB-45A9-9D0F-A1AC670049C2}"/>
                </a:ext>
              </a:extLst>
            </p:cNvPr>
            <p:cNvSpPr/>
            <p:nvPr/>
          </p:nvSpPr>
          <p:spPr>
            <a:xfrm>
              <a:off x="7235863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2716918-FC2E-42B5-955B-10798B2BD413}"/>
                </a:ext>
              </a:extLst>
            </p:cNvPr>
            <p:cNvSpPr/>
            <p:nvPr/>
          </p:nvSpPr>
          <p:spPr>
            <a:xfrm>
              <a:off x="7524760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8E4E9076-0B66-4D4D-A7DD-B197D2A41F1C}"/>
                </a:ext>
              </a:extLst>
            </p:cNvPr>
            <p:cNvSpPr/>
            <p:nvPr/>
          </p:nvSpPr>
          <p:spPr>
            <a:xfrm>
              <a:off x="7812071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D4D9123A-F8F6-477F-AEFB-C4EF785EC722}"/>
                </a:ext>
              </a:extLst>
            </p:cNvPr>
            <p:cNvSpPr/>
            <p:nvPr/>
          </p:nvSpPr>
          <p:spPr>
            <a:xfrm>
              <a:off x="8100969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254ABDB1-2193-4177-990B-5A9AAFDEF08C}"/>
                </a:ext>
              </a:extLst>
            </p:cNvPr>
            <p:cNvSpPr/>
            <p:nvPr/>
          </p:nvSpPr>
          <p:spPr>
            <a:xfrm>
              <a:off x="8388279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5A53D7F8-F88C-438E-B0B1-EEFA6ACA2181}"/>
                </a:ext>
              </a:extLst>
            </p:cNvPr>
            <p:cNvSpPr/>
            <p:nvPr/>
          </p:nvSpPr>
          <p:spPr>
            <a:xfrm>
              <a:off x="8677177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E90A46BE-FD5E-43A4-8205-8EB09113B039}"/>
                </a:ext>
              </a:extLst>
            </p:cNvPr>
            <p:cNvSpPr/>
            <p:nvPr/>
          </p:nvSpPr>
          <p:spPr>
            <a:xfrm>
              <a:off x="2915094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1ECDE6F-561F-4AC6-BA4B-AEE61EB2F9AB}"/>
                </a:ext>
              </a:extLst>
            </p:cNvPr>
            <p:cNvSpPr/>
            <p:nvPr/>
          </p:nvSpPr>
          <p:spPr>
            <a:xfrm>
              <a:off x="3203992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8B948DD-FAE4-48F2-A697-5B2EC7731AC0}"/>
                </a:ext>
              </a:extLst>
            </p:cNvPr>
            <p:cNvSpPr/>
            <p:nvPr/>
          </p:nvSpPr>
          <p:spPr>
            <a:xfrm>
              <a:off x="2627784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BEA3E7B-585C-4420-9E1C-66FA06506F3F}"/>
                </a:ext>
              </a:extLst>
            </p:cNvPr>
            <p:cNvSpPr/>
            <p:nvPr/>
          </p:nvSpPr>
          <p:spPr>
            <a:xfrm>
              <a:off x="3491303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54ACE4D0-F435-4BD9-A169-B92803A0510D}"/>
                </a:ext>
              </a:extLst>
            </p:cNvPr>
            <p:cNvSpPr/>
            <p:nvPr/>
          </p:nvSpPr>
          <p:spPr>
            <a:xfrm>
              <a:off x="3780201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F57AB2F4-8422-41EE-8D86-061C068C846E}"/>
                </a:ext>
              </a:extLst>
            </p:cNvPr>
            <p:cNvSpPr/>
            <p:nvPr/>
          </p:nvSpPr>
          <p:spPr>
            <a:xfrm>
              <a:off x="4067511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C0F21C9A-0B68-48A4-85F7-1F613FBBC993}"/>
                </a:ext>
              </a:extLst>
            </p:cNvPr>
            <p:cNvSpPr/>
            <p:nvPr/>
          </p:nvSpPr>
          <p:spPr>
            <a:xfrm>
              <a:off x="4356408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97AA2C74-C0C0-4F2B-9325-EFC604C64C55}"/>
                </a:ext>
              </a:extLst>
            </p:cNvPr>
            <p:cNvSpPr/>
            <p:nvPr/>
          </p:nvSpPr>
          <p:spPr>
            <a:xfrm>
              <a:off x="4643719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9B0DD515-5565-4629-8DF8-A5C52DF6159D}"/>
                </a:ext>
              </a:extLst>
            </p:cNvPr>
            <p:cNvSpPr/>
            <p:nvPr/>
          </p:nvSpPr>
          <p:spPr>
            <a:xfrm>
              <a:off x="4932617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B9384037-1E29-4AB4-9061-C41CBFA87A94}"/>
                </a:ext>
              </a:extLst>
            </p:cNvPr>
            <p:cNvSpPr/>
            <p:nvPr/>
          </p:nvSpPr>
          <p:spPr>
            <a:xfrm>
              <a:off x="5219927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A3EFCB6-FE74-4778-959C-22330D43E67E}"/>
                </a:ext>
              </a:extLst>
            </p:cNvPr>
            <p:cNvSpPr/>
            <p:nvPr/>
          </p:nvSpPr>
          <p:spPr>
            <a:xfrm>
              <a:off x="5508825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71CDB8F8-616B-4516-8222-CD3E67D4CDEE}"/>
                </a:ext>
              </a:extLst>
            </p:cNvPr>
            <p:cNvSpPr/>
            <p:nvPr/>
          </p:nvSpPr>
          <p:spPr>
            <a:xfrm>
              <a:off x="5796136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1C3510D4-A7C4-49AC-9758-75104B61BC27}"/>
                </a:ext>
              </a:extLst>
            </p:cNvPr>
            <p:cNvSpPr/>
            <p:nvPr/>
          </p:nvSpPr>
          <p:spPr>
            <a:xfrm>
              <a:off x="6083446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1EEF0DE7-2FC6-4636-A255-C97FE2459138}"/>
                </a:ext>
              </a:extLst>
            </p:cNvPr>
            <p:cNvSpPr/>
            <p:nvPr/>
          </p:nvSpPr>
          <p:spPr>
            <a:xfrm>
              <a:off x="6372344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0D24484F-AB2A-4597-9073-0A580D58AEDB}"/>
                </a:ext>
              </a:extLst>
            </p:cNvPr>
            <p:cNvSpPr/>
            <p:nvPr/>
          </p:nvSpPr>
          <p:spPr>
            <a:xfrm>
              <a:off x="6659655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9D280EED-DF39-43D2-B69D-187FD29D360D}"/>
                </a:ext>
              </a:extLst>
            </p:cNvPr>
            <p:cNvSpPr/>
            <p:nvPr/>
          </p:nvSpPr>
          <p:spPr>
            <a:xfrm>
              <a:off x="6948553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9A6781D1-D515-40AD-BE10-0D4213ED42A6}"/>
                </a:ext>
              </a:extLst>
            </p:cNvPr>
            <p:cNvSpPr/>
            <p:nvPr/>
          </p:nvSpPr>
          <p:spPr>
            <a:xfrm>
              <a:off x="7235863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A0B180A4-DC17-445A-A4FC-B51078CB5835}"/>
                </a:ext>
              </a:extLst>
            </p:cNvPr>
            <p:cNvSpPr/>
            <p:nvPr/>
          </p:nvSpPr>
          <p:spPr>
            <a:xfrm>
              <a:off x="7524760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FC488CAC-2462-4D41-9662-9F0854E77B40}"/>
                </a:ext>
              </a:extLst>
            </p:cNvPr>
            <p:cNvSpPr/>
            <p:nvPr/>
          </p:nvSpPr>
          <p:spPr>
            <a:xfrm>
              <a:off x="7812071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4DD4CECD-CD67-4DBA-993A-5711C7C83046}"/>
                </a:ext>
              </a:extLst>
            </p:cNvPr>
            <p:cNvSpPr/>
            <p:nvPr/>
          </p:nvSpPr>
          <p:spPr>
            <a:xfrm>
              <a:off x="8100969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C2A893FD-B1FD-4201-947B-98877B31D47E}"/>
                </a:ext>
              </a:extLst>
            </p:cNvPr>
            <p:cNvSpPr/>
            <p:nvPr/>
          </p:nvSpPr>
          <p:spPr>
            <a:xfrm>
              <a:off x="8388279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8C2DA67-A249-42EC-A606-B15C32AEEFBD}"/>
                </a:ext>
              </a:extLst>
            </p:cNvPr>
            <p:cNvSpPr/>
            <p:nvPr/>
          </p:nvSpPr>
          <p:spPr>
            <a:xfrm>
              <a:off x="8677177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CBF97282-AE0A-47C2-868A-A63B28B8E519}"/>
                </a:ext>
              </a:extLst>
            </p:cNvPr>
            <p:cNvSpPr/>
            <p:nvPr/>
          </p:nvSpPr>
          <p:spPr>
            <a:xfrm>
              <a:off x="2915094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2D4FC6E2-8687-4EE3-BDEE-978FA6F0DF1C}"/>
                </a:ext>
              </a:extLst>
            </p:cNvPr>
            <p:cNvSpPr/>
            <p:nvPr/>
          </p:nvSpPr>
          <p:spPr>
            <a:xfrm>
              <a:off x="3203992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21E0937E-3BD5-4310-A9B7-746378A08DB4}"/>
                </a:ext>
              </a:extLst>
            </p:cNvPr>
            <p:cNvSpPr/>
            <p:nvPr/>
          </p:nvSpPr>
          <p:spPr>
            <a:xfrm>
              <a:off x="2627784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C8CB6352-F04F-44DA-886C-81F1E97E1083}"/>
                </a:ext>
              </a:extLst>
            </p:cNvPr>
            <p:cNvSpPr/>
            <p:nvPr/>
          </p:nvSpPr>
          <p:spPr>
            <a:xfrm>
              <a:off x="3491303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18CA90A7-6AE3-45B1-83F4-7FCC8DBEF981}"/>
                </a:ext>
              </a:extLst>
            </p:cNvPr>
            <p:cNvSpPr/>
            <p:nvPr/>
          </p:nvSpPr>
          <p:spPr>
            <a:xfrm>
              <a:off x="3780201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FCB1383C-DFDA-4C76-BEAB-A034382DCB7D}"/>
                </a:ext>
              </a:extLst>
            </p:cNvPr>
            <p:cNvSpPr/>
            <p:nvPr/>
          </p:nvSpPr>
          <p:spPr>
            <a:xfrm>
              <a:off x="4067511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180EA45-5F06-45C6-AC94-C2AB860589C2}"/>
                </a:ext>
              </a:extLst>
            </p:cNvPr>
            <p:cNvSpPr/>
            <p:nvPr/>
          </p:nvSpPr>
          <p:spPr>
            <a:xfrm>
              <a:off x="4356408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92FC7EAB-A972-402D-80ED-F231D3E7694A}"/>
                </a:ext>
              </a:extLst>
            </p:cNvPr>
            <p:cNvSpPr/>
            <p:nvPr/>
          </p:nvSpPr>
          <p:spPr>
            <a:xfrm>
              <a:off x="4643719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00327E8B-53D3-47F4-94E0-DB97EC99AAC7}"/>
                </a:ext>
              </a:extLst>
            </p:cNvPr>
            <p:cNvSpPr/>
            <p:nvPr/>
          </p:nvSpPr>
          <p:spPr>
            <a:xfrm>
              <a:off x="4932617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25FD0E0F-3DAA-433A-B8C2-C51A56944C34}"/>
                </a:ext>
              </a:extLst>
            </p:cNvPr>
            <p:cNvSpPr/>
            <p:nvPr/>
          </p:nvSpPr>
          <p:spPr>
            <a:xfrm>
              <a:off x="5219927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0CB393C0-5876-4295-B7DB-B688382698B7}"/>
                </a:ext>
              </a:extLst>
            </p:cNvPr>
            <p:cNvSpPr/>
            <p:nvPr/>
          </p:nvSpPr>
          <p:spPr>
            <a:xfrm>
              <a:off x="5508825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067ADA4-22E5-42D5-9738-E2D2DD183C39}"/>
                </a:ext>
              </a:extLst>
            </p:cNvPr>
            <p:cNvSpPr/>
            <p:nvPr/>
          </p:nvSpPr>
          <p:spPr>
            <a:xfrm>
              <a:off x="5796136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1C53C6FA-331C-45F7-9591-904A04431139}"/>
                </a:ext>
              </a:extLst>
            </p:cNvPr>
            <p:cNvSpPr/>
            <p:nvPr/>
          </p:nvSpPr>
          <p:spPr>
            <a:xfrm>
              <a:off x="6083446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6FCE9DD-DB9E-462D-95E9-3CE1447B19E0}"/>
                </a:ext>
              </a:extLst>
            </p:cNvPr>
            <p:cNvSpPr/>
            <p:nvPr/>
          </p:nvSpPr>
          <p:spPr>
            <a:xfrm>
              <a:off x="6372344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5526093D-E776-4817-80E1-B35356C42CDE}"/>
                </a:ext>
              </a:extLst>
            </p:cNvPr>
            <p:cNvSpPr/>
            <p:nvPr/>
          </p:nvSpPr>
          <p:spPr>
            <a:xfrm>
              <a:off x="6659655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4DC3C6D8-9E1F-442D-B61A-36A4F20B0208}"/>
                </a:ext>
              </a:extLst>
            </p:cNvPr>
            <p:cNvSpPr/>
            <p:nvPr/>
          </p:nvSpPr>
          <p:spPr>
            <a:xfrm>
              <a:off x="6948553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34641478-3EF0-481A-8AED-F1C12AC823A4}"/>
                </a:ext>
              </a:extLst>
            </p:cNvPr>
            <p:cNvSpPr/>
            <p:nvPr/>
          </p:nvSpPr>
          <p:spPr>
            <a:xfrm>
              <a:off x="7235863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9E6D9C97-5069-471F-B135-9872D3E4F263}"/>
                </a:ext>
              </a:extLst>
            </p:cNvPr>
            <p:cNvSpPr/>
            <p:nvPr/>
          </p:nvSpPr>
          <p:spPr>
            <a:xfrm>
              <a:off x="7524760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CB807BFA-34CD-4002-BE9C-9E464ABE97FB}"/>
                </a:ext>
              </a:extLst>
            </p:cNvPr>
            <p:cNvSpPr/>
            <p:nvPr/>
          </p:nvSpPr>
          <p:spPr>
            <a:xfrm>
              <a:off x="7812071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1D288373-3509-46B1-BC81-01397E95C6B5}"/>
                </a:ext>
              </a:extLst>
            </p:cNvPr>
            <p:cNvSpPr/>
            <p:nvPr/>
          </p:nvSpPr>
          <p:spPr>
            <a:xfrm>
              <a:off x="8100969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AA4DC398-6BB2-4524-A137-1BE65FB01720}"/>
                </a:ext>
              </a:extLst>
            </p:cNvPr>
            <p:cNvSpPr/>
            <p:nvPr/>
          </p:nvSpPr>
          <p:spPr>
            <a:xfrm>
              <a:off x="8388279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104095D8-E271-41D9-8085-3AD4EB9644E1}"/>
                </a:ext>
              </a:extLst>
            </p:cNvPr>
            <p:cNvSpPr/>
            <p:nvPr/>
          </p:nvSpPr>
          <p:spPr>
            <a:xfrm>
              <a:off x="8677177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3A3C02A2-A9F6-406F-8015-BBBC63E83AEF}"/>
                </a:ext>
              </a:extLst>
            </p:cNvPr>
            <p:cNvSpPr/>
            <p:nvPr/>
          </p:nvSpPr>
          <p:spPr>
            <a:xfrm>
              <a:off x="2915094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FF7106EC-8C8C-43A3-A796-3724EA861273}"/>
                </a:ext>
              </a:extLst>
            </p:cNvPr>
            <p:cNvSpPr/>
            <p:nvPr/>
          </p:nvSpPr>
          <p:spPr>
            <a:xfrm>
              <a:off x="3203992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7FBB2512-4799-4712-AD74-9C88B652E243}"/>
                </a:ext>
              </a:extLst>
            </p:cNvPr>
            <p:cNvSpPr/>
            <p:nvPr/>
          </p:nvSpPr>
          <p:spPr>
            <a:xfrm>
              <a:off x="2627784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91D1602A-1073-4733-8B2D-0C6EB8A24FDB}"/>
                </a:ext>
              </a:extLst>
            </p:cNvPr>
            <p:cNvSpPr/>
            <p:nvPr/>
          </p:nvSpPr>
          <p:spPr>
            <a:xfrm>
              <a:off x="3491303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1E1C53F-E31E-40E1-86C0-5971B0BDC27A}"/>
                </a:ext>
              </a:extLst>
            </p:cNvPr>
            <p:cNvSpPr/>
            <p:nvPr/>
          </p:nvSpPr>
          <p:spPr>
            <a:xfrm>
              <a:off x="3780201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83DDC2E4-C1AA-4124-B1DC-3094D585C626}"/>
                </a:ext>
              </a:extLst>
            </p:cNvPr>
            <p:cNvSpPr/>
            <p:nvPr/>
          </p:nvSpPr>
          <p:spPr>
            <a:xfrm>
              <a:off x="4067511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A1D43E08-C718-4CE5-9922-814EA619563B}"/>
                </a:ext>
              </a:extLst>
            </p:cNvPr>
            <p:cNvSpPr/>
            <p:nvPr/>
          </p:nvSpPr>
          <p:spPr>
            <a:xfrm>
              <a:off x="4356408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67B58807-28D0-419A-BF20-D706648D5DE5}"/>
                </a:ext>
              </a:extLst>
            </p:cNvPr>
            <p:cNvSpPr/>
            <p:nvPr/>
          </p:nvSpPr>
          <p:spPr>
            <a:xfrm>
              <a:off x="4643719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272D1EEC-3743-4BCC-980B-74B2DF2F6453}"/>
                </a:ext>
              </a:extLst>
            </p:cNvPr>
            <p:cNvSpPr/>
            <p:nvPr/>
          </p:nvSpPr>
          <p:spPr>
            <a:xfrm>
              <a:off x="4932617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22E900D7-EC95-4CD6-A018-842BD2A20FCA}"/>
                </a:ext>
              </a:extLst>
            </p:cNvPr>
            <p:cNvSpPr/>
            <p:nvPr/>
          </p:nvSpPr>
          <p:spPr>
            <a:xfrm>
              <a:off x="5219927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E35E1ADF-A0F1-44AF-82D6-2060A585DEA3}"/>
                </a:ext>
              </a:extLst>
            </p:cNvPr>
            <p:cNvSpPr/>
            <p:nvPr/>
          </p:nvSpPr>
          <p:spPr>
            <a:xfrm>
              <a:off x="5508825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CADDCD86-C827-4115-A646-83145A4E02F5}"/>
                </a:ext>
              </a:extLst>
            </p:cNvPr>
            <p:cNvSpPr/>
            <p:nvPr/>
          </p:nvSpPr>
          <p:spPr>
            <a:xfrm>
              <a:off x="5796136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08BFC6D1-31B9-4D7D-AA26-EE15C442F357}"/>
                </a:ext>
              </a:extLst>
            </p:cNvPr>
            <p:cNvSpPr/>
            <p:nvPr/>
          </p:nvSpPr>
          <p:spPr>
            <a:xfrm>
              <a:off x="6083446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42F9814B-A84B-4E32-A463-A720FB4CEFA8}"/>
                </a:ext>
              </a:extLst>
            </p:cNvPr>
            <p:cNvSpPr/>
            <p:nvPr/>
          </p:nvSpPr>
          <p:spPr>
            <a:xfrm>
              <a:off x="6372344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A4FBAE74-67E4-47F7-9FCE-3C312A4DC381}"/>
                </a:ext>
              </a:extLst>
            </p:cNvPr>
            <p:cNvSpPr/>
            <p:nvPr/>
          </p:nvSpPr>
          <p:spPr>
            <a:xfrm>
              <a:off x="6659655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5C90BFBA-F2CE-4F90-A7EF-46446F197500}"/>
                </a:ext>
              </a:extLst>
            </p:cNvPr>
            <p:cNvSpPr/>
            <p:nvPr/>
          </p:nvSpPr>
          <p:spPr>
            <a:xfrm>
              <a:off x="6948553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6C594F9D-9616-419B-85C6-ABAB2EC85D52}"/>
                </a:ext>
              </a:extLst>
            </p:cNvPr>
            <p:cNvSpPr/>
            <p:nvPr/>
          </p:nvSpPr>
          <p:spPr>
            <a:xfrm>
              <a:off x="7235863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A88696C0-BAC1-492E-AEB7-7012E2614378}"/>
                </a:ext>
              </a:extLst>
            </p:cNvPr>
            <p:cNvSpPr/>
            <p:nvPr/>
          </p:nvSpPr>
          <p:spPr>
            <a:xfrm>
              <a:off x="7524760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FEAD5CE7-8627-4805-95A6-B943723621BA}"/>
                </a:ext>
              </a:extLst>
            </p:cNvPr>
            <p:cNvSpPr/>
            <p:nvPr/>
          </p:nvSpPr>
          <p:spPr>
            <a:xfrm>
              <a:off x="7812071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C4CD7C88-AB87-496F-B2DE-EDD542ECC9E0}"/>
                </a:ext>
              </a:extLst>
            </p:cNvPr>
            <p:cNvSpPr/>
            <p:nvPr/>
          </p:nvSpPr>
          <p:spPr>
            <a:xfrm>
              <a:off x="8100969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83890442-0A1D-41C0-BB0A-FE04A703C468}"/>
                </a:ext>
              </a:extLst>
            </p:cNvPr>
            <p:cNvSpPr/>
            <p:nvPr/>
          </p:nvSpPr>
          <p:spPr>
            <a:xfrm>
              <a:off x="8388279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47CCCD05-3250-475B-9589-48928CE32566}"/>
                </a:ext>
              </a:extLst>
            </p:cNvPr>
            <p:cNvSpPr/>
            <p:nvPr/>
          </p:nvSpPr>
          <p:spPr>
            <a:xfrm>
              <a:off x="8677177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C242AA46-A359-4438-9315-2A3CA3E210CC}"/>
                </a:ext>
              </a:extLst>
            </p:cNvPr>
            <p:cNvSpPr/>
            <p:nvPr/>
          </p:nvSpPr>
          <p:spPr>
            <a:xfrm>
              <a:off x="2915094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4642AF82-DD24-4DA0-88CE-A56D8B684640}"/>
                </a:ext>
              </a:extLst>
            </p:cNvPr>
            <p:cNvSpPr/>
            <p:nvPr/>
          </p:nvSpPr>
          <p:spPr>
            <a:xfrm>
              <a:off x="3203992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E433FBD7-F6B4-425F-B79C-07B06EC1277B}"/>
                </a:ext>
              </a:extLst>
            </p:cNvPr>
            <p:cNvSpPr/>
            <p:nvPr/>
          </p:nvSpPr>
          <p:spPr>
            <a:xfrm>
              <a:off x="2627784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11F49225-C2D3-45D4-A84F-0897461C9A8A}"/>
                </a:ext>
              </a:extLst>
            </p:cNvPr>
            <p:cNvSpPr/>
            <p:nvPr/>
          </p:nvSpPr>
          <p:spPr>
            <a:xfrm>
              <a:off x="3491303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5BCA863B-E2ED-4A33-A0A9-56573BFE182A}"/>
                </a:ext>
              </a:extLst>
            </p:cNvPr>
            <p:cNvSpPr/>
            <p:nvPr/>
          </p:nvSpPr>
          <p:spPr>
            <a:xfrm>
              <a:off x="3780201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D9CACB7D-4646-444D-A788-3686DD6B7FFA}"/>
                </a:ext>
              </a:extLst>
            </p:cNvPr>
            <p:cNvSpPr/>
            <p:nvPr/>
          </p:nvSpPr>
          <p:spPr>
            <a:xfrm>
              <a:off x="4067511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D2D7B9E9-529B-48DC-8E6C-B8496487B5E7}"/>
                </a:ext>
              </a:extLst>
            </p:cNvPr>
            <p:cNvSpPr/>
            <p:nvPr/>
          </p:nvSpPr>
          <p:spPr>
            <a:xfrm>
              <a:off x="4356408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DD902A72-8359-433D-9271-AAA750EF0538}"/>
                </a:ext>
              </a:extLst>
            </p:cNvPr>
            <p:cNvSpPr/>
            <p:nvPr/>
          </p:nvSpPr>
          <p:spPr>
            <a:xfrm>
              <a:off x="4643719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E9722777-7C6D-43A3-86EC-7FA094C2C32A}"/>
                </a:ext>
              </a:extLst>
            </p:cNvPr>
            <p:cNvSpPr/>
            <p:nvPr/>
          </p:nvSpPr>
          <p:spPr>
            <a:xfrm>
              <a:off x="4932617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E953029A-301B-470A-99DC-4EB4D6EDEA71}"/>
                </a:ext>
              </a:extLst>
            </p:cNvPr>
            <p:cNvSpPr/>
            <p:nvPr/>
          </p:nvSpPr>
          <p:spPr>
            <a:xfrm>
              <a:off x="5219927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4F4311D0-4F63-4C65-9F3B-22A0074B3C17}"/>
                </a:ext>
              </a:extLst>
            </p:cNvPr>
            <p:cNvSpPr/>
            <p:nvPr/>
          </p:nvSpPr>
          <p:spPr>
            <a:xfrm>
              <a:off x="5508825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65F870A2-82CE-4E88-8D49-5478F430F276}"/>
                </a:ext>
              </a:extLst>
            </p:cNvPr>
            <p:cNvSpPr/>
            <p:nvPr/>
          </p:nvSpPr>
          <p:spPr>
            <a:xfrm>
              <a:off x="5796136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129D0A2E-532C-49BA-8DE1-23AAE724BACE}"/>
                </a:ext>
              </a:extLst>
            </p:cNvPr>
            <p:cNvSpPr/>
            <p:nvPr/>
          </p:nvSpPr>
          <p:spPr>
            <a:xfrm>
              <a:off x="6083446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CA9CC9C1-159F-4718-9ADB-5DA00DABFDC5}"/>
                </a:ext>
              </a:extLst>
            </p:cNvPr>
            <p:cNvSpPr/>
            <p:nvPr/>
          </p:nvSpPr>
          <p:spPr>
            <a:xfrm>
              <a:off x="6372344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BFB812D3-F82B-4949-AD37-207F1BBB23EA}"/>
                </a:ext>
              </a:extLst>
            </p:cNvPr>
            <p:cNvSpPr/>
            <p:nvPr/>
          </p:nvSpPr>
          <p:spPr>
            <a:xfrm>
              <a:off x="6659655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67DE9333-3388-4593-A04D-B3DFE3D57D1A}"/>
                </a:ext>
              </a:extLst>
            </p:cNvPr>
            <p:cNvSpPr/>
            <p:nvPr/>
          </p:nvSpPr>
          <p:spPr>
            <a:xfrm>
              <a:off x="6948553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2B56E803-024A-4C96-B06E-46CC582FDB2C}"/>
                </a:ext>
              </a:extLst>
            </p:cNvPr>
            <p:cNvSpPr/>
            <p:nvPr/>
          </p:nvSpPr>
          <p:spPr>
            <a:xfrm>
              <a:off x="7235863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57CA911C-0F90-4839-9748-6E51DFB670B0}"/>
                </a:ext>
              </a:extLst>
            </p:cNvPr>
            <p:cNvSpPr/>
            <p:nvPr/>
          </p:nvSpPr>
          <p:spPr>
            <a:xfrm>
              <a:off x="7524760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506C0D73-D0B8-4D91-B2C1-A3D52EFEA814}"/>
                </a:ext>
              </a:extLst>
            </p:cNvPr>
            <p:cNvSpPr/>
            <p:nvPr/>
          </p:nvSpPr>
          <p:spPr>
            <a:xfrm>
              <a:off x="7812071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644BC1BA-F152-4F1C-BA6E-5B8258FA470E}"/>
                </a:ext>
              </a:extLst>
            </p:cNvPr>
            <p:cNvSpPr/>
            <p:nvPr/>
          </p:nvSpPr>
          <p:spPr>
            <a:xfrm>
              <a:off x="8100969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909CBEA5-850E-42E9-AC3C-109CE259ADD8}"/>
                </a:ext>
              </a:extLst>
            </p:cNvPr>
            <p:cNvSpPr/>
            <p:nvPr/>
          </p:nvSpPr>
          <p:spPr>
            <a:xfrm>
              <a:off x="8388279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32E888E2-19BD-4FC2-9C71-7B6665AFBA2B}"/>
                </a:ext>
              </a:extLst>
            </p:cNvPr>
            <p:cNvSpPr/>
            <p:nvPr/>
          </p:nvSpPr>
          <p:spPr>
            <a:xfrm>
              <a:off x="8677177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570917EB-A7EA-44AB-AAD0-8A94EEDB4831}"/>
                </a:ext>
              </a:extLst>
            </p:cNvPr>
            <p:cNvSpPr/>
            <p:nvPr/>
          </p:nvSpPr>
          <p:spPr>
            <a:xfrm>
              <a:off x="2915094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66B3BECB-D447-4BC0-B7DF-B0A05C3A32DC}"/>
                </a:ext>
              </a:extLst>
            </p:cNvPr>
            <p:cNvSpPr/>
            <p:nvPr/>
          </p:nvSpPr>
          <p:spPr>
            <a:xfrm>
              <a:off x="3203992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0EFC51E6-9EEB-4892-93E4-17F3B4D7A134}"/>
                </a:ext>
              </a:extLst>
            </p:cNvPr>
            <p:cNvSpPr/>
            <p:nvPr/>
          </p:nvSpPr>
          <p:spPr>
            <a:xfrm>
              <a:off x="2627784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2A49BF11-4A39-43AB-A2F8-3BAFA07EE538}"/>
                </a:ext>
              </a:extLst>
            </p:cNvPr>
            <p:cNvSpPr/>
            <p:nvPr/>
          </p:nvSpPr>
          <p:spPr>
            <a:xfrm>
              <a:off x="3491303" y="3500909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25CBE1D9-9A39-4381-B6D8-E05480D72330}"/>
                </a:ext>
              </a:extLst>
            </p:cNvPr>
            <p:cNvSpPr/>
            <p:nvPr/>
          </p:nvSpPr>
          <p:spPr>
            <a:xfrm>
              <a:off x="3780201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5BAF43E5-CDB5-4EB8-899F-66D77AA88AA0}"/>
                </a:ext>
              </a:extLst>
            </p:cNvPr>
            <p:cNvSpPr/>
            <p:nvPr/>
          </p:nvSpPr>
          <p:spPr>
            <a:xfrm>
              <a:off x="4067511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8EDEB5C2-7EBD-4349-B6BC-E1CF5F4F5DD7}"/>
                </a:ext>
              </a:extLst>
            </p:cNvPr>
            <p:cNvSpPr/>
            <p:nvPr/>
          </p:nvSpPr>
          <p:spPr>
            <a:xfrm>
              <a:off x="4356408" y="35009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4E7CE3DD-D141-4090-BD02-F04BA1569D31}"/>
                </a:ext>
              </a:extLst>
            </p:cNvPr>
            <p:cNvSpPr/>
            <p:nvPr/>
          </p:nvSpPr>
          <p:spPr>
            <a:xfrm>
              <a:off x="4643719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7CF1BB7D-77A7-46B9-B63E-1FB3AABEA6D0}"/>
                </a:ext>
              </a:extLst>
            </p:cNvPr>
            <p:cNvSpPr/>
            <p:nvPr/>
          </p:nvSpPr>
          <p:spPr>
            <a:xfrm>
              <a:off x="4932617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7E35FAA0-4D67-459C-BAC1-EA48637C0AA9}"/>
                </a:ext>
              </a:extLst>
            </p:cNvPr>
            <p:cNvSpPr/>
            <p:nvPr/>
          </p:nvSpPr>
          <p:spPr>
            <a:xfrm>
              <a:off x="5219927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6EDB44B8-E034-4592-905F-6E5290EB5294}"/>
                </a:ext>
              </a:extLst>
            </p:cNvPr>
            <p:cNvSpPr/>
            <p:nvPr/>
          </p:nvSpPr>
          <p:spPr>
            <a:xfrm>
              <a:off x="5508825" y="3500909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BAC99F62-B3B9-475F-BE80-E7BC3A24705E}"/>
                </a:ext>
              </a:extLst>
            </p:cNvPr>
            <p:cNvSpPr/>
            <p:nvPr/>
          </p:nvSpPr>
          <p:spPr>
            <a:xfrm>
              <a:off x="5796136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ECEC1753-864C-434B-B256-EF812FEDC5F0}"/>
                </a:ext>
              </a:extLst>
            </p:cNvPr>
            <p:cNvSpPr/>
            <p:nvPr/>
          </p:nvSpPr>
          <p:spPr>
            <a:xfrm>
              <a:off x="6083446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FF5907AA-60A6-4504-B5AB-6555654471DC}"/>
                </a:ext>
              </a:extLst>
            </p:cNvPr>
            <p:cNvSpPr/>
            <p:nvPr/>
          </p:nvSpPr>
          <p:spPr>
            <a:xfrm>
              <a:off x="6372344" y="35009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31283BE1-A248-4059-A2BE-17CAFE1B2CA2}"/>
                </a:ext>
              </a:extLst>
            </p:cNvPr>
            <p:cNvSpPr/>
            <p:nvPr/>
          </p:nvSpPr>
          <p:spPr>
            <a:xfrm>
              <a:off x="6659655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67793350-C30F-4017-A070-87D94530B470}"/>
                </a:ext>
              </a:extLst>
            </p:cNvPr>
            <p:cNvSpPr/>
            <p:nvPr/>
          </p:nvSpPr>
          <p:spPr>
            <a:xfrm>
              <a:off x="6948553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8E8B9929-5017-4FA1-B777-5E95B5F3AE92}"/>
                </a:ext>
              </a:extLst>
            </p:cNvPr>
            <p:cNvSpPr/>
            <p:nvPr/>
          </p:nvSpPr>
          <p:spPr>
            <a:xfrm>
              <a:off x="7235863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EDA96230-7906-4422-A461-97FBDF1D5643}"/>
                </a:ext>
              </a:extLst>
            </p:cNvPr>
            <p:cNvSpPr/>
            <p:nvPr/>
          </p:nvSpPr>
          <p:spPr>
            <a:xfrm>
              <a:off x="7524760" y="3500909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36726282-C405-49B3-B8AA-37D0DCFFD262}"/>
                </a:ext>
              </a:extLst>
            </p:cNvPr>
            <p:cNvSpPr/>
            <p:nvPr/>
          </p:nvSpPr>
          <p:spPr>
            <a:xfrm>
              <a:off x="7812071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9C29E2A7-D65B-46E7-800B-9BF48F82CD42}"/>
                </a:ext>
              </a:extLst>
            </p:cNvPr>
            <p:cNvSpPr/>
            <p:nvPr/>
          </p:nvSpPr>
          <p:spPr>
            <a:xfrm>
              <a:off x="8100969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A49B3BFE-9FA6-400A-B161-68C579B2C3E3}"/>
                </a:ext>
              </a:extLst>
            </p:cNvPr>
            <p:cNvSpPr/>
            <p:nvPr/>
          </p:nvSpPr>
          <p:spPr>
            <a:xfrm>
              <a:off x="8388279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8CF52467-B7F8-4420-B4DD-0846C2B3B451}"/>
                </a:ext>
              </a:extLst>
            </p:cNvPr>
            <p:cNvSpPr/>
            <p:nvPr/>
          </p:nvSpPr>
          <p:spPr>
            <a:xfrm>
              <a:off x="8677177" y="35009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69B7ED38-30A2-4622-9BA0-100C9310DB3A}"/>
                </a:ext>
              </a:extLst>
            </p:cNvPr>
            <p:cNvSpPr/>
            <p:nvPr/>
          </p:nvSpPr>
          <p:spPr>
            <a:xfrm>
              <a:off x="2915094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56D67702-1E1C-41C6-8030-A9D840C22906}"/>
                </a:ext>
              </a:extLst>
            </p:cNvPr>
            <p:cNvSpPr/>
            <p:nvPr/>
          </p:nvSpPr>
          <p:spPr>
            <a:xfrm>
              <a:off x="3203992" y="35009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616CB56B-39BB-4265-B53D-9F12059F6FE2}"/>
                </a:ext>
              </a:extLst>
            </p:cNvPr>
            <p:cNvSpPr/>
            <p:nvPr/>
          </p:nvSpPr>
          <p:spPr>
            <a:xfrm>
              <a:off x="2627784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C09760F1-080E-4764-8865-0F0F29DA944A}"/>
                </a:ext>
              </a:extLst>
            </p:cNvPr>
            <p:cNvSpPr/>
            <p:nvPr/>
          </p:nvSpPr>
          <p:spPr>
            <a:xfrm>
              <a:off x="3491303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F65BDEDA-D071-4F4A-88E9-B81AE4D8A6B1}"/>
                </a:ext>
              </a:extLst>
            </p:cNvPr>
            <p:cNvSpPr/>
            <p:nvPr/>
          </p:nvSpPr>
          <p:spPr>
            <a:xfrm>
              <a:off x="3780201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4E3FEFEC-8404-49CE-AD42-14D9C4074B04}"/>
                </a:ext>
              </a:extLst>
            </p:cNvPr>
            <p:cNvSpPr/>
            <p:nvPr/>
          </p:nvSpPr>
          <p:spPr>
            <a:xfrm>
              <a:off x="4067511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726BB148-9684-4F11-963A-3EC30D2B868B}"/>
                </a:ext>
              </a:extLst>
            </p:cNvPr>
            <p:cNvSpPr/>
            <p:nvPr/>
          </p:nvSpPr>
          <p:spPr>
            <a:xfrm>
              <a:off x="4356408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9FC8877B-E9DD-4429-AAC1-C5B0925B09F2}"/>
                </a:ext>
              </a:extLst>
            </p:cNvPr>
            <p:cNvSpPr/>
            <p:nvPr/>
          </p:nvSpPr>
          <p:spPr>
            <a:xfrm>
              <a:off x="4643719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D4754AE7-46D7-4F8A-B770-A06F3B2EAA6F}"/>
                </a:ext>
              </a:extLst>
            </p:cNvPr>
            <p:cNvSpPr/>
            <p:nvPr/>
          </p:nvSpPr>
          <p:spPr>
            <a:xfrm>
              <a:off x="4932617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C8A6C050-2EC6-4505-8EB6-4B82E6A96F9E}"/>
                </a:ext>
              </a:extLst>
            </p:cNvPr>
            <p:cNvSpPr/>
            <p:nvPr/>
          </p:nvSpPr>
          <p:spPr>
            <a:xfrm>
              <a:off x="5219927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7E410B58-929E-4F07-AC57-45A4B1E59A35}"/>
                </a:ext>
              </a:extLst>
            </p:cNvPr>
            <p:cNvSpPr/>
            <p:nvPr/>
          </p:nvSpPr>
          <p:spPr>
            <a:xfrm>
              <a:off x="5508825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FFD41DDA-6C75-4667-89F9-41AFC83B822D}"/>
                </a:ext>
              </a:extLst>
            </p:cNvPr>
            <p:cNvSpPr/>
            <p:nvPr/>
          </p:nvSpPr>
          <p:spPr>
            <a:xfrm>
              <a:off x="5796136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C2D517A2-5D26-44B4-B5B3-A7C8F19C2E9B}"/>
                </a:ext>
              </a:extLst>
            </p:cNvPr>
            <p:cNvSpPr/>
            <p:nvPr/>
          </p:nvSpPr>
          <p:spPr>
            <a:xfrm>
              <a:off x="6083446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28487230-3768-4058-87A9-DC904EF5493F}"/>
                </a:ext>
              </a:extLst>
            </p:cNvPr>
            <p:cNvSpPr/>
            <p:nvPr/>
          </p:nvSpPr>
          <p:spPr>
            <a:xfrm>
              <a:off x="6372344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B82CA007-8764-4E98-BAB1-903339403556}"/>
                </a:ext>
              </a:extLst>
            </p:cNvPr>
            <p:cNvSpPr/>
            <p:nvPr/>
          </p:nvSpPr>
          <p:spPr>
            <a:xfrm>
              <a:off x="6659655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5DEF2EAF-58C6-4B91-B477-C43A114FD4AE}"/>
                </a:ext>
              </a:extLst>
            </p:cNvPr>
            <p:cNvSpPr/>
            <p:nvPr/>
          </p:nvSpPr>
          <p:spPr>
            <a:xfrm>
              <a:off x="6948553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EE035A5C-B374-4607-8774-FB38D40D7C95}"/>
                </a:ext>
              </a:extLst>
            </p:cNvPr>
            <p:cNvSpPr/>
            <p:nvPr/>
          </p:nvSpPr>
          <p:spPr>
            <a:xfrm>
              <a:off x="7235863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5D6A0CD8-BB04-4518-A9C7-ACFF3F0D88E9}"/>
                </a:ext>
              </a:extLst>
            </p:cNvPr>
            <p:cNvSpPr/>
            <p:nvPr/>
          </p:nvSpPr>
          <p:spPr>
            <a:xfrm>
              <a:off x="7524760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2C8F51FC-3515-4F28-9CA5-AB03098F4511}"/>
                </a:ext>
              </a:extLst>
            </p:cNvPr>
            <p:cNvSpPr/>
            <p:nvPr/>
          </p:nvSpPr>
          <p:spPr>
            <a:xfrm>
              <a:off x="7812071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F58D25BE-875D-4963-AA54-5E9A3BB6F80F}"/>
                </a:ext>
              </a:extLst>
            </p:cNvPr>
            <p:cNvSpPr/>
            <p:nvPr/>
          </p:nvSpPr>
          <p:spPr>
            <a:xfrm>
              <a:off x="8100969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98E10976-FB3C-473B-A3EE-F62D27C5E23C}"/>
                </a:ext>
              </a:extLst>
            </p:cNvPr>
            <p:cNvSpPr/>
            <p:nvPr/>
          </p:nvSpPr>
          <p:spPr>
            <a:xfrm>
              <a:off x="8388279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3562A493-6E2B-416A-AB55-205A9805536A}"/>
                </a:ext>
              </a:extLst>
            </p:cNvPr>
            <p:cNvSpPr/>
            <p:nvPr/>
          </p:nvSpPr>
          <p:spPr>
            <a:xfrm>
              <a:off x="8677177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69993369-A683-41E9-BD6C-99D5ADBF379F}"/>
                </a:ext>
              </a:extLst>
            </p:cNvPr>
            <p:cNvSpPr/>
            <p:nvPr/>
          </p:nvSpPr>
          <p:spPr>
            <a:xfrm>
              <a:off x="2915094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2696C5E5-AD02-4212-AB41-C7E6994F38F7}"/>
                </a:ext>
              </a:extLst>
            </p:cNvPr>
            <p:cNvSpPr/>
            <p:nvPr/>
          </p:nvSpPr>
          <p:spPr>
            <a:xfrm>
              <a:off x="3203992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32B30172-0313-4236-92AD-79225A02E73C}"/>
                </a:ext>
              </a:extLst>
            </p:cNvPr>
            <p:cNvSpPr/>
            <p:nvPr/>
          </p:nvSpPr>
          <p:spPr>
            <a:xfrm>
              <a:off x="2627784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2CAE1052-9069-46C1-A228-C3ACAF974EDA}"/>
                </a:ext>
              </a:extLst>
            </p:cNvPr>
            <p:cNvSpPr/>
            <p:nvPr/>
          </p:nvSpPr>
          <p:spPr>
            <a:xfrm>
              <a:off x="3491303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6B28E2B0-0AE7-4A5A-AC60-3BD66AB5423B}"/>
                </a:ext>
              </a:extLst>
            </p:cNvPr>
            <p:cNvSpPr/>
            <p:nvPr/>
          </p:nvSpPr>
          <p:spPr>
            <a:xfrm>
              <a:off x="3780201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969BAA48-515F-4A3C-9C81-B8D5407A1A94}"/>
                </a:ext>
              </a:extLst>
            </p:cNvPr>
            <p:cNvSpPr/>
            <p:nvPr/>
          </p:nvSpPr>
          <p:spPr>
            <a:xfrm>
              <a:off x="4067511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952CA036-94B9-43E8-BA47-D97DC12042C3}"/>
                </a:ext>
              </a:extLst>
            </p:cNvPr>
            <p:cNvSpPr/>
            <p:nvPr/>
          </p:nvSpPr>
          <p:spPr>
            <a:xfrm>
              <a:off x="4356408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8005C40E-CD29-41E1-9D1C-2945F3405177}"/>
                </a:ext>
              </a:extLst>
            </p:cNvPr>
            <p:cNvSpPr/>
            <p:nvPr/>
          </p:nvSpPr>
          <p:spPr>
            <a:xfrm>
              <a:off x="4643719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C9E2B550-6BB7-4841-94E1-EE3A155DB31A}"/>
                </a:ext>
              </a:extLst>
            </p:cNvPr>
            <p:cNvSpPr/>
            <p:nvPr/>
          </p:nvSpPr>
          <p:spPr>
            <a:xfrm>
              <a:off x="4932617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2D23B475-0A9A-402F-9C88-92C177BAB70B}"/>
                </a:ext>
              </a:extLst>
            </p:cNvPr>
            <p:cNvSpPr/>
            <p:nvPr/>
          </p:nvSpPr>
          <p:spPr>
            <a:xfrm>
              <a:off x="5219927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622DC093-B78C-4C59-ADFF-9F08CBD786E9}"/>
                </a:ext>
              </a:extLst>
            </p:cNvPr>
            <p:cNvSpPr/>
            <p:nvPr/>
          </p:nvSpPr>
          <p:spPr>
            <a:xfrm>
              <a:off x="5508825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0535097A-73E3-427E-9613-85F3D5087DF9}"/>
                </a:ext>
              </a:extLst>
            </p:cNvPr>
            <p:cNvSpPr/>
            <p:nvPr/>
          </p:nvSpPr>
          <p:spPr>
            <a:xfrm>
              <a:off x="5796136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64C62C81-74C2-4F6F-9E24-F7027CCBF22A}"/>
                </a:ext>
              </a:extLst>
            </p:cNvPr>
            <p:cNvSpPr/>
            <p:nvPr/>
          </p:nvSpPr>
          <p:spPr>
            <a:xfrm>
              <a:off x="6083446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24B91564-28E8-4850-8A23-F61B5ED09256}"/>
                </a:ext>
              </a:extLst>
            </p:cNvPr>
            <p:cNvSpPr/>
            <p:nvPr/>
          </p:nvSpPr>
          <p:spPr>
            <a:xfrm>
              <a:off x="6372344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15C6835C-FB9E-4303-BF52-5C989AD6A9A9}"/>
                </a:ext>
              </a:extLst>
            </p:cNvPr>
            <p:cNvSpPr/>
            <p:nvPr/>
          </p:nvSpPr>
          <p:spPr>
            <a:xfrm>
              <a:off x="6659655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12359726-3C74-4A85-91E3-2C49A69AC487}"/>
                </a:ext>
              </a:extLst>
            </p:cNvPr>
            <p:cNvSpPr/>
            <p:nvPr/>
          </p:nvSpPr>
          <p:spPr>
            <a:xfrm>
              <a:off x="6948553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3F640F7F-C80D-42DF-906C-A8BB22359E59}"/>
                </a:ext>
              </a:extLst>
            </p:cNvPr>
            <p:cNvSpPr/>
            <p:nvPr/>
          </p:nvSpPr>
          <p:spPr>
            <a:xfrm>
              <a:off x="7235863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A209AEAA-3B67-498D-90A0-0DE6E445ED96}"/>
                </a:ext>
              </a:extLst>
            </p:cNvPr>
            <p:cNvSpPr/>
            <p:nvPr/>
          </p:nvSpPr>
          <p:spPr>
            <a:xfrm>
              <a:off x="7524760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94E4C4F0-8D18-4391-AF56-5BA74CABA830}"/>
                </a:ext>
              </a:extLst>
            </p:cNvPr>
            <p:cNvSpPr/>
            <p:nvPr/>
          </p:nvSpPr>
          <p:spPr>
            <a:xfrm>
              <a:off x="7812071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3D00D202-D70A-421C-A3F8-6EC17B01BAB3}"/>
                </a:ext>
              </a:extLst>
            </p:cNvPr>
            <p:cNvSpPr/>
            <p:nvPr/>
          </p:nvSpPr>
          <p:spPr>
            <a:xfrm>
              <a:off x="8100969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43F5C89C-744C-4146-80FB-1A8F2B35A9FE}"/>
                </a:ext>
              </a:extLst>
            </p:cNvPr>
            <p:cNvSpPr/>
            <p:nvPr/>
          </p:nvSpPr>
          <p:spPr>
            <a:xfrm>
              <a:off x="8388279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3F3FA993-924A-4446-B129-8214DBB2EF60}"/>
                </a:ext>
              </a:extLst>
            </p:cNvPr>
            <p:cNvSpPr/>
            <p:nvPr/>
          </p:nvSpPr>
          <p:spPr>
            <a:xfrm>
              <a:off x="8677177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3A752959-6580-460D-A9BF-6781E30B9467}"/>
                </a:ext>
              </a:extLst>
            </p:cNvPr>
            <p:cNvSpPr/>
            <p:nvPr/>
          </p:nvSpPr>
          <p:spPr>
            <a:xfrm>
              <a:off x="2915094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4697500B-2DEC-46EC-8AB6-6BA2D044E56C}"/>
                </a:ext>
              </a:extLst>
            </p:cNvPr>
            <p:cNvSpPr/>
            <p:nvPr/>
          </p:nvSpPr>
          <p:spPr>
            <a:xfrm>
              <a:off x="3203992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CF047098-A513-442D-84C3-B69583B203BB}"/>
                </a:ext>
              </a:extLst>
            </p:cNvPr>
            <p:cNvSpPr/>
            <p:nvPr/>
          </p:nvSpPr>
          <p:spPr>
            <a:xfrm>
              <a:off x="2627784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BC848F12-DF56-4487-A3F7-66ACC3B7F870}"/>
                </a:ext>
              </a:extLst>
            </p:cNvPr>
            <p:cNvSpPr/>
            <p:nvPr/>
          </p:nvSpPr>
          <p:spPr>
            <a:xfrm>
              <a:off x="3491303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2110B8F1-71BB-463E-B621-62B8F5AFE9F3}"/>
                </a:ext>
              </a:extLst>
            </p:cNvPr>
            <p:cNvSpPr/>
            <p:nvPr/>
          </p:nvSpPr>
          <p:spPr>
            <a:xfrm>
              <a:off x="3780201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888D756C-5E8F-4945-9D50-DC6045908DBB}"/>
                </a:ext>
              </a:extLst>
            </p:cNvPr>
            <p:cNvSpPr/>
            <p:nvPr/>
          </p:nvSpPr>
          <p:spPr>
            <a:xfrm>
              <a:off x="4067511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81BBBDE3-1C8B-477E-8459-1EF70E727905}"/>
                </a:ext>
              </a:extLst>
            </p:cNvPr>
            <p:cNvSpPr/>
            <p:nvPr/>
          </p:nvSpPr>
          <p:spPr>
            <a:xfrm>
              <a:off x="4356408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0E29E64-7E40-4BD9-9FAE-A1C8BEF56992}"/>
                </a:ext>
              </a:extLst>
            </p:cNvPr>
            <p:cNvSpPr/>
            <p:nvPr/>
          </p:nvSpPr>
          <p:spPr>
            <a:xfrm>
              <a:off x="4643719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26377D10-71AF-4C2C-BD7F-DAF8D533B9AF}"/>
                </a:ext>
              </a:extLst>
            </p:cNvPr>
            <p:cNvSpPr/>
            <p:nvPr/>
          </p:nvSpPr>
          <p:spPr>
            <a:xfrm>
              <a:off x="4932617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5DBBF304-0F83-4A18-8111-A3B2534C0989}"/>
                </a:ext>
              </a:extLst>
            </p:cNvPr>
            <p:cNvSpPr/>
            <p:nvPr/>
          </p:nvSpPr>
          <p:spPr>
            <a:xfrm>
              <a:off x="5219927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81E4285D-0FB5-4148-9913-D6927EDC191E}"/>
                </a:ext>
              </a:extLst>
            </p:cNvPr>
            <p:cNvSpPr/>
            <p:nvPr/>
          </p:nvSpPr>
          <p:spPr>
            <a:xfrm>
              <a:off x="5508825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9F94EB1F-182E-4E15-ACC2-AD59D7CC8BC2}"/>
                </a:ext>
              </a:extLst>
            </p:cNvPr>
            <p:cNvSpPr/>
            <p:nvPr/>
          </p:nvSpPr>
          <p:spPr>
            <a:xfrm>
              <a:off x="5796136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56366525-C935-489C-B016-3EB6CF67F617}"/>
                </a:ext>
              </a:extLst>
            </p:cNvPr>
            <p:cNvSpPr/>
            <p:nvPr/>
          </p:nvSpPr>
          <p:spPr>
            <a:xfrm>
              <a:off x="6083446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F6E12449-D3E9-4896-8900-F3500A60CE8D}"/>
                </a:ext>
              </a:extLst>
            </p:cNvPr>
            <p:cNvSpPr/>
            <p:nvPr/>
          </p:nvSpPr>
          <p:spPr>
            <a:xfrm>
              <a:off x="6372344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4D4C09D6-69C2-4C6B-BF93-316F4324B34E}"/>
                </a:ext>
              </a:extLst>
            </p:cNvPr>
            <p:cNvSpPr/>
            <p:nvPr/>
          </p:nvSpPr>
          <p:spPr>
            <a:xfrm>
              <a:off x="6659655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7366280C-2810-493A-B506-5307D9E8D5AD}"/>
                </a:ext>
              </a:extLst>
            </p:cNvPr>
            <p:cNvSpPr/>
            <p:nvPr/>
          </p:nvSpPr>
          <p:spPr>
            <a:xfrm>
              <a:off x="6948553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93EC86DA-83C0-4D8F-9F81-77D3124D06B8}"/>
                </a:ext>
              </a:extLst>
            </p:cNvPr>
            <p:cNvSpPr/>
            <p:nvPr/>
          </p:nvSpPr>
          <p:spPr>
            <a:xfrm>
              <a:off x="7235863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95619F05-6E25-40A0-AF79-8B6093D1A408}"/>
                </a:ext>
              </a:extLst>
            </p:cNvPr>
            <p:cNvSpPr/>
            <p:nvPr/>
          </p:nvSpPr>
          <p:spPr>
            <a:xfrm>
              <a:off x="7524760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90F13002-BEC6-4985-A5F5-45C8F1244EB8}"/>
                </a:ext>
              </a:extLst>
            </p:cNvPr>
            <p:cNvSpPr/>
            <p:nvPr/>
          </p:nvSpPr>
          <p:spPr>
            <a:xfrm>
              <a:off x="7812071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C32388A5-5632-47C5-8F6C-C8EEC563971A}"/>
                </a:ext>
              </a:extLst>
            </p:cNvPr>
            <p:cNvSpPr/>
            <p:nvPr/>
          </p:nvSpPr>
          <p:spPr>
            <a:xfrm>
              <a:off x="8100969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D8CC7C2B-8A31-441D-911A-748B0093E17B}"/>
                </a:ext>
              </a:extLst>
            </p:cNvPr>
            <p:cNvSpPr/>
            <p:nvPr/>
          </p:nvSpPr>
          <p:spPr>
            <a:xfrm>
              <a:off x="8388279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9FFA0089-B947-4469-AAC8-7EB9AB882620}"/>
                </a:ext>
              </a:extLst>
            </p:cNvPr>
            <p:cNvSpPr/>
            <p:nvPr/>
          </p:nvSpPr>
          <p:spPr>
            <a:xfrm>
              <a:off x="8677177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2071E281-FF0D-4A70-B6FD-3ED00B62FA8E}"/>
                </a:ext>
              </a:extLst>
            </p:cNvPr>
            <p:cNvSpPr/>
            <p:nvPr/>
          </p:nvSpPr>
          <p:spPr>
            <a:xfrm>
              <a:off x="2915094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C1C0CEB2-6E43-484F-92B3-808813DE543F}"/>
                </a:ext>
              </a:extLst>
            </p:cNvPr>
            <p:cNvSpPr/>
            <p:nvPr/>
          </p:nvSpPr>
          <p:spPr>
            <a:xfrm>
              <a:off x="3203992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A310D405-0116-4743-9390-1400EA929045}"/>
                </a:ext>
              </a:extLst>
            </p:cNvPr>
            <p:cNvSpPr/>
            <p:nvPr/>
          </p:nvSpPr>
          <p:spPr>
            <a:xfrm>
              <a:off x="2627784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6DFA48BD-238E-4342-A00F-5F93A50DB4C2}"/>
                </a:ext>
              </a:extLst>
            </p:cNvPr>
            <p:cNvSpPr/>
            <p:nvPr/>
          </p:nvSpPr>
          <p:spPr>
            <a:xfrm>
              <a:off x="3491303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3865EA1C-B636-4998-8812-1D6CF9BEA711}"/>
                </a:ext>
              </a:extLst>
            </p:cNvPr>
            <p:cNvSpPr/>
            <p:nvPr/>
          </p:nvSpPr>
          <p:spPr>
            <a:xfrm>
              <a:off x="3780201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3BD67C9A-C951-4C22-AD26-29E2F6C3139D}"/>
                </a:ext>
              </a:extLst>
            </p:cNvPr>
            <p:cNvSpPr/>
            <p:nvPr/>
          </p:nvSpPr>
          <p:spPr>
            <a:xfrm>
              <a:off x="4067511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1A27EADA-FF9D-492E-93F1-5D2E5FBF2461}"/>
                </a:ext>
              </a:extLst>
            </p:cNvPr>
            <p:cNvSpPr/>
            <p:nvPr/>
          </p:nvSpPr>
          <p:spPr>
            <a:xfrm>
              <a:off x="4356408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CA10CB64-C25A-44BE-B39D-30562CAA4408}"/>
                </a:ext>
              </a:extLst>
            </p:cNvPr>
            <p:cNvSpPr/>
            <p:nvPr/>
          </p:nvSpPr>
          <p:spPr>
            <a:xfrm>
              <a:off x="4643719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5C8CB36B-0C99-48B5-A928-0B83006E778F}"/>
                </a:ext>
              </a:extLst>
            </p:cNvPr>
            <p:cNvSpPr/>
            <p:nvPr/>
          </p:nvSpPr>
          <p:spPr>
            <a:xfrm>
              <a:off x="4932617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6CEB3E5A-76CF-49FA-B0C7-FEA3F328CB26}"/>
                </a:ext>
              </a:extLst>
            </p:cNvPr>
            <p:cNvSpPr/>
            <p:nvPr/>
          </p:nvSpPr>
          <p:spPr>
            <a:xfrm>
              <a:off x="5219927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C6BADBB8-76CE-429B-9DE8-708240FFDEBE}"/>
                </a:ext>
              </a:extLst>
            </p:cNvPr>
            <p:cNvSpPr/>
            <p:nvPr/>
          </p:nvSpPr>
          <p:spPr>
            <a:xfrm>
              <a:off x="5508825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58E569B3-A4B5-4375-A637-8E0A39CE5FFD}"/>
                </a:ext>
              </a:extLst>
            </p:cNvPr>
            <p:cNvSpPr/>
            <p:nvPr/>
          </p:nvSpPr>
          <p:spPr>
            <a:xfrm>
              <a:off x="5796136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0D2C6862-20E9-4F63-A6C7-F6A402F64A2C}"/>
                </a:ext>
              </a:extLst>
            </p:cNvPr>
            <p:cNvSpPr/>
            <p:nvPr/>
          </p:nvSpPr>
          <p:spPr>
            <a:xfrm>
              <a:off x="6083446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08E4630E-81A7-43DE-88CC-F30F8A722001}"/>
                </a:ext>
              </a:extLst>
            </p:cNvPr>
            <p:cNvSpPr/>
            <p:nvPr/>
          </p:nvSpPr>
          <p:spPr>
            <a:xfrm>
              <a:off x="6372344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87AB9BD6-A9AC-4065-B9A4-6CAE01262FE3}"/>
                </a:ext>
              </a:extLst>
            </p:cNvPr>
            <p:cNvSpPr/>
            <p:nvPr/>
          </p:nvSpPr>
          <p:spPr>
            <a:xfrm>
              <a:off x="6659655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9BC4EE88-FB80-433D-B4A2-85CF37177338}"/>
                </a:ext>
              </a:extLst>
            </p:cNvPr>
            <p:cNvSpPr/>
            <p:nvPr/>
          </p:nvSpPr>
          <p:spPr>
            <a:xfrm>
              <a:off x="6948553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4DC833D7-4FF7-459E-9EB4-29D1C9720FB7}"/>
                </a:ext>
              </a:extLst>
            </p:cNvPr>
            <p:cNvSpPr/>
            <p:nvPr/>
          </p:nvSpPr>
          <p:spPr>
            <a:xfrm>
              <a:off x="7235863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E0CFFA9E-3DCE-41F1-A2C1-BEC24A215F94}"/>
                </a:ext>
              </a:extLst>
            </p:cNvPr>
            <p:cNvSpPr/>
            <p:nvPr/>
          </p:nvSpPr>
          <p:spPr>
            <a:xfrm>
              <a:off x="7524760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0D18DEAB-60F8-4CC1-8E3C-C0FC66C3FCFA}"/>
                </a:ext>
              </a:extLst>
            </p:cNvPr>
            <p:cNvSpPr/>
            <p:nvPr/>
          </p:nvSpPr>
          <p:spPr>
            <a:xfrm>
              <a:off x="7812071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812DF2CA-7F87-4FC7-9A00-3887D3FF2C80}"/>
                </a:ext>
              </a:extLst>
            </p:cNvPr>
            <p:cNvSpPr/>
            <p:nvPr/>
          </p:nvSpPr>
          <p:spPr>
            <a:xfrm>
              <a:off x="8100969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710F2310-2B17-44E7-A6BF-40D5F818ACFF}"/>
                </a:ext>
              </a:extLst>
            </p:cNvPr>
            <p:cNvSpPr/>
            <p:nvPr/>
          </p:nvSpPr>
          <p:spPr>
            <a:xfrm>
              <a:off x="8388279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B0B78BDA-667D-429B-B06D-D27905317BE9}"/>
                </a:ext>
              </a:extLst>
            </p:cNvPr>
            <p:cNvSpPr/>
            <p:nvPr/>
          </p:nvSpPr>
          <p:spPr>
            <a:xfrm>
              <a:off x="8677177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0EE4EC98-1B0D-4960-95B6-E8E80D723491}"/>
                </a:ext>
              </a:extLst>
            </p:cNvPr>
            <p:cNvSpPr/>
            <p:nvPr/>
          </p:nvSpPr>
          <p:spPr>
            <a:xfrm>
              <a:off x="2915094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DAD9FAEA-7CDC-41D9-82E4-684F002F08BB}"/>
                </a:ext>
              </a:extLst>
            </p:cNvPr>
            <p:cNvSpPr/>
            <p:nvPr/>
          </p:nvSpPr>
          <p:spPr>
            <a:xfrm>
              <a:off x="3203992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BEDF6B8D-E590-4286-B181-C67DB01B4C2D}"/>
                </a:ext>
              </a:extLst>
            </p:cNvPr>
            <p:cNvSpPr/>
            <p:nvPr/>
          </p:nvSpPr>
          <p:spPr>
            <a:xfrm>
              <a:off x="2627784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06B11D45-AFC7-4823-A017-779CD73383B9}"/>
                </a:ext>
              </a:extLst>
            </p:cNvPr>
            <p:cNvSpPr/>
            <p:nvPr/>
          </p:nvSpPr>
          <p:spPr>
            <a:xfrm>
              <a:off x="3491303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18EB99DD-2B81-4453-BF42-1D4093A2DD77}"/>
                </a:ext>
              </a:extLst>
            </p:cNvPr>
            <p:cNvSpPr/>
            <p:nvPr/>
          </p:nvSpPr>
          <p:spPr>
            <a:xfrm>
              <a:off x="3780201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3BFC76C5-7649-469B-A6C7-8E77FFD5F1AE}"/>
                </a:ext>
              </a:extLst>
            </p:cNvPr>
            <p:cNvSpPr/>
            <p:nvPr/>
          </p:nvSpPr>
          <p:spPr>
            <a:xfrm>
              <a:off x="4067511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BA5E791B-12CB-49CE-BB31-CFFC72A9D39D}"/>
                </a:ext>
              </a:extLst>
            </p:cNvPr>
            <p:cNvSpPr/>
            <p:nvPr/>
          </p:nvSpPr>
          <p:spPr>
            <a:xfrm>
              <a:off x="4356408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8D55F636-F33D-452C-8569-4931CC4DE3C1}"/>
                </a:ext>
              </a:extLst>
            </p:cNvPr>
            <p:cNvSpPr/>
            <p:nvPr/>
          </p:nvSpPr>
          <p:spPr>
            <a:xfrm>
              <a:off x="4643719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21B68F2F-9A3C-422B-9D4C-AE38167C5B20}"/>
                </a:ext>
              </a:extLst>
            </p:cNvPr>
            <p:cNvSpPr/>
            <p:nvPr/>
          </p:nvSpPr>
          <p:spPr>
            <a:xfrm>
              <a:off x="4932617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AAC50AE6-89CD-4986-87A1-7E297DD8E0C0}"/>
                </a:ext>
              </a:extLst>
            </p:cNvPr>
            <p:cNvSpPr/>
            <p:nvPr/>
          </p:nvSpPr>
          <p:spPr>
            <a:xfrm>
              <a:off x="5219927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33A7CD9E-ABDA-4871-ABF9-B807C3F86CB6}"/>
                </a:ext>
              </a:extLst>
            </p:cNvPr>
            <p:cNvSpPr/>
            <p:nvPr/>
          </p:nvSpPr>
          <p:spPr>
            <a:xfrm>
              <a:off x="5508825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54554DE4-7BB0-4787-84C6-7DD1BABFF8AC}"/>
                </a:ext>
              </a:extLst>
            </p:cNvPr>
            <p:cNvSpPr/>
            <p:nvPr/>
          </p:nvSpPr>
          <p:spPr>
            <a:xfrm>
              <a:off x="5796136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5179B8EF-19E3-4408-9CE4-91CBD1DCD052}"/>
                </a:ext>
              </a:extLst>
            </p:cNvPr>
            <p:cNvSpPr/>
            <p:nvPr/>
          </p:nvSpPr>
          <p:spPr>
            <a:xfrm>
              <a:off x="6083446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52F868FD-6A6C-4007-B90D-D30BAF40B64B}"/>
                </a:ext>
              </a:extLst>
            </p:cNvPr>
            <p:cNvSpPr/>
            <p:nvPr/>
          </p:nvSpPr>
          <p:spPr>
            <a:xfrm>
              <a:off x="6372344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D31F37AC-338F-4496-BB1C-53497513CA7A}"/>
                </a:ext>
              </a:extLst>
            </p:cNvPr>
            <p:cNvSpPr/>
            <p:nvPr/>
          </p:nvSpPr>
          <p:spPr>
            <a:xfrm>
              <a:off x="6659655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E65334CE-427F-484D-A5AA-D8D13252EF9B}"/>
                </a:ext>
              </a:extLst>
            </p:cNvPr>
            <p:cNvSpPr/>
            <p:nvPr/>
          </p:nvSpPr>
          <p:spPr>
            <a:xfrm>
              <a:off x="6948553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F03B8411-09FC-46F0-B7C8-143D36D34AD7}"/>
                </a:ext>
              </a:extLst>
            </p:cNvPr>
            <p:cNvSpPr/>
            <p:nvPr/>
          </p:nvSpPr>
          <p:spPr>
            <a:xfrm>
              <a:off x="7235863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F99E5DDA-1421-42E4-A476-D6BD185BDECD}"/>
                </a:ext>
              </a:extLst>
            </p:cNvPr>
            <p:cNvSpPr/>
            <p:nvPr/>
          </p:nvSpPr>
          <p:spPr>
            <a:xfrm>
              <a:off x="7524760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78E5CBBB-2E3D-4722-8227-E2CF767AFA7C}"/>
                </a:ext>
              </a:extLst>
            </p:cNvPr>
            <p:cNvSpPr/>
            <p:nvPr/>
          </p:nvSpPr>
          <p:spPr>
            <a:xfrm>
              <a:off x="7812071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AAEB211B-5FDD-4912-955D-D182515E24FF}"/>
                </a:ext>
              </a:extLst>
            </p:cNvPr>
            <p:cNvSpPr/>
            <p:nvPr/>
          </p:nvSpPr>
          <p:spPr>
            <a:xfrm>
              <a:off x="8100969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C0485104-1819-46B6-9C52-168778376212}"/>
                </a:ext>
              </a:extLst>
            </p:cNvPr>
            <p:cNvSpPr/>
            <p:nvPr/>
          </p:nvSpPr>
          <p:spPr>
            <a:xfrm>
              <a:off x="8388279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51CB0AA7-5327-4F26-A836-533FC8F4D1D9}"/>
                </a:ext>
              </a:extLst>
            </p:cNvPr>
            <p:cNvSpPr/>
            <p:nvPr/>
          </p:nvSpPr>
          <p:spPr>
            <a:xfrm>
              <a:off x="8677177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DDFABB40-4F4C-4E6F-AB1E-D691A380BE01}"/>
                </a:ext>
              </a:extLst>
            </p:cNvPr>
            <p:cNvSpPr/>
            <p:nvPr/>
          </p:nvSpPr>
          <p:spPr>
            <a:xfrm>
              <a:off x="2915094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C70EA23A-2557-43D2-9D71-54E2031719AD}"/>
                </a:ext>
              </a:extLst>
            </p:cNvPr>
            <p:cNvSpPr/>
            <p:nvPr/>
          </p:nvSpPr>
          <p:spPr>
            <a:xfrm>
              <a:off x="3203992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91059562-107D-4597-8E80-ECE600A1DFF5}"/>
                </a:ext>
              </a:extLst>
            </p:cNvPr>
            <p:cNvSpPr/>
            <p:nvPr/>
          </p:nvSpPr>
          <p:spPr>
            <a:xfrm>
              <a:off x="2627784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65592469-D6EA-4B1D-B1B9-EE49C5A6F790}"/>
                </a:ext>
              </a:extLst>
            </p:cNvPr>
            <p:cNvSpPr/>
            <p:nvPr/>
          </p:nvSpPr>
          <p:spPr>
            <a:xfrm>
              <a:off x="3491303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2C0202F4-D6FF-4A0A-8276-D28F251B71DC}"/>
                </a:ext>
              </a:extLst>
            </p:cNvPr>
            <p:cNvSpPr/>
            <p:nvPr/>
          </p:nvSpPr>
          <p:spPr>
            <a:xfrm>
              <a:off x="3780201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B7094ACC-6FC3-48F3-BBE2-1D7F7CF868BC}"/>
                </a:ext>
              </a:extLst>
            </p:cNvPr>
            <p:cNvSpPr/>
            <p:nvPr/>
          </p:nvSpPr>
          <p:spPr>
            <a:xfrm>
              <a:off x="4067511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E6D60CDF-9596-4C7D-B570-36C3F5CAAB00}"/>
                </a:ext>
              </a:extLst>
            </p:cNvPr>
            <p:cNvSpPr/>
            <p:nvPr/>
          </p:nvSpPr>
          <p:spPr>
            <a:xfrm>
              <a:off x="4356408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85A6C21B-D1AD-476D-B372-E76736543B93}"/>
                </a:ext>
              </a:extLst>
            </p:cNvPr>
            <p:cNvSpPr/>
            <p:nvPr/>
          </p:nvSpPr>
          <p:spPr>
            <a:xfrm>
              <a:off x="4643719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0FF83A9C-8788-4FB8-A945-9AE240ECE2E9}"/>
                </a:ext>
              </a:extLst>
            </p:cNvPr>
            <p:cNvSpPr/>
            <p:nvPr/>
          </p:nvSpPr>
          <p:spPr>
            <a:xfrm>
              <a:off x="4932617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B2950502-2F4E-42A8-9D21-A849A91E8FE9}"/>
                </a:ext>
              </a:extLst>
            </p:cNvPr>
            <p:cNvSpPr/>
            <p:nvPr/>
          </p:nvSpPr>
          <p:spPr>
            <a:xfrm>
              <a:off x="5219927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2DF08146-210C-4262-90B3-D3012F68BDB3}"/>
                </a:ext>
              </a:extLst>
            </p:cNvPr>
            <p:cNvSpPr/>
            <p:nvPr/>
          </p:nvSpPr>
          <p:spPr>
            <a:xfrm>
              <a:off x="5508825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2AB543BD-6D37-4B01-9C6F-B4B1A9605346}"/>
                </a:ext>
              </a:extLst>
            </p:cNvPr>
            <p:cNvSpPr/>
            <p:nvPr/>
          </p:nvSpPr>
          <p:spPr>
            <a:xfrm>
              <a:off x="5796136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C34AD726-0425-4F34-A2FC-F774AB7957BC}"/>
                </a:ext>
              </a:extLst>
            </p:cNvPr>
            <p:cNvSpPr/>
            <p:nvPr/>
          </p:nvSpPr>
          <p:spPr>
            <a:xfrm>
              <a:off x="6083446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39BC68D8-D799-4713-835A-E39B36AB2E92}"/>
                </a:ext>
              </a:extLst>
            </p:cNvPr>
            <p:cNvSpPr/>
            <p:nvPr/>
          </p:nvSpPr>
          <p:spPr>
            <a:xfrm>
              <a:off x="6372344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E8B965D1-A613-4DF1-BAFC-AE0338F8139B}"/>
                </a:ext>
              </a:extLst>
            </p:cNvPr>
            <p:cNvSpPr/>
            <p:nvPr/>
          </p:nvSpPr>
          <p:spPr>
            <a:xfrm>
              <a:off x="6659655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5069E817-5D46-49B2-8C1B-3C352B82DD5B}"/>
                </a:ext>
              </a:extLst>
            </p:cNvPr>
            <p:cNvSpPr/>
            <p:nvPr/>
          </p:nvSpPr>
          <p:spPr>
            <a:xfrm>
              <a:off x="6948553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6BAD5CF6-D953-42BB-B3FE-C2776A5ED0D7}"/>
                </a:ext>
              </a:extLst>
            </p:cNvPr>
            <p:cNvSpPr/>
            <p:nvPr/>
          </p:nvSpPr>
          <p:spPr>
            <a:xfrm>
              <a:off x="7235863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1B25D251-E304-4396-BB0A-42FAD7D9E5BD}"/>
                </a:ext>
              </a:extLst>
            </p:cNvPr>
            <p:cNvSpPr/>
            <p:nvPr/>
          </p:nvSpPr>
          <p:spPr>
            <a:xfrm>
              <a:off x="7524760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518D0EAA-3AB8-457F-AA78-5C3C7BCA21FF}"/>
                </a:ext>
              </a:extLst>
            </p:cNvPr>
            <p:cNvSpPr/>
            <p:nvPr/>
          </p:nvSpPr>
          <p:spPr>
            <a:xfrm>
              <a:off x="7812071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D8275C27-E1C0-475F-809E-861E2AA9E720}"/>
                </a:ext>
              </a:extLst>
            </p:cNvPr>
            <p:cNvSpPr/>
            <p:nvPr/>
          </p:nvSpPr>
          <p:spPr>
            <a:xfrm>
              <a:off x="8100969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16208F6C-F9C5-40B3-9F73-EA9BE915212C}"/>
                </a:ext>
              </a:extLst>
            </p:cNvPr>
            <p:cNvSpPr/>
            <p:nvPr/>
          </p:nvSpPr>
          <p:spPr>
            <a:xfrm>
              <a:off x="8388279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C06B73AF-3721-4F15-9BD3-9D57375A7229}"/>
                </a:ext>
              </a:extLst>
            </p:cNvPr>
            <p:cNvSpPr/>
            <p:nvPr/>
          </p:nvSpPr>
          <p:spPr>
            <a:xfrm>
              <a:off x="8677177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DF57C7F5-F8EB-4050-916D-901C926D8A0F}"/>
                </a:ext>
              </a:extLst>
            </p:cNvPr>
            <p:cNvSpPr/>
            <p:nvPr/>
          </p:nvSpPr>
          <p:spPr>
            <a:xfrm>
              <a:off x="2915094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9E22FAA1-B7DE-47AE-96A7-07E930237572}"/>
                </a:ext>
              </a:extLst>
            </p:cNvPr>
            <p:cNvSpPr/>
            <p:nvPr/>
          </p:nvSpPr>
          <p:spPr>
            <a:xfrm>
              <a:off x="3203992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4CB7CB49-D0E3-42CA-B6E0-9ADECC2D670E}"/>
                </a:ext>
              </a:extLst>
            </p:cNvPr>
            <p:cNvSpPr/>
            <p:nvPr/>
          </p:nvSpPr>
          <p:spPr>
            <a:xfrm>
              <a:off x="2627784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1EFC8B8A-8DFF-4A32-A2F7-E8AA7D56E973}"/>
                </a:ext>
              </a:extLst>
            </p:cNvPr>
            <p:cNvSpPr/>
            <p:nvPr/>
          </p:nvSpPr>
          <p:spPr>
            <a:xfrm>
              <a:off x="3491303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67D2BEA6-F4DA-4931-8EE0-CA0F99F2F04D}"/>
                </a:ext>
              </a:extLst>
            </p:cNvPr>
            <p:cNvSpPr/>
            <p:nvPr/>
          </p:nvSpPr>
          <p:spPr>
            <a:xfrm>
              <a:off x="3780201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4E72090F-7269-4541-A39B-24D8970FE26C}"/>
                </a:ext>
              </a:extLst>
            </p:cNvPr>
            <p:cNvSpPr/>
            <p:nvPr/>
          </p:nvSpPr>
          <p:spPr>
            <a:xfrm>
              <a:off x="4067511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D6DEE419-585C-47B6-B7D4-982BD08EA8C9}"/>
                </a:ext>
              </a:extLst>
            </p:cNvPr>
            <p:cNvSpPr/>
            <p:nvPr/>
          </p:nvSpPr>
          <p:spPr>
            <a:xfrm>
              <a:off x="4356408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177094CD-BC7F-47CF-A792-082A044ED308}"/>
                </a:ext>
              </a:extLst>
            </p:cNvPr>
            <p:cNvSpPr/>
            <p:nvPr/>
          </p:nvSpPr>
          <p:spPr>
            <a:xfrm>
              <a:off x="4643719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2A204C4F-C773-4718-BA49-44792B5553CF}"/>
                </a:ext>
              </a:extLst>
            </p:cNvPr>
            <p:cNvSpPr/>
            <p:nvPr/>
          </p:nvSpPr>
          <p:spPr>
            <a:xfrm>
              <a:off x="4932617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F31597DF-1FA3-4807-A61F-1BA6F8389F30}"/>
                </a:ext>
              </a:extLst>
            </p:cNvPr>
            <p:cNvSpPr/>
            <p:nvPr/>
          </p:nvSpPr>
          <p:spPr>
            <a:xfrm>
              <a:off x="5219927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61B9E7DD-7A58-48AF-9ECF-1C3BD05566EA}"/>
                </a:ext>
              </a:extLst>
            </p:cNvPr>
            <p:cNvSpPr/>
            <p:nvPr/>
          </p:nvSpPr>
          <p:spPr>
            <a:xfrm>
              <a:off x="5508825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EBC69B51-0322-4BD1-8502-C8BF17581B78}"/>
                </a:ext>
              </a:extLst>
            </p:cNvPr>
            <p:cNvSpPr/>
            <p:nvPr/>
          </p:nvSpPr>
          <p:spPr>
            <a:xfrm>
              <a:off x="5796136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28A954F7-CECC-4EED-8F4D-205E378FCD2A}"/>
                </a:ext>
              </a:extLst>
            </p:cNvPr>
            <p:cNvSpPr/>
            <p:nvPr/>
          </p:nvSpPr>
          <p:spPr>
            <a:xfrm>
              <a:off x="6083446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3F7309D7-48AA-4ED9-8833-9C81BC445E5C}"/>
                </a:ext>
              </a:extLst>
            </p:cNvPr>
            <p:cNvSpPr/>
            <p:nvPr/>
          </p:nvSpPr>
          <p:spPr>
            <a:xfrm>
              <a:off x="6372344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4B2064A5-FED9-4820-AFFA-1611A6A09E6D}"/>
                </a:ext>
              </a:extLst>
            </p:cNvPr>
            <p:cNvSpPr/>
            <p:nvPr/>
          </p:nvSpPr>
          <p:spPr>
            <a:xfrm>
              <a:off x="6659655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0A8AABE3-F519-40B1-80CE-1FACDD559DC2}"/>
                </a:ext>
              </a:extLst>
            </p:cNvPr>
            <p:cNvSpPr/>
            <p:nvPr/>
          </p:nvSpPr>
          <p:spPr>
            <a:xfrm>
              <a:off x="6948553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993285CC-EFC3-4EC6-8C9B-FBEF8FA4D02B}"/>
                </a:ext>
              </a:extLst>
            </p:cNvPr>
            <p:cNvSpPr/>
            <p:nvPr/>
          </p:nvSpPr>
          <p:spPr>
            <a:xfrm>
              <a:off x="7235863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7CDDF833-42C8-4588-AE27-48262BADF1DC}"/>
                </a:ext>
              </a:extLst>
            </p:cNvPr>
            <p:cNvSpPr/>
            <p:nvPr/>
          </p:nvSpPr>
          <p:spPr>
            <a:xfrm>
              <a:off x="7524760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49F5CA3C-21AC-4C11-90C6-BFD6FBA3A849}"/>
                </a:ext>
              </a:extLst>
            </p:cNvPr>
            <p:cNvSpPr/>
            <p:nvPr/>
          </p:nvSpPr>
          <p:spPr>
            <a:xfrm>
              <a:off x="7812071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1B0D6D62-5E24-4405-A469-F32289F029C2}"/>
                </a:ext>
              </a:extLst>
            </p:cNvPr>
            <p:cNvSpPr/>
            <p:nvPr/>
          </p:nvSpPr>
          <p:spPr>
            <a:xfrm>
              <a:off x="8100969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04CA08AD-94D7-425C-9E97-32A71145B903}"/>
                </a:ext>
              </a:extLst>
            </p:cNvPr>
            <p:cNvSpPr/>
            <p:nvPr/>
          </p:nvSpPr>
          <p:spPr>
            <a:xfrm>
              <a:off x="8388279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30F65D5E-9FF6-4E31-92FC-D202A11DF037}"/>
                </a:ext>
              </a:extLst>
            </p:cNvPr>
            <p:cNvSpPr/>
            <p:nvPr/>
          </p:nvSpPr>
          <p:spPr>
            <a:xfrm>
              <a:off x="8677177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66C48702-CD7B-4657-8092-A4609F8573F6}"/>
                </a:ext>
              </a:extLst>
            </p:cNvPr>
            <p:cNvSpPr/>
            <p:nvPr/>
          </p:nvSpPr>
          <p:spPr>
            <a:xfrm>
              <a:off x="2915094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4E228433-088E-4592-8880-834D301F1EC1}"/>
                </a:ext>
              </a:extLst>
            </p:cNvPr>
            <p:cNvSpPr/>
            <p:nvPr/>
          </p:nvSpPr>
          <p:spPr>
            <a:xfrm>
              <a:off x="3203992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F281F6ED-7441-4CD6-9D94-B38AEC0D2E12}"/>
                </a:ext>
              </a:extLst>
            </p:cNvPr>
            <p:cNvSpPr/>
            <p:nvPr/>
          </p:nvSpPr>
          <p:spPr>
            <a:xfrm>
              <a:off x="2627784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</p:grpSp>
      <p:grpSp>
        <p:nvGrpSpPr>
          <p:cNvPr id="3" name="Group 459">
            <a:extLst>
              <a:ext uri="{FF2B5EF4-FFF2-40B4-BE49-F238E27FC236}">
                <a16:creationId xmlns:a16="http://schemas.microsoft.com/office/drawing/2014/main" id="{80701ED7-074E-4184-BCE7-55F52D790A59}"/>
              </a:ext>
            </a:extLst>
          </p:cNvPr>
          <p:cNvGrpSpPr>
            <a:grpSpLocks/>
          </p:cNvGrpSpPr>
          <p:nvPr/>
        </p:nvGrpSpPr>
        <p:grpSpPr bwMode="auto">
          <a:xfrm>
            <a:off x="5314633" y="4724400"/>
            <a:ext cx="4813618" cy="1296988"/>
            <a:chOff x="3791208" y="5229200"/>
            <a:chExt cx="4813247" cy="1296144"/>
          </a:xfrm>
        </p:grpSpPr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21E1D7C5-399E-45CE-8A2C-0618801BF0BC}"/>
                </a:ext>
              </a:extLst>
            </p:cNvPr>
            <p:cNvSpPr txBox="1"/>
            <p:nvPr/>
          </p:nvSpPr>
          <p:spPr>
            <a:xfrm>
              <a:off x="3791208" y="5229200"/>
              <a:ext cx="492405" cy="832896"/>
            </a:xfrm>
            <a:prstGeom prst="rect">
              <a:avLst/>
            </a:prstGeom>
            <a:noFill/>
          </p:spPr>
          <p:txBody>
            <a:bodyPr vert="ver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sz="2000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Maths</a:t>
              </a:r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03A9EC00-EE04-4FA8-A9B9-3853B8A3348D}"/>
                </a:ext>
              </a:extLst>
            </p:cNvPr>
            <p:cNvSpPr txBox="1"/>
            <p:nvPr/>
          </p:nvSpPr>
          <p:spPr>
            <a:xfrm>
              <a:off x="4643630" y="5229200"/>
              <a:ext cx="492405" cy="1296144"/>
            </a:xfrm>
            <a:prstGeom prst="rect">
              <a:avLst/>
            </a:prstGeom>
            <a:noFill/>
          </p:spPr>
          <p:txBody>
            <a:bodyPr vert="ver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sz="2000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English</a:t>
              </a:r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1D2EF00C-0406-45BE-B4B7-F590ABC70B9F}"/>
                </a:ext>
              </a:extLst>
            </p:cNvPr>
            <p:cNvSpPr txBox="1"/>
            <p:nvPr/>
          </p:nvSpPr>
          <p:spPr>
            <a:xfrm>
              <a:off x="5519863" y="5229200"/>
              <a:ext cx="492405" cy="1296144"/>
            </a:xfrm>
            <a:prstGeom prst="rect">
              <a:avLst/>
            </a:prstGeom>
            <a:noFill/>
          </p:spPr>
          <p:txBody>
            <a:bodyPr vert="ver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sz="2000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Science</a:t>
              </a:r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2FCA01BE-73EC-4CEC-8456-CC735E85886B}"/>
                </a:ext>
              </a:extLst>
            </p:cNvPr>
            <p:cNvSpPr txBox="1"/>
            <p:nvPr/>
          </p:nvSpPr>
          <p:spPr>
            <a:xfrm>
              <a:off x="6383396" y="5229200"/>
              <a:ext cx="492405" cy="832896"/>
            </a:xfrm>
            <a:prstGeom prst="rect">
              <a:avLst/>
            </a:prstGeom>
            <a:noFill/>
          </p:spPr>
          <p:txBody>
            <a:bodyPr vert="ver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sz="2000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Art</a:t>
              </a:r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830D4AA2-5AAD-4C56-9CF6-A17E5F39B68D}"/>
                </a:ext>
              </a:extLst>
            </p:cNvPr>
            <p:cNvSpPr txBox="1"/>
            <p:nvPr/>
          </p:nvSpPr>
          <p:spPr>
            <a:xfrm>
              <a:off x="7248518" y="5229200"/>
              <a:ext cx="492405" cy="832896"/>
            </a:xfrm>
            <a:prstGeom prst="rect">
              <a:avLst/>
            </a:prstGeom>
            <a:noFill/>
          </p:spPr>
          <p:txBody>
            <a:bodyPr vert="ver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sz="2000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PE</a:t>
              </a: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E72BD310-3B88-464B-B54E-65B8D2FC9810}"/>
                </a:ext>
              </a:extLst>
            </p:cNvPr>
            <p:cNvSpPr txBox="1"/>
            <p:nvPr/>
          </p:nvSpPr>
          <p:spPr>
            <a:xfrm>
              <a:off x="8112050" y="5229200"/>
              <a:ext cx="492405" cy="1080384"/>
            </a:xfrm>
            <a:prstGeom prst="rect">
              <a:avLst/>
            </a:prstGeom>
            <a:noFill/>
          </p:spPr>
          <p:txBody>
            <a:bodyPr vert="ver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sz="2000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History</a:t>
              </a:r>
            </a:p>
          </p:txBody>
        </p:sp>
      </p:grpSp>
      <p:grpSp>
        <p:nvGrpSpPr>
          <p:cNvPr id="4" name="Group 499">
            <a:extLst>
              <a:ext uri="{FF2B5EF4-FFF2-40B4-BE49-F238E27FC236}">
                <a16:creationId xmlns:a16="http://schemas.microsoft.com/office/drawing/2014/main" id="{76AEE2A5-00FE-4B60-A00E-42EBCD46D428}"/>
              </a:ext>
            </a:extLst>
          </p:cNvPr>
          <p:cNvGrpSpPr>
            <a:grpSpLocks/>
          </p:cNvGrpSpPr>
          <p:nvPr/>
        </p:nvGrpSpPr>
        <p:grpSpPr bwMode="auto">
          <a:xfrm>
            <a:off x="4295776" y="498475"/>
            <a:ext cx="720725" cy="4370388"/>
            <a:chOff x="2771800" y="1290246"/>
            <a:chExt cx="720080" cy="4371002"/>
          </a:xfrm>
        </p:grpSpPr>
        <p:cxnSp>
          <p:nvCxnSpPr>
            <p:cNvPr id="462" name="Straight Arrow Connector 461">
              <a:extLst>
                <a:ext uri="{FF2B5EF4-FFF2-40B4-BE49-F238E27FC236}">
                  <a16:creationId xmlns:a16="http://schemas.microsoft.com/office/drawing/2014/main" id="{A10E2AEC-90F4-4D33-8586-0F38502E527F}"/>
                </a:ext>
              </a:extLst>
            </p:cNvPr>
            <p:cNvCxnSpPr/>
            <p:nvPr/>
          </p:nvCxnSpPr>
          <p:spPr>
            <a:xfrm flipV="1">
              <a:off x="3491880" y="1341053"/>
              <a:ext cx="0" cy="417571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E81780DC-2936-42D5-A63C-CE7C3F3E5226}"/>
                </a:ext>
              </a:extLst>
            </p:cNvPr>
            <p:cNvCxnSpPr/>
            <p:nvPr/>
          </p:nvCxnSpPr>
          <p:spPr>
            <a:xfrm flipH="1" flipV="1">
              <a:off x="3347547" y="5516765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BFF41914-976C-44D4-AE63-1A8BEE3AFBE4}"/>
                </a:ext>
              </a:extLst>
            </p:cNvPr>
            <p:cNvCxnSpPr/>
            <p:nvPr/>
          </p:nvCxnSpPr>
          <p:spPr>
            <a:xfrm flipH="1" flipV="1">
              <a:off x="3347547" y="5229387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DED9FE6F-74C4-414E-8016-47DAEBF57244}"/>
                </a:ext>
              </a:extLst>
            </p:cNvPr>
            <p:cNvCxnSpPr/>
            <p:nvPr/>
          </p:nvCxnSpPr>
          <p:spPr>
            <a:xfrm flipH="1" flipV="1">
              <a:off x="3347547" y="4940422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422EFDA7-8636-44D5-B889-3D8D3A8F8D30}"/>
                </a:ext>
              </a:extLst>
            </p:cNvPr>
            <p:cNvCxnSpPr/>
            <p:nvPr/>
          </p:nvCxnSpPr>
          <p:spPr>
            <a:xfrm flipH="1" flipV="1">
              <a:off x="3347547" y="4653043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430D1095-D093-46F6-A8C9-E4390EBD9934}"/>
                </a:ext>
              </a:extLst>
            </p:cNvPr>
            <p:cNvCxnSpPr/>
            <p:nvPr/>
          </p:nvCxnSpPr>
          <p:spPr>
            <a:xfrm flipH="1" flipV="1">
              <a:off x="3347547" y="4365666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FBA4AB5A-1623-4E38-AF7A-5503201D3E47}"/>
                </a:ext>
              </a:extLst>
            </p:cNvPr>
            <p:cNvCxnSpPr/>
            <p:nvPr/>
          </p:nvCxnSpPr>
          <p:spPr>
            <a:xfrm flipH="1" flipV="1">
              <a:off x="3347547" y="4076700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6EBA32A8-2D74-467C-80F8-6A1E85E79948}"/>
                </a:ext>
              </a:extLst>
            </p:cNvPr>
            <p:cNvCxnSpPr/>
            <p:nvPr/>
          </p:nvCxnSpPr>
          <p:spPr>
            <a:xfrm flipH="1" flipV="1">
              <a:off x="3347547" y="3789322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00CF5213-3812-4652-94D1-8F47749650F8}"/>
                </a:ext>
              </a:extLst>
            </p:cNvPr>
            <p:cNvCxnSpPr/>
            <p:nvPr/>
          </p:nvCxnSpPr>
          <p:spPr>
            <a:xfrm flipH="1" flipV="1">
              <a:off x="3347547" y="3500356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CA629A15-C8F3-4985-926E-7977FA2BD5E4}"/>
                </a:ext>
              </a:extLst>
            </p:cNvPr>
            <p:cNvCxnSpPr/>
            <p:nvPr/>
          </p:nvCxnSpPr>
          <p:spPr>
            <a:xfrm flipH="1" flipV="1">
              <a:off x="3347547" y="3212979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D0B8C97F-6D1F-4884-9493-A3292F3F55B8}"/>
                </a:ext>
              </a:extLst>
            </p:cNvPr>
            <p:cNvCxnSpPr/>
            <p:nvPr/>
          </p:nvCxnSpPr>
          <p:spPr>
            <a:xfrm flipH="1" flipV="1">
              <a:off x="3347547" y="2925601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5714C36C-AF95-4F31-A96F-89F996A70C84}"/>
                </a:ext>
              </a:extLst>
            </p:cNvPr>
            <p:cNvCxnSpPr/>
            <p:nvPr/>
          </p:nvCxnSpPr>
          <p:spPr>
            <a:xfrm flipH="1" flipV="1">
              <a:off x="3347547" y="2636635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C7FBD804-3FC6-44A8-BAAB-4F58CD57ABFC}"/>
                </a:ext>
              </a:extLst>
            </p:cNvPr>
            <p:cNvCxnSpPr/>
            <p:nvPr/>
          </p:nvCxnSpPr>
          <p:spPr>
            <a:xfrm flipH="1" flipV="1">
              <a:off x="3347547" y="2349258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58A93277-9614-484A-9168-80E5A99121BA}"/>
                </a:ext>
              </a:extLst>
            </p:cNvPr>
            <p:cNvCxnSpPr/>
            <p:nvPr/>
          </p:nvCxnSpPr>
          <p:spPr>
            <a:xfrm flipH="1" flipV="1">
              <a:off x="3347547" y="2060292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222B8451-735F-4A9E-8998-13DF7BF552AE}"/>
                </a:ext>
              </a:extLst>
            </p:cNvPr>
            <p:cNvCxnSpPr/>
            <p:nvPr/>
          </p:nvCxnSpPr>
          <p:spPr>
            <a:xfrm flipH="1" flipV="1">
              <a:off x="3347547" y="1772914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DD37A1B1-B953-4280-B126-2852A2CE65A3}"/>
                </a:ext>
              </a:extLst>
            </p:cNvPr>
            <p:cNvCxnSpPr/>
            <p:nvPr/>
          </p:nvCxnSpPr>
          <p:spPr>
            <a:xfrm flipH="1" flipV="1">
              <a:off x="3347547" y="1485536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07" name="TextBox 481">
              <a:extLst>
                <a:ext uri="{FF2B5EF4-FFF2-40B4-BE49-F238E27FC236}">
                  <a16:creationId xmlns:a16="http://schemas.microsoft.com/office/drawing/2014/main" id="{EC96B018-DE99-4A85-9094-EFA74EE78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5322694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0</a:t>
              </a:r>
            </a:p>
          </p:txBody>
        </p:sp>
        <p:sp>
          <p:nvSpPr>
            <p:cNvPr id="6208" name="TextBox 482">
              <a:extLst>
                <a:ext uri="{FF2B5EF4-FFF2-40B4-BE49-F238E27FC236}">
                  <a16:creationId xmlns:a16="http://schemas.microsoft.com/office/drawing/2014/main" id="{E366E3F3-68F5-45E4-9242-2433D94E8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5034662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1</a:t>
              </a:r>
            </a:p>
          </p:txBody>
        </p:sp>
        <p:sp>
          <p:nvSpPr>
            <p:cNvPr id="6209" name="TextBox 483">
              <a:extLst>
                <a:ext uri="{FF2B5EF4-FFF2-40B4-BE49-F238E27FC236}">
                  <a16:creationId xmlns:a16="http://schemas.microsoft.com/office/drawing/2014/main" id="{ACF3517E-59B4-4549-AA49-35E5D1283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2" y="4746630"/>
              <a:ext cx="29848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2</a:t>
              </a:r>
            </a:p>
          </p:txBody>
        </p:sp>
        <p:sp>
          <p:nvSpPr>
            <p:cNvPr id="6210" name="TextBox 484">
              <a:extLst>
                <a:ext uri="{FF2B5EF4-FFF2-40B4-BE49-F238E27FC236}">
                  <a16:creationId xmlns:a16="http://schemas.microsoft.com/office/drawing/2014/main" id="{A0DFE9CE-BAA4-4768-B77A-EE34B9133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4458598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3</a:t>
              </a:r>
            </a:p>
          </p:txBody>
        </p:sp>
        <p:sp>
          <p:nvSpPr>
            <p:cNvPr id="6211" name="TextBox 487">
              <a:extLst>
                <a:ext uri="{FF2B5EF4-FFF2-40B4-BE49-F238E27FC236}">
                  <a16:creationId xmlns:a16="http://schemas.microsoft.com/office/drawing/2014/main" id="{7D8255A6-1973-4DDB-8C00-47A2959D2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4170566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4</a:t>
              </a:r>
            </a:p>
          </p:txBody>
        </p:sp>
        <p:sp>
          <p:nvSpPr>
            <p:cNvPr id="6212" name="TextBox 488">
              <a:extLst>
                <a:ext uri="{FF2B5EF4-FFF2-40B4-BE49-F238E27FC236}">
                  <a16:creationId xmlns:a16="http://schemas.microsoft.com/office/drawing/2014/main" id="{B3F5B07A-69E0-472E-B5B3-8552A9ADE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3882534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5</a:t>
              </a:r>
            </a:p>
          </p:txBody>
        </p:sp>
        <p:sp>
          <p:nvSpPr>
            <p:cNvPr id="6213" name="TextBox 489">
              <a:extLst>
                <a:ext uri="{FF2B5EF4-FFF2-40B4-BE49-F238E27FC236}">
                  <a16:creationId xmlns:a16="http://schemas.microsoft.com/office/drawing/2014/main" id="{70D32235-FE6C-4680-BDC7-FF27EB1E9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2" y="3594502"/>
              <a:ext cx="29848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6</a:t>
              </a:r>
            </a:p>
          </p:txBody>
        </p:sp>
        <p:sp>
          <p:nvSpPr>
            <p:cNvPr id="6214" name="TextBox 490">
              <a:extLst>
                <a:ext uri="{FF2B5EF4-FFF2-40B4-BE49-F238E27FC236}">
                  <a16:creationId xmlns:a16="http://schemas.microsoft.com/office/drawing/2014/main" id="{24F029CF-54E5-4D54-903E-8724558EE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3306470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7</a:t>
              </a:r>
            </a:p>
          </p:txBody>
        </p:sp>
        <p:sp>
          <p:nvSpPr>
            <p:cNvPr id="6215" name="TextBox 491">
              <a:extLst>
                <a:ext uri="{FF2B5EF4-FFF2-40B4-BE49-F238E27FC236}">
                  <a16:creationId xmlns:a16="http://schemas.microsoft.com/office/drawing/2014/main" id="{A91A7278-80B6-40E4-9638-A193B3C2E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2" y="3018438"/>
              <a:ext cx="29848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8</a:t>
              </a:r>
            </a:p>
          </p:txBody>
        </p:sp>
        <p:sp>
          <p:nvSpPr>
            <p:cNvPr id="6216" name="TextBox 492">
              <a:extLst>
                <a:ext uri="{FF2B5EF4-FFF2-40B4-BE49-F238E27FC236}">
                  <a16:creationId xmlns:a16="http://schemas.microsoft.com/office/drawing/2014/main" id="{807927F5-57BA-483E-8338-6BEB92DDA2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2730406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9</a:t>
              </a:r>
            </a:p>
          </p:txBody>
        </p:sp>
        <p:sp>
          <p:nvSpPr>
            <p:cNvPr id="6217" name="TextBox 493">
              <a:extLst>
                <a:ext uri="{FF2B5EF4-FFF2-40B4-BE49-F238E27FC236}">
                  <a16:creationId xmlns:a16="http://schemas.microsoft.com/office/drawing/2014/main" id="{F27317CF-0B4D-4A74-AF0A-A99033158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580" y="2442374"/>
              <a:ext cx="41229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10</a:t>
              </a:r>
            </a:p>
          </p:txBody>
        </p:sp>
        <p:sp>
          <p:nvSpPr>
            <p:cNvPr id="6218" name="TextBox 494">
              <a:extLst>
                <a:ext uri="{FF2B5EF4-FFF2-40B4-BE49-F238E27FC236}">
                  <a16:creationId xmlns:a16="http://schemas.microsoft.com/office/drawing/2014/main" id="{2D6A6B90-0CB6-4ED4-B96D-E7944F975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2840" y="2154342"/>
              <a:ext cx="3970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11</a:t>
              </a:r>
            </a:p>
          </p:txBody>
        </p:sp>
        <p:sp>
          <p:nvSpPr>
            <p:cNvPr id="6219" name="TextBox 495">
              <a:extLst>
                <a:ext uri="{FF2B5EF4-FFF2-40B4-BE49-F238E27FC236}">
                  <a16:creationId xmlns:a16="http://schemas.microsoft.com/office/drawing/2014/main" id="{4AAA3209-1E4C-4257-9299-FE0FC0244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580" y="1866310"/>
              <a:ext cx="41229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12</a:t>
              </a:r>
            </a:p>
          </p:txBody>
        </p:sp>
        <p:sp>
          <p:nvSpPr>
            <p:cNvPr id="6220" name="TextBox 496">
              <a:extLst>
                <a:ext uri="{FF2B5EF4-FFF2-40B4-BE49-F238E27FC236}">
                  <a16:creationId xmlns:a16="http://schemas.microsoft.com/office/drawing/2014/main" id="{E1A08668-ABB6-47C5-A639-464947852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580" y="1578278"/>
              <a:ext cx="41229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13</a:t>
              </a:r>
            </a:p>
          </p:txBody>
        </p:sp>
        <p:sp>
          <p:nvSpPr>
            <p:cNvPr id="6221" name="TextBox 497">
              <a:extLst>
                <a:ext uri="{FF2B5EF4-FFF2-40B4-BE49-F238E27FC236}">
                  <a16:creationId xmlns:a16="http://schemas.microsoft.com/office/drawing/2014/main" id="{BE048918-0936-42CD-869A-60C0F3A0F2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580" y="1290246"/>
              <a:ext cx="41229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14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78603872-842B-4C10-914E-C7B1EFD8F236}"/>
                </a:ext>
              </a:extLst>
            </p:cNvPr>
            <p:cNvSpPr txBox="1"/>
            <p:nvPr/>
          </p:nvSpPr>
          <p:spPr>
            <a:xfrm>
              <a:off x="2771800" y="1484784"/>
              <a:ext cx="461252" cy="4032447"/>
            </a:xfrm>
            <a:prstGeom prst="rect">
              <a:avLst/>
            </a:prstGeom>
            <a:noFill/>
          </p:spPr>
          <p:txBody>
            <a:bodyPr vert="vert27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Frequency</a:t>
              </a:r>
            </a:p>
          </p:txBody>
        </p:sp>
      </p:grpSp>
      <p:sp>
        <p:nvSpPr>
          <p:cNvPr id="501" name="Rectangle 500">
            <a:extLst>
              <a:ext uri="{FF2B5EF4-FFF2-40B4-BE49-F238E27FC236}">
                <a16:creationId xmlns:a16="http://schemas.microsoft.com/office/drawing/2014/main" id="{57493361-D044-49DB-9B4B-837EAADFB11D}"/>
              </a:ext>
            </a:extLst>
          </p:cNvPr>
          <p:cNvSpPr/>
          <p:nvPr/>
        </p:nvSpPr>
        <p:spPr>
          <a:xfrm>
            <a:off x="5303838" y="2420938"/>
            <a:ext cx="576262" cy="230346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5E3F7BF4-458D-4865-BE25-31361414C99D}"/>
              </a:ext>
            </a:extLst>
          </p:cNvPr>
          <p:cNvSpPr/>
          <p:nvPr/>
        </p:nvSpPr>
        <p:spPr>
          <a:xfrm>
            <a:off x="6167438" y="1844676"/>
            <a:ext cx="576262" cy="2879725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0BF9AD47-2560-42C4-8638-F0A10D75A6F2}"/>
              </a:ext>
            </a:extLst>
          </p:cNvPr>
          <p:cNvSpPr/>
          <p:nvPr/>
        </p:nvSpPr>
        <p:spPr>
          <a:xfrm>
            <a:off x="7032626" y="2133600"/>
            <a:ext cx="576263" cy="25908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1BCF8C08-0D83-44CC-BC33-27A2C242816F}"/>
              </a:ext>
            </a:extLst>
          </p:cNvPr>
          <p:cNvSpPr/>
          <p:nvPr/>
        </p:nvSpPr>
        <p:spPr>
          <a:xfrm>
            <a:off x="7896226" y="1268414"/>
            <a:ext cx="576263" cy="345598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CF52BE1B-B465-46E2-8124-D5D2A8E32C74}"/>
              </a:ext>
            </a:extLst>
          </p:cNvPr>
          <p:cNvSpPr/>
          <p:nvPr/>
        </p:nvSpPr>
        <p:spPr>
          <a:xfrm>
            <a:off x="8759826" y="692150"/>
            <a:ext cx="576263" cy="403225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C3DCA04A-409A-4650-BA3C-65CFF9B82B8C}"/>
              </a:ext>
            </a:extLst>
          </p:cNvPr>
          <p:cNvSpPr/>
          <p:nvPr/>
        </p:nvSpPr>
        <p:spPr>
          <a:xfrm>
            <a:off x="9625014" y="2708276"/>
            <a:ext cx="574675" cy="2016125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grpSp>
        <p:nvGrpSpPr>
          <p:cNvPr id="5" name="Group 452">
            <a:extLst>
              <a:ext uri="{FF2B5EF4-FFF2-40B4-BE49-F238E27FC236}">
                <a16:creationId xmlns:a16="http://schemas.microsoft.com/office/drawing/2014/main" id="{ADF003E9-0A4D-49E6-A6F4-E228A4055A28}"/>
              </a:ext>
            </a:extLst>
          </p:cNvPr>
          <p:cNvGrpSpPr>
            <a:grpSpLocks/>
          </p:cNvGrpSpPr>
          <p:nvPr/>
        </p:nvGrpSpPr>
        <p:grpSpPr bwMode="auto">
          <a:xfrm>
            <a:off x="5016501" y="4724401"/>
            <a:ext cx="5472113" cy="144463"/>
            <a:chOff x="3491880" y="5228575"/>
            <a:chExt cx="5472608" cy="146145"/>
          </a:xfrm>
        </p:grpSpPr>
        <p:cxnSp>
          <p:nvCxnSpPr>
            <p:cNvPr id="439" name="Straight Arrow Connector 438">
              <a:extLst>
                <a:ext uri="{FF2B5EF4-FFF2-40B4-BE49-F238E27FC236}">
                  <a16:creationId xmlns:a16="http://schemas.microsoft.com/office/drawing/2014/main" id="{5A140977-644E-4C8F-9B91-E40C9776DE05}"/>
                </a:ext>
              </a:extLst>
            </p:cNvPr>
            <p:cNvCxnSpPr/>
            <p:nvPr/>
          </p:nvCxnSpPr>
          <p:spPr>
            <a:xfrm>
              <a:off x="3491880" y="5228575"/>
              <a:ext cx="547260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D4F127EC-91E5-41D2-880E-CF19B01D3454}"/>
                </a:ext>
              </a:extLst>
            </p:cNvPr>
            <p:cNvCxnSpPr/>
            <p:nvPr/>
          </p:nvCxnSpPr>
          <p:spPr>
            <a:xfrm>
              <a:off x="3779244" y="5230181"/>
              <a:ext cx="0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59ABA1C1-EFF4-4EE3-91A1-A121B6E60745}"/>
                </a:ext>
              </a:extLst>
            </p:cNvPr>
            <p:cNvCxnSpPr/>
            <p:nvPr/>
          </p:nvCxnSpPr>
          <p:spPr>
            <a:xfrm>
              <a:off x="4355558" y="5228575"/>
              <a:ext cx="0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4F5F988B-C9C7-414E-810F-9F0A30A1EB9D}"/>
                </a:ext>
              </a:extLst>
            </p:cNvPr>
            <p:cNvCxnSpPr/>
            <p:nvPr/>
          </p:nvCxnSpPr>
          <p:spPr>
            <a:xfrm>
              <a:off x="4644509" y="5228575"/>
              <a:ext cx="0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25E19C83-CC0D-419C-9519-66C3A4AA269A}"/>
                </a:ext>
              </a:extLst>
            </p:cNvPr>
            <p:cNvCxnSpPr/>
            <p:nvPr/>
          </p:nvCxnSpPr>
          <p:spPr>
            <a:xfrm>
              <a:off x="5219236" y="5228575"/>
              <a:ext cx="1588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A64A8CA3-61F2-45B1-81A4-BCCF17FE1660}"/>
                </a:ext>
              </a:extLst>
            </p:cNvPr>
            <p:cNvCxnSpPr/>
            <p:nvPr/>
          </p:nvCxnSpPr>
          <p:spPr>
            <a:xfrm>
              <a:off x="5508187" y="5228575"/>
              <a:ext cx="0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25F585C3-C856-41F8-9386-8DCA2153B056}"/>
                </a:ext>
              </a:extLst>
            </p:cNvPr>
            <p:cNvCxnSpPr/>
            <p:nvPr/>
          </p:nvCxnSpPr>
          <p:spPr>
            <a:xfrm>
              <a:off x="6084503" y="5228575"/>
              <a:ext cx="0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A793EB2F-6A85-447C-A484-97BCF0FA5FA6}"/>
                </a:ext>
              </a:extLst>
            </p:cNvPr>
            <p:cNvCxnSpPr/>
            <p:nvPr/>
          </p:nvCxnSpPr>
          <p:spPr>
            <a:xfrm>
              <a:off x="6371865" y="5228575"/>
              <a:ext cx="0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EC01CC25-FD7D-44DA-B733-42CEB1FC43C1}"/>
                </a:ext>
              </a:extLst>
            </p:cNvPr>
            <p:cNvCxnSpPr/>
            <p:nvPr/>
          </p:nvCxnSpPr>
          <p:spPr>
            <a:xfrm>
              <a:off x="6948181" y="5228575"/>
              <a:ext cx="0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8CF598EA-7B5B-4025-9060-8B774850F771}"/>
                </a:ext>
              </a:extLst>
            </p:cNvPr>
            <p:cNvCxnSpPr/>
            <p:nvPr/>
          </p:nvCxnSpPr>
          <p:spPr>
            <a:xfrm>
              <a:off x="7235544" y="5228575"/>
              <a:ext cx="1588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4DA1981D-FAB2-40AE-B460-18E748CE3711}"/>
                </a:ext>
              </a:extLst>
            </p:cNvPr>
            <p:cNvCxnSpPr/>
            <p:nvPr/>
          </p:nvCxnSpPr>
          <p:spPr>
            <a:xfrm>
              <a:off x="7811859" y="5228575"/>
              <a:ext cx="0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C683FDB7-54DB-4746-8A57-A09906A5BE57}"/>
                </a:ext>
              </a:extLst>
            </p:cNvPr>
            <p:cNvCxnSpPr/>
            <p:nvPr/>
          </p:nvCxnSpPr>
          <p:spPr>
            <a:xfrm>
              <a:off x="8100810" y="5228575"/>
              <a:ext cx="0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3EDB1A67-F51D-41BD-8173-0FACE321F697}"/>
                </a:ext>
              </a:extLst>
            </p:cNvPr>
            <p:cNvCxnSpPr/>
            <p:nvPr/>
          </p:nvCxnSpPr>
          <p:spPr>
            <a:xfrm>
              <a:off x="8677124" y="5228575"/>
              <a:ext cx="0" cy="1445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0" name="Rectangle 509">
            <a:extLst>
              <a:ext uri="{FF2B5EF4-FFF2-40B4-BE49-F238E27FC236}">
                <a16:creationId xmlns:a16="http://schemas.microsoft.com/office/drawing/2014/main" id="{F874C9DE-CB15-4FC9-B765-08BED0418304}"/>
              </a:ext>
            </a:extLst>
          </p:cNvPr>
          <p:cNvSpPr/>
          <p:nvPr/>
        </p:nvSpPr>
        <p:spPr>
          <a:xfrm>
            <a:off x="2136776" y="5732464"/>
            <a:ext cx="5688013" cy="5048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Which subject was most popular?</a:t>
            </a: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AD328E13-3D1E-44D6-A73E-68350FCB8C21}"/>
              </a:ext>
            </a:extLst>
          </p:cNvPr>
          <p:cNvSpPr/>
          <p:nvPr/>
        </p:nvSpPr>
        <p:spPr>
          <a:xfrm>
            <a:off x="2136776" y="6308726"/>
            <a:ext cx="5688013" cy="5048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Work out the difference between PE and History.</a:t>
            </a: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E85BDDBF-942D-4006-A5CE-62BAD1EC809A}"/>
              </a:ext>
            </a:extLst>
          </p:cNvPr>
          <p:cNvSpPr/>
          <p:nvPr/>
        </p:nvSpPr>
        <p:spPr>
          <a:xfrm>
            <a:off x="1774826" y="5732464"/>
            <a:ext cx="288925" cy="2889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a</a:t>
            </a: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381489FB-FD88-4772-A891-F426659ED4C4}"/>
              </a:ext>
            </a:extLst>
          </p:cNvPr>
          <p:cNvSpPr/>
          <p:nvPr/>
        </p:nvSpPr>
        <p:spPr>
          <a:xfrm>
            <a:off x="1774826" y="6308726"/>
            <a:ext cx="288925" cy="2889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b</a:t>
            </a: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862F7360-F10D-4CD3-9387-ED11A5A33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6" y="5732464"/>
            <a:ext cx="492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prstClr val="black"/>
                </a:solidFill>
              </a:rPr>
              <a:t>PE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ED97B28B-7670-40D7-BD0A-2C544C877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6" y="6237289"/>
            <a:ext cx="1217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prstClr val="black"/>
                </a:solidFill>
              </a:rPr>
              <a:t>14 – 7 =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" grpId="0" animBg="1"/>
      <p:bldP spid="504" grpId="0" animBg="1"/>
      <p:bldP spid="505" grpId="0" animBg="1"/>
      <p:bldP spid="506" grpId="0" animBg="1"/>
      <p:bldP spid="507" grpId="0" animBg="1"/>
      <p:bldP spid="508" grpId="0" animBg="1"/>
      <p:bldP spid="440" grpId="0"/>
      <p:bldP spid="4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7689-F1D9-4F64-B0A9-D927EEEE7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bar charts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2744A-12F5-4689-9C05-79FD16AF6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>
                <a:hlinkClick r:id="rId2"/>
              </a:rPr>
              <a:t>https://www.youtube.com/watch?v=miFLfeDS4P0</a:t>
            </a: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For the next activity, use the lines on the grid for each category. (see first data entered)  </a:t>
            </a:r>
          </a:p>
        </p:txBody>
      </p:sp>
    </p:spTree>
    <p:extLst>
      <p:ext uri="{BB962C8B-B14F-4D97-AF65-F5344CB8AC3E}">
        <p14:creationId xmlns:p14="http://schemas.microsoft.com/office/powerpoint/2010/main" val="3789929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>
            <a:extLst>
              <a:ext uri="{FF2B5EF4-FFF2-40B4-BE49-F238E27FC236}">
                <a16:creationId xmlns:a16="http://schemas.microsoft.com/office/drawing/2014/main" id="{D6E70948-C281-4F29-9B92-28F83F233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9" y="-100013"/>
            <a:ext cx="8713787" cy="576263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2800" u="sng">
                <a:solidFill>
                  <a:srgbClr val="FF0000"/>
                </a:solidFill>
              </a:rPr>
              <a:t>Comparative Bar Charts:</a:t>
            </a:r>
            <a:endParaRPr lang="en-GB" altLang="en-US" sz="2000" u="sn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D8659E-FF58-4974-BB55-D65B5EF45815}"/>
              </a:ext>
            </a:extLst>
          </p:cNvPr>
          <p:cNvSpPr/>
          <p:nvPr/>
        </p:nvSpPr>
        <p:spPr>
          <a:xfrm>
            <a:off x="1631951" y="1700214"/>
            <a:ext cx="2447925" cy="1512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The information in the table shows the sports boys and girls  in year 7 enjoy the most.</a:t>
            </a:r>
          </a:p>
        </p:txBody>
      </p:sp>
      <p:grpSp>
        <p:nvGrpSpPr>
          <p:cNvPr id="7172" name="Group 436">
            <a:extLst>
              <a:ext uri="{FF2B5EF4-FFF2-40B4-BE49-F238E27FC236}">
                <a16:creationId xmlns:a16="http://schemas.microsoft.com/office/drawing/2014/main" id="{AF467D73-2097-43BF-B78C-DFA0BB3B4F4F}"/>
              </a:ext>
            </a:extLst>
          </p:cNvPr>
          <p:cNvGrpSpPr>
            <a:grpSpLocks/>
          </p:cNvGrpSpPr>
          <p:nvPr/>
        </p:nvGrpSpPr>
        <p:grpSpPr bwMode="auto">
          <a:xfrm>
            <a:off x="4151313" y="1844676"/>
            <a:ext cx="6337300" cy="4608513"/>
            <a:chOff x="2627784" y="1484784"/>
            <a:chExt cx="6336704" cy="460851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A3F22F3-9EDD-43D0-A8BE-28069AF3154E}"/>
                </a:ext>
              </a:extLst>
            </p:cNvPr>
            <p:cNvSpPr/>
            <p:nvPr/>
          </p:nvSpPr>
          <p:spPr>
            <a:xfrm>
              <a:off x="3491303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2D1C5DD-493B-4BBD-93E1-31CAE1D9D64D}"/>
                </a:ext>
              </a:extLst>
            </p:cNvPr>
            <p:cNvSpPr/>
            <p:nvPr/>
          </p:nvSpPr>
          <p:spPr>
            <a:xfrm>
              <a:off x="3780201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B391563-27A4-4EB3-BFB4-BEF57620A864}"/>
                </a:ext>
              </a:extLst>
            </p:cNvPr>
            <p:cNvSpPr/>
            <p:nvPr/>
          </p:nvSpPr>
          <p:spPr>
            <a:xfrm>
              <a:off x="4067511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263743A-9B42-4E9E-9B32-BC79CEACE05F}"/>
                </a:ext>
              </a:extLst>
            </p:cNvPr>
            <p:cNvSpPr/>
            <p:nvPr/>
          </p:nvSpPr>
          <p:spPr>
            <a:xfrm>
              <a:off x="4356408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D360F15-0630-43D7-B7E1-033F72FCF527}"/>
                </a:ext>
              </a:extLst>
            </p:cNvPr>
            <p:cNvSpPr/>
            <p:nvPr/>
          </p:nvSpPr>
          <p:spPr>
            <a:xfrm>
              <a:off x="4643719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A2DF825-94A6-450F-BCEC-51B8126057CD}"/>
                </a:ext>
              </a:extLst>
            </p:cNvPr>
            <p:cNvSpPr/>
            <p:nvPr/>
          </p:nvSpPr>
          <p:spPr>
            <a:xfrm>
              <a:off x="4932617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413B9BB-9C6E-4E0A-8353-06D20038817C}"/>
                </a:ext>
              </a:extLst>
            </p:cNvPr>
            <p:cNvSpPr/>
            <p:nvPr/>
          </p:nvSpPr>
          <p:spPr>
            <a:xfrm>
              <a:off x="5219927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103960A-C8FC-476C-8DC6-574B4E6D478A}"/>
                </a:ext>
              </a:extLst>
            </p:cNvPr>
            <p:cNvSpPr/>
            <p:nvPr/>
          </p:nvSpPr>
          <p:spPr>
            <a:xfrm>
              <a:off x="5508825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50BFB92-6551-4EAB-BE03-3CA1BF286881}"/>
                </a:ext>
              </a:extLst>
            </p:cNvPr>
            <p:cNvSpPr/>
            <p:nvPr/>
          </p:nvSpPr>
          <p:spPr>
            <a:xfrm>
              <a:off x="5796136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D99CB65-9F00-4FA0-AC1A-889DD547A589}"/>
                </a:ext>
              </a:extLst>
            </p:cNvPr>
            <p:cNvSpPr/>
            <p:nvPr/>
          </p:nvSpPr>
          <p:spPr>
            <a:xfrm>
              <a:off x="6083446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61E7764-C6BA-4A94-8A23-C44EECB696FC}"/>
                </a:ext>
              </a:extLst>
            </p:cNvPr>
            <p:cNvSpPr/>
            <p:nvPr/>
          </p:nvSpPr>
          <p:spPr>
            <a:xfrm>
              <a:off x="6372344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F0096F1-26EC-4BC4-9CE4-85BBDEAA87FB}"/>
                </a:ext>
              </a:extLst>
            </p:cNvPr>
            <p:cNvSpPr/>
            <p:nvPr/>
          </p:nvSpPr>
          <p:spPr>
            <a:xfrm>
              <a:off x="6659655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6F6C141-E6A7-40AE-86E1-52CB069AC2C7}"/>
                </a:ext>
              </a:extLst>
            </p:cNvPr>
            <p:cNvSpPr/>
            <p:nvPr/>
          </p:nvSpPr>
          <p:spPr>
            <a:xfrm>
              <a:off x="6948553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71F77FE-00B1-434C-A1D9-52D076F90F37}"/>
                </a:ext>
              </a:extLst>
            </p:cNvPr>
            <p:cNvSpPr/>
            <p:nvPr/>
          </p:nvSpPr>
          <p:spPr>
            <a:xfrm>
              <a:off x="7235863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9CD9D1D-4250-4865-B157-3CD909DF91BA}"/>
                </a:ext>
              </a:extLst>
            </p:cNvPr>
            <p:cNvSpPr/>
            <p:nvPr/>
          </p:nvSpPr>
          <p:spPr>
            <a:xfrm>
              <a:off x="7524760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4F9986D-C312-4AED-AFE6-4C4A2FCA1BC6}"/>
                </a:ext>
              </a:extLst>
            </p:cNvPr>
            <p:cNvSpPr/>
            <p:nvPr/>
          </p:nvSpPr>
          <p:spPr>
            <a:xfrm>
              <a:off x="7812071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667069B-92AF-4C16-8A66-5D0C1375FB07}"/>
                </a:ext>
              </a:extLst>
            </p:cNvPr>
            <p:cNvSpPr/>
            <p:nvPr/>
          </p:nvSpPr>
          <p:spPr>
            <a:xfrm>
              <a:off x="8100969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2A44FD8-6637-476B-B736-773DFC31A4AE}"/>
                </a:ext>
              </a:extLst>
            </p:cNvPr>
            <p:cNvSpPr/>
            <p:nvPr/>
          </p:nvSpPr>
          <p:spPr>
            <a:xfrm>
              <a:off x="8388279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02499A3-77EF-4E52-90B6-72F24DCF9EF9}"/>
                </a:ext>
              </a:extLst>
            </p:cNvPr>
            <p:cNvSpPr/>
            <p:nvPr/>
          </p:nvSpPr>
          <p:spPr>
            <a:xfrm>
              <a:off x="8677177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37C143C-31FC-477D-9204-408BC9D8AB5B}"/>
                </a:ext>
              </a:extLst>
            </p:cNvPr>
            <p:cNvSpPr/>
            <p:nvPr/>
          </p:nvSpPr>
          <p:spPr>
            <a:xfrm>
              <a:off x="2915094" y="5805958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5D2AEB6-B13B-4DC6-A81F-382A487AB3C5}"/>
                </a:ext>
              </a:extLst>
            </p:cNvPr>
            <p:cNvSpPr/>
            <p:nvPr/>
          </p:nvSpPr>
          <p:spPr>
            <a:xfrm>
              <a:off x="3203992" y="5805958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4427470-BCBC-4315-BA28-7DCE217B7D8B}"/>
                </a:ext>
              </a:extLst>
            </p:cNvPr>
            <p:cNvSpPr/>
            <p:nvPr/>
          </p:nvSpPr>
          <p:spPr>
            <a:xfrm>
              <a:off x="2627784" y="5805958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43F69CE-199A-4833-9D3D-7EE1B57C4E6D}"/>
                </a:ext>
              </a:extLst>
            </p:cNvPr>
            <p:cNvSpPr/>
            <p:nvPr/>
          </p:nvSpPr>
          <p:spPr>
            <a:xfrm>
              <a:off x="3491303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D1065BF-6A51-4B9E-B8D7-502F83979984}"/>
                </a:ext>
              </a:extLst>
            </p:cNvPr>
            <p:cNvSpPr/>
            <p:nvPr/>
          </p:nvSpPr>
          <p:spPr>
            <a:xfrm>
              <a:off x="3780201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705C255-E1B4-4AC7-A90E-808743B4AEFD}"/>
                </a:ext>
              </a:extLst>
            </p:cNvPr>
            <p:cNvSpPr/>
            <p:nvPr/>
          </p:nvSpPr>
          <p:spPr>
            <a:xfrm>
              <a:off x="4067511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012B9F4-FD7A-4BB7-85E6-31C692756481}"/>
                </a:ext>
              </a:extLst>
            </p:cNvPr>
            <p:cNvSpPr/>
            <p:nvPr/>
          </p:nvSpPr>
          <p:spPr>
            <a:xfrm>
              <a:off x="4356408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0311116-39F1-42DD-B918-74F8564D1958}"/>
                </a:ext>
              </a:extLst>
            </p:cNvPr>
            <p:cNvSpPr/>
            <p:nvPr/>
          </p:nvSpPr>
          <p:spPr>
            <a:xfrm>
              <a:off x="4643719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761F71F-840C-4F95-99D0-56D5122975FC}"/>
                </a:ext>
              </a:extLst>
            </p:cNvPr>
            <p:cNvSpPr/>
            <p:nvPr/>
          </p:nvSpPr>
          <p:spPr>
            <a:xfrm>
              <a:off x="4932617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7BB46DA-1051-4F7E-9FEA-8F28B2B15BAE}"/>
                </a:ext>
              </a:extLst>
            </p:cNvPr>
            <p:cNvSpPr/>
            <p:nvPr/>
          </p:nvSpPr>
          <p:spPr>
            <a:xfrm>
              <a:off x="5219927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303B09C-69A0-4680-8A5B-899B3B6FBBE2}"/>
                </a:ext>
              </a:extLst>
            </p:cNvPr>
            <p:cNvSpPr/>
            <p:nvPr/>
          </p:nvSpPr>
          <p:spPr>
            <a:xfrm>
              <a:off x="5508825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83D7D81-456B-4362-ABBE-FA1E73DC767E}"/>
                </a:ext>
              </a:extLst>
            </p:cNvPr>
            <p:cNvSpPr/>
            <p:nvPr/>
          </p:nvSpPr>
          <p:spPr>
            <a:xfrm>
              <a:off x="5796136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1F6F9565-2FC2-4FCC-AD00-69F190C047D2}"/>
                </a:ext>
              </a:extLst>
            </p:cNvPr>
            <p:cNvSpPr/>
            <p:nvPr/>
          </p:nvSpPr>
          <p:spPr>
            <a:xfrm>
              <a:off x="6083446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7DED185-5E7B-45C8-8C6A-634E2D365418}"/>
                </a:ext>
              </a:extLst>
            </p:cNvPr>
            <p:cNvSpPr/>
            <p:nvPr/>
          </p:nvSpPr>
          <p:spPr>
            <a:xfrm>
              <a:off x="6372344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A522E59-6D23-4FD4-B685-72AEF8F1C6AD}"/>
                </a:ext>
              </a:extLst>
            </p:cNvPr>
            <p:cNvSpPr/>
            <p:nvPr/>
          </p:nvSpPr>
          <p:spPr>
            <a:xfrm>
              <a:off x="6659655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2018F435-8C9E-4A30-96C2-EC271CF9F97E}"/>
                </a:ext>
              </a:extLst>
            </p:cNvPr>
            <p:cNvSpPr/>
            <p:nvPr/>
          </p:nvSpPr>
          <p:spPr>
            <a:xfrm>
              <a:off x="6948553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D794202-864B-4E1C-A643-B9242FAABBF2}"/>
                </a:ext>
              </a:extLst>
            </p:cNvPr>
            <p:cNvSpPr/>
            <p:nvPr/>
          </p:nvSpPr>
          <p:spPr>
            <a:xfrm>
              <a:off x="7235863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ECDC7F7-0B83-4112-9A2A-1625856F1A85}"/>
                </a:ext>
              </a:extLst>
            </p:cNvPr>
            <p:cNvSpPr/>
            <p:nvPr/>
          </p:nvSpPr>
          <p:spPr>
            <a:xfrm>
              <a:off x="7524760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DE71D09-A905-400F-9E22-58335BF8DBA0}"/>
                </a:ext>
              </a:extLst>
            </p:cNvPr>
            <p:cNvSpPr/>
            <p:nvPr/>
          </p:nvSpPr>
          <p:spPr>
            <a:xfrm>
              <a:off x="7812071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814EA07-7C43-417D-8248-17AEEABCBE37}"/>
                </a:ext>
              </a:extLst>
            </p:cNvPr>
            <p:cNvSpPr/>
            <p:nvPr/>
          </p:nvSpPr>
          <p:spPr>
            <a:xfrm>
              <a:off x="8100969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539FCA2-8959-4442-A35B-858314AEF156}"/>
                </a:ext>
              </a:extLst>
            </p:cNvPr>
            <p:cNvSpPr/>
            <p:nvPr/>
          </p:nvSpPr>
          <p:spPr>
            <a:xfrm>
              <a:off x="8388279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2E580669-E4F5-43E2-9C84-496F8A6DF9AD}"/>
                </a:ext>
              </a:extLst>
            </p:cNvPr>
            <p:cNvSpPr/>
            <p:nvPr/>
          </p:nvSpPr>
          <p:spPr>
            <a:xfrm>
              <a:off x="8677177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C5A2550D-62E5-42AD-BEC6-0DAABDC35042}"/>
                </a:ext>
              </a:extLst>
            </p:cNvPr>
            <p:cNvSpPr/>
            <p:nvPr/>
          </p:nvSpPr>
          <p:spPr>
            <a:xfrm>
              <a:off x="2915094" y="5517033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5433DA0F-93F7-49D1-9D56-53CB11477F2A}"/>
                </a:ext>
              </a:extLst>
            </p:cNvPr>
            <p:cNvSpPr/>
            <p:nvPr/>
          </p:nvSpPr>
          <p:spPr>
            <a:xfrm>
              <a:off x="3203992" y="5517033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5E71B27-C4D2-4B7F-A91F-FA2C46EE6962}"/>
                </a:ext>
              </a:extLst>
            </p:cNvPr>
            <p:cNvSpPr/>
            <p:nvPr/>
          </p:nvSpPr>
          <p:spPr>
            <a:xfrm>
              <a:off x="2627784" y="5517033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6345BF6-F7BC-4525-A1B9-2842C6ACDED4}"/>
                </a:ext>
              </a:extLst>
            </p:cNvPr>
            <p:cNvSpPr/>
            <p:nvPr/>
          </p:nvSpPr>
          <p:spPr>
            <a:xfrm>
              <a:off x="3491303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746188B-BEF0-4A33-858A-09E7EF993178}"/>
                </a:ext>
              </a:extLst>
            </p:cNvPr>
            <p:cNvSpPr/>
            <p:nvPr/>
          </p:nvSpPr>
          <p:spPr>
            <a:xfrm>
              <a:off x="3780201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dirty="0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1C622219-32C5-4EF9-9C56-F1D6B9E539E4}"/>
                </a:ext>
              </a:extLst>
            </p:cNvPr>
            <p:cNvSpPr/>
            <p:nvPr/>
          </p:nvSpPr>
          <p:spPr>
            <a:xfrm>
              <a:off x="4067511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BC09B00-88E5-4842-BE9A-4F8BD021C336}"/>
                </a:ext>
              </a:extLst>
            </p:cNvPr>
            <p:cNvSpPr/>
            <p:nvPr/>
          </p:nvSpPr>
          <p:spPr>
            <a:xfrm>
              <a:off x="4356408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0B6563A8-A443-47FA-8399-BB8D51A8B3C1}"/>
                </a:ext>
              </a:extLst>
            </p:cNvPr>
            <p:cNvSpPr/>
            <p:nvPr/>
          </p:nvSpPr>
          <p:spPr>
            <a:xfrm>
              <a:off x="4643719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6E8627D-B6AC-421A-9E82-DC705D8940EA}"/>
                </a:ext>
              </a:extLst>
            </p:cNvPr>
            <p:cNvSpPr/>
            <p:nvPr/>
          </p:nvSpPr>
          <p:spPr>
            <a:xfrm>
              <a:off x="4932617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7847530C-D21D-457A-8EDC-BC9434CFBCC0}"/>
                </a:ext>
              </a:extLst>
            </p:cNvPr>
            <p:cNvSpPr/>
            <p:nvPr/>
          </p:nvSpPr>
          <p:spPr>
            <a:xfrm>
              <a:off x="5219927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61DAA74A-58EF-428E-A79A-1FB75064AA84}"/>
                </a:ext>
              </a:extLst>
            </p:cNvPr>
            <p:cNvSpPr/>
            <p:nvPr/>
          </p:nvSpPr>
          <p:spPr>
            <a:xfrm>
              <a:off x="5508825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F0F2382-9679-43D2-B84D-316E00659D10}"/>
                </a:ext>
              </a:extLst>
            </p:cNvPr>
            <p:cNvSpPr/>
            <p:nvPr/>
          </p:nvSpPr>
          <p:spPr>
            <a:xfrm>
              <a:off x="5796136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671BDED5-2165-4735-A788-2875F97CC236}"/>
                </a:ext>
              </a:extLst>
            </p:cNvPr>
            <p:cNvSpPr/>
            <p:nvPr/>
          </p:nvSpPr>
          <p:spPr>
            <a:xfrm>
              <a:off x="6083446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D8B7ABE-55F3-4801-87C4-9FF3275D3C27}"/>
                </a:ext>
              </a:extLst>
            </p:cNvPr>
            <p:cNvSpPr/>
            <p:nvPr/>
          </p:nvSpPr>
          <p:spPr>
            <a:xfrm>
              <a:off x="6372344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BFC80B9-7D9F-4144-80DB-D24AD3C5CAF6}"/>
                </a:ext>
              </a:extLst>
            </p:cNvPr>
            <p:cNvSpPr/>
            <p:nvPr/>
          </p:nvSpPr>
          <p:spPr>
            <a:xfrm>
              <a:off x="6659655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C70B0B1-96D3-4843-91A4-7E5FAC4D872F}"/>
                </a:ext>
              </a:extLst>
            </p:cNvPr>
            <p:cNvSpPr/>
            <p:nvPr/>
          </p:nvSpPr>
          <p:spPr>
            <a:xfrm>
              <a:off x="6948553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7D2BF30-2340-4778-9D7B-BEA102554289}"/>
                </a:ext>
              </a:extLst>
            </p:cNvPr>
            <p:cNvSpPr/>
            <p:nvPr/>
          </p:nvSpPr>
          <p:spPr>
            <a:xfrm>
              <a:off x="7235863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63A3161-B616-402D-8FED-4B303CBB672C}"/>
                </a:ext>
              </a:extLst>
            </p:cNvPr>
            <p:cNvSpPr/>
            <p:nvPr/>
          </p:nvSpPr>
          <p:spPr>
            <a:xfrm>
              <a:off x="7524760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DF73D22D-A443-42C4-8E19-9C8CA1B94F25}"/>
                </a:ext>
              </a:extLst>
            </p:cNvPr>
            <p:cNvSpPr/>
            <p:nvPr/>
          </p:nvSpPr>
          <p:spPr>
            <a:xfrm>
              <a:off x="7812071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EA196653-4182-40A3-A2C6-983A10DCDD38}"/>
                </a:ext>
              </a:extLst>
            </p:cNvPr>
            <p:cNvSpPr/>
            <p:nvPr/>
          </p:nvSpPr>
          <p:spPr>
            <a:xfrm>
              <a:off x="8100969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6120D01-076F-4A5D-932B-93462AB9FC2F}"/>
                </a:ext>
              </a:extLst>
            </p:cNvPr>
            <p:cNvSpPr/>
            <p:nvPr/>
          </p:nvSpPr>
          <p:spPr>
            <a:xfrm>
              <a:off x="8388279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B06CFE9-43F0-4580-863F-E6B938AF21A1}"/>
                </a:ext>
              </a:extLst>
            </p:cNvPr>
            <p:cNvSpPr/>
            <p:nvPr/>
          </p:nvSpPr>
          <p:spPr>
            <a:xfrm>
              <a:off x="8677177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377522C-F52C-4A8C-AC15-6E525F65278B}"/>
                </a:ext>
              </a:extLst>
            </p:cNvPr>
            <p:cNvSpPr/>
            <p:nvPr/>
          </p:nvSpPr>
          <p:spPr>
            <a:xfrm>
              <a:off x="2915094" y="5229696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A9FBD03-3955-4E01-98C2-54A049D26306}"/>
                </a:ext>
              </a:extLst>
            </p:cNvPr>
            <p:cNvSpPr/>
            <p:nvPr/>
          </p:nvSpPr>
          <p:spPr>
            <a:xfrm>
              <a:off x="3203992" y="5229696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751E3C04-5767-4D2A-875F-481F30CCD3F9}"/>
                </a:ext>
              </a:extLst>
            </p:cNvPr>
            <p:cNvSpPr/>
            <p:nvPr/>
          </p:nvSpPr>
          <p:spPr>
            <a:xfrm>
              <a:off x="2627784" y="5229696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A109CAA-1BE2-43CF-853A-E369C9371E46}"/>
                </a:ext>
              </a:extLst>
            </p:cNvPr>
            <p:cNvSpPr/>
            <p:nvPr/>
          </p:nvSpPr>
          <p:spPr>
            <a:xfrm>
              <a:off x="3491303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B508AC4C-1CAC-42DC-BD81-D7CF5706E428}"/>
                </a:ext>
              </a:extLst>
            </p:cNvPr>
            <p:cNvSpPr/>
            <p:nvPr/>
          </p:nvSpPr>
          <p:spPr>
            <a:xfrm>
              <a:off x="3780201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61927487-010E-4860-8476-B6DE86E548DB}"/>
                </a:ext>
              </a:extLst>
            </p:cNvPr>
            <p:cNvSpPr/>
            <p:nvPr/>
          </p:nvSpPr>
          <p:spPr>
            <a:xfrm>
              <a:off x="4067511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7C8B23C-CA2D-4D67-B41A-C8A036E93541}"/>
                </a:ext>
              </a:extLst>
            </p:cNvPr>
            <p:cNvSpPr/>
            <p:nvPr/>
          </p:nvSpPr>
          <p:spPr>
            <a:xfrm>
              <a:off x="4356408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7DAFF28-AE2D-47CF-A486-25E5406B78BE}"/>
                </a:ext>
              </a:extLst>
            </p:cNvPr>
            <p:cNvSpPr/>
            <p:nvPr/>
          </p:nvSpPr>
          <p:spPr>
            <a:xfrm>
              <a:off x="4643719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BE477F0-D475-44E3-92B0-76F0918B827D}"/>
                </a:ext>
              </a:extLst>
            </p:cNvPr>
            <p:cNvSpPr/>
            <p:nvPr/>
          </p:nvSpPr>
          <p:spPr>
            <a:xfrm>
              <a:off x="4932617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DA570D92-ACC5-4C9C-9E58-F3FA3A7DC94E}"/>
                </a:ext>
              </a:extLst>
            </p:cNvPr>
            <p:cNvSpPr/>
            <p:nvPr/>
          </p:nvSpPr>
          <p:spPr>
            <a:xfrm>
              <a:off x="5219927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782696A-5333-488D-B43B-D0201104BF72}"/>
                </a:ext>
              </a:extLst>
            </p:cNvPr>
            <p:cNvSpPr/>
            <p:nvPr/>
          </p:nvSpPr>
          <p:spPr>
            <a:xfrm>
              <a:off x="5508825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CC1FF592-BE75-4415-8DB6-3F39E868B588}"/>
                </a:ext>
              </a:extLst>
            </p:cNvPr>
            <p:cNvSpPr/>
            <p:nvPr/>
          </p:nvSpPr>
          <p:spPr>
            <a:xfrm>
              <a:off x="5796136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1D0A90B6-8BAA-42E2-832E-C4B05BD18204}"/>
                </a:ext>
              </a:extLst>
            </p:cNvPr>
            <p:cNvSpPr/>
            <p:nvPr/>
          </p:nvSpPr>
          <p:spPr>
            <a:xfrm>
              <a:off x="6083446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7F90B80D-672E-48E6-87B1-A0B6A0F61C64}"/>
                </a:ext>
              </a:extLst>
            </p:cNvPr>
            <p:cNvSpPr/>
            <p:nvPr/>
          </p:nvSpPr>
          <p:spPr>
            <a:xfrm>
              <a:off x="6372344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00689F1C-094B-4A47-98C2-B4A548DFF2E7}"/>
                </a:ext>
              </a:extLst>
            </p:cNvPr>
            <p:cNvSpPr/>
            <p:nvPr/>
          </p:nvSpPr>
          <p:spPr>
            <a:xfrm>
              <a:off x="6659655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EA9EB646-7E9D-43E3-BB87-6CDB507520EB}"/>
                </a:ext>
              </a:extLst>
            </p:cNvPr>
            <p:cNvSpPr/>
            <p:nvPr/>
          </p:nvSpPr>
          <p:spPr>
            <a:xfrm>
              <a:off x="6948553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C775C8D2-0AD2-4FB4-82BE-FC358C68C3B5}"/>
                </a:ext>
              </a:extLst>
            </p:cNvPr>
            <p:cNvSpPr/>
            <p:nvPr/>
          </p:nvSpPr>
          <p:spPr>
            <a:xfrm>
              <a:off x="7235863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15691DE5-C426-4C2A-BEFC-C27D240B00AF}"/>
                </a:ext>
              </a:extLst>
            </p:cNvPr>
            <p:cNvSpPr/>
            <p:nvPr/>
          </p:nvSpPr>
          <p:spPr>
            <a:xfrm>
              <a:off x="7524760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65D122B6-52B6-472D-86E7-4B5346EDACAA}"/>
                </a:ext>
              </a:extLst>
            </p:cNvPr>
            <p:cNvSpPr/>
            <p:nvPr/>
          </p:nvSpPr>
          <p:spPr>
            <a:xfrm>
              <a:off x="7812071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5B865B04-04A4-47E6-8E83-C79EFE05630E}"/>
                </a:ext>
              </a:extLst>
            </p:cNvPr>
            <p:cNvSpPr/>
            <p:nvPr/>
          </p:nvSpPr>
          <p:spPr>
            <a:xfrm>
              <a:off x="8100969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B9C4FB4-6A71-4FD1-AEA9-7A14D36FA2D1}"/>
                </a:ext>
              </a:extLst>
            </p:cNvPr>
            <p:cNvSpPr/>
            <p:nvPr/>
          </p:nvSpPr>
          <p:spPr>
            <a:xfrm>
              <a:off x="8388279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4216F4DB-A29C-4A15-B48E-6B25D7456DB0}"/>
                </a:ext>
              </a:extLst>
            </p:cNvPr>
            <p:cNvSpPr/>
            <p:nvPr/>
          </p:nvSpPr>
          <p:spPr>
            <a:xfrm>
              <a:off x="8677177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AF70677E-20DD-43D1-ABAF-2C099B55BCB1}"/>
                </a:ext>
              </a:extLst>
            </p:cNvPr>
            <p:cNvSpPr/>
            <p:nvPr/>
          </p:nvSpPr>
          <p:spPr>
            <a:xfrm>
              <a:off x="2915094" y="4940771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36DC374A-A121-462C-BB1D-172B1672D830}"/>
                </a:ext>
              </a:extLst>
            </p:cNvPr>
            <p:cNvSpPr/>
            <p:nvPr/>
          </p:nvSpPr>
          <p:spPr>
            <a:xfrm>
              <a:off x="3203992" y="4940771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6384D91D-02C7-4FA3-9413-4837945EC0C6}"/>
                </a:ext>
              </a:extLst>
            </p:cNvPr>
            <p:cNvSpPr/>
            <p:nvPr/>
          </p:nvSpPr>
          <p:spPr>
            <a:xfrm>
              <a:off x="2627784" y="4940771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A9C7B1A-0BDF-477C-B9A1-BB8767143620}"/>
                </a:ext>
              </a:extLst>
            </p:cNvPr>
            <p:cNvSpPr/>
            <p:nvPr/>
          </p:nvSpPr>
          <p:spPr>
            <a:xfrm>
              <a:off x="3491303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CE1B80C4-1309-4A87-BA7D-B04000B32DA7}"/>
                </a:ext>
              </a:extLst>
            </p:cNvPr>
            <p:cNvSpPr/>
            <p:nvPr/>
          </p:nvSpPr>
          <p:spPr>
            <a:xfrm>
              <a:off x="3780201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F5B53A5E-3CDF-43C1-9FF1-57F60860631E}"/>
                </a:ext>
              </a:extLst>
            </p:cNvPr>
            <p:cNvSpPr/>
            <p:nvPr/>
          </p:nvSpPr>
          <p:spPr>
            <a:xfrm>
              <a:off x="4067511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E05D442-0C20-4413-9EF8-1BF2528B9C33}"/>
                </a:ext>
              </a:extLst>
            </p:cNvPr>
            <p:cNvSpPr/>
            <p:nvPr/>
          </p:nvSpPr>
          <p:spPr>
            <a:xfrm>
              <a:off x="4356408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939A0129-4293-40C3-95AF-CC88B38855EC}"/>
                </a:ext>
              </a:extLst>
            </p:cNvPr>
            <p:cNvSpPr/>
            <p:nvPr/>
          </p:nvSpPr>
          <p:spPr>
            <a:xfrm>
              <a:off x="4643719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98A5CCD7-A141-4E44-847E-5ECA8E01A453}"/>
                </a:ext>
              </a:extLst>
            </p:cNvPr>
            <p:cNvSpPr/>
            <p:nvPr/>
          </p:nvSpPr>
          <p:spPr>
            <a:xfrm>
              <a:off x="4932617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6A83AC1A-AA3F-4717-A00D-18387B4103D0}"/>
                </a:ext>
              </a:extLst>
            </p:cNvPr>
            <p:cNvSpPr/>
            <p:nvPr/>
          </p:nvSpPr>
          <p:spPr>
            <a:xfrm>
              <a:off x="5219927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21892960-DF86-48B1-AC62-1D5650F65C01}"/>
                </a:ext>
              </a:extLst>
            </p:cNvPr>
            <p:cNvSpPr/>
            <p:nvPr/>
          </p:nvSpPr>
          <p:spPr>
            <a:xfrm>
              <a:off x="5508825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98C7D644-876A-4E0C-8E51-1E0CCBB6B214}"/>
                </a:ext>
              </a:extLst>
            </p:cNvPr>
            <p:cNvSpPr/>
            <p:nvPr/>
          </p:nvSpPr>
          <p:spPr>
            <a:xfrm>
              <a:off x="5796136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580B5398-9F06-464A-AF5D-3A6AC1D958AD}"/>
                </a:ext>
              </a:extLst>
            </p:cNvPr>
            <p:cNvSpPr/>
            <p:nvPr/>
          </p:nvSpPr>
          <p:spPr>
            <a:xfrm>
              <a:off x="6083446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810A1E42-FB61-4074-A0ED-51B2C0634F1F}"/>
                </a:ext>
              </a:extLst>
            </p:cNvPr>
            <p:cNvSpPr/>
            <p:nvPr/>
          </p:nvSpPr>
          <p:spPr>
            <a:xfrm>
              <a:off x="6372344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CC598797-1DA6-4704-B2F0-3AFD9F63CB9D}"/>
                </a:ext>
              </a:extLst>
            </p:cNvPr>
            <p:cNvSpPr/>
            <p:nvPr/>
          </p:nvSpPr>
          <p:spPr>
            <a:xfrm>
              <a:off x="6659655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1EC26405-2838-4293-93F2-696176C74F3B}"/>
                </a:ext>
              </a:extLst>
            </p:cNvPr>
            <p:cNvSpPr/>
            <p:nvPr/>
          </p:nvSpPr>
          <p:spPr>
            <a:xfrm>
              <a:off x="6948553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540D7BE6-09F9-4D9C-B473-AC26CAC5C2F6}"/>
                </a:ext>
              </a:extLst>
            </p:cNvPr>
            <p:cNvSpPr/>
            <p:nvPr/>
          </p:nvSpPr>
          <p:spPr>
            <a:xfrm>
              <a:off x="7235863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24DC5798-1C12-4D3D-B62F-F82B55F750EF}"/>
                </a:ext>
              </a:extLst>
            </p:cNvPr>
            <p:cNvSpPr/>
            <p:nvPr/>
          </p:nvSpPr>
          <p:spPr>
            <a:xfrm>
              <a:off x="7524760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3CD91317-EB7F-4E81-B7BE-8EF0CEFFE42F}"/>
                </a:ext>
              </a:extLst>
            </p:cNvPr>
            <p:cNvSpPr/>
            <p:nvPr/>
          </p:nvSpPr>
          <p:spPr>
            <a:xfrm>
              <a:off x="7812071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A13EFCA9-E33C-4C05-A732-0BC7998B904F}"/>
                </a:ext>
              </a:extLst>
            </p:cNvPr>
            <p:cNvSpPr/>
            <p:nvPr/>
          </p:nvSpPr>
          <p:spPr>
            <a:xfrm>
              <a:off x="8100969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EF65365B-7504-4F25-BF61-E6575AE5DDC9}"/>
                </a:ext>
              </a:extLst>
            </p:cNvPr>
            <p:cNvSpPr/>
            <p:nvPr/>
          </p:nvSpPr>
          <p:spPr>
            <a:xfrm>
              <a:off x="8388279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047AF597-C0E6-4F0A-97E2-1AE71701D60D}"/>
                </a:ext>
              </a:extLst>
            </p:cNvPr>
            <p:cNvSpPr/>
            <p:nvPr/>
          </p:nvSpPr>
          <p:spPr>
            <a:xfrm>
              <a:off x="8677177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1962EA2-D9F1-441F-907E-7B767CC143D9}"/>
                </a:ext>
              </a:extLst>
            </p:cNvPr>
            <p:cNvSpPr/>
            <p:nvPr/>
          </p:nvSpPr>
          <p:spPr>
            <a:xfrm>
              <a:off x="2915094" y="46534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8CD22E5C-B335-4F38-BDCA-758A6DB0485B}"/>
                </a:ext>
              </a:extLst>
            </p:cNvPr>
            <p:cNvSpPr/>
            <p:nvPr/>
          </p:nvSpPr>
          <p:spPr>
            <a:xfrm>
              <a:off x="3203992" y="46534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C6C954B9-3EFB-4331-8F0A-574D43A522B6}"/>
                </a:ext>
              </a:extLst>
            </p:cNvPr>
            <p:cNvSpPr/>
            <p:nvPr/>
          </p:nvSpPr>
          <p:spPr>
            <a:xfrm>
              <a:off x="2627784" y="46534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7D0DB0E2-DA31-41E5-9FF5-908CC294A0BE}"/>
                </a:ext>
              </a:extLst>
            </p:cNvPr>
            <p:cNvSpPr/>
            <p:nvPr/>
          </p:nvSpPr>
          <p:spPr>
            <a:xfrm>
              <a:off x="3491303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554EE670-16AD-43F6-A75E-47AF59B73CEB}"/>
                </a:ext>
              </a:extLst>
            </p:cNvPr>
            <p:cNvSpPr/>
            <p:nvPr/>
          </p:nvSpPr>
          <p:spPr>
            <a:xfrm>
              <a:off x="3780201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26533BF-9C82-41A8-9E07-1646B37C272B}"/>
                </a:ext>
              </a:extLst>
            </p:cNvPr>
            <p:cNvSpPr/>
            <p:nvPr/>
          </p:nvSpPr>
          <p:spPr>
            <a:xfrm>
              <a:off x="4067511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BD01857B-FC2A-4B84-97D1-91147C803443}"/>
                </a:ext>
              </a:extLst>
            </p:cNvPr>
            <p:cNvSpPr/>
            <p:nvPr/>
          </p:nvSpPr>
          <p:spPr>
            <a:xfrm>
              <a:off x="4356408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C21C8991-5EF1-4563-97B8-F5F8489A6B18}"/>
                </a:ext>
              </a:extLst>
            </p:cNvPr>
            <p:cNvSpPr/>
            <p:nvPr/>
          </p:nvSpPr>
          <p:spPr>
            <a:xfrm>
              <a:off x="4643719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E75CEF00-FBA6-4478-8412-7F4234735681}"/>
                </a:ext>
              </a:extLst>
            </p:cNvPr>
            <p:cNvSpPr/>
            <p:nvPr/>
          </p:nvSpPr>
          <p:spPr>
            <a:xfrm>
              <a:off x="4932617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2150B2B8-0F3B-4B0D-85DC-05E165F97511}"/>
                </a:ext>
              </a:extLst>
            </p:cNvPr>
            <p:cNvSpPr/>
            <p:nvPr/>
          </p:nvSpPr>
          <p:spPr>
            <a:xfrm>
              <a:off x="5219927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479EAD01-3B10-4705-A82D-F74DEDC9AAED}"/>
                </a:ext>
              </a:extLst>
            </p:cNvPr>
            <p:cNvSpPr/>
            <p:nvPr/>
          </p:nvSpPr>
          <p:spPr>
            <a:xfrm>
              <a:off x="5508825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1CAE99F-66A2-4733-BE47-E18A20D0401B}"/>
                </a:ext>
              </a:extLst>
            </p:cNvPr>
            <p:cNvSpPr/>
            <p:nvPr/>
          </p:nvSpPr>
          <p:spPr>
            <a:xfrm>
              <a:off x="5796136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4C5A6ECA-B082-476C-8335-5DE6A27C95F5}"/>
                </a:ext>
              </a:extLst>
            </p:cNvPr>
            <p:cNvSpPr/>
            <p:nvPr/>
          </p:nvSpPr>
          <p:spPr>
            <a:xfrm>
              <a:off x="6083446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02349826-5EE8-4231-9798-25ADA9B644A4}"/>
                </a:ext>
              </a:extLst>
            </p:cNvPr>
            <p:cNvSpPr/>
            <p:nvPr/>
          </p:nvSpPr>
          <p:spPr>
            <a:xfrm>
              <a:off x="6372344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76F57F14-FFF0-4DEE-A06B-D9419FDDE0AA}"/>
                </a:ext>
              </a:extLst>
            </p:cNvPr>
            <p:cNvSpPr/>
            <p:nvPr/>
          </p:nvSpPr>
          <p:spPr>
            <a:xfrm>
              <a:off x="6659655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3635288C-F692-4F58-82D2-0FCE18F48789}"/>
                </a:ext>
              </a:extLst>
            </p:cNvPr>
            <p:cNvSpPr/>
            <p:nvPr/>
          </p:nvSpPr>
          <p:spPr>
            <a:xfrm>
              <a:off x="6948553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EA1D5E2F-4077-433C-94D2-6DBDF3E22156}"/>
                </a:ext>
              </a:extLst>
            </p:cNvPr>
            <p:cNvSpPr/>
            <p:nvPr/>
          </p:nvSpPr>
          <p:spPr>
            <a:xfrm>
              <a:off x="7235863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63B02729-DE20-491E-ABB4-D89D6F574D3C}"/>
                </a:ext>
              </a:extLst>
            </p:cNvPr>
            <p:cNvSpPr/>
            <p:nvPr/>
          </p:nvSpPr>
          <p:spPr>
            <a:xfrm>
              <a:off x="7524760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843F135-72B8-4C56-B748-AD17041F2D3A}"/>
                </a:ext>
              </a:extLst>
            </p:cNvPr>
            <p:cNvSpPr/>
            <p:nvPr/>
          </p:nvSpPr>
          <p:spPr>
            <a:xfrm>
              <a:off x="7812071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41B29CC5-0A02-4DE2-931E-354D902E8951}"/>
                </a:ext>
              </a:extLst>
            </p:cNvPr>
            <p:cNvSpPr/>
            <p:nvPr/>
          </p:nvSpPr>
          <p:spPr>
            <a:xfrm>
              <a:off x="8100969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AFCCF3E-9655-49EF-B84E-89486E3208DA}"/>
                </a:ext>
              </a:extLst>
            </p:cNvPr>
            <p:cNvSpPr/>
            <p:nvPr/>
          </p:nvSpPr>
          <p:spPr>
            <a:xfrm>
              <a:off x="8388279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2DB19FDC-1B9B-405D-B09A-D00E2C389B51}"/>
                </a:ext>
              </a:extLst>
            </p:cNvPr>
            <p:cNvSpPr/>
            <p:nvPr/>
          </p:nvSpPr>
          <p:spPr>
            <a:xfrm>
              <a:off x="8677177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21A3A99-D810-4D60-B554-0137AC221AFE}"/>
                </a:ext>
              </a:extLst>
            </p:cNvPr>
            <p:cNvSpPr/>
            <p:nvPr/>
          </p:nvSpPr>
          <p:spPr>
            <a:xfrm>
              <a:off x="2915094" y="4364508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BF061C2A-011D-4FBA-A807-0422679425BB}"/>
                </a:ext>
              </a:extLst>
            </p:cNvPr>
            <p:cNvSpPr/>
            <p:nvPr/>
          </p:nvSpPr>
          <p:spPr>
            <a:xfrm>
              <a:off x="3203992" y="4364508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8FF6352B-B7C4-485E-AD8B-90EAC5BD5CA0}"/>
                </a:ext>
              </a:extLst>
            </p:cNvPr>
            <p:cNvSpPr/>
            <p:nvPr/>
          </p:nvSpPr>
          <p:spPr>
            <a:xfrm>
              <a:off x="2627784" y="4364508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327ADB3B-24E2-43C0-88E3-577331570387}"/>
                </a:ext>
              </a:extLst>
            </p:cNvPr>
            <p:cNvSpPr/>
            <p:nvPr/>
          </p:nvSpPr>
          <p:spPr>
            <a:xfrm>
              <a:off x="3491303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F2F63ECA-AE87-4AE3-8892-04A20B4260F0}"/>
                </a:ext>
              </a:extLst>
            </p:cNvPr>
            <p:cNvSpPr/>
            <p:nvPr/>
          </p:nvSpPr>
          <p:spPr>
            <a:xfrm>
              <a:off x="3780201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087F53AA-CA27-41BB-81B8-B06889A78B64}"/>
                </a:ext>
              </a:extLst>
            </p:cNvPr>
            <p:cNvSpPr/>
            <p:nvPr/>
          </p:nvSpPr>
          <p:spPr>
            <a:xfrm>
              <a:off x="4067511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95B3BC23-4084-486D-9596-AAD352EED43B}"/>
                </a:ext>
              </a:extLst>
            </p:cNvPr>
            <p:cNvSpPr/>
            <p:nvPr/>
          </p:nvSpPr>
          <p:spPr>
            <a:xfrm>
              <a:off x="4356408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85CED64E-3D62-4617-8D84-6C3B077BA6BD}"/>
                </a:ext>
              </a:extLst>
            </p:cNvPr>
            <p:cNvSpPr/>
            <p:nvPr/>
          </p:nvSpPr>
          <p:spPr>
            <a:xfrm>
              <a:off x="4643719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4B9CF3D3-6437-4DC8-BCD4-5FC9735C30F7}"/>
                </a:ext>
              </a:extLst>
            </p:cNvPr>
            <p:cNvSpPr/>
            <p:nvPr/>
          </p:nvSpPr>
          <p:spPr>
            <a:xfrm>
              <a:off x="4932617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EE2714C7-C4D5-41B7-AA14-2E0B7D70F38E}"/>
                </a:ext>
              </a:extLst>
            </p:cNvPr>
            <p:cNvSpPr/>
            <p:nvPr/>
          </p:nvSpPr>
          <p:spPr>
            <a:xfrm>
              <a:off x="5219927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29D0009-3681-4543-A151-2B8E7EEB21F3}"/>
                </a:ext>
              </a:extLst>
            </p:cNvPr>
            <p:cNvSpPr/>
            <p:nvPr/>
          </p:nvSpPr>
          <p:spPr>
            <a:xfrm>
              <a:off x="5508825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609A8A09-0F5B-4772-874A-3CECF0768B5F}"/>
                </a:ext>
              </a:extLst>
            </p:cNvPr>
            <p:cNvSpPr/>
            <p:nvPr/>
          </p:nvSpPr>
          <p:spPr>
            <a:xfrm>
              <a:off x="5796136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98E86B8F-F513-4595-81FC-D9BC8C40B052}"/>
                </a:ext>
              </a:extLst>
            </p:cNvPr>
            <p:cNvSpPr/>
            <p:nvPr/>
          </p:nvSpPr>
          <p:spPr>
            <a:xfrm>
              <a:off x="6083446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063446E7-D4CE-4AA5-8E86-1D3420475D95}"/>
                </a:ext>
              </a:extLst>
            </p:cNvPr>
            <p:cNvSpPr/>
            <p:nvPr/>
          </p:nvSpPr>
          <p:spPr>
            <a:xfrm>
              <a:off x="6372344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7DFF4E50-0EB8-4245-8033-125EF0614FF9}"/>
                </a:ext>
              </a:extLst>
            </p:cNvPr>
            <p:cNvSpPr/>
            <p:nvPr/>
          </p:nvSpPr>
          <p:spPr>
            <a:xfrm>
              <a:off x="6659655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3AE260A3-AEE1-4853-A959-834E1E5DA04C}"/>
                </a:ext>
              </a:extLst>
            </p:cNvPr>
            <p:cNvSpPr/>
            <p:nvPr/>
          </p:nvSpPr>
          <p:spPr>
            <a:xfrm>
              <a:off x="6948553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EB54287B-B4BB-468D-B87D-F0951D91AE91}"/>
                </a:ext>
              </a:extLst>
            </p:cNvPr>
            <p:cNvSpPr/>
            <p:nvPr/>
          </p:nvSpPr>
          <p:spPr>
            <a:xfrm>
              <a:off x="7235863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2BFE9A4E-82DA-4B44-9048-827956A60654}"/>
                </a:ext>
              </a:extLst>
            </p:cNvPr>
            <p:cNvSpPr/>
            <p:nvPr/>
          </p:nvSpPr>
          <p:spPr>
            <a:xfrm>
              <a:off x="7524760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3EA7F634-EE9C-44A4-9685-8043538C2995}"/>
                </a:ext>
              </a:extLst>
            </p:cNvPr>
            <p:cNvSpPr/>
            <p:nvPr/>
          </p:nvSpPr>
          <p:spPr>
            <a:xfrm>
              <a:off x="7812071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B0093BBF-6176-4F86-826C-7488061198AF}"/>
                </a:ext>
              </a:extLst>
            </p:cNvPr>
            <p:cNvSpPr/>
            <p:nvPr/>
          </p:nvSpPr>
          <p:spPr>
            <a:xfrm>
              <a:off x="8100969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C404112E-60EB-459C-8666-1F5110FF3C3A}"/>
                </a:ext>
              </a:extLst>
            </p:cNvPr>
            <p:cNvSpPr/>
            <p:nvPr/>
          </p:nvSpPr>
          <p:spPr>
            <a:xfrm>
              <a:off x="8388279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5FE6CA57-F097-41AC-8B86-49D7EF7E7D68}"/>
                </a:ext>
              </a:extLst>
            </p:cNvPr>
            <p:cNvSpPr/>
            <p:nvPr/>
          </p:nvSpPr>
          <p:spPr>
            <a:xfrm>
              <a:off x="8677177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6F75AA5B-0FC1-499C-BEC3-ADFA8BE76B57}"/>
                </a:ext>
              </a:extLst>
            </p:cNvPr>
            <p:cNvSpPr/>
            <p:nvPr/>
          </p:nvSpPr>
          <p:spPr>
            <a:xfrm>
              <a:off x="2915094" y="4077171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2E54145C-FA9B-4CD8-A112-195B0FB154F8}"/>
                </a:ext>
              </a:extLst>
            </p:cNvPr>
            <p:cNvSpPr/>
            <p:nvPr/>
          </p:nvSpPr>
          <p:spPr>
            <a:xfrm>
              <a:off x="3203992" y="4077171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343DBEF0-A8EF-4ADB-8A87-24598FCA956A}"/>
                </a:ext>
              </a:extLst>
            </p:cNvPr>
            <p:cNvSpPr/>
            <p:nvPr/>
          </p:nvSpPr>
          <p:spPr>
            <a:xfrm>
              <a:off x="2627784" y="4077171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354FCCE4-65BF-4694-A4BD-0A77EC7231EC}"/>
                </a:ext>
              </a:extLst>
            </p:cNvPr>
            <p:cNvSpPr/>
            <p:nvPr/>
          </p:nvSpPr>
          <p:spPr>
            <a:xfrm>
              <a:off x="3491303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C5149ADF-6759-41B6-8750-AAE8A102ED30}"/>
                </a:ext>
              </a:extLst>
            </p:cNvPr>
            <p:cNvSpPr/>
            <p:nvPr/>
          </p:nvSpPr>
          <p:spPr>
            <a:xfrm>
              <a:off x="3780201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49F48ACD-FBA4-4963-9C3E-B7BFE79C8478}"/>
                </a:ext>
              </a:extLst>
            </p:cNvPr>
            <p:cNvSpPr/>
            <p:nvPr/>
          </p:nvSpPr>
          <p:spPr>
            <a:xfrm>
              <a:off x="4067511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73AB9126-185A-4A4D-BE4E-8CF1037AA94D}"/>
                </a:ext>
              </a:extLst>
            </p:cNvPr>
            <p:cNvSpPr/>
            <p:nvPr/>
          </p:nvSpPr>
          <p:spPr>
            <a:xfrm>
              <a:off x="4356408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56B9B9DD-2CD3-432C-B0C5-BA3364C1EA4F}"/>
                </a:ext>
              </a:extLst>
            </p:cNvPr>
            <p:cNvSpPr/>
            <p:nvPr/>
          </p:nvSpPr>
          <p:spPr>
            <a:xfrm>
              <a:off x="4643719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F1DBD5E2-0CBF-4C1D-AE80-D8AE01A50964}"/>
                </a:ext>
              </a:extLst>
            </p:cNvPr>
            <p:cNvSpPr/>
            <p:nvPr/>
          </p:nvSpPr>
          <p:spPr>
            <a:xfrm>
              <a:off x="4932617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AC9B5D4D-6C4B-41F4-BCF1-E2F1107C5A0A}"/>
                </a:ext>
              </a:extLst>
            </p:cNvPr>
            <p:cNvSpPr/>
            <p:nvPr/>
          </p:nvSpPr>
          <p:spPr>
            <a:xfrm>
              <a:off x="5219927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A55BC342-0F58-42AE-8C7C-072994D77411}"/>
                </a:ext>
              </a:extLst>
            </p:cNvPr>
            <p:cNvSpPr/>
            <p:nvPr/>
          </p:nvSpPr>
          <p:spPr>
            <a:xfrm>
              <a:off x="5508825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5C645649-081D-4F8E-8970-56E411D450E2}"/>
                </a:ext>
              </a:extLst>
            </p:cNvPr>
            <p:cNvSpPr/>
            <p:nvPr/>
          </p:nvSpPr>
          <p:spPr>
            <a:xfrm>
              <a:off x="5796136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21C980DD-0A6D-4AF6-9C17-A3F422009169}"/>
                </a:ext>
              </a:extLst>
            </p:cNvPr>
            <p:cNvSpPr/>
            <p:nvPr/>
          </p:nvSpPr>
          <p:spPr>
            <a:xfrm>
              <a:off x="6083446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AA2FA244-0E1A-4B48-B91A-D10E94DE5675}"/>
                </a:ext>
              </a:extLst>
            </p:cNvPr>
            <p:cNvSpPr/>
            <p:nvPr/>
          </p:nvSpPr>
          <p:spPr>
            <a:xfrm>
              <a:off x="6372344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24EE1A90-B61C-4258-BA5C-961E6BC037B5}"/>
                </a:ext>
              </a:extLst>
            </p:cNvPr>
            <p:cNvSpPr/>
            <p:nvPr/>
          </p:nvSpPr>
          <p:spPr>
            <a:xfrm>
              <a:off x="6659655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6A1950B1-6E09-409D-ACA2-613D2BA1A875}"/>
                </a:ext>
              </a:extLst>
            </p:cNvPr>
            <p:cNvSpPr/>
            <p:nvPr/>
          </p:nvSpPr>
          <p:spPr>
            <a:xfrm>
              <a:off x="6948553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20A8DE68-8D54-467B-B24C-7FABB9B7985D}"/>
                </a:ext>
              </a:extLst>
            </p:cNvPr>
            <p:cNvSpPr/>
            <p:nvPr/>
          </p:nvSpPr>
          <p:spPr>
            <a:xfrm>
              <a:off x="7235863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546ACC10-1D82-4796-A992-933C3C2C54E9}"/>
                </a:ext>
              </a:extLst>
            </p:cNvPr>
            <p:cNvSpPr/>
            <p:nvPr/>
          </p:nvSpPr>
          <p:spPr>
            <a:xfrm>
              <a:off x="7524760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448DCBA4-8B71-467A-AE64-2327927EA965}"/>
                </a:ext>
              </a:extLst>
            </p:cNvPr>
            <p:cNvSpPr/>
            <p:nvPr/>
          </p:nvSpPr>
          <p:spPr>
            <a:xfrm>
              <a:off x="7812071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3832C45E-5267-449B-B416-485CCFF5EC0E}"/>
                </a:ext>
              </a:extLst>
            </p:cNvPr>
            <p:cNvSpPr/>
            <p:nvPr/>
          </p:nvSpPr>
          <p:spPr>
            <a:xfrm>
              <a:off x="8100969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F7875BA6-E95C-4E0A-843E-208E0AA54E41}"/>
                </a:ext>
              </a:extLst>
            </p:cNvPr>
            <p:cNvSpPr/>
            <p:nvPr/>
          </p:nvSpPr>
          <p:spPr>
            <a:xfrm>
              <a:off x="8388279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A250BD81-7345-479B-9AF9-25831B79C2EF}"/>
                </a:ext>
              </a:extLst>
            </p:cNvPr>
            <p:cNvSpPr/>
            <p:nvPr/>
          </p:nvSpPr>
          <p:spPr>
            <a:xfrm>
              <a:off x="8677177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ED616E54-FCA9-425E-8EF4-1DEE689B5F1E}"/>
                </a:ext>
              </a:extLst>
            </p:cNvPr>
            <p:cNvSpPr/>
            <p:nvPr/>
          </p:nvSpPr>
          <p:spPr>
            <a:xfrm>
              <a:off x="2915094" y="3789833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C0CC0EE7-4F03-41FB-AF7E-EBD6A2D4D21B}"/>
                </a:ext>
              </a:extLst>
            </p:cNvPr>
            <p:cNvSpPr/>
            <p:nvPr/>
          </p:nvSpPr>
          <p:spPr>
            <a:xfrm>
              <a:off x="3203992" y="3789833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924B7A43-4F96-4DAF-A632-5D4B82EEC260}"/>
                </a:ext>
              </a:extLst>
            </p:cNvPr>
            <p:cNvSpPr/>
            <p:nvPr/>
          </p:nvSpPr>
          <p:spPr>
            <a:xfrm>
              <a:off x="2627784" y="3789833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FFF5D144-E664-4EEA-9316-DECB5A4EBE12}"/>
                </a:ext>
              </a:extLst>
            </p:cNvPr>
            <p:cNvSpPr/>
            <p:nvPr/>
          </p:nvSpPr>
          <p:spPr>
            <a:xfrm>
              <a:off x="3491303" y="3500909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A48EF6E4-1A14-4297-8536-D47D8D901309}"/>
                </a:ext>
              </a:extLst>
            </p:cNvPr>
            <p:cNvSpPr/>
            <p:nvPr/>
          </p:nvSpPr>
          <p:spPr>
            <a:xfrm>
              <a:off x="3780201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2BDFE662-705E-435E-ACAB-EB4CC3BAA759}"/>
                </a:ext>
              </a:extLst>
            </p:cNvPr>
            <p:cNvSpPr/>
            <p:nvPr/>
          </p:nvSpPr>
          <p:spPr>
            <a:xfrm>
              <a:off x="4067511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FE484704-57B3-4FFF-B695-73219FE24AE8}"/>
                </a:ext>
              </a:extLst>
            </p:cNvPr>
            <p:cNvSpPr/>
            <p:nvPr/>
          </p:nvSpPr>
          <p:spPr>
            <a:xfrm>
              <a:off x="4356408" y="35009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962DE75B-F3E0-4EFB-A3F9-D9347C6E143B}"/>
                </a:ext>
              </a:extLst>
            </p:cNvPr>
            <p:cNvSpPr/>
            <p:nvPr/>
          </p:nvSpPr>
          <p:spPr>
            <a:xfrm>
              <a:off x="4643719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0FFBFA29-5FEC-4C3D-A37D-CFA55DCEE9BC}"/>
                </a:ext>
              </a:extLst>
            </p:cNvPr>
            <p:cNvSpPr/>
            <p:nvPr/>
          </p:nvSpPr>
          <p:spPr>
            <a:xfrm>
              <a:off x="4932617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92007020-8152-4670-85B9-578D40D85F80}"/>
                </a:ext>
              </a:extLst>
            </p:cNvPr>
            <p:cNvSpPr/>
            <p:nvPr/>
          </p:nvSpPr>
          <p:spPr>
            <a:xfrm>
              <a:off x="5219927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273FB784-14C5-4D16-B376-63552B74C1F9}"/>
                </a:ext>
              </a:extLst>
            </p:cNvPr>
            <p:cNvSpPr/>
            <p:nvPr/>
          </p:nvSpPr>
          <p:spPr>
            <a:xfrm>
              <a:off x="5508825" y="3500909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149C8810-6013-4926-9C1A-76EF655B2038}"/>
                </a:ext>
              </a:extLst>
            </p:cNvPr>
            <p:cNvSpPr/>
            <p:nvPr/>
          </p:nvSpPr>
          <p:spPr>
            <a:xfrm>
              <a:off x="5796136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15130DC4-48DC-40F3-AD6B-1FE3EBDD9F90}"/>
                </a:ext>
              </a:extLst>
            </p:cNvPr>
            <p:cNvSpPr/>
            <p:nvPr/>
          </p:nvSpPr>
          <p:spPr>
            <a:xfrm>
              <a:off x="6083446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AA9DD442-1905-4930-BF4A-18F552F1B7E4}"/>
                </a:ext>
              </a:extLst>
            </p:cNvPr>
            <p:cNvSpPr/>
            <p:nvPr/>
          </p:nvSpPr>
          <p:spPr>
            <a:xfrm>
              <a:off x="6372344" y="35009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6F24213F-C8A1-4A54-940D-B0AF9E6E9146}"/>
                </a:ext>
              </a:extLst>
            </p:cNvPr>
            <p:cNvSpPr/>
            <p:nvPr/>
          </p:nvSpPr>
          <p:spPr>
            <a:xfrm>
              <a:off x="6659655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39DD97AF-5C29-4D51-8B8E-A337566C2FD8}"/>
                </a:ext>
              </a:extLst>
            </p:cNvPr>
            <p:cNvSpPr/>
            <p:nvPr/>
          </p:nvSpPr>
          <p:spPr>
            <a:xfrm>
              <a:off x="6948553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4DC34BB7-1706-400F-841E-556ED2B37C34}"/>
                </a:ext>
              </a:extLst>
            </p:cNvPr>
            <p:cNvSpPr/>
            <p:nvPr/>
          </p:nvSpPr>
          <p:spPr>
            <a:xfrm>
              <a:off x="7235863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71C15A88-1076-49C7-8614-599E889DA742}"/>
                </a:ext>
              </a:extLst>
            </p:cNvPr>
            <p:cNvSpPr/>
            <p:nvPr/>
          </p:nvSpPr>
          <p:spPr>
            <a:xfrm>
              <a:off x="7524760" y="3500909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FA5DB152-17DB-458F-AA63-AD127B5E8CD0}"/>
                </a:ext>
              </a:extLst>
            </p:cNvPr>
            <p:cNvSpPr/>
            <p:nvPr/>
          </p:nvSpPr>
          <p:spPr>
            <a:xfrm>
              <a:off x="7812071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B6C59E63-E922-4DEB-AD27-9418238B805B}"/>
                </a:ext>
              </a:extLst>
            </p:cNvPr>
            <p:cNvSpPr/>
            <p:nvPr/>
          </p:nvSpPr>
          <p:spPr>
            <a:xfrm>
              <a:off x="8100969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D4C30FC2-8B30-413A-91FE-74B8D2FB4EEE}"/>
                </a:ext>
              </a:extLst>
            </p:cNvPr>
            <p:cNvSpPr/>
            <p:nvPr/>
          </p:nvSpPr>
          <p:spPr>
            <a:xfrm>
              <a:off x="8388279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535A3AFA-D926-4F38-8122-04C1E1585B95}"/>
                </a:ext>
              </a:extLst>
            </p:cNvPr>
            <p:cNvSpPr/>
            <p:nvPr/>
          </p:nvSpPr>
          <p:spPr>
            <a:xfrm>
              <a:off x="8677177" y="35009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09246F99-4069-4C05-A20C-88D7AA69E2F0}"/>
                </a:ext>
              </a:extLst>
            </p:cNvPr>
            <p:cNvSpPr/>
            <p:nvPr/>
          </p:nvSpPr>
          <p:spPr>
            <a:xfrm>
              <a:off x="2915094" y="35009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B3E9DB84-CAE0-4312-ACBB-97116F76E481}"/>
                </a:ext>
              </a:extLst>
            </p:cNvPr>
            <p:cNvSpPr/>
            <p:nvPr/>
          </p:nvSpPr>
          <p:spPr>
            <a:xfrm>
              <a:off x="3203992" y="35009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FE901A30-F4B3-4BA4-A374-8ECBB2AA7B7B}"/>
                </a:ext>
              </a:extLst>
            </p:cNvPr>
            <p:cNvSpPr/>
            <p:nvPr/>
          </p:nvSpPr>
          <p:spPr>
            <a:xfrm>
              <a:off x="2627784" y="35009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62B8A3AE-E56C-43CA-9E4C-8ECA68C558A2}"/>
                </a:ext>
              </a:extLst>
            </p:cNvPr>
            <p:cNvSpPr/>
            <p:nvPr/>
          </p:nvSpPr>
          <p:spPr>
            <a:xfrm>
              <a:off x="3491303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5113BB8E-3F63-44A8-85D5-11CBC0E0F426}"/>
                </a:ext>
              </a:extLst>
            </p:cNvPr>
            <p:cNvSpPr/>
            <p:nvPr/>
          </p:nvSpPr>
          <p:spPr>
            <a:xfrm>
              <a:off x="3780201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5DD15BE1-05DE-424F-BA37-0B721069E734}"/>
                </a:ext>
              </a:extLst>
            </p:cNvPr>
            <p:cNvSpPr/>
            <p:nvPr/>
          </p:nvSpPr>
          <p:spPr>
            <a:xfrm>
              <a:off x="4067511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330EFDBC-95CD-4DE0-8AFF-E9E45F609FC7}"/>
                </a:ext>
              </a:extLst>
            </p:cNvPr>
            <p:cNvSpPr/>
            <p:nvPr/>
          </p:nvSpPr>
          <p:spPr>
            <a:xfrm>
              <a:off x="4356408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015FC452-25F7-47B5-83DA-AB1F1FE07EBA}"/>
                </a:ext>
              </a:extLst>
            </p:cNvPr>
            <p:cNvSpPr/>
            <p:nvPr/>
          </p:nvSpPr>
          <p:spPr>
            <a:xfrm>
              <a:off x="4643719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0C376C47-FC63-480D-9A21-7B361C326BB6}"/>
                </a:ext>
              </a:extLst>
            </p:cNvPr>
            <p:cNvSpPr/>
            <p:nvPr/>
          </p:nvSpPr>
          <p:spPr>
            <a:xfrm>
              <a:off x="4932617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4AF127CD-2D1D-4ADB-B1C5-CC1339D2B5DC}"/>
                </a:ext>
              </a:extLst>
            </p:cNvPr>
            <p:cNvSpPr/>
            <p:nvPr/>
          </p:nvSpPr>
          <p:spPr>
            <a:xfrm>
              <a:off x="5219927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FE9BAB96-213D-4361-9360-1696D0D5566A}"/>
                </a:ext>
              </a:extLst>
            </p:cNvPr>
            <p:cNvSpPr/>
            <p:nvPr/>
          </p:nvSpPr>
          <p:spPr>
            <a:xfrm>
              <a:off x="5508825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C656F42F-98FC-4BA9-B5E0-C8F5A8055754}"/>
                </a:ext>
              </a:extLst>
            </p:cNvPr>
            <p:cNvSpPr/>
            <p:nvPr/>
          </p:nvSpPr>
          <p:spPr>
            <a:xfrm>
              <a:off x="5796136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1289D9C0-5C59-4099-9D57-1497A9A40217}"/>
                </a:ext>
              </a:extLst>
            </p:cNvPr>
            <p:cNvSpPr/>
            <p:nvPr/>
          </p:nvSpPr>
          <p:spPr>
            <a:xfrm>
              <a:off x="6083446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B569DBB4-AC55-4AF5-822D-748F00E63142}"/>
                </a:ext>
              </a:extLst>
            </p:cNvPr>
            <p:cNvSpPr/>
            <p:nvPr/>
          </p:nvSpPr>
          <p:spPr>
            <a:xfrm>
              <a:off x="6372344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0C777BC0-655F-4520-8891-0C3EC9A78958}"/>
                </a:ext>
              </a:extLst>
            </p:cNvPr>
            <p:cNvSpPr/>
            <p:nvPr/>
          </p:nvSpPr>
          <p:spPr>
            <a:xfrm>
              <a:off x="6659655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EAEC5335-2120-499A-8EF4-B30793EA51D7}"/>
                </a:ext>
              </a:extLst>
            </p:cNvPr>
            <p:cNvSpPr/>
            <p:nvPr/>
          </p:nvSpPr>
          <p:spPr>
            <a:xfrm>
              <a:off x="6948553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CF634155-4820-4A8E-AA8F-CEF77A5553AE}"/>
                </a:ext>
              </a:extLst>
            </p:cNvPr>
            <p:cNvSpPr/>
            <p:nvPr/>
          </p:nvSpPr>
          <p:spPr>
            <a:xfrm>
              <a:off x="7235863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F9AB53CD-0C96-4115-8E9D-1A1CD701F0CF}"/>
                </a:ext>
              </a:extLst>
            </p:cNvPr>
            <p:cNvSpPr/>
            <p:nvPr/>
          </p:nvSpPr>
          <p:spPr>
            <a:xfrm>
              <a:off x="7524760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092C4A16-1197-46DF-A5D0-9EADC1392B3F}"/>
                </a:ext>
              </a:extLst>
            </p:cNvPr>
            <p:cNvSpPr/>
            <p:nvPr/>
          </p:nvSpPr>
          <p:spPr>
            <a:xfrm>
              <a:off x="7812071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B8FF3FB6-B54A-4FD4-823A-1A7753D0243A}"/>
                </a:ext>
              </a:extLst>
            </p:cNvPr>
            <p:cNvSpPr/>
            <p:nvPr/>
          </p:nvSpPr>
          <p:spPr>
            <a:xfrm>
              <a:off x="8100969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09BD3921-72BB-4FF8-85F5-A911051A8E9A}"/>
                </a:ext>
              </a:extLst>
            </p:cNvPr>
            <p:cNvSpPr/>
            <p:nvPr/>
          </p:nvSpPr>
          <p:spPr>
            <a:xfrm>
              <a:off x="8388279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BA1F9CA0-DC0C-4CA9-A380-C8267C14230C}"/>
                </a:ext>
              </a:extLst>
            </p:cNvPr>
            <p:cNvSpPr/>
            <p:nvPr/>
          </p:nvSpPr>
          <p:spPr>
            <a:xfrm>
              <a:off x="8677177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570B6206-56DF-481E-BCFE-4A525067EE16}"/>
                </a:ext>
              </a:extLst>
            </p:cNvPr>
            <p:cNvSpPr/>
            <p:nvPr/>
          </p:nvSpPr>
          <p:spPr>
            <a:xfrm>
              <a:off x="2915094" y="3213572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4EFBDF93-D9C6-48ED-B7FB-A2B890551F5D}"/>
                </a:ext>
              </a:extLst>
            </p:cNvPr>
            <p:cNvSpPr/>
            <p:nvPr/>
          </p:nvSpPr>
          <p:spPr>
            <a:xfrm>
              <a:off x="3203992" y="3213572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69363546-E606-46B0-BE13-7A28ABE8B9FE}"/>
                </a:ext>
              </a:extLst>
            </p:cNvPr>
            <p:cNvSpPr/>
            <p:nvPr/>
          </p:nvSpPr>
          <p:spPr>
            <a:xfrm>
              <a:off x="2627784" y="3213572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9FBC69A2-061A-4447-B9FD-177436179BC1}"/>
                </a:ext>
              </a:extLst>
            </p:cNvPr>
            <p:cNvSpPr/>
            <p:nvPr/>
          </p:nvSpPr>
          <p:spPr>
            <a:xfrm>
              <a:off x="3491303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F06ACC4D-F722-453E-ACFF-65D5FD79ABE7}"/>
                </a:ext>
              </a:extLst>
            </p:cNvPr>
            <p:cNvSpPr/>
            <p:nvPr/>
          </p:nvSpPr>
          <p:spPr>
            <a:xfrm>
              <a:off x="3780201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564624E9-321A-4F1E-910E-77353DBA8684}"/>
                </a:ext>
              </a:extLst>
            </p:cNvPr>
            <p:cNvSpPr/>
            <p:nvPr/>
          </p:nvSpPr>
          <p:spPr>
            <a:xfrm>
              <a:off x="4067511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AD13331E-7EA0-4AAA-97B4-9B151D4CD41E}"/>
                </a:ext>
              </a:extLst>
            </p:cNvPr>
            <p:cNvSpPr/>
            <p:nvPr/>
          </p:nvSpPr>
          <p:spPr>
            <a:xfrm>
              <a:off x="4356408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12E2710C-8193-4E32-A245-7EAEA7DF5268}"/>
                </a:ext>
              </a:extLst>
            </p:cNvPr>
            <p:cNvSpPr/>
            <p:nvPr/>
          </p:nvSpPr>
          <p:spPr>
            <a:xfrm>
              <a:off x="4643719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DC33CED0-C5DF-4D10-B5A0-61B016A16196}"/>
                </a:ext>
              </a:extLst>
            </p:cNvPr>
            <p:cNvSpPr/>
            <p:nvPr/>
          </p:nvSpPr>
          <p:spPr>
            <a:xfrm>
              <a:off x="4932617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0351380D-68FC-48F3-81C9-18DC70EBA02B}"/>
                </a:ext>
              </a:extLst>
            </p:cNvPr>
            <p:cNvSpPr/>
            <p:nvPr/>
          </p:nvSpPr>
          <p:spPr>
            <a:xfrm>
              <a:off x="5219927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FBDF1C49-8CC9-4385-9C1F-E8EA6F673945}"/>
                </a:ext>
              </a:extLst>
            </p:cNvPr>
            <p:cNvSpPr/>
            <p:nvPr/>
          </p:nvSpPr>
          <p:spPr>
            <a:xfrm>
              <a:off x="5508825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A79AB32B-61BE-4911-BABA-C7A2DBCB5B45}"/>
                </a:ext>
              </a:extLst>
            </p:cNvPr>
            <p:cNvSpPr/>
            <p:nvPr/>
          </p:nvSpPr>
          <p:spPr>
            <a:xfrm>
              <a:off x="5796136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1A356F3E-76A5-4A86-B6AB-2B7ACFBF59FA}"/>
                </a:ext>
              </a:extLst>
            </p:cNvPr>
            <p:cNvSpPr/>
            <p:nvPr/>
          </p:nvSpPr>
          <p:spPr>
            <a:xfrm>
              <a:off x="6083446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ED305811-B3A4-4B75-B075-DE1EF10B85E4}"/>
                </a:ext>
              </a:extLst>
            </p:cNvPr>
            <p:cNvSpPr/>
            <p:nvPr/>
          </p:nvSpPr>
          <p:spPr>
            <a:xfrm>
              <a:off x="6372344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833BB7A0-7536-48B9-91B9-E0B805C4321A}"/>
                </a:ext>
              </a:extLst>
            </p:cNvPr>
            <p:cNvSpPr/>
            <p:nvPr/>
          </p:nvSpPr>
          <p:spPr>
            <a:xfrm>
              <a:off x="6659655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262B0BA2-4EA3-4293-9E4D-90FF39AE65AC}"/>
                </a:ext>
              </a:extLst>
            </p:cNvPr>
            <p:cNvSpPr/>
            <p:nvPr/>
          </p:nvSpPr>
          <p:spPr>
            <a:xfrm>
              <a:off x="6948553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5A811F4A-ECE6-46BC-BD12-C5901376A33A}"/>
                </a:ext>
              </a:extLst>
            </p:cNvPr>
            <p:cNvSpPr/>
            <p:nvPr/>
          </p:nvSpPr>
          <p:spPr>
            <a:xfrm>
              <a:off x="7235863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0B1D6671-5447-464B-8C4D-98150B01322F}"/>
                </a:ext>
              </a:extLst>
            </p:cNvPr>
            <p:cNvSpPr/>
            <p:nvPr/>
          </p:nvSpPr>
          <p:spPr>
            <a:xfrm>
              <a:off x="7524760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CC524FED-E34E-4CBE-9492-4D0214648F3E}"/>
                </a:ext>
              </a:extLst>
            </p:cNvPr>
            <p:cNvSpPr/>
            <p:nvPr/>
          </p:nvSpPr>
          <p:spPr>
            <a:xfrm>
              <a:off x="7812071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039DCD85-3504-4875-8196-8A433A5B2857}"/>
                </a:ext>
              </a:extLst>
            </p:cNvPr>
            <p:cNvSpPr/>
            <p:nvPr/>
          </p:nvSpPr>
          <p:spPr>
            <a:xfrm>
              <a:off x="8100969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8D1E216D-1B32-4C6F-A31B-ED1952ADED03}"/>
                </a:ext>
              </a:extLst>
            </p:cNvPr>
            <p:cNvSpPr/>
            <p:nvPr/>
          </p:nvSpPr>
          <p:spPr>
            <a:xfrm>
              <a:off x="8388279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0B9E206A-AE2E-4827-AE7C-B2B1923B1B0C}"/>
                </a:ext>
              </a:extLst>
            </p:cNvPr>
            <p:cNvSpPr/>
            <p:nvPr/>
          </p:nvSpPr>
          <p:spPr>
            <a:xfrm>
              <a:off x="8677177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A44FFEBB-E29E-4066-A8F3-106081468997}"/>
                </a:ext>
              </a:extLst>
            </p:cNvPr>
            <p:cNvSpPr/>
            <p:nvPr/>
          </p:nvSpPr>
          <p:spPr>
            <a:xfrm>
              <a:off x="2915094" y="2924647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1114D7A1-646A-44E1-9DB6-CCF0E8DEA4DC}"/>
                </a:ext>
              </a:extLst>
            </p:cNvPr>
            <p:cNvSpPr/>
            <p:nvPr/>
          </p:nvSpPr>
          <p:spPr>
            <a:xfrm>
              <a:off x="3203992" y="2924647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C3C2AA27-11A5-491D-A27D-9AED1BC67F83}"/>
                </a:ext>
              </a:extLst>
            </p:cNvPr>
            <p:cNvSpPr/>
            <p:nvPr/>
          </p:nvSpPr>
          <p:spPr>
            <a:xfrm>
              <a:off x="2627784" y="2924647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CE8A52C6-CC1B-44AE-85D4-F0CB292928F9}"/>
                </a:ext>
              </a:extLst>
            </p:cNvPr>
            <p:cNvSpPr/>
            <p:nvPr/>
          </p:nvSpPr>
          <p:spPr>
            <a:xfrm>
              <a:off x="3491303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B8B9C0AF-D268-4103-B98F-496DD5ACFFB6}"/>
                </a:ext>
              </a:extLst>
            </p:cNvPr>
            <p:cNvSpPr/>
            <p:nvPr/>
          </p:nvSpPr>
          <p:spPr>
            <a:xfrm>
              <a:off x="3780201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87FBFE61-1D69-4544-9C51-D1A5516567B4}"/>
                </a:ext>
              </a:extLst>
            </p:cNvPr>
            <p:cNvSpPr/>
            <p:nvPr/>
          </p:nvSpPr>
          <p:spPr>
            <a:xfrm>
              <a:off x="4067511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B277923B-B98A-4FAB-ADFE-A665CE9638B1}"/>
                </a:ext>
              </a:extLst>
            </p:cNvPr>
            <p:cNvSpPr/>
            <p:nvPr/>
          </p:nvSpPr>
          <p:spPr>
            <a:xfrm>
              <a:off x="4356408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9D7D2815-715E-464F-8998-99FCA9EF9E5C}"/>
                </a:ext>
              </a:extLst>
            </p:cNvPr>
            <p:cNvSpPr/>
            <p:nvPr/>
          </p:nvSpPr>
          <p:spPr>
            <a:xfrm>
              <a:off x="4643719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0F62C29A-4DB9-437C-B127-29987E2B3834}"/>
                </a:ext>
              </a:extLst>
            </p:cNvPr>
            <p:cNvSpPr/>
            <p:nvPr/>
          </p:nvSpPr>
          <p:spPr>
            <a:xfrm>
              <a:off x="4932617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EBED9E13-7F95-49C1-9B8C-12930D2D43A0}"/>
                </a:ext>
              </a:extLst>
            </p:cNvPr>
            <p:cNvSpPr/>
            <p:nvPr/>
          </p:nvSpPr>
          <p:spPr>
            <a:xfrm>
              <a:off x="5219927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A87E09C2-EBDB-49F1-96CB-6897BC9A93AE}"/>
                </a:ext>
              </a:extLst>
            </p:cNvPr>
            <p:cNvSpPr/>
            <p:nvPr/>
          </p:nvSpPr>
          <p:spPr>
            <a:xfrm>
              <a:off x="5508825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53E017A-042E-4828-B978-D6A774D85DA0}"/>
                </a:ext>
              </a:extLst>
            </p:cNvPr>
            <p:cNvSpPr/>
            <p:nvPr/>
          </p:nvSpPr>
          <p:spPr>
            <a:xfrm>
              <a:off x="5796136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769631CC-F2CB-439E-8599-7D64669BC200}"/>
                </a:ext>
              </a:extLst>
            </p:cNvPr>
            <p:cNvSpPr/>
            <p:nvPr/>
          </p:nvSpPr>
          <p:spPr>
            <a:xfrm>
              <a:off x="6083446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0C0BF4F8-35FB-45BE-82F7-3C069EB8832B}"/>
                </a:ext>
              </a:extLst>
            </p:cNvPr>
            <p:cNvSpPr/>
            <p:nvPr/>
          </p:nvSpPr>
          <p:spPr>
            <a:xfrm>
              <a:off x="6372344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0B2D2142-95A1-47C7-A27A-980F50030D0B}"/>
                </a:ext>
              </a:extLst>
            </p:cNvPr>
            <p:cNvSpPr/>
            <p:nvPr/>
          </p:nvSpPr>
          <p:spPr>
            <a:xfrm>
              <a:off x="6659655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D623BCBD-DA31-42B7-B267-AF92D241F03D}"/>
                </a:ext>
              </a:extLst>
            </p:cNvPr>
            <p:cNvSpPr/>
            <p:nvPr/>
          </p:nvSpPr>
          <p:spPr>
            <a:xfrm>
              <a:off x="6948553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50868188-C0B1-44D5-99DC-D9F7661ABEB8}"/>
                </a:ext>
              </a:extLst>
            </p:cNvPr>
            <p:cNvSpPr/>
            <p:nvPr/>
          </p:nvSpPr>
          <p:spPr>
            <a:xfrm>
              <a:off x="7235863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0B8EA093-A0DD-4C5C-B250-C0BFA34C77CB}"/>
                </a:ext>
              </a:extLst>
            </p:cNvPr>
            <p:cNvSpPr/>
            <p:nvPr/>
          </p:nvSpPr>
          <p:spPr>
            <a:xfrm>
              <a:off x="7524760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7D8591DE-3BF7-4744-A89D-9BFEF10D9E32}"/>
                </a:ext>
              </a:extLst>
            </p:cNvPr>
            <p:cNvSpPr/>
            <p:nvPr/>
          </p:nvSpPr>
          <p:spPr>
            <a:xfrm>
              <a:off x="7812071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459B9220-F694-4017-85E6-E27717B7D7CC}"/>
                </a:ext>
              </a:extLst>
            </p:cNvPr>
            <p:cNvSpPr/>
            <p:nvPr/>
          </p:nvSpPr>
          <p:spPr>
            <a:xfrm>
              <a:off x="8100969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849AD785-808A-44B7-BF00-72FA0CE164C6}"/>
                </a:ext>
              </a:extLst>
            </p:cNvPr>
            <p:cNvSpPr/>
            <p:nvPr/>
          </p:nvSpPr>
          <p:spPr>
            <a:xfrm>
              <a:off x="8388279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91752F08-EFF1-4B66-BD09-26BE222D76AB}"/>
                </a:ext>
              </a:extLst>
            </p:cNvPr>
            <p:cNvSpPr/>
            <p:nvPr/>
          </p:nvSpPr>
          <p:spPr>
            <a:xfrm>
              <a:off x="8677177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DE1266BE-BA62-4309-8831-1D4B9B117722}"/>
                </a:ext>
              </a:extLst>
            </p:cNvPr>
            <p:cNvSpPr/>
            <p:nvPr/>
          </p:nvSpPr>
          <p:spPr>
            <a:xfrm>
              <a:off x="2915094" y="2637309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509E9912-0CBB-40DA-B7EC-42D368FD81FE}"/>
                </a:ext>
              </a:extLst>
            </p:cNvPr>
            <p:cNvSpPr/>
            <p:nvPr/>
          </p:nvSpPr>
          <p:spPr>
            <a:xfrm>
              <a:off x="3203992" y="2637309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2B967822-B52A-4A6B-8AB2-EE6884A6106F}"/>
                </a:ext>
              </a:extLst>
            </p:cNvPr>
            <p:cNvSpPr/>
            <p:nvPr/>
          </p:nvSpPr>
          <p:spPr>
            <a:xfrm>
              <a:off x="2627784" y="2637309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BB094CE5-5F56-4446-88C7-8CE9FCB75C93}"/>
                </a:ext>
              </a:extLst>
            </p:cNvPr>
            <p:cNvSpPr/>
            <p:nvPr/>
          </p:nvSpPr>
          <p:spPr>
            <a:xfrm>
              <a:off x="3491303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39DEC058-5654-464F-B9E8-FF8A45DF7724}"/>
                </a:ext>
              </a:extLst>
            </p:cNvPr>
            <p:cNvSpPr/>
            <p:nvPr/>
          </p:nvSpPr>
          <p:spPr>
            <a:xfrm>
              <a:off x="3780201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DAAB95A8-F655-45C8-930D-C7B666567EC6}"/>
                </a:ext>
              </a:extLst>
            </p:cNvPr>
            <p:cNvSpPr/>
            <p:nvPr/>
          </p:nvSpPr>
          <p:spPr>
            <a:xfrm>
              <a:off x="4067511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607F6E07-373F-4992-9F88-B487C26DE4FF}"/>
                </a:ext>
              </a:extLst>
            </p:cNvPr>
            <p:cNvSpPr/>
            <p:nvPr/>
          </p:nvSpPr>
          <p:spPr>
            <a:xfrm>
              <a:off x="4356408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4F53C134-088D-41FA-A3D9-523A01CE68C8}"/>
                </a:ext>
              </a:extLst>
            </p:cNvPr>
            <p:cNvSpPr/>
            <p:nvPr/>
          </p:nvSpPr>
          <p:spPr>
            <a:xfrm>
              <a:off x="4643719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55F43F5B-05F3-45DE-8A98-750EFF3DFFA3}"/>
                </a:ext>
              </a:extLst>
            </p:cNvPr>
            <p:cNvSpPr/>
            <p:nvPr/>
          </p:nvSpPr>
          <p:spPr>
            <a:xfrm>
              <a:off x="4932617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0A10A9B7-EFE0-4C87-9476-C09303DBCBD8}"/>
                </a:ext>
              </a:extLst>
            </p:cNvPr>
            <p:cNvSpPr/>
            <p:nvPr/>
          </p:nvSpPr>
          <p:spPr>
            <a:xfrm>
              <a:off x="5219927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EFC2CB99-4301-41CE-9BC3-52061F6CB97A}"/>
                </a:ext>
              </a:extLst>
            </p:cNvPr>
            <p:cNvSpPr/>
            <p:nvPr/>
          </p:nvSpPr>
          <p:spPr>
            <a:xfrm>
              <a:off x="5508825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3511D7BD-B951-42B2-9185-FBDC0FF7910D}"/>
                </a:ext>
              </a:extLst>
            </p:cNvPr>
            <p:cNvSpPr/>
            <p:nvPr/>
          </p:nvSpPr>
          <p:spPr>
            <a:xfrm>
              <a:off x="5796136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82A7A6F3-A2FF-4E0F-B3ED-5C626F4CB372}"/>
                </a:ext>
              </a:extLst>
            </p:cNvPr>
            <p:cNvSpPr/>
            <p:nvPr/>
          </p:nvSpPr>
          <p:spPr>
            <a:xfrm>
              <a:off x="6083446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76F44A64-D1F7-4CB5-B68C-338958F6DE6D}"/>
                </a:ext>
              </a:extLst>
            </p:cNvPr>
            <p:cNvSpPr/>
            <p:nvPr/>
          </p:nvSpPr>
          <p:spPr>
            <a:xfrm>
              <a:off x="6372344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7EF604B3-820F-45E4-8D36-CF409F37A4A1}"/>
                </a:ext>
              </a:extLst>
            </p:cNvPr>
            <p:cNvSpPr/>
            <p:nvPr/>
          </p:nvSpPr>
          <p:spPr>
            <a:xfrm>
              <a:off x="6659655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45205AAF-4AFA-46CD-AE06-0A51CD8701E4}"/>
                </a:ext>
              </a:extLst>
            </p:cNvPr>
            <p:cNvSpPr/>
            <p:nvPr/>
          </p:nvSpPr>
          <p:spPr>
            <a:xfrm>
              <a:off x="6948553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821A4CD1-C28D-4748-9F16-B41B2F7B7211}"/>
                </a:ext>
              </a:extLst>
            </p:cNvPr>
            <p:cNvSpPr/>
            <p:nvPr/>
          </p:nvSpPr>
          <p:spPr>
            <a:xfrm>
              <a:off x="7235863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5ED4D676-65E4-4860-96AF-52496E60F405}"/>
                </a:ext>
              </a:extLst>
            </p:cNvPr>
            <p:cNvSpPr/>
            <p:nvPr/>
          </p:nvSpPr>
          <p:spPr>
            <a:xfrm>
              <a:off x="7524760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9EDFD45A-33A8-425E-A5B0-6BD2ED276696}"/>
                </a:ext>
              </a:extLst>
            </p:cNvPr>
            <p:cNvSpPr/>
            <p:nvPr/>
          </p:nvSpPr>
          <p:spPr>
            <a:xfrm>
              <a:off x="7812071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AE500FA4-5467-472B-9216-1D74B3140EF6}"/>
                </a:ext>
              </a:extLst>
            </p:cNvPr>
            <p:cNvSpPr/>
            <p:nvPr/>
          </p:nvSpPr>
          <p:spPr>
            <a:xfrm>
              <a:off x="8100969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CFF69BE2-478E-4E5A-A894-475EA4E1D397}"/>
                </a:ext>
              </a:extLst>
            </p:cNvPr>
            <p:cNvSpPr/>
            <p:nvPr/>
          </p:nvSpPr>
          <p:spPr>
            <a:xfrm>
              <a:off x="8388279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812003A7-9758-4E41-B967-D7B7F304FF9D}"/>
                </a:ext>
              </a:extLst>
            </p:cNvPr>
            <p:cNvSpPr/>
            <p:nvPr/>
          </p:nvSpPr>
          <p:spPr>
            <a:xfrm>
              <a:off x="8677177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E236570E-CA9D-4A3F-98A6-05FB81B7A7E9}"/>
                </a:ext>
              </a:extLst>
            </p:cNvPr>
            <p:cNvSpPr/>
            <p:nvPr/>
          </p:nvSpPr>
          <p:spPr>
            <a:xfrm>
              <a:off x="2915094" y="2348384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E1D371FF-63E1-4FBA-B9B5-D749F6864224}"/>
                </a:ext>
              </a:extLst>
            </p:cNvPr>
            <p:cNvSpPr/>
            <p:nvPr/>
          </p:nvSpPr>
          <p:spPr>
            <a:xfrm>
              <a:off x="3203992" y="2348384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E40E8D29-1B83-402E-AF01-D07D60D5CE6F}"/>
                </a:ext>
              </a:extLst>
            </p:cNvPr>
            <p:cNvSpPr/>
            <p:nvPr/>
          </p:nvSpPr>
          <p:spPr>
            <a:xfrm>
              <a:off x="2627784" y="2348384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B324C6AB-8534-4CF6-8B19-AFE555F57D9F}"/>
                </a:ext>
              </a:extLst>
            </p:cNvPr>
            <p:cNvSpPr/>
            <p:nvPr/>
          </p:nvSpPr>
          <p:spPr>
            <a:xfrm>
              <a:off x="3491303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C448A917-9198-4CAB-86E6-750751D5BFC0}"/>
                </a:ext>
              </a:extLst>
            </p:cNvPr>
            <p:cNvSpPr/>
            <p:nvPr/>
          </p:nvSpPr>
          <p:spPr>
            <a:xfrm>
              <a:off x="3780201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31D4115A-AFC6-43EC-9C87-12B8E199BBD9}"/>
                </a:ext>
              </a:extLst>
            </p:cNvPr>
            <p:cNvSpPr/>
            <p:nvPr/>
          </p:nvSpPr>
          <p:spPr>
            <a:xfrm>
              <a:off x="4067511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0580B783-C806-45EC-AD2B-3F9CF9EE8D45}"/>
                </a:ext>
              </a:extLst>
            </p:cNvPr>
            <p:cNvSpPr/>
            <p:nvPr/>
          </p:nvSpPr>
          <p:spPr>
            <a:xfrm>
              <a:off x="4356408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81D6EB1D-076C-4869-94C6-F4956030F62D}"/>
                </a:ext>
              </a:extLst>
            </p:cNvPr>
            <p:cNvSpPr/>
            <p:nvPr/>
          </p:nvSpPr>
          <p:spPr>
            <a:xfrm>
              <a:off x="4643719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3FE8CF64-A6D4-4AF9-B3AC-B0B030E52A26}"/>
                </a:ext>
              </a:extLst>
            </p:cNvPr>
            <p:cNvSpPr/>
            <p:nvPr/>
          </p:nvSpPr>
          <p:spPr>
            <a:xfrm>
              <a:off x="4932617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68FD4C27-7554-45D0-BAA6-199FC7F5F6EE}"/>
                </a:ext>
              </a:extLst>
            </p:cNvPr>
            <p:cNvSpPr/>
            <p:nvPr/>
          </p:nvSpPr>
          <p:spPr>
            <a:xfrm>
              <a:off x="5219927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2020BB6A-EA65-40E5-8E3F-250D91282C90}"/>
                </a:ext>
              </a:extLst>
            </p:cNvPr>
            <p:cNvSpPr/>
            <p:nvPr/>
          </p:nvSpPr>
          <p:spPr>
            <a:xfrm>
              <a:off x="5508825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30D7A053-C451-495A-ACB6-F885D2DD3C68}"/>
                </a:ext>
              </a:extLst>
            </p:cNvPr>
            <p:cNvSpPr/>
            <p:nvPr/>
          </p:nvSpPr>
          <p:spPr>
            <a:xfrm>
              <a:off x="5796136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698B3BD4-5770-4F9C-B17F-F5419E28BEC6}"/>
                </a:ext>
              </a:extLst>
            </p:cNvPr>
            <p:cNvSpPr/>
            <p:nvPr/>
          </p:nvSpPr>
          <p:spPr>
            <a:xfrm>
              <a:off x="6083446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22679178-647D-49DB-AA1D-E1AFBFBA4684}"/>
                </a:ext>
              </a:extLst>
            </p:cNvPr>
            <p:cNvSpPr/>
            <p:nvPr/>
          </p:nvSpPr>
          <p:spPr>
            <a:xfrm>
              <a:off x="6372344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941EF486-A342-4B6C-B01F-74B1F211A625}"/>
                </a:ext>
              </a:extLst>
            </p:cNvPr>
            <p:cNvSpPr/>
            <p:nvPr/>
          </p:nvSpPr>
          <p:spPr>
            <a:xfrm>
              <a:off x="6659655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D4003A88-9A82-4039-8C2A-867F37E521A6}"/>
                </a:ext>
              </a:extLst>
            </p:cNvPr>
            <p:cNvSpPr/>
            <p:nvPr/>
          </p:nvSpPr>
          <p:spPr>
            <a:xfrm>
              <a:off x="6948553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35AD7C8B-7C6F-407B-B3B5-9BF48305A7ED}"/>
                </a:ext>
              </a:extLst>
            </p:cNvPr>
            <p:cNvSpPr/>
            <p:nvPr/>
          </p:nvSpPr>
          <p:spPr>
            <a:xfrm>
              <a:off x="7235863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6D6613C8-F110-467B-AC3C-A2C1A6D9B3CF}"/>
                </a:ext>
              </a:extLst>
            </p:cNvPr>
            <p:cNvSpPr/>
            <p:nvPr/>
          </p:nvSpPr>
          <p:spPr>
            <a:xfrm>
              <a:off x="7524760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5E4CFA2E-6E15-49E6-AD4E-AE11062B0703}"/>
                </a:ext>
              </a:extLst>
            </p:cNvPr>
            <p:cNvSpPr/>
            <p:nvPr/>
          </p:nvSpPr>
          <p:spPr>
            <a:xfrm>
              <a:off x="7812071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D154DD92-02FD-46F0-A90F-BD1BFE0123F8}"/>
                </a:ext>
              </a:extLst>
            </p:cNvPr>
            <p:cNvSpPr/>
            <p:nvPr/>
          </p:nvSpPr>
          <p:spPr>
            <a:xfrm>
              <a:off x="8100969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F3284FB1-6289-45CE-A135-A883F548F985}"/>
                </a:ext>
              </a:extLst>
            </p:cNvPr>
            <p:cNvSpPr/>
            <p:nvPr/>
          </p:nvSpPr>
          <p:spPr>
            <a:xfrm>
              <a:off x="8388279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6B6022E6-FA60-400B-8342-AEB5C32401B8}"/>
                </a:ext>
              </a:extLst>
            </p:cNvPr>
            <p:cNvSpPr/>
            <p:nvPr/>
          </p:nvSpPr>
          <p:spPr>
            <a:xfrm>
              <a:off x="8677177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AEE0C0DA-7DC3-4860-A11D-5614C3340079}"/>
                </a:ext>
              </a:extLst>
            </p:cNvPr>
            <p:cNvSpPr/>
            <p:nvPr/>
          </p:nvSpPr>
          <p:spPr>
            <a:xfrm>
              <a:off x="2915094" y="2061047"/>
              <a:ext cx="288898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23C9743B-F366-4C3D-8D8A-0C3645F45467}"/>
                </a:ext>
              </a:extLst>
            </p:cNvPr>
            <p:cNvSpPr/>
            <p:nvPr/>
          </p:nvSpPr>
          <p:spPr>
            <a:xfrm>
              <a:off x="3203992" y="2061047"/>
              <a:ext cx="287311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5CC0EBF3-EFB0-405D-9ACC-DD9480E2877B}"/>
                </a:ext>
              </a:extLst>
            </p:cNvPr>
            <p:cNvSpPr/>
            <p:nvPr/>
          </p:nvSpPr>
          <p:spPr>
            <a:xfrm>
              <a:off x="2627784" y="2061047"/>
              <a:ext cx="287310" cy="287337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5EDB8F78-E61A-4A67-A196-ED557BB9786D}"/>
                </a:ext>
              </a:extLst>
            </p:cNvPr>
            <p:cNvSpPr/>
            <p:nvPr/>
          </p:nvSpPr>
          <p:spPr>
            <a:xfrm>
              <a:off x="3491303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0E788994-C4A4-44AF-91FB-887701B9CC4A}"/>
                </a:ext>
              </a:extLst>
            </p:cNvPr>
            <p:cNvSpPr/>
            <p:nvPr/>
          </p:nvSpPr>
          <p:spPr>
            <a:xfrm>
              <a:off x="3780201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961A4201-40B7-454F-844B-0828CFD5228A}"/>
                </a:ext>
              </a:extLst>
            </p:cNvPr>
            <p:cNvSpPr/>
            <p:nvPr/>
          </p:nvSpPr>
          <p:spPr>
            <a:xfrm>
              <a:off x="4067511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0B161B98-FCDF-4541-9DE5-AEC2AEBFF6F2}"/>
                </a:ext>
              </a:extLst>
            </p:cNvPr>
            <p:cNvSpPr/>
            <p:nvPr/>
          </p:nvSpPr>
          <p:spPr>
            <a:xfrm>
              <a:off x="4356408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94CDD7BF-6229-4E30-80E9-A9DAC204ECFB}"/>
                </a:ext>
              </a:extLst>
            </p:cNvPr>
            <p:cNvSpPr/>
            <p:nvPr/>
          </p:nvSpPr>
          <p:spPr>
            <a:xfrm>
              <a:off x="4643719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E3CA4EE1-3513-41A6-BFF3-F85068B378C2}"/>
                </a:ext>
              </a:extLst>
            </p:cNvPr>
            <p:cNvSpPr/>
            <p:nvPr/>
          </p:nvSpPr>
          <p:spPr>
            <a:xfrm>
              <a:off x="4932617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FDFC68BF-FCAB-47F3-BE0C-AF08DCF9268C}"/>
                </a:ext>
              </a:extLst>
            </p:cNvPr>
            <p:cNvSpPr/>
            <p:nvPr/>
          </p:nvSpPr>
          <p:spPr>
            <a:xfrm>
              <a:off x="5219927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92721D00-5CBB-4F89-B748-6293254788F3}"/>
                </a:ext>
              </a:extLst>
            </p:cNvPr>
            <p:cNvSpPr/>
            <p:nvPr/>
          </p:nvSpPr>
          <p:spPr>
            <a:xfrm>
              <a:off x="5508825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E5A6F946-7FC7-4096-9A4B-7F241397A45E}"/>
                </a:ext>
              </a:extLst>
            </p:cNvPr>
            <p:cNvSpPr/>
            <p:nvPr/>
          </p:nvSpPr>
          <p:spPr>
            <a:xfrm>
              <a:off x="5796136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B584EA1A-9990-4D2C-84AE-5D9864393B20}"/>
                </a:ext>
              </a:extLst>
            </p:cNvPr>
            <p:cNvSpPr/>
            <p:nvPr/>
          </p:nvSpPr>
          <p:spPr>
            <a:xfrm>
              <a:off x="6083446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1B188AF2-3E3A-4C6E-84BE-6F422AAE2993}"/>
                </a:ext>
              </a:extLst>
            </p:cNvPr>
            <p:cNvSpPr/>
            <p:nvPr/>
          </p:nvSpPr>
          <p:spPr>
            <a:xfrm>
              <a:off x="6372344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A158FBC4-524C-45D9-A538-44839C228417}"/>
                </a:ext>
              </a:extLst>
            </p:cNvPr>
            <p:cNvSpPr/>
            <p:nvPr/>
          </p:nvSpPr>
          <p:spPr>
            <a:xfrm>
              <a:off x="6659655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B3135C3D-B40D-4784-8BCE-C8FF3F820DF1}"/>
                </a:ext>
              </a:extLst>
            </p:cNvPr>
            <p:cNvSpPr/>
            <p:nvPr/>
          </p:nvSpPr>
          <p:spPr>
            <a:xfrm>
              <a:off x="6948553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EB983389-2695-4F9C-B034-78BF6A02E23D}"/>
                </a:ext>
              </a:extLst>
            </p:cNvPr>
            <p:cNvSpPr/>
            <p:nvPr/>
          </p:nvSpPr>
          <p:spPr>
            <a:xfrm>
              <a:off x="7235863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7262469D-EFAA-4E0C-A835-68C48CCE597D}"/>
                </a:ext>
              </a:extLst>
            </p:cNvPr>
            <p:cNvSpPr/>
            <p:nvPr/>
          </p:nvSpPr>
          <p:spPr>
            <a:xfrm>
              <a:off x="7524760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77BC10B2-28FD-45E4-B29F-762E5A947E68}"/>
                </a:ext>
              </a:extLst>
            </p:cNvPr>
            <p:cNvSpPr/>
            <p:nvPr/>
          </p:nvSpPr>
          <p:spPr>
            <a:xfrm>
              <a:off x="7812071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55936A1D-A11B-40C9-B4A9-2EBFC5FC4514}"/>
                </a:ext>
              </a:extLst>
            </p:cNvPr>
            <p:cNvSpPr/>
            <p:nvPr/>
          </p:nvSpPr>
          <p:spPr>
            <a:xfrm>
              <a:off x="8100969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5BBC2C62-F61F-4F36-AB67-C2CBFCBD9A32}"/>
                </a:ext>
              </a:extLst>
            </p:cNvPr>
            <p:cNvSpPr/>
            <p:nvPr/>
          </p:nvSpPr>
          <p:spPr>
            <a:xfrm>
              <a:off x="8388279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2C631700-E4B1-4FD0-AE3D-2A0C1ACECD77}"/>
                </a:ext>
              </a:extLst>
            </p:cNvPr>
            <p:cNvSpPr/>
            <p:nvPr/>
          </p:nvSpPr>
          <p:spPr>
            <a:xfrm>
              <a:off x="8677177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C6246EAE-15FD-4C34-90C6-A2C86EDB8BCC}"/>
                </a:ext>
              </a:extLst>
            </p:cNvPr>
            <p:cNvSpPr/>
            <p:nvPr/>
          </p:nvSpPr>
          <p:spPr>
            <a:xfrm>
              <a:off x="2915094" y="1772122"/>
              <a:ext cx="288898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941A8DA5-F583-49F8-A64A-4E89637C91A0}"/>
                </a:ext>
              </a:extLst>
            </p:cNvPr>
            <p:cNvSpPr/>
            <p:nvPr/>
          </p:nvSpPr>
          <p:spPr>
            <a:xfrm>
              <a:off x="3203992" y="1772122"/>
              <a:ext cx="287311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B230EA8E-2B42-4EC6-8C72-E51F619D4340}"/>
                </a:ext>
              </a:extLst>
            </p:cNvPr>
            <p:cNvSpPr/>
            <p:nvPr/>
          </p:nvSpPr>
          <p:spPr>
            <a:xfrm>
              <a:off x="2627784" y="1772122"/>
              <a:ext cx="287310" cy="288925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A27D744F-1696-4982-A063-975A3A7ADDE7}"/>
                </a:ext>
              </a:extLst>
            </p:cNvPr>
            <p:cNvSpPr/>
            <p:nvPr/>
          </p:nvSpPr>
          <p:spPr>
            <a:xfrm>
              <a:off x="3491303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AF5F6E29-9DA6-4835-8E04-05FA5012EDAA}"/>
                </a:ext>
              </a:extLst>
            </p:cNvPr>
            <p:cNvSpPr/>
            <p:nvPr/>
          </p:nvSpPr>
          <p:spPr>
            <a:xfrm>
              <a:off x="3780201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2FFC7794-F391-4151-B70B-11A4EB9FC65E}"/>
                </a:ext>
              </a:extLst>
            </p:cNvPr>
            <p:cNvSpPr/>
            <p:nvPr/>
          </p:nvSpPr>
          <p:spPr>
            <a:xfrm>
              <a:off x="4067511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5B8DC4B2-683E-4F6B-A22D-6599232417D8}"/>
                </a:ext>
              </a:extLst>
            </p:cNvPr>
            <p:cNvSpPr/>
            <p:nvPr/>
          </p:nvSpPr>
          <p:spPr>
            <a:xfrm>
              <a:off x="4356408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FA8D53E3-F2D5-4E7E-A8E9-E02CE6CF32B6}"/>
                </a:ext>
              </a:extLst>
            </p:cNvPr>
            <p:cNvSpPr/>
            <p:nvPr/>
          </p:nvSpPr>
          <p:spPr>
            <a:xfrm>
              <a:off x="4643719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A24AE022-773A-48DD-ADEA-BF7396C5E213}"/>
                </a:ext>
              </a:extLst>
            </p:cNvPr>
            <p:cNvSpPr/>
            <p:nvPr/>
          </p:nvSpPr>
          <p:spPr>
            <a:xfrm>
              <a:off x="4932617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E8814B9F-1980-4198-AEC5-1D79F784E303}"/>
                </a:ext>
              </a:extLst>
            </p:cNvPr>
            <p:cNvSpPr/>
            <p:nvPr/>
          </p:nvSpPr>
          <p:spPr>
            <a:xfrm>
              <a:off x="5219927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C6B0B565-C277-4EA2-94CD-87BFBB3B09DA}"/>
                </a:ext>
              </a:extLst>
            </p:cNvPr>
            <p:cNvSpPr/>
            <p:nvPr/>
          </p:nvSpPr>
          <p:spPr>
            <a:xfrm>
              <a:off x="5508825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21C5CA80-40A9-49E0-9C78-06A6BB069A83}"/>
                </a:ext>
              </a:extLst>
            </p:cNvPr>
            <p:cNvSpPr/>
            <p:nvPr/>
          </p:nvSpPr>
          <p:spPr>
            <a:xfrm>
              <a:off x="5796136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E7BFD732-4770-4D05-902F-F479CB2BA0A2}"/>
                </a:ext>
              </a:extLst>
            </p:cNvPr>
            <p:cNvSpPr/>
            <p:nvPr/>
          </p:nvSpPr>
          <p:spPr>
            <a:xfrm>
              <a:off x="6083446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4710A77A-4E64-4A8A-89BD-406C1EACF656}"/>
                </a:ext>
              </a:extLst>
            </p:cNvPr>
            <p:cNvSpPr/>
            <p:nvPr/>
          </p:nvSpPr>
          <p:spPr>
            <a:xfrm>
              <a:off x="6372344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13DD0239-93E5-4A2A-9889-C30CEBD81229}"/>
                </a:ext>
              </a:extLst>
            </p:cNvPr>
            <p:cNvSpPr/>
            <p:nvPr/>
          </p:nvSpPr>
          <p:spPr>
            <a:xfrm>
              <a:off x="6659655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0DD58089-D812-40B1-87A4-446F54B71DC8}"/>
                </a:ext>
              </a:extLst>
            </p:cNvPr>
            <p:cNvSpPr/>
            <p:nvPr/>
          </p:nvSpPr>
          <p:spPr>
            <a:xfrm>
              <a:off x="6948553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0939A14D-DF16-450C-AB94-7E221C8874E1}"/>
                </a:ext>
              </a:extLst>
            </p:cNvPr>
            <p:cNvSpPr/>
            <p:nvPr/>
          </p:nvSpPr>
          <p:spPr>
            <a:xfrm>
              <a:off x="7235863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A3E890E2-EB08-435F-ADB9-BAF53CDED551}"/>
                </a:ext>
              </a:extLst>
            </p:cNvPr>
            <p:cNvSpPr/>
            <p:nvPr/>
          </p:nvSpPr>
          <p:spPr>
            <a:xfrm>
              <a:off x="7524760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96F35FF7-D43E-4A32-9230-D50D92D50EBB}"/>
                </a:ext>
              </a:extLst>
            </p:cNvPr>
            <p:cNvSpPr/>
            <p:nvPr/>
          </p:nvSpPr>
          <p:spPr>
            <a:xfrm>
              <a:off x="7812071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5D166D12-29B8-4AC4-9542-ADECE19EA8E8}"/>
                </a:ext>
              </a:extLst>
            </p:cNvPr>
            <p:cNvSpPr/>
            <p:nvPr/>
          </p:nvSpPr>
          <p:spPr>
            <a:xfrm>
              <a:off x="8100969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B5494280-3374-4998-83B2-DF2958711E88}"/>
                </a:ext>
              </a:extLst>
            </p:cNvPr>
            <p:cNvSpPr/>
            <p:nvPr/>
          </p:nvSpPr>
          <p:spPr>
            <a:xfrm>
              <a:off x="8388279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204C5D56-0FD6-4757-82DF-5AF567916BC3}"/>
                </a:ext>
              </a:extLst>
            </p:cNvPr>
            <p:cNvSpPr/>
            <p:nvPr/>
          </p:nvSpPr>
          <p:spPr>
            <a:xfrm>
              <a:off x="8677177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6D241D5E-59D2-4EA3-B43B-8C011EBE738B}"/>
                </a:ext>
              </a:extLst>
            </p:cNvPr>
            <p:cNvSpPr/>
            <p:nvPr/>
          </p:nvSpPr>
          <p:spPr>
            <a:xfrm>
              <a:off x="2915094" y="1484784"/>
              <a:ext cx="288898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E4587227-E764-4E46-A1BC-BAE2A1E97C78}"/>
                </a:ext>
              </a:extLst>
            </p:cNvPr>
            <p:cNvSpPr/>
            <p:nvPr/>
          </p:nvSpPr>
          <p:spPr>
            <a:xfrm>
              <a:off x="3203992" y="1484784"/>
              <a:ext cx="287311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0C68B5EB-3380-40D7-A228-8EFF0AC971F5}"/>
                </a:ext>
              </a:extLst>
            </p:cNvPr>
            <p:cNvSpPr/>
            <p:nvPr/>
          </p:nvSpPr>
          <p:spPr>
            <a:xfrm>
              <a:off x="2627784" y="1484784"/>
              <a:ext cx="287310" cy="287338"/>
            </a:xfrm>
            <a:prstGeom prst="rect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>
                <a:solidFill>
                  <a:prstClr val="black"/>
                </a:solidFill>
                <a:latin typeface="Comic Sans MS"/>
              </a:endParaRPr>
            </a:p>
          </p:txBody>
        </p:sp>
      </p:grpSp>
      <p:grpSp>
        <p:nvGrpSpPr>
          <p:cNvPr id="3" name="Group 459">
            <a:extLst>
              <a:ext uri="{FF2B5EF4-FFF2-40B4-BE49-F238E27FC236}">
                <a16:creationId xmlns:a16="http://schemas.microsoft.com/office/drawing/2014/main" id="{572560FC-9095-4E31-8CC9-9E3153931080}"/>
              </a:ext>
            </a:extLst>
          </p:cNvPr>
          <p:cNvGrpSpPr>
            <a:grpSpLocks/>
          </p:cNvGrpSpPr>
          <p:nvPr/>
        </p:nvGrpSpPr>
        <p:grpSpPr bwMode="auto">
          <a:xfrm>
            <a:off x="5651649" y="5776913"/>
            <a:ext cx="3779540" cy="1295400"/>
            <a:chOff x="4127902" y="5128628"/>
            <a:chExt cx="3780115" cy="1297311"/>
          </a:xfrm>
        </p:grpSpPr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0A02F3AF-021D-402A-89B2-9DC61FFE7778}"/>
                </a:ext>
              </a:extLst>
            </p:cNvPr>
            <p:cNvSpPr txBox="1"/>
            <p:nvPr/>
          </p:nvSpPr>
          <p:spPr>
            <a:xfrm rot="19266962">
              <a:off x="4127902" y="5128628"/>
              <a:ext cx="461735" cy="1081093"/>
            </a:xfrm>
            <a:prstGeom prst="rect">
              <a:avLst/>
            </a:prstGeom>
            <a:noFill/>
          </p:spPr>
          <p:txBody>
            <a:bodyPr vert="ver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Football</a:t>
              </a:r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5455BF9C-9084-4277-AFB6-03F08B1C699A}"/>
                </a:ext>
              </a:extLst>
            </p:cNvPr>
            <p:cNvSpPr txBox="1"/>
            <p:nvPr/>
          </p:nvSpPr>
          <p:spPr>
            <a:xfrm rot="19266962">
              <a:off x="4980519" y="5128628"/>
              <a:ext cx="461735" cy="1295721"/>
            </a:xfrm>
            <a:prstGeom prst="rect">
              <a:avLst/>
            </a:prstGeom>
            <a:noFill/>
          </p:spPr>
          <p:txBody>
            <a:bodyPr vert="ver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Netball</a:t>
              </a:r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43BD40F6-DA88-41AD-AB20-7C04CBF6D747}"/>
                </a:ext>
              </a:extLst>
            </p:cNvPr>
            <p:cNvSpPr txBox="1"/>
            <p:nvPr/>
          </p:nvSpPr>
          <p:spPr>
            <a:xfrm rot="19266962">
              <a:off x="5856159" y="5128628"/>
              <a:ext cx="461735" cy="1295721"/>
            </a:xfrm>
            <a:prstGeom prst="rect">
              <a:avLst/>
            </a:prstGeom>
            <a:noFill/>
          </p:spPr>
          <p:txBody>
            <a:bodyPr vert="ver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Basketball</a:t>
              </a:r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2BE9C7E2-D4F4-4AD1-8991-377A8A8EADB4}"/>
                </a:ext>
              </a:extLst>
            </p:cNvPr>
            <p:cNvSpPr txBox="1"/>
            <p:nvPr/>
          </p:nvSpPr>
          <p:spPr>
            <a:xfrm rot="19266962">
              <a:off x="6719890" y="5128628"/>
              <a:ext cx="461735" cy="1297311"/>
            </a:xfrm>
            <a:prstGeom prst="rect">
              <a:avLst/>
            </a:prstGeom>
            <a:noFill/>
          </p:spPr>
          <p:txBody>
            <a:bodyPr vert="ver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Tennis</a:t>
              </a:r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361C249D-6283-4A7C-9923-585793DBC46B}"/>
                </a:ext>
              </a:extLst>
            </p:cNvPr>
            <p:cNvSpPr txBox="1"/>
            <p:nvPr/>
          </p:nvSpPr>
          <p:spPr>
            <a:xfrm rot="19266962">
              <a:off x="7446282" y="5138167"/>
              <a:ext cx="461735" cy="833077"/>
            </a:xfrm>
            <a:prstGeom prst="rect">
              <a:avLst/>
            </a:prstGeom>
            <a:noFill/>
          </p:spPr>
          <p:txBody>
            <a:bodyPr vert="ver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Other</a:t>
              </a:r>
            </a:p>
          </p:txBody>
        </p:sp>
      </p:grpSp>
      <p:grpSp>
        <p:nvGrpSpPr>
          <p:cNvPr id="4" name="Group 499">
            <a:extLst>
              <a:ext uri="{FF2B5EF4-FFF2-40B4-BE49-F238E27FC236}">
                <a16:creationId xmlns:a16="http://schemas.microsoft.com/office/drawing/2014/main" id="{D3ED99C3-0E34-4026-B2F8-66E11F2482A8}"/>
              </a:ext>
            </a:extLst>
          </p:cNvPr>
          <p:cNvGrpSpPr>
            <a:grpSpLocks/>
          </p:cNvGrpSpPr>
          <p:nvPr/>
        </p:nvGrpSpPr>
        <p:grpSpPr bwMode="auto">
          <a:xfrm>
            <a:off x="4295776" y="2708275"/>
            <a:ext cx="720725" cy="3314700"/>
            <a:chOff x="2771800" y="2348687"/>
            <a:chExt cx="720081" cy="3312561"/>
          </a:xfrm>
        </p:grpSpPr>
        <p:cxnSp>
          <p:nvCxnSpPr>
            <p:cNvPr id="462" name="Straight Arrow Connector 461">
              <a:extLst>
                <a:ext uri="{FF2B5EF4-FFF2-40B4-BE49-F238E27FC236}">
                  <a16:creationId xmlns:a16="http://schemas.microsoft.com/office/drawing/2014/main" id="{FBE88ADD-AAE6-4DAA-A3DA-45F1DF568FAD}"/>
                </a:ext>
              </a:extLst>
            </p:cNvPr>
            <p:cNvCxnSpPr/>
            <p:nvPr/>
          </p:nvCxnSpPr>
          <p:spPr>
            <a:xfrm flipH="1" flipV="1">
              <a:off x="3491881" y="2348687"/>
              <a:ext cx="0" cy="31681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63934BCE-5A65-4C53-8229-75B391E557D5}"/>
                </a:ext>
              </a:extLst>
            </p:cNvPr>
            <p:cNvCxnSpPr/>
            <p:nvPr/>
          </p:nvCxnSpPr>
          <p:spPr>
            <a:xfrm flipH="1" flipV="1">
              <a:off x="3347548" y="5516879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72F0D0A6-4EBE-4903-9568-14FC17A68ADF}"/>
                </a:ext>
              </a:extLst>
            </p:cNvPr>
            <p:cNvCxnSpPr/>
            <p:nvPr/>
          </p:nvCxnSpPr>
          <p:spPr>
            <a:xfrm flipH="1" flipV="1">
              <a:off x="3347548" y="5229727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697FF0B8-29E1-481E-BD84-886F85B81D3E}"/>
                </a:ext>
              </a:extLst>
            </p:cNvPr>
            <p:cNvCxnSpPr/>
            <p:nvPr/>
          </p:nvCxnSpPr>
          <p:spPr>
            <a:xfrm flipH="1" flipV="1">
              <a:off x="3347548" y="4940988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A5D7E71B-DC53-4A85-AA8A-0CEF0470DAA1}"/>
                </a:ext>
              </a:extLst>
            </p:cNvPr>
            <p:cNvCxnSpPr/>
            <p:nvPr/>
          </p:nvCxnSpPr>
          <p:spPr>
            <a:xfrm flipH="1" flipV="1">
              <a:off x="3347548" y="4653837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65EFD66D-B490-4676-8B8A-CF89CF496F68}"/>
                </a:ext>
              </a:extLst>
            </p:cNvPr>
            <p:cNvCxnSpPr/>
            <p:nvPr/>
          </p:nvCxnSpPr>
          <p:spPr>
            <a:xfrm flipH="1" flipV="1">
              <a:off x="3347548" y="4365098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FB3B3CFE-0366-4058-9F06-1369DBA8EC53}"/>
                </a:ext>
              </a:extLst>
            </p:cNvPr>
            <p:cNvCxnSpPr/>
            <p:nvPr/>
          </p:nvCxnSpPr>
          <p:spPr>
            <a:xfrm flipH="1" flipV="1">
              <a:off x="3347548" y="4077945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C6E06A0E-F5C2-45AD-9E83-D83F2E946150}"/>
                </a:ext>
              </a:extLst>
            </p:cNvPr>
            <p:cNvCxnSpPr/>
            <p:nvPr/>
          </p:nvCxnSpPr>
          <p:spPr>
            <a:xfrm flipH="1" flipV="1">
              <a:off x="3347548" y="3789207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4AA3DA89-F67A-4538-9C7F-415B3CA3D010}"/>
                </a:ext>
              </a:extLst>
            </p:cNvPr>
            <p:cNvCxnSpPr/>
            <p:nvPr/>
          </p:nvCxnSpPr>
          <p:spPr>
            <a:xfrm flipH="1" flipV="1">
              <a:off x="3347548" y="3500468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F0B6AAE2-3C80-46D1-BCE7-D1A5AC9F6A66}"/>
                </a:ext>
              </a:extLst>
            </p:cNvPr>
            <p:cNvCxnSpPr/>
            <p:nvPr/>
          </p:nvCxnSpPr>
          <p:spPr>
            <a:xfrm flipH="1" flipV="1">
              <a:off x="3347548" y="3211730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19983756-78BD-4CF6-BD53-64D8ED1E50B0}"/>
                </a:ext>
              </a:extLst>
            </p:cNvPr>
            <p:cNvCxnSpPr/>
            <p:nvPr/>
          </p:nvCxnSpPr>
          <p:spPr>
            <a:xfrm flipH="1" flipV="1">
              <a:off x="3347548" y="2924578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B2A6E081-93AD-4B9E-98D4-7173235B8853}"/>
                </a:ext>
              </a:extLst>
            </p:cNvPr>
            <p:cNvCxnSpPr/>
            <p:nvPr/>
          </p:nvCxnSpPr>
          <p:spPr>
            <a:xfrm flipH="1" flipV="1">
              <a:off x="3347548" y="2635840"/>
              <a:ext cx="144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59" name="TextBox 481">
              <a:extLst>
                <a:ext uri="{FF2B5EF4-FFF2-40B4-BE49-F238E27FC236}">
                  <a16:creationId xmlns:a16="http://schemas.microsoft.com/office/drawing/2014/main" id="{CDC4326B-7050-400B-AFF7-410507731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5322694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0</a:t>
              </a:r>
            </a:p>
          </p:txBody>
        </p:sp>
        <p:sp>
          <p:nvSpPr>
            <p:cNvPr id="7260" name="TextBox 482">
              <a:extLst>
                <a:ext uri="{FF2B5EF4-FFF2-40B4-BE49-F238E27FC236}">
                  <a16:creationId xmlns:a16="http://schemas.microsoft.com/office/drawing/2014/main" id="{8E530BEB-A933-4928-9E78-F446C718A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5034662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1</a:t>
              </a:r>
            </a:p>
          </p:txBody>
        </p:sp>
        <p:sp>
          <p:nvSpPr>
            <p:cNvPr id="7261" name="TextBox 483">
              <a:extLst>
                <a:ext uri="{FF2B5EF4-FFF2-40B4-BE49-F238E27FC236}">
                  <a16:creationId xmlns:a16="http://schemas.microsoft.com/office/drawing/2014/main" id="{010D2A63-C0CF-481E-9C11-22F564D65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2" y="4746630"/>
              <a:ext cx="29848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2</a:t>
              </a:r>
            </a:p>
          </p:txBody>
        </p:sp>
        <p:sp>
          <p:nvSpPr>
            <p:cNvPr id="7262" name="TextBox 484">
              <a:extLst>
                <a:ext uri="{FF2B5EF4-FFF2-40B4-BE49-F238E27FC236}">
                  <a16:creationId xmlns:a16="http://schemas.microsoft.com/office/drawing/2014/main" id="{0988301F-4E9C-46E6-9093-F7A85F430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4458598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3</a:t>
              </a:r>
            </a:p>
          </p:txBody>
        </p:sp>
        <p:sp>
          <p:nvSpPr>
            <p:cNvPr id="7263" name="TextBox 487">
              <a:extLst>
                <a:ext uri="{FF2B5EF4-FFF2-40B4-BE49-F238E27FC236}">
                  <a16:creationId xmlns:a16="http://schemas.microsoft.com/office/drawing/2014/main" id="{7241B201-6C09-43E5-B795-C8F3CC876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4170566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4</a:t>
              </a:r>
            </a:p>
          </p:txBody>
        </p:sp>
        <p:sp>
          <p:nvSpPr>
            <p:cNvPr id="7264" name="TextBox 488">
              <a:extLst>
                <a:ext uri="{FF2B5EF4-FFF2-40B4-BE49-F238E27FC236}">
                  <a16:creationId xmlns:a16="http://schemas.microsoft.com/office/drawing/2014/main" id="{8D4B16FF-3E75-4A75-B476-759E99561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3882534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5</a:t>
              </a:r>
            </a:p>
          </p:txBody>
        </p:sp>
        <p:sp>
          <p:nvSpPr>
            <p:cNvPr id="7265" name="TextBox 489">
              <a:extLst>
                <a:ext uri="{FF2B5EF4-FFF2-40B4-BE49-F238E27FC236}">
                  <a16:creationId xmlns:a16="http://schemas.microsoft.com/office/drawing/2014/main" id="{3D05970A-4686-4356-BF6A-2DA71A5AE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2" y="3594502"/>
              <a:ext cx="29848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6</a:t>
              </a:r>
            </a:p>
          </p:txBody>
        </p:sp>
        <p:sp>
          <p:nvSpPr>
            <p:cNvPr id="7266" name="TextBox 490">
              <a:extLst>
                <a:ext uri="{FF2B5EF4-FFF2-40B4-BE49-F238E27FC236}">
                  <a16:creationId xmlns:a16="http://schemas.microsoft.com/office/drawing/2014/main" id="{0D95EC28-C4FB-4698-A51E-F696B545A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3306470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7</a:t>
              </a:r>
            </a:p>
          </p:txBody>
        </p:sp>
        <p:sp>
          <p:nvSpPr>
            <p:cNvPr id="7267" name="TextBox 491">
              <a:extLst>
                <a:ext uri="{FF2B5EF4-FFF2-40B4-BE49-F238E27FC236}">
                  <a16:creationId xmlns:a16="http://schemas.microsoft.com/office/drawing/2014/main" id="{94A8E0CD-54AB-4548-AAEF-C517F3D7E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2" y="3018438"/>
              <a:ext cx="29848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8</a:t>
              </a:r>
            </a:p>
          </p:txBody>
        </p:sp>
        <p:sp>
          <p:nvSpPr>
            <p:cNvPr id="7268" name="TextBox 492">
              <a:extLst>
                <a:ext uri="{FF2B5EF4-FFF2-40B4-BE49-F238E27FC236}">
                  <a16:creationId xmlns:a16="http://schemas.microsoft.com/office/drawing/2014/main" id="{BB002978-5C24-4FC1-A457-C42B260E4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393" y="2730406"/>
              <a:ext cx="2984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9</a:t>
              </a:r>
            </a:p>
          </p:txBody>
        </p:sp>
        <p:sp>
          <p:nvSpPr>
            <p:cNvPr id="7269" name="TextBox 493">
              <a:extLst>
                <a:ext uri="{FF2B5EF4-FFF2-40B4-BE49-F238E27FC236}">
                  <a16:creationId xmlns:a16="http://schemas.microsoft.com/office/drawing/2014/main" id="{E5CD9930-3BA2-4D81-9489-5728286128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580" y="2442374"/>
              <a:ext cx="41229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</a:rPr>
                <a:t>10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59EE384D-EDF0-427C-B26E-0726D31B4695}"/>
                </a:ext>
              </a:extLst>
            </p:cNvPr>
            <p:cNvSpPr txBox="1"/>
            <p:nvPr/>
          </p:nvSpPr>
          <p:spPr>
            <a:xfrm>
              <a:off x="2771800" y="2348687"/>
              <a:ext cx="461252" cy="3168543"/>
            </a:xfrm>
            <a:prstGeom prst="rect">
              <a:avLst/>
            </a:prstGeom>
            <a:noFill/>
          </p:spPr>
          <p:txBody>
            <a:bodyPr vert="vert27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GB" b="1" dirty="0">
                  <a:solidFill>
                    <a:prstClr val="black"/>
                  </a:solidFill>
                  <a:latin typeface="Arial" charset="0"/>
                  <a:cs typeface="Arial" charset="0"/>
                </a:rPr>
                <a:t>Frequency</a:t>
              </a:r>
            </a:p>
          </p:txBody>
        </p:sp>
      </p:grpSp>
      <p:sp>
        <p:nvSpPr>
          <p:cNvPr id="501" name="Rectangle 500">
            <a:extLst>
              <a:ext uri="{FF2B5EF4-FFF2-40B4-BE49-F238E27FC236}">
                <a16:creationId xmlns:a16="http://schemas.microsoft.com/office/drawing/2014/main" id="{55A5B039-50BE-4800-8376-A6BC9F7ECA38}"/>
              </a:ext>
            </a:extLst>
          </p:cNvPr>
          <p:cNvSpPr/>
          <p:nvPr/>
        </p:nvSpPr>
        <p:spPr>
          <a:xfrm>
            <a:off x="5303839" y="3571875"/>
            <a:ext cx="287337" cy="230505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grpSp>
        <p:nvGrpSpPr>
          <p:cNvPr id="5" name="Group 452">
            <a:extLst>
              <a:ext uri="{FF2B5EF4-FFF2-40B4-BE49-F238E27FC236}">
                <a16:creationId xmlns:a16="http://schemas.microsoft.com/office/drawing/2014/main" id="{AC84E4E3-1718-4A71-858D-5053AF629460}"/>
              </a:ext>
            </a:extLst>
          </p:cNvPr>
          <p:cNvGrpSpPr>
            <a:grpSpLocks/>
          </p:cNvGrpSpPr>
          <p:nvPr/>
        </p:nvGrpSpPr>
        <p:grpSpPr bwMode="auto">
          <a:xfrm>
            <a:off x="5016501" y="5876926"/>
            <a:ext cx="4608513" cy="144463"/>
            <a:chOff x="3491880" y="5229004"/>
            <a:chExt cx="4608309" cy="144625"/>
          </a:xfrm>
        </p:grpSpPr>
        <p:cxnSp>
          <p:nvCxnSpPr>
            <p:cNvPr id="439" name="Straight Arrow Connector 438">
              <a:extLst>
                <a:ext uri="{FF2B5EF4-FFF2-40B4-BE49-F238E27FC236}">
                  <a16:creationId xmlns:a16="http://schemas.microsoft.com/office/drawing/2014/main" id="{B963D968-E749-42EC-B1AE-66A6683CA3B7}"/>
                </a:ext>
              </a:extLst>
            </p:cNvPr>
            <p:cNvCxnSpPr/>
            <p:nvPr/>
          </p:nvCxnSpPr>
          <p:spPr>
            <a:xfrm>
              <a:off x="3491880" y="5229004"/>
              <a:ext cx="460830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BF01BF66-9D5D-4673-B7A0-B98DB5BFA6D2}"/>
                </a:ext>
              </a:extLst>
            </p:cNvPr>
            <p:cNvCxnSpPr/>
            <p:nvPr/>
          </p:nvCxnSpPr>
          <p:spPr>
            <a:xfrm>
              <a:off x="3779205" y="5229004"/>
              <a:ext cx="0" cy="1446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9768E415-3C29-483B-AB3C-FC40AE33B544}"/>
                </a:ext>
              </a:extLst>
            </p:cNvPr>
            <p:cNvCxnSpPr/>
            <p:nvPr/>
          </p:nvCxnSpPr>
          <p:spPr>
            <a:xfrm>
              <a:off x="4355442" y="5229004"/>
              <a:ext cx="0" cy="1446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0B74E6C2-FED2-47B0-80EB-EC469091F2A4}"/>
                </a:ext>
              </a:extLst>
            </p:cNvPr>
            <p:cNvCxnSpPr/>
            <p:nvPr/>
          </p:nvCxnSpPr>
          <p:spPr>
            <a:xfrm>
              <a:off x="4644354" y="5229004"/>
              <a:ext cx="0" cy="1446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6FD4482E-CF60-4FF9-B555-DA1B6B727AF8}"/>
                </a:ext>
              </a:extLst>
            </p:cNvPr>
            <p:cNvCxnSpPr/>
            <p:nvPr/>
          </p:nvCxnSpPr>
          <p:spPr>
            <a:xfrm>
              <a:off x="5219004" y="5229004"/>
              <a:ext cx="1588" cy="1446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B581E82D-E733-4676-BDF1-BEF6C77F757E}"/>
                </a:ext>
              </a:extLst>
            </p:cNvPr>
            <p:cNvCxnSpPr/>
            <p:nvPr/>
          </p:nvCxnSpPr>
          <p:spPr>
            <a:xfrm>
              <a:off x="5507916" y="5229004"/>
              <a:ext cx="0" cy="1446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11B2E11F-004B-41CF-B69A-AD60E1921225}"/>
                </a:ext>
              </a:extLst>
            </p:cNvPr>
            <p:cNvCxnSpPr/>
            <p:nvPr/>
          </p:nvCxnSpPr>
          <p:spPr>
            <a:xfrm>
              <a:off x="6084153" y="5229004"/>
              <a:ext cx="0" cy="1446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ABAF3E1A-7738-4415-BB9C-473C1D34A3C8}"/>
                </a:ext>
              </a:extLst>
            </p:cNvPr>
            <p:cNvCxnSpPr/>
            <p:nvPr/>
          </p:nvCxnSpPr>
          <p:spPr>
            <a:xfrm>
              <a:off x="6371478" y="5229004"/>
              <a:ext cx="0" cy="1446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EA9B9E31-7247-4E3C-8AB2-2C70000FF2EC}"/>
                </a:ext>
              </a:extLst>
            </p:cNvPr>
            <p:cNvCxnSpPr/>
            <p:nvPr/>
          </p:nvCxnSpPr>
          <p:spPr>
            <a:xfrm>
              <a:off x="6947715" y="5229004"/>
              <a:ext cx="0" cy="1446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B33DA71C-42AD-4E60-A871-0D168B072DFC}"/>
                </a:ext>
              </a:extLst>
            </p:cNvPr>
            <p:cNvCxnSpPr/>
            <p:nvPr/>
          </p:nvCxnSpPr>
          <p:spPr>
            <a:xfrm>
              <a:off x="7235039" y="5229004"/>
              <a:ext cx="1588" cy="1446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E794538A-105D-4859-AA05-576620EA0665}"/>
                </a:ext>
              </a:extLst>
            </p:cNvPr>
            <p:cNvCxnSpPr/>
            <p:nvPr/>
          </p:nvCxnSpPr>
          <p:spPr>
            <a:xfrm>
              <a:off x="7811277" y="5229004"/>
              <a:ext cx="0" cy="1446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52" name="Table 451">
            <a:extLst>
              <a:ext uri="{FF2B5EF4-FFF2-40B4-BE49-F238E27FC236}">
                <a16:creationId xmlns:a16="http://schemas.microsoft.com/office/drawing/2014/main" id="{C7542D08-4DAD-4603-B2AA-013EE3D28CFE}"/>
              </a:ext>
            </a:extLst>
          </p:cNvPr>
          <p:cNvGraphicFramePr>
            <a:graphicFrameLocks noGrp="1"/>
          </p:cNvGraphicFramePr>
          <p:nvPr/>
        </p:nvGraphicFramePr>
        <p:xfrm>
          <a:off x="1774825" y="476250"/>
          <a:ext cx="8712198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2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20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20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 err="1">
                          <a:solidFill>
                            <a:schemeClr val="tx1"/>
                          </a:solidFill>
                        </a:rPr>
                        <a:t>Fav</a:t>
                      </a:r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. Sport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Football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Netball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Basketball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Tennis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Other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Boys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Girls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2" marR="91432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5" name="Rectangle 464">
            <a:extLst>
              <a:ext uri="{FF2B5EF4-FFF2-40B4-BE49-F238E27FC236}">
                <a16:creationId xmlns:a16="http://schemas.microsoft.com/office/drawing/2014/main" id="{5114E5C1-E9DB-44D9-B807-7EA7EFADCED8}"/>
              </a:ext>
            </a:extLst>
          </p:cNvPr>
          <p:cNvSpPr/>
          <p:nvPr/>
        </p:nvSpPr>
        <p:spPr>
          <a:xfrm>
            <a:off x="5591176" y="5013325"/>
            <a:ext cx="288925" cy="86518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B0D63167-E884-4950-AF68-1062E0F4D84D}"/>
              </a:ext>
            </a:extLst>
          </p:cNvPr>
          <p:cNvSpPr/>
          <p:nvPr/>
        </p:nvSpPr>
        <p:spPr>
          <a:xfrm>
            <a:off x="6167439" y="5300663"/>
            <a:ext cx="288925" cy="57626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520C5716-2E20-47CD-A4E4-8DE704050FF1}"/>
              </a:ext>
            </a:extLst>
          </p:cNvPr>
          <p:cNvSpPr/>
          <p:nvPr/>
        </p:nvSpPr>
        <p:spPr>
          <a:xfrm>
            <a:off x="6456364" y="2997201"/>
            <a:ext cx="287337" cy="2881313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483BBAB2-4212-46C9-A185-A1B4408D42A2}"/>
              </a:ext>
            </a:extLst>
          </p:cNvPr>
          <p:cNvSpPr/>
          <p:nvPr/>
        </p:nvSpPr>
        <p:spPr>
          <a:xfrm>
            <a:off x="7032625" y="4437063"/>
            <a:ext cx="287338" cy="143986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DCF737B3-E073-4CCE-8076-A9D01C6290E8}"/>
              </a:ext>
            </a:extLst>
          </p:cNvPr>
          <p:cNvSpPr/>
          <p:nvPr/>
        </p:nvSpPr>
        <p:spPr>
          <a:xfrm>
            <a:off x="7319964" y="5300663"/>
            <a:ext cx="288925" cy="57785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2A5F7B93-9B1A-4FCF-84D2-5B3F05BDCC30}"/>
              </a:ext>
            </a:extLst>
          </p:cNvPr>
          <p:cNvSpPr/>
          <p:nvPr/>
        </p:nvSpPr>
        <p:spPr>
          <a:xfrm>
            <a:off x="7896225" y="5013325"/>
            <a:ext cx="287338" cy="8636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E941169C-13B1-4050-8B3C-4968023E4D85}"/>
              </a:ext>
            </a:extLst>
          </p:cNvPr>
          <p:cNvSpPr/>
          <p:nvPr/>
        </p:nvSpPr>
        <p:spPr>
          <a:xfrm>
            <a:off x="8183564" y="4724401"/>
            <a:ext cx="288925" cy="1154113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CCD04C82-34AB-4748-94C9-795922336549}"/>
              </a:ext>
            </a:extLst>
          </p:cNvPr>
          <p:cNvSpPr/>
          <p:nvPr/>
        </p:nvSpPr>
        <p:spPr>
          <a:xfrm>
            <a:off x="8759826" y="5300663"/>
            <a:ext cx="288925" cy="57626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84EF35BC-7F5E-4C3B-9E08-487DF15DE7F3}"/>
              </a:ext>
            </a:extLst>
          </p:cNvPr>
          <p:cNvSpPr/>
          <p:nvPr/>
        </p:nvSpPr>
        <p:spPr>
          <a:xfrm>
            <a:off x="9048750" y="5013325"/>
            <a:ext cx="287338" cy="86518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9C60F520-F220-437B-AF64-354B4E5DF605}"/>
              </a:ext>
            </a:extLst>
          </p:cNvPr>
          <p:cNvSpPr/>
          <p:nvPr/>
        </p:nvSpPr>
        <p:spPr>
          <a:xfrm>
            <a:off x="8904288" y="1700213"/>
            <a:ext cx="1655762" cy="1008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b="1" u="sng" dirty="0">
                <a:solidFill>
                  <a:prstClr val="black"/>
                </a:solidFill>
                <a:latin typeface="Comic Sans MS"/>
              </a:rPr>
              <a:t>Key:</a:t>
            </a: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D5535472-03C6-4438-B5C4-7E69D419BC0C}"/>
              </a:ext>
            </a:extLst>
          </p:cNvPr>
          <p:cNvSpPr/>
          <p:nvPr/>
        </p:nvSpPr>
        <p:spPr>
          <a:xfrm>
            <a:off x="9048750" y="2060575"/>
            <a:ext cx="215900" cy="2159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A97A95CF-C52B-4DA2-B492-B102C07FB4A5}"/>
              </a:ext>
            </a:extLst>
          </p:cNvPr>
          <p:cNvSpPr/>
          <p:nvPr/>
        </p:nvSpPr>
        <p:spPr>
          <a:xfrm>
            <a:off x="9048750" y="2420938"/>
            <a:ext cx="215900" cy="215900"/>
          </a:xfrm>
          <a:prstGeom prst="rect">
            <a:avLst/>
          </a:prstGeom>
          <a:solidFill>
            <a:srgbClr val="FF33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6041CE4E-DCB0-4FA8-8FE5-0920156BC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1" y="1979614"/>
            <a:ext cx="69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prstClr val="black"/>
                </a:solidFill>
              </a:rPr>
              <a:t>Boys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89B2F0BC-BB10-4084-97A9-3ECD9CC0B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1" y="2339975"/>
            <a:ext cx="6588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prstClr val="black"/>
                </a:solidFill>
              </a:rPr>
              <a:t>Girls</a:t>
            </a: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7EE4558D-54CA-4A15-BD96-4618AB706CC5}"/>
              </a:ext>
            </a:extLst>
          </p:cNvPr>
          <p:cNvSpPr/>
          <p:nvPr/>
        </p:nvSpPr>
        <p:spPr>
          <a:xfrm>
            <a:off x="5303839" y="3571875"/>
            <a:ext cx="288925" cy="2305050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9D230B0A-1ACC-48B1-AC30-E14868EC2101}"/>
              </a:ext>
            </a:extLst>
          </p:cNvPr>
          <p:cNvSpPr/>
          <p:nvPr/>
        </p:nvSpPr>
        <p:spPr>
          <a:xfrm>
            <a:off x="5592764" y="5011739"/>
            <a:ext cx="287337" cy="865187"/>
          </a:xfrm>
          <a:prstGeom prst="rect">
            <a:avLst/>
          </a:prstGeom>
          <a:solidFill>
            <a:srgbClr val="FF3399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03FB17F0-4A75-4E73-ACD5-00BE594A0B07}"/>
              </a:ext>
            </a:extLst>
          </p:cNvPr>
          <p:cNvSpPr/>
          <p:nvPr/>
        </p:nvSpPr>
        <p:spPr>
          <a:xfrm>
            <a:off x="6167439" y="5300663"/>
            <a:ext cx="288925" cy="576262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CAF2AA98-FF2C-4846-92F2-65F936F1034B}"/>
              </a:ext>
            </a:extLst>
          </p:cNvPr>
          <p:cNvSpPr/>
          <p:nvPr/>
        </p:nvSpPr>
        <p:spPr>
          <a:xfrm>
            <a:off x="6456364" y="2995613"/>
            <a:ext cx="287337" cy="2881312"/>
          </a:xfrm>
          <a:prstGeom prst="rect">
            <a:avLst/>
          </a:prstGeom>
          <a:solidFill>
            <a:srgbClr val="FF3399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95EAED7F-1E33-4A05-8682-9C79178A3976}"/>
              </a:ext>
            </a:extLst>
          </p:cNvPr>
          <p:cNvSpPr/>
          <p:nvPr/>
        </p:nvSpPr>
        <p:spPr>
          <a:xfrm>
            <a:off x="7032625" y="4437063"/>
            <a:ext cx="287338" cy="1439862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EA7B002-3BB1-426A-AC54-5C679FC7EC22}"/>
              </a:ext>
            </a:extLst>
          </p:cNvPr>
          <p:cNvSpPr/>
          <p:nvPr/>
        </p:nvSpPr>
        <p:spPr>
          <a:xfrm>
            <a:off x="7319964" y="5300663"/>
            <a:ext cx="288925" cy="576262"/>
          </a:xfrm>
          <a:prstGeom prst="rect">
            <a:avLst/>
          </a:prstGeom>
          <a:solidFill>
            <a:srgbClr val="FF3399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A207F3BF-2CCA-44CC-876B-3A7C98455C2E}"/>
              </a:ext>
            </a:extLst>
          </p:cNvPr>
          <p:cNvSpPr/>
          <p:nvPr/>
        </p:nvSpPr>
        <p:spPr>
          <a:xfrm>
            <a:off x="7896225" y="5011739"/>
            <a:ext cx="287338" cy="865187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BAA62CA4-72AB-4C64-A89E-22A8D16C0077}"/>
              </a:ext>
            </a:extLst>
          </p:cNvPr>
          <p:cNvSpPr/>
          <p:nvPr/>
        </p:nvSpPr>
        <p:spPr>
          <a:xfrm>
            <a:off x="8183564" y="4724401"/>
            <a:ext cx="288925" cy="1152525"/>
          </a:xfrm>
          <a:prstGeom prst="rect">
            <a:avLst/>
          </a:prstGeom>
          <a:solidFill>
            <a:srgbClr val="FF3399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807786C2-F194-46B2-AE63-F9201DA039AF}"/>
              </a:ext>
            </a:extLst>
          </p:cNvPr>
          <p:cNvSpPr/>
          <p:nvPr/>
        </p:nvSpPr>
        <p:spPr>
          <a:xfrm>
            <a:off x="8759826" y="5300663"/>
            <a:ext cx="288925" cy="576262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DF8ABF9E-C05A-4374-8993-2155772BC71A}"/>
              </a:ext>
            </a:extLst>
          </p:cNvPr>
          <p:cNvSpPr/>
          <p:nvPr/>
        </p:nvSpPr>
        <p:spPr>
          <a:xfrm>
            <a:off x="9048750" y="5011739"/>
            <a:ext cx="287338" cy="865187"/>
          </a:xfrm>
          <a:prstGeom prst="rect">
            <a:avLst/>
          </a:prstGeom>
          <a:solidFill>
            <a:srgbClr val="FF3399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9801DD18-0BB6-4AAD-96C0-C04061E05E77}"/>
              </a:ext>
            </a:extLst>
          </p:cNvPr>
          <p:cNvSpPr/>
          <p:nvPr/>
        </p:nvSpPr>
        <p:spPr>
          <a:xfrm>
            <a:off x="1992313" y="3284538"/>
            <a:ext cx="2303462" cy="576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Draw a bar chart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BBCDC6BF-01D3-4DB7-821A-7E3681EDD4AB}"/>
              </a:ext>
            </a:extLst>
          </p:cNvPr>
          <p:cNvSpPr/>
          <p:nvPr/>
        </p:nvSpPr>
        <p:spPr>
          <a:xfrm>
            <a:off x="1992313" y="4005264"/>
            <a:ext cx="2303462" cy="1584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Using the bar chart work out the difference between the boys favourite sport and the girls favourite sport.</a:t>
            </a: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F52E39B4-40EB-455A-8C44-A93285B08B23}"/>
              </a:ext>
            </a:extLst>
          </p:cNvPr>
          <p:cNvSpPr/>
          <p:nvPr/>
        </p:nvSpPr>
        <p:spPr>
          <a:xfrm>
            <a:off x="1631950" y="3284539"/>
            <a:ext cx="287338" cy="2889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a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FDAF28EF-B3C9-4232-9C9D-4F01AAB29E49}"/>
              </a:ext>
            </a:extLst>
          </p:cNvPr>
          <p:cNvSpPr/>
          <p:nvPr/>
        </p:nvSpPr>
        <p:spPr>
          <a:xfrm>
            <a:off x="1631950" y="4005264"/>
            <a:ext cx="287338" cy="2873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b</a:t>
            </a: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CF35B206-03F7-4D2A-867A-34F908E2A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5732464"/>
            <a:ext cx="1216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prstClr val="black"/>
                </a:solidFill>
              </a:rPr>
              <a:t>10 – 8 =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1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" grpId="0" animBg="1"/>
      <p:bldP spid="465" grpId="0" animBg="1"/>
      <p:bldP spid="480" grpId="0" animBg="1"/>
      <p:bldP spid="486" grpId="0" animBg="1"/>
      <p:bldP spid="487" grpId="0" animBg="1"/>
      <p:bldP spid="488" grpId="0" animBg="1"/>
      <p:bldP spid="489" grpId="0" animBg="1"/>
      <p:bldP spid="490" grpId="0" animBg="1"/>
      <p:bldP spid="491" grpId="0" animBg="1"/>
      <p:bldP spid="492" grpId="0" animBg="1"/>
      <p:bldP spid="493" grpId="0" animBg="1"/>
      <p:bldP spid="494" grpId="0" animBg="1"/>
      <p:bldP spid="495" grpId="0" animBg="1"/>
      <p:bldP spid="496" grpId="0"/>
      <p:bldP spid="497" grpId="0"/>
      <p:bldP spid="498" grpId="0" animBg="1"/>
      <p:bldP spid="500" grpId="0" animBg="1"/>
      <p:bldP spid="502" grpId="0" animBg="1"/>
      <p:bldP spid="503" grpId="0" animBg="1"/>
      <p:bldP spid="508" grpId="0" animBg="1"/>
      <p:bldP spid="509" grpId="0" animBg="1"/>
      <p:bldP spid="510" grpId="0" animBg="1"/>
      <p:bldP spid="511" grpId="0" animBg="1"/>
      <p:bldP spid="512" grpId="0" animBg="1"/>
      <p:bldP spid="513" grpId="0" animBg="1"/>
      <p:bldP spid="5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4EB5-7E83-4BEC-AB5B-702C9F25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practice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B2F7AC-F131-4BF3-9E9B-25F665530B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352583"/>
            <a:ext cx="11843739" cy="2731554"/>
          </a:xfrm>
        </p:spPr>
      </p:pic>
    </p:spTree>
    <p:extLst>
      <p:ext uri="{BB962C8B-B14F-4D97-AF65-F5344CB8AC3E}">
        <p14:creationId xmlns:p14="http://schemas.microsoft.com/office/powerpoint/2010/main" val="2558028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7008-997B-4FE9-87EC-8D442AD9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97375B-D902-4A99-A417-ABBCFF3C1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823" y="2456002"/>
            <a:ext cx="10972800" cy="1945995"/>
          </a:xfrm>
        </p:spPr>
      </p:pic>
    </p:spTree>
    <p:extLst>
      <p:ext uri="{BB962C8B-B14F-4D97-AF65-F5344CB8AC3E}">
        <p14:creationId xmlns:p14="http://schemas.microsoft.com/office/powerpoint/2010/main" val="1050718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8F38-FBF9-444C-826D-324F306B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practice 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6F85F5-F3F1-404C-BC90-C4E575477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89" y="1600201"/>
            <a:ext cx="3969614" cy="4324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432B7B-5082-41FC-98EF-D5B9A4783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170" y="1587656"/>
            <a:ext cx="6492909" cy="432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91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A716B-6AE0-4123-BB4D-C7B5AAB7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4E8A53-A427-4048-A405-0577D3667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2225" y="2743994"/>
            <a:ext cx="7067550" cy="2238375"/>
          </a:xfrm>
        </p:spPr>
      </p:pic>
    </p:spTree>
    <p:extLst>
      <p:ext uri="{BB962C8B-B14F-4D97-AF65-F5344CB8AC3E}">
        <p14:creationId xmlns:p14="http://schemas.microsoft.com/office/powerpoint/2010/main" val="3043599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1B1E-ED68-411E-B862-B4C2DF93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practice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898C53-C3A0-4818-889B-625425542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927" y="2191590"/>
            <a:ext cx="5743575" cy="37338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2BFFEE-B4B1-429F-92DF-713E82E87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10640"/>
            <a:ext cx="56102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7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7EC1-E935-435D-9E33-FFF59E56A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BD60B7-D3C8-4BF5-939A-90BE98E5E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2711" y="2325950"/>
            <a:ext cx="9786649" cy="2759068"/>
          </a:xfrm>
        </p:spPr>
      </p:pic>
    </p:spTree>
    <p:extLst>
      <p:ext uri="{BB962C8B-B14F-4D97-AF65-F5344CB8AC3E}">
        <p14:creationId xmlns:p14="http://schemas.microsoft.com/office/powerpoint/2010/main" val="3998570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mic San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548</Words>
  <Application>Microsoft Office PowerPoint</Application>
  <PresentationFormat>Widescreen</PresentationFormat>
  <Paragraphs>204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Comic Sans MS</vt:lpstr>
      <vt:lpstr>Wingdings</vt:lpstr>
      <vt:lpstr>Office Theme</vt:lpstr>
      <vt:lpstr>Theme1</vt:lpstr>
      <vt:lpstr>Lesson objective </vt:lpstr>
      <vt:lpstr>Daily review </vt:lpstr>
      <vt:lpstr>Mean, mode and median practice </vt:lpstr>
      <vt:lpstr>Bar Charts</vt:lpstr>
      <vt:lpstr>Bar Charts</vt:lpstr>
      <vt:lpstr>Bar graph – copy in blue </vt:lpstr>
      <vt:lpstr>PowerPoint Presentation</vt:lpstr>
      <vt:lpstr>PowerPoint Presentation</vt:lpstr>
      <vt:lpstr>Comparative bar charts </vt:lpstr>
      <vt:lpstr>PowerPoint Presentation</vt:lpstr>
      <vt:lpstr>Mean practice </vt:lpstr>
      <vt:lpstr>Answers </vt:lpstr>
      <vt:lpstr>Median practice </vt:lpstr>
      <vt:lpstr>Answers </vt:lpstr>
      <vt:lpstr>Mode practice </vt:lpstr>
      <vt:lpstr>Answers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11</cp:revision>
  <dcterms:created xsi:type="dcterms:W3CDTF">2021-11-30T03:57:30Z</dcterms:created>
  <dcterms:modified xsi:type="dcterms:W3CDTF">2022-10-25T00:21:27Z</dcterms:modified>
</cp:coreProperties>
</file>