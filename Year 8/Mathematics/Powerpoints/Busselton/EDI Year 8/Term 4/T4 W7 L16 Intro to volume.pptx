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 id="2147483690" r:id="rId2"/>
    <p:sldMasterId id="2147483702" r:id="rId3"/>
    <p:sldMasterId id="2147483714" r:id="rId4"/>
  </p:sldMasterIdLst>
  <p:notesMasterIdLst>
    <p:notesMasterId r:id="rId29"/>
  </p:notesMasterIdLst>
  <p:sldIdLst>
    <p:sldId id="338" r:id="rId5"/>
    <p:sldId id="339" r:id="rId6"/>
    <p:sldId id="312" r:id="rId7"/>
    <p:sldId id="343" r:id="rId8"/>
    <p:sldId id="320" r:id="rId9"/>
    <p:sldId id="327" r:id="rId10"/>
    <p:sldId id="329" r:id="rId11"/>
    <p:sldId id="257" r:id="rId12"/>
    <p:sldId id="258" r:id="rId13"/>
    <p:sldId id="259" r:id="rId14"/>
    <p:sldId id="309" r:id="rId15"/>
    <p:sldId id="328" r:id="rId16"/>
    <p:sldId id="382" r:id="rId17"/>
    <p:sldId id="330" r:id="rId18"/>
    <p:sldId id="383" r:id="rId19"/>
    <p:sldId id="325" r:id="rId20"/>
    <p:sldId id="331" r:id="rId21"/>
    <p:sldId id="334" r:id="rId22"/>
    <p:sldId id="379" r:id="rId23"/>
    <p:sldId id="377" r:id="rId24"/>
    <p:sldId id="365" r:id="rId25"/>
    <p:sldId id="337" r:id="rId26"/>
    <p:sldId id="381" r:id="rId27"/>
    <p:sldId id="380" r:id="rId28"/>
  </p:sldIdLst>
  <p:sldSz cx="9144000" cy="5143500" type="screen16x9"/>
  <p:notesSz cx="6794500" cy="99314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CP3" id="{AD917F9D-4B44-594E-A6C9-B2A378EA660A}">
          <p14:sldIdLst/>
        </p14:section>
        <p14:section name="Content" id="{66C9C7BF-DCB8-0B42-9E5A-A47210286444}">
          <p14:sldIdLst>
            <p14:sldId id="338"/>
            <p14:sldId id="339"/>
            <p14:sldId id="312"/>
            <p14:sldId id="343"/>
            <p14:sldId id="320"/>
            <p14:sldId id="327"/>
            <p14:sldId id="329"/>
            <p14:sldId id="257"/>
            <p14:sldId id="258"/>
            <p14:sldId id="259"/>
            <p14:sldId id="309"/>
            <p14:sldId id="328"/>
            <p14:sldId id="382"/>
            <p14:sldId id="330"/>
            <p14:sldId id="383"/>
            <p14:sldId id="325"/>
            <p14:sldId id="331"/>
            <p14:sldId id="334"/>
            <p14:sldId id="379"/>
            <p14:sldId id="377"/>
            <p14:sldId id="365"/>
            <p14:sldId id="337"/>
            <p14:sldId id="381"/>
            <p14:sldId id="3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4BFF"/>
    <a:srgbClr val="AA342F"/>
    <a:srgbClr val="33C0FD"/>
    <a:srgbClr val="CD938A"/>
    <a:srgbClr val="D5F2FF"/>
    <a:srgbClr val="9CFDEE"/>
    <a:srgbClr val="73FDD6"/>
    <a:srgbClr val="FECEFD"/>
    <a:srgbClr val="FEC0F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470"/>
    <p:restoredTop sz="91222"/>
  </p:normalViewPr>
  <p:slideViewPr>
    <p:cSldViewPr snapToGrid="0" snapToObjects="1">
      <p:cViewPr varScale="1">
        <p:scale>
          <a:sx n="103" d="100"/>
          <a:sy n="103" d="100"/>
        </p:scale>
        <p:origin x="1114"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283" cy="498295"/>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48645" y="0"/>
            <a:ext cx="2944283" cy="498295"/>
          </a:xfrm>
          <a:prstGeom prst="rect">
            <a:avLst/>
          </a:prstGeom>
        </p:spPr>
        <p:txBody>
          <a:bodyPr vert="horz" lIns="91440" tIns="45720" rIns="91440" bIns="45720" rtlCol="0"/>
          <a:lstStyle>
            <a:lvl1pPr algn="r">
              <a:defRPr sz="1200"/>
            </a:lvl1pPr>
          </a:lstStyle>
          <a:p>
            <a:fld id="{E6F61483-72D0-394C-AC95-0368E97CFE03}" type="datetimeFigureOut">
              <a:rPr lang="en-GB" smtClean="0"/>
              <a:t>22/11/2022</a:t>
            </a:fld>
            <a:endParaRPr lang="en-GB"/>
          </a:p>
        </p:txBody>
      </p:sp>
      <p:sp>
        <p:nvSpPr>
          <p:cNvPr id="4" name="Slide Image Placeholder 3"/>
          <p:cNvSpPr>
            <a:spLocks noGrp="1" noRot="1" noChangeAspect="1"/>
          </p:cNvSpPr>
          <p:nvPr>
            <p:ph type="sldImg" idx="2"/>
          </p:nvPr>
        </p:nvSpPr>
        <p:spPr>
          <a:xfrm>
            <a:off x="419100" y="1241425"/>
            <a:ext cx="5956300" cy="3351213"/>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450" y="4779486"/>
            <a:ext cx="5435600" cy="3910489"/>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33107"/>
            <a:ext cx="2944283" cy="498294"/>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48645" y="9433107"/>
            <a:ext cx="2944283" cy="498294"/>
          </a:xfrm>
          <a:prstGeom prst="rect">
            <a:avLst/>
          </a:prstGeom>
        </p:spPr>
        <p:txBody>
          <a:bodyPr vert="horz" lIns="91440" tIns="45720" rIns="91440" bIns="45720" rtlCol="0" anchor="b"/>
          <a:lstStyle>
            <a:lvl1pPr algn="r">
              <a:defRPr sz="1200"/>
            </a:lvl1pPr>
          </a:lstStyle>
          <a:p>
            <a:fld id="{D5D9377F-1BD6-9941-B405-1638211A94BD}" type="slidenum">
              <a:rPr lang="en-GB" smtClean="0"/>
              <a:t>‹#›</a:t>
            </a:fld>
            <a:endParaRPr lang="en-GB"/>
          </a:p>
        </p:txBody>
      </p:sp>
    </p:spTree>
    <p:extLst>
      <p:ext uri="{BB962C8B-B14F-4D97-AF65-F5344CB8AC3E}">
        <p14:creationId xmlns:p14="http://schemas.microsoft.com/office/powerpoint/2010/main" val="18485294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5D9377F-1BD6-9941-B405-1638211A94BD}" type="slidenum">
              <a:rPr lang="en-GB" smtClean="0"/>
              <a:t>3</a:t>
            </a:fld>
            <a:endParaRPr lang="en-GB"/>
          </a:p>
        </p:txBody>
      </p:sp>
    </p:spTree>
    <p:extLst>
      <p:ext uri="{BB962C8B-B14F-4D97-AF65-F5344CB8AC3E}">
        <p14:creationId xmlns:p14="http://schemas.microsoft.com/office/powerpoint/2010/main" val="525436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5D9377F-1BD6-9941-B405-1638211A94BD}" type="slidenum">
              <a:rPr lang="en-GB" smtClean="0"/>
              <a:t>5</a:t>
            </a:fld>
            <a:endParaRPr lang="en-GB"/>
          </a:p>
        </p:txBody>
      </p:sp>
    </p:spTree>
    <p:extLst>
      <p:ext uri="{BB962C8B-B14F-4D97-AF65-F5344CB8AC3E}">
        <p14:creationId xmlns:p14="http://schemas.microsoft.com/office/powerpoint/2010/main" val="1851276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5D9377F-1BD6-9941-B405-1638211A94BD}" type="slidenum">
              <a:rPr lang="en-GB" smtClean="0"/>
              <a:t>6</a:t>
            </a:fld>
            <a:endParaRPr lang="en-GB"/>
          </a:p>
        </p:txBody>
      </p:sp>
    </p:spTree>
    <p:extLst>
      <p:ext uri="{BB962C8B-B14F-4D97-AF65-F5344CB8AC3E}">
        <p14:creationId xmlns:p14="http://schemas.microsoft.com/office/powerpoint/2010/main" val="41990308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5D9377F-1BD6-9941-B405-1638211A94BD}" type="slidenum">
              <a:rPr lang="en-GB" smtClean="0"/>
              <a:t>7</a:t>
            </a:fld>
            <a:endParaRPr lang="en-GB"/>
          </a:p>
        </p:txBody>
      </p:sp>
    </p:spTree>
    <p:extLst>
      <p:ext uri="{BB962C8B-B14F-4D97-AF65-F5344CB8AC3E}">
        <p14:creationId xmlns:p14="http://schemas.microsoft.com/office/powerpoint/2010/main" val="589378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GB" dirty="0"/>
          </a:p>
        </p:txBody>
      </p:sp>
      <p:sp>
        <p:nvSpPr>
          <p:cNvPr id="4" name="Slide Number Placeholder 3"/>
          <p:cNvSpPr>
            <a:spLocks noGrp="1"/>
          </p:cNvSpPr>
          <p:nvPr>
            <p:ph type="sldNum" sz="quarter" idx="5"/>
          </p:nvPr>
        </p:nvSpPr>
        <p:spPr/>
        <p:txBody>
          <a:bodyPr/>
          <a:lstStyle/>
          <a:p>
            <a:fld id="{D5D9377F-1BD6-9941-B405-1638211A94BD}" type="slidenum">
              <a:rPr lang="en-GB" smtClean="0"/>
              <a:t>11</a:t>
            </a:fld>
            <a:endParaRPr lang="en-GB"/>
          </a:p>
        </p:txBody>
      </p:sp>
    </p:spTree>
    <p:extLst>
      <p:ext uri="{BB962C8B-B14F-4D97-AF65-F5344CB8AC3E}">
        <p14:creationId xmlns:p14="http://schemas.microsoft.com/office/powerpoint/2010/main" val="18820961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5D9377F-1BD6-9941-B405-1638211A94BD}" type="slidenum">
              <a:rPr lang="en-GB" smtClean="0"/>
              <a:t>12</a:t>
            </a:fld>
            <a:endParaRPr lang="en-GB"/>
          </a:p>
        </p:txBody>
      </p:sp>
    </p:spTree>
    <p:extLst>
      <p:ext uri="{BB962C8B-B14F-4D97-AF65-F5344CB8AC3E}">
        <p14:creationId xmlns:p14="http://schemas.microsoft.com/office/powerpoint/2010/main" val="90418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5D9377F-1BD6-9941-B405-1638211A94BD}" type="slidenum">
              <a:rPr lang="en-GB" smtClean="0"/>
              <a:t>13</a:t>
            </a:fld>
            <a:endParaRPr lang="en-GB"/>
          </a:p>
        </p:txBody>
      </p:sp>
    </p:spTree>
    <p:extLst>
      <p:ext uri="{BB962C8B-B14F-4D97-AF65-F5344CB8AC3E}">
        <p14:creationId xmlns:p14="http://schemas.microsoft.com/office/powerpoint/2010/main" val="8329091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5D9377F-1BD6-9941-B405-1638211A94BD}" type="slidenum">
              <a:rPr lang="en-GB" smtClean="0"/>
              <a:t>14</a:t>
            </a:fld>
            <a:endParaRPr lang="en-GB"/>
          </a:p>
        </p:txBody>
      </p:sp>
    </p:spTree>
    <p:extLst>
      <p:ext uri="{BB962C8B-B14F-4D97-AF65-F5344CB8AC3E}">
        <p14:creationId xmlns:p14="http://schemas.microsoft.com/office/powerpoint/2010/main" val="18692116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5D9377F-1BD6-9941-B405-1638211A94BD}" type="slidenum">
              <a:rPr lang="en-GB" smtClean="0"/>
              <a:t>15</a:t>
            </a:fld>
            <a:endParaRPr lang="en-GB"/>
          </a:p>
        </p:txBody>
      </p:sp>
    </p:spTree>
    <p:extLst>
      <p:ext uri="{BB962C8B-B14F-4D97-AF65-F5344CB8AC3E}">
        <p14:creationId xmlns:p14="http://schemas.microsoft.com/office/powerpoint/2010/main" val="35959663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GB" dirty="0"/>
          </a:p>
        </p:txBody>
      </p:sp>
      <p:sp>
        <p:nvSpPr>
          <p:cNvPr id="4" name="Slide Number Placeholder 3"/>
          <p:cNvSpPr>
            <a:spLocks noGrp="1"/>
          </p:cNvSpPr>
          <p:nvPr>
            <p:ph type="sldNum" sz="quarter" idx="5"/>
          </p:nvPr>
        </p:nvSpPr>
        <p:spPr/>
        <p:txBody>
          <a:bodyPr/>
          <a:lstStyle/>
          <a:p>
            <a:fld id="{D5D9377F-1BD6-9941-B405-1638211A94BD}" type="slidenum">
              <a:rPr lang="en-GB" smtClean="0"/>
              <a:t>16</a:t>
            </a:fld>
            <a:endParaRPr lang="en-GB"/>
          </a:p>
        </p:txBody>
      </p:sp>
    </p:spTree>
    <p:extLst>
      <p:ext uri="{BB962C8B-B14F-4D97-AF65-F5344CB8AC3E}">
        <p14:creationId xmlns:p14="http://schemas.microsoft.com/office/powerpoint/2010/main" val="501339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GB" dirty="0"/>
          </a:p>
        </p:txBody>
      </p:sp>
      <p:sp>
        <p:nvSpPr>
          <p:cNvPr id="4" name="Slide Number Placeholder 3"/>
          <p:cNvSpPr>
            <a:spLocks noGrp="1"/>
          </p:cNvSpPr>
          <p:nvPr>
            <p:ph type="sldNum" sz="quarter" idx="5"/>
          </p:nvPr>
        </p:nvSpPr>
        <p:spPr/>
        <p:txBody>
          <a:bodyPr/>
          <a:lstStyle/>
          <a:p>
            <a:fld id="{D5D9377F-1BD6-9941-B405-1638211A94BD}" type="slidenum">
              <a:rPr lang="en-GB" smtClean="0"/>
              <a:t>17</a:t>
            </a:fld>
            <a:endParaRPr lang="en-GB"/>
          </a:p>
        </p:txBody>
      </p:sp>
    </p:spTree>
    <p:extLst>
      <p:ext uri="{BB962C8B-B14F-4D97-AF65-F5344CB8AC3E}">
        <p14:creationId xmlns:p14="http://schemas.microsoft.com/office/powerpoint/2010/main" val="17985976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GB" dirty="0"/>
          </a:p>
        </p:txBody>
      </p:sp>
      <p:sp>
        <p:nvSpPr>
          <p:cNvPr id="4" name="Slide Number Placeholder 3"/>
          <p:cNvSpPr>
            <a:spLocks noGrp="1"/>
          </p:cNvSpPr>
          <p:nvPr>
            <p:ph type="sldNum" sz="quarter" idx="5"/>
          </p:nvPr>
        </p:nvSpPr>
        <p:spPr/>
        <p:txBody>
          <a:bodyPr/>
          <a:lstStyle/>
          <a:p>
            <a:fld id="{D5D9377F-1BD6-9941-B405-1638211A94BD}" type="slidenum">
              <a:rPr lang="en-GB" smtClean="0"/>
              <a:t>18</a:t>
            </a:fld>
            <a:endParaRPr lang="en-GB"/>
          </a:p>
        </p:txBody>
      </p:sp>
    </p:spTree>
    <p:extLst>
      <p:ext uri="{BB962C8B-B14F-4D97-AF65-F5344CB8AC3E}">
        <p14:creationId xmlns:p14="http://schemas.microsoft.com/office/powerpoint/2010/main" val="14003865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5D9377F-1BD6-9941-B405-1638211A94BD}" type="slidenum">
              <a:rPr lang="en-GB" smtClean="0"/>
              <a:t>22</a:t>
            </a:fld>
            <a:endParaRPr lang="en-GB"/>
          </a:p>
        </p:txBody>
      </p:sp>
    </p:spTree>
    <p:extLst>
      <p:ext uri="{BB962C8B-B14F-4D97-AF65-F5344CB8AC3E}">
        <p14:creationId xmlns:p14="http://schemas.microsoft.com/office/powerpoint/2010/main" val="364778573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P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90807F-CC69-D64A-8CA7-DE7A689C7297}"/>
              </a:ext>
            </a:extLst>
          </p:cNvPr>
          <p:cNvSpPr/>
          <p:nvPr userDrawn="1"/>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CD0F4EBC-0EB9-5144-B113-E3C84F3D49FA}"/>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3320822" y="418107"/>
            <a:ext cx="2502359" cy="2908460"/>
          </a:xfrm>
          <a:prstGeom prst="rect">
            <a:avLst/>
          </a:prstGeom>
        </p:spPr>
      </p:pic>
      <p:sp>
        <p:nvSpPr>
          <p:cNvPr id="8" name="TextBox 7">
            <a:extLst>
              <a:ext uri="{FF2B5EF4-FFF2-40B4-BE49-F238E27FC236}">
                <a16:creationId xmlns:a16="http://schemas.microsoft.com/office/drawing/2014/main" id="{6C2C3470-A77D-3F4F-BA21-9D2139540AE8}"/>
              </a:ext>
            </a:extLst>
          </p:cNvPr>
          <p:cNvSpPr txBox="1"/>
          <p:nvPr userDrawn="1"/>
        </p:nvSpPr>
        <p:spPr>
          <a:xfrm>
            <a:off x="3155418" y="3386567"/>
            <a:ext cx="2833211" cy="715965"/>
          </a:xfrm>
          <a:prstGeom prst="rect">
            <a:avLst/>
          </a:prstGeom>
          <a:noFill/>
        </p:spPr>
        <p:txBody>
          <a:bodyPr wrap="none" rtlCol="0">
            <a:spAutoFit/>
          </a:bodyPr>
          <a:lstStyle/>
          <a:p>
            <a:pPr algn="ctr"/>
            <a:r>
              <a:rPr lang="en-GB" sz="1351" spc="300" dirty="0"/>
              <a:t>Mathematics</a:t>
            </a:r>
          </a:p>
          <a:p>
            <a:pPr algn="ctr"/>
            <a:r>
              <a:rPr lang="en-GB" sz="1351" b="1" spc="300" dirty="0"/>
              <a:t>THE VOLUME OF A PRISM</a:t>
            </a:r>
          </a:p>
          <a:p>
            <a:pPr algn="ctr"/>
            <a:r>
              <a:rPr lang="en-GB" sz="1351" b="1" spc="300" dirty="0"/>
              <a:t>TES: </a:t>
            </a:r>
            <a:r>
              <a:rPr lang="en-GB" sz="1351" spc="300" dirty="0"/>
              <a:t>cparkinson3</a:t>
            </a:r>
          </a:p>
        </p:txBody>
      </p:sp>
      <p:grpSp>
        <p:nvGrpSpPr>
          <p:cNvPr id="19" name="Group 18">
            <a:extLst>
              <a:ext uri="{FF2B5EF4-FFF2-40B4-BE49-F238E27FC236}">
                <a16:creationId xmlns:a16="http://schemas.microsoft.com/office/drawing/2014/main" id="{6E0BBCA1-B637-DA48-9AEB-73D453E7CEF3}"/>
              </a:ext>
            </a:extLst>
          </p:cNvPr>
          <p:cNvGrpSpPr/>
          <p:nvPr userDrawn="1"/>
        </p:nvGrpSpPr>
        <p:grpSpPr>
          <a:xfrm>
            <a:off x="-761023" y="0"/>
            <a:ext cx="677108" cy="3067219"/>
            <a:chOff x="-948661" y="62818"/>
            <a:chExt cx="901230" cy="4082469"/>
          </a:xfrm>
        </p:grpSpPr>
        <p:sp>
          <p:nvSpPr>
            <p:cNvPr id="10" name="Rectangle 9">
              <a:extLst>
                <a:ext uri="{FF2B5EF4-FFF2-40B4-BE49-F238E27FC236}">
                  <a16:creationId xmlns:a16="http://schemas.microsoft.com/office/drawing/2014/main" id="{6E55D352-BAB1-EF49-A53C-E90574CEB9A2}"/>
                </a:ext>
              </a:extLst>
            </p:cNvPr>
            <p:cNvSpPr/>
            <p:nvPr userDrawn="1"/>
          </p:nvSpPr>
          <p:spPr>
            <a:xfrm rot="16200000">
              <a:off x="-2539281" y="1653438"/>
              <a:ext cx="4082469" cy="901230"/>
            </a:xfrm>
            <a:prstGeom prst="rect">
              <a:avLst/>
            </a:prstGeom>
            <a:solidFill>
              <a:schemeClr val="bg1"/>
            </a:solidFill>
            <a:ln w="12700">
              <a:solidFill>
                <a:schemeClr val="tx1">
                  <a:lumMod val="75000"/>
                  <a:lumOff val="25000"/>
                </a:schemeClr>
              </a:solidFill>
            </a:ln>
          </p:spPr>
          <p:txBody>
            <a:bodyPr wrap="square">
              <a:spAutoFit/>
            </a:bodyPr>
            <a:lstStyle/>
            <a:p>
              <a:pPr algn="ctr"/>
              <a:r>
                <a:rPr lang="en-GB" sz="1200" dirty="0">
                  <a:latin typeface="Calibri" charset="0"/>
                  <a:ea typeface="Calibri" charset="0"/>
                  <a:cs typeface="Calibri" charset="0"/>
                </a:rPr>
                <a:t>The main colours used in this PowerPoint.</a:t>
              </a:r>
            </a:p>
            <a:p>
              <a:pPr algn="ctr"/>
              <a:endParaRPr lang="en-GB" sz="1400" dirty="0">
                <a:latin typeface="Calibri" charset="0"/>
                <a:ea typeface="Calibri" charset="0"/>
                <a:cs typeface="Calibri" charset="0"/>
              </a:endParaRPr>
            </a:p>
            <a:p>
              <a:pPr algn="ctr"/>
              <a:endParaRPr lang="en-GB" sz="1100" dirty="0"/>
            </a:p>
          </p:txBody>
        </p:sp>
        <p:sp>
          <p:nvSpPr>
            <p:cNvPr id="11" name="Rectangle 10">
              <a:extLst>
                <a:ext uri="{FF2B5EF4-FFF2-40B4-BE49-F238E27FC236}">
                  <a16:creationId xmlns:a16="http://schemas.microsoft.com/office/drawing/2014/main" id="{33B2B14E-DC1A-5E4C-928B-D4217526D917}"/>
                </a:ext>
              </a:extLst>
            </p:cNvPr>
            <p:cNvSpPr/>
            <p:nvPr userDrawn="1"/>
          </p:nvSpPr>
          <p:spPr>
            <a:xfrm>
              <a:off x="-558935" y="257838"/>
              <a:ext cx="374469" cy="374469"/>
            </a:xfrm>
            <a:prstGeom prst="rect">
              <a:avLst/>
            </a:prstGeom>
            <a:solidFill>
              <a:srgbClr val="FFFD9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2" name="Rectangle 11">
              <a:extLst>
                <a:ext uri="{FF2B5EF4-FFF2-40B4-BE49-F238E27FC236}">
                  <a16:creationId xmlns:a16="http://schemas.microsoft.com/office/drawing/2014/main" id="{BAC70C96-CE7C-C644-B399-67BE1A82A085}"/>
                </a:ext>
              </a:extLst>
            </p:cNvPr>
            <p:cNvSpPr/>
            <p:nvPr userDrawn="1"/>
          </p:nvSpPr>
          <p:spPr>
            <a:xfrm>
              <a:off x="-558935" y="731833"/>
              <a:ext cx="374469" cy="374469"/>
            </a:xfrm>
            <a:prstGeom prst="rect">
              <a:avLst/>
            </a:prstGeom>
            <a:solidFill>
              <a:srgbClr val="97E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3" name="Rectangle 12">
              <a:extLst>
                <a:ext uri="{FF2B5EF4-FFF2-40B4-BE49-F238E27FC236}">
                  <a16:creationId xmlns:a16="http://schemas.microsoft.com/office/drawing/2014/main" id="{8A999F51-BD50-C049-90A9-1B6231CB9857}"/>
                </a:ext>
              </a:extLst>
            </p:cNvPr>
            <p:cNvSpPr/>
            <p:nvPr userDrawn="1"/>
          </p:nvSpPr>
          <p:spPr>
            <a:xfrm>
              <a:off x="-558935" y="1205828"/>
              <a:ext cx="374469" cy="374469"/>
            </a:xfrm>
            <a:prstGeom prst="rect">
              <a:avLst/>
            </a:prstGeom>
            <a:solidFill>
              <a:srgbClr val="BEFCB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a:extLst>
                <a:ext uri="{FF2B5EF4-FFF2-40B4-BE49-F238E27FC236}">
                  <a16:creationId xmlns:a16="http://schemas.microsoft.com/office/drawing/2014/main" id="{6CC2D869-022F-E840-89BC-12DD971DC573}"/>
                </a:ext>
              </a:extLst>
            </p:cNvPr>
            <p:cNvSpPr/>
            <p:nvPr userDrawn="1"/>
          </p:nvSpPr>
          <p:spPr>
            <a:xfrm>
              <a:off x="-558935" y="1679823"/>
              <a:ext cx="374469" cy="374469"/>
            </a:xfrm>
            <a:prstGeom prst="rect">
              <a:avLst/>
            </a:prstGeom>
            <a:solidFill>
              <a:srgbClr val="FFE7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5" name="Rectangle 14">
              <a:extLst>
                <a:ext uri="{FF2B5EF4-FFF2-40B4-BE49-F238E27FC236}">
                  <a16:creationId xmlns:a16="http://schemas.microsoft.com/office/drawing/2014/main" id="{EE8AFE88-59C2-B045-B530-3C553F00279C}"/>
                </a:ext>
              </a:extLst>
            </p:cNvPr>
            <p:cNvSpPr/>
            <p:nvPr userDrawn="1"/>
          </p:nvSpPr>
          <p:spPr>
            <a:xfrm>
              <a:off x="-558935" y="2153818"/>
              <a:ext cx="374469" cy="374469"/>
            </a:xfrm>
            <a:prstGeom prst="rect">
              <a:avLst/>
            </a:prstGeom>
            <a:solidFill>
              <a:srgbClr val="FFDBD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6" name="Rectangle 15">
              <a:extLst>
                <a:ext uri="{FF2B5EF4-FFF2-40B4-BE49-F238E27FC236}">
                  <a16:creationId xmlns:a16="http://schemas.microsoft.com/office/drawing/2014/main" id="{2CD1061D-2441-E04D-9676-B653DF83E2F4}"/>
                </a:ext>
              </a:extLst>
            </p:cNvPr>
            <p:cNvSpPr/>
            <p:nvPr userDrawn="1"/>
          </p:nvSpPr>
          <p:spPr>
            <a:xfrm>
              <a:off x="-558935" y="2627813"/>
              <a:ext cx="374469" cy="374469"/>
            </a:xfrm>
            <a:prstGeom prst="rect">
              <a:avLst/>
            </a:prstGeom>
            <a:solidFill>
              <a:srgbClr val="FEB5BB"/>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7" name="Rectangle 16">
              <a:extLst>
                <a:ext uri="{FF2B5EF4-FFF2-40B4-BE49-F238E27FC236}">
                  <a16:creationId xmlns:a16="http://schemas.microsoft.com/office/drawing/2014/main" id="{C5FBBDF0-4A29-224B-929A-32C4CB949376}"/>
                </a:ext>
              </a:extLst>
            </p:cNvPr>
            <p:cNvSpPr/>
            <p:nvPr userDrawn="1"/>
          </p:nvSpPr>
          <p:spPr>
            <a:xfrm>
              <a:off x="-558935" y="3575802"/>
              <a:ext cx="374469" cy="374469"/>
            </a:xfrm>
            <a:prstGeom prst="rect">
              <a:avLst/>
            </a:prstGeom>
            <a:solidFill>
              <a:srgbClr val="D3B3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8" name="Rectangle 17">
              <a:extLst>
                <a:ext uri="{FF2B5EF4-FFF2-40B4-BE49-F238E27FC236}">
                  <a16:creationId xmlns:a16="http://schemas.microsoft.com/office/drawing/2014/main" id="{8D0DA461-5D30-5344-8AA2-02873BB7BFE1}"/>
                </a:ext>
              </a:extLst>
            </p:cNvPr>
            <p:cNvSpPr/>
            <p:nvPr userDrawn="1"/>
          </p:nvSpPr>
          <p:spPr>
            <a:xfrm>
              <a:off x="-558935" y="3101808"/>
              <a:ext cx="374469" cy="374469"/>
            </a:xfrm>
            <a:prstGeom prst="rect">
              <a:avLst/>
            </a:prstGeom>
            <a:solidFill>
              <a:srgbClr val="D9CC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grpSp>
    </p:spTree>
    <p:extLst>
      <p:ext uri="{BB962C8B-B14F-4D97-AF65-F5344CB8AC3E}">
        <p14:creationId xmlns:p14="http://schemas.microsoft.com/office/powerpoint/2010/main" val="1219386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ntrols&amp;Layout">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B453A38F-A006-2D4A-8143-E8B42B9BC24A}"/>
              </a:ext>
            </a:extLst>
          </p:cNvPr>
          <p:cNvSpPr/>
          <p:nvPr userDrawn="1"/>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TextBox 21">
            <a:extLst>
              <a:ext uri="{FF2B5EF4-FFF2-40B4-BE49-F238E27FC236}">
                <a16:creationId xmlns:a16="http://schemas.microsoft.com/office/drawing/2014/main" id="{705EF21D-6DDF-A64B-A2DF-AE1F1279CCC8}"/>
              </a:ext>
            </a:extLst>
          </p:cNvPr>
          <p:cNvSpPr txBox="1"/>
          <p:nvPr userDrawn="1"/>
        </p:nvSpPr>
        <p:spPr>
          <a:xfrm>
            <a:off x="66356" y="578058"/>
            <a:ext cx="8264568" cy="553998"/>
          </a:xfrm>
          <a:prstGeom prst="rect">
            <a:avLst/>
          </a:prstGeom>
          <a:noFill/>
        </p:spPr>
        <p:txBody>
          <a:bodyPr wrap="square" rtlCol="0">
            <a:spAutoFit/>
          </a:bodyPr>
          <a:lstStyle/>
          <a:p>
            <a:pPr algn="l"/>
            <a:r>
              <a:rPr lang="en-GB" sz="1500" spc="300" dirty="0"/>
              <a:t>Some textboxes [controls] throughout this PowerPoint have been set up to ‘trigger’ animations when clicked. These are detailed below.</a:t>
            </a:r>
          </a:p>
        </p:txBody>
      </p:sp>
      <p:grpSp>
        <p:nvGrpSpPr>
          <p:cNvPr id="6" name="Group 5">
            <a:extLst>
              <a:ext uri="{FF2B5EF4-FFF2-40B4-BE49-F238E27FC236}">
                <a16:creationId xmlns:a16="http://schemas.microsoft.com/office/drawing/2014/main" id="{45924C19-4218-D940-974A-7AAAA82013D3}"/>
              </a:ext>
            </a:extLst>
          </p:cNvPr>
          <p:cNvGrpSpPr/>
          <p:nvPr userDrawn="1"/>
        </p:nvGrpSpPr>
        <p:grpSpPr>
          <a:xfrm>
            <a:off x="151963" y="1289098"/>
            <a:ext cx="8903805" cy="784830"/>
            <a:chOff x="1820342" y="1466572"/>
            <a:chExt cx="8903805" cy="784830"/>
          </a:xfrm>
        </p:grpSpPr>
        <p:grpSp>
          <p:nvGrpSpPr>
            <p:cNvPr id="2" name="Group 1">
              <a:extLst>
                <a:ext uri="{FF2B5EF4-FFF2-40B4-BE49-F238E27FC236}">
                  <a16:creationId xmlns:a16="http://schemas.microsoft.com/office/drawing/2014/main" id="{A3350D4A-F062-5044-BB59-334D9E4F30FE}"/>
                </a:ext>
              </a:extLst>
            </p:cNvPr>
            <p:cNvGrpSpPr/>
            <p:nvPr userDrawn="1"/>
          </p:nvGrpSpPr>
          <p:grpSpPr>
            <a:xfrm>
              <a:off x="1820342" y="1504138"/>
              <a:ext cx="2660074" cy="709699"/>
              <a:chOff x="1820342" y="1545283"/>
              <a:chExt cx="2660074" cy="709699"/>
            </a:xfrm>
          </p:grpSpPr>
          <p:sp>
            <p:nvSpPr>
              <p:cNvPr id="24" name="TextBox 4">
                <a:extLst>
                  <a:ext uri="{FF2B5EF4-FFF2-40B4-BE49-F238E27FC236}">
                    <a16:creationId xmlns:a16="http://schemas.microsoft.com/office/drawing/2014/main" id="{FA70328D-10AC-B54A-897C-F9AEA2E0874B}"/>
                  </a:ext>
                </a:extLst>
              </p:cNvPr>
              <p:cNvSpPr txBox="1">
                <a:spLocks/>
              </p:cNvSpPr>
              <p:nvPr userDrawn="1"/>
            </p:nvSpPr>
            <p:spPr bwMode="auto">
              <a:xfrm>
                <a:off x="1820342" y="1945382"/>
                <a:ext cx="2660074" cy="309600"/>
              </a:xfrm>
              <a:prstGeom prst="rect">
                <a:avLst/>
              </a:prstGeom>
              <a:solidFill>
                <a:srgbClr val="FFFD91"/>
              </a:solidFill>
              <a:ln w="12700">
                <a:solidFill>
                  <a:schemeClr val="tx1"/>
                </a:solidFill>
              </a:ln>
            </p:spPr>
            <p:txBody>
              <a:bodyPr anchor="ctr"/>
              <a:lstStyle>
                <a:lvl1pPr eaLnBrk="0" hangingPunct="0">
                  <a:defRPr>
                    <a:solidFill>
                      <a:schemeClr val="tx1"/>
                    </a:solidFill>
                    <a:latin typeface="Arial" charset="0"/>
                  </a:defRPr>
                </a:lvl1pPr>
                <a:lvl2pPr marL="877888" indent="-342900" eaLnBrk="0" hangingPunct="0">
                  <a:defRPr>
                    <a:solidFill>
                      <a:schemeClr val="tx1"/>
                    </a:solidFill>
                    <a:latin typeface="Arial" charset="0"/>
                  </a:defRPr>
                </a:lvl2pPr>
                <a:lvl3pPr marL="1400175" indent="-342900" eaLnBrk="0" hangingPunct="0">
                  <a:defRPr>
                    <a:solidFill>
                      <a:schemeClr val="tx1"/>
                    </a:solidFill>
                    <a:latin typeface="Arial" charset="0"/>
                  </a:defRPr>
                </a:lvl3pPr>
                <a:lvl4pPr marL="1922463" indent="-342900" eaLnBrk="0" hangingPunct="0">
                  <a:defRPr>
                    <a:solidFill>
                      <a:schemeClr val="tx1"/>
                    </a:solidFill>
                    <a:latin typeface="Arial" charset="0"/>
                  </a:defRPr>
                </a:lvl4pPr>
                <a:lvl5pPr marL="2444750" indent="-342900" eaLnBrk="0" hangingPunct="0">
                  <a:defRPr>
                    <a:solidFill>
                      <a:schemeClr val="tx1"/>
                    </a:solidFill>
                    <a:latin typeface="Arial" charset="0"/>
                  </a:defRPr>
                </a:lvl5pPr>
                <a:lvl6pPr marL="2901950" indent="-342900" eaLnBrk="0" fontAlgn="base" hangingPunct="0">
                  <a:spcBef>
                    <a:spcPct val="0"/>
                  </a:spcBef>
                  <a:spcAft>
                    <a:spcPct val="0"/>
                  </a:spcAft>
                  <a:defRPr>
                    <a:solidFill>
                      <a:schemeClr val="tx1"/>
                    </a:solidFill>
                    <a:latin typeface="Arial" charset="0"/>
                  </a:defRPr>
                </a:lvl6pPr>
                <a:lvl7pPr marL="3359150" indent="-342900" eaLnBrk="0" fontAlgn="base" hangingPunct="0">
                  <a:spcBef>
                    <a:spcPct val="0"/>
                  </a:spcBef>
                  <a:spcAft>
                    <a:spcPct val="0"/>
                  </a:spcAft>
                  <a:defRPr>
                    <a:solidFill>
                      <a:schemeClr val="tx1"/>
                    </a:solidFill>
                    <a:latin typeface="Arial" charset="0"/>
                  </a:defRPr>
                </a:lvl7pPr>
                <a:lvl8pPr marL="3816350" indent="-342900" eaLnBrk="0" fontAlgn="base" hangingPunct="0">
                  <a:spcBef>
                    <a:spcPct val="0"/>
                  </a:spcBef>
                  <a:spcAft>
                    <a:spcPct val="0"/>
                  </a:spcAft>
                  <a:defRPr>
                    <a:solidFill>
                      <a:schemeClr val="tx1"/>
                    </a:solidFill>
                    <a:latin typeface="Arial" charset="0"/>
                  </a:defRPr>
                </a:lvl8pPr>
                <a:lvl9pPr marL="4273550" indent="-342900" eaLnBrk="0" fontAlgn="base" hangingPunct="0">
                  <a:spcBef>
                    <a:spcPct val="0"/>
                  </a:spcBef>
                  <a:spcAft>
                    <a:spcPct val="0"/>
                  </a:spcAft>
                  <a:defRPr>
                    <a:solidFill>
                      <a:schemeClr val="tx1"/>
                    </a:solidFill>
                    <a:latin typeface="Arial" charset="0"/>
                  </a:defRPr>
                </a:lvl9pPr>
              </a:lstStyle>
              <a:p>
                <a:pPr algn="l" eaLnBrk="1" hangingPunct="1">
                  <a:defRPr/>
                </a:pPr>
                <a:r>
                  <a:rPr lang="en-US" sz="1400" b="1" spc="300" dirty="0">
                    <a:latin typeface="Calibri" charset="0"/>
                    <a:ea typeface="Calibri" charset="0"/>
                    <a:cs typeface="Calibri" charset="0"/>
                  </a:rPr>
                  <a:t>LEARNING OBJECTIVE</a:t>
                </a:r>
              </a:p>
            </p:txBody>
          </p:sp>
          <p:sp>
            <p:nvSpPr>
              <p:cNvPr id="25" name="TextBox 9">
                <a:extLst>
                  <a:ext uri="{FF2B5EF4-FFF2-40B4-BE49-F238E27FC236}">
                    <a16:creationId xmlns:a16="http://schemas.microsoft.com/office/drawing/2014/main" id="{3241E8D5-E77F-A448-9572-34FE3F91F72F}"/>
                  </a:ext>
                </a:extLst>
              </p:cNvPr>
              <p:cNvSpPr txBox="1">
                <a:spLocks/>
              </p:cNvSpPr>
              <p:nvPr userDrawn="1"/>
            </p:nvSpPr>
            <p:spPr bwMode="auto">
              <a:xfrm>
                <a:off x="1820342" y="1545283"/>
                <a:ext cx="914399" cy="309600"/>
              </a:xfrm>
              <a:prstGeom prst="rect">
                <a:avLst/>
              </a:prstGeom>
              <a:solidFill>
                <a:schemeClr val="bg1">
                  <a:lumMod val="85000"/>
                </a:schemeClr>
              </a:solidFill>
              <a:ln w="12700">
                <a:solidFill>
                  <a:schemeClr val="tx1"/>
                </a:solidFill>
                <a:miter lim="800000"/>
                <a:headEnd/>
                <a:tailEnd/>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sz="1400" b="1" spc="300" dirty="0">
                    <a:latin typeface="Calibri" charset="0"/>
                    <a:ea typeface="Calibri" charset="0"/>
                    <a:cs typeface="Calibri" charset="0"/>
                  </a:rPr>
                  <a:t>DATE</a:t>
                </a:r>
                <a:endParaRPr lang="en-US" sz="1400" b="1" spc="300" dirty="0">
                  <a:latin typeface="Calibri" charset="0"/>
                  <a:ea typeface="Calibri" charset="0"/>
                  <a:cs typeface="Calibri" charset="0"/>
                </a:endParaRPr>
              </a:p>
            </p:txBody>
          </p:sp>
          <p:sp>
            <p:nvSpPr>
              <p:cNvPr id="26" name="TextBox 3">
                <a:extLst>
                  <a:ext uri="{FF2B5EF4-FFF2-40B4-BE49-F238E27FC236}">
                    <a16:creationId xmlns:a16="http://schemas.microsoft.com/office/drawing/2014/main" id="{8D743310-9ADD-6D49-B1C8-CE5DBB93D6E0}"/>
                  </a:ext>
                </a:extLst>
              </p:cNvPr>
              <p:cNvSpPr txBox="1">
                <a:spLocks/>
              </p:cNvSpPr>
              <p:nvPr userDrawn="1"/>
            </p:nvSpPr>
            <p:spPr bwMode="auto">
              <a:xfrm>
                <a:off x="2833595" y="1545283"/>
                <a:ext cx="1646819" cy="309600"/>
              </a:xfrm>
              <a:prstGeom prst="rect">
                <a:avLst/>
              </a:prstGeom>
              <a:solidFill>
                <a:srgbClr val="BEFCB5"/>
              </a:solidFill>
              <a:ln w="12700">
                <a:solidFill>
                  <a:schemeClr val="tx1"/>
                </a:solidFill>
                <a:miter lim="800000"/>
                <a:headEnd/>
                <a:tailEnd/>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b="1" spc="300" dirty="0">
                    <a:latin typeface="Calibri" charset="0"/>
                    <a:ea typeface="Calibri" charset="0"/>
                    <a:cs typeface="Calibri" charset="0"/>
                  </a:rPr>
                  <a:t>TITLE</a:t>
                </a:r>
              </a:p>
            </p:txBody>
          </p:sp>
        </p:grpSp>
        <p:grpSp>
          <p:nvGrpSpPr>
            <p:cNvPr id="5" name="Group 4">
              <a:extLst>
                <a:ext uri="{FF2B5EF4-FFF2-40B4-BE49-F238E27FC236}">
                  <a16:creationId xmlns:a16="http://schemas.microsoft.com/office/drawing/2014/main" id="{26C40E73-C315-864E-B58B-A4EC41A0690E}"/>
                </a:ext>
              </a:extLst>
            </p:cNvPr>
            <p:cNvGrpSpPr/>
            <p:nvPr userDrawn="1"/>
          </p:nvGrpSpPr>
          <p:grpSpPr>
            <a:xfrm>
              <a:off x="4628967" y="1466572"/>
              <a:ext cx="6095180" cy="784830"/>
              <a:chOff x="4628967" y="1462993"/>
              <a:chExt cx="6095180" cy="784830"/>
            </a:xfrm>
          </p:grpSpPr>
          <p:sp>
            <p:nvSpPr>
              <p:cNvPr id="23" name="TextBox 22">
                <a:extLst>
                  <a:ext uri="{FF2B5EF4-FFF2-40B4-BE49-F238E27FC236}">
                    <a16:creationId xmlns:a16="http://schemas.microsoft.com/office/drawing/2014/main" id="{E6EB34EC-1B19-414E-93B2-2D0301C311A9}"/>
                  </a:ext>
                </a:extLst>
              </p:cNvPr>
              <p:cNvSpPr txBox="1"/>
              <p:nvPr userDrawn="1"/>
            </p:nvSpPr>
            <p:spPr>
              <a:xfrm>
                <a:off x="4655598" y="1462993"/>
                <a:ext cx="6068549" cy="553998"/>
              </a:xfrm>
              <a:prstGeom prst="rect">
                <a:avLst/>
              </a:prstGeom>
              <a:noFill/>
            </p:spPr>
            <p:txBody>
              <a:bodyPr wrap="square" rtlCol="0">
                <a:spAutoFit/>
              </a:bodyPr>
              <a:lstStyle/>
              <a:p>
                <a:pPr algn="l"/>
                <a:r>
                  <a:rPr lang="en-GB" sz="1500" spc="300" dirty="0"/>
                  <a:t>The date, title and learning objective are displayed at the top of the slide in the format to the left.</a:t>
                </a:r>
              </a:p>
            </p:txBody>
          </p:sp>
          <p:cxnSp>
            <p:nvCxnSpPr>
              <p:cNvPr id="4" name="Straight Connector 3">
                <a:extLst>
                  <a:ext uri="{FF2B5EF4-FFF2-40B4-BE49-F238E27FC236}">
                    <a16:creationId xmlns:a16="http://schemas.microsoft.com/office/drawing/2014/main" id="{76C952C1-5B60-354D-8932-4CA13924694E}"/>
                  </a:ext>
                </a:extLst>
              </p:cNvPr>
              <p:cNvCxnSpPr>
                <a:cxnSpLocks/>
              </p:cNvCxnSpPr>
              <p:nvPr userDrawn="1"/>
            </p:nvCxnSpPr>
            <p:spPr>
              <a:xfrm>
                <a:off x="4628967" y="1462993"/>
                <a:ext cx="0" cy="78483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7" name="TextBox 26">
            <a:extLst>
              <a:ext uri="{FF2B5EF4-FFF2-40B4-BE49-F238E27FC236}">
                <a16:creationId xmlns:a16="http://schemas.microsoft.com/office/drawing/2014/main" id="{68ADD22D-EA5E-B241-AFB5-D9C97504938B}"/>
              </a:ext>
            </a:extLst>
          </p:cNvPr>
          <p:cNvSpPr txBox="1"/>
          <p:nvPr userDrawn="1"/>
        </p:nvSpPr>
        <p:spPr>
          <a:xfrm>
            <a:off x="66356" y="75603"/>
            <a:ext cx="3920107" cy="584775"/>
          </a:xfrm>
          <a:prstGeom prst="rect">
            <a:avLst/>
          </a:prstGeom>
          <a:noFill/>
        </p:spPr>
        <p:txBody>
          <a:bodyPr wrap="square" rtlCol="0">
            <a:spAutoFit/>
          </a:bodyPr>
          <a:lstStyle/>
          <a:p>
            <a:pPr algn="l"/>
            <a:r>
              <a:rPr lang="en-GB" sz="3200" b="1" spc="300" dirty="0"/>
              <a:t>Controls &amp; layout</a:t>
            </a:r>
          </a:p>
        </p:txBody>
      </p:sp>
      <p:cxnSp>
        <p:nvCxnSpPr>
          <p:cNvPr id="37" name="Straight Connector 36">
            <a:extLst>
              <a:ext uri="{FF2B5EF4-FFF2-40B4-BE49-F238E27FC236}">
                <a16:creationId xmlns:a16="http://schemas.microsoft.com/office/drawing/2014/main" id="{B21CEB9F-8260-0A40-A91D-D64E181A1844}"/>
              </a:ext>
            </a:extLst>
          </p:cNvPr>
          <p:cNvCxnSpPr>
            <a:cxnSpLocks/>
          </p:cNvCxnSpPr>
          <p:nvPr userDrawn="1"/>
        </p:nvCxnSpPr>
        <p:spPr>
          <a:xfrm>
            <a:off x="66356" y="1171257"/>
            <a:ext cx="89894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55FB869-FA68-0348-A0B3-A6A7ED058E3D}"/>
              </a:ext>
            </a:extLst>
          </p:cNvPr>
          <p:cNvCxnSpPr>
            <a:cxnSpLocks/>
          </p:cNvCxnSpPr>
          <p:nvPr userDrawn="1"/>
        </p:nvCxnSpPr>
        <p:spPr>
          <a:xfrm>
            <a:off x="66356" y="2193049"/>
            <a:ext cx="89894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E86D0D19-A691-2D42-A577-DC2C5D9B44C4}"/>
              </a:ext>
            </a:extLst>
          </p:cNvPr>
          <p:cNvGrpSpPr/>
          <p:nvPr userDrawn="1"/>
        </p:nvGrpSpPr>
        <p:grpSpPr>
          <a:xfrm>
            <a:off x="151963" y="2307486"/>
            <a:ext cx="8903805" cy="1708160"/>
            <a:chOff x="1820342" y="1466572"/>
            <a:chExt cx="8903805" cy="1708160"/>
          </a:xfrm>
        </p:grpSpPr>
        <p:grpSp>
          <p:nvGrpSpPr>
            <p:cNvPr id="29" name="Group 28">
              <a:extLst>
                <a:ext uri="{FF2B5EF4-FFF2-40B4-BE49-F238E27FC236}">
                  <a16:creationId xmlns:a16="http://schemas.microsoft.com/office/drawing/2014/main" id="{B1C10E65-2ACF-0348-8100-AF39CE803DD7}"/>
                </a:ext>
              </a:extLst>
            </p:cNvPr>
            <p:cNvGrpSpPr/>
            <p:nvPr userDrawn="1"/>
          </p:nvGrpSpPr>
          <p:grpSpPr>
            <a:xfrm>
              <a:off x="1820342" y="1504138"/>
              <a:ext cx="2660074" cy="709699"/>
              <a:chOff x="1820342" y="1545283"/>
              <a:chExt cx="2660074" cy="709699"/>
            </a:xfrm>
          </p:grpSpPr>
          <p:sp>
            <p:nvSpPr>
              <p:cNvPr id="33" name="TextBox 4">
                <a:extLst>
                  <a:ext uri="{FF2B5EF4-FFF2-40B4-BE49-F238E27FC236}">
                    <a16:creationId xmlns:a16="http://schemas.microsoft.com/office/drawing/2014/main" id="{92721DFE-88DE-D84A-9D2B-2B626493B5F9}"/>
                  </a:ext>
                </a:extLst>
              </p:cNvPr>
              <p:cNvSpPr txBox="1">
                <a:spLocks/>
              </p:cNvSpPr>
              <p:nvPr userDrawn="1"/>
            </p:nvSpPr>
            <p:spPr bwMode="auto">
              <a:xfrm>
                <a:off x="1820342" y="1945382"/>
                <a:ext cx="2660074" cy="309600"/>
              </a:xfrm>
              <a:prstGeom prst="rect">
                <a:avLst/>
              </a:prstGeom>
              <a:solidFill>
                <a:schemeClr val="accent1">
                  <a:lumMod val="60000"/>
                  <a:lumOff val="40000"/>
                </a:schemeClr>
              </a:solidFill>
              <a:ln w="12700">
                <a:solidFill>
                  <a:schemeClr val="tx1"/>
                </a:solidFill>
              </a:ln>
            </p:spPr>
            <p:txBody>
              <a:bodyPr anchor="ctr"/>
              <a:lstStyle>
                <a:lvl1pPr eaLnBrk="0" hangingPunct="0">
                  <a:defRPr>
                    <a:solidFill>
                      <a:schemeClr val="tx1"/>
                    </a:solidFill>
                    <a:latin typeface="Arial" charset="0"/>
                  </a:defRPr>
                </a:lvl1pPr>
                <a:lvl2pPr marL="877888" indent="-342900" eaLnBrk="0" hangingPunct="0">
                  <a:defRPr>
                    <a:solidFill>
                      <a:schemeClr val="tx1"/>
                    </a:solidFill>
                    <a:latin typeface="Arial" charset="0"/>
                  </a:defRPr>
                </a:lvl2pPr>
                <a:lvl3pPr marL="1400175" indent="-342900" eaLnBrk="0" hangingPunct="0">
                  <a:defRPr>
                    <a:solidFill>
                      <a:schemeClr val="tx1"/>
                    </a:solidFill>
                    <a:latin typeface="Arial" charset="0"/>
                  </a:defRPr>
                </a:lvl3pPr>
                <a:lvl4pPr marL="1922463" indent="-342900" eaLnBrk="0" hangingPunct="0">
                  <a:defRPr>
                    <a:solidFill>
                      <a:schemeClr val="tx1"/>
                    </a:solidFill>
                    <a:latin typeface="Arial" charset="0"/>
                  </a:defRPr>
                </a:lvl4pPr>
                <a:lvl5pPr marL="2444750" indent="-342900" eaLnBrk="0" hangingPunct="0">
                  <a:defRPr>
                    <a:solidFill>
                      <a:schemeClr val="tx1"/>
                    </a:solidFill>
                    <a:latin typeface="Arial" charset="0"/>
                  </a:defRPr>
                </a:lvl5pPr>
                <a:lvl6pPr marL="2901950" indent="-342900" eaLnBrk="0" fontAlgn="base" hangingPunct="0">
                  <a:spcBef>
                    <a:spcPct val="0"/>
                  </a:spcBef>
                  <a:spcAft>
                    <a:spcPct val="0"/>
                  </a:spcAft>
                  <a:defRPr>
                    <a:solidFill>
                      <a:schemeClr val="tx1"/>
                    </a:solidFill>
                    <a:latin typeface="Arial" charset="0"/>
                  </a:defRPr>
                </a:lvl6pPr>
                <a:lvl7pPr marL="3359150" indent="-342900" eaLnBrk="0" fontAlgn="base" hangingPunct="0">
                  <a:spcBef>
                    <a:spcPct val="0"/>
                  </a:spcBef>
                  <a:spcAft>
                    <a:spcPct val="0"/>
                  </a:spcAft>
                  <a:defRPr>
                    <a:solidFill>
                      <a:schemeClr val="tx1"/>
                    </a:solidFill>
                    <a:latin typeface="Arial" charset="0"/>
                  </a:defRPr>
                </a:lvl7pPr>
                <a:lvl8pPr marL="3816350" indent="-342900" eaLnBrk="0" fontAlgn="base" hangingPunct="0">
                  <a:spcBef>
                    <a:spcPct val="0"/>
                  </a:spcBef>
                  <a:spcAft>
                    <a:spcPct val="0"/>
                  </a:spcAft>
                  <a:defRPr>
                    <a:solidFill>
                      <a:schemeClr val="tx1"/>
                    </a:solidFill>
                    <a:latin typeface="Arial" charset="0"/>
                  </a:defRPr>
                </a:lvl8pPr>
                <a:lvl9pPr marL="4273550" indent="-342900" eaLnBrk="0" fontAlgn="base" hangingPunct="0">
                  <a:spcBef>
                    <a:spcPct val="0"/>
                  </a:spcBef>
                  <a:spcAft>
                    <a:spcPct val="0"/>
                  </a:spcAft>
                  <a:defRPr>
                    <a:solidFill>
                      <a:schemeClr val="tx1"/>
                    </a:solidFill>
                    <a:latin typeface="Arial" charset="0"/>
                  </a:defRPr>
                </a:lvl9pPr>
              </a:lstStyle>
              <a:p>
                <a:pPr algn="l" eaLnBrk="1" hangingPunct="1">
                  <a:defRPr/>
                </a:pPr>
                <a:r>
                  <a:rPr lang="en-US" sz="1400" b="1" spc="300" dirty="0">
                    <a:latin typeface="Calibri" charset="0"/>
                    <a:ea typeface="Calibri" charset="0"/>
                    <a:cs typeface="Calibri" charset="0"/>
                  </a:rPr>
                  <a:t>KEY TERMS</a:t>
                </a:r>
              </a:p>
            </p:txBody>
          </p:sp>
          <p:sp>
            <p:nvSpPr>
              <p:cNvPr id="34" name="TextBox 9">
                <a:extLst>
                  <a:ext uri="{FF2B5EF4-FFF2-40B4-BE49-F238E27FC236}">
                    <a16:creationId xmlns:a16="http://schemas.microsoft.com/office/drawing/2014/main" id="{484E0F6D-BFC2-484B-B722-17638277FB12}"/>
                  </a:ext>
                </a:extLst>
              </p:cNvPr>
              <p:cNvSpPr txBox="1">
                <a:spLocks/>
              </p:cNvSpPr>
              <p:nvPr userDrawn="1"/>
            </p:nvSpPr>
            <p:spPr bwMode="auto">
              <a:xfrm>
                <a:off x="1820342" y="1545283"/>
                <a:ext cx="914399" cy="309600"/>
              </a:xfrm>
              <a:prstGeom prst="rect">
                <a:avLst/>
              </a:prstGeom>
              <a:solidFill>
                <a:schemeClr val="bg1">
                  <a:lumMod val="85000"/>
                </a:schemeClr>
              </a:solidFill>
              <a:ln w="12700">
                <a:solidFill>
                  <a:schemeClr val="tx1"/>
                </a:solidFill>
                <a:miter lim="800000"/>
                <a:headEnd/>
                <a:tailEnd/>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sz="1400" b="1" spc="300" dirty="0">
                    <a:latin typeface="Calibri" charset="0"/>
                    <a:ea typeface="Calibri" charset="0"/>
                    <a:cs typeface="Calibri" charset="0"/>
                  </a:rPr>
                  <a:t>DATE</a:t>
                </a:r>
                <a:endParaRPr lang="en-US" sz="1400" b="1" spc="300" dirty="0">
                  <a:latin typeface="Calibri" charset="0"/>
                  <a:ea typeface="Calibri" charset="0"/>
                  <a:cs typeface="Calibri" charset="0"/>
                </a:endParaRPr>
              </a:p>
            </p:txBody>
          </p:sp>
          <p:sp>
            <p:nvSpPr>
              <p:cNvPr id="35" name="TextBox 3">
                <a:extLst>
                  <a:ext uri="{FF2B5EF4-FFF2-40B4-BE49-F238E27FC236}">
                    <a16:creationId xmlns:a16="http://schemas.microsoft.com/office/drawing/2014/main" id="{32C3C2D2-F91D-7241-B45F-464BD4B284A4}"/>
                  </a:ext>
                </a:extLst>
              </p:cNvPr>
              <p:cNvSpPr txBox="1">
                <a:spLocks/>
              </p:cNvSpPr>
              <p:nvPr userDrawn="1"/>
            </p:nvSpPr>
            <p:spPr bwMode="auto">
              <a:xfrm>
                <a:off x="2833595" y="1545283"/>
                <a:ext cx="1646819" cy="309600"/>
              </a:xfrm>
              <a:prstGeom prst="rect">
                <a:avLst/>
              </a:prstGeom>
              <a:solidFill>
                <a:srgbClr val="BEFCB5"/>
              </a:solidFill>
              <a:ln w="12700">
                <a:solidFill>
                  <a:schemeClr val="tx1"/>
                </a:solidFill>
                <a:miter lim="800000"/>
                <a:headEnd/>
                <a:tailEnd/>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b="1" spc="300" dirty="0">
                    <a:latin typeface="Calibri" charset="0"/>
                    <a:ea typeface="Calibri" charset="0"/>
                    <a:cs typeface="Calibri" charset="0"/>
                  </a:rPr>
                  <a:t>TITLE</a:t>
                </a:r>
              </a:p>
            </p:txBody>
          </p:sp>
        </p:grpSp>
        <p:grpSp>
          <p:nvGrpSpPr>
            <p:cNvPr id="30" name="Group 29">
              <a:extLst>
                <a:ext uri="{FF2B5EF4-FFF2-40B4-BE49-F238E27FC236}">
                  <a16:creationId xmlns:a16="http://schemas.microsoft.com/office/drawing/2014/main" id="{A7B047A2-CE3D-134E-8E59-58E7A29C6D8C}"/>
                </a:ext>
              </a:extLst>
            </p:cNvPr>
            <p:cNvGrpSpPr/>
            <p:nvPr userDrawn="1"/>
          </p:nvGrpSpPr>
          <p:grpSpPr>
            <a:xfrm>
              <a:off x="4628967" y="1466572"/>
              <a:ext cx="6095180" cy="1708160"/>
              <a:chOff x="4628967" y="1462993"/>
              <a:chExt cx="6095180" cy="1708160"/>
            </a:xfrm>
          </p:grpSpPr>
          <p:sp>
            <p:nvSpPr>
              <p:cNvPr id="31" name="TextBox 30">
                <a:extLst>
                  <a:ext uri="{FF2B5EF4-FFF2-40B4-BE49-F238E27FC236}">
                    <a16:creationId xmlns:a16="http://schemas.microsoft.com/office/drawing/2014/main" id="{67DE6CA1-D0E7-884C-9AFA-77EFD5EB6037}"/>
                  </a:ext>
                </a:extLst>
              </p:cNvPr>
              <p:cNvSpPr txBox="1"/>
              <p:nvPr userDrawn="1"/>
            </p:nvSpPr>
            <p:spPr>
              <a:xfrm>
                <a:off x="4655598" y="1462993"/>
                <a:ext cx="6068549" cy="1708160"/>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500" spc="300" dirty="0"/>
                  <a:t>Click on the key terms control to show/hide the lesson’s key terms. The key terms textbox will replace the learning objective when shown. The key terms control is displayed in the bottom right hand corner of the slide. </a:t>
                </a:r>
                <a:r>
                  <a:rPr lang="en-GB" sz="1500" b="1" spc="300" dirty="0"/>
                  <a:t>Note: </a:t>
                </a:r>
                <a:r>
                  <a:rPr lang="en-GB" sz="1500" spc="300" dirty="0"/>
                  <a:t>As you move onto the next slide the key terms textbox will be replaced by the learning objective textbox.</a:t>
                </a:r>
              </a:p>
            </p:txBody>
          </p:sp>
          <p:cxnSp>
            <p:nvCxnSpPr>
              <p:cNvPr id="32" name="Straight Connector 31">
                <a:extLst>
                  <a:ext uri="{FF2B5EF4-FFF2-40B4-BE49-F238E27FC236}">
                    <a16:creationId xmlns:a16="http://schemas.microsoft.com/office/drawing/2014/main" id="{0C4F4C72-B359-F148-B3E7-89A1E826ADB4}"/>
                  </a:ext>
                </a:extLst>
              </p:cNvPr>
              <p:cNvCxnSpPr>
                <a:cxnSpLocks/>
              </p:cNvCxnSpPr>
              <p:nvPr userDrawn="1"/>
            </p:nvCxnSpPr>
            <p:spPr>
              <a:xfrm>
                <a:off x="4628967" y="1462993"/>
                <a:ext cx="0" cy="17081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40" name="TextBox 39">
            <a:extLst>
              <a:ext uri="{FF2B5EF4-FFF2-40B4-BE49-F238E27FC236}">
                <a16:creationId xmlns:a16="http://schemas.microsoft.com/office/drawing/2014/main" id="{E94B164F-2AED-F544-8BBE-B48ABDE56ECA}"/>
              </a:ext>
            </a:extLst>
          </p:cNvPr>
          <p:cNvSpPr txBox="1"/>
          <p:nvPr userDrawn="1"/>
        </p:nvSpPr>
        <p:spPr>
          <a:xfrm>
            <a:off x="2127895" y="3773628"/>
            <a:ext cx="683860" cy="196551"/>
          </a:xfrm>
          <a:prstGeom prst="rect">
            <a:avLst/>
          </a:prstGeom>
          <a:solidFill>
            <a:schemeClr val="accent5">
              <a:lumMod val="60000"/>
              <a:lumOff val="40000"/>
            </a:schemeClr>
          </a:solidFill>
          <a:ln w="12700">
            <a:solidFill>
              <a:schemeClr val="tx1"/>
            </a:solidFill>
          </a:ln>
        </p:spPr>
        <p:txBody>
          <a:bodyPr wrap="none" rtlCol="0" anchor="ctr">
            <a:spAutoFit/>
          </a:bodyPr>
          <a:lstStyle/>
          <a:p>
            <a:pPr algn="ctr"/>
            <a:r>
              <a:rPr lang="en-GB" sz="1050" dirty="0"/>
              <a:t>KEY TERMS</a:t>
            </a:r>
          </a:p>
        </p:txBody>
      </p:sp>
      <p:cxnSp>
        <p:nvCxnSpPr>
          <p:cNvPr id="49" name="Straight Connector 48">
            <a:extLst>
              <a:ext uri="{FF2B5EF4-FFF2-40B4-BE49-F238E27FC236}">
                <a16:creationId xmlns:a16="http://schemas.microsoft.com/office/drawing/2014/main" id="{10DB2AF2-DE73-844E-B6FB-70B8E68C139D}"/>
              </a:ext>
            </a:extLst>
          </p:cNvPr>
          <p:cNvCxnSpPr>
            <a:cxnSpLocks/>
          </p:cNvCxnSpPr>
          <p:nvPr userDrawn="1"/>
        </p:nvCxnSpPr>
        <p:spPr>
          <a:xfrm>
            <a:off x="66356" y="4144943"/>
            <a:ext cx="89894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AAF0745E-FF13-B842-9A47-5DA624498451}"/>
              </a:ext>
            </a:extLst>
          </p:cNvPr>
          <p:cNvGrpSpPr/>
          <p:nvPr userDrawn="1"/>
        </p:nvGrpSpPr>
        <p:grpSpPr>
          <a:xfrm>
            <a:off x="151963" y="4270067"/>
            <a:ext cx="8903805" cy="784830"/>
            <a:chOff x="151963" y="4204754"/>
            <a:chExt cx="8903805" cy="784830"/>
          </a:xfrm>
        </p:grpSpPr>
        <p:grpSp>
          <p:nvGrpSpPr>
            <p:cNvPr id="43" name="Group 42">
              <a:extLst>
                <a:ext uri="{FF2B5EF4-FFF2-40B4-BE49-F238E27FC236}">
                  <a16:creationId xmlns:a16="http://schemas.microsoft.com/office/drawing/2014/main" id="{BF097B06-3F7C-4E42-9395-239B18628089}"/>
                </a:ext>
              </a:extLst>
            </p:cNvPr>
            <p:cNvGrpSpPr/>
            <p:nvPr userDrawn="1"/>
          </p:nvGrpSpPr>
          <p:grpSpPr>
            <a:xfrm>
              <a:off x="1041844" y="4204754"/>
              <a:ext cx="8013924" cy="784830"/>
              <a:chOff x="2923539" y="1462993"/>
              <a:chExt cx="7800608" cy="784830"/>
            </a:xfrm>
          </p:grpSpPr>
          <p:sp>
            <p:nvSpPr>
              <p:cNvPr id="44" name="TextBox 43">
                <a:extLst>
                  <a:ext uri="{FF2B5EF4-FFF2-40B4-BE49-F238E27FC236}">
                    <a16:creationId xmlns:a16="http://schemas.microsoft.com/office/drawing/2014/main" id="{B08AEA2E-8BC0-4D4F-A0BE-DBD8FE7C2D12}"/>
                  </a:ext>
                </a:extLst>
              </p:cNvPr>
              <p:cNvSpPr txBox="1"/>
              <p:nvPr userDrawn="1"/>
            </p:nvSpPr>
            <p:spPr>
              <a:xfrm>
                <a:off x="2955752" y="1462993"/>
                <a:ext cx="7768395" cy="784830"/>
              </a:xfrm>
              <a:prstGeom prst="rect">
                <a:avLst/>
              </a:prstGeom>
              <a:noFill/>
            </p:spPr>
            <p:txBody>
              <a:bodyPr wrap="square" rtlCol="0">
                <a:spAutoFit/>
              </a:bodyPr>
              <a:lstStyle/>
              <a:p>
                <a:pPr algn="l"/>
                <a:r>
                  <a:rPr lang="en-GB" sz="1500" spc="300" dirty="0"/>
                  <a:t>Click on the solution control to show/hide a solution to a question. These controls are often, but not always, rotated </a:t>
                </a:r>
                <a:r>
                  <a:rPr lang="en-GB" sz="1500" spc="300" dirty="0" err="1"/>
                  <a:t>90</a:t>
                </a:r>
                <a:r>
                  <a:rPr lang="en-GB" sz="1500" spc="300" baseline="30000" dirty="0" err="1"/>
                  <a:t>o</a:t>
                </a:r>
                <a:r>
                  <a:rPr lang="en-GB" sz="1500" spc="300" dirty="0"/>
                  <a:t> anti-clockwise to make greater use of space for questions.</a:t>
                </a:r>
              </a:p>
            </p:txBody>
          </p:sp>
          <p:cxnSp>
            <p:nvCxnSpPr>
              <p:cNvPr id="45" name="Straight Connector 44">
                <a:extLst>
                  <a:ext uri="{FF2B5EF4-FFF2-40B4-BE49-F238E27FC236}">
                    <a16:creationId xmlns:a16="http://schemas.microsoft.com/office/drawing/2014/main" id="{05EA8D9A-B0DC-BF48-9813-4893BBC57B97}"/>
                  </a:ext>
                </a:extLst>
              </p:cNvPr>
              <p:cNvCxnSpPr>
                <a:cxnSpLocks/>
              </p:cNvCxnSpPr>
              <p:nvPr userDrawn="1"/>
            </p:nvCxnSpPr>
            <p:spPr>
              <a:xfrm>
                <a:off x="2923539" y="1462993"/>
                <a:ext cx="0" cy="78483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3" name="TextBox 52">
              <a:extLst>
                <a:ext uri="{FF2B5EF4-FFF2-40B4-BE49-F238E27FC236}">
                  <a16:creationId xmlns:a16="http://schemas.microsoft.com/office/drawing/2014/main" id="{F6B2249C-CE64-CE4A-BD2A-DB21FB39A501}"/>
                </a:ext>
              </a:extLst>
            </p:cNvPr>
            <p:cNvSpPr txBox="1"/>
            <p:nvPr userDrawn="1"/>
          </p:nvSpPr>
          <p:spPr>
            <a:xfrm>
              <a:off x="151963" y="4253694"/>
              <a:ext cx="738343" cy="267766"/>
            </a:xfrm>
            <a:prstGeom prst="rect">
              <a:avLst/>
            </a:prstGeom>
            <a:solidFill>
              <a:schemeClr val="accent3"/>
            </a:solidFill>
            <a:ln w="12700">
              <a:solidFill>
                <a:schemeClr val="tx1"/>
              </a:solidFill>
            </a:ln>
          </p:spPr>
          <p:txBody>
            <a:bodyPr wrap="none" lIns="45720" tIns="18288" rIns="45720" bIns="18288" rtlCol="0">
              <a:spAutoFit/>
            </a:bodyPr>
            <a:lstStyle/>
            <a:p>
              <a:pPr algn="ctr"/>
              <a:r>
                <a:rPr lang="en-GB" sz="1500" dirty="0"/>
                <a:t>Solution</a:t>
              </a:r>
            </a:p>
          </p:txBody>
        </p:sp>
      </p:grpSp>
      <p:pic>
        <p:nvPicPr>
          <p:cNvPr id="39" name="Picture 38">
            <a:extLst>
              <a:ext uri="{FF2B5EF4-FFF2-40B4-BE49-F238E27FC236}">
                <a16:creationId xmlns:a16="http://schemas.microsoft.com/office/drawing/2014/main" id="{A1B53C23-9949-CE4C-BC8F-13541023545A}"/>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8243838" y="160321"/>
            <a:ext cx="724844" cy="842477"/>
          </a:xfrm>
          <a:prstGeom prst="rect">
            <a:avLst/>
          </a:prstGeom>
        </p:spPr>
      </p:pic>
    </p:spTree>
    <p:extLst>
      <p:ext uri="{BB962C8B-B14F-4D97-AF65-F5344CB8AC3E}">
        <p14:creationId xmlns:p14="http://schemas.microsoft.com/office/powerpoint/2010/main" val="2432378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ntent_Basic">
    <p:spTree>
      <p:nvGrpSpPr>
        <p:cNvPr id="1" name=""/>
        <p:cNvGrpSpPr/>
        <p:nvPr/>
      </p:nvGrpSpPr>
      <p:grpSpPr>
        <a:xfrm>
          <a:off x="0" y="0"/>
          <a:ext cx="0" cy="0"/>
          <a:chOff x="0" y="0"/>
          <a:chExt cx="0" cy="0"/>
        </a:xfrm>
      </p:grpSpPr>
    </p:spTree>
    <p:extLst>
      <p:ext uri="{BB962C8B-B14F-4D97-AF65-F5344CB8AC3E}">
        <p14:creationId xmlns:p14="http://schemas.microsoft.com/office/powerpoint/2010/main" val="738109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9FF3F-4CB7-4046-B810-BC20F4983608}"/>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AU"/>
          </a:p>
        </p:txBody>
      </p:sp>
      <p:sp>
        <p:nvSpPr>
          <p:cNvPr id="3" name="Subtitle 2">
            <a:extLst>
              <a:ext uri="{FF2B5EF4-FFF2-40B4-BE49-F238E27FC236}">
                <a16:creationId xmlns:a16="http://schemas.microsoft.com/office/drawing/2014/main" id="{0E947EB0-0B4C-45D3-8ABC-5D32C21646EE}"/>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1E354BFA-9874-4760-92E3-6C62BFAC1B93}"/>
              </a:ext>
            </a:extLst>
          </p:cNvPr>
          <p:cNvSpPr>
            <a:spLocks noGrp="1"/>
          </p:cNvSpPr>
          <p:nvPr>
            <p:ph type="dt" sz="half" idx="10"/>
          </p:nvPr>
        </p:nvSpPr>
        <p:spPr/>
        <p:txBody>
          <a:bodyPr/>
          <a:lstStyle/>
          <a:p>
            <a:fld id="{37BC83CD-DF73-4D81-9585-A9B1E7308A9E}" type="datetimeFigureOut">
              <a:rPr lang="en-AU" smtClean="0"/>
              <a:t>22/11/2022</a:t>
            </a:fld>
            <a:endParaRPr lang="en-AU"/>
          </a:p>
        </p:txBody>
      </p:sp>
      <p:sp>
        <p:nvSpPr>
          <p:cNvPr id="5" name="Footer Placeholder 4">
            <a:extLst>
              <a:ext uri="{FF2B5EF4-FFF2-40B4-BE49-F238E27FC236}">
                <a16:creationId xmlns:a16="http://schemas.microsoft.com/office/drawing/2014/main" id="{630C5524-10B0-4A4A-AED8-8B1211C9EEF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67096BD-3DD8-4C8A-9768-4E553B032D3A}"/>
              </a:ext>
            </a:extLst>
          </p:cNvPr>
          <p:cNvSpPr>
            <a:spLocks noGrp="1"/>
          </p:cNvSpPr>
          <p:nvPr>
            <p:ph type="sldNum" sz="quarter" idx="12"/>
          </p:nvPr>
        </p:nvSpPr>
        <p:spPr/>
        <p:txBody>
          <a:bodyPr/>
          <a:lstStyle/>
          <a:p>
            <a:fld id="{A9474C48-9EEE-4D01-AD7F-D34B3C22A4BF}" type="slidenum">
              <a:rPr lang="en-AU" smtClean="0"/>
              <a:t>‹#›</a:t>
            </a:fld>
            <a:endParaRPr lang="en-AU"/>
          </a:p>
        </p:txBody>
      </p:sp>
    </p:spTree>
    <p:extLst>
      <p:ext uri="{BB962C8B-B14F-4D97-AF65-F5344CB8AC3E}">
        <p14:creationId xmlns:p14="http://schemas.microsoft.com/office/powerpoint/2010/main" val="3506208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31935-C341-437E-BADE-AEB85EAA129E}"/>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95FBB694-56F4-47FD-B890-F644419AA0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EFEFF7C-C184-40E4-B011-F8F6B854FDFB}"/>
              </a:ext>
            </a:extLst>
          </p:cNvPr>
          <p:cNvSpPr>
            <a:spLocks noGrp="1"/>
          </p:cNvSpPr>
          <p:nvPr>
            <p:ph type="dt" sz="half" idx="10"/>
          </p:nvPr>
        </p:nvSpPr>
        <p:spPr/>
        <p:txBody>
          <a:bodyPr/>
          <a:lstStyle/>
          <a:p>
            <a:fld id="{37BC83CD-DF73-4D81-9585-A9B1E7308A9E}" type="datetimeFigureOut">
              <a:rPr lang="en-AU" smtClean="0"/>
              <a:t>22/11/2022</a:t>
            </a:fld>
            <a:endParaRPr lang="en-AU"/>
          </a:p>
        </p:txBody>
      </p:sp>
      <p:sp>
        <p:nvSpPr>
          <p:cNvPr id="5" name="Footer Placeholder 4">
            <a:extLst>
              <a:ext uri="{FF2B5EF4-FFF2-40B4-BE49-F238E27FC236}">
                <a16:creationId xmlns:a16="http://schemas.microsoft.com/office/drawing/2014/main" id="{E8314F8F-6546-4D4E-9375-7E51EDA0BA3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740DC9F-2276-4075-827C-979C54CD56CD}"/>
              </a:ext>
            </a:extLst>
          </p:cNvPr>
          <p:cNvSpPr>
            <a:spLocks noGrp="1"/>
          </p:cNvSpPr>
          <p:nvPr>
            <p:ph type="sldNum" sz="quarter" idx="12"/>
          </p:nvPr>
        </p:nvSpPr>
        <p:spPr/>
        <p:txBody>
          <a:bodyPr/>
          <a:lstStyle/>
          <a:p>
            <a:fld id="{A9474C48-9EEE-4D01-AD7F-D34B3C22A4BF}" type="slidenum">
              <a:rPr lang="en-AU" smtClean="0"/>
              <a:t>‹#›</a:t>
            </a:fld>
            <a:endParaRPr lang="en-AU"/>
          </a:p>
        </p:txBody>
      </p:sp>
    </p:spTree>
    <p:extLst>
      <p:ext uri="{BB962C8B-B14F-4D97-AF65-F5344CB8AC3E}">
        <p14:creationId xmlns:p14="http://schemas.microsoft.com/office/powerpoint/2010/main" val="34042577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BD7D1-4F6A-48A9-B742-7BC367E3EB74}"/>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3CF0FD13-B93F-4B8C-9384-5031826D960C}"/>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B0BE7C-7530-4BE2-954A-54003822296F}"/>
              </a:ext>
            </a:extLst>
          </p:cNvPr>
          <p:cNvSpPr>
            <a:spLocks noGrp="1"/>
          </p:cNvSpPr>
          <p:nvPr>
            <p:ph type="dt" sz="half" idx="10"/>
          </p:nvPr>
        </p:nvSpPr>
        <p:spPr/>
        <p:txBody>
          <a:bodyPr/>
          <a:lstStyle/>
          <a:p>
            <a:fld id="{37BC83CD-DF73-4D81-9585-A9B1E7308A9E}" type="datetimeFigureOut">
              <a:rPr lang="en-AU" smtClean="0"/>
              <a:t>22/11/2022</a:t>
            </a:fld>
            <a:endParaRPr lang="en-AU"/>
          </a:p>
        </p:txBody>
      </p:sp>
      <p:sp>
        <p:nvSpPr>
          <p:cNvPr id="5" name="Footer Placeholder 4">
            <a:extLst>
              <a:ext uri="{FF2B5EF4-FFF2-40B4-BE49-F238E27FC236}">
                <a16:creationId xmlns:a16="http://schemas.microsoft.com/office/drawing/2014/main" id="{B33EAC32-E0C0-49AB-AB2B-144258EE738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E0B9382-05E8-4AC6-847C-4B919275AA85}"/>
              </a:ext>
            </a:extLst>
          </p:cNvPr>
          <p:cNvSpPr>
            <a:spLocks noGrp="1"/>
          </p:cNvSpPr>
          <p:nvPr>
            <p:ph type="sldNum" sz="quarter" idx="12"/>
          </p:nvPr>
        </p:nvSpPr>
        <p:spPr/>
        <p:txBody>
          <a:bodyPr/>
          <a:lstStyle/>
          <a:p>
            <a:fld id="{A9474C48-9EEE-4D01-AD7F-D34B3C22A4BF}" type="slidenum">
              <a:rPr lang="en-AU" smtClean="0"/>
              <a:t>‹#›</a:t>
            </a:fld>
            <a:endParaRPr lang="en-AU"/>
          </a:p>
        </p:txBody>
      </p:sp>
    </p:spTree>
    <p:extLst>
      <p:ext uri="{BB962C8B-B14F-4D97-AF65-F5344CB8AC3E}">
        <p14:creationId xmlns:p14="http://schemas.microsoft.com/office/powerpoint/2010/main" val="1177894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16FFE-B0B2-4B3E-882E-7B04E2595304}"/>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50B7972B-90F9-4F4B-AD25-FA573A708731}"/>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7D551314-4F24-44F8-A897-374140A7DD2C}"/>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27E303B4-0187-4AD6-9D97-B6C75C4CF74B}"/>
              </a:ext>
            </a:extLst>
          </p:cNvPr>
          <p:cNvSpPr>
            <a:spLocks noGrp="1"/>
          </p:cNvSpPr>
          <p:nvPr>
            <p:ph type="dt" sz="half" idx="10"/>
          </p:nvPr>
        </p:nvSpPr>
        <p:spPr/>
        <p:txBody>
          <a:bodyPr/>
          <a:lstStyle/>
          <a:p>
            <a:fld id="{37BC83CD-DF73-4D81-9585-A9B1E7308A9E}" type="datetimeFigureOut">
              <a:rPr lang="en-AU" smtClean="0"/>
              <a:t>22/11/2022</a:t>
            </a:fld>
            <a:endParaRPr lang="en-AU"/>
          </a:p>
        </p:txBody>
      </p:sp>
      <p:sp>
        <p:nvSpPr>
          <p:cNvPr id="6" name="Footer Placeholder 5">
            <a:extLst>
              <a:ext uri="{FF2B5EF4-FFF2-40B4-BE49-F238E27FC236}">
                <a16:creationId xmlns:a16="http://schemas.microsoft.com/office/drawing/2014/main" id="{A71FF6E1-FC42-4D4F-81B3-DE7C6C40D033}"/>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83DFD6F-75FC-4FB7-A22C-8A14487E1421}"/>
              </a:ext>
            </a:extLst>
          </p:cNvPr>
          <p:cNvSpPr>
            <a:spLocks noGrp="1"/>
          </p:cNvSpPr>
          <p:nvPr>
            <p:ph type="sldNum" sz="quarter" idx="12"/>
          </p:nvPr>
        </p:nvSpPr>
        <p:spPr/>
        <p:txBody>
          <a:bodyPr/>
          <a:lstStyle/>
          <a:p>
            <a:fld id="{A9474C48-9EEE-4D01-AD7F-D34B3C22A4BF}" type="slidenum">
              <a:rPr lang="en-AU" smtClean="0"/>
              <a:t>‹#›</a:t>
            </a:fld>
            <a:endParaRPr lang="en-AU"/>
          </a:p>
        </p:txBody>
      </p:sp>
    </p:spTree>
    <p:extLst>
      <p:ext uri="{BB962C8B-B14F-4D97-AF65-F5344CB8AC3E}">
        <p14:creationId xmlns:p14="http://schemas.microsoft.com/office/powerpoint/2010/main" val="2273095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AC50D-E5FF-4D8B-A6CE-95A038263BD2}"/>
              </a:ext>
            </a:extLst>
          </p:cNvPr>
          <p:cNvSpPr>
            <a:spLocks noGrp="1"/>
          </p:cNvSpPr>
          <p:nvPr>
            <p:ph type="title"/>
          </p:nvPr>
        </p:nvSpPr>
        <p:spPr>
          <a:xfrm>
            <a:off x="629841" y="273844"/>
            <a:ext cx="7886700" cy="994172"/>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22C869B5-E2CA-4F2B-8963-2CF9C0C09A3B}"/>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42175A33-0067-4309-B63C-D7588E01D327}"/>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AE0D9F25-EDF9-4A5E-BFAB-D1B4D9430D50}"/>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F5E7C90C-C406-4EF0-8504-B66A1C66B2F8}"/>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856FF67C-9301-4A4E-91FD-12F25E9F94C4}"/>
              </a:ext>
            </a:extLst>
          </p:cNvPr>
          <p:cNvSpPr>
            <a:spLocks noGrp="1"/>
          </p:cNvSpPr>
          <p:nvPr>
            <p:ph type="dt" sz="half" idx="10"/>
          </p:nvPr>
        </p:nvSpPr>
        <p:spPr/>
        <p:txBody>
          <a:bodyPr/>
          <a:lstStyle/>
          <a:p>
            <a:fld id="{37BC83CD-DF73-4D81-9585-A9B1E7308A9E}" type="datetimeFigureOut">
              <a:rPr lang="en-AU" smtClean="0"/>
              <a:t>22/11/2022</a:t>
            </a:fld>
            <a:endParaRPr lang="en-AU"/>
          </a:p>
        </p:txBody>
      </p:sp>
      <p:sp>
        <p:nvSpPr>
          <p:cNvPr id="8" name="Footer Placeholder 7">
            <a:extLst>
              <a:ext uri="{FF2B5EF4-FFF2-40B4-BE49-F238E27FC236}">
                <a16:creationId xmlns:a16="http://schemas.microsoft.com/office/drawing/2014/main" id="{AED6DB95-E623-4C40-8818-A86AE66CC633}"/>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B9980B81-A635-43CE-AC3F-F1796D2F2B09}"/>
              </a:ext>
            </a:extLst>
          </p:cNvPr>
          <p:cNvSpPr>
            <a:spLocks noGrp="1"/>
          </p:cNvSpPr>
          <p:nvPr>
            <p:ph type="sldNum" sz="quarter" idx="12"/>
          </p:nvPr>
        </p:nvSpPr>
        <p:spPr/>
        <p:txBody>
          <a:bodyPr/>
          <a:lstStyle/>
          <a:p>
            <a:fld id="{A9474C48-9EEE-4D01-AD7F-D34B3C22A4BF}" type="slidenum">
              <a:rPr lang="en-AU" smtClean="0"/>
              <a:t>‹#›</a:t>
            </a:fld>
            <a:endParaRPr lang="en-AU"/>
          </a:p>
        </p:txBody>
      </p:sp>
    </p:spTree>
    <p:extLst>
      <p:ext uri="{BB962C8B-B14F-4D97-AF65-F5344CB8AC3E}">
        <p14:creationId xmlns:p14="http://schemas.microsoft.com/office/powerpoint/2010/main" val="23388482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6AAF6-F08D-4411-BEF3-827EDDCC987D}"/>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47730B8B-7F10-4860-A65E-E9CD4F95E820}"/>
              </a:ext>
            </a:extLst>
          </p:cNvPr>
          <p:cNvSpPr>
            <a:spLocks noGrp="1"/>
          </p:cNvSpPr>
          <p:nvPr>
            <p:ph type="dt" sz="half" idx="10"/>
          </p:nvPr>
        </p:nvSpPr>
        <p:spPr/>
        <p:txBody>
          <a:bodyPr/>
          <a:lstStyle/>
          <a:p>
            <a:fld id="{37BC83CD-DF73-4D81-9585-A9B1E7308A9E}" type="datetimeFigureOut">
              <a:rPr lang="en-AU" smtClean="0"/>
              <a:t>22/11/2022</a:t>
            </a:fld>
            <a:endParaRPr lang="en-AU"/>
          </a:p>
        </p:txBody>
      </p:sp>
      <p:sp>
        <p:nvSpPr>
          <p:cNvPr id="4" name="Footer Placeholder 3">
            <a:extLst>
              <a:ext uri="{FF2B5EF4-FFF2-40B4-BE49-F238E27FC236}">
                <a16:creationId xmlns:a16="http://schemas.microsoft.com/office/drawing/2014/main" id="{1C311405-2E18-4078-994B-CCE96AB64F47}"/>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0AE4094B-9054-4E71-883C-4369A9D74FFE}"/>
              </a:ext>
            </a:extLst>
          </p:cNvPr>
          <p:cNvSpPr>
            <a:spLocks noGrp="1"/>
          </p:cNvSpPr>
          <p:nvPr>
            <p:ph type="sldNum" sz="quarter" idx="12"/>
          </p:nvPr>
        </p:nvSpPr>
        <p:spPr/>
        <p:txBody>
          <a:bodyPr/>
          <a:lstStyle/>
          <a:p>
            <a:fld id="{A9474C48-9EEE-4D01-AD7F-D34B3C22A4BF}" type="slidenum">
              <a:rPr lang="en-AU" smtClean="0"/>
              <a:t>‹#›</a:t>
            </a:fld>
            <a:endParaRPr lang="en-AU"/>
          </a:p>
        </p:txBody>
      </p:sp>
    </p:spTree>
    <p:extLst>
      <p:ext uri="{BB962C8B-B14F-4D97-AF65-F5344CB8AC3E}">
        <p14:creationId xmlns:p14="http://schemas.microsoft.com/office/powerpoint/2010/main" val="14538475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C6612E-1DE6-4EE8-8C65-F033F9483056}"/>
              </a:ext>
            </a:extLst>
          </p:cNvPr>
          <p:cNvSpPr>
            <a:spLocks noGrp="1"/>
          </p:cNvSpPr>
          <p:nvPr>
            <p:ph type="dt" sz="half" idx="10"/>
          </p:nvPr>
        </p:nvSpPr>
        <p:spPr/>
        <p:txBody>
          <a:bodyPr/>
          <a:lstStyle/>
          <a:p>
            <a:fld id="{37BC83CD-DF73-4D81-9585-A9B1E7308A9E}" type="datetimeFigureOut">
              <a:rPr lang="en-AU" smtClean="0"/>
              <a:t>22/11/2022</a:t>
            </a:fld>
            <a:endParaRPr lang="en-AU"/>
          </a:p>
        </p:txBody>
      </p:sp>
      <p:sp>
        <p:nvSpPr>
          <p:cNvPr id="3" name="Footer Placeholder 2">
            <a:extLst>
              <a:ext uri="{FF2B5EF4-FFF2-40B4-BE49-F238E27FC236}">
                <a16:creationId xmlns:a16="http://schemas.microsoft.com/office/drawing/2014/main" id="{1362FC94-AEB4-42F5-A09C-34F345106A61}"/>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DB290EA6-2A75-407E-9E28-946264066E9A}"/>
              </a:ext>
            </a:extLst>
          </p:cNvPr>
          <p:cNvSpPr>
            <a:spLocks noGrp="1"/>
          </p:cNvSpPr>
          <p:nvPr>
            <p:ph type="sldNum" sz="quarter" idx="12"/>
          </p:nvPr>
        </p:nvSpPr>
        <p:spPr/>
        <p:txBody>
          <a:bodyPr/>
          <a:lstStyle/>
          <a:p>
            <a:fld id="{A9474C48-9EEE-4D01-AD7F-D34B3C22A4BF}" type="slidenum">
              <a:rPr lang="en-AU" smtClean="0"/>
              <a:t>‹#›</a:t>
            </a:fld>
            <a:endParaRPr lang="en-AU"/>
          </a:p>
        </p:txBody>
      </p:sp>
    </p:spTree>
    <p:extLst>
      <p:ext uri="{BB962C8B-B14F-4D97-AF65-F5344CB8AC3E}">
        <p14:creationId xmlns:p14="http://schemas.microsoft.com/office/powerpoint/2010/main" val="28438687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A2791-C29E-403D-82E9-5BECD2BFF1D1}"/>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DCFCC7BA-039A-4320-B752-A53C648B8058}"/>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91D74207-DE82-43B4-8755-635F01EE6B1B}"/>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D8C0D95-1163-496F-9ECC-C59BCFAE0ED9}"/>
              </a:ext>
            </a:extLst>
          </p:cNvPr>
          <p:cNvSpPr>
            <a:spLocks noGrp="1"/>
          </p:cNvSpPr>
          <p:nvPr>
            <p:ph type="dt" sz="half" idx="10"/>
          </p:nvPr>
        </p:nvSpPr>
        <p:spPr/>
        <p:txBody>
          <a:bodyPr/>
          <a:lstStyle/>
          <a:p>
            <a:fld id="{37BC83CD-DF73-4D81-9585-A9B1E7308A9E}" type="datetimeFigureOut">
              <a:rPr lang="en-AU" smtClean="0"/>
              <a:t>22/11/2022</a:t>
            </a:fld>
            <a:endParaRPr lang="en-AU"/>
          </a:p>
        </p:txBody>
      </p:sp>
      <p:sp>
        <p:nvSpPr>
          <p:cNvPr id="6" name="Footer Placeholder 5">
            <a:extLst>
              <a:ext uri="{FF2B5EF4-FFF2-40B4-BE49-F238E27FC236}">
                <a16:creationId xmlns:a16="http://schemas.microsoft.com/office/drawing/2014/main" id="{AAE2F813-00C7-4B6B-BE82-913DA32F583F}"/>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1726154-B21D-4924-B050-106BEE28E7FA}"/>
              </a:ext>
            </a:extLst>
          </p:cNvPr>
          <p:cNvSpPr>
            <a:spLocks noGrp="1"/>
          </p:cNvSpPr>
          <p:nvPr>
            <p:ph type="sldNum" sz="quarter" idx="12"/>
          </p:nvPr>
        </p:nvSpPr>
        <p:spPr/>
        <p:txBody>
          <a:bodyPr/>
          <a:lstStyle/>
          <a:p>
            <a:fld id="{A9474C48-9EEE-4D01-AD7F-D34B3C22A4BF}" type="slidenum">
              <a:rPr lang="en-AU" smtClean="0"/>
              <a:t>‹#›</a:t>
            </a:fld>
            <a:endParaRPr lang="en-AU"/>
          </a:p>
        </p:txBody>
      </p:sp>
    </p:spTree>
    <p:extLst>
      <p:ext uri="{BB962C8B-B14F-4D97-AF65-F5344CB8AC3E}">
        <p14:creationId xmlns:p14="http://schemas.microsoft.com/office/powerpoint/2010/main" val="25086375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D110C-BEE5-4D5B-9762-1624A99E9C18}"/>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AD1952F9-9AEA-472C-818A-BBDBB297C3D6}"/>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AU"/>
          </a:p>
        </p:txBody>
      </p:sp>
      <p:sp>
        <p:nvSpPr>
          <p:cNvPr id="4" name="Text Placeholder 3">
            <a:extLst>
              <a:ext uri="{FF2B5EF4-FFF2-40B4-BE49-F238E27FC236}">
                <a16:creationId xmlns:a16="http://schemas.microsoft.com/office/drawing/2014/main" id="{733B4487-5A87-48DF-9610-E5D3DCF838A1}"/>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7CF088E8-2D0D-4DE1-AF0C-3CB911F16073}"/>
              </a:ext>
            </a:extLst>
          </p:cNvPr>
          <p:cNvSpPr>
            <a:spLocks noGrp="1"/>
          </p:cNvSpPr>
          <p:nvPr>
            <p:ph type="dt" sz="half" idx="10"/>
          </p:nvPr>
        </p:nvSpPr>
        <p:spPr/>
        <p:txBody>
          <a:bodyPr/>
          <a:lstStyle/>
          <a:p>
            <a:fld id="{37BC83CD-DF73-4D81-9585-A9B1E7308A9E}" type="datetimeFigureOut">
              <a:rPr lang="en-AU" smtClean="0"/>
              <a:t>22/11/2022</a:t>
            </a:fld>
            <a:endParaRPr lang="en-AU"/>
          </a:p>
        </p:txBody>
      </p:sp>
      <p:sp>
        <p:nvSpPr>
          <p:cNvPr id="6" name="Footer Placeholder 5">
            <a:extLst>
              <a:ext uri="{FF2B5EF4-FFF2-40B4-BE49-F238E27FC236}">
                <a16:creationId xmlns:a16="http://schemas.microsoft.com/office/drawing/2014/main" id="{045FB563-1F4B-4DC0-B690-A72EF92BA553}"/>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F96D51A-CCE0-463F-9F20-5971D1F0AD4D}"/>
              </a:ext>
            </a:extLst>
          </p:cNvPr>
          <p:cNvSpPr>
            <a:spLocks noGrp="1"/>
          </p:cNvSpPr>
          <p:nvPr>
            <p:ph type="sldNum" sz="quarter" idx="12"/>
          </p:nvPr>
        </p:nvSpPr>
        <p:spPr/>
        <p:txBody>
          <a:bodyPr/>
          <a:lstStyle/>
          <a:p>
            <a:fld id="{A9474C48-9EEE-4D01-AD7F-D34B3C22A4BF}" type="slidenum">
              <a:rPr lang="en-AU" smtClean="0"/>
              <a:t>‹#›</a:t>
            </a:fld>
            <a:endParaRPr lang="en-AU"/>
          </a:p>
        </p:txBody>
      </p:sp>
    </p:spTree>
    <p:extLst>
      <p:ext uri="{BB962C8B-B14F-4D97-AF65-F5344CB8AC3E}">
        <p14:creationId xmlns:p14="http://schemas.microsoft.com/office/powerpoint/2010/main" val="8395012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ECFFB-11BE-4ADB-82A6-216F019BF28B}"/>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16877203-5E67-4A2E-ABDD-36BA2DBF3C9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58E31AF7-37BE-4A35-A345-D81B0F00C341}"/>
              </a:ext>
            </a:extLst>
          </p:cNvPr>
          <p:cNvSpPr>
            <a:spLocks noGrp="1"/>
          </p:cNvSpPr>
          <p:nvPr>
            <p:ph type="dt" sz="half" idx="10"/>
          </p:nvPr>
        </p:nvSpPr>
        <p:spPr/>
        <p:txBody>
          <a:bodyPr/>
          <a:lstStyle/>
          <a:p>
            <a:fld id="{37BC83CD-DF73-4D81-9585-A9B1E7308A9E}" type="datetimeFigureOut">
              <a:rPr lang="en-AU" smtClean="0"/>
              <a:t>22/11/2022</a:t>
            </a:fld>
            <a:endParaRPr lang="en-AU"/>
          </a:p>
        </p:txBody>
      </p:sp>
      <p:sp>
        <p:nvSpPr>
          <p:cNvPr id="5" name="Footer Placeholder 4">
            <a:extLst>
              <a:ext uri="{FF2B5EF4-FFF2-40B4-BE49-F238E27FC236}">
                <a16:creationId xmlns:a16="http://schemas.microsoft.com/office/drawing/2014/main" id="{FF5313F1-41B2-4BEE-B2D1-149339737E9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8774CF6-F8D9-4166-BCE6-DA26CD5F5DC5}"/>
              </a:ext>
            </a:extLst>
          </p:cNvPr>
          <p:cNvSpPr>
            <a:spLocks noGrp="1"/>
          </p:cNvSpPr>
          <p:nvPr>
            <p:ph type="sldNum" sz="quarter" idx="12"/>
          </p:nvPr>
        </p:nvSpPr>
        <p:spPr/>
        <p:txBody>
          <a:bodyPr/>
          <a:lstStyle/>
          <a:p>
            <a:fld id="{A9474C48-9EEE-4D01-AD7F-D34B3C22A4BF}" type="slidenum">
              <a:rPr lang="en-AU" smtClean="0"/>
              <a:t>‹#›</a:t>
            </a:fld>
            <a:endParaRPr lang="en-AU"/>
          </a:p>
        </p:txBody>
      </p:sp>
    </p:spTree>
    <p:extLst>
      <p:ext uri="{BB962C8B-B14F-4D97-AF65-F5344CB8AC3E}">
        <p14:creationId xmlns:p14="http://schemas.microsoft.com/office/powerpoint/2010/main" val="29787451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F9C36D-CCB0-4225-94F5-74840B8F86D4}"/>
              </a:ext>
            </a:extLst>
          </p:cNvPr>
          <p:cNvSpPr>
            <a:spLocks noGrp="1"/>
          </p:cNvSpPr>
          <p:nvPr>
            <p:ph type="title" orient="vert"/>
          </p:nvPr>
        </p:nvSpPr>
        <p:spPr>
          <a:xfrm>
            <a:off x="6543675" y="273844"/>
            <a:ext cx="1971675" cy="4358879"/>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CA51829E-5276-43F2-8EA2-595764407624}"/>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B989C5B-7CEE-4104-864F-7989B22F4565}"/>
              </a:ext>
            </a:extLst>
          </p:cNvPr>
          <p:cNvSpPr>
            <a:spLocks noGrp="1"/>
          </p:cNvSpPr>
          <p:nvPr>
            <p:ph type="dt" sz="half" idx="10"/>
          </p:nvPr>
        </p:nvSpPr>
        <p:spPr/>
        <p:txBody>
          <a:bodyPr/>
          <a:lstStyle/>
          <a:p>
            <a:fld id="{37BC83CD-DF73-4D81-9585-A9B1E7308A9E}" type="datetimeFigureOut">
              <a:rPr lang="en-AU" smtClean="0"/>
              <a:t>22/11/2022</a:t>
            </a:fld>
            <a:endParaRPr lang="en-AU"/>
          </a:p>
        </p:txBody>
      </p:sp>
      <p:sp>
        <p:nvSpPr>
          <p:cNvPr id="5" name="Footer Placeholder 4">
            <a:extLst>
              <a:ext uri="{FF2B5EF4-FFF2-40B4-BE49-F238E27FC236}">
                <a16:creationId xmlns:a16="http://schemas.microsoft.com/office/drawing/2014/main" id="{DD9560D5-814B-497B-AF5A-48DA51A9C59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0595B77-A872-4269-A77E-33C8538F7742}"/>
              </a:ext>
            </a:extLst>
          </p:cNvPr>
          <p:cNvSpPr>
            <a:spLocks noGrp="1"/>
          </p:cNvSpPr>
          <p:nvPr>
            <p:ph type="sldNum" sz="quarter" idx="12"/>
          </p:nvPr>
        </p:nvSpPr>
        <p:spPr/>
        <p:txBody>
          <a:bodyPr/>
          <a:lstStyle/>
          <a:p>
            <a:fld id="{A9474C48-9EEE-4D01-AD7F-D34B3C22A4BF}" type="slidenum">
              <a:rPr lang="en-AU" smtClean="0"/>
              <a:t>‹#›</a:t>
            </a:fld>
            <a:endParaRPr lang="en-AU"/>
          </a:p>
        </p:txBody>
      </p:sp>
    </p:spTree>
    <p:extLst>
      <p:ext uri="{BB962C8B-B14F-4D97-AF65-F5344CB8AC3E}">
        <p14:creationId xmlns:p14="http://schemas.microsoft.com/office/powerpoint/2010/main" val="36238407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endParaRPr lang="en-AU"/>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C3D55C03-B4A6-4F45-B65A-8C30769D83C7}" type="datetimeFigureOut">
              <a:rPr lang="en-AU" smtClean="0"/>
              <a:t>22/11/2022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37A07FB-AF85-4152-8507-AE98A953AE28}" type="slidenum">
              <a:rPr lang="en-AU" smtClean="0"/>
              <a:t>‹#›</a:t>
            </a:fld>
            <a:endParaRPr lang="en-AU"/>
          </a:p>
        </p:txBody>
      </p:sp>
    </p:spTree>
    <p:extLst>
      <p:ext uri="{BB962C8B-B14F-4D97-AF65-F5344CB8AC3E}">
        <p14:creationId xmlns:p14="http://schemas.microsoft.com/office/powerpoint/2010/main" val="25070163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9143999" cy="573528"/>
          </a:xfrm>
        </p:spPr>
        <p:txBody>
          <a:bodyPr/>
          <a:lstStyle/>
          <a:p>
            <a:r>
              <a:rPr lang="en-US"/>
              <a:t>Click to edit Master title style</a:t>
            </a:r>
            <a:endParaRPr lang="en-AU"/>
          </a:p>
        </p:txBody>
      </p:sp>
      <p:sp>
        <p:nvSpPr>
          <p:cNvPr id="3" name="Content Placeholder 2"/>
          <p:cNvSpPr>
            <a:spLocks noGrp="1"/>
          </p:cNvSpPr>
          <p:nvPr>
            <p:ph idx="1"/>
          </p:nvPr>
        </p:nvSpPr>
        <p:spPr>
          <a:xfrm>
            <a:off x="978" y="573529"/>
            <a:ext cx="9143022" cy="33944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C3D55C03-B4A6-4F45-B65A-8C30769D83C7}" type="datetimeFigureOut">
              <a:rPr lang="en-AU" smtClean="0"/>
              <a:t>22/11/2022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37A07FB-AF85-4152-8507-AE98A953AE28}" type="slidenum">
              <a:rPr lang="en-AU" smtClean="0"/>
              <a:t>‹#›</a:t>
            </a:fld>
            <a:endParaRPr lang="en-AU"/>
          </a:p>
        </p:txBody>
      </p:sp>
    </p:spTree>
    <p:extLst>
      <p:ext uri="{BB962C8B-B14F-4D97-AF65-F5344CB8AC3E}">
        <p14:creationId xmlns:p14="http://schemas.microsoft.com/office/powerpoint/2010/main" val="18524311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endParaRPr lang="en-AU"/>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D55C03-B4A6-4F45-B65A-8C30769D83C7}" type="datetimeFigureOut">
              <a:rPr lang="en-AU" smtClean="0"/>
              <a:t>22/11/2022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37A07FB-AF85-4152-8507-AE98A953AE28}" type="slidenum">
              <a:rPr lang="en-AU" smtClean="0"/>
              <a:t>‹#›</a:t>
            </a:fld>
            <a:endParaRPr lang="en-AU"/>
          </a:p>
        </p:txBody>
      </p:sp>
    </p:spTree>
    <p:extLst>
      <p:ext uri="{BB962C8B-B14F-4D97-AF65-F5344CB8AC3E}">
        <p14:creationId xmlns:p14="http://schemas.microsoft.com/office/powerpoint/2010/main" val="7871147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C3D55C03-B4A6-4F45-B65A-8C30769D83C7}" type="datetimeFigureOut">
              <a:rPr lang="en-AU" smtClean="0"/>
              <a:t>22/11/2022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37A07FB-AF85-4152-8507-AE98A953AE28}" type="slidenum">
              <a:rPr lang="en-AU" smtClean="0"/>
              <a:t>‹#›</a:t>
            </a:fld>
            <a:endParaRPr lang="en-AU"/>
          </a:p>
        </p:txBody>
      </p:sp>
    </p:spTree>
    <p:extLst>
      <p:ext uri="{BB962C8B-B14F-4D97-AF65-F5344CB8AC3E}">
        <p14:creationId xmlns:p14="http://schemas.microsoft.com/office/powerpoint/2010/main" val="28227412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C3D55C03-B4A6-4F45-B65A-8C30769D83C7}" type="datetimeFigureOut">
              <a:rPr lang="en-AU" smtClean="0"/>
              <a:t>22/11/2022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737A07FB-AF85-4152-8507-AE98A953AE28}" type="slidenum">
              <a:rPr lang="en-AU" smtClean="0"/>
              <a:t>‹#›</a:t>
            </a:fld>
            <a:endParaRPr lang="en-AU"/>
          </a:p>
        </p:txBody>
      </p:sp>
    </p:spTree>
    <p:extLst>
      <p:ext uri="{BB962C8B-B14F-4D97-AF65-F5344CB8AC3E}">
        <p14:creationId xmlns:p14="http://schemas.microsoft.com/office/powerpoint/2010/main" val="20719294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C3D55C03-B4A6-4F45-B65A-8C30769D83C7}" type="datetimeFigureOut">
              <a:rPr lang="en-AU" smtClean="0"/>
              <a:t>22/11/2022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737A07FB-AF85-4152-8507-AE98A953AE28}" type="slidenum">
              <a:rPr lang="en-AU" smtClean="0"/>
              <a:t>‹#›</a:t>
            </a:fld>
            <a:endParaRPr lang="en-AU"/>
          </a:p>
        </p:txBody>
      </p:sp>
    </p:spTree>
    <p:extLst>
      <p:ext uri="{BB962C8B-B14F-4D97-AF65-F5344CB8AC3E}">
        <p14:creationId xmlns:p14="http://schemas.microsoft.com/office/powerpoint/2010/main" val="21684062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D55C03-B4A6-4F45-B65A-8C30769D83C7}" type="datetimeFigureOut">
              <a:rPr lang="en-AU" smtClean="0"/>
              <a:t>22/11/2022</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737A07FB-AF85-4152-8507-AE98A953AE28}" type="slidenum">
              <a:rPr lang="en-AU" smtClean="0"/>
              <a:t>‹#›</a:t>
            </a:fld>
            <a:endParaRPr lang="en-AU"/>
          </a:p>
        </p:txBody>
      </p:sp>
    </p:spTree>
    <p:extLst>
      <p:ext uri="{BB962C8B-B14F-4D97-AF65-F5344CB8AC3E}">
        <p14:creationId xmlns:p14="http://schemas.microsoft.com/office/powerpoint/2010/main" val="12881695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endParaRPr lang="en-AU"/>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C3D55C03-B4A6-4F45-B65A-8C30769D83C7}" type="datetimeFigureOut">
              <a:rPr lang="en-AU" smtClean="0"/>
              <a:t>22/11/2022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37A07FB-AF85-4152-8507-AE98A953AE28}" type="slidenum">
              <a:rPr lang="en-AU" smtClean="0"/>
              <a:t>‹#›</a:t>
            </a:fld>
            <a:endParaRPr lang="en-AU"/>
          </a:p>
        </p:txBody>
      </p:sp>
    </p:spTree>
    <p:extLst>
      <p:ext uri="{BB962C8B-B14F-4D97-AF65-F5344CB8AC3E}">
        <p14:creationId xmlns:p14="http://schemas.microsoft.com/office/powerpoint/2010/main" val="24157320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endParaRPr lang="en-AU"/>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AU"/>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C3D55C03-B4A6-4F45-B65A-8C30769D83C7}" type="datetimeFigureOut">
              <a:rPr lang="en-AU" smtClean="0"/>
              <a:t>22/11/2022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37A07FB-AF85-4152-8507-AE98A953AE28}" type="slidenum">
              <a:rPr lang="en-AU" smtClean="0"/>
              <a:t>‹#›</a:t>
            </a:fld>
            <a:endParaRPr lang="en-AU"/>
          </a:p>
        </p:txBody>
      </p:sp>
    </p:spTree>
    <p:extLst>
      <p:ext uri="{BB962C8B-B14F-4D97-AF65-F5344CB8AC3E}">
        <p14:creationId xmlns:p14="http://schemas.microsoft.com/office/powerpoint/2010/main" val="29174093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C3D55C03-B4A6-4F45-B65A-8C30769D83C7}" type="datetimeFigureOut">
              <a:rPr lang="en-AU" smtClean="0"/>
              <a:t>22/11/2022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37A07FB-AF85-4152-8507-AE98A953AE28}" type="slidenum">
              <a:rPr lang="en-AU" smtClean="0"/>
              <a:t>‹#›</a:t>
            </a:fld>
            <a:endParaRPr lang="en-AU"/>
          </a:p>
        </p:txBody>
      </p:sp>
    </p:spTree>
    <p:extLst>
      <p:ext uri="{BB962C8B-B14F-4D97-AF65-F5344CB8AC3E}">
        <p14:creationId xmlns:p14="http://schemas.microsoft.com/office/powerpoint/2010/main" val="21243746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C3D55C03-B4A6-4F45-B65A-8C30769D83C7}" type="datetimeFigureOut">
              <a:rPr lang="en-AU" smtClean="0"/>
              <a:t>22/11/2022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37A07FB-AF85-4152-8507-AE98A953AE28}" type="slidenum">
              <a:rPr lang="en-AU" smtClean="0"/>
              <a:t>‹#›</a:t>
            </a:fld>
            <a:endParaRPr lang="en-AU"/>
          </a:p>
        </p:txBody>
      </p:sp>
    </p:spTree>
    <p:extLst>
      <p:ext uri="{BB962C8B-B14F-4D97-AF65-F5344CB8AC3E}">
        <p14:creationId xmlns:p14="http://schemas.microsoft.com/office/powerpoint/2010/main" val="245144295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endParaRPr lang="en-GB"/>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E3C83AD4-C61B-4D35-BEF4-0986E9DE3D3E}" type="datetime2">
              <a:rPr lang="en-GB" smtClean="0"/>
              <a:pPr/>
              <a:t>Tuesday, 22 November 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28B8429-4527-47F3-AF89-C5C226CB1AE6}" type="slidenum">
              <a:rPr lang="en-GB" smtClean="0"/>
              <a:pPr/>
              <a:t>‹#›</a:t>
            </a:fld>
            <a:endParaRPr lang="en-GB"/>
          </a:p>
        </p:txBody>
      </p:sp>
    </p:spTree>
    <p:extLst>
      <p:ext uri="{BB962C8B-B14F-4D97-AF65-F5344CB8AC3E}">
        <p14:creationId xmlns:p14="http://schemas.microsoft.com/office/powerpoint/2010/main" val="385182802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7B8A7C35-4A89-41B8-A774-5823446D3702}" type="datetime2">
              <a:rPr lang="en-GB" smtClean="0"/>
              <a:pPr/>
              <a:t>Tuesday, 22 November 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28B8429-4527-47F3-AF89-C5C226CB1AE6}" type="slidenum">
              <a:rPr lang="en-GB" smtClean="0"/>
              <a:pPr/>
              <a:t>‹#›</a:t>
            </a:fld>
            <a:endParaRPr lang="en-GB"/>
          </a:p>
        </p:txBody>
      </p:sp>
    </p:spTree>
    <p:extLst>
      <p:ext uri="{BB962C8B-B14F-4D97-AF65-F5344CB8AC3E}">
        <p14:creationId xmlns:p14="http://schemas.microsoft.com/office/powerpoint/2010/main" val="411451553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endParaRPr lang="en-GB"/>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61D7F4-E910-439A-9335-6FA9519ED300}" type="datetime2">
              <a:rPr lang="en-GB" smtClean="0"/>
              <a:pPr/>
              <a:t>Tuesday, 22 November 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28B8429-4527-47F3-AF89-C5C226CB1AE6}" type="slidenum">
              <a:rPr lang="en-GB" smtClean="0"/>
              <a:pPr/>
              <a:t>‹#›</a:t>
            </a:fld>
            <a:endParaRPr lang="en-GB"/>
          </a:p>
        </p:txBody>
      </p:sp>
    </p:spTree>
    <p:extLst>
      <p:ext uri="{BB962C8B-B14F-4D97-AF65-F5344CB8AC3E}">
        <p14:creationId xmlns:p14="http://schemas.microsoft.com/office/powerpoint/2010/main" val="158763652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93B6F09B-1FAE-4F41-8EEF-BE688B9317A8}" type="datetime2">
              <a:rPr lang="en-GB" smtClean="0"/>
              <a:pPr/>
              <a:t>Tuesday, 22 November 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28B8429-4527-47F3-AF89-C5C226CB1AE6}" type="slidenum">
              <a:rPr lang="en-GB" smtClean="0"/>
              <a:pPr/>
              <a:t>‹#›</a:t>
            </a:fld>
            <a:endParaRPr lang="en-GB"/>
          </a:p>
        </p:txBody>
      </p:sp>
    </p:spTree>
    <p:extLst>
      <p:ext uri="{BB962C8B-B14F-4D97-AF65-F5344CB8AC3E}">
        <p14:creationId xmlns:p14="http://schemas.microsoft.com/office/powerpoint/2010/main" val="422803287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E5976FF5-3CD7-46EB-9459-D19A6B74B3B4}" type="datetime2">
              <a:rPr lang="en-GB" smtClean="0"/>
              <a:pPr/>
              <a:t>Tuesday, 22 November 2022</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28B8429-4527-47F3-AF89-C5C226CB1AE6}" type="slidenum">
              <a:rPr lang="en-GB" smtClean="0"/>
              <a:pPr/>
              <a:t>‹#›</a:t>
            </a:fld>
            <a:endParaRPr lang="en-GB"/>
          </a:p>
        </p:txBody>
      </p:sp>
    </p:spTree>
    <p:extLst>
      <p:ext uri="{BB962C8B-B14F-4D97-AF65-F5344CB8AC3E}">
        <p14:creationId xmlns:p14="http://schemas.microsoft.com/office/powerpoint/2010/main" val="277399002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F20C86F6-9246-4C49-A6D8-1DDC8E59190A}" type="datetime2">
              <a:rPr lang="en-GB" smtClean="0"/>
              <a:pPr/>
              <a:t>Tuesday, 22 November 2022</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28B8429-4527-47F3-AF89-C5C226CB1AE6}" type="slidenum">
              <a:rPr lang="en-GB" smtClean="0"/>
              <a:pPr/>
              <a:t>‹#›</a:t>
            </a:fld>
            <a:endParaRPr lang="en-GB"/>
          </a:p>
        </p:txBody>
      </p:sp>
    </p:spTree>
    <p:extLst>
      <p:ext uri="{BB962C8B-B14F-4D97-AF65-F5344CB8AC3E}">
        <p14:creationId xmlns:p14="http://schemas.microsoft.com/office/powerpoint/2010/main" val="330119257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0E9B7B-D266-45CE-8FF4-FC140EE9BDAA}" type="datetime2">
              <a:rPr lang="en-GB" smtClean="0"/>
              <a:pPr/>
              <a:t>Tuesday, 22 November 2022</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428B8429-4527-47F3-AF89-C5C226CB1AE6}" type="slidenum">
              <a:rPr lang="en-GB" smtClean="0"/>
              <a:pPr/>
              <a:t>‹#›</a:t>
            </a:fld>
            <a:endParaRPr lang="en-GB"/>
          </a:p>
        </p:txBody>
      </p:sp>
    </p:spTree>
    <p:extLst>
      <p:ext uri="{BB962C8B-B14F-4D97-AF65-F5344CB8AC3E}">
        <p14:creationId xmlns:p14="http://schemas.microsoft.com/office/powerpoint/2010/main" val="412561887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endParaRPr lang="en-GB"/>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09939410-F172-4E1B-908B-8E6F0E19F686}" type="datetime2">
              <a:rPr lang="en-GB" smtClean="0"/>
              <a:pPr/>
              <a:t>Tuesday, 22 November 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28B8429-4527-47F3-AF89-C5C226CB1AE6}" type="slidenum">
              <a:rPr lang="en-GB" smtClean="0"/>
              <a:pPr/>
              <a:t>‹#›</a:t>
            </a:fld>
            <a:endParaRPr lang="en-GB"/>
          </a:p>
        </p:txBody>
      </p:sp>
    </p:spTree>
    <p:extLst>
      <p:ext uri="{BB962C8B-B14F-4D97-AF65-F5344CB8AC3E}">
        <p14:creationId xmlns:p14="http://schemas.microsoft.com/office/powerpoint/2010/main" val="35994274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endParaRPr lang="en-GB"/>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GB"/>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E0EABC9F-A0D9-4015-9241-17EA11668CC3}" type="datetime2">
              <a:rPr lang="en-GB" smtClean="0"/>
              <a:pPr/>
              <a:t>Tuesday, 22 November 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28B8429-4527-47F3-AF89-C5C226CB1AE6}" type="slidenum">
              <a:rPr lang="en-GB" smtClean="0"/>
              <a:pPr/>
              <a:t>‹#›</a:t>
            </a:fld>
            <a:endParaRPr lang="en-GB"/>
          </a:p>
        </p:txBody>
      </p:sp>
    </p:spTree>
    <p:extLst>
      <p:ext uri="{BB962C8B-B14F-4D97-AF65-F5344CB8AC3E}">
        <p14:creationId xmlns:p14="http://schemas.microsoft.com/office/powerpoint/2010/main" val="259715807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9588B38B-3050-4220-A010-811F04053909}" type="datetime2">
              <a:rPr lang="en-GB" smtClean="0"/>
              <a:pPr/>
              <a:t>Tuesday, 22 November 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28B8429-4527-47F3-AF89-C5C226CB1AE6}" type="slidenum">
              <a:rPr lang="en-GB" smtClean="0"/>
              <a:pPr/>
              <a:t>‹#›</a:t>
            </a:fld>
            <a:endParaRPr lang="en-GB"/>
          </a:p>
        </p:txBody>
      </p:sp>
    </p:spTree>
    <p:extLst>
      <p:ext uri="{BB962C8B-B14F-4D97-AF65-F5344CB8AC3E}">
        <p14:creationId xmlns:p14="http://schemas.microsoft.com/office/powerpoint/2010/main" val="339854820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59EF51F0-AF4E-44A7-B6C4-0BC6ADC60C02}" type="datetime2">
              <a:rPr lang="en-GB" smtClean="0"/>
              <a:pPr/>
              <a:t>Tuesday, 22 November 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28B8429-4527-47F3-AF89-C5C226CB1AE6}" type="slidenum">
              <a:rPr lang="en-GB" smtClean="0"/>
              <a:pPr/>
              <a:t>‹#›</a:t>
            </a:fld>
            <a:endParaRPr lang="en-GB"/>
          </a:p>
        </p:txBody>
      </p:sp>
    </p:spTree>
    <p:extLst>
      <p:ext uri="{BB962C8B-B14F-4D97-AF65-F5344CB8AC3E}">
        <p14:creationId xmlns:p14="http://schemas.microsoft.com/office/powerpoint/2010/main" val="94573134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3.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4.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4">
            <a:extLst>
              <a:ext uri="{FF2B5EF4-FFF2-40B4-BE49-F238E27FC236}">
                <a16:creationId xmlns:a16="http://schemas.microsoft.com/office/drawing/2014/main" id="{71D2E028-A820-384C-809A-72BE9005B3B2}"/>
              </a:ext>
            </a:extLst>
          </p:cNvPr>
          <p:cNvSpPr txBox="1">
            <a:spLocks/>
          </p:cNvSpPr>
          <p:nvPr userDrawn="1"/>
        </p:nvSpPr>
        <p:spPr bwMode="auto">
          <a:xfrm>
            <a:off x="76311" y="488434"/>
            <a:ext cx="8984564" cy="309600"/>
          </a:xfrm>
          <a:prstGeom prst="rect">
            <a:avLst/>
          </a:prstGeom>
          <a:solidFill>
            <a:schemeClr val="accent3"/>
          </a:solidFill>
          <a:ln w="12700">
            <a:solidFill>
              <a:schemeClr val="tx1"/>
            </a:solidFill>
          </a:ln>
        </p:spPr>
        <p:txBody>
          <a:bodyPr anchor="ctr"/>
          <a:lstStyle>
            <a:lvl1pPr eaLnBrk="0" hangingPunct="0">
              <a:defRPr>
                <a:solidFill>
                  <a:schemeClr val="tx1"/>
                </a:solidFill>
                <a:latin typeface="Arial" charset="0"/>
              </a:defRPr>
            </a:lvl1pPr>
            <a:lvl2pPr marL="877888" indent="-342900" eaLnBrk="0" hangingPunct="0">
              <a:defRPr>
                <a:solidFill>
                  <a:schemeClr val="tx1"/>
                </a:solidFill>
                <a:latin typeface="Arial" charset="0"/>
              </a:defRPr>
            </a:lvl2pPr>
            <a:lvl3pPr marL="1400175" indent="-342900" eaLnBrk="0" hangingPunct="0">
              <a:defRPr>
                <a:solidFill>
                  <a:schemeClr val="tx1"/>
                </a:solidFill>
                <a:latin typeface="Arial" charset="0"/>
              </a:defRPr>
            </a:lvl3pPr>
            <a:lvl4pPr marL="1922463" indent="-342900" eaLnBrk="0" hangingPunct="0">
              <a:defRPr>
                <a:solidFill>
                  <a:schemeClr val="tx1"/>
                </a:solidFill>
                <a:latin typeface="Arial" charset="0"/>
              </a:defRPr>
            </a:lvl4pPr>
            <a:lvl5pPr marL="2444750" indent="-342900" eaLnBrk="0" hangingPunct="0">
              <a:defRPr>
                <a:solidFill>
                  <a:schemeClr val="tx1"/>
                </a:solidFill>
                <a:latin typeface="Arial" charset="0"/>
              </a:defRPr>
            </a:lvl5pPr>
            <a:lvl6pPr marL="2901950" indent="-342900" eaLnBrk="0" fontAlgn="base" hangingPunct="0">
              <a:spcBef>
                <a:spcPct val="0"/>
              </a:spcBef>
              <a:spcAft>
                <a:spcPct val="0"/>
              </a:spcAft>
              <a:defRPr>
                <a:solidFill>
                  <a:schemeClr val="tx1"/>
                </a:solidFill>
                <a:latin typeface="Arial" charset="0"/>
              </a:defRPr>
            </a:lvl6pPr>
            <a:lvl7pPr marL="3359150" indent="-342900" eaLnBrk="0" fontAlgn="base" hangingPunct="0">
              <a:spcBef>
                <a:spcPct val="0"/>
              </a:spcBef>
              <a:spcAft>
                <a:spcPct val="0"/>
              </a:spcAft>
              <a:defRPr>
                <a:solidFill>
                  <a:schemeClr val="tx1"/>
                </a:solidFill>
                <a:latin typeface="Arial" charset="0"/>
              </a:defRPr>
            </a:lvl7pPr>
            <a:lvl8pPr marL="3816350" indent="-342900" eaLnBrk="0" fontAlgn="base" hangingPunct="0">
              <a:spcBef>
                <a:spcPct val="0"/>
              </a:spcBef>
              <a:spcAft>
                <a:spcPct val="0"/>
              </a:spcAft>
              <a:defRPr>
                <a:solidFill>
                  <a:schemeClr val="tx1"/>
                </a:solidFill>
                <a:latin typeface="Arial" charset="0"/>
              </a:defRPr>
            </a:lvl8pPr>
            <a:lvl9pPr marL="4273550" indent="-342900" eaLnBrk="0" fontAlgn="base" hangingPunct="0">
              <a:spcBef>
                <a:spcPct val="0"/>
              </a:spcBef>
              <a:spcAft>
                <a:spcPct val="0"/>
              </a:spcAft>
              <a:defRPr>
                <a:solidFill>
                  <a:schemeClr val="tx1"/>
                </a:solidFill>
                <a:latin typeface="Arial" charset="0"/>
              </a:defRPr>
            </a:lvl9pPr>
          </a:lstStyle>
          <a:p>
            <a:pPr algn="l" eaLnBrk="1" hangingPunct="1">
              <a:defRPr/>
            </a:pPr>
            <a:r>
              <a:rPr lang="en-US" sz="1400" b="1" dirty="0">
                <a:latin typeface="Calibri" charset="0"/>
                <a:ea typeface="Calibri" charset="0"/>
                <a:cs typeface="Calibri" charset="0"/>
              </a:rPr>
              <a:t>We are learning to:  </a:t>
            </a:r>
            <a:r>
              <a:rPr lang="en-GB" sz="1400" b="0" noProof="0" dirty="0">
                <a:latin typeface="Calibri" charset="0"/>
                <a:ea typeface="Calibri" charset="0"/>
                <a:cs typeface="Calibri" charset="0"/>
              </a:rPr>
              <a:t>Calculate the volume of a prism</a:t>
            </a:r>
            <a:r>
              <a:rPr lang="en-US" sz="1400" b="0" dirty="0">
                <a:latin typeface="Calibri" charset="0"/>
                <a:ea typeface="Calibri" charset="0"/>
                <a:cs typeface="Calibri" charset="0"/>
              </a:rPr>
              <a:t>.</a:t>
            </a:r>
          </a:p>
        </p:txBody>
      </p:sp>
      <p:sp>
        <p:nvSpPr>
          <p:cNvPr id="3" name="TextBox 9">
            <a:extLst>
              <a:ext uri="{FF2B5EF4-FFF2-40B4-BE49-F238E27FC236}">
                <a16:creationId xmlns:a16="http://schemas.microsoft.com/office/drawing/2014/main" id="{6B21F474-0336-AB40-BBFF-B5EB883AD2DC}"/>
              </a:ext>
            </a:extLst>
          </p:cNvPr>
          <p:cNvSpPr txBox="1">
            <a:spLocks/>
          </p:cNvSpPr>
          <p:nvPr userDrawn="1"/>
        </p:nvSpPr>
        <p:spPr bwMode="auto">
          <a:xfrm>
            <a:off x="76311" y="88335"/>
            <a:ext cx="2880000" cy="309600"/>
          </a:xfrm>
          <a:prstGeom prst="rect">
            <a:avLst/>
          </a:prstGeom>
          <a:solidFill>
            <a:schemeClr val="bg1">
              <a:lumMod val="85000"/>
            </a:schemeClr>
          </a:solidFill>
          <a:ln w="12700">
            <a:solidFill>
              <a:schemeClr val="tx1"/>
            </a:solidFill>
            <a:miter lim="800000"/>
            <a:headEnd/>
            <a:tailEnd/>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fld id="{31CA1613-C89A-4644-A77A-4C72E9291592}" type="datetime2">
              <a:rPr lang="en-GB" sz="1400" b="1" smtClean="0">
                <a:latin typeface="Calibri" charset="0"/>
                <a:ea typeface="Calibri" charset="0"/>
                <a:cs typeface="Calibri" charset="0"/>
              </a:rPr>
              <a:t>Tuesday, 22 November 2022</a:t>
            </a:fld>
            <a:endParaRPr lang="en-US" sz="1400" b="1" dirty="0">
              <a:latin typeface="Calibri" charset="0"/>
              <a:ea typeface="Calibri" charset="0"/>
              <a:cs typeface="Calibri" charset="0"/>
            </a:endParaRPr>
          </a:p>
        </p:txBody>
      </p:sp>
      <p:sp>
        <p:nvSpPr>
          <p:cNvPr id="4" name="TextBox 3">
            <a:extLst>
              <a:ext uri="{FF2B5EF4-FFF2-40B4-BE49-F238E27FC236}">
                <a16:creationId xmlns:a16="http://schemas.microsoft.com/office/drawing/2014/main" id="{2D765288-31B0-7D46-ADA1-7D75CB44BB17}"/>
              </a:ext>
            </a:extLst>
          </p:cNvPr>
          <p:cNvSpPr txBox="1">
            <a:spLocks/>
          </p:cNvSpPr>
          <p:nvPr userDrawn="1"/>
        </p:nvSpPr>
        <p:spPr bwMode="auto">
          <a:xfrm>
            <a:off x="3059084" y="88335"/>
            <a:ext cx="6001789" cy="309600"/>
          </a:xfrm>
          <a:prstGeom prst="rect">
            <a:avLst/>
          </a:prstGeom>
          <a:solidFill>
            <a:schemeClr val="accent2">
              <a:lumMod val="60000"/>
              <a:lumOff val="40000"/>
            </a:schemeClr>
          </a:solidFill>
          <a:ln w="12700">
            <a:solidFill>
              <a:schemeClr val="tx1"/>
            </a:solidFill>
            <a:miter lim="800000"/>
            <a:headEnd/>
            <a:tailEnd/>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sz="1400" b="1" noProof="0" dirty="0">
                <a:latin typeface="Calibri" charset="0"/>
                <a:ea typeface="Calibri" charset="0"/>
                <a:cs typeface="Calibri" charset="0"/>
              </a:rPr>
              <a:t>We are learning about: </a:t>
            </a:r>
            <a:r>
              <a:rPr lang="en-GB" sz="1400" b="0" spc="0" noProof="0" dirty="0">
                <a:latin typeface="Calibri" charset="0"/>
                <a:ea typeface="Calibri" charset="0"/>
                <a:cs typeface="Calibri" charset="0"/>
              </a:rPr>
              <a:t>The volume of a prism</a:t>
            </a:r>
            <a:endParaRPr lang="en-GB" sz="1400" spc="0" noProof="0" dirty="0">
              <a:latin typeface="Calibri" charset="0"/>
              <a:ea typeface="Calibri" charset="0"/>
              <a:cs typeface="Calibri" charset="0"/>
            </a:endParaRPr>
          </a:p>
        </p:txBody>
      </p:sp>
      <p:cxnSp>
        <p:nvCxnSpPr>
          <p:cNvPr id="5" name="Straight Connector 4">
            <a:extLst>
              <a:ext uri="{FF2B5EF4-FFF2-40B4-BE49-F238E27FC236}">
                <a16:creationId xmlns:a16="http://schemas.microsoft.com/office/drawing/2014/main" id="{FA91A4BE-1372-D845-A343-3EB045B018EA}"/>
              </a:ext>
            </a:extLst>
          </p:cNvPr>
          <p:cNvCxnSpPr>
            <a:cxnSpLocks/>
          </p:cNvCxnSpPr>
          <p:nvPr userDrawn="1"/>
        </p:nvCxnSpPr>
        <p:spPr>
          <a:xfrm>
            <a:off x="0" y="891681"/>
            <a:ext cx="9144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4">
            <a:extLst>
              <a:ext uri="{FF2B5EF4-FFF2-40B4-BE49-F238E27FC236}">
                <a16:creationId xmlns:a16="http://schemas.microsoft.com/office/drawing/2014/main" id="{ECD868C6-9926-0A4B-BBFA-CAFCA5221881}"/>
              </a:ext>
            </a:extLst>
          </p:cNvPr>
          <p:cNvSpPr txBox="1">
            <a:spLocks/>
          </p:cNvSpPr>
          <p:nvPr userDrawn="1"/>
        </p:nvSpPr>
        <p:spPr bwMode="auto">
          <a:xfrm>
            <a:off x="76311" y="488434"/>
            <a:ext cx="8984564" cy="309600"/>
          </a:xfrm>
          <a:prstGeom prst="rect">
            <a:avLst/>
          </a:prstGeom>
          <a:solidFill>
            <a:schemeClr val="accent1">
              <a:lumMod val="60000"/>
              <a:lumOff val="40000"/>
            </a:schemeClr>
          </a:solidFill>
          <a:ln w="12700">
            <a:solidFill>
              <a:schemeClr val="tx1"/>
            </a:solidFill>
          </a:ln>
        </p:spPr>
        <p:txBody>
          <a:bodyPr anchor="ctr"/>
          <a:lstStyle>
            <a:lvl1pPr eaLnBrk="0" hangingPunct="0">
              <a:defRPr>
                <a:solidFill>
                  <a:schemeClr val="tx1"/>
                </a:solidFill>
                <a:latin typeface="Arial" charset="0"/>
              </a:defRPr>
            </a:lvl1pPr>
            <a:lvl2pPr marL="877888" indent="-342900" eaLnBrk="0" hangingPunct="0">
              <a:defRPr>
                <a:solidFill>
                  <a:schemeClr val="tx1"/>
                </a:solidFill>
                <a:latin typeface="Arial" charset="0"/>
              </a:defRPr>
            </a:lvl2pPr>
            <a:lvl3pPr marL="1400175" indent="-342900" eaLnBrk="0" hangingPunct="0">
              <a:defRPr>
                <a:solidFill>
                  <a:schemeClr val="tx1"/>
                </a:solidFill>
                <a:latin typeface="Arial" charset="0"/>
              </a:defRPr>
            </a:lvl3pPr>
            <a:lvl4pPr marL="1922463" indent="-342900" eaLnBrk="0" hangingPunct="0">
              <a:defRPr>
                <a:solidFill>
                  <a:schemeClr val="tx1"/>
                </a:solidFill>
                <a:latin typeface="Arial" charset="0"/>
              </a:defRPr>
            </a:lvl4pPr>
            <a:lvl5pPr marL="2444750" indent="-342900" eaLnBrk="0" hangingPunct="0">
              <a:defRPr>
                <a:solidFill>
                  <a:schemeClr val="tx1"/>
                </a:solidFill>
                <a:latin typeface="Arial" charset="0"/>
              </a:defRPr>
            </a:lvl5pPr>
            <a:lvl6pPr marL="2901950" indent="-342900" eaLnBrk="0" fontAlgn="base" hangingPunct="0">
              <a:spcBef>
                <a:spcPct val="0"/>
              </a:spcBef>
              <a:spcAft>
                <a:spcPct val="0"/>
              </a:spcAft>
              <a:defRPr>
                <a:solidFill>
                  <a:schemeClr val="tx1"/>
                </a:solidFill>
                <a:latin typeface="Arial" charset="0"/>
              </a:defRPr>
            </a:lvl6pPr>
            <a:lvl7pPr marL="3359150" indent="-342900" eaLnBrk="0" fontAlgn="base" hangingPunct="0">
              <a:spcBef>
                <a:spcPct val="0"/>
              </a:spcBef>
              <a:spcAft>
                <a:spcPct val="0"/>
              </a:spcAft>
              <a:defRPr>
                <a:solidFill>
                  <a:schemeClr val="tx1"/>
                </a:solidFill>
                <a:latin typeface="Arial" charset="0"/>
              </a:defRPr>
            </a:lvl7pPr>
            <a:lvl8pPr marL="3816350" indent="-342900" eaLnBrk="0" fontAlgn="base" hangingPunct="0">
              <a:spcBef>
                <a:spcPct val="0"/>
              </a:spcBef>
              <a:spcAft>
                <a:spcPct val="0"/>
              </a:spcAft>
              <a:defRPr>
                <a:solidFill>
                  <a:schemeClr val="tx1"/>
                </a:solidFill>
                <a:latin typeface="Arial" charset="0"/>
              </a:defRPr>
            </a:lvl8pPr>
            <a:lvl9pPr marL="4273550" indent="-342900" eaLnBrk="0" fontAlgn="base" hangingPunct="0">
              <a:spcBef>
                <a:spcPct val="0"/>
              </a:spcBef>
              <a:spcAft>
                <a:spcPct val="0"/>
              </a:spcAft>
              <a:defRPr>
                <a:solidFill>
                  <a:schemeClr val="tx1"/>
                </a:solidFill>
                <a:latin typeface="Arial" charset="0"/>
              </a:defRPr>
            </a:lvl9pPr>
          </a:lstStyle>
          <a:p>
            <a:pPr algn="l" eaLnBrk="1" hangingPunct="1">
              <a:defRPr/>
            </a:pPr>
            <a:r>
              <a:rPr lang="en-GB" sz="1400" b="1" noProof="0" dirty="0">
                <a:latin typeface="Calibri" charset="0"/>
                <a:ea typeface="Calibri" charset="0"/>
                <a:cs typeface="Calibri" charset="0"/>
              </a:rPr>
              <a:t>Key terms:</a:t>
            </a:r>
            <a:r>
              <a:rPr lang="en-GB" sz="1400" b="0" noProof="0" dirty="0">
                <a:latin typeface="Calibri" charset="0"/>
                <a:ea typeface="Calibri" charset="0"/>
                <a:cs typeface="Calibri" charset="0"/>
              </a:rPr>
              <a:t>  Area,</a:t>
            </a:r>
            <a:r>
              <a:rPr lang="en-GB" sz="1400" b="0" baseline="0" noProof="0" dirty="0">
                <a:latin typeface="Calibri" charset="0"/>
                <a:ea typeface="Calibri" charset="0"/>
                <a:cs typeface="Calibri" charset="0"/>
              </a:rPr>
              <a:t> height, </a:t>
            </a:r>
            <a:r>
              <a:rPr lang="en-GB" sz="1400" b="0" noProof="0" dirty="0">
                <a:latin typeface="Calibri" charset="0"/>
                <a:ea typeface="Calibri" charset="0"/>
                <a:cs typeface="Calibri" charset="0"/>
              </a:rPr>
              <a:t>length, solid, volume, width</a:t>
            </a:r>
          </a:p>
        </p:txBody>
      </p:sp>
      <p:sp>
        <p:nvSpPr>
          <p:cNvPr id="7" name="TextBox 6">
            <a:extLst>
              <a:ext uri="{FF2B5EF4-FFF2-40B4-BE49-F238E27FC236}">
                <a16:creationId xmlns:a16="http://schemas.microsoft.com/office/drawing/2014/main" id="{DEF70ACC-FC36-3A47-AAFD-F601EE139B53}"/>
              </a:ext>
            </a:extLst>
          </p:cNvPr>
          <p:cNvSpPr txBox="1"/>
          <p:nvPr userDrawn="1"/>
        </p:nvSpPr>
        <p:spPr>
          <a:xfrm>
            <a:off x="8114810" y="4583884"/>
            <a:ext cx="974947" cy="300082"/>
          </a:xfrm>
          <a:prstGeom prst="rect">
            <a:avLst/>
          </a:prstGeom>
          <a:solidFill>
            <a:schemeClr val="accent5">
              <a:lumMod val="60000"/>
              <a:lumOff val="40000"/>
            </a:schemeClr>
          </a:solidFill>
          <a:ln w="12700">
            <a:solidFill>
              <a:schemeClr val="tx1"/>
            </a:solidFill>
          </a:ln>
        </p:spPr>
        <p:txBody>
          <a:bodyPr wrap="none" rtlCol="0">
            <a:spAutoFit/>
          </a:bodyPr>
          <a:lstStyle/>
          <a:p>
            <a:pPr algn="ctr"/>
            <a:r>
              <a:rPr lang="en-GB" dirty="0"/>
              <a:t>KEY TERMS</a:t>
            </a:r>
          </a:p>
        </p:txBody>
      </p:sp>
      <p:sp>
        <p:nvSpPr>
          <p:cNvPr id="8" name="TextBox 7">
            <a:extLst>
              <a:ext uri="{FF2B5EF4-FFF2-40B4-BE49-F238E27FC236}">
                <a16:creationId xmlns:a16="http://schemas.microsoft.com/office/drawing/2014/main" id="{E949F5F1-665A-C04E-A669-71FD4AEE79EA}"/>
              </a:ext>
            </a:extLst>
          </p:cNvPr>
          <p:cNvSpPr txBox="1"/>
          <p:nvPr userDrawn="1"/>
        </p:nvSpPr>
        <p:spPr>
          <a:xfrm>
            <a:off x="8114810" y="4583884"/>
            <a:ext cx="974947" cy="300082"/>
          </a:xfrm>
          <a:prstGeom prst="rect">
            <a:avLst/>
          </a:prstGeom>
          <a:solidFill>
            <a:schemeClr val="accent2"/>
          </a:solidFill>
          <a:ln w="12700">
            <a:solidFill>
              <a:schemeClr val="tx1"/>
            </a:solidFill>
          </a:ln>
        </p:spPr>
        <p:txBody>
          <a:bodyPr wrap="none" rtlCol="0">
            <a:spAutoFit/>
          </a:bodyPr>
          <a:lstStyle/>
          <a:p>
            <a:pPr algn="ctr"/>
            <a:r>
              <a:rPr lang="en-GB" dirty="0"/>
              <a:t>KEY TERMS</a:t>
            </a:r>
          </a:p>
        </p:txBody>
      </p:sp>
      <p:sp>
        <p:nvSpPr>
          <p:cNvPr id="10" name="Rectangle 9">
            <a:extLst>
              <a:ext uri="{FF2B5EF4-FFF2-40B4-BE49-F238E27FC236}">
                <a16:creationId xmlns:a16="http://schemas.microsoft.com/office/drawing/2014/main" id="{4E63769C-FE9E-9F46-BD65-E961F9D36AE5}"/>
              </a:ext>
            </a:extLst>
          </p:cNvPr>
          <p:cNvSpPr/>
          <p:nvPr userDrawn="1"/>
        </p:nvSpPr>
        <p:spPr>
          <a:xfrm>
            <a:off x="-2683" y="4516221"/>
            <a:ext cx="9146683" cy="646331"/>
          </a:xfrm>
          <a:prstGeom prst="rect">
            <a:avLst/>
          </a:prstGeom>
        </p:spPr>
        <p:txBody>
          <a:bodyPr wrap="square" anchor="b">
            <a:spAutoFit/>
          </a:bodyPr>
          <a:lstStyle/>
          <a:p>
            <a:pPr marL="138110" indent="-138110">
              <a:buFont typeface="Arial" panose="020B0604020202020204" pitchFamily="34" charset="0"/>
              <a:buChar char="•"/>
            </a:pPr>
            <a:r>
              <a:rPr lang="en-GB" sz="1200" dirty="0">
                <a:solidFill>
                  <a:schemeClr val="bg1">
                    <a:lumMod val="50000"/>
                  </a:schemeClr>
                </a:solidFill>
                <a:latin typeface="Calibri" charset="0"/>
                <a:ea typeface="Calibri" charset="0"/>
                <a:cs typeface="Calibri" charset="0"/>
              </a:rPr>
              <a:t>Developing learners will be able to calculate the volume of a prism.</a:t>
            </a:r>
          </a:p>
          <a:p>
            <a:pPr marL="138110" indent="-138110">
              <a:buFont typeface="Arial" panose="020B0604020202020204" pitchFamily="34" charset="0"/>
              <a:buChar char="•"/>
            </a:pPr>
            <a:r>
              <a:rPr lang="en-GB" sz="1200" dirty="0">
                <a:solidFill>
                  <a:schemeClr val="bg1">
                    <a:lumMod val="50000"/>
                  </a:schemeClr>
                </a:solidFill>
                <a:latin typeface="Calibri" charset="0"/>
                <a:ea typeface="Calibri" charset="0"/>
                <a:cs typeface="Calibri" charset="0"/>
              </a:rPr>
              <a:t>Secure learners will be able to find the missing length of a prism given its volume and cross-section.</a:t>
            </a:r>
          </a:p>
          <a:p>
            <a:pPr marL="138110" indent="-138110">
              <a:buFont typeface="Arial" panose="020B0604020202020204" pitchFamily="34" charset="0"/>
              <a:buChar char="•"/>
            </a:pPr>
            <a:r>
              <a:rPr lang="en-GB" sz="1200" dirty="0">
                <a:solidFill>
                  <a:schemeClr val="bg1">
                    <a:lumMod val="50000"/>
                  </a:schemeClr>
                </a:solidFill>
                <a:latin typeface="Calibri" charset="0"/>
                <a:ea typeface="Calibri" charset="0"/>
                <a:cs typeface="Calibri" charset="0"/>
              </a:rPr>
              <a:t>Excelling learners will be able to solve unfamiliar problems using their knowledge of calculating the volume of a prism.</a:t>
            </a:r>
          </a:p>
        </p:txBody>
      </p:sp>
      <p:cxnSp>
        <p:nvCxnSpPr>
          <p:cNvPr id="13" name="Straight Connector 12">
            <a:extLst>
              <a:ext uri="{FF2B5EF4-FFF2-40B4-BE49-F238E27FC236}">
                <a16:creationId xmlns:a16="http://schemas.microsoft.com/office/drawing/2014/main" id="{F8755F17-9300-5B4E-9FB7-AA7507610099}"/>
              </a:ext>
            </a:extLst>
          </p:cNvPr>
          <p:cNvCxnSpPr>
            <a:cxnSpLocks/>
          </p:cNvCxnSpPr>
          <p:nvPr userDrawn="1"/>
        </p:nvCxnSpPr>
        <p:spPr>
          <a:xfrm>
            <a:off x="0" y="4507299"/>
            <a:ext cx="9144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3872915"/>
      </p:ext>
    </p:extLst>
  </p:cSld>
  <p:clrMap bg1="lt1" tx1="dk1" bg2="lt2" tx2="dk2" accent1="accent1" accent2="accent2" accent3="accent3" accent4="accent4" accent5="accent5" accent6="accent6" hlink="hlink" folHlink="folHlink"/>
  <p:sldLayoutIdLst>
    <p:sldLayoutId id="2147483685" r:id="rId1"/>
    <p:sldLayoutId id="2147483689" r:id="rId2"/>
    <p:sldLayoutId id="2147483688" r:id="rId3"/>
  </p:sldLayoutIdLst>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dissolve">
                                      <p:cBhvr>
                                        <p:cTn id="10" dur="500"/>
                                        <p:tgtEl>
                                          <p:spTgt spid="6"/>
                                        </p:tgtEl>
                                      </p:cBhvr>
                                    </p:animEffect>
                                  </p:childTnLst>
                                </p:cTn>
                              </p:par>
                            </p:childTnLst>
                          </p:cTn>
                        </p:par>
                      </p:childTnLst>
                    </p:cTn>
                  </p:par>
                </p:childTnLst>
              </p:cTn>
              <p:nextCondLst>
                <p:cond evt="onClick" delay="0">
                  <p:tgtEl>
                    <p:spTgt spid="7"/>
                  </p:tgtEl>
                </p:cond>
              </p:nextCondLst>
            </p:seq>
            <p:seq concurrent="1" nextAc="seek">
              <p:cTn id="11" restart="whenNotActive" fill="hold" evtFilter="cancelBubble" nodeType="interactiveSeq">
                <p:stCondLst>
                  <p:cond evt="onClick" delay="0">
                    <p:tgtEl>
                      <p:spTgt spid="8"/>
                    </p:tgtEl>
                  </p:cond>
                </p:stCondLst>
                <p:endSync evt="end" delay="0">
                  <p:rtn val="all"/>
                </p:endSync>
                <p:childTnLst>
                  <p:par>
                    <p:cTn id="12" fill="hold">
                      <p:stCondLst>
                        <p:cond delay="0"/>
                      </p:stCondLst>
                      <p:childTnLst>
                        <p:par>
                          <p:cTn id="13" fill="hold">
                            <p:stCondLst>
                              <p:cond delay="0"/>
                            </p:stCondLst>
                            <p:childTnLst>
                              <p:par>
                                <p:cTn id="14" presetID="9" presetClass="exit" presetSubtype="0" fill="hold" grpId="1" nodeType="withEffect">
                                  <p:stCondLst>
                                    <p:cond delay="0"/>
                                  </p:stCondLst>
                                  <p:childTnLst>
                                    <p:animEffect transition="out" filter="dissolve">
                                      <p:cBhvr>
                                        <p:cTn id="15" dur="500"/>
                                        <p:tgtEl>
                                          <p:spTgt spid="8"/>
                                        </p:tgtEl>
                                      </p:cBhvr>
                                    </p:animEffect>
                                    <p:set>
                                      <p:cBhvr>
                                        <p:cTn id="16" dur="1" fill="hold">
                                          <p:stCondLst>
                                            <p:cond delay="499"/>
                                          </p:stCondLst>
                                        </p:cTn>
                                        <p:tgtEl>
                                          <p:spTgt spid="8"/>
                                        </p:tgtEl>
                                        <p:attrNameLst>
                                          <p:attrName>style.visibility</p:attrName>
                                        </p:attrNameLst>
                                      </p:cBhvr>
                                      <p:to>
                                        <p:strVal val="hidden"/>
                                      </p:to>
                                    </p:set>
                                  </p:childTnLst>
                                </p:cTn>
                              </p:par>
                              <p:par>
                                <p:cTn id="17" presetID="9" presetClass="exit" presetSubtype="0" fill="hold" grpId="1" nodeType="withEffect">
                                  <p:stCondLst>
                                    <p:cond delay="0"/>
                                  </p:stCondLst>
                                  <p:childTnLst>
                                    <p:animEffect transition="out" filter="dissolve">
                                      <p:cBhvr>
                                        <p:cTn id="18" dur="500"/>
                                        <p:tgtEl>
                                          <p:spTgt spid="6"/>
                                        </p:tgtEl>
                                      </p:cBhvr>
                                    </p:animEffect>
                                    <p:set>
                                      <p:cBhvr>
                                        <p:cTn id="19" dur="1" fill="hold">
                                          <p:stCondLst>
                                            <p:cond delay="499"/>
                                          </p:stCondLst>
                                        </p:cTn>
                                        <p:tgtEl>
                                          <p:spTgt spid="6"/>
                                        </p:tgtEl>
                                        <p:attrNameLst>
                                          <p:attrName>style.visibility</p:attrName>
                                        </p:attrNameLst>
                                      </p:cBhvr>
                                      <p:to>
                                        <p:strVal val="hidden"/>
                                      </p:to>
                                    </p:set>
                                  </p:childTnLst>
                                </p:cTn>
                              </p:par>
                            </p:childTnLst>
                          </p:cTn>
                        </p:par>
                      </p:childTnLst>
                    </p:cTn>
                  </p:par>
                </p:childTnLst>
              </p:cTn>
              <p:nextCondLst>
                <p:cond evt="onClick" delay="0">
                  <p:tgtEl>
                    <p:spTgt spid="8"/>
                  </p:tgtEl>
                </p:cond>
              </p:nextCondLst>
            </p:seq>
          </p:childTnLst>
        </p:cTn>
      </p:par>
    </p:tnLst>
    <p:bldLst>
      <p:bldP spid="6" grpId="0" animBg="1"/>
      <p:bldP spid="6" grpId="1" animBg="1"/>
      <p:bldP spid="6" grpId="2" animBg="1"/>
      <p:bldP spid="6" grpId="3" animBg="1"/>
      <p:bldP spid="6" grpId="4" animBg="1"/>
      <p:bldP spid="6" grpId="5" animBg="1"/>
      <p:bldP spid="6" grpId="6" animBg="1"/>
      <p:bldP spid="6" grpId="7" animBg="1"/>
      <p:bldP spid="6" grpId="8" animBg="1"/>
      <p:bldP spid="6" grpId="9" animBg="1"/>
      <p:bldP spid="6" grpId="10" animBg="1"/>
      <p:bldP spid="6" grpId="11" animBg="1"/>
      <p:bldP spid="6" grpId="12" animBg="1"/>
      <p:bldP spid="6" grpId="13" animBg="1"/>
      <p:bldP spid="6" grpId="14" animBg="1"/>
      <p:bldP spid="6" grpId="15" animBg="1"/>
      <p:bldP spid="6" grpId="16" animBg="1"/>
      <p:bldP spid="6" grpId="17" animBg="1"/>
      <p:bldP spid="6" grpId="18" animBg="1"/>
      <p:bldP spid="6" grpId="19" animBg="1"/>
      <p:bldP spid="6" grpId="20" animBg="1"/>
      <p:bldP spid="6" grpId="21" animBg="1"/>
      <p:bldP spid="8" grpId="0" animBg="1"/>
      <p:bldP spid="8" grpId="1" animBg="1"/>
      <p:bldP spid="8" grpId="2" animBg="1"/>
      <p:bldP spid="8" grpId="3" animBg="1"/>
      <p:bldP spid="8" grpId="4" animBg="1"/>
      <p:bldP spid="8" grpId="5" animBg="1"/>
      <p:bldP spid="8" grpId="6" animBg="1"/>
      <p:bldP spid="8" grpId="7" animBg="1"/>
      <p:bldP spid="8" grpId="8" animBg="1"/>
      <p:bldP spid="8" grpId="9" animBg="1"/>
      <p:bldP spid="8" grpId="10" animBg="1"/>
      <p:bldP spid="8" grpId="11" animBg="1"/>
      <p:bldP spid="8" grpId="12" animBg="1"/>
      <p:bldP spid="8" grpId="13" animBg="1"/>
      <p:bldP spid="8" grpId="14" animBg="1"/>
      <p:bldP spid="8" grpId="15" animBg="1"/>
      <p:bldP spid="8" grpId="16" animBg="1"/>
      <p:bldP spid="8" grpId="17" animBg="1"/>
      <p:bldP spid="8" grpId="18" animBg="1"/>
      <p:bldP spid="8" grpId="19" animBg="1"/>
      <p:bldP spid="8" grpId="20" animBg="1"/>
      <p:bldP spid="8" grpId="21" animBg="1"/>
    </p:bldLst>
  </p:timing>
  <p:txStyles>
    <p:titleStyle>
      <a:lvl1pPr algn="l" defTabSz="685783"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46" indent="-171446" algn="l" defTabSz="685783" rtl="0" eaLnBrk="1" latinLnBrk="0" hangingPunct="1">
        <a:lnSpc>
          <a:spcPct val="90000"/>
        </a:lnSpc>
        <a:spcBef>
          <a:spcPts val="751"/>
        </a:spcBef>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29" indent="-171446" algn="l" defTabSz="685783"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4pPr>
      <a:lvl5pPr marL="1543012"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9D312B-C972-451B-809E-8308133F69E3}"/>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216FEF56-A451-44D1-8C7E-827B71C4201A}"/>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730A4688-560B-4D1A-9D53-13235917A3C6}"/>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37BC83CD-DF73-4D81-9585-A9B1E7308A9E}" type="datetimeFigureOut">
              <a:rPr lang="en-AU" smtClean="0"/>
              <a:t>22/11/2022</a:t>
            </a:fld>
            <a:endParaRPr lang="en-AU"/>
          </a:p>
        </p:txBody>
      </p:sp>
      <p:sp>
        <p:nvSpPr>
          <p:cNvPr id="5" name="Footer Placeholder 4">
            <a:extLst>
              <a:ext uri="{FF2B5EF4-FFF2-40B4-BE49-F238E27FC236}">
                <a16:creationId xmlns:a16="http://schemas.microsoft.com/office/drawing/2014/main" id="{EDD011EB-0107-40A3-9898-E5AF846BFE09}"/>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EB4504E4-AEBB-4841-9AFD-DC3603003B33}"/>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A9474C48-9EEE-4D01-AD7F-D34B3C22A4BF}" type="slidenum">
              <a:rPr lang="en-AU" smtClean="0"/>
              <a:t>‹#›</a:t>
            </a:fld>
            <a:endParaRPr lang="en-AU"/>
          </a:p>
        </p:txBody>
      </p:sp>
    </p:spTree>
    <p:extLst>
      <p:ext uri="{BB962C8B-B14F-4D97-AF65-F5344CB8AC3E}">
        <p14:creationId xmlns:p14="http://schemas.microsoft.com/office/powerpoint/2010/main" val="3503005722"/>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3D55C03-B4A6-4F45-B65A-8C30769D83C7}" type="datetimeFigureOut">
              <a:rPr lang="en-AU" smtClean="0"/>
              <a:t>22/11/2022</a:t>
            </a:fld>
            <a:endParaRPr lang="en-AU"/>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737A07FB-AF85-4152-8507-AE98A953AE28}" type="slidenum">
              <a:rPr lang="en-AU" smtClean="0"/>
              <a:t>‹#›</a:t>
            </a:fld>
            <a:endParaRPr lang="en-AU"/>
          </a:p>
        </p:txBody>
      </p:sp>
    </p:spTree>
    <p:extLst>
      <p:ext uri="{BB962C8B-B14F-4D97-AF65-F5344CB8AC3E}">
        <p14:creationId xmlns:p14="http://schemas.microsoft.com/office/powerpoint/2010/main" val="1385237299"/>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BFCC4372-2313-4ACA-A20F-3B2345635C2A}" type="datetime2">
              <a:rPr lang="en-GB" smtClean="0"/>
              <a:pPr/>
              <a:t>Tuesday, 22 November 2022</a:t>
            </a:fld>
            <a:endParaRPr lang="en-GB"/>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28B8429-4527-47F3-AF89-C5C226CB1AE6}" type="slidenum">
              <a:rPr lang="en-GB" smtClean="0"/>
              <a:pPr/>
              <a:t>‹#›</a:t>
            </a:fld>
            <a:endParaRPr lang="en-GB"/>
          </a:p>
        </p:txBody>
      </p:sp>
    </p:spTree>
    <p:extLst>
      <p:ext uri="{BB962C8B-B14F-4D97-AF65-F5344CB8AC3E}">
        <p14:creationId xmlns:p14="http://schemas.microsoft.com/office/powerpoint/2010/main" val="320458388"/>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hf hdr="0" ftr="0"/>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16.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9.png"/><Relationship Id="rId10" Type="http://schemas.openxmlformats.org/officeDocument/2006/relationships/image" Target="../media/image10.png"/><Relationship Id="rId4" Type="http://schemas.openxmlformats.org/officeDocument/2006/relationships/image" Target="../media/image4.png"/><Relationship Id="rId1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16.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3.png"/></Relationships>
</file>

<file path=ppt/slides/_rels/slide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6.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12" Type="http://schemas.openxmlformats.org/officeDocument/2006/relationships/image" Target="../media/image43.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s>
</file>

<file path=ppt/slides/_rels/slide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45.png"/></Relationships>
</file>

<file path=ppt/slides/_rels/slide8.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3" Type="http://schemas.openxmlformats.org/officeDocument/2006/relationships/image" Target="../media/image47.gif"/><Relationship Id="rId2" Type="http://schemas.openxmlformats.org/officeDocument/2006/relationships/image" Target="../media/image46.jpeg"/><Relationship Id="rId1" Type="http://schemas.openxmlformats.org/officeDocument/2006/relationships/slideLayout" Target="../slideLayouts/slideLayout26.xml"/><Relationship Id="rId4" Type="http://schemas.openxmlformats.org/officeDocument/2006/relationships/image" Target="../media/image48.gi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png"/><Relationship Id="rId7" Type="http://schemas.openxmlformats.org/officeDocument/2006/relationships/image" Target="../media/image53.png"/><Relationship Id="rId12" Type="http://schemas.openxmlformats.org/officeDocument/2006/relationships/image" Target="../media/image58.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52.png"/><Relationship Id="rId11" Type="http://schemas.openxmlformats.org/officeDocument/2006/relationships/image" Target="../media/image57.png"/><Relationship Id="rId5" Type="http://schemas.openxmlformats.org/officeDocument/2006/relationships/image" Target="../media/image51.png"/><Relationship Id="rId10" Type="http://schemas.openxmlformats.org/officeDocument/2006/relationships/image" Target="../media/image56.png"/><Relationship Id="rId4" Type="http://schemas.openxmlformats.org/officeDocument/2006/relationships/image" Target="../media/image50.png"/><Relationship Id="rId9" Type="http://schemas.openxmlformats.org/officeDocument/2006/relationships/image" Target="../media/image55.png"/></Relationships>
</file>

<file path=ppt/slides/_rels/slide13.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14.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image" Target="../media/image530.png"/><Relationship Id="rId3" Type="http://schemas.openxmlformats.org/officeDocument/2006/relationships/image" Target="../media/image380.png"/><Relationship Id="rId7" Type="http://schemas.openxmlformats.org/officeDocument/2006/relationships/image" Target="../media/image460.png"/><Relationship Id="rId12" Type="http://schemas.openxmlformats.org/officeDocument/2006/relationships/image" Target="../media/image520.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450.png"/><Relationship Id="rId11" Type="http://schemas.openxmlformats.org/officeDocument/2006/relationships/image" Target="../media/image510.png"/><Relationship Id="rId5" Type="http://schemas.openxmlformats.org/officeDocument/2006/relationships/image" Target="../media/image60.png"/><Relationship Id="rId10" Type="http://schemas.openxmlformats.org/officeDocument/2006/relationships/image" Target="../media/image490.png"/><Relationship Id="rId4" Type="http://schemas.openxmlformats.org/officeDocument/2006/relationships/image" Target="../media/image59.png"/><Relationship Id="rId9" Type="http://schemas.openxmlformats.org/officeDocument/2006/relationships/image" Target="../media/image62.png"/></Relationships>
</file>

<file path=ppt/slides/_rels/slide15.xml.rels><?xml version="1.0" encoding="UTF-8" standalone="yes"?>
<Relationships xmlns="http://schemas.openxmlformats.org/package/2006/relationships"><Relationship Id="rId3" Type="http://schemas.openxmlformats.org/officeDocument/2006/relationships/image" Target="../media/image380.png"/><Relationship Id="rId7" Type="http://schemas.openxmlformats.org/officeDocument/2006/relationships/image" Target="../media/image62.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16.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17.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18.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620.png"/><Relationship Id="rId2" Type="http://schemas.openxmlformats.org/officeDocument/2006/relationships/image" Target="../media/image81.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image" Target="../media/image92.png"/><Relationship Id="rId7" Type="http://schemas.openxmlformats.org/officeDocument/2006/relationships/image" Target="../media/image94.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66.png"/><Relationship Id="rId11" Type="http://schemas.openxmlformats.org/officeDocument/2006/relationships/image" Target="../media/image74.png"/><Relationship Id="rId5" Type="http://schemas.openxmlformats.org/officeDocument/2006/relationships/image" Target="../media/image93.png"/><Relationship Id="rId10" Type="http://schemas.openxmlformats.org/officeDocument/2006/relationships/image" Target="../media/image78.png"/><Relationship Id="rId4" Type="http://schemas.openxmlformats.org/officeDocument/2006/relationships/image" Target="../media/image69.png"/><Relationship Id="rId9" Type="http://schemas.openxmlformats.org/officeDocument/2006/relationships/image" Target="../media/image9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0B58862-D7E4-40C4-8C51-C10805446F3C}"/>
              </a:ext>
            </a:extLst>
          </p:cNvPr>
          <p:cNvSpPr>
            <a:spLocks noGrp="1"/>
          </p:cNvSpPr>
          <p:nvPr>
            <p:ph type="title"/>
          </p:nvPr>
        </p:nvSpPr>
        <p:spPr/>
        <p:txBody>
          <a:bodyPr/>
          <a:lstStyle/>
          <a:p>
            <a:pPr algn="ctr"/>
            <a:r>
              <a:rPr lang="en-US" dirty="0"/>
              <a:t>Lesson objective </a:t>
            </a:r>
            <a:endParaRPr lang="en-AU" dirty="0"/>
          </a:p>
        </p:txBody>
      </p:sp>
      <p:sp>
        <p:nvSpPr>
          <p:cNvPr id="5" name="Content Placeholder 4">
            <a:extLst>
              <a:ext uri="{FF2B5EF4-FFF2-40B4-BE49-F238E27FC236}">
                <a16:creationId xmlns:a16="http://schemas.microsoft.com/office/drawing/2014/main" id="{1EB8E7BA-62E0-4C81-895F-98FB4A8DC2BC}"/>
              </a:ext>
            </a:extLst>
          </p:cNvPr>
          <p:cNvSpPr>
            <a:spLocks noGrp="1"/>
          </p:cNvSpPr>
          <p:nvPr>
            <p:ph idx="1"/>
          </p:nvPr>
        </p:nvSpPr>
        <p:spPr/>
        <p:txBody>
          <a:bodyPr>
            <a:normAutofit lnSpcReduction="10000"/>
          </a:bodyPr>
          <a:lstStyle/>
          <a:p>
            <a:pPr marL="0" indent="0">
              <a:buNone/>
            </a:pPr>
            <a:r>
              <a:rPr lang="en-US" sz="2700" b="1" dirty="0"/>
              <a:t>Title: </a:t>
            </a:r>
            <a:r>
              <a:rPr lang="en-US" sz="2700" b="1" dirty="0">
                <a:solidFill>
                  <a:srgbClr val="00B0F0"/>
                </a:solidFill>
              </a:rPr>
              <a:t>Volume </a:t>
            </a:r>
          </a:p>
          <a:p>
            <a:pPr marL="0" indent="0">
              <a:buNone/>
            </a:pPr>
            <a:endParaRPr lang="en-US" sz="2700" b="1" dirty="0">
              <a:solidFill>
                <a:srgbClr val="00B0F0"/>
              </a:solidFill>
            </a:endParaRPr>
          </a:p>
          <a:p>
            <a:pPr marL="0" indent="0">
              <a:buNone/>
            </a:pPr>
            <a:r>
              <a:rPr lang="en-US" sz="2700" b="1" dirty="0">
                <a:solidFill>
                  <a:srgbClr val="00B0F0"/>
                </a:solidFill>
              </a:rPr>
              <a:t>Aim:</a:t>
            </a:r>
          </a:p>
          <a:p>
            <a:pPr>
              <a:buFont typeface="Wingdings" panose="05000000000000000000" pitchFamily="2" charset="2"/>
              <a:buChar char="q"/>
            </a:pPr>
            <a:r>
              <a:rPr lang="en-US" sz="2700" b="1" dirty="0">
                <a:solidFill>
                  <a:srgbClr val="00B0F0"/>
                </a:solidFill>
              </a:rPr>
              <a:t>Calculate volume of cuboids and composite prisms </a:t>
            </a:r>
          </a:p>
          <a:p>
            <a:pPr marL="0" indent="0">
              <a:buNone/>
            </a:pPr>
            <a:r>
              <a:rPr lang="en-US" sz="2700" b="1" dirty="0">
                <a:solidFill>
                  <a:srgbClr val="00B0F0"/>
                </a:solidFill>
              </a:rPr>
              <a:t>Plan:</a:t>
            </a:r>
          </a:p>
          <a:p>
            <a:pPr>
              <a:buFontTx/>
              <a:buChar char="-"/>
            </a:pPr>
            <a:r>
              <a:rPr lang="en-US" sz="2700" b="1" dirty="0">
                <a:solidFill>
                  <a:srgbClr val="00B0F0"/>
                </a:solidFill>
              </a:rPr>
              <a:t>Basic volume </a:t>
            </a:r>
          </a:p>
          <a:p>
            <a:pPr>
              <a:buFontTx/>
              <a:buChar char="-"/>
            </a:pPr>
            <a:r>
              <a:rPr lang="en-US" sz="2700" b="1" dirty="0">
                <a:solidFill>
                  <a:srgbClr val="00B0F0"/>
                </a:solidFill>
              </a:rPr>
              <a:t>Composite volume strategies </a:t>
            </a:r>
            <a:endParaRPr lang="en-AU" sz="2700" b="1" dirty="0">
              <a:solidFill>
                <a:srgbClr val="00B0F0"/>
              </a:solidFill>
            </a:endParaRPr>
          </a:p>
        </p:txBody>
      </p:sp>
    </p:spTree>
    <p:extLst>
      <p:ext uri="{BB962C8B-B14F-4D97-AF65-F5344CB8AC3E}">
        <p14:creationId xmlns:p14="http://schemas.microsoft.com/office/powerpoint/2010/main" val="681730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0"/>
            <a:ext cx="6858000" cy="573528"/>
          </a:xfrm>
        </p:spPr>
        <p:txBody>
          <a:bodyPr>
            <a:normAutofit fontScale="90000"/>
          </a:bodyPr>
          <a:lstStyle/>
          <a:p>
            <a:r>
              <a:rPr lang="en-AU" dirty="0"/>
              <a:t>Dimensions</a:t>
            </a:r>
          </a:p>
        </p:txBody>
      </p:sp>
      <p:sp>
        <p:nvSpPr>
          <p:cNvPr id="3" name="Content Placeholder 2"/>
          <p:cNvSpPr>
            <a:spLocks noGrp="1"/>
          </p:cNvSpPr>
          <p:nvPr>
            <p:ph idx="1"/>
          </p:nvPr>
        </p:nvSpPr>
        <p:spPr>
          <a:xfrm>
            <a:off x="2897814" y="483457"/>
            <a:ext cx="5103186" cy="4677984"/>
          </a:xfrm>
        </p:spPr>
        <p:txBody>
          <a:bodyPr>
            <a:normAutofit/>
          </a:bodyPr>
          <a:lstStyle/>
          <a:p>
            <a:pPr>
              <a:buFont typeface="Wingdings" panose="05000000000000000000" pitchFamily="2" charset="2"/>
              <a:buChar char="Ø"/>
            </a:pPr>
            <a:r>
              <a:rPr lang="en-AU" dirty="0"/>
              <a:t>A point has no dimensions and describes a position in space</a:t>
            </a:r>
          </a:p>
          <a:p>
            <a:pPr>
              <a:buFont typeface="Wingdings" panose="05000000000000000000" pitchFamily="2" charset="2"/>
              <a:buChar char="Ø"/>
            </a:pPr>
            <a:r>
              <a:rPr lang="en-AU" dirty="0"/>
              <a:t>A line has one dimension and describes the distance between two points (1D)</a:t>
            </a:r>
          </a:p>
          <a:p>
            <a:pPr>
              <a:buFont typeface="Wingdings" panose="05000000000000000000" pitchFamily="2" charset="2"/>
              <a:buChar char="Ø"/>
            </a:pPr>
            <a:r>
              <a:rPr lang="en-AU" dirty="0"/>
              <a:t>An area has two dimensions and describes the space between two lines (2D)</a:t>
            </a:r>
          </a:p>
          <a:p>
            <a:pPr>
              <a:buFont typeface="Wingdings" panose="05000000000000000000" pitchFamily="2" charset="2"/>
              <a:buChar char="Ø"/>
            </a:pPr>
            <a:r>
              <a:rPr lang="en-AU" dirty="0"/>
              <a:t>A volume has three dimensions and describes the space between two areas (3D)</a:t>
            </a:r>
          </a:p>
        </p:txBody>
      </p:sp>
      <p:sp>
        <p:nvSpPr>
          <p:cNvPr id="4" name="Oval 3"/>
          <p:cNvSpPr>
            <a:spLocks noChangeAspect="1"/>
          </p:cNvSpPr>
          <p:nvPr/>
        </p:nvSpPr>
        <p:spPr>
          <a:xfrm>
            <a:off x="1385646" y="631418"/>
            <a:ext cx="54000" cy="5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prstClr val="white"/>
              </a:solidFill>
              <a:latin typeface="Calibri"/>
            </a:endParaRPr>
          </a:p>
        </p:txBody>
      </p:sp>
      <p:sp>
        <p:nvSpPr>
          <p:cNvPr id="5" name="Oval 4"/>
          <p:cNvSpPr>
            <a:spLocks noChangeAspect="1"/>
          </p:cNvSpPr>
          <p:nvPr/>
        </p:nvSpPr>
        <p:spPr>
          <a:xfrm>
            <a:off x="1385646" y="1437624"/>
            <a:ext cx="54000" cy="5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prstClr val="white"/>
              </a:solidFill>
              <a:latin typeface="Calibri"/>
            </a:endParaRPr>
          </a:p>
        </p:txBody>
      </p:sp>
      <p:sp>
        <p:nvSpPr>
          <p:cNvPr id="6" name="Oval 5"/>
          <p:cNvSpPr>
            <a:spLocks noChangeAspect="1"/>
          </p:cNvSpPr>
          <p:nvPr/>
        </p:nvSpPr>
        <p:spPr>
          <a:xfrm>
            <a:off x="2033718" y="1437624"/>
            <a:ext cx="54000" cy="5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prstClr val="white"/>
              </a:solidFill>
              <a:latin typeface="Calibri"/>
            </a:endParaRPr>
          </a:p>
        </p:txBody>
      </p:sp>
      <p:cxnSp>
        <p:nvCxnSpPr>
          <p:cNvPr id="8" name="Straight Connector 7"/>
          <p:cNvCxnSpPr>
            <a:stCxn id="5" idx="6"/>
            <a:endCxn id="6" idx="2"/>
          </p:cNvCxnSpPr>
          <p:nvPr/>
        </p:nvCxnSpPr>
        <p:spPr>
          <a:xfrm>
            <a:off x="1439646" y="1464624"/>
            <a:ext cx="594072"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0" name="Oval 9"/>
          <p:cNvSpPr>
            <a:spLocks noChangeAspect="1"/>
          </p:cNvSpPr>
          <p:nvPr/>
        </p:nvSpPr>
        <p:spPr>
          <a:xfrm>
            <a:off x="1385646" y="2544750"/>
            <a:ext cx="54000" cy="5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prstClr val="white"/>
              </a:solidFill>
              <a:latin typeface="Calibri"/>
            </a:endParaRPr>
          </a:p>
        </p:txBody>
      </p:sp>
      <p:sp>
        <p:nvSpPr>
          <p:cNvPr id="11" name="Oval 10"/>
          <p:cNvSpPr>
            <a:spLocks noChangeAspect="1"/>
          </p:cNvSpPr>
          <p:nvPr/>
        </p:nvSpPr>
        <p:spPr>
          <a:xfrm>
            <a:off x="2033718" y="2544750"/>
            <a:ext cx="54000" cy="5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prstClr val="white"/>
              </a:solidFill>
              <a:latin typeface="Calibri"/>
            </a:endParaRPr>
          </a:p>
        </p:txBody>
      </p:sp>
      <p:cxnSp>
        <p:nvCxnSpPr>
          <p:cNvPr id="12" name="Straight Connector 11"/>
          <p:cNvCxnSpPr>
            <a:stCxn id="10" idx="6"/>
            <a:endCxn id="11" idx="2"/>
          </p:cNvCxnSpPr>
          <p:nvPr/>
        </p:nvCxnSpPr>
        <p:spPr>
          <a:xfrm>
            <a:off x="1439646" y="2571750"/>
            <a:ext cx="594072"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3" name="Oval 12"/>
          <p:cNvSpPr>
            <a:spLocks noChangeAspect="1"/>
          </p:cNvSpPr>
          <p:nvPr/>
        </p:nvSpPr>
        <p:spPr>
          <a:xfrm>
            <a:off x="1385646" y="3138816"/>
            <a:ext cx="54000" cy="5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prstClr val="white"/>
              </a:solidFill>
              <a:latin typeface="Calibri"/>
            </a:endParaRPr>
          </a:p>
        </p:txBody>
      </p:sp>
      <p:sp>
        <p:nvSpPr>
          <p:cNvPr id="14" name="Oval 13"/>
          <p:cNvSpPr>
            <a:spLocks noChangeAspect="1"/>
          </p:cNvSpPr>
          <p:nvPr/>
        </p:nvSpPr>
        <p:spPr>
          <a:xfrm>
            <a:off x="2033718" y="3138816"/>
            <a:ext cx="54000" cy="5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prstClr val="white"/>
              </a:solidFill>
              <a:latin typeface="Calibri"/>
            </a:endParaRPr>
          </a:p>
        </p:txBody>
      </p:sp>
      <p:cxnSp>
        <p:nvCxnSpPr>
          <p:cNvPr id="15" name="Straight Connector 14"/>
          <p:cNvCxnSpPr>
            <a:stCxn id="13" idx="6"/>
            <a:endCxn id="14" idx="2"/>
          </p:cNvCxnSpPr>
          <p:nvPr/>
        </p:nvCxnSpPr>
        <p:spPr>
          <a:xfrm>
            <a:off x="1439646" y="3165816"/>
            <a:ext cx="594072"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10" idx="4"/>
            <a:endCxn id="13" idx="0"/>
          </p:cNvCxnSpPr>
          <p:nvPr/>
        </p:nvCxnSpPr>
        <p:spPr>
          <a:xfrm>
            <a:off x="1412646" y="2598750"/>
            <a:ext cx="0" cy="54006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5" name="Straight Connector 24"/>
          <p:cNvCxnSpPr>
            <a:stCxn id="11" idx="4"/>
            <a:endCxn id="14" idx="0"/>
          </p:cNvCxnSpPr>
          <p:nvPr/>
        </p:nvCxnSpPr>
        <p:spPr>
          <a:xfrm>
            <a:off x="2060718" y="2598750"/>
            <a:ext cx="0" cy="540066"/>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8" name="Oval 27"/>
          <p:cNvSpPr>
            <a:spLocks noChangeAspect="1"/>
          </p:cNvSpPr>
          <p:nvPr/>
        </p:nvSpPr>
        <p:spPr>
          <a:xfrm>
            <a:off x="1385646" y="3894900"/>
            <a:ext cx="54000" cy="5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prstClr val="white"/>
              </a:solidFill>
              <a:latin typeface="Calibri"/>
            </a:endParaRPr>
          </a:p>
        </p:txBody>
      </p:sp>
      <p:sp>
        <p:nvSpPr>
          <p:cNvPr id="29" name="Oval 28"/>
          <p:cNvSpPr>
            <a:spLocks noChangeAspect="1"/>
          </p:cNvSpPr>
          <p:nvPr/>
        </p:nvSpPr>
        <p:spPr>
          <a:xfrm>
            <a:off x="2033718" y="3894900"/>
            <a:ext cx="54000" cy="5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prstClr val="white"/>
              </a:solidFill>
              <a:latin typeface="Calibri"/>
            </a:endParaRPr>
          </a:p>
        </p:txBody>
      </p:sp>
      <p:cxnSp>
        <p:nvCxnSpPr>
          <p:cNvPr id="30" name="Straight Connector 29"/>
          <p:cNvCxnSpPr>
            <a:stCxn id="28" idx="6"/>
            <a:endCxn id="29" idx="2"/>
          </p:cNvCxnSpPr>
          <p:nvPr/>
        </p:nvCxnSpPr>
        <p:spPr>
          <a:xfrm>
            <a:off x="1439646" y="3921900"/>
            <a:ext cx="594072"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1" name="Oval 30"/>
          <p:cNvSpPr>
            <a:spLocks noChangeAspect="1"/>
          </p:cNvSpPr>
          <p:nvPr/>
        </p:nvSpPr>
        <p:spPr>
          <a:xfrm>
            <a:off x="1385646" y="4488966"/>
            <a:ext cx="54000" cy="5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prstClr val="white"/>
              </a:solidFill>
              <a:latin typeface="Calibri"/>
            </a:endParaRPr>
          </a:p>
        </p:txBody>
      </p:sp>
      <p:sp>
        <p:nvSpPr>
          <p:cNvPr id="32" name="Oval 31"/>
          <p:cNvSpPr>
            <a:spLocks noChangeAspect="1"/>
          </p:cNvSpPr>
          <p:nvPr/>
        </p:nvSpPr>
        <p:spPr>
          <a:xfrm>
            <a:off x="2033718" y="4488966"/>
            <a:ext cx="54000" cy="5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prstClr val="white"/>
              </a:solidFill>
              <a:latin typeface="Calibri"/>
            </a:endParaRPr>
          </a:p>
        </p:txBody>
      </p:sp>
      <p:cxnSp>
        <p:nvCxnSpPr>
          <p:cNvPr id="33" name="Straight Connector 32"/>
          <p:cNvCxnSpPr>
            <a:stCxn id="31" idx="6"/>
            <a:endCxn id="32" idx="2"/>
          </p:cNvCxnSpPr>
          <p:nvPr/>
        </p:nvCxnSpPr>
        <p:spPr>
          <a:xfrm>
            <a:off x="1439646" y="4515966"/>
            <a:ext cx="594072"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4" name="Straight Connector 33"/>
          <p:cNvCxnSpPr>
            <a:stCxn id="28" idx="4"/>
            <a:endCxn id="31" idx="0"/>
          </p:cNvCxnSpPr>
          <p:nvPr/>
        </p:nvCxnSpPr>
        <p:spPr>
          <a:xfrm>
            <a:off x="1412646" y="3948900"/>
            <a:ext cx="0" cy="54006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5" name="Straight Connector 34"/>
          <p:cNvCxnSpPr>
            <a:stCxn id="29" idx="4"/>
            <a:endCxn id="32" idx="0"/>
          </p:cNvCxnSpPr>
          <p:nvPr/>
        </p:nvCxnSpPr>
        <p:spPr>
          <a:xfrm>
            <a:off x="2060718" y="3948900"/>
            <a:ext cx="0" cy="540066"/>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6" name="Oval 35"/>
          <p:cNvSpPr>
            <a:spLocks noChangeAspect="1"/>
          </p:cNvSpPr>
          <p:nvPr/>
        </p:nvSpPr>
        <p:spPr>
          <a:xfrm>
            <a:off x="1864288" y="4164933"/>
            <a:ext cx="54000" cy="5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prstClr val="white"/>
              </a:solidFill>
              <a:latin typeface="Calibri"/>
            </a:endParaRPr>
          </a:p>
        </p:txBody>
      </p:sp>
      <p:sp>
        <p:nvSpPr>
          <p:cNvPr id="37" name="Oval 36"/>
          <p:cNvSpPr>
            <a:spLocks noChangeAspect="1"/>
          </p:cNvSpPr>
          <p:nvPr/>
        </p:nvSpPr>
        <p:spPr>
          <a:xfrm>
            <a:off x="2512360" y="4164933"/>
            <a:ext cx="54000" cy="5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prstClr val="white"/>
              </a:solidFill>
              <a:latin typeface="Calibri"/>
            </a:endParaRPr>
          </a:p>
        </p:txBody>
      </p:sp>
      <p:cxnSp>
        <p:nvCxnSpPr>
          <p:cNvPr id="38" name="Straight Connector 37"/>
          <p:cNvCxnSpPr>
            <a:stCxn id="36" idx="6"/>
            <a:endCxn id="37" idx="2"/>
          </p:cNvCxnSpPr>
          <p:nvPr/>
        </p:nvCxnSpPr>
        <p:spPr>
          <a:xfrm>
            <a:off x="1918288" y="4191933"/>
            <a:ext cx="594072"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9" name="Oval 38"/>
          <p:cNvSpPr>
            <a:spLocks noChangeAspect="1"/>
          </p:cNvSpPr>
          <p:nvPr/>
        </p:nvSpPr>
        <p:spPr>
          <a:xfrm>
            <a:off x="1864288" y="4758999"/>
            <a:ext cx="54000" cy="5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prstClr val="white"/>
              </a:solidFill>
              <a:latin typeface="Calibri"/>
            </a:endParaRPr>
          </a:p>
        </p:txBody>
      </p:sp>
      <p:sp>
        <p:nvSpPr>
          <p:cNvPr id="40" name="Oval 39"/>
          <p:cNvSpPr>
            <a:spLocks noChangeAspect="1"/>
          </p:cNvSpPr>
          <p:nvPr/>
        </p:nvSpPr>
        <p:spPr>
          <a:xfrm>
            <a:off x="2512360" y="4758999"/>
            <a:ext cx="54000" cy="5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prstClr val="white"/>
              </a:solidFill>
              <a:latin typeface="Calibri"/>
            </a:endParaRPr>
          </a:p>
        </p:txBody>
      </p:sp>
      <p:cxnSp>
        <p:nvCxnSpPr>
          <p:cNvPr id="41" name="Straight Connector 40"/>
          <p:cNvCxnSpPr>
            <a:stCxn id="39" idx="6"/>
            <a:endCxn id="40" idx="2"/>
          </p:cNvCxnSpPr>
          <p:nvPr/>
        </p:nvCxnSpPr>
        <p:spPr>
          <a:xfrm>
            <a:off x="1918288" y="4785999"/>
            <a:ext cx="594072"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2" name="Straight Connector 41"/>
          <p:cNvCxnSpPr>
            <a:stCxn id="36" idx="4"/>
            <a:endCxn id="39" idx="0"/>
          </p:cNvCxnSpPr>
          <p:nvPr/>
        </p:nvCxnSpPr>
        <p:spPr>
          <a:xfrm>
            <a:off x="1891288" y="4218933"/>
            <a:ext cx="0" cy="54006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37" idx="4"/>
            <a:endCxn id="40" idx="0"/>
          </p:cNvCxnSpPr>
          <p:nvPr/>
        </p:nvCxnSpPr>
        <p:spPr>
          <a:xfrm>
            <a:off x="2539360" y="4218933"/>
            <a:ext cx="0" cy="54006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28" idx="5"/>
            <a:endCxn id="36" idx="1"/>
          </p:cNvCxnSpPr>
          <p:nvPr/>
        </p:nvCxnSpPr>
        <p:spPr>
          <a:xfrm>
            <a:off x="1431738" y="3940992"/>
            <a:ext cx="440458" cy="23184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8" name="Straight Connector 47"/>
          <p:cNvCxnSpPr>
            <a:stCxn id="29" idx="5"/>
            <a:endCxn id="37" idx="1"/>
          </p:cNvCxnSpPr>
          <p:nvPr/>
        </p:nvCxnSpPr>
        <p:spPr>
          <a:xfrm>
            <a:off x="2079810" y="3940992"/>
            <a:ext cx="440458" cy="23184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31" idx="5"/>
            <a:endCxn id="39" idx="1"/>
          </p:cNvCxnSpPr>
          <p:nvPr/>
        </p:nvCxnSpPr>
        <p:spPr>
          <a:xfrm>
            <a:off x="1431738" y="4535058"/>
            <a:ext cx="440458" cy="23184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2" name="Straight Connector 51"/>
          <p:cNvCxnSpPr>
            <a:stCxn id="32" idx="5"/>
            <a:endCxn id="40" idx="1"/>
          </p:cNvCxnSpPr>
          <p:nvPr/>
        </p:nvCxnSpPr>
        <p:spPr>
          <a:xfrm>
            <a:off x="2079810" y="4535058"/>
            <a:ext cx="440458" cy="231849"/>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9300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1500"/>
                                        <p:tgtEl>
                                          <p:spTgt spid="8"/>
                                        </p:tgtEl>
                                      </p:cBhvr>
                                    </p:animEffect>
                                  </p:childTnLst>
                                </p:cTn>
                              </p:par>
                              <p:par>
                                <p:cTn id="20" presetID="1" presetClass="entr" presetSubtype="0" fill="hold" grpId="1" nodeType="withEffect">
                                  <p:stCondLst>
                                    <p:cond delay="0"/>
                                  </p:stCondLst>
                                  <p:childTnLst>
                                    <p:set>
                                      <p:cBhvr>
                                        <p:cTn id="21" dur="1" fill="hold">
                                          <p:stCondLst>
                                            <p:cond delay="0"/>
                                          </p:stCondLst>
                                        </p:cTn>
                                        <p:tgtEl>
                                          <p:spTgt spid="6"/>
                                        </p:tgtEl>
                                        <p:attrNameLst>
                                          <p:attrName>style.visibility</p:attrName>
                                        </p:attrNameLst>
                                      </p:cBhvr>
                                      <p:to>
                                        <p:strVal val="visible"/>
                                      </p:to>
                                    </p:set>
                                  </p:childTnLst>
                                </p:cTn>
                              </p:par>
                              <p:par>
                                <p:cTn id="22" presetID="42" presetClass="path" presetSubtype="0" fill="hold" grpId="0" nodeType="withEffect">
                                  <p:stCondLst>
                                    <p:cond delay="0"/>
                                  </p:stCondLst>
                                  <p:childTnLst>
                                    <p:animMotion origin="layout" path="M -0.09444 -4.2563E-6 L -1.11111E-6 -4.2563E-6 " pathEditMode="relative" rAng="0" ptsTypes="AA">
                                      <p:cBhvr>
                                        <p:cTn id="23" dur="1500" fill="hold"/>
                                        <p:tgtEl>
                                          <p:spTgt spid="6"/>
                                        </p:tgtEl>
                                        <p:attrNameLst>
                                          <p:attrName>ppt_x</p:attrName>
                                          <p:attrName>ppt_y</p:attrName>
                                        </p:attrNameLst>
                                      </p:cBhvr>
                                      <p:rCtr x="4722" y="0"/>
                                    </p:animMotion>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500"/>
                                        <p:tgtEl>
                                          <p:spTgt spid="3">
                                            <p:txEl>
                                              <p:pRg st="2" end="2"/>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wipe(up)">
                                      <p:cBhvr>
                                        <p:cTn id="42" dur="1500"/>
                                        <p:tgtEl>
                                          <p:spTgt spid="22"/>
                                        </p:tgtEl>
                                      </p:cBhvr>
                                    </p:animEffect>
                                  </p:childTnLst>
                                </p:cTn>
                              </p:par>
                              <p:par>
                                <p:cTn id="43" presetID="22" presetClass="entr" presetSubtype="1" fill="hold" nodeType="with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wipe(up)">
                                      <p:cBhvr>
                                        <p:cTn id="45" dur="1500"/>
                                        <p:tgtEl>
                                          <p:spTgt spid="25"/>
                                        </p:tgtEl>
                                      </p:cBhvr>
                                    </p:animEffect>
                                  </p:childTnLst>
                                </p:cTn>
                              </p:par>
                              <p:par>
                                <p:cTn id="46" presetID="1" presetClass="entr" presetSubtype="0" fill="hold" grpId="0" nodeType="withEffect">
                                  <p:stCondLst>
                                    <p:cond delay="0"/>
                                  </p:stCondLst>
                                  <p:childTnLst>
                                    <p:set>
                                      <p:cBhvr>
                                        <p:cTn id="47" dur="1" fill="hold">
                                          <p:stCondLst>
                                            <p:cond delay="0"/>
                                          </p:stCondLst>
                                        </p:cTn>
                                        <p:tgtEl>
                                          <p:spTgt spid="13"/>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14"/>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15"/>
                                        </p:tgtEl>
                                        <p:attrNameLst>
                                          <p:attrName>style.visibility</p:attrName>
                                        </p:attrNameLst>
                                      </p:cBhvr>
                                      <p:to>
                                        <p:strVal val="visible"/>
                                      </p:to>
                                    </p:set>
                                  </p:childTnLst>
                                </p:cTn>
                              </p:par>
                              <p:par>
                                <p:cTn id="52" presetID="42" presetClass="path" presetSubtype="0" fill="hold" grpId="1" nodeType="withEffect">
                                  <p:stCondLst>
                                    <p:cond delay="0"/>
                                  </p:stCondLst>
                                  <p:childTnLst>
                                    <p:animMotion origin="layout" path="M 3.88889E-6 -0.11551 L 3.88889E-6 7.40741E-7 " pathEditMode="relative" rAng="0" ptsTypes="AA">
                                      <p:cBhvr>
                                        <p:cTn id="53" dur="1500" fill="hold"/>
                                        <p:tgtEl>
                                          <p:spTgt spid="13"/>
                                        </p:tgtEl>
                                        <p:attrNameLst>
                                          <p:attrName>ppt_x</p:attrName>
                                          <p:attrName>ppt_y</p:attrName>
                                        </p:attrNameLst>
                                      </p:cBhvr>
                                      <p:rCtr x="0" y="5764"/>
                                    </p:animMotion>
                                  </p:childTnLst>
                                </p:cTn>
                              </p:par>
                              <p:par>
                                <p:cTn id="54" presetID="42" presetClass="path" presetSubtype="0" fill="hold" grpId="1" nodeType="withEffect">
                                  <p:stCondLst>
                                    <p:cond delay="0"/>
                                  </p:stCondLst>
                                  <p:childTnLst>
                                    <p:animMotion origin="layout" path="M -3.61111E-6 -0.11551 L -3.61111E-6 7.40741E-7 " pathEditMode="relative" rAng="0" ptsTypes="AA">
                                      <p:cBhvr>
                                        <p:cTn id="55" dur="1500" fill="hold"/>
                                        <p:tgtEl>
                                          <p:spTgt spid="14"/>
                                        </p:tgtEl>
                                        <p:attrNameLst>
                                          <p:attrName>ppt_x</p:attrName>
                                          <p:attrName>ppt_y</p:attrName>
                                        </p:attrNameLst>
                                      </p:cBhvr>
                                      <p:rCtr x="0" y="5764"/>
                                    </p:animMotion>
                                  </p:childTnLst>
                                </p:cTn>
                              </p:par>
                              <p:par>
                                <p:cTn id="56" presetID="42" presetClass="path" presetSubtype="0" fill="hold" nodeType="withEffect">
                                  <p:stCondLst>
                                    <p:cond delay="0"/>
                                  </p:stCondLst>
                                  <p:childTnLst>
                                    <p:animMotion origin="layout" path="M 1.66667E-6 -0.11551 L 1.66667E-6 7.40741E-7 " pathEditMode="relative" rAng="0" ptsTypes="AA">
                                      <p:cBhvr>
                                        <p:cTn id="57" dur="1500" fill="hold"/>
                                        <p:tgtEl>
                                          <p:spTgt spid="15"/>
                                        </p:tgtEl>
                                        <p:attrNameLst>
                                          <p:attrName>ppt_x</p:attrName>
                                          <p:attrName>ppt_y</p:attrName>
                                        </p:attrNameLst>
                                      </p:cBhvr>
                                      <p:rCtr x="0" y="5764"/>
                                    </p:animMotion>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3" end="3"/>
                                            </p:txEl>
                                          </p:spTgt>
                                        </p:tgtEl>
                                        <p:attrNameLst>
                                          <p:attrName>style.visibility</p:attrName>
                                        </p:attrNameLst>
                                      </p:cBhvr>
                                      <p:to>
                                        <p:strVal val="visible"/>
                                      </p:to>
                                    </p:set>
                                    <p:animEffect transition="in" filter="fade">
                                      <p:cBhvr>
                                        <p:cTn id="62" dur="500"/>
                                        <p:tgtEl>
                                          <p:spTgt spid="3">
                                            <p:txEl>
                                              <p:pRg st="3" end="3"/>
                                            </p:txEl>
                                          </p:spTgt>
                                        </p:tgtEl>
                                      </p:cBhvr>
                                    </p:animEffect>
                                  </p:childTnLst>
                                </p:cTn>
                              </p:par>
                              <p:par>
                                <p:cTn id="63" presetID="1" presetClass="entr" presetSubtype="0" fill="hold" grpId="0" nodeType="withEffect">
                                  <p:stCondLst>
                                    <p:cond delay="0"/>
                                  </p:stCondLst>
                                  <p:childTnLst>
                                    <p:set>
                                      <p:cBhvr>
                                        <p:cTn id="64" dur="1" fill="hold">
                                          <p:stCondLst>
                                            <p:cond delay="0"/>
                                          </p:stCondLst>
                                        </p:cTn>
                                        <p:tgtEl>
                                          <p:spTgt spid="28"/>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9"/>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3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1"/>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2"/>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33"/>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34"/>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35"/>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6"/>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37"/>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38"/>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39"/>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40"/>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41"/>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42"/>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43"/>
                                        </p:tgtEl>
                                        <p:attrNameLst>
                                          <p:attrName>style.visibility</p:attrName>
                                        </p:attrNameLst>
                                      </p:cBhvr>
                                      <p:to>
                                        <p:strVal val="visible"/>
                                      </p:to>
                                    </p:set>
                                  </p:childTnLst>
                                </p:cTn>
                              </p:par>
                              <p:par>
                                <p:cTn id="97" presetID="22" presetClass="entr" presetSubtype="8" fill="hold" nodeType="withEffect">
                                  <p:stCondLst>
                                    <p:cond delay="500"/>
                                  </p:stCondLst>
                                  <p:childTnLst>
                                    <p:set>
                                      <p:cBhvr>
                                        <p:cTn id="98" dur="1" fill="hold">
                                          <p:stCondLst>
                                            <p:cond delay="0"/>
                                          </p:stCondLst>
                                        </p:cTn>
                                        <p:tgtEl>
                                          <p:spTgt spid="44"/>
                                        </p:tgtEl>
                                        <p:attrNameLst>
                                          <p:attrName>style.visibility</p:attrName>
                                        </p:attrNameLst>
                                      </p:cBhvr>
                                      <p:to>
                                        <p:strVal val="visible"/>
                                      </p:to>
                                    </p:set>
                                    <p:animEffect transition="in" filter="wipe(left)">
                                      <p:cBhvr>
                                        <p:cTn id="99" dur="1500"/>
                                        <p:tgtEl>
                                          <p:spTgt spid="44"/>
                                        </p:tgtEl>
                                      </p:cBhvr>
                                    </p:animEffect>
                                  </p:childTnLst>
                                </p:cTn>
                              </p:par>
                              <p:par>
                                <p:cTn id="100" presetID="22" presetClass="entr" presetSubtype="8" fill="hold" nodeType="withEffect">
                                  <p:stCondLst>
                                    <p:cond delay="500"/>
                                  </p:stCondLst>
                                  <p:childTnLst>
                                    <p:set>
                                      <p:cBhvr>
                                        <p:cTn id="101" dur="1" fill="hold">
                                          <p:stCondLst>
                                            <p:cond delay="0"/>
                                          </p:stCondLst>
                                        </p:cTn>
                                        <p:tgtEl>
                                          <p:spTgt spid="51"/>
                                        </p:tgtEl>
                                        <p:attrNameLst>
                                          <p:attrName>style.visibility</p:attrName>
                                        </p:attrNameLst>
                                      </p:cBhvr>
                                      <p:to>
                                        <p:strVal val="visible"/>
                                      </p:to>
                                    </p:set>
                                    <p:animEffect transition="in" filter="wipe(left)">
                                      <p:cBhvr>
                                        <p:cTn id="102" dur="1500"/>
                                        <p:tgtEl>
                                          <p:spTgt spid="51"/>
                                        </p:tgtEl>
                                      </p:cBhvr>
                                    </p:animEffect>
                                  </p:childTnLst>
                                </p:cTn>
                              </p:par>
                              <p:par>
                                <p:cTn id="103" presetID="22" presetClass="entr" presetSubtype="8" fill="hold" nodeType="withEffect">
                                  <p:stCondLst>
                                    <p:cond delay="500"/>
                                  </p:stCondLst>
                                  <p:childTnLst>
                                    <p:set>
                                      <p:cBhvr>
                                        <p:cTn id="104" dur="1" fill="hold">
                                          <p:stCondLst>
                                            <p:cond delay="0"/>
                                          </p:stCondLst>
                                        </p:cTn>
                                        <p:tgtEl>
                                          <p:spTgt spid="52"/>
                                        </p:tgtEl>
                                        <p:attrNameLst>
                                          <p:attrName>style.visibility</p:attrName>
                                        </p:attrNameLst>
                                      </p:cBhvr>
                                      <p:to>
                                        <p:strVal val="visible"/>
                                      </p:to>
                                    </p:set>
                                    <p:animEffect transition="in" filter="wipe(left)">
                                      <p:cBhvr>
                                        <p:cTn id="105" dur="1500"/>
                                        <p:tgtEl>
                                          <p:spTgt spid="52"/>
                                        </p:tgtEl>
                                      </p:cBhvr>
                                    </p:animEffect>
                                  </p:childTnLst>
                                </p:cTn>
                              </p:par>
                              <p:par>
                                <p:cTn id="106" presetID="22" presetClass="entr" presetSubtype="8" fill="hold" nodeType="withEffect">
                                  <p:stCondLst>
                                    <p:cond delay="500"/>
                                  </p:stCondLst>
                                  <p:childTnLst>
                                    <p:set>
                                      <p:cBhvr>
                                        <p:cTn id="107" dur="1" fill="hold">
                                          <p:stCondLst>
                                            <p:cond delay="0"/>
                                          </p:stCondLst>
                                        </p:cTn>
                                        <p:tgtEl>
                                          <p:spTgt spid="48"/>
                                        </p:tgtEl>
                                        <p:attrNameLst>
                                          <p:attrName>style.visibility</p:attrName>
                                        </p:attrNameLst>
                                      </p:cBhvr>
                                      <p:to>
                                        <p:strVal val="visible"/>
                                      </p:to>
                                    </p:set>
                                    <p:animEffect transition="in" filter="wipe(left)">
                                      <p:cBhvr>
                                        <p:cTn id="108" dur="1500"/>
                                        <p:tgtEl>
                                          <p:spTgt spid="48"/>
                                        </p:tgtEl>
                                      </p:cBhvr>
                                    </p:animEffect>
                                  </p:childTnLst>
                                </p:cTn>
                              </p:par>
                              <p:par>
                                <p:cTn id="109" presetID="42" presetClass="path" presetSubtype="0" accel="50000" decel="25000" fill="hold" grpId="1" nodeType="withEffect">
                                  <p:stCondLst>
                                    <p:cond delay="0"/>
                                  </p:stCondLst>
                                  <p:childTnLst>
                                    <p:animMotion origin="layout" path="M -0.07014 -0.05231 L 2.22222E-6 -4.81481E-6 " pathEditMode="relative" rAng="0" ptsTypes="AA">
                                      <p:cBhvr>
                                        <p:cTn id="110" dur="2000" fill="hold"/>
                                        <p:tgtEl>
                                          <p:spTgt spid="36"/>
                                        </p:tgtEl>
                                        <p:attrNameLst>
                                          <p:attrName>ppt_x</p:attrName>
                                          <p:attrName>ppt_y</p:attrName>
                                        </p:attrNameLst>
                                      </p:cBhvr>
                                      <p:rCtr x="3507" y="2616"/>
                                    </p:animMotion>
                                  </p:childTnLst>
                                </p:cTn>
                              </p:par>
                              <p:par>
                                <p:cTn id="111" presetID="42" presetClass="path" presetSubtype="0" accel="50000" decel="25000" fill="hold" grpId="1" nodeType="withEffect">
                                  <p:stCondLst>
                                    <p:cond delay="0"/>
                                  </p:stCondLst>
                                  <p:childTnLst>
                                    <p:animMotion origin="layout" path="M -0.06962 -0.05185 L -2.22222E-6 -4.81481E-6 " pathEditMode="relative" rAng="0" ptsTypes="AA">
                                      <p:cBhvr>
                                        <p:cTn id="112" dur="2000" fill="hold"/>
                                        <p:tgtEl>
                                          <p:spTgt spid="37"/>
                                        </p:tgtEl>
                                        <p:attrNameLst>
                                          <p:attrName>ppt_x</p:attrName>
                                          <p:attrName>ppt_y</p:attrName>
                                        </p:attrNameLst>
                                      </p:cBhvr>
                                      <p:rCtr x="3472" y="2593"/>
                                    </p:animMotion>
                                  </p:childTnLst>
                                </p:cTn>
                              </p:par>
                              <p:par>
                                <p:cTn id="113" presetID="42" presetClass="path" presetSubtype="0" accel="50000" decel="25000" fill="hold" nodeType="withEffect">
                                  <p:stCondLst>
                                    <p:cond delay="0"/>
                                  </p:stCondLst>
                                  <p:childTnLst>
                                    <p:animMotion origin="layout" path="M -0.07361 -0.05255 L 2.77556E-17 3.7037E-6 " pathEditMode="relative" rAng="0" ptsTypes="AA">
                                      <p:cBhvr>
                                        <p:cTn id="114" dur="2000" fill="hold"/>
                                        <p:tgtEl>
                                          <p:spTgt spid="38"/>
                                        </p:tgtEl>
                                        <p:attrNameLst>
                                          <p:attrName>ppt_x</p:attrName>
                                          <p:attrName>ppt_y</p:attrName>
                                        </p:attrNameLst>
                                      </p:cBhvr>
                                      <p:rCtr x="3681" y="2616"/>
                                    </p:animMotion>
                                  </p:childTnLst>
                                </p:cTn>
                              </p:par>
                              <p:par>
                                <p:cTn id="115" presetID="42" presetClass="path" presetSubtype="0" accel="50000" decel="25000" fill="hold" grpId="1" nodeType="withEffect">
                                  <p:stCondLst>
                                    <p:cond delay="0"/>
                                  </p:stCondLst>
                                  <p:childTnLst>
                                    <p:animMotion origin="layout" path="M -0.07014 -0.05301 L 2.22222E-6 -4.07407E-6 " pathEditMode="relative" rAng="0" ptsTypes="AA">
                                      <p:cBhvr>
                                        <p:cTn id="116" dur="2000" fill="hold"/>
                                        <p:tgtEl>
                                          <p:spTgt spid="39"/>
                                        </p:tgtEl>
                                        <p:attrNameLst>
                                          <p:attrName>ppt_x</p:attrName>
                                          <p:attrName>ppt_y</p:attrName>
                                        </p:attrNameLst>
                                      </p:cBhvr>
                                      <p:rCtr x="3507" y="2639"/>
                                    </p:animMotion>
                                  </p:childTnLst>
                                </p:cTn>
                              </p:par>
                              <p:par>
                                <p:cTn id="117" presetID="42" presetClass="path" presetSubtype="0" accel="50000" decel="25000" fill="hold" grpId="1" nodeType="withEffect">
                                  <p:stCondLst>
                                    <p:cond delay="0"/>
                                  </p:stCondLst>
                                  <p:childTnLst>
                                    <p:animMotion origin="layout" path="M -0.07014 -0.05208 L -2.22222E-6 -4.07407E-6 " pathEditMode="relative" rAng="0" ptsTypes="AA">
                                      <p:cBhvr>
                                        <p:cTn id="118" dur="2000" fill="hold"/>
                                        <p:tgtEl>
                                          <p:spTgt spid="40"/>
                                        </p:tgtEl>
                                        <p:attrNameLst>
                                          <p:attrName>ppt_x</p:attrName>
                                          <p:attrName>ppt_y</p:attrName>
                                        </p:attrNameLst>
                                      </p:cBhvr>
                                      <p:rCtr x="3507" y="2593"/>
                                    </p:animMotion>
                                  </p:childTnLst>
                                </p:cTn>
                              </p:par>
                              <p:par>
                                <p:cTn id="119" presetID="42" presetClass="path" presetSubtype="0" accel="50000" decel="25000" fill="hold" nodeType="withEffect">
                                  <p:stCondLst>
                                    <p:cond delay="0"/>
                                  </p:stCondLst>
                                  <p:childTnLst>
                                    <p:animMotion origin="layout" path="M -0.07361 -0.05255 L 2.77556E-17 4.44444E-6 " pathEditMode="relative" rAng="0" ptsTypes="AA">
                                      <p:cBhvr>
                                        <p:cTn id="120" dur="2000" fill="hold"/>
                                        <p:tgtEl>
                                          <p:spTgt spid="41"/>
                                        </p:tgtEl>
                                        <p:attrNameLst>
                                          <p:attrName>ppt_x</p:attrName>
                                          <p:attrName>ppt_y</p:attrName>
                                        </p:attrNameLst>
                                      </p:cBhvr>
                                      <p:rCtr x="3681" y="2616"/>
                                    </p:animMotion>
                                  </p:childTnLst>
                                </p:cTn>
                              </p:par>
                              <p:par>
                                <p:cTn id="121" presetID="42" presetClass="path" presetSubtype="0" accel="50000" decel="25000" fill="hold" nodeType="withEffect">
                                  <p:stCondLst>
                                    <p:cond delay="0"/>
                                  </p:stCondLst>
                                  <p:childTnLst>
                                    <p:animMotion origin="layout" path="M -0.06979 -0.0507 L 2.22222E-6 4.81481E-6 " pathEditMode="relative" rAng="0" ptsTypes="AA">
                                      <p:cBhvr>
                                        <p:cTn id="122" dur="2000" fill="hold"/>
                                        <p:tgtEl>
                                          <p:spTgt spid="42"/>
                                        </p:tgtEl>
                                        <p:attrNameLst>
                                          <p:attrName>ppt_x</p:attrName>
                                          <p:attrName>ppt_y</p:attrName>
                                        </p:attrNameLst>
                                      </p:cBhvr>
                                      <p:rCtr x="3490" y="2523"/>
                                    </p:animMotion>
                                  </p:childTnLst>
                                </p:cTn>
                              </p:par>
                              <p:par>
                                <p:cTn id="123" presetID="42" presetClass="path" presetSubtype="0" accel="50000" decel="25000" fill="hold" nodeType="withEffect">
                                  <p:stCondLst>
                                    <p:cond delay="0"/>
                                  </p:stCondLst>
                                  <p:childTnLst>
                                    <p:animMotion origin="layout" path="M -0.06997 -0.05024 L 4.16667E-6 4.81481E-6 " pathEditMode="relative" rAng="0" ptsTypes="AA">
                                      <p:cBhvr>
                                        <p:cTn id="124" dur="2000" fill="hold"/>
                                        <p:tgtEl>
                                          <p:spTgt spid="43"/>
                                        </p:tgtEl>
                                        <p:attrNameLst>
                                          <p:attrName>ppt_x</p:attrName>
                                          <p:attrName>ppt_y</p:attrName>
                                        </p:attrNameLst>
                                      </p:cBhvr>
                                      <p:rCtr x="3490" y="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6" grpId="0" animBg="1"/>
      <p:bldP spid="6" grpId="1" animBg="1"/>
      <p:bldP spid="10" grpId="0" animBg="1"/>
      <p:bldP spid="11" grpId="0" animBg="1"/>
      <p:bldP spid="13" grpId="0" animBg="1"/>
      <p:bldP spid="13" grpId="1" animBg="1"/>
      <p:bldP spid="14" grpId="0" animBg="1"/>
      <p:bldP spid="14" grpId="1" animBg="1"/>
      <p:bldP spid="28" grpId="0" animBg="1"/>
      <p:bldP spid="29" grpId="0" animBg="1"/>
      <p:bldP spid="31" grpId="0" animBg="1"/>
      <p:bldP spid="32" grpId="0" animBg="1"/>
      <p:bldP spid="36" grpId="0" animBg="1"/>
      <p:bldP spid="36" grpId="1" animBg="1"/>
      <p:bldP spid="37" grpId="0" animBg="1"/>
      <p:bldP spid="37" grpId="1" animBg="1"/>
      <p:bldP spid="39" grpId="0" animBg="1"/>
      <p:bldP spid="39" grpId="1" animBg="1"/>
      <p:bldP spid="40" grpId="0" animBg="1"/>
      <p:bldP spid="40" grpId="1" animBg="1"/>
    </p:bldLst>
  </p:timing>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5" name="Straight Connector 4"/>
          <p:cNvCxnSpPr>
            <a:cxnSpLocks/>
          </p:cNvCxnSpPr>
          <p:nvPr/>
        </p:nvCxnSpPr>
        <p:spPr>
          <a:xfrm>
            <a:off x="377285" y="2544334"/>
            <a:ext cx="8647769" cy="18571"/>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3954022" y="0"/>
            <a:ext cx="0" cy="514350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a:off x="2090036" y="0"/>
            <a:ext cx="0" cy="514350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13" name="Group 12"/>
          <p:cNvGrpSpPr/>
          <p:nvPr/>
        </p:nvGrpSpPr>
        <p:grpSpPr>
          <a:xfrm>
            <a:off x="700799" y="206163"/>
            <a:ext cx="964148" cy="913523"/>
            <a:chOff x="457200" y="1794459"/>
            <a:chExt cx="2015492" cy="1991280"/>
          </a:xfrm>
        </p:grpSpPr>
        <p:sp>
          <p:nvSpPr>
            <p:cNvPr id="14" name="Rectangle 13"/>
            <p:cNvSpPr/>
            <p:nvPr/>
          </p:nvSpPr>
          <p:spPr>
            <a:xfrm>
              <a:off x="457200" y="2251659"/>
              <a:ext cx="914400" cy="914400"/>
            </a:xfrm>
            <a:prstGeom prst="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prstClr val="white"/>
                  </a:solidFill>
                  <a:latin typeface="Calibri"/>
                </a:rPr>
                <a:t>cv</a:t>
              </a:r>
            </a:p>
          </p:txBody>
        </p:sp>
        <p:sp>
          <p:nvSpPr>
            <p:cNvPr id="15" name="Parallelogram 14"/>
            <p:cNvSpPr/>
            <p:nvPr/>
          </p:nvSpPr>
          <p:spPr>
            <a:xfrm rot="5400000" flipH="1">
              <a:off x="914400" y="2251659"/>
              <a:ext cx="1371600" cy="457200"/>
            </a:xfrm>
            <a:prstGeom prst="parallelogram">
              <a:avLst>
                <a:gd name="adj" fmla="val 100460"/>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prstClr val="white"/>
                </a:solidFill>
                <a:latin typeface="Calibri"/>
              </a:endParaRPr>
            </a:p>
          </p:txBody>
        </p:sp>
        <p:sp>
          <p:nvSpPr>
            <p:cNvPr id="16" name="Parallelogram 15"/>
            <p:cNvSpPr/>
            <p:nvPr/>
          </p:nvSpPr>
          <p:spPr>
            <a:xfrm>
              <a:off x="457200" y="1794459"/>
              <a:ext cx="1371600" cy="457200"/>
            </a:xfrm>
            <a:prstGeom prst="parallelogram">
              <a:avLst>
                <a:gd name="adj" fmla="val 100460"/>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prstClr val="white"/>
                </a:solidFill>
                <a:latin typeface="Calibri"/>
              </a:endParaRPr>
            </a:p>
          </p:txBody>
        </p:sp>
        <mc:AlternateContent xmlns:mc="http://schemas.openxmlformats.org/markup-compatibility/2006" xmlns:a14="http://schemas.microsoft.com/office/drawing/2010/main">
          <mc:Choice Requires="a14">
            <p:sp>
              <p:nvSpPr>
                <p:cNvPr id="17" name="TextBox 16"/>
                <p:cNvSpPr txBox="1"/>
                <p:nvPr/>
              </p:nvSpPr>
              <p:spPr>
                <a:xfrm>
                  <a:off x="1862142" y="1952622"/>
                  <a:ext cx="610550" cy="65411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1" dirty="0">
                            <a:solidFill>
                              <a:prstClr val="black"/>
                            </a:solidFill>
                            <a:latin typeface="Cambria Math"/>
                            <a:cs typeface="Times Bold"/>
                          </a:rPr>
                          <m:t>𝒍</m:t>
                        </m:r>
                      </m:oMath>
                    </m:oMathPara>
                  </a14:m>
                  <a:endParaRPr lang="en-US" b="1" i="1" dirty="0">
                    <a:solidFill>
                      <a:prstClr val="black"/>
                    </a:solidFill>
                    <a:latin typeface="Times Bold"/>
                    <a:cs typeface="Times Bold"/>
                  </a:endParaRPr>
                </a:p>
              </p:txBody>
            </p:sp>
          </mc:Choice>
          <mc:Fallback xmlns="">
            <p:sp>
              <p:nvSpPr>
                <p:cNvPr id="17" name="TextBox 16"/>
                <p:cNvSpPr txBox="1">
                  <a:spLocks noRot="1" noChangeAspect="1" noMove="1" noResize="1" noEditPoints="1" noAdjustHandles="1" noChangeArrowheads="1" noChangeShapeType="1" noTextEdit="1"/>
                </p:cNvSpPr>
                <p:nvPr/>
              </p:nvSpPr>
              <p:spPr>
                <a:xfrm>
                  <a:off x="1862142" y="1952622"/>
                  <a:ext cx="610550" cy="654113"/>
                </a:xfrm>
                <a:prstGeom prst="rect">
                  <a:avLst/>
                </a:prstGeom>
                <a:blipFill>
                  <a:blip r:embed="rId3"/>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1551463" y="2838295"/>
                  <a:ext cx="610550" cy="65411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1" dirty="0">
                            <a:solidFill>
                              <a:prstClr val="black"/>
                            </a:solidFill>
                            <a:latin typeface="Cambria Math"/>
                            <a:cs typeface="Times Bold"/>
                          </a:rPr>
                          <m:t>𝒍</m:t>
                        </m:r>
                      </m:oMath>
                    </m:oMathPara>
                  </a14:m>
                  <a:endParaRPr lang="en-US" b="1" i="1" dirty="0">
                    <a:solidFill>
                      <a:prstClr val="black"/>
                    </a:solidFill>
                    <a:latin typeface="Times Bold"/>
                    <a:cs typeface="Times Bold"/>
                  </a:endParaRPr>
                </a:p>
              </p:txBody>
            </p:sp>
          </mc:Choice>
          <mc:Fallback xmlns="">
            <p:sp>
              <p:nvSpPr>
                <p:cNvPr id="18" name="TextBox 17"/>
                <p:cNvSpPr txBox="1">
                  <a:spLocks noRot="1" noChangeAspect="1" noMove="1" noResize="1" noEditPoints="1" noAdjustHandles="1" noChangeArrowheads="1" noChangeShapeType="1" noTextEdit="1"/>
                </p:cNvSpPr>
                <p:nvPr/>
              </p:nvSpPr>
              <p:spPr>
                <a:xfrm>
                  <a:off x="1551463" y="2838295"/>
                  <a:ext cx="610550" cy="654113"/>
                </a:xfrm>
                <a:prstGeom prst="rect">
                  <a:avLst/>
                </a:prstGeom>
                <a:blipFill>
                  <a:blip r:embed="rId4"/>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728972" y="3131626"/>
                  <a:ext cx="414028" cy="6541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dirty="0">
                            <a:solidFill>
                              <a:prstClr val="black"/>
                            </a:solidFill>
                            <a:latin typeface="Cambria Math"/>
                            <a:cs typeface="Times Bold"/>
                          </a:rPr>
                          <m:t>𝒍</m:t>
                        </m:r>
                      </m:oMath>
                    </m:oMathPara>
                  </a14:m>
                  <a:endParaRPr lang="en-US" b="1" i="1" dirty="0">
                    <a:solidFill>
                      <a:prstClr val="black"/>
                    </a:solidFill>
                    <a:latin typeface="Times Bold"/>
                    <a:cs typeface="Times Bold"/>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728972" y="3131626"/>
                  <a:ext cx="414028" cy="654113"/>
                </a:xfrm>
                <a:prstGeom prst="rect">
                  <a:avLst/>
                </a:prstGeom>
                <a:blipFill>
                  <a:blip r:embed="rId5"/>
                  <a:stretch>
                    <a:fillRect r="-12500"/>
                  </a:stretch>
                </a:blipFill>
              </p:spPr>
              <p:txBody>
                <a:bodyPr/>
                <a:lstStyle/>
                <a:p>
                  <a:r>
                    <a:rPr lang="en-AU">
                      <a:noFill/>
                    </a:rPr>
                    <a:t> </a:t>
                  </a:r>
                </a:p>
              </p:txBody>
            </p:sp>
          </mc:Fallback>
        </mc:AlternateContent>
      </p:grpSp>
      <p:grpSp>
        <p:nvGrpSpPr>
          <p:cNvPr id="20" name="Group 19"/>
          <p:cNvGrpSpPr/>
          <p:nvPr/>
        </p:nvGrpSpPr>
        <p:grpSpPr>
          <a:xfrm>
            <a:off x="2403828" y="240921"/>
            <a:ext cx="1137635" cy="755914"/>
            <a:chOff x="2911231" y="1751827"/>
            <a:chExt cx="2718778" cy="1882940"/>
          </a:xfrm>
        </p:grpSpPr>
        <p:sp>
          <p:nvSpPr>
            <p:cNvPr id="21" name="Rectangle 20"/>
            <p:cNvSpPr/>
            <p:nvPr/>
          </p:nvSpPr>
          <p:spPr>
            <a:xfrm>
              <a:off x="2911232" y="2218967"/>
              <a:ext cx="1782873" cy="668314"/>
            </a:xfrm>
            <a:prstGeom prst="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prstClr val="white"/>
                  </a:solidFill>
                  <a:latin typeface="Calibri"/>
                </a:rPr>
                <a:t>cv</a:t>
              </a:r>
            </a:p>
          </p:txBody>
        </p:sp>
        <p:sp>
          <p:nvSpPr>
            <p:cNvPr id="22" name="Parallelogram 21"/>
            <p:cNvSpPr/>
            <p:nvPr/>
          </p:nvSpPr>
          <p:spPr>
            <a:xfrm rot="5400000" flipH="1">
              <a:off x="4359947" y="2095922"/>
              <a:ext cx="1125514" cy="457201"/>
            </a:xfrm>
            <a:prstGeom prst="parallelogram">
              <a:avLst>
                <a:gd name="adj" fmla="val 100460"/>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prstClr val="white"/>
                </a:solidFill>
                <a:latin typeface="Calibri"/>
              </a:endParaRPr>
            </a:p>
          </p:txBody>
        </p:sp>
        <p:sp>
          <p:nvSpPr>
            <p:cNvPr id="23" name="Parallelogram 22"/>
            <p:cNvSpPr/>
            <p:nvPr/>
          </p:nvSpPr>
          <p:spPr>
            <a:xfrm>
              <a:off x="2911231" y="1761767"/>
              <a:ext cx="2240073" cy="457200"/>
            </a:xfrm>
            <a:prstGeom prst="parallelogram">
              <a:avLst>
                <a:gd name="adj" fmla="val 100460"/>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prstClr val="white"/>
                </a:solidFill>
                <a:latin typeface="Calibri"/>
              </a:endParaRPr>
            </a:p>
          </p:txBody>
        </p:sp>
        <mc:AlternateContent xmlns:mc="http://schemas.openxmlformats.org/markup-compatibility/2006" xmlns:a14="http://schemas.microsoft.com/office/drawing/2010/main">
          <mc:Choice Requires="a14">
            <p:sp>
              <p:nvSpPr>
                <p:cNvPr id="24" name="TextBox 23"/>
                <p:cNvSpPr txBox="1"/>
                <p:nvPr/>
              </p:nvSpPr>
              <p:spPr>
                <a:xfrm>
                  <a:off x="3629338" y="2887279"/>
                  <a:ext cx="430723" cy="74748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dirty="0">
                            <a:solidFill>
                              <a:prstClr val="black"/>
                            </a:solidFill>
                            <a:latin typeface="Cambria Math"/>
                            <a:cs typeface="Times Bold"/>
                          </a:rPr>
                          <m:t>𝒍</m:t>
                        </m:r>
                      </m:oMath>
                    </m:oMathPara>
                  </a14:m>
                  <a:endParaRPr lang="en-US" b="1" i="1" dirty="0">
                    <a:solidFill>
                      <a:prstClr val="black"/>
                    </a:solidFill>
                    <a:latin typeface="Times Bold"/>
                    <a:cs typeface="Times Bold"/>
                  </a:endParaRPr>
                </a:p>
              </p:txBody>
            </p:sp>
          </mc:Choice>
          <mc:Fallback xmlns="">
            <p:sp>
              <p:nvSpPr>
                <p:cNvPr id="24" name="TextBox 23"/>
                <p:cNvSpPr txBox="1">
                  <a:spLocks noRot="1" noChangeAspect="1" noMove="1" noResize="1" noEditPoints="1" noAdjustHandles="1" noChangeArrowheads="1" noChangeShapeType="1" noTextEdit="1"/>
                </p:cNvSpPr>
                <p:nvPr/>
              </p:nvSpPr>
              <p:spPr>
                <a:xfrm>
                  <a:off x="3629338" y="2887279"/>
                  <a:ext cx="430723" cy="747488"/>
                </a:xfrm>
                <a:prstGeom prst="rect">
                  <a:avLst/>
                </a:prstGeom>
                <a:blipFill>
                  <a:blip r:embed="rId5"/>
                  <a:stretch>
                    <a:fillRect r="-20000"/>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5" name="TextBox 24"/>
                <p:cNvSpPr txBox="1"/>
                <p:nvPr/>
              </p:nvSpPr>
              <p:spPr>
                <a:xfrm>
                  <a:off x="5151305" y="1751827"/>
                  <a:ext cx="478704" cy="74748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dirty="0">
                            <a:solidFill>
                              <a:prstClr val="black"/>
                            </a:solidFill>
                            <a:latin typeface="Cambria Math"/>
                            <a:cs typeface="Times Bold"/>
                          </a:rPr>
                          <m:t>𝒉</m:t>
                        </m:r>
                      </m:oMath>
                    </m:oMathPara>
                  </a14:m>
                  <a:endParaRPr lang="en-US" b="1" i="1" dirty="0">
                    <a:solidFill>
                      <a:prstClr val="black"/>
                    </a:solidFill>
                    <a:latin typeface="Times Bold"/>
                    <a:cs typeface="Times Bold"/>
                  </a:endParaRPr>
                </a:p>
              </p:txBody>
            </p:sp>
          </mc:Choice>
          <mc:Fallback xmlns="">
            <p:sp>
              <p:nvSpPr>
                <p:cNvPr id="25" name="TextBox 24"/>
                <p:cNvSpPr txBox="1">
                  <a:spLocks noRot="1" noChangeAspect="1" noMove="1" noResize="1" noEditPoints="1" noAdjustHandles="1" noChangeArrowheads="1" noChangeShapeType="1" noTextEdit="1"/>
                </p:cNvSpPr>
                <p:nvPr/>
              </p:nvSpPr>
              <p:spPr>
                <a:xfrm>
                  <a:off x="5151305" y="1751827"/>
                  <a:ext cx="478704" cy="747488"/>
                </a:xfrm>
                <a:prstGeom prst="rect">
                  <a:avLst/>
                </a:prstGeom>
                <a:blipFill>
                  <a:blip r:embed="rId6"/>
                  <a:stretch>
                    <a:fillRect r="-33333"/>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a:off x="4849926" y="2497613"/>
                  <a:ext cx="557674" cy="74748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dirty="0">
                            <a:solidFill>
                              <a:prstClr val="black"/>
                            </a:solidFill>
                            <a:latin typeface="Cambria Math"/>
                            <a:cs typeface="Times Bold"/>
                          </a:rPr>
                          <m:t>𝒃</m:t>
                        </m:r>
                      </m:oMath>
                    </m:oMathPara>
                  </a14:m>
                  <a:endParaRPr lang="en-US" b="1" i="1" dirty="0">
                    <a:solidFill>
                      <a:prstClr val="black"/>
                    </a:solidFill>
                    <a:latin typeface="Times Bold"/>
                    <a:cs typeface="Times Bold"/>
                  </a:endParaRPr>
                </a:p>
              </p:txBody>
            </p:sp>
          </mc:Choice>
          <mc:Fallback xmlns="">
            <p:sp>
              <p:nvSpPr>
                <p:cNvPr id="26" name="TextBox 25"/>
                <p:cNvSpPr txBox="1">
                  <a:spLocks noRot="1" noChangeAspect="1" noMove="1" noResize="1" noEditPoints="1" noAdjustHandles="1" noChangeArrowheads="1" noChangeShapeType="1" noTextEdit="1"/>
                </p:cNvSpPr>
                <p:nvPr/>
              </p:nvSpPr>
              <p:spPr>
                <a:xfrm>
                  <a:off x="4849926" y="2497613"/>
                  <a:ext cx="557674" cy="747488"/>
                </a:xfrm>
                <a:prstGeom prst="rect">
                  <a:avLst/>
                </a:prstGeom>
                <a:blipFill>
                  <a:blip r:embed="rId7"/>
                  <a:stretch>
                    <a:fillRect r="-13158"/>
                  </a:stretch>
                </a:blipFill>
              </p:spPr>
              <p:txBody>
                <a:bodyPr/>
                <a:lstStyle/>
                <a:p>
                  <a:r>
                    <a:rPr lang="en-AU">
                      <a:noFill/>
                    </a:rPr>
                    <a:t> </a:t>
                  </a:r>
                </a:p>
              </p:txBody>
            </p:sp>
          </mc:Fallback>
        </mc:AlternateContent>
      </p:grpSp>
      <p:grpSp>
        <p:nvGrpSpPr>
          <p:cNvPr id="36" name="Group 35"/>
          <p:cNvGrpSpPr/>
          <p:nvPr/>
        </p:nvGrpSpPr>
        <p:grpSpPr>
          <a:xfrm>
            <a:off x="795294" y="2562905"/>
            <a:ext cx="1013121" cy="850691"/>
            <a:chOff x="932840" y="4336052"/>
            <a:chExt cx="2857149" cy="2150008"/>
          </a:xfrm>
        </p:grpSpPr>
        <p:grpSp>
          <p:nvGrpSpPr>
            <p:cNvPr id="37" name="Group 36"/>
            <p:cNvGrpSpPr/>
            <p:nvPr/>
          </p:nvGrpSpPr>
          <p:grpSpPr>
            <a:xfrm>
              <a:off x="932840" y="4336052"/>
              <a:ext cx="2857149" cy="1642381"/>
              <a:chOff x="2178105" y="4693894"/>
              <a:chExt cx="2857149" cy="1642381"/>
            </a:xfrm>
          </p:grpSpPr>
          <p:sp>
            <p:nvSpPr>
              <p:cNvPr id="41" name="Arc 40"/>
              <p:cNvSpPr/>
              <p:nvPr/>
            </p:nvSpPr>
            <p:spPr>
              <a:xfrm rot="16200000">
                <a:off x="4359884" y="5660905"/>
                <a:ext cx="676745" cy="673995"/>
              </a:xfrm>
              <a:prstGeom prst="arc">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prstClr val="black"/>
                  </a:solidFill>
                  <a:latin typeface="Calibri"/>
                </a:endParaRPr>
              </a:p>
            </p:txBody>
          </p:sp>
          <p:cxnSp>
            <p:nvCxnSpPr>
              <p:cNvPr id="42" name="Straight Connector 41"/>
              <p:cNvCxnSpPr/>
              <p:nvPr/>
            </p:nvCxnSpPr>
            <p:spPr>
              <a:xfrm flipH="1">
                <a:off x="2515466" y="5015029"/>
                <a:ext cx="1326927" cy="321135"/>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3" name="Plaque 42"/>
              <p:cNvSpPr/>
              <p:nvPr/>
            </p:nvSpPr>
            <p:spPr>
              <a:xfrm>
                <a:off x="2178105" y="5336164"/>
                <a:ext cx="1173728" cy="978294"/>
              </a:xfrm>
              <a:prstGeom prst="plaque">
                <a:avLst>
                  <a:gd name="adj" fmla="val 33872"/>
                </a:avLst>
              </a:prstGeom>
              <a:pattFill prst="pct25">
                <a:fgClr>
                  <a:schemeClr val="bg1">
                    <a:lumMod val="65000"/>
                  </a:schemeClr>
                </a:fgClr>
                <a:bgClr>
                  <a:prstClr val="white"/>
                </a:bgClr>
              </a:patt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dirty="0">
                  <a:solidFill>
                    <a:prstClr val="white"/>
                  </a:solidFill>
                  <a:latin typeface="Calibri"/>
                </a:endParaRPr>
              </a:p>
            </p:txBody>
          </p:sp>
          <p:cxnSp>
            <p:nvCxnSpPr>
              <p:cNvPr id="44" name="Straight Connector 43"/>
              <p:cNvCxnSpPr/>
              <p:nvPr/>
            </p:nvCxnSpPr>
            <p:spPr>
              <a:xfrm flipH="1">
                <a:off x="3018714" y="5015029"/>
                <a:ext cx="1326928" cy="321135"/>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45" name="Straight Connector 44"/>
              <p:cNvCxnSpPr>
                <a:stCxn id="48" idx="0"/>
              </p:cNvCxnSpPr>
              <p:nvPr/>
            </p:nvCxnSpPr>
            <p:spPr>
              <a:xfrm flipH="1">
                <a:off x="3351833" y="5336164"/>
                <a:ext cx="1345048" cy="323366"/>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46" name="Straight Connector 45"/>
              <p:cNvCxnSpPr>
                <a:stCxn id="41" idx="2"/>
              </p:cNvCxnSpPr>
              <p:nvPr/>
            </p:nvCxnSpPr>
            <p:spPr>
              <a:xfrm flipH="1">
                <a:off x="3351035" y="5659529"/>
                <a:ext cx="1347221" cy="321136"/>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47" name="Straight Connector 46"/>
              <p:cNvCxnSpPr>
                <a:stCxn id="41" idx="0"/>
              </p:cNvCxnSpPr>
              <p:nvPr/>
            </p:nvCxnSpPr>
            <p:spPr>
              <a:xfrm flipH="1">
                <a:off x="3018717" y="5997903"/>
                <a:ext cx="1342542" cy="303898"/>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8" name="Arc 47"/>
              <p:cNvSpPr/>
              <p:nvPr/>
            </p:nvSpPr>
            <p:spPr>
              <a:xfrm rot="10800000">
                <a:off x="4358508" y="4693894"/>
                <a:ext cx="676745" cy="642270"/>
              </a:xfrm>
              <a:prstGeom prst="arc">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prstClr val="black"/>
                  </a:solidFill>
                  <a:latin typeface="Calibri"/>
                </a:endParaRPr>
              </a:p>
            </p:txBody>
          </p:sp>
          <p:cxnSp>
            <p:nvCxnSpPr>
              <p:cNvPr id="49" name="Straight Connector 48"/>
              <p:cNvCxnSpPr>
                <a:endCxn id="48" idx="2"/>
              </p:cNvCxnSpPr>
              <p:nvPr/>
            </p:nvCxnSpPr>
            <p:spPr>
              <a:xfrm>
                <a:off x="3842393" y="5015029"/>
                <a:ext cx="516115" cy="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0" name="Straight Connector 49"/>
              <p:cNvCxnSpPr/>
              <p:nvPr/>
            </p:nvCxnSpPr>
            <p:spPr>
              <a:xfrm>
                <a:off x="4695773" y="5339727"/>
                <a:ext cx="0" cy="317572"/>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38" name="TextBox 37"/>
                <p:cNvSpPr txBox="1"/>
                <p:nvPr/>
              </p:nvSpPr>
              <p:spPr>
                <a:xfrm>
                  <a:off x="1210794" y="5027565"/>
                  <a:ext cx="589918" cy="75841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dirty="0">
                            <a:solidFill>
                              <a:prstClr val="black"/>
                            </a:solidFill>
                            <a:latin typeface="Cambria Math"/>
                            <a:cs typeface="Times Bold"/>
                          </a:rPr>
                          <m:t>𝑨</m:t>
                        </m:r>
                      </m:oMath>
                    </m:oMathPara>
                  </a14:m>
                  <a:endParaRPr lang="en-US" b="1" i="1" dirty="0">
                    <a:solidFill>
                      <a:prstClr val="black"/>
                    </a:solidFill>
                    <a:latin typeface="Times Bold"/>
                    <a:cs typeface="Times Bold"/>
                  </a:endParaRPr>
                </a:p>
              </p:txBody>
            </p:sp>
          </mc:Choice>
          <mc:Fallback xmlns="">
            <p:sp>
              <p:nvSpPr>
                <p:cNvPr id="38" name="TextBox 37"/>
                <p:cNvSpPr txBox="1">
                  <a:spLocks noRot="1" noChangeAspect="1" noMove="1" noResize="1" noEditPoints="1" noAdjustHandles="1" noChangeArrowheads="1" noChangeShapeType="1" noTextEdit="1"/>
                </p:cNvSpPr>
                <p:nvPr/>
              </p:nvSpPr>
              <p:spPr>
                <a:xfrm>
                  <a:off x="1210794" y="5027565"/>
                  <a:ext cx="589918" cy="758417"/>
                </a:xfrm>
                <a:prstGeom prst="rect">
                  <a:avLst/>
                </a:prstGeom>
                <a:blipFill>
                  <a:blip r:embed="rId10"/>
                  <a:stretch>
                    <a:fillRect r="-25714"/>
                  </a:stretch>
                </a:blipFill>
              </p:spPr>
              <p:txBody>
                <a:bodyPr/>
                <a:lstStyle/>
                <a:p>
                  <a:r>
                    <a:rPr lang="en-AU">
                      <a:noFill/>
                    </a:rPr>
                    <a:t> </a:t>
                  </a:r>
                </a:p>
              </p:txBody>
            </p:sp>
          </mc:Fallback>
        </mc:AlternateContent>
        <p:cxnSp>
          <p:nvCxnSpPr>
            <p:cNvPr id="39" name="Straight Arrow Connector 38"/>
            <p:cNvCxnSpPr/>
            <p:nvPr/>
          </p:nvCxnSpPr>
          <p:spPr>
            <a:xfrm flipH="1">
              <a:off x="1775124" y="5727645"/>
              <a:ext cx="1340870" cy="325002"/>
            </a:xfrm>
            <a:prstGeom prst="straightConnector1">
              <a:avLst/>
            </a:prstGeom>
            <a:ln w="19050">
              <a:solidFill>
                <a:schemeClr val="tx1"/>
              </a:solidFill>
              <a:prstDash val="sysDot"/>
              <a:headEnd type="arrow"/>
              <a:tailEnd type="arrow"/>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p:cNvSpPr txBox="1"/>
                <p:nvPr/>
              </p:nvSpPr>
              <p:spPr>
                <a:xfrm>
                  <a:off x="2306302" y="5727643"/>
                  <a:ext cx="581644" cy="75841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dirty="0">
                            <a:solidFill>
                              <a:prstClr val="black"/>
                            </a:solidFill>
                            <a:latin typeface="Cambria Math"/>
                            <a:cs typeface="Times Bold"/>
                          </a:rPr>
                          <m:t>𝒍</m:t>
                        </m:r>
                      </m:oMath>
                    </m:oMathPara>
                  </a14:m>
                  <a:endParaRPr lang="en-US" b="1" i="1" dirty="0">
                    <a:solidFill>
                      <a:prstClr val="black"/>
                    </a:solidFill>
                    <a:latin typeface="Times Bold"/>
                    <a:cs typeface="Times Bold"/>
                  </a:endParaRPr>
                </a:p>
              </p:txBody>
            </p:sp>
          </mc:Choice>
          <mc:Fallback xmlns="">
            <p:sp>
              <p:nvSpPr>
                <p:cNvPr id="40" name="TextBox 39"/>
                <p:cNvSpPr txBox="1">
                  <a:spLocks noRot="1" noChangeAspect="1" noMove="1" noResize="1" noEditPoints="1" noAdjustHandles="1" noChangeArrowheads="1" noChangeShapeType="1" noTextEdit="1"/>
                </p:cNvSpPr>
                <p:nvPr/>
              </p:nvSpPr>
              <p:spPr>
                <a:xfrm>
                  <a:off x="2306302" y="5727643"/>
                  <a:ext cx="581644" cy="758417"/>
                </a:xfrm>
                <a:prstGeom prst="rect">
                  <a:avLst/>
                </a:prstGeom>
                <a:blipFill>
                  <a:blip r:embed="rId11"/>
                  <a:stretch>
                    <a:fillRect r="-5882"/>
                  </a:stretch>
                </a:blipFill>
              </p:spPr>
              <p:txBody>
                <a:bodyPr/>
                <a:lstStyle/>
                <a:p>
                  <a:r>
                    <a:rPr lang="en-AU">
                      <a:noFill/>
                    </a:rPr>
                    <a:t> </a:t>
                  </a:r>
                </a:p>
              </p:txBody>
            </p:sp>
          </mc:Fallback>
        </mc:AlternateContent>
      </p:grpSp>
      <p:grpSp>
        <p:nvGrpSpPr>
          <p:cNvPr id="51" name="Group 50"/>
          <p:cNvGrpSpPr>
            <a:grpSpLocks noChangeAspect="1"/>
          </p:cNvGrpSpPr>
          <p:nvPr/>
        </p:nvGrpSpPr>
        <p:grpSpPr>
          <a:xfrm>
            <a:off x="2406641" y="2592616"/>
            <a:ext cx="934515" cy="868210"/>
            <a:chOff x="3988433" y="4598086"/>
            <a:chExt cx="2130558" cy="1979392"/>
          </a:xfrm>
        </p:grpSpPr>
        <p:grpSp>
          <p:nvGrpSpPr>
            <p:cNvPr id="52" name="Group 51"/>
            <p:cNvGrpSpPr/>
            <p:nvPr/>
          </p:nvGrpSpPr>
          <p:grpSpPr>
            <a:xfrm>
              <a:off x="4449888" y="4598086"/>
              <a:ext cx="1669103" cy="1380347"/>
              <a:chOff x="4449888" y="4598086"/>
              <a:chExt cx="1669103" cy="1380347"/>
            </a:xfrm>
          </p:grpSpPr>
          <p:sp>
            <p:nvSpPr>
              <p:cNvPr id="56" name="Right Triangle 55"/>
              <p:cNvSpPr/>
              <p:nvPr/>
            </p:nvSpPr>
            <p:spPr>
              <a:xfrm>
                <a:off x="4449888" y="4995559"/>
                <a:ext cx="698798" cy="982874"/>
              </a:xfrm>
              <a:prstGeom prst="rtTriangle">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dirty="0">
                  <a:solidFill>
                    <a:prstClr val="white"/>
                  </a:solidFill>
                  <a:latin typeface="Calibri"/>
                </a:endParaRPr>
              </a:p>
            </p:txBody>
          </p:sp>
          <p:cxnSp>
            <p:nvCxnSpPr>
              <p:cNvPr id="57" name="Straight Connector 56"/>
              <p:cNvCxnSpPr>
                <a:stCxn id="56" idx="0"/>
              </p:cNvCxnSpPr>
              <p:nvPr/>
            </p:nvCxnSpPr>
            <p:spPr>
              <a:xfrm flipV="1">
                <a:off x="4449888" y="4598086"/>
                <a:ext cx="970305" cy="397473"/>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8" name="Straight Connector 57"/>
              <p:cNvCxnSpPr>
                <a:stCxn id="56" idx="4"/>
              </p:cNvCxnSpPr>
              <p:nvPr/>
            </p:nvCxnSpPr>
            <p:spPr>
              <a:xfrm flipV="1">
                <a:off x="5148686" y="5580960"/>
                <a:ext cx="970305" cy="397473"/>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9" name="Straight Connector 58"/>
              <p:cNvCxnSpPr/>
              <p:nvPr/>
            </p:nvCxnSpPr>
            <p:spPr>
              <a:xfrm>
                <a:off x="5420193" y="4598086"/>
                <a:ext cx="698798" cy="973501"/>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53" name="TextBox 52"/>
                <p:cNvSpPr txBox="1"/>
                <p:nvPr/>
              </p:nvSpPr>
              <p:spPr>
                <a:xfrm>
                  <a:off x="3988433" y="5242254"/>
                  <a:ext cx="524692" cy="6841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dirty="0">
                            <a:solidFill>
                              <a:prstClr val="black"/>
                            </a:solidFill>
                            <a:latin typeface="Cambria Math"/>
                            <a:cs typeface="Times Bold"/>
                          </a:rPr>
                          <m:t>𝒉</m:t>
                        </m:r>
                      </m:oMath>
                    </m:oMathPara>
                  </a14:m>
                  <a:endParaRPr lang="en-US" b="1" i="1" dirty="0">
                    <a:solidFill>
                      <a:prstClr val="black"/>
                    </a:solidFill>
                    <a:latin typeface="Times Bold"/>
                    <a:cs typeface="Times Bold"/>
                  </a:endParaRPr>
                </a:p>
              </p:txBody>
            </p:sp>
          </mc:Choice>
          <mc:Fallback xmlns="">
            <p:sp>
              <p:nvSpPr>
                <p:cNvPr id="53" name="TextBox 52"/>
                <p:cNvSpPr txBox="1">
                  <a:spLocks noRot="1" noChangeAspect="1" noMove="1" noResize="1" noEditPoints="1" noAdjustHandles="1" noChangeArrowheads="1" noChangeShapeType="1" noTextEdit="1"/>
                </p:cNvSpPr>
                <p:nvPr/>
              </p:nvSpPr>
              <p:spPr>
                <a:xfrm>
                  <a:off x="3988433" y="5242254"/>
                  <a:ext cx="524692" cy="684143"/>
                </a:xfrm>
                <a:prstGeom prst="rect">
                  <a:avLst/>
                </a:prstGeom>
                <a:blipFill>
                  <a:blip r:embed="rId6"/>
                  <a:stretch>
                    <a:fillRect r="-15789"/>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54" name="TextBox 53"/>
                <p:cNvSpPr txBox="1"/>
                <p:nvPr/>
              </p:nvSpPr>
              <p:spPr>
                <a:xfrm>
                  <a:off x="4513123" y="5893335"/>
                  <a:ext cx="564850" cy="6841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dirty="0">
                            <a:solidFill>
                              <a:prstClr val="black"/>
                            </a:solidFill>
                            <a:latin typeface="Cambria Math"/>
                            <a:cs typeface="Times Bold"/>
                          </a:rPr>
                          <m:t>𝒃</m:t>
                        </m:r>
                      </m:oMath>
                    </m:oMathPara>
                  </a14:m>
                  <a:endParaRPr lang="en-US" b="1" i="1" dirty="0">
                    <a:solidFill>
                      <a:prstClr val="black"/>
                    </a:solidFill>
                    <a:latin typeface="Times Bold"/>
                    <a:cs typeface="Times Bold"/>
                  </a:endParaRPr>
                </a:p>
              </p:txBody>
            </p:sp>
          </mc:Choice>
          <mc:Fallback xmlns="">
            <p:sp>
              <p:nvSpPr>
                <p:cNvPr id="54" name="TextBox 53"/>
                <p:cNvSpPr txBox="1">
                  <a:spLocks noRot="1" noChangeAspect="1" noMove="1" noResize="1" noEditPoints="1" noAdjustHandles="1" noChangeArrowheads="1" noChangeShapeType="1" noTextEdit="1"/>
                </p:cNvSpPr>
                <p:nvPr/>
              </p:nvSpPr>
              <p:spPr>
                <a:xfrm>
                  <a:off x="4513123" y="5893335"/>
                  <a:ext cx="564850" cy="684143"/>
                </a:xfrm>
                <a:prstGeom prst="rect">
                  <a:avLst/>
                </a:prstGeom>
                <a:blipFill>
                  <a:blip r:embed="rId12"/>
                  <a:stretch>
                    <a:fillRect r="-4878"/>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55" name="TextBox 54"/>
                <p:cNvSpPr txBox="1"/>
                <p:nvPr/>
              </p:nvSpPr>
              <p:spPr>
                <a:xfrm>
                  <a:off x="5659963" y="5640061"/>
                  <a:ext cx="459028" cy="6841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dirty="0">
                            <a:solidFill>
                              <a:prstClr val="black"/>
                            </a:solidFill>
                            <a:latin typeface="Cambria Math"/>
                            <a:cs typeface="Times Bold"/>
                          </a:rPr>
                          <m:t>𝒍</m:t>
                        </m:r>
                      </m:oMath>
                    </m:oMathPara>
                  </a14:m>
                  <a:endParaRPr lang="en-US" b="1" i="1" dirty="0">
                    <a:solidFill>
                      <a:prstClr val="black"/>
                    </a:solidFill>
                    <a:latin typeface="Times Bold"/>
                    <a:cs typeface="Times Bold"/>
                  </a:endParaRPr>
                </a:p>
              </p:txBody>
            </p:sp>
          </mc:Choice>
          <mc:Fallback xmlns="">
            <p:sp>
              <p:nvSpPr>
                <p:cNvPr id="55" name="TextBox 54"/>
                <p:cNvSpPr txBox="1">
                  <a:spLocks noRot="1" noChangeAspect="1" noMove="1" noResize="1" noEditPoints="1" noAdjustHandles="1" noChangeArrowheads="1" noChangeShapeType="1" noTextEdit="1"/>
                </p:cNvSpPr>
                <p:nvPr/>
              </p:nvSpPr>
              <p:spPr>
                <a:xfrm>
                  <a:off x="5659963" y="5640061"/>
                  <a:ext cx="459028" cy="684143"/>
                </a:xfrm>
                <a:prstGeom prst="rect">
                  <a:avLst/>
                </a:prstGeom>
                <a:blipFill>
                  <a:blip r:embed="rId13"/>
                  <a:stretch>
                    <a:fillRect r="-9091"/>
                  </a:stretch>
                </a:blipFill>
              </p:spPr>
              <p:txBody>
                <a:bodyPr/>
                <a:lstStyle/>
                <a:p>
                  <a:r>
                    <a:rPr lang="en-AU">
                      <a:noFill/>
                    </a:rPr>
                    <a:t> </a:t>
                  </a:r>
                </a:p>
              </p:txBody>
            </p:sp>
          </mc:Fallback>
        </mc:AlternateContent>
      </p:grpSp>
      <p:sp>
        <p:nvSpPr>
          <p:cNvPr id="95" name="TextBox 94"/>
          <p:cNvSpPr txBox="1"/>
          <p:nvPr/>
        </p:nvSpPr>
        <p:spPr>
          <a:xfrm>
            <a:off x="2294022" y="977822"/>
            <a:ext cx="1458733" cy="300082"/>
          </a:xfrm>
          <a:prstGeom prst="rect">
            <a:avLst/>
          </a:prstGeom>
          <a:noFill/>
        </p:spPr>
        <p:txBody>
          <a:bodyPr wrap="none" rtlCol="0">
            <a:spAutoFit/>
          </a:bodyPr>
          <a:lstStyle/>
          <a:p>
            <a:r>
              <a:rPr lang="en-US" dirty="0">
                <a:solidFill>
                  <a:prstClr val="black"/>
                </a:solidFill>
                <a:latin typeface="Calibri"/>
              </a:rPr>
              <a:t>Rectangular Prism</a:t>
            </a:r>
          </a:p>
        </p:txBody>
      </p:sp>
      <p:sp>
        <p:nvSpPr>
          <p:cNvPr id="96" name="TextBox 95"/>
          <p:cNvSpPr txBox="1"/>
          <p:nvPr/>
        </p:nvSpPr>
        <p:spPr>
          <a:xfrm>
            <a:off x="830806" y="1092122"/>
            <a:ext cx="546945" cy="300082"/>
          </a:xfrm>
          <a:prstGeom prst="rect">
            <a:avLst/>
          </a:prstGeom>
          <a:noFill/>
        </p:spPr>
        <p:txBody>
          <a:bodyPr wrap="none" rtlCol="0">
            <a:spAutoFit/>
          </a:bodyPr>
          <a:lstStyle/>
          <a:p>
            <a:r>
              <a:rPr lang="en-US" dirty="0">
                <a:solidFill>
                  <a:prstClr val="black"/>
                </a:solidFill>
                <a:latin typeface="Calibri"/>
              </a:rPr>
              <a:t>Cube</a:t>
            </a:r>
          </a:p>
        </p:txBody>
      </p:sp>
      <p:sp>
        <p:nvSpPr>
          <p:cNvPr id="99" name="TextBox 98"/>
          <p:cNvSpPr txBox="1"/>
          <p:nvPr/>
        </p:nvSpPr>
        <p:spPr>
          <a:xfrm>
            <a:off x="2208629" y="3398179"/>
            <a:ext cx="1326517" cy="300082"/>
          </a:xfrm>
          <a:prstGeom prst="rect">
            <a:avLst/>
          </a:prstGeom>
          <a:noFill/>
        </p:spPr>
        <p:txBody>
          <a:bodyPr wrap="none" rtlCol="0">
            <a:spAutoFit/>
          </a:bodyPr>
          <a:lstStyle/>
          <a:p>
            <a:r>
              <a:rPr lang="en-US" dirty="0">
                <a:solidFill>
                  <a:prstClr val="black"/>
                </a:solidFill>
                <a:latin typeface="Calibri"/>
              </a:rPr>
              <a:t>Triangular Prism</a:t>
            </a:r>
          </a:p>
        </p:txBody>
      </p:sp>
      <p:sp>
        <p:nvSpPr>
          <p:cNvPr id="100" name="TextBox 99"/>
          <p:cNvSpPr txBox="1"/>
          <p:nvPr/>
        </p:nvSpPr>
        <p:spPr>
          <a:xfrm>
            <a:off x="777173" y="3382177"/>
            <a:ext cx="885179" cy="300082"/>
          </a:xfrm>
          <a:prstGeom prst="rect">
            <a:avLst/>
          </a:prstGeom>
          <a:noFill/>
        </p:spPr>
        <p:txBody>
          <a:bodyPr wrap="none" rtlCol="0">
            <a:spAutoFit/>
          </a:bodyPr>
          <a:lstStyle/>
          <a:p>
            <a:r>
              <a:rPr lang="en-US" dirty="0">
                <a:solidFill>
                  <a:prstClr val="black"/>
                </a:solidFill>
                <a:latin typeface="Calibri"/>
              </a:rPr>
              <a:t>Any Prism</a:t>
            </a:r>
          </a:p>
        </p:txBody>
      </p:sp>
      <mc:AlternateContent xmlns:mc="http://schemas.openxmlformats.org/markup-compatibility/2006">
        <mc:Choice xmlns:a14="http://schemas.microsoft.com/office/drawing/2010/main" Requires="a14">
          <p:sp>
            <p:nvSpPr>
              <p:cNvPr id="103" name="TextBox 102"/>
              <p:cNvSpPr txBox="1"/>
              <p:nvPr/>
            </p:nvSpPr>
            <p:spPr>
              <a:xfrm>
                <a:off x="608412" y="1774550"/>
                <a:ext cx="1227195" cy="29527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a:solidFill>
                            <a:prstClr val="black"/>
                          </a:solidFill>
                          <a:latin typeface="Cambria Math"/>
                          <a:cs typeface="Times Bold"/>
                        </a:rPr>
                        <m:t>𝑉𝑜𝑙𝑢𝑚𝑒</m:t>
                      </m:r>
                      <m:r>
                        <a:rPr lang="en-US" i="1" dirty="0">
                          <a:solidFill>
                            <a:prstClr val="black"/>
                          </a:solidFill>
                          <a:latin typeface="Cambria Math"/>
                          <a:cs typeface="Times Bold"/>
                        </a:rPr>
                        <m:t> = </m:t>
                      </m:r>
                      <m:r>
                        <a:rPr lang="en-US" i="1" dirty="0">
                          <a:solidFill>
                            <a:prstClr val="black"/>
                          </a:solidFill>
                          <a:latin typeface="Cambria Math"/>
                          <a:cs typeface="Times Bold"/>
                        </a:rPr>
                        <m:t>𝑙</m:t>
                      </m:r>
                      <m:r>
                        <a:rPr lang="en-US" i="1" baseline="30000" dirty="0">
                          <a:solidFill>
                            <a:prstClr val="black"/>
                          </a:solidFill>
                          <a:latin typeface="Cambria Math"/>
                          <a:cs typeface="Times Bold"/>
                        </a:rPr>
                        <m:t>3</m:t>
                      </m:r>
                    </m:oMath>
                  </m:oMathPara>
                </a14:m>
                <a:endParaRPr lang="en-US" i="1" baseline="30000" dirty="0">
                  <a:solidFill>
                    <a:prstClr val="black"/>
                  </a:solidFill>
                  <a:latin typeface="Times Bold"/>
                  <a:cs typeface="Times Bold"/>
                </a:endParaRPr>
              </a:p>
            </p:txBody>
          </p:sp>
        </mc:Choice>
        <mc:Fallback>
          <p:sp>
            <p:nvSpPr>
              <p:cNvPr id="103" name="TextBox 102"/>
              <p:cNvSpPr txBox="1">
                <a:spLocks noRot="1" noChangeAspect="1" noMove="1" noResize="1" noEditPoints="1" noAdjustHandles="1" noChangeArrowheads="1" noChangeShapeType="1" noTextEdit="1"/>
              </p:cNvSpPr>
              <p:nvPr/>
            </p:nvSpPr>
            <p:spPr>
              <a:xfrm>
                <a:off x="608412" y="1774550"/>
                <a:ext cx="1227195" cy="295274"/>
              </a:xfrm>
              <a:prstGeom prst="rect">
                <a:avLst/>
              </a:prstGeom>
              <a:blipFill>
                <a:blip r:embed="rId14"/>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104" name="TextBox 103"/>
              <p:cNvSpPr txBox="1"/>
              <p:nvPr/>
            </p:nvSpPr>
            <p:spPr>
              <a:xfrm>
                <a:off x="2163624" y="1781399"/>
                <a:ext cx="1688283" cy="29527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a:solidFill>
                            <a:prstClr val="black"/>
                          </a:solidFill>
                          <a:latin typeface="Cambria Math"/>
                          <a:cs typeface="Times Bold"/>
                        </a:rPr>
                        <m:t>𝑉𝑜𝑙𝑢𝑚𝑒</m:t>
                      </m:r>
                      <m:r>
                        <a:rPr lang="en-US" i="1" dirty="0">
                          <a:solidFill>
                            <a:prstClr val="black"/>
                          </a:solidFill>
                          <a:latin typeface="Cambria Math"/>
                          <a:cs typeface="Times Bold"/>
                        </a:rPr>
                        <m:t>=</m:t>
                      </m:r>
                      <m:r>
                        <a:rPr lang="en-US" i="1" dirty="0">
                          <a:solidFill>
                            <a:prstClr val="black"/>
                          </a:solidFill>
                          <a:latin typeface="Cambria Math"/>
                          <a:cs typeface="Times Bold"/>
                        </a:rPr>
                        <m:t>𝑙</m:t>
                      </m:r>
                      <m:r>
                        <a:rPr lang="en-US" i="1" dirty="0">
                          <a:solidFill>
                            <a:prstClr val="black"/>
                          </a:solidFill>
                          <a:latin typeface="Cambria Math"/>
                          <a:ea typeface="Cambria Math"/>
                          <a:cs typeface="Times Bold"/>
                        </a:rPr>
                        <m:t>×</m:t>
                      </m:r>
                      <m:r>
                        <a:rPr lang="en-AU" i="1" dirty="0">
                          <a:solidFill>
                            <a:prstClr val="black"/>
                          </a:solidFill>
                          <a:latin typeface="Cambria Math"/>
                          <a:cs typeface="Times Bold"/>
                        </a:rPr>
                        <m:t>𝑏</m:t>
                      </m:r>
                      <m:r>
                        <a:rPr lang="en-US" i="1" dirty="0">
                          <a:solidFill>
                            <a:prstClr val="black"/>
                          </a:solidFill>
                          <a:latin typeface="Cambria Math"/>
                          <a:ea typeface="Cambria Math"/>
                          <a:cs typeface="Times Bold"/>
                        </a:rPr>
                        <m:t>×</m:t>
                      </m:r>
                      <m:r>
                        <a:rPr lang="en-US" i="1" dirty="0">
                          <a:solidFill>
                            <a:prstClr val="black"/>
                          </a:solidFill>
                          <a:latin typeface="Cambria Math"/>
                          <a:cs typeface="Times Bold"/>
                        </a:rPr>
                        <m:t>h</m:t>
                      </m:r>
                    </m:oMath>
                  </m:oMathPara>
                </a14:m>
                <a:endParaRPr lang="en-US" i="1" baseline="30000" dirty="0">
                  <a:solidFill>
                    <a:prstClr val="black"/>
                  </a:solidFill>
                  <a:latin typeface="Times Bold"/>
                  <a:cs typeface="Times Bold"/>
                </a:endParaRPr>
              </a:p>
            </p:txBody>
          </p:sp>
        </mc:Choice>
        <mc:Fallback>
          <p:sp>
            <p:nvSpPr>
              <p:cNvPr id="104" name="TextBox 103"/>
              <p:cNvSpPr txBox="1">
                <a:spLocks noRot="1" noChangeAspect="1" noMove="1" noResize="1" noEditPoints="1" noAdjustHandles="1" noChangeArrowheads="1" noChangeShapeType="1" noTextEdit="1"/>
              </p:cNvSpPr>
              <p:nvPr/>
            </p:nvSpPr>
            <p:spPr>
              <a:xfrm>
                <a:off x="2163624" y="1781399"/>
                <a:ext cx="1688283" cy="295274"/>
              </a:xfrm>
              <a:prstGeom prst="rect">
                <a:avLst/>
              </a:prstGeom>
              <a:blipFill>
                <a:blip r:embed="rId15"/>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105" name="TextBox 104"/>
              <p:cNvSpPr txBox="1"/>
              <p:nvPr/>
            </p:nvSpPr>
            <p:spPr>
              <a:xfrm>
                <a:off x="2118858" y="4117374"/>
                <a:ext cx="1850507" cy="43800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i="1" dirty="0">
                          <a:solidFill>
                            <a:prstClr val="black"/>
                          </a:solidFill>
                          <a:latin typeface="Cambria Math"/>
                          <a:cs typeface="Times Bold"/>
                        </a:rPr>
                        <m:t>𝑉𝑜𝑙𝑢𝑚𝑒</m:t>
                      </m:r>
                      <m:r>
                        <a:rPr lang="en-US" sz="1200" i="1" dirty="0">
                          <a:solidFill>
                            <a:prstClr val="black"/>
                          </a:solidFill>
                          <a:latin typeface="Cambria Math"/>
                          <a:cs typeface="Times Bold"/>
                        </a:rPr>
                        <m:t> = </m:t>
                      </m:r>
                      <m:f>
                        <m:fPr>
                          <m:ctrlPr>
                            <a:rPr lang="en-US" sz="1200" i="1" dirty="0">
                              <a:solidFill>
                                <a:prstClr val="black"/>
                              </a:solidFill>
                              <a:latin typeface="Cambria Math" panose="02040503050406030204" pitchFamily="18" charset="0"/>
                            </a:rPr>
                          </m:ctrlPr>
                        </m:fPr>
                        <m:num>
                          <m:r>
                            <a:rPr lang="en-AU" sz="1200" i="1" dirty="0">
                              <a:solidFill>
                                <a:prstClr val="black"/>
                              </a:solidFill>
                              <a:latin typeface="Cambria Math"/>
                            </a:rPr>
                            <m:t>1</m:t>
                          </m:r>
                        </m:num>
                        <m:den>
                          <m:r>
                            <a:rPr lang="en-AU" sz="1200" i="1" dirty="0">
                              <a:solidFill>
                                <a:prstClr val="black"/>
                              </a:solidFill>
                              <a:latin typeface="Cambria Math"/>
                            </a:rPr>
                            <m:t>2</m:t>
                          </m:r>
                        </m:den>
                      </m:f>
                      <m:r>
                        <a:rPr lang="en-US" sz="1200" i="1" dirty="0">
                          <a:solidFill>
                            <a:prstClr val="black"/>
                          </a:solidFill>
                          <a:latin typeface="Cambria Math"/>
                          <a:ea typeface="Cambria Math"/>
                        </a:rPr>
                        <m:t>×</m:t>
                      </m:r>
                      <m:r>
                        <a:rPr lang="en-US" sz="1200" i="1" dirty="0">
                          <a:solidFill>
                            <a:prstClr val="black"/>
                          </a:solidFill>
                          <a:latin typeface="Cambria Math"/>
                          <a:cs typeface="Times Bold"/>
                        </a:rPr>
                        <m:t>𝑙</m:t>
                      </m:r>
                      <m:r>
                        <a:rPr lang="en-US" sz="1200" i="1" dirty="0">
                          <a:solidFill>
                            <a:prstClr val="black"/>
                          </a:solidFill>
                          <a:latin typeface="Cambria Math"/>
                          <a:ea typeface="Cambria Math"/>
                          <a:cs typeface="Times Bold"/>
                        </a:rPr>
                        <m:t>×</m:t>
                      </m:r>
                      <m:r>
                        <a:rPr lang="en-US" sz="1200" i="1" dirty="0">
                          <a:solidFill>
                            <a:prstClr val="black"/>
                          </a:solidFill>
                          <a:latin typeface="Cambria Math"/>
                          <a:cs typeface="Times Bold"/>
                        </a:rPr>
                        <m:t>𝑏</m:t>
                      </m:r>
                      <m:r>
                        <a:rPr lang="en-US" sz="1200" i="1" dirty="0">
                          <a:solidFill>
                            <a:prstClr val="black"/>
                          </a:solidFill>
                          <a:latin typeface="Cambria Math"/>
                          <a:ea typeface="Cambria Math"/>
                          <a:cs typeface="Times Bold"/>
                        </a:rPr>
                        <m:t>×</m:t>
                      </m:r>
                      <m:r>
                        <a:rPr lang="en-US" sz="1200" i="1" dirty="0">
                          <a:solidFill>
                            <a:prstClr val="black"/>
                          </a:solidFill>
                          <a:latin typeface="Cambria Math"/>
                          <a:cs typeface="Times Bold"/>
                        </a:rPr>
                        <m:t>h</m:t>
                      </m:r>
                    </m:oMath>
                  </m:oMathPara>
                </a14:m>
                <a:endParaRPr lang="en-US" sz="1200" i="1" baseline="30000" dirty="0">
                  <a:solidFill>
                    <a:prstClr val="black"/>
                  </a:solidFill>
                  <a:latin typeface="Times Bold"/>
                  <a:cs typeface="Times Bold"/>
                </a:endParaRPr>
              </a:p>
            </p:txBody>
          </p:sp>
        </mc:Choice>
        <mc:Fallback>
          <p:sp>
            <p:nvSpPr>
              <p:cNvPr id="105" name="TextBox 104"/>
              <p:cNvSpPr txBox="1">
                <a:spLocks noRot="1" noChangeAspect="1" noMove="1" noResize="1" noEditPoints="1" noAdjustHandles="1" noChangeArrowheads="1" noChangeShapeType="1" noTextEdit="1"/>
              </p:cNvSpPr>
              <p:nvPr/>
            </p:nvSpPr>
            <p:spPr>
              <a:xfrm>
                <a:off x="2118858" y="4117374"/>
                <a:ext cx="1850507" cy="438005"/>
              </a:xfrm>
              <a:prstGeom prst="rect">
                <a:avLst/>
              </a:prstGeom>
              <a:blipFill>
                <a:blip r:embed="rId16"/>
                <a:stretch>
                  <a:fillRect b="-1389"/>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107" name="TextBox 106"/>
              <p:cNvSpPr txBox="1"/>
              <p:nvPr/>
            </p:nvSpPr>
            <p:spPr>
              <a:xfrm>
                <a:off x="101434" y="4186166"/>
                <a:ext cx="1906484" cy="27276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i="1" dirty="0">
                          <a:solidFill>
                            <a:prstClr val="black"/>
                          </a:solidFill>
                          <a:latin typeface="Cambria Math"/>
                          <a:cs typeface="Times Bold"/>
                        </a:rPr>
                        <m:t>𝑉𝑜𝑙𝑢𝑚𝑒</m:t>
                      </m:r>
                      <m:r>
                        <a:rPr lang="en-US" sz="1200" i="1" dirty="0">
                          <a:solidFill>
                            <a:prstClr val="black"/>
                          </a:solidFill>
                          <a:latin typeface="Cambria Math"/>
                          <a:cs typeface="Times Bold"/>
                        </a:rPr>
                        <m:t>=</m:t>
                      </m:r>
                      <m:r>
                        <a:rPr lang="en-US" sz="1200" i="1" dirty="0">
                          <a:solidFill>
                            <a:prstClr val="black"/>
                          </a:solidFill>
                          <a:latin typeface="Cambria Math"/>
                          <a:cs typeface="Times Bold"/>
                        </a:rPr>
                        <m:t>𝐴𝑟𝑒𝑎</m:t>
                      </m:r>
                      <m:r>
                        <a:rPr lang="en-US" sz="1200" i="1" dirty="0">
                          <a:solidFill>
                            <a:prstClr val="black"/>
                          </a:solidFill>
                          <a:latin typeface="Cambria Math"/>
                          <a:ea typeface="Cambria Math"/>
                          <a:cs typeface="Times Bold"/>
                        </a:rPr>
                        <m:t>×</m:t>
                      </m:r>
                      <m:r>
                        <a:rPr lang="en-US" sz="1200" i="1" dirty="0">
                          <a:solidFill>
                            <a:prstClr val="black"/>
                          </a:solidFill>
                          <a:latin typeface="Cambria Math"/>
                          <a:cs typeface="Times Bold"/>
                        </a:rPr>
                        <m:t>𝑙𝑒𝑛𝑔𝑡h</m:t>
                      </m:r>
                    </m:oMath>
                  </m:oMathPara>
                </a14:m>
                <a:endParaRPr lang="en-US" sz="1200" i="1" baseline="30000" dirty="0">
                  <a:solidFill>
                    <a:prstClr val="black"/>
                  </a:solidFill>
                  <a:latin typeface="Times Bold"/>
                  <a:cs typeface="Times Bold"/>
                </a:endParaRPr>
              </a:p>
            </p:txBody>
          </p:sp>
        </mc:Choice>
        <mc:Fallback>
          <p:sp>
            <p:nvSpPr>
              <p:cNvPr id="107" name="TextBox 106"/>
              <p:cNvSpPr txBox="1">
                <a:spLocks noRot="1" noChangeAspect="1" noMove="1" noResize="1" noEditPoints="1" noAdjustHandles="1" noChangeArrowheads="1" noChangeShapeType="1" noTextEdit="1"/>
              </p:cNvSpPr>
              <p:nvPr/>
            </p:nvSpPr>
            <p:spPr>
              <a:xfrm>
                <a:off x="101434" y="4186166"/>
                <a:ext cx="1906484" cy="272767"/>
              </a:xfrm>
              <a:prstGeom prst="rect">
                <a:avLst/>
              </a:prstGeom>
              <a:blipFill>
                <a:blip r:embed="rId17"/>
                <a:stretch>
                  <a:fillRect b="-9091"/>
                </a:stretch>
              </a:blipFill>
            </p:spPr>
            <p:txBody>
              <a:bodyPr/>
              <a:lstStyle/>
              <a:p>
                <a:r>
                  <a:rPr lang="en-AU">
                    <a:noFill/>
                  </a:rPr>
                  <a:t> </a:t>
                </a:r>
              </a:p>
            </p:txBody>
          </p:sp>
        </mc:Fallback>
      </mc:AlternateContent>
    </p:spTree>
    <p:extLst>
      <p:ext uri="{BB962C8B-B14F-4D97-AF65-F5344CB8AC3E}">
        <p14:creationId xmlns:p14="http://schemas.microsoft.com/office/powerpoint/2010/main" val="39828102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5" name="Straight Connector 4"/>
          <p:cNvCxnSpPr>
            <a:cxnSpLocks/>
          </p:cNvCxnSpPr>
          <p:nvPr/>
        </p:nvCxnSpPr>
        <p:spPr>
          <a:xfrm>
            <a:off x="399587" y="2544334"/>
            <a:ext cx="8744413" cy="18575"/>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3946588" y="0"/>
            <a:ext cx="0" cy="514350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a:off x="5585060" y="-6323"/>
            <a:ext cx="0" cy="2544333"/>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a:off x="2112338" y="0"/>
            <a:ext cx="0" cy="514350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86" name="Picture 85"/>
          <p:cNvPicPr>
            <a:picLocks noChangeAspect="1"/>
          </p:cNvPicPr>
          <p:nvPr/>
        </p:nvPicPr>
        <p:blipFill>
          <a:blip r:embed="rId2"/>
          <a:stretch>
            <a:fillRect/>
          </a:stretch>
        </p:blipFill>
        <p:spPr>
          <a:xfrm>
            <a:off x="5437351" y="2639941"/>
            <a:ext cx="1609486" cy="644411"/>
          </a:xfrm>
          <a:prstGeom prst="rect">
            <a:avLst/>
          </a:prstGeom>
        </p:spPr>
      </p:pic>
      <p:sp>
        <p:nvSpPr>
          <p:cNvPr id="89" name="TextBox 88"/>
          <p:cNvSpPr txBox="1"/>
          <p:nvPr/>
        </p:nvSpPr>
        <p:spPr>
          <a:xfrm>
            <a:off x="3887117" y="2794376"/>
            <a:ext cx="1610569" cy="300082"/>
          </a:xfrm>
          <a:prstGeom prst="rect">
            <a:avLst/>
          </a:prstGeom>
          <a:noFill/>
        </p:spPr>
        <p:txBody>
          <a:bodyPr wrap="none" rtlCol="0">
            <a:spAutoFit/>
          </a:bodyPr>
          <a:lstStyle/>
          <a:p>
            <a:r>
              <a:rPr lang="en-US" dirty="0">
                <a:solidFill>
                  <a:prstClr val="black"/>
                </a:solidFill>
                <a:latin typeface="Calibri"/>
              </a:rPr>
              <a:t>Convert length units</a:t>
            </a:r>
          </a:p>
        </p:txBody>
      </p:sp>
      <p:sp>
        <p:nvSpPr>
          <p:cNvPr id="92" name="Rectangle 91"/>
          <p:cNvSpPr/>
          <p:nvPr/>
        </p:nvSpPr>
        <p:spPr>
          <a:xfrm>
            <a:off x="640447" y="242851"/>
            <a:ext cx="1061456" cy="501236"/>
          </a:xfrm>
          <a:prstGeom prst="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prstClr val="white"/>
                </a:solidFill>
                <a:latin typeface="Calibri"/>
              </a:rPr>
              <a:t>cv</a:t>
            </a:r>
          </a:p>
        </p:txBody>
      </p:sp>
      <p:sp>
        <p:nvSpPr>
          <p:cNvPr id="93" name="TextBox 92"/>
          <p:cNvSpPr txBox="1"/>
          <p:nvPr/>
        </p:nvSpPr>
        <p:spPr>
          <a:xfrm>
            <a:off x="1054671" y="702515"/>
            <a:ext cx="271228" cy="300082"/>
          </a:xfrm>
          <a:prstGeom prst="rect">
            <a:avLst/>
          </a:prstGeom>
          <a:noFill/>
        </p:spPr>
        <p:txBody>
          <a:bodyPr wrap="none" rtlCol="0">
            <a:spAutoFit/>
          </a:bodyPr>
          <a:lstStyle/>
          <a:p>
            <a:r>
              <a:rPr lang="en-US" b="1" i="1" dirty="0">
                <a:solidFill>
                  <a:prstClr val="black"/>
                </a:solidFill>
                <a:latin typeface="Times Bold"/>
                <a:cs typeface="Times Bold"/>
              </a:rPr>
              <a:t>b</a:t>
            </a:r>
          </a:p>
        </p:txBody>
      </p:sp>
      <p:sp>
        <p:nvSpPr>
          <p:cNvPr id="94" name="TextBox 93"/>
          <p:cNvSpPr txBox="1"/>
          <p:nvPr/>
        </p:nvSpPr>
        <p:spPr>
          <a:xfrm>
            <a:off x="1701903" y="291900"/>
            <a:ext cx="280846" cy="300082"/>
          </a:xfrm>
          <a:prstGeom prst="rect">
            <a:avLst/>
          </a:prstGeom>
          <a:noFill/>
        </p:spPr>
        <p:txBody>
          <a:bodyPr wrap="none" rtlCol="0">
            <a:spAutoFit/>
          </a:bodyPr>
          <a:lstStyle/>
          <a:p>
            <a:r>
              <a:rPr lang="en-US" b="1" i="1" dirty="0">
                <a:solidFill>
                  <a:prstClr val="black"/>
                </a:solidFill>
                <a:latin typeface="Times Bold"/>
                <a:cs typeface="Times Bold"/>
              </a:rPr>
              <a:t>h</a:t>
            </a:r>
          </a:p>
        </p:txBody>
      </p:sp>
      <p:grpSp>
        <p:nvGrpSpPr>
          <p:cNvPr id="98" name="Group 97"/>
          <p:cNvGrpSpPr/>
          <p:nvPr/>
        </p:nvGrpSpPr>
        <p:grpSpPr>
          <a:xfrm>
            <a:off x="2504769" y="223705"/>
            <a:ext cx="954156" cy="741769"/>
            <a:chOff x="338211" y="3636352"/>
            <a:chExt cx="1272208" cy="989025"/>
          </a:xfrm>
        </p:grpSpPr>
        <p:sp>
          <p:nvSpPr>
            <p:cNvPr id="95" name="Right Triangle 94"/>
            <p:cNvSpPr/>
            <p:nvPr/>
          </p:nvSpPr>
          <p:spPr>
            <a:xfrm>
              <a:off x="645068" y="3636352"/>
              <a:ext cx="965351" cy="574817"/>
            </a:xfrm>
            <a:prstGeom prst="rtTriangle">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dirty="0">
                <a:solidFill>
                  <a:prstClr val="white"/>
                </a:solidFill>
                <a:latin typeface="Calibri"/>
              </a:endParaRPr>
            </a:p>
          </p:txBody>
        </p:sp>
        <p:sp>
          <p:nvSpPr>
            <p:cNvPr id="96" name="TextBox 95"/>
            <p:cNvSpPr txBox="1"/>
            <p:nvPr/>
          </p:nvSpPr>
          <p:spPr>
            <a:xfrm>
              <a:off x="338211" y="3844495"/>
              <a:ext cx="306857" cy="400109"/>
            </a:xfrm>
            <a:prstGeom prst="rect">
              <a:avLst/>
            </a:prstGeom>
            <a:noFill/>
          </p:spPr>
          <p:txBody>
            <a:bodyPr wrap="square" rtlCol="0">
              <a:spAutoFit/>
            </a:bodyPr>
            <a:lstStyle/>
            <a:p>
              <a:r>
                <a:rPr lang="en-US" b="1" i="1" dirty="0">
                  <a:solidFill>
                    <a:prstClr val="black"/>
                  </a:solidFill>
                  <a:latin typeface="Times Bold"/>
                  <a:cs typeface="Times Bold"/>
                </a:rPr>
                <a:t>h</a:t>
              </a:r>
            </a:p>
          </p:txBody>
        </p:sp>
        <p:sp>
          <p:nvSpPr>
            <p:cNvPr id="97" name="TextBox 96"/>
            <p:cNvSpPr txBox="1"/>
            <p:nvPr/>
          </p:nvSpPr>
          <p:spPr>
            <a:xfrm>
              <a:off x="905063" y="4225268"/>
              <a:ext cx="330343" cy="400109"/>
            </a:xfrm>
            <a:prstGeom prst="rect">
              <a:avLst/>
            </a:prstGeom>
            <a:noFill/>
          </p:spPr>
          <p:txBody>
            <a:bodyPr wrap="square" rtlCol="0">
              <a:spAutoFit/>
            </a:bodyPr>
            <a:lstStyle/>
            <a:p>
              <a:r>
                <a:rPr lang="en-US" b="1" i="1" dirty="0">
                  <a:solidFill>
                    <a:prstClr val="black"/>
                  </a:solidFill>
                  <a:latin typeface="Times Bold"/>
                  <a:cs typeface="Times Bold"/>
                </a:rPr>
                <a:t>b</a:t>
              </a:r>
            </a:p>
          </p:txBody>
        </p:sp>
      </p:grpSp>
      <p:grpSp>
        <p:nvGrpSpPr>
          <p:cNvPr id="104" name="Group 103"/>
          <p:cNvGrpSpPr/>
          <p:nvPr/>
        </p:nvGrpSpPr>
        <p:grpSpPr>
          <a:xfrm>
            <a:off x="711895" y="2740014"/>
            <a:ext cx="990008" cy="693666"/>
            <a:chOff x="2706858" y="3636352"/>
            <a:chExt cx="1320011" cy="924888"/>
          </a:xfrm>
        </p:grpSpPr>
        <p:sp>
          <p:nvSpPr>
            <p:cNvPr id="99" name="Parallelogram 98"/>
            <p:cNvSpPr/>
            <p:nvPr/>
          </p:nvSpPr>
          <p:spPr>
            <a:xfrm>
              <a:off x="2706858" y="3636352"/>
              <a:ext cx="1320011" cy="575246"/>
            </a:xfrm>
            <a:prstGeom prst="parallelogram">
              <a:avLst>
                <a:gd name="adj" fmla="val 45333"/>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dirty="0">
                <a:solidFill>
                  <a:prstClr val="white"/>
                </a:solidFill>
                <a:latin typeface="Calibri"/>
              </a:endParaRPr>
            </a:p>
          </p:txBody>
        </p:sp>
        <p:sp>
          <p:nvSpPr>
            <p:cNvPr id="100" name="TextBox 99"/>
            <p:cNvSpPr txBox="1"/>
            <p:nvPr/>
          </p:nvSpPr>
          <p:spPr>
            <a:xfrm>
              <a:off x="3596441" y="3654108"/>
              <a:ext cx="306857" cy="400109"/>
            </a:xfrm>
            <a:prstGeom prst="rect">
              <a:avLst/>
            </a:prstGeom>
            <a:noFill/>
          </p:spPr>
          <p:txBody>
            <a:bodyPr wrap="square" rtlCol="0">
              <a:spAutoFit/>
            </a:bodyPr>
            <a:lstStyle/>
            <a:p>
              <a:r>
                <a:rPr lang="en-US" b="1" i="1" dirty="0">
                  <a:solidFill>
                    <a:prstClr val="black"/>
                  </a:solidFill>
                  <a:latin typeface="Times Bold"/>
                  <a:cs typeface="Times Bold"/>
                </a:rPr>
                <a:t>h</a:t>
              </a:r>
            </a:p>
          </p:txBody>
        </p:sp>
        <p:sp>
          <p:nvSpPr>
            <p:cNvPr id="101" name="TextBox 100"/>
            <p:cNvSpPr txBox="1"/>
            <p:nvPr/>
          </p:nvSpPr>
          <p:spPr>
            <a:xfrm>
              <a:off x="3112670" y="4161131"/>
              <a:ext cx="330343" cy="400109"/>
            </a:xfrm>
            <a:prstGeom prst="rect">
              <a:avLst/>
            </a:prstGeom>
            <a:noFill/>
          </p:spPr>
          <p:txBody>
            <a:bodyPr wrap="square" rtlCol="0">
              <a:spAutoFit/>
            </a:bodyPr>
            <a:lstStyle/>
            <a:p>
              <a:r>
                <a:rPr lang="en-US" b="1" i="1" dirty="0">
                  <a:solidFill>
                    <a:prstClr val="black"/>
                  </a:solidFill>
                  <a:latin typeface="Times Bold"/>
                  <a:cs typeface="Times Bold"/>
                </a:rPr>
                <a:t>b</a:t>
              </a:r>
            </a:p>
          </p:txBody>
        </p:sp>
        <p:cxnSp>
          <p:nvCxnSpPr>
            <p:cNvPr id="102" name="Straight Arrow Connector 101"/>
            <p:cNvCxnSpPr/>
            <p:nvPr/>
          </p:nvCxnSpPr>
          <p:spPr>
            <a:xfrm>
              <a:off x="3596441" y="3658778"/>
              <a:ext cx="0" cy="566490"/>
            </a:xfrm>
            <a:prstGeom prst="straightConnector1">
              <a:avLst/>
            </a:prstGeom>
            <a:ln w="19050">
              <a:solidFill>
                <a:schemeClr val="tx1"/>
              </a:solidFill>
              <a:prstDash val="sysDot"/>
              <a:headEnd type="arrow"/>
              <a:tailEnd type="arrow"/>
            </a:ln>
            <a:effectLst/>
          </p:spPr>
          <p:style>
            <a:lnRef idx="2">
              <a:schemeClr val="accent1"/>
            </a:lnRef>
            <a:fillRef idx="0">
              <a:schemeClr val="accent1"/>
            </a:fillRef>
            <a:effectRef idx="1">
              <a:schemeClr val="accent1"/>
            </a:effectRef>
            <a:fontRef idx="minor">
              <a:schemeClr val="tx1"/>
            </a:fontRef>
          </p:style>
        </p:cxnSp>
      </p:grpSp>
      <p:grpSp>
        <p:nvGrpSpPr>
          <p:cNvPr id="120" name="Group 119"/>
          <p:cNvGrpSpPr/>
          <p:nvPr/>
        </p:nvGrpSpPr>
        <p:grpSpPr>
          <a:xfrm>
            <a:off x="2504769" y="2471315"/>
            <a:ext cx="1065351" cy="964748"/>
            <a:chOff x="2806909" y="3393928"/>
            <a:chExt cx="1420468" cy="1286331"/>
          </a:xfrm>
        </p:grpSpPr>
        <p:grpSp>
          <p:nvGrpSpPr>
            <p:cNvPr id="119" name="Group 118"/>
            <p:cNvGrpSpPr/>
            <p:nvPr/>
          </p:nvGrpSpPr>
          <p:grpSpPr>
            <a:xfrm>
              <a:off x="2806909" y="3712939"/>
              <a:ext cx="1420468" cy="967320"/>
              <a:chOff x="2806909" y="3712939"/>
              <a:chExt cx="1420468" cy="967320"/>
            </a:xfrm>
          </p:grpSpPr>
          <p:sp>
            <p:nvSpPr>
              <p:cNvPr id="112" name="Trapezoid 111"/>
              <p:cNvSpPr/>
              <p:nvPr/>
            </p:nvSpPr>
            <p:spPr>
              <a:xfrm>
                <a:off x="2806909" y="3712939"/>
                <a:ext cx="1420468" cy="653301"/>
              </a:xfrm>
              <a:prstGeom prst="trapezoid">
                <a:avLst>
                  <a:gd name="adj" fmla="val 45461"/>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dirty="0">
                  <a:solidFill>
                    <a:prstClr val="white"/>
                  </a:solidFill>
                  <a:latin typeface="Calibri"/>
                </a:endParaRPr>
              </a:p>
            </p:txBody>
          </p:sp>
          <p:sp>
            <p:nvSpPr>
              <p:cNvPr id="113" name="TextBox 112"/>
              <p:cNvSpPr txBox="1"/>
              <p:nvPr/>
            </p:nvSpPr>
            <p:spPr>
              <a:xfrm>
                <a:off x="3466268" y="3808372"/>
                <a:ext cx="306857" cy="400109"/>
              </a:xfrm>
              <a:prstGeom prst="rect">
                <a:avLst/>
              </a:prstGeom>
              <a:noFill/>
            </p:spPr>
            <p:txBody>
              <a:bodyPr wrap="square" rtlCol="0">
                <a:spAutoFit/>
              </a:bodyPr>
              <a:lstStyle/>
              <a:p>
                <a:r>
                  <a:rPr lang="en-US" b="1" i="1" dirty="0">
                    <a:solidFill>
                      <a:prstClr val="black"/>
                    </a:solidFill>
                    <a:latin typeface="Times Bold"/>
                    <a:cs typeface="Times Bold"/>
                  </a:rPr>
                  <a:t>h</a:t>
                </a:r>
              </a:p>
            </p:txBody>
          </p:sp>
          <p:sp>
            <p:nvSpPr>
              <p:cNvPr id="114" name="TextBox 113"/>
              <p:cNvSpPr txBox="1"/>
              <p:nvPr/>
            </p:nvSpPr>
            <p:spPr>
              <a:xfrm>
                <a:off x="3607953" y="4280150"/>
                <a:ext cx="330343" cy="400109"/>
              </a:xfrm>
              <a:prstGeom prst="rect">
                <a:avLst/>
              </a:prstGeom>
              <a:noFill/>
            </p:spPr>
            <p:txBody>
              <a:bodyPr wrap="square" rtlCol="0">
                <a:spAutoFit/>
              </a:bodyPr>
              <a:lstStyle/>
              <a:p>
                <a:r>
                  <a:rPr lang="en-US" b="1" i="1" dirty="0">
                    <a:solidFill>
                      <a:prstClr val="black"/>
                    </a:solidFill>
                    <a:latin typeface="Times Bold"/>
                    <a:cs typeface="Times Bold"/>
                  </a:rPr>
                  <a:t>b</a:t>
                </a:r>
              </a:p>
            </p:txBody>
          </p:sp>
          <p:cxnSp>
            <p:nvCxnSpPr>
              <p:cNvPr id="115" name="Straight Arrow Connector 114"/>
              <p:cNvCxnSpPr>
                <a:stCxn id="112" idx="0"/>
                <a:endCxn id="112" idx="2"/>
              </p:cNvCxnSpPr>
              <p:nvPr/>
            </p:nvCxnSpPr>
            <p:spPr>
              <a:xfrm>
                <a:off x="3517143" y="3712939"/>
                <a:ext cx="0" cy="653301"/>
              </a:xfrm>
              <a:prstGeom prst="straightConnector1">
                <a:avLst/>
              </a:prstGeom>
              <a:ln w="19050">
                <a:solidFill>
                  <a:schemeClr val="tx1"/>
                </a:solidFill>
                <a:prstDash val="sysDot"/>
                <a:headEnd type="arrow"/>
                <a:tailEnd type="arrow"/>
              </a:ln>
              <a:effectLst/>
            </p:spPr>
            <p:style>
              <a:lnRef idx="2">
                <a:schemeClr val="accent1"/>
              </a:lnRef>
              <a:fillRef idx="0">
                <a:schemeClr val="accent1"/>
              </a:fillRef>
              <a:effectRef idx="1">
                <a:schemeClr val="accent1"/>
              </a:effectRef>
              <a:fontRef idx="minor">
                <a:schemeClr val="tx1"/>
              </a:fontRef>
            </p:style>
          </p:cxnSp>
        </p:grpSp>
        <p:sp>
          <p:nvSpPr>
            <p:cNvPr id="118" name="TextBox 117"/>
            <p:cNvSpPr txBox="1"/>
            <p:nvPr/>
          </p:nvSpPr>
          <p:spPr>
            <a:xfrm>
              <a:off x="3208589" y="3393928"/>
              <a:ext cx="330343" cy="400109"/>
            </a:xfrm>
            <a:prstGeom prst="rect">
              <a:avLst/>
            </a:prstGeom>
            <a:noFill/>
          </p:spPr>
          <p:txBody>
            <a:bodyPr wrap="square" rtlCol="0">
              <a:spAutoFit/>
            </a:bodyPr>
            <a:lstStyle/>
            <a:p>
              <a:r>
                <a:rPr lang="en-US" b="1" i="1" dirty="0">
                  <a:solidFill>
                    <a:prstClr val="black"/>
                  </a:solidFill>
                  <a:latin typeface="Times Bold"/>
                  <a:cs typeface="Times Bold"/>
                </a:rPr>
                <a:t>a</a:t>
              </a:r>
            </a:p>
          </p:txBody>
        </p:sp>
      </p:grpSp>
      <mc:AlternateContent xmlns:mc="http://schemas.openxmlformats.org/markup-compatibility/2006">
        <mc:Choice xmlns:a14="http://schemas.microsoft.com/office/drawing/2010/main" Requires="a14">
          <p:sp>
            <p:nvSpPr>
              <p:cNvPr id="129" name="TextBox 128"/>
              <p:cNvSpPr txBox="1"/>
              <p:nvPr/>
            </p:nvSpPr>
            <p:spPr>
              <a:xfrm>
                <a:off x="409075" y="1430428"/>
                <a:ext cx="1781000"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i="1" dirty="0">
                          <a:solidFill>
                            <a:prstClr val="black"/>
                          </a:solidFill>
                          <a:latin typeface="Cambria Math"/>
                          <a:cs typeface="Times Bold"/>
                        </a:rPr>
                        <m:t>𝐴𝑟𝑒𝑎</m:t>
                      </m:r>
                      <m:r>
                        <a:rPr lang="en-US" sz="1200" i="1" dirty="0">
                          <a:solidFill>
                            <a:prstClr val="black"/>
                          </a:solidFill>
                          <a:latin typeface="Cambria Math"/>
                          <a:cs typeface="Times Bold"/>
                        </a:rPr>
                        <m:t> = </m:t>
                      </m:r>
                      <m:r>
                        <a:rPr lang="en-US" sz="1200" i="1" dirty="0">
                          <a:solidFill>
                            <a:prstClr val="black"/>
                          </a:solidFill>
                          <a:latin typeface="Cambria Math"/>
                          <a:cs typeface="Times Bold"/>
                        </a:rPr>
                        <m:t>𝑏𝑎𝑠𝑒</m:t>
                      </m:r>
                      <m:r>
                        <a:rPr lang="en-US" sz="1200" i="1" dirty="0">
                          <a:solidFill>
                            <a:prstClr val="black"/>
                          </a:solidFill>
                          <a:latin typeface="Cambria Math"/>
                          <a:ea typeface="Cambria Math"/>
                          <a:cs typeface="Times Bold"/>
                        </a:rPr>
                        <m:t>×</m:t>
                      </m:r>
                      <m:r>
                        <a:rPr lang="en-US" sz="1200" i="1" dirty="0">
                          <a:solidFill>
                            <a:prstClr val="black"/>
                          </a:solidFill>
                          <a:latin typeface="Cambria Math"/>
                          <a:cs typeface="Times Bold"/>
                        </a:rPr>
                        <m:t>h𝑒𝑖𝑔h𝑡</m:t>
                      </m:r>
                    </m:oMath>
                  </m:oMathPara>
                </a14:m>
                <a:endParaRPr lang="en-US" sz="1200" i="1" dirty="0">
                  <a:solidFill>
                    <a:prstClr val="black"/>
                  </a:solidFill>
                  <a:latin typeface="Times Bold"/>
                  <a:cs typeface="Times Bold"/>
                </a:endParaRPr>
              </a:p>
            </p:txBody>
          </p:sp>
        </mc:Choice>
        <mc:Fallback>
          <p:sp>
            <p:nvSpPr>
              <p:cNvPr id="129" name="TextBox 128"/>
              <p:cNvSpPr txBox="1">
                <a:spLocks noRot="1" noChangeAspect="1" noMove="1" noResize="1" noEditPoints="1" noAdjustHandles="1" noChangeArrowheads="1" noChangeShapeType="1" noTextEdit="1"/>
              </p:cNvSpPr>
              <p:nvPr/>
            </p:nvSpPr>
            <p:spPr>
              <a:xfrm>
                <a:off x="409075" y="1430428"/>
                <a:ext cx="1781000" cy="276999"/>
              </a:xfrm>
              <a:prstGeom prst="rect">
                <a:avLst/>
              </a:prstGeom>
              <a:blipFill>
                <a:blip r:embed="rId3"/>
                <a:stretch>
                  <a:fillRect b="-6667"/>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130" name="TextBox 129"/>
              <p:cNvSpPr txBox="1"/>
              <p:nvPr/>
            </p:nvSpPr>
            <p:spPr>
              <a:xfrm>
                <a:off x="2104176" y="1430427"/>
                <a:ext cx="1813766" cy="39485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dirty="0">
                          <a:solidFill>
                            <a:prstClr val="black"/>
                          </a:solidFill>
                          <a:latin typeface="Cambria Math"/>
                          <a:cs typeface="Times Bold"/>
                        </a:rPr>
                        <m:t>𝐴𝑟𝑒𝑎</m:t>
                      </m:r>
                      <m:r>
                        <a:rPr lang="en-US" sz="1050" i="1" dirty="0">
                          <a:solidFill>
                            <a:prstClr val="black"/>
                          </a:solidFill>
                          <a:latin typeface="Cambria Math"/>
                          <a:cs typeface="Times Bold"/>
                        </a:rPr>
                        <m:t> = </m:t>
                      </m:r>
                      <m:f>
                        <m:fPr>
                          <m:ctrlPr>
                            <a:rPr lang="en-US" sz="1050" i="1" dirty="0">
                              <a:solidFill>
                                <a:prstClr val="black"/>
                              </a:solidFill>
                              <a:latin typeface="Cambria Math" panose="02040503050406030204" pitchFamily="18" charset="0"/>
                            </a:rPr>
                          </m:ctrlPr>
                        </m:fPr>
                        <m:num>
                          <m:r>
                            <a:rPr lang="en-AU" sz="1050" i="1" dirty="0">
                              <a:solidFill>
                                <a:prstClr val="black"/>
                              </a:solidFill>
                              <a:latin typeface="Cambria Math"/>
                            </a:rPr>
                            <m:t>1</m:t>
                          </m:r>
                        </m:num>
                        <m:den>
                          <m:r>
                            <a:rPr lang="en-AU" sz="1050" i="1" dirty="0">
                              <a:solidFill>
                                <a:prstClr val="black"/>
                              </a:solidFill>
                              <a:latin typeface="Cambria Math"/>
                            </a:rPr>
                            <m:t>2</m:t>
                          </m:r>
                        </m:den>
                      </m:f>
                      <m:r>
                        <a:rPr lang="en-US" sz="1050" i="1" dirty="0">
                          <a:solidFill>
                            <a:prstClr val="black"/>
                          </a:solidFill>
                          <a:latin typeface="Cambria Math"/>
                          <a:ea typeface="Cambria Math"/>
                        </a:rPr>
                        <m:t>×</m:t>
                      </m:r>
                      <m:r>
                        <a:rPr lang="en-US" sz="1050" i="1" dirty="0">
                          <a:solidFill>
                            <a:prstClr val="black"/>
                          </a:solidFill>
                          <a:latin typeface="Cambria Math"/>
                          <a:cs typeface="Times Bold"/>
                        </a:rPr>
                        <m:t>𝑏𝑎𝑠𝑒</m:t>
                      </m:r>
                      <m:r>
                        <a:rPr lang="en-US" sz="1050" i="1" dirty="0">
                          <a:solidFill>
                            <a:prstClr val="black"/>
                          </a:solidFill>
                          <a:latin typeface="Cambria Math"/>
                          <a:ea typeface="Cambria Math"/>
                          <a:cs typeface="Times Bold"/>
                        </a:rPr>
                        <m:t>×</m:t>
                      </m:r>
                      <m:r>
                        <a:rPr lang="en-US" sz="1050" i="1" dirty="0">
                          <a:solidFill>
                            <a:prstClr val="black"/>
                          </a:solidFill>
                          <a:latin typeface="Cambria Math"/>
                          <a:cs typeface="Times Bold"/>
                        </a:rPr>
                        <m:t>h𝑒𝑖𝑔h𝑡</m:t>
                      </m:r>
                    </m:oMath>
                  </m:oMathPara>
                </a14:m>
                <a:endParaRPr lang="en-US" sz="1050" i="1" dirty="0">
                  <a:solidFill>
                    <a:prstClr val="black"/>
                  </a:solidFill>
                  <a:latin typeface="Times Bold"/>
                  <a:cs typeface="Times Bold"/>
                </a:endParaRPr>
              </a:p>
            </p:txBody>
          </p:sp>
        </mc:Choice>
        <mc:Fallback>
          <p:sp>
            <p:nvSpPr>
              <p:cNvPr id="130" name="TextBox 129"/>
              <p:cNvSpPr txBox="1">
                <a:spLocks noRot="1" noChangeAspect="1" noMove="1" noResize="1" noEditPoints="1" noAdjustHandles="1" noChangeArrowheads="1" noChangeShapeType="1" noTextEdit="1"/>
              </p:cNvSpPr>
              <p:nvPr/>
            </p:nvSpPr>
            <p:spPr>
              <a:xfrm>
                <a:off x="2104176" y="1430427"/>
                <a:ext cx="1813766" cy="394852"/>
              </a:xfrm>
              <a:prstGeom prst="rect">
                <a:avLst/>
              </a:prstGeom>
              <a:blipFill>
                <a:blip r:embed="rId4"/>
                <a:stretch>
                  <a:fillRect b="-1563"/>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131" name="TextBox 130"/>
              <p:cNvSpPr txBox="1"/>
              <p:nvPr/>
            </p:nvSpPr>
            <p:spPr>
              <a:xfrm>
                <a:off x="409075" y="3651334"/>
                <a:ext cx="1781000"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i="1" dirty="0">
                          <a:solidFill>
                            <a:prstClr val="black"/>
                          </a:solidFill>
                          <a:latin typeface="Cambria Math"/>
                          <a:cs typeface="Times Bold"/>
                        </a:rPr>
                        <m:t>𝐴𝑟𝑒𝑎</m:t>
                      </m:r>
                      <m:r>
                        <a:rPr lang="en-US" sz="1200" i="1" dirty="0">
                          <a:solidFill>
                            <a:prstClr val="black"/>
                          </a:solidFill>
                          <a:latin typeface="Cambria Math"/>
                          <a:cs typeface="Times Bold"/>
                        </a:rPr>
                        <m:t> = </m:t>
                      </m:r>
                      <m:r>
                        <a:rPr lang="en-US" sz="1200" i="1" dirty="0">
                          <a:solidFill>
                            <a:prstClr val="black"/>
                          </a:solidFill>
                          <a:latin typeface="Cambria Math"/>
                          <a:cs typeface="Times Bold"/>
                        </a:rPr>
                        <m:t>𝑏𝑎𝑠𝑒</m:t>
                      </m:r>
                      <m:r>
                        <a:rPr lang="en-US" sz="1200" i="1" dirty="0">
                          <a:solidFill>
                            <a:prstClr val="black"/>
                          </a:solidFill>
                          <a:latin typeface="Cambria Math"/>
                          <a:ea typeface="Cambria Math"/>
                          <a:cs typeface="Times Bold"/>
                        </a:rPr>
                        <m:t>×</m:t>
                      </m:r>
                      <m:r>
                        <a:rPr lang="en-US" sz="1200" i="1" dirty="0">
                          <a:solidFill>
                            <a:prstClr val="black"/>
                          </a:solidFill>
                          <a:latin typeface="Cambria Math"/>
                          <a:cs typeface="Times Bold"/>
                        </a:rPr>
                        <m:t>h𝑒𝑖𝑔h𝑡</m:t>
                      </m:r>
                    </m:oMath>
                  </m:oMathPara>
                </a14:m>
                <a:endParaRPr lang="en-US" sz="1200" i="1" dirty="0">
                  <a:solidFill>
                    <a:prstClr val="black"/>
                  </a:solidFill>
                  <a:latin typeface="Times Bold"/>
                  <a:cs typeface="Times Bold"/>
                </a:endParaRPr>
              </a:p>
            </p:txBody>
          </p:sp>
        </mc:Choice>
        <mc:Fallback>
          <p:sp>
            <p:nvSpPr>
              <p:cNvPr id="131" name="TextBox 130"/>
              <p:cNvSpPr txBox="1">
                <a:spLocks noRot="1" noChangeAspect="1" noMove="1" noResize="1" noEditPoints="1" noAdjustHandles="1" noChangeArrowheads="1" noChangeShapeType="1" noTextEdit="1"/>
              </p:cNvSpPr>
              <p:nvPr/>
            </p:nvSpPr>
            <p:spPr>
              <a:xfrm>
                <a:off x="409075" y="3651334"/>
                <a:ext cx="1781000" cy="276999"/>
              </a:xfrm>
              <a:prstGeom prst="rect">
                <a:avLst/>
              </a:prstGeom>
              <a:blipFill>
                <a:blip r:embed="rId5"/>
                <a:stretch>
                  <a:fillRect b="-6667"/>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132" name="TextBox 131"/>
              <p:cNvSpPr txBox="1"/>
              <p:nvPr/>
            </p:nvSpPr>
            <p:spPr>
              <a:xfrm>
                <a:off x="2045758" y="3695335"/>
                <a:ext cx="1949316" cy="44281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i="1" dirty="0">
                          <a:solidFill>
                            <a:prstClr val="black"/>
                          </a:solidFill>
                          <a:latin typeface="Cambria Math"/>
                          <a:cs typeface="Times Bold"/>
                        </a:rPr>
                        <m:t>𝐴𝑟𝑒𝑎</m:t>
                      </m:r>
                      <m:r>
                        <a:rPr lang="en-US" sz="1200" i="1" dirty="0">
                          <a:solidFill>
                            <a:prstClr val="black"/>
                          </a:solidFill>
                          <a:latin typeface="Cambria Math"/>
                          <a:cs typeface="Times Bold"/>
                        </a:rPr>
                        <m:t> = </m:t>
                      </m:r>
                      <m:f>
                        <m:fPr>
                          <m:ctrlPr>
                            <a:rPr lang="en-US" sz="1200" i="1" dirty="0">
                              <a:solidFill>
                                <a:prstClr val="black"/>
                              </a:solidFill>
                              <a:latin typeface="Cambria Math" panose="02040503050406030204" pitchFamily="18" charset="0"/>
                            </a:rPr>
                          </m:ctrlPr>
                        </m:fPr>
                        <m:num>
                          <m:r>
                            <a:rPr lang="en-US" sz="1200" i="1" dirty="0">
                              <a:solidFill>
                                <a:prstClr val="black"/>
                              </a:solidFill>
                              <a:latin typeface="Cambria Math"/>
                              <a:cs typeface="Times Bold"/>
                            </a:rPr>
                            <m:t>(</m:t>
                          </m:r>
                          <m:r>
                            <a:rPr lang="en-US" sz="1200" i="1" dirty="0">
                              <a:solidFill>
                                <a:prstClr val="black"/>
                              </a:solidFill>
                              <a:latin typeface="Cambria Math"/>
                              <a:cs typeface="Times Bold"/>
                            </a:rPr>
                            <m:t>𝑎</m:t>
                          </m:r>
                          <m:r>
                            <a:rPr lang="en-US" sz="1200" i="1" dirty="0">
                              <a:solidFill>
                                <a:prstClr val="black"/>
                              </a:solidFill>
                              <a:latin typeface="Cambria Math"/>
                              <a:cs typeface="Times Bold"/>
                            </a:rPr>
                            <m:t>+</m:t>
                          </m:r>
                          <m:r>
                            <a:rPr lang="en-US" sz="1200" i="1" dirty="0">
                              <a:solidFill>
                                <a:prstClr val="black"/>
                              </a:solidFill>
                              <a:latin typeface="Cambria Math"/>
                              <a:cs typeface="Times Bold"/>
                            </a:rPr>
                            <m:t>𝑏</m:t>
                          </m:r>
                          <m:r>
                            <a:rPr lang="en-US" sz="1200" i="1" dirty="0">
                              <a:solidFill>
                                <a:prstClr val="black"/>
                              </a:solidFill>
                              <a:latin typeface="Cambria Math"/>
                              <a:cs typeface="Times Bold"/>
                            </a:rPr>
                            <m:t>)×</m:t>
                          </m:r>
                          <m:r>
                            <a:rPr lang="en-US" sz="1200" i="1" dirty="0">
                              <a:solidFill>
                                <a:prstClr val="black"/>
                              </a:solidFill>
                              <a:latin typeface="Cambria Math"/>
                              <a:cs typeface="Times Bold"/>
                            </a:rPr>
                            <m:t>h𝑒𝑖𝑔h𝑡</m:t>
                          </m:r>
                        </m:num>
                        <m:den>
                          <m:r>
                            <a:rPr lang="en-AU" sz="1200" i="1" dirty="0">
                              <a:solidFill>
                                <a:prstClr val="black"/>
                              </a:solidFill>
                              <a:latin typeface="Cambria Math"/>
                            </a:rPr>
                            <m:t>2</m:t>
                          </m:r>
                        </m:den>
                      </m:f>
                    </m:oMath>
                  </m:oMathPara>
                </a14:m>
                <a:endParaRPr lang="en-US" sz="1200" i="1" dirty="0">
                  <a:solidFill>
                    <a:prstClr val="black"/>
                  </a:solidFill>
                  <a:latin typeface="Times Bold"/>
                  <a:cs typeface="Times Bold"/>
                </a:endParaRPr>
              </a:p>
            </p:txBody>
          </p:sp>
        </mc:Choice>
        <mc:Fallback>
          <p:sp>
            <p:nvSpPr>
              <p:cNvPr id="132" name="TextBox 131"/>
              <p:cNvSpPr txBox="1">
                <a:spLocks noRot="1" noChangeAspect="1" noMove="1" noResize="1" noEditPoints="1" noAdjustHandles="1" noChangeArrowheads="1" noChangeShapeType="1" noTextEdit="1"/>
              </p:cNvSpPr>
              <p:nvPr/>
            </p:nvSpPr>
            <p:spPr>
              <a:xfrm>
                <a:off x="2045758" y="3695335"/>
                <a:ext cx="1949316" cy="442814"/>
              </a:xfrm>
              <a:prstGeom prst="rect">
                <a:avLst/>
              </a:prstGeom>
              <a:blipFill>
                <a:blip r:embed="rId6"/>
                <a:stretch>
                  <a:fillRect b="-1370"/>
                </a:stretch>
              </a:blipFill>
            </p:spPr>
            <p:txBody>
              <a:bodyPr/>
              <a:lstStyle/>
              <a:p>
                <a:r>
                  <a:rPr lang="en-AU">
                    <a:noFill/>
                  </a:rPr>
                  <a:t> </a:t>
                </a:r>
              </a:p>
            </p:txBody>
          </p:sp>
        </mc:Fallback>
      </mc:AlternateContent>
      <p:sp>
        <p:nvSpPr>
          <p:cNvPr id="133" name="TextBox 132"/>
          <p:cNvSpPr txBox="1"/>
          <p:nvPr/>
        </p:nvSpPr>
        <p:spPr>
          <a:xfrm>
            <a:off x="711895" y="959335"/>
            <a:ext cx="875240" cy="300082"/>
          </a:xfrm>
          <a:prstGeom prst="rect">
            <a:avLst/>
          </a:prstGeom>
          <a:noFill/>
        </p:spPr>
        <p:txBody>
          <a:bodyPr wrap="none" rtlCol="0">
            <a:spAutoFit/>
          </a:bodyPr>
          <a:lstStyle/>
          <a:p>
            <a:r>
              <a:rPr lang="en-US" dirty="0">
                <a:solidFill>
                  <a:prstClr val="black"/>
                </a:solidFill>
                <a:latin typeface="Calibri"/>
              </a:rPr>
              <a:t>Rectangle</a:t>
            </a:r>
          </a:p>
        </p:txBody>
      </p:sp>
      <p:sp>
        <p:nvSpPr>
          <p:cNvPr id="134" name="TextBox 133"/>
          <p:cNvSpPr txBox="1"/>
          <p:nvPr/>
        </p:nvSpPr>
        <p:spPr>
          <a:xfrm>
            <a:off x="2685346" y="935135"/>
            <a:ext cx="743024" cy="300082"/>
          </a:xfrm>
          <a:prstGeom prst="rect">
            <a:avLst/>
          </a:prstGeom>
          <a:noFill/>
        </p:spPr>
        <p:txBody>
          <a:bodyPr wrap="none" rtlCol="0">
            <a:spAutoFit/>
          </a:bodyPr>
          <a:lstStyle/>
          <a:p>
            <a:r>
              <a:rPr lang="en-US" dirty="0">
                <a:solidFill>
                  <a:prstClr val="black"/>
                </a:solidFill>
                <a:latin typeface="Calibri"/>
              </a:rPr>
              <a:t>Triangle</a:t>
            </a:r>
          </a:p>
        </p:txBody>
      </p:sp>
      <p:sp>
        <p:nvSpPr>
          <p:cNvPr id="135" name="TextBox 134"/>
          <p:cNvSpPr txBox="1"/>
          <p:nvPr/>
        </p:nvSpPr>
        <p:spPr>
          <a:xfrm>
            <a:off x="702572" y="3337972"/>
            <a:ext cx="1153329" cy="300082"/>
          </a:xfrm>
          <a:prstGeom prst="rect">
            <a:avLst/>
          </a:prstGeom>
          <a:noFill/>
        </p:spPr>
        <p:txBody>
          <a:bodyPr wrap="none" rtlCol="0">
            <a:spAutoFit/>
          </a:bodyPr>
          <a:lstStyle/>
          <a:p>
            <a:r>
              <a:rPr lang="en-US" dirty="0">
                <a:solidFill>
                  <a:prstClr val="black"/>
                </a:solidFill>
                <a:latin typeface="Calibri"/>
              </a:rPr>
              <a:t>Parallelogram</a:t>
            </a:r>
          </a:p>
        </p:txBody>
      </p:sp>
      <p:sp>
        <p:nvSpPr>
          <p:cNvPr id="136" name="TextBox 135"/>
          <p:cNvSpPr txBox="1"/>
          <p:nvPr/>
        </p:nvSpPr>
        <p:spPr>
          <a:xfrm>
            <a:off x="2478276" y="3367448"/>
            <a:ext cx="914161" cy="300082"/>
          </a:xfrm>
          <a:prstGeom prst="rect">
            <a:avLst/>
          </a:prstGeom>
          <a:noFill/>
        </p:spPr>
        <p:txBody>
          <a:bodyPr wrap="none" rtlCol="0">
            <a:spAutoFit/>
          </a:bodyPr>
          <a:lstStyle/>
          <a:p>
            <a:r>
              <a:rPr lang="en-US" dirty="0">
                <a:solidFill>
                  <a:prstClr val="black"/>
                </a:solidFill>
                <a:latin typeface="Calibri"/>
              </a:rPr>
              <a:t>Trapezium</a:t>
            </a:r>
          </a:p>
        </p:txBody>
      </p:sp>
      <p:sp>
        <p:nvSpPr>
          <p:cNvPr id="56" name="TextBox 55"/>
          <p:cNvSpPr txBox="1"/>
          <p:nvPr/>
        </p:nvSpPr>
        <p:spPr>
          <a:xfrm>
            <a:off x="4549424" y="935136"/>
            <a:ext cx="456920" cy="300082"/>
          </a:xfrm>
          <a:prstGeom prst="rect">
            <a:avLst/>
          </a:prstGeom>
          <a:noFill/>
        </p:spPr>
        <p:txBody>
          <a:bodyPr wrap="none" rtlCol="0">
            <a:spAutoFit/>
          </a:bodyPr>
          <a:lstStyle/>
          <a:p>
            <a:r>
              <a:rPr lang="en-US" dirty="0">
                <a:solidFill>
                  <a:prstClr val="black"/>
                </a:solidFill>
                <a:latin typeface="Calibri"/>
              </a:rPr>
              <a:t>Kite</a:t>
            </a:r>
          </a:p>
        </p:txBody>
      </p:sp>
      <p:grpSp>
        <p:nvGrpSpPr>
          <p:cNvPr id="57" name="Group 56"/>
          <p:cNvGrpSpPr/>
          <p:nvPr/>
        </p:nvGrpSpPr>
        <p:grpSpPr>
          <a:xfrm>
            <a:off x="4396353" y="110013"/>
            <a:ext cx="809075" cy="831497"/>
            <a:chOff x="5329021" y="146684"/>
            <a:chExt cx="1078766" cy="1108662"/>
          </a:xfrm>
        </p:grpSpPr>
        <p:pic>
          <p:nvPicPr>
            <p:cNvPr id="58"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339194" y="158187"/>
              <a:ext cx="935493" cy="10772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9" name="Straight Arrow Connector 58"/>
            <p:cNvCxnSpPr/>
            <p:nvPr/>
          </p:nvCxnSpPr>
          <p:spPr>
            <a:xfrm flipH="1">
              <a:off x="5443567" y="499391"/>
              <a:ext cx="790628" cy="7027"/>
            </a:xfrm>
            <a:prstGeom prst="straightConnector1">
              <a:avLst/>
            </a:prstGeom>
            <a:ln w="19050">
              <a:solidFill>
                <a:schemeClr val="tx1"/>
              </a:solidFill>
              <a:prstDash val="sysDot"/>
              <a:headEnd type="arrow"/>
              <a:tailEnd type="arrow"/>
            </a:ln>
            <a:effectLst/>
          </p:spPr>
          <p:style>
            <a:lnRef idx="2">
              <a:schemeClr val="accent1"/>
            </a:lnRef>
            <a:fillRef idx="0">
              <a:schemeClr val="accent1"/>
            </a:fillRef>
            <a:effectRef idx="1">
              <a:schemeClr val="accent1"/>
            </a:effectRef>
            <a:fontRef idx="minor">
              <a:schemeClr val="tx1"/>
            </a:fontRef>
          </p:style>
        </p:cxnSp>
        <p:sp>
          <p:nvSpPr>
            <p:cNvPr id="60" name="Right Triangle 59"/>
            <p:cNvSpPr/>
            <p:nvPr/>
          </p:nvSpPr>
          <p:spPr>
            <a:xfrm>
              <a:off x="5329021" y="401955"/>
              <a:ext cx="483134" cy="833761"/>
            </a:xfrm>
            <a:prstGeom prst="rtTriangl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prstClr val="white"/>
                </a:solidFill>
                <a:latin typeface="Calibri"/>
              </a:endParaRPr>
            </a:p>
          </p:txBody>
        </p:sp>
        <p:sp>
          <p:nvSpPr>
            <p:cNvPr id="61" name="Right Triangle 60"/>
            <p:cNvSpPr/>
            <p:nvPr/>
          </p:nvSpPr>
          <p:spPr>
            <a:xfrm flipH="1">
              <a:off x="5809008" y="421585"/>
              <a:ext cx="483134" cy="833761"/>
            </a:xfrm>
            <a:prstGeom prst="rtTriangl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prstClr val="white"/>
                </a:solidFill>
                <a:latin typeface="Calibri"/>
              </a:endParaRPr>
            </a:p>
          </p:txBody>
        </p:sp>
        <p:sp>
          <p:nvSpPr>
            <p:cNvPr id="62" name="Right Triangle 61"/>
            <p:cNvSpPr/>
            <p:nvPr/>
          </p:nvSpPr>
          <p:spPr>
            <a:xfrm flipH="1" flipV="1">
              <a:off x="5775960" y="146684"/>
              <a:ext cx="498727" cy="371475"/>
            </a:xfrm>
            <a:prstGeom prst="rtTriangl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prstClr val="white"/>
                </a:solidFill>
                <a:latin typeface="Calibri"/>
              </a:endParaRPr>
            </a:p>
          </p:txBody>
        </p:sp>
        <p:sp>
          <p:nvSpPr>
            <p:cNvPr id="63" name="TextBox 62"/>
            <p:cNvSpPr txBox="1"/>
            <p:nvPr/>
          </p:nvSpPr>
          <p:spPr>
            <a:xfrm>
              <a:off x="5847107" y="423491"/>
              <a:ext cx="560680" cy="338554"/>
            </a:xfrm>
            <a:prstGeom prst="rect">
              <a:avLst/>
            </a:prstGeom>
            <a:noFill/>
          </p:spPr>
          <p:txBody>
            <a:bodyPr wrap="square" rtlCol="0">
              <a:spAutoFit/>
            </a:bodyPr>
            <a:lstStyle/>
            <a:p>
              <a:r>
                <a:rPr lang="en-US" sz="1050" b="1" i="1" dirty="0">
                  <a:solidFill>
                    <a:prstClr val="black"/>
                  </a:solidFill>
                  <a:latin typeface="Times Bold"/>
                  <a:cs typeface="Times Bold"/>
                </a:rPr>
                <a:t>d</a:t>
              </a:r>
              <a:r>
                <a:rPr lang="en-US" sz="1050" b="1" i="1" baseline="-25000" dirty="0">
                  <a:solidFill>
                    <a:prstClr val="black"/>
                  </a:solidFill>
                  <a:latin typeface="Times Bold"/>
                  <a:cs typeface="Times Bold"/>
                </a:rPr>
                <a:t>2</a:t>
              </a:r>
            </a:p>
          </p:txBody>
        </p:sp>
        <p:sp>
          <p:nvSpPr>
            <p:cNvPr id="64" name="Right Triangle 63"/>
            <p:cNvSpPr/>
            <p:nvPr/>
          </p:nvSpPr>
          <p:spPr>
            <a:xfrm flipV="1">
              <a:off x="5339193" y="148206"/>
              <a:ext cx="514871" cy="385194"/>
            </a:xfrm>
            <a:prstGeom prst="rtTriangl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prstClr val="white"/>
                </a:solidFill>
                <a:latin typeface="Calibri"/>
              </a:endParaRPr>
            </a:p>
          </p:txBody>
        </p:sp>
        <p:cxnSp>
          <p:nvCxnSpPr>
            <p:cNvPr id="65" name="Straight Arrow Connector 64"/>
            <p:cNvCxnSpPr>
              <a:stCxn id="58" idx="0"/>
              <a:endCxn id="58" idx="2"/>
            </p:cNvCxnSpPr>
            <p:nvPr/>
          </p:nvCxnSpPr>
          <p:spPr>
            <a:xfrm>
              <a:off x="5806941" y="158187"/>
              <a:ext cx="0" cy="1077234"/>
            </a:xfrm>
            <a:prstGeom prst="straightConnector1">
              <a:avLst/>
            </a:prstGeom>
            <a:ln w="19050">
              <a:solidFill>
                <a:schemeClr val="tx1"/>
              </a:solidFill>
              <a:prstDash val="sysDot"/>
              <a:headEnd type="arrow"/>
              <a:tailEnd type="arrow"/>
            </a:ln>
            <a:effectLst/>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5519217" y="607834"/>
              <a:ext cx="560680" cy="338554"/>
            </a:xfrm>
            <a:prstGeom prst="rect">
              <a:avLst/>
            </a:prstGeom>
            <a:noFill/>
          </p:spPr>
          <p:txBody>
            <a:bodyPr wrap="square" rtlCol="0">
              <a:spAutoFit/>
            </a:bodyPr>
            <a:lstStyle/>
            <a:p>
              <a:r>
                <a:rPr lang="en-US" sz="1050" b="1" i="1" dirty="0">
                  <a:solidFill>
                    <a:prstClr val="black"/>
                  </a:solidFill>
                  <a:latin typeface="Times Bold"/>
                  <a:cs typeface="Times Bold"/>
                </a:rPr>
                <a:t>d</a:t>
              </a:r>
              <a:r>
                <a:rPr lang="en-US" sz="1050" b="1" i="1" baseline="-25000" dirty="0">
                  <a:solidFill>
                    <a:prstClr val="black"/>
                  </a:solidFill>
                  <a:latin typeface="Times Bold"/>
                  <a:cs typeface="Times Bold"/>
                </a:rPr>
                <a:t>1</a:t>
              </a:r>
            </a:p>
          </p:txBody>
        </p:sp>
      </p:grpSp>
      <mc:AlternateContent xmlns:mc="http://schemas.openxmlformats.org/markup-compatibility/2006">
        <mc:Choice xmlns:a14="http://schemas.microsoft.com/office/drawing/2010/main" Requires="a14">
          <p:sp>
            <p:nvSpPr>
              <p:cNvPr id="67" name="TextBox 66"/>
              <p:cNvSpPr txBox="1"/>
              <p:nvPr/>
            </p:nvSpPr>
            <p:spPr>
              <a:xfrm>
                <a:off x="3986328" y="1451013"/>
                <a:ext cx="1591718" cy="43800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i="1" dirty="0">
                          <a:solidFill>
                            <a:prstClr val="black"/>
                          </a:solidFill>
                          <a:latin typeface="Cambria Math"/>
                          <a:cs typeface="Times Bold"/>
                        </a:rPr>
                        <m:t>𝐴𝑟𝑒𝑎</m:t>
                      </m:r>
                      <m:r>
                        <a:rPr lang="en-US" sz="1200" i="1" dirty="0">
                          <a:solidFill>
                            <a:prstClr val="black"/>
                          </a:solidFill>
                          <a:latin typeface="Cambria Math"/>
                          <a:cs typeface="Times Bold"/>
                        </a:rPr>
                        <m:t> = </m:t>
                      </m:r>
                      <m:f>
                        <m:fPr>
                          <m:ctrlPr>
                            <a:rPr lang="en-US" sz="1200" i="1" dirty="0">
                              <a:solidFill>
                                <a:prstClr val="black"/>
                              </a:solidFill>
                              <a:latin typeface="Cambria Math" panose="02040503050406030204" pitchFamily="18" charset="0"/>
                            </a:rPr>
                          </m:ctrlPr>
                        </m:fPr>
                        <m:num>
                          <m:r>
                            <a:rPr lang="en-AU" sz="1200" i="1" dirty="0">
                              <a:solidFill>
                                <a:prstClr val="black"/>
                              </a:solidFill>
                              <a:latin typeface="Cambria Math"/>
                            </a:rPr>
                            <m:t>1</m:t>
                          </m:r>
                        </m:num>
                        <m:den>
                          <m:r>
                            <a:rPr lang="en-AU" sz="1200" i="1" dirty="0">
                              <a:solidFill>
                                <a:prstClr val="black"/>
                              </a:solidFill>
                              <a:latin typeface="Cambria Math"/>
                            </a:rPr>
                            <m:t>2</m:t>
                          </m:r>
                        </m:den>
                      </m:f>
                      <m:r>
                        <a:rPr lang="en-US" sz="1200" i="1" dirty="0">
                          <a:solidFill>
                            <a:prstClr val="black"/>
                          </a:solidFill>
                          <a:latin typeface="Cambria Math"/>
                          <a:ea typeface="Cambria Math"/>
                        </a:rPr>
                        <m:t>×</m:t>
                      </m:r>
                      <m:sSub>
                        <m:sSubPr>
                          <m:ctrlPr>
                            <a:rPr lang="en-US" sz="1200" i="1" dirty="0">
                              <a:solidFill>
                                <a:prstClr val="black"/>
                              </a:solidFill>
                              <a:latin typeface="Cambria Math" panose="02040503050406030204" pitchFamily="18" charset="0"/>
                            </a:rPr>
                          </m:ctrlPr>
                        </m:sSubPr>
                        <m:e>
                          <m:r>
                            <a:rPr lang="en-AU" sz="1200" i="1" dirty="0">
                              <a:solidFill>
                                <a:prstClr val="black"/>
                              </a:solidFill>
                              <a:latin typeface="Cambria Math"/>
                            </a:rPr>
                            <m:t>𝑑</m:t>
                          </m:r>
                        </m:e>
                        <m:sub>
                          <m:r>
                            <a:rPr lang="en-AU" sz="1200" i="1" dirty="0">
                              <a:solidFill>
                                <a:prstClr val="black"/>
                              </a:solidFill>
                              <a:latin typeface="Cambria Math"/>
                            </a:rPr>
                            <m:t>1</m:t>
                          </m:r>
                        </m:sub>
                      </m:sSub>
                      <m:r>
                        <a:rPr lang="en-US" sz="1200" i="1" dirty="0">
                          <a:solidFill>
                            <a:prstClr val="black"/>
                          </a:solidFill>
                          <a:latin typeface="Cambria Math"/>
                          <a:ea typeface="Cambria Math"/>
                        </a:rPr>
                        <m:t>×</m:t>
                      </m:r>
                      <m:sSub>
                        <m:sSubPr>
                          <m:ctrlPr>
                            <a:rPr lang="en-US" sz="1200" i="1" dirty="0">
                              <a:solidFill>
                                <a:prstClr val="black"/>
                              </a:solidFill>
                              <a:latin typeface="Cambria Math" panose="02040503050406030204" pitchFamily="18" charset="0"/>
                              <a:ea typeface="Cambria Math"/>
                            </a:rPr>
                          </m:ctrlPr>
                        </m:sSubPr>
                        <m:e>
                          <m:r>
                            <a:rPr lang="en-AU" sz="1200" i="1" dirty="0">
                              <a:solidFill>
                                <a:prstClr val="black"/>
                              </a:solidFill>
                              <a:latin typeface="Cambria Math"/>
                              <a:ea typeface="Cambria Math"/>
                            </a:rPr>
                            <m:t>𝑑</m:t>
                          </m:r>
                        </m:e>
                        <m:sub>
                          <m:r>
                            <a:rPr lang="en-AU" sz="1200" i="1" dirty="0">
                              <a:solidFill>
                                <a:prstClr val="black"/>
                              </a:solidFill>
                              <a:latin typeface="Cambria Math"/>
                              <a:ea typeface="Cambria Math"/>
                            </a:rPr>
                            <m:t>2</m:t>
                          </m:r>
                        </m:sub>
                      </m:sSub>
                    </m:oMath>
                  </m:oMathPara>
                </a14:m>
                <a:endParaRPr lang="en-US" sz="1200" i="1" dirty="0">
                  <a:solidFill>
                    <a:prstClr val="black"/>
                  </a:solidFill>
                  <a:latin typeface="Times Bold"/>
                  <a:cs typeface="Times Bold"/>
                </a:endParaRPr>
              </a:p>
            </p:txBody>
          </p:sp>
        </mc:Choice>
        <mc:Fallback>
          <p:sp>
            <p:nvSpPr>
              <p:cNvPr id="67" name="TextBox 66"/>
              <p:cNvSpPr txBox="1">
                <a:spLocks noRot="1" noChangeAspect="1" noMove="1" noResize="1" noEditPoints="1" noAdjustHandles="1" noChangeArrowheads="1" noChangeShapeType="1" noTextEdit="1"/>
              </p:cNvSpPr>
              <p:nvPr/>
            </p:nvSpPr>
            <p:spPr>
              <a:xfrm>
                <a:off x="3986328" y="1451013"/>
                <a:ext cx="1591718" cy="438005"/>
              </a:xfrm>
              <a:prstGeom prst="rect">
                <a:avLst/>
              </a:prstGeom>
              <a:blipFill>
                <a:blip r:embed="rId8"/>
                <a:stretch>
                  <a:fillRect b="-1389"/>
                </a:stretch>
              </a:blipFill>
            </p:spPr>
            <p:txBody>
              <a:bodyPr/>
              <a:lstStyle/>
              <a:p>
                <a:r>
                  <a:rPr lang="en-AU">
                    <a:noFill/>
                  </a:rPr>
                  <a:t> </a:t>
                </a:r>
              </a:p>
            </p:txBody>
          </p:sp>
        </mc:Fallback>
      </mc:AlternateContent>
      <p:sp>
        <p:nvSpPr>
          <p:cNvPr id="68" name="TextBox 67"/>
          <p:cNvSpPr txBox="1"/>
          <p:nvPr/>
        </p:nvSpPr>
        <p:spPr>
          <a:xfrm>
            <a:off x="4071520" y="2006281"/>
            <a:ext cx="1274708" cy="300082"/>
          </a:xfrm>
          <a:prstGeom prst="rect">
            <a:avLst/>
          </a:prstGeom>
          <a:noFill/>
        </p:spPr>
        <p:txBody>
          <a:bodyPr wrap="none" rtlCol="0">
            <a:spAutoFit/>
          </a:bodyPr>
          <a:lstStyle/>
          <a:p>
            <a:r>
              <a:rPr lang="en-US" dirty="0">
                <a:solidFill>
                  <a:prstClr val="black"/>
                </a:solidFill>
                <a:latin typeface="Calibri"/>
              </a:rPr>
              <a:t>…and Rhombus</a:t>
            </a:r>
          </a:p>
        </p:txBody>
      </p:sp>
      <p:pic>
        <p:nvPicPr>
          <p:cNvPr id="73" name="Picture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15620" y="3337973"/>
            <a:ext cx="1646290" cy="6422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4" name="TextBox 73"/>
          <p:cNvSpPr txBox="1"/>
          <p:nvPr/>
        </p:nvSpPr>
        <p:spPr>
          <a:xfrm>
            <a:off x="3935046" y="3512834"/>
            <a:ext cx="1476238" cy="300082"/>
          </a:xfrm>
          <a:prstGeom prst="rect">
            <a:avLst/>
          </a:prstGeom>
          <a:noFill/>
        </p:spPr>
        <p:txBody>
          <a:bodyPr wrap="none" rtlCol="0">
            <a:spAutoFit/>
          </a:bodyPr>
          <a:lstStyle/>
          <a:p>
            <a:r>
              <a:rPr lang="en-US" dirty="0">
                <a:solidFill>
                  <a:prstClr val="black"/>
                </a:solidFill>
                <a:latin typeface="Calibri"/>
              </a:rPr>
              <a:t>Convert area units</a:t>
            </a:r>
          </a:p>
        </p:txBody>
      </p:sp>
    </p:spTree>
    <p:extLst>
      <p:ext uri="{BB962C8B-B14F-4D97-AF65-F5344CB8AC3E}">
        <p14:creationId xmlns:p14="http://schemas.microsoft.com/office/powerpoint/2010/main" val="4206661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fade">
                                      <p:cBhvr>
                                        <p:cTn id="7"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C86CC58-26C0-E646-8E19-16AF072E7E44}"/>
              </a:ext>
            </a:extLst>
          </p:cNvPr>
          <p:cNvSpPr/>
          <p:nvPr/>
        </p:nvSpPr>
        <p:spPr>
          <a:xfrm>
            <a:off x="1948815" y="1013279"/>
            <a:ext cx="5532120" cy="830997"/>
          </a:xfrm>
          <a:prstGeom prst="rect">
            <a:avLst/>
          </a:prstGeom>
        </p:spPr>
        <p:txBody>
          <a:bodyPr>
            <a:spAutoFit/>
          </a:bodyPr>
          <a:lstStyle/>
          <a:p>
            <a:pPr algn="ctr"/>
            <a:r>
              <a:rPr lang="en-GB" sz="2400" dirty="0">
                <a:latin typeface="Calibri" panose="020F0502020204030204" pitchFamily="34" charset="0"/>
                <a:cs typeface="Calibri" panose="020F0502020204030204" pitchFamily="34" charset="0"/>
              </a:rPr>
              <a:t>A </a:t>
            </a:r>
            <a:r>
              <a:rPr lang="en-GB" sz="2400" b="1" dirty="0">
                <a:latin typeface="Calibri" panose="020F0502020204030204" pitchFamily="34" charset="0"/>
                <a:cs typeface="Calibri" panose="020F0502020204030204" pitchFamily="34" charset="0"/>
              </a:rPr>
              <a:t>prism</a:t>
            </a:r>
            <a:r>
              <a:rPr lang="en-GB" sz="2400" dirty="0">
                <a:latin typeface="Calibri" panose="020F0502020204030204" pitchFamily="34" charset="0"/>
                <a:cs typeface="Calibri" panose="020F0502020204030204" pitchFamily="34" charset="0"/>
              </a:rPr>
              <a:t> is a </a:t>
            </a:r>
            <a:r>
              <a:rPr lang="en-GB" sz="2400" b="1" dirty="0">
                <a:latin typeface="Calibri" panose="020F0502020204030204" pitchFamily="34" charset="0"/>
                <a:cs typeface="Calibri" panose="020F0502020204030204" pitchFamily="34" charset="0"/>
              </a:rPr>
              <a:t>3D shape </a:t>
            </a:r>
            <a:r>
              <a:rPr lang="en-GB" sz="2400" dirty="0">
                <a:latin typeface="Calibri" panose="020F0502020204030204" pitchFamily="34" charset="0"/>
                <a:cs typeface="Calibri" panose="020F0502020204030204" pitchFamily="34" charset="0"/>
              </a:rPr>
              <a:t>that has a </a:t>
            </a:r>
            <a:r>
              <a:rPr lang="en-GB" sz="2400" b="1" dirty="0">
                <a:latin typeface="Calibri" panose="020F0502020204030204" pitchFamily="34" charset="0"/>
                <a:cs typeface="Calibri" panose="020F0502020204030204" pitchFamily="34" charset="0"/>
              </a:rPr>
              <a:t>constant cross-section</a:t>
            </a:r>
            <a:r>
              <a:rPr lang="en-GB" sz="2400" dirty="0">
                <a:latin typeface="Calibri" panose="020F0502020204030204" pitchFamily="34" charset="0"/>
                <a:cs typeface="Calibri" panose="020F0502020204030204" pitchFamily="34" charset="0"/>
              </a:rPr>
              <a:t> along its length.</a:t>
            </a:r>
            <a:endParaRPr lang="en-GB" sz="2400" dirty="0">
              <a:effectLst/>
              <a:latin typeface="Calibri" panose="020F0502020204030204" pitchFamily="34" charset="0"/>
              <a:cs typeface="Calibri" panose="020F0502020204030204" pitchFamily="34" charset="0"/>
            </a:endParaRPr>
          </a:p>
        </p:txBody>
      </p:sp>
      <p:pic>
        <p:nvPicPr>
          <p:cNvPr id="27" name="Picture 26">
            <a:extLst>
              <a:ext uri="{FF2B5EF4-FFF2-40B4-BE49-F238E27FC236}">
                <a16:creationId xmlns:a16="http://schemas.microsoft.com/office/drawing/2014/main" id="{5F133ADB-DCFF-9F4D-A648-13F85A3B8A5D}"/>
              </a:ext>
            </a:extLst>
          </p:cNvPr>
          <p:cNvPicPr>
            <a:picLocks noChangeAspect="1"/>
          </p:cNvPicPr>
          <p:nvPr/>
        </p:nvPicPr>
        <p:blipFill>
          <a:blip r:embed="rId3"/>
          <a:stretch>
            <a:fillRect/>
          </a:stretch>
        </p:blipFill>
        <p:spPr>
          <a:xfrm>
            <a:off x="390902" y="1805556"/>
            <a:ext cx="4157913" cy="2645292"/>
          </a:xfrm>
          <a:prstGeom prst="rect">
            <a:avLst/>
          </a:prstGeom>
        </p:spPr>
      </p:pic>
      <p:pic>
        <p:nvPicPr>
          <p:cNvPr id="26" name="Picture 25">
            <a:extLst>
              <a:ext uri="{FF2B5EF4-FFF2-40B4-BE49-F238E27FC236}">
                <a16:creationId xmlns:a16="http://schemas.microsoft.com/office/drawing/2014/main" id="{C146E498-5878-FE45-BC6B-0285581AD6C8}"/>
              </a:ext>
            </a:extLst>
          </p:cNvPr>
          <p:cNvPicPr>
            <a:picLocks noChangeAspect="1"/>
          </p:cNvPicPr>
          <p:nvPr/>
        </p:nvPicPr>
        <p:blipFill>
          <a:blip r:embed="rId4"/>
          <a:stretch>
            <a:fillRect/>
          </a:stretch>
        </p:blipFill>
        <p:spPr>
          <a:xfrm>
            <a:off x="390902" y="1805556"/>
            <a:ext cx="4157913" cy="2645293"/>
          </a:xfrm>
          <a:prstGeom prst="rect">
            <a:avLst/>
          </a:prstGeom>
        </p:spPr>
      </p:pic>
      <p:pic>
        <p:nvPicPr>
          <p:cNvPr id="25" name="Picture 24">
            <a:extLst>
              <a:ext uri="{FF2B5EF4-FFF2-40B4-BE49-F238E27FC236}">
                <a16:creationId xmlns:a16="http://schemas.microsoft.com/office/drawing/2014/main" id="{BB57D5D2-1EAF-0346-9DAB-441C64F42E91}"/>
              </a:ext>
            </a:extLst>
          </p:cNvPr>
          <p:cNvPicPr>
            <a:picLocks noChangeAspect="1"/>
          </p:cNvPicPr>
          <p:nvPr/>
        </p:nvPicPr>
        <p:blipFill>
          <a:blip r:embed="rId5"/>
          <a:stretch>
            <a:fillRect/>
          </a:stretch>
        </p:blipFill>
        <p:spPr>
          <a:xfrm>
            <a:off x="390902" y="1805556"/>
            <a:ext cx="4157914" cy="2645293"/>
          </a:xfrm>
          <a:prstGeom prst="rect">
            <a:avLst/>
          </a:prstGeom>
        </p:spPr>
      </p:pic>
      <p:pic>
        <p:nvPicPr>
          <p:cNvPr id="24" name="Picture 23">
            <a:extLst>
              <a:ext uri="{FF2B5EF4-FFF2-40B4-BE49-F238E27FC236}">
                <a16:creationId xmlns:a16="http://schemas.microsoft.com/office/drawing/2014/main" id="{3F743133-ADA8-9540-B586-DDEE2BC0D246}"/>
              </a:ext>
            </a:extLst>
          </p:cNvPr>
          <p:cNvPicPr>
            <a:picLocks noChangeAspect="1"/>
          </p:cNvPicPr>
          <p:nvPr/>
        </p:nvPicPr>
        <p:blipFill>
          <a:blip r:embed="rId6"/>
          <a:stretch>
            <a:fillRect/>
          </a:stretch>
        </p:blipFill>
        <p:spPr>
          <a:xfrm>
            <a:off x="390902" y="1805556"/>
            <a:ext cx="4157914" cy="2645294"/>
          </a:xfrm>
          <a:prstGeom prst="rect">
            <a:avLst/>
          </a:prstGeom>
        </p:spPr>
      </p:pic>
      <p:pic>
        <p:nvPicPr>
          <p:cNvPr id="6" name="Picture 5">
            <a:extLst>
              <a:ext uri="{FF2B5EF4-FFF2-40B4-BE49-F238E27FC236}">
                <a16:creationId xmlns:a16="http://schemas.microsoft.com/office/drawing/2014/main" id="{7D915335-D0EE-3142-BF8C-1E84E5016F6F}"/>
              </a:ext>
            </a:extLst>
          </p:cNvPr>
          <p:cNvPicPr>
            <a:picLocks noChangeAspect="1"/>
          </p:cNvPicPr>
          <p:nvPr/>
        </p:nvPicPr>
        <p:blipFill>
          <a:blip r:embed="rId7"/>
          <a:stretch>
            <a:fillRect/>
          </a:stretch>
        </p:blipFill>
        <p:spPr>
          <a:xfrm>
            <a:off x="4890469" y="1925797"/>
            <a:ext cx="3779922" cy="2404813"/>
          </a:xfrm>
          <a:prstGeom prst="rect">
            <a:avLst/>
          </a:prstGeom>
        </p:spPr>
      </p:pic>
      <p:pic>
        <p:nvPicPr>
          <p:cNvPr id="28" name="Picture 27">
            <a:extLst>
              <a:ext uri="{FF2B5EF4-FFF2-40B4-BE49-F238E27FC236}">
                <a16:creationId xmlns:a16="http://schemas.microsoft.com/office/drawing/2014/main" id="{54880DC4-5AE3-4441-AD59-1CD635CA719F}"/>
              </a:ext>
            </a:extLst>
          </p:cNvPr>
          <p:cNvPicPr>
            <a:picLocks noChangeAspect="1"/>
          </p:cNvPicPr>
          <p:nvPr/>
        </p:nvPicPr>
        <p:blipFill>
          <a:blip r:embed="rId8"/>
          <a:stretch>
            <a:fillRect/>
          </a:stretch>
        </p:blipFill>
        <p:spPr>
          <a:xfrm>
            <a:off x="4890469" y="1925798"/>
            <a:ext cx="3779922" cy="2404812"/>
          </a:xfrm>
          <a:prstGeom prst="rect">
            <a:avLst/>
          </a:prstGeom>
        </p:spPr>
      </p:pic>
      <p:pic>
        <p:nvPicPr>
          <p:cNvPr id="29" name="Picture 28">
            <a:extLst>
              <a:ext uri="{FF2B5EF4-FFF2-40B4-BE49-F238E27FC236}">
                <a16:creationId xmlns:a16="http://schemas.microsoft.com/office/drawing/2014/main" id="{A30F2A6E-D072-5049-932B-3BE980CC7CD3}"/>
              </a:ext>
            </a:extLst>
          </p:cNvPr>
          <p:cNvPicPr>
            <a:picLocks noChangeAspect="1"/>
          </p:cNvPicPr>
          <p:nvPr/>
        </p:nvPicPr>
        <p:blipFill>
          <a:blip r:embed="rId9"/>
          <a:stretch>
            <a:fillRect/>
          </a:stretch>
        </p:blipFill>
        <p:spPr>
          <a:xfrm>
            <a:off x="4890469" y="1925798"/>
            <a:ext cx="3779921" cy="2404812"/>
          </a:xfrm>
          <a:prstGeom prst="rect">
            <a:avLst/>
          </a:prstGeom>
        </p:spPr>
      </p:pic>
      <p:pic>
        <p:nvPicPr>
          <p:cNvPr id="30" name="Picture 29">
            <a:extLst>
              <a:ext uri="{FF2B5EF4-FFF2-40B4-BE49-F238E27FC236}">
                <a16:creationId xmlns:a16="http://schemas.microsoft.com/office/drawing/2014/main" id="{55A732FF-05E4-754A-8E68-DFDE5C680D01}"/>
              </a:ext>
            </a:extLst>
          </p:cNvPr>
          <p:cNvPicPr>
            <a:picLocks noChangeAspect="1"/>
          </p:cNvPicPr>
          <p:nvPr/>
        </p:nvPicPr>
        <p:blipFill>
          <a:blip r:embed="rId10"/>
          <a:stretch>
            <a:fillRect/>
          </a:stretch>
        </p:blipFill>
        <p:spPr>
          <a:xfrm>
            <a:off x="4890469" y="1925799"/>
            <a:ext cx="3779921" cy="2404811"/>
          </a:xfrm>
          <a:prstGeom prst="rect">
            <a:avLst/>
          </a:prstGeom>
        </p:spPr>
      </p:pic>
      <p:pic>
        <p:nvPicPr>
          <p:cNvPr id="31" name="Picture 30">
            <a:extLst>
              <a:ext uri="{FF2B5EF4-FFF2-40B4-BE49-F238E27FC236}">
                <a16:creationId xmlns:a16="http://schemas.microsoft.com/office/drawing/2014/main" id="{4890B196-BEF1-4E42-A927-FCFE43B4C8A9}"/>
              </a:ext>
            </a:extLst>
          </p:cNvPr>
          <p:cNvPicPr>
            <a:picLocks noChangeAspect="1"/>
          </p:cNvPicPr>
          <p:nvPr/>
        </p:nvPicPr>
        <p:blipFill>
          <a:blip r:embed="rId11"/>
          <a:stretch>
            <a:fillRect/>
          </a:stretch>
        </p:blipFill>
        <p:spPr>
          <a:xfrm>
            <a:off x="4890470" y="1925799"/>
            <a:ext cx="3779919" cy="2404811"/>
          </a:xfrm>
          <a:prstGeom prst="rect">
            <a:avLst/>
          </a:prstGeom>
        </p:spPr>
      </p:pic>
      <p:pic>
        <p:nvPicPr>
          <p:cNvPr id="32" name="Picture 31">
            <a:extLst>
              <a:ext uri="{FF2B5EF4-FFF2-40B4-BE49-F238E27FC236}">
                <a16:creationId xmlns:a16="http://schemas.microsoft.com/office/drawing/2014/main" id="{55E4F214-979B-E04F-9055-1901A452494A}"/>
              </a:ext>
            </a:extLst>
          </p:cNvPr>
          <p:cNvPicPr>
            <a:picLocks noChangeAspect="1"/>
          </p:cNvPicPr>
          <p:nvPr/>
        </p:nvPicPr>
        <p:blipFill>
          <a:blip r:embed="rId12"/>
          <a:stretch>
            <a:fillRect/>
          </a:stretch>
        </p:blipFill>
        <p:spPr>
          <a:xfrm>
            <a:off x="390902" y="1805556"/>
            <a:ext cx="4157914" cy="2645293"/>
          </a:xfrm>
          <a:prstGeom prst="rect">
            <a:avLst/>
          </a:prstGeom>
        </p:spPr>
      </p:pic>
    </p:spTree>
    <p:extLst>
      <p:ext uri="{BB962C8B-B14F-4D97-AF65-F5344CB8AC3E}">
        <p14:creationId xmlns:p14="http://schemas.microsoft.com/office/powerpoint/2010/main" val="3101299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dissolv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dissolve">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dissolve">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dissolve">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dissolve">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dissolve">
                                      <p:cBhvr>
                                        <p:cTn id="32" dur="500"/>
                                        <p:tgtEl>
                                          <p:spTgt spid="29"/>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dissolve">
                                      <p:cBhvr>
                                        <p:cTn id="37" dur="500"/>
                                        <p:tgtEl>
                                          <p:spTgt spid="30"/>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dissolve">
                                      <p:cBhvr>
                                        <p:cTn id="4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C86CC58-26C0-E646-8E19-16AF072E7E44}"/>
              </a:ext>
            </a:extLst>
          </p:cNvPr>
          <p:cNvSpPr/>
          <p:nvPr/>
        </p:nvSpPr>
        <p:spPr>
          <a:xfrm>
            <a:off x="1948815" y="1013279"/>
            <a:ext cx="5532120" cy="830997"/>
          </a:xfrm>
          <a:prstGeom prst="rect">
            <a:avLst/>
          </a:prstGeom>
        </p:spPr>
        <p:txBody>
          <a:bodyPr>
            <a:spAutoFit/>
          </a:bodyPr>
          <a:lstStyle/>
          <a:p>
            <a:pPr algn="ctr"/>
            <a:r>
              <a:rPr lang="en-GB" sz="2400" dirty="0">
                <a:solidFill>
                  <a:srgbClr val="FF0000"/>
                </a:solidFill>
                <a:latin typeface="Calibri" panose="020F0502020204030204" pitchFamily="34" charset="0"/>
                <a:cs typeface="Calibri" panose="020F0502020204030204" pitchFamily="34" charset="0"/>
              </a:rPr>
              <a:t>A </a:t>
            </a:r>
            <a:r>
              <a:rPr lang="en-GB" sz="2400" b="1" dirty="0">
                <a:solidFill>
                  <a:srgbClr val="FF0000"/>
                </a:solidFill>
                <a:latin typeface="Calibri" panose="020F0502020204030204" pitchFamily="34" charset="0"/>
                <a:cs typeface="Calibri" panose="020F0502020204030204" pitchFamily="34" charset="0"/>
              </a:rPr>
              <a:t>prism</a:t>
            </a:r>
            <a:r>
              <a:rPr lang="en-GB" sz="2400" dirty="0">
                <a:solidFill>
                  <a:srgbClr val="FF0000"/>
                </a:solidFill>
                <a:latin typeface="Calibri" panose="020F0502020204030204" pitchFamily="34" charset="0"/>
                <a:cs typeface="Calibri" panose="020F0502020204030204" pitchFamily="34" charset="0"/>
              </a:rPr>
              <a:t> is a </a:t>
            </a:r>
            <a:r>
              <a:rPr lang="en-GB" sz="2400" b="1" dirty="0">
                <a:solidFill>
                  <a:srgbClr val="FF0000"/>
                </a:solidFill>
                <a:latin typeface="Calibri" panose="020F0502020204030204" pitchFamily="34" charset="0"/>
                <a:cs typeface="Calibri" panose="020F0502020204030204" pitchFamily="34" charset="0"/>
              </a:rPr>
              <a:t>3D shape </a:t>
            </a:r>
            <a:r>
              <a:rPr lang="en-GB" sz="2400" dirty="0">
                <a:solidFill>
                  <a:srgbClr val="FF0000"/>
                </a:solidFill>
                <a:latin typeface="Calibri" panose="020F0502020204030204" pitchFamily="34" charset="0"/>
                <a:cs typeface="Calibri" panose="020F0502020204030204" pitchFamily="34" charset="0"/>
              </a:rPr>
              <a:t>that has a </a:t>
            </a:r>
            <a:r>
              <a:rPr lang="en-GB" sz="2400" b="1" dirty="0">
                <a:solidFill>
                  <a:srgbClr val="FF0000"/>
                </a:solidFill>
                <a:latin typeface="Calibri" panose="020F0502020204030204" pitchFamily="34" charset="0"/>
                <a:cs typeface="Calibri" panose="020F0502020204030204" pitchFamily="34" charset="0"/>
              </a:rPr>
              <a:t>constant cross-section</a:t>
            </a:r>
            <a:r>
              <a:rPr lang="en-GB" sz="2400" dirty="0">
                <a:solidFill>
                  <a:srgbClr val="FF0000"/>
                </a:solidFill>
                <a:latin typeface="Calibri" panose="020F0502020204030204" pitchFamily="34" charset="0"/>
                <a:cs typeface="Calibri" panose="020F0502020204030204" pitchFamily="34" charset="0"/>
              </a:rPr>
              <a:t> along its length.</a:t>
            </a:r>
            <a:endParaRPr lang="en-GB" sz="2400" dirty="0">
              <a:solidFill>
                <a:srgbClr val="FF0000"/>
              </a:solidFill>
              <a:effectLst/>
              <a:latin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7D915335-D0EE-3142-BF8C-1E84E5016F6F}"/>
              </a:ext>
            </a:extLst>
          </p:cNvPr>
          <p:cNvPicPr>
            <a:picLocks noChangeAspect="1"/>
          </p:cNvPicPr>
          <p:nvPr/>
        </p:nvPicPr>
        <p:blipFill>
          <a:blip r:embed="rId3"/>
          <a:stretch>
            <a:fillRect/>
          </a:stretch>
        </p:blipFill>
        <p:spPr>
          <a:xfrm>
            <a:off x="4930928" y="1925797"/>
            <a:ext cx="3779922" cy="2404812"/>
          </a:xfrm>
          <a:prstGeom prst="rect">
            <a:avLst/>
          </a:prstGeom>
        </p:spPr>
      </p:pic>
      <p:pic>
        <p:nvPicPr>
          <p:cNvPr id="13" name="Picture 12">
            <a:extLst>
              <a:ext uri="{FF2B5EF4-FFF2-40B4-BE49-F238E27FC236}">
                <a16:creationId xmlns:a16="http://schemas.microsoft.com/office/drawing/2014/main" id="{C5F956D1-9E3C-8045-AAB0-FD4D87882626}"/>
              </a:ext>
            </a:extLst>
          </p:cNvPr>
          <p:cNvPicPr>
            <a:picLocks noChangeAspect="1"/>
          </p:cNvPicPr>
          <p:nvPr/>
        </p:nvPicPr>
        <p:blipFill>
          <a:blip r:embed="rId4"/>
          <a:stretch>
            <a:fillRect/>
          </a:stretch>
        </p:blipFill>
        <p:spPr>
          <a:xfrm>
            <a:off x="431361" y="1844276"/>
            <a:ext cx="4157913" cy="2645293"/>
          </a:xfrm>
          <a:prstGeom prst="rect">
            <a:avLst/>
          </a:prstGeom>
        </p:spPr>
      </p:pic>
      <p:pic>
        <p:nvPicPr>
          <p:cNvPr id="14" name="Picture 13">
            <a:extLst>
              <a:ext uri="{FF2B5EF4-FFF2-40B4-BE49-F238E27FC236}">
                <a16:creationId xmlns:a16="http://schemas.microsoft.com/office/drawing/2014/main" id="{6DBB4483-6FDB-0243-A7DC-1EA6257D08E7}"/>
              </a:ext>
            </a:extLst>
          </p:cNvPr>
          <p:cNvPicPr>
            <a:picLocks noChangeAspect="1"/>
          </p:cNvPicPr>
          <p:nvPr/>
        </p:nvPicPr>
        <p:blipFill>
          <a:blip r:embed="rId5"/>
          <a:stretch>
            <a:fillRect/>
          </a:stretch>
        </p:blipFill>
        <p:spPr>
          <a:xfrm>
            <a:off x="431361" y="1844277"/>
            <a:ext cx="4157913" cy="2645292"/>
          </a:xfrm>
          <a:prstGeom prst="rect">
            <a:avLst/>
          </a:prstGeom>
        </p:spPr>
      </p:pic>
      <p:pic>
        <p:nvPicPr>
          <p:cNvPr id="15" name="Picture 14">
            <a:extLst>
              <a:ext uri="{FF2B5EF4-FFF2-40B4-BE49-F238E27FC236}">
                <a16:creationId xmlns:a16="http://schemas.microsoft.com/office/drawing/2014/main" id="{10D44140-9870-A74A-8F7C-2B81CD8CF13E}"/>
              </a:ext>
            </a:extLst>
          </p:cNvPr>
          <p:cNvPicPr>
            <a:picLocks noChangeAspect="1"/>
          </p:cNvPicPr>
          <p:nvPr/>
        </p:nvPicPr>
        <p:blipFill>
          <a:blip r:embed="rId6"/>
          <a:stretch>
            <a:fillRect/>
          </a:stretch>
        </p:blipFill>
        <p:spPr>
          <a:xfrm>
            <a:off x="431362" y="1844277"/>
            <a:ext cx="4157911" cy="2645292"/>
          </a:xfrm>
          <a:prstGeom prst="rect">
            <a:avLst/>
          </a:prstGeom>
        </p:spPr>
      </p:pic>
      <p:pic>
        <p:nvPicPr>
          <p:cNvPr id="16" name="Picture 15">
            <a:extLst>
              <a:ext uri="{FF2B5EF4-FFF2-40B4-BE49-F238E27FC236}">
                <a16:creationId xmlns:a16="http://schemas.microsoft.com/office/drawing/2014/main" id="{88739E1E-906C-D942-A939-92AD71ADB65B}"/>
              </a:ext>
            </a:extLst>
          </p:cNvPr>
          <p:cNvPicPr>
            <a:picLocks noChangeAspect="1"/>
          </p:cNvPicPr>
          <p:nvPr/>
        </p:nvPicPr>
        <p:blipFill>
          <a:blip r:embed="rId7"/>
          <a:stretch>
            <a:fillRect/>
          </a:stretch>
        </p:blipFill>
        <p:spPr>
          <a:xfrm>
            <a:off x="431362" y="1844278"/>
            <a:ext cx="4157911" cy="2645291"/>
          </a:xfrm>
          <a:prstGeom prst="rect">
            <a:avLst/>
          </a:prstGeom>
        </p:spPr>
      </p:pic>
      <p:pic>
        <p:nvPicPr>
          <p:cNvPr id="17" name="Picture 16">
            <a:extLst>
              <a:ext uri="{FF2B5EF4-FFF2-40B4-BE49-F238E27FC236}">
                <a16:creationId xmlns:a16="http://schemas.microsoft.com/office/drawing/2014/main" id="{D11742FC-42F2-6C47-8225-E4DEC0CAAD4B}"/>
              </a:ext>
            </a:extLst>
          </p:cNvPr>
          <p:cNvPicPr>
            <a:picLocks noChangeAspect="1"/>
          </p:cNvPicPr>
          <p:nvPr/>
        </p:nvPicPr>
        <p:blipFill>
          <a:blip r:embed="rId8"/>
          <a:stretch>
            <a:fillRect/>
          </a:stretch>
        </p:blipFill>
        <p:spPr>
          <a:xfrm>
            <a:off x="431363" y="1844278"/>
            <a:ext cx="4157909" cy="2645291"/>
          </a:xfrm>
          <a:prstGeom prst="rect">
            <a:avLst/>
          </a:prstGeom>
        </p:spPr>
      </p:pic>
      <p:pic>
        <p:nvPicPr>
          <p:cNvPr id="18" name="Picture 17">
            <a:extLst>
              <a:ext uri="{FF2B5EF4-FFF2-40B4-BE49-F238E27FC236}">
                <a16:creationId xmlns:a16="http://schemas.microsoft.com/office/drawing/2014/main" id="{D044EFC8-F4EA-5F43-AE4C-5F0F0FEDFD5C}"/>
              </a:ext>
            </a:extLst>
          </p:cNvPr>
          <p:cNvPicPr>
            <a:picLocks noChangeAspect="1"/>
          </p:cNvPicPr>
          <p:nvPr/>
        </p:nvPicPr>
        <p:blipFill>
          <a:blip r:embed="rId9"/>
          <a:stretch>
            <a:fillRect/>
          </a:stretch>
        </p:blipFill>
        <p:spPr>
          <a:xfrm>
            <a:off x="4930928" y="1925797"/>
            <a:ext cx="3779921" cy="2404812"/>
          </a:xfrm>
          <a:prstGeom prst="rect">
            <a:avLst/>
          </a:prstGeom>
        </p:spPr>
      </p:pic>
      <p:pic>
        <p:nvPicPr>
          <p:cNvPr id="19" name="Picture 18">
            <a:extLst>
              <a:ext uri="{FF2B5EF4-FFF2-40B4-BE49-F238E27FC236}">
                <a16:creationId xmlns:a16="http://schemas.microsoft.com/office/drawing/2014/main" id="{C4E6A7C8-CCB0-3E47-9291-5BA47E3DFB14}"/>
              </a:ext>
            </a:extLst>
          </p:cNvPr>
          <p:cNvPicPr>
            <a:picLocks noChangeAspect="1"/>
          </p:cNvPicPr>
          <p:nvPr/>
        </p:nvPicPr>
        <p:blipFill>
          <a:blip r:embed="rId10"/>
          <a:stretch>
            <a:fillRect/>
          </a:stretch>
        </p:blipFill>
        <p:spPr>
          <a:xfrm>
            <a:off x="4930928" y="1925798"/>
            <a:ext cx="3779921" cy="2404811"/>
          </a:xfrm>
          <a:prstGeom prst="rect">
            <a:avLst/>
          </a:prstGeom>
        </p:spPr>
      </p:pic>
      <p:pic>
        <p:nvPicPr>
          <p:cNvPr id="20" name="Picture 19">
            <a:extLst>
              <a:ext uri="{FF2B5EF4-FFF2-40B4-BE49-F238E27FC236}">
                <a16:creationId xmlns:a16="http://schemas.microsoft.com/office/drawing/2014/main" id="{0DA9C0E9-33B3-5349-903C-FFD589A11B54}"/>
              </a:ext>
            </a:extLst>
          </p:cNvPr>
          <p:cNvPicPr>
            <a:picLocks noChangeAspect="1"/>
          </p:cNvPicPr>
          <p:nvPr/>
        </p:nvPicPr>
        <p:blipFill>
          <a:blip r:embed="rId11"/>
          <a:stretch>
            <a:fillRect/>
          </a:stretch>
        </p:blipFill>
        <p:spPr>
          <a:xfrm>
            <a:off x="4930929" y="1925798"/>
            <a:ext cx="3779919" cy="2404811"/>
          </a:xfrm>
          <a:prstGeom prst="rect">
            <a:avLst/>
          </a:prstGeom>
        </p:spPr>
      </p:pic>
      <p:pic>
        <p:nvPicPr>
          <p:cNvPr id="21" name="Picture 20">
            <a:extLst>
              <a:ext uri="{FF2B5EF4-FFF2-40B4-BE49-F238E27FC236}">
                <a16:creationId xmlns:a16="http://schemas.microsoft.com/office/drawing/2014/main" id="{9244C59F-D18D-534B-A26D-8234883B4F75}"/>
              </a:ext>
            </a:extLst>
          </p:cNvPr>
          <p:cNvPicPr>
            <a:picLocks noChangeAspect="1"/>
          </p:cNvPicPr>
          <p:nvPr/>
        </p:nvPicPr>
        <p:blipFill>
          <a:blip r:embed="rId12"/>
          <a:stretch>
            <a:fillRect/>
          </a:stretch>
        </p:blipFill>
        <p:spPr>
          <a:xfrm>
            <a:off x="4930929" y="1925799"/>
            <a:ext cx="3779919" cy="2404810"/>
          </a:xfrm>
          <a:prstGeom prst="rect">
            <a:avLst/>
          </a:prstGeom>
        </p:spPr>
      </p:pic>
    </p:spTree>
    <p:extLst>
      <p:ext uri="{BB962C8B-B14F-4D97-AF65-F5344CB8AC3E}">
        <p14:creationId xmlns:p14="http://schemas.microsoft.com/office/powerpoint/2010/main" val="1879951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dissolv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dissolve">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dissolve">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dissolve">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dissolve">
                                      <p:cBhvr>
                                        <p:cTn id="37" dur="500"/>
                                        <p:tgtEl>
                                          <p:spTgt spid="20"/>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dissolve">
                                      <p:cBhvr>
                                        <p:cTn id="4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C86CC58-26C0-E646-8E19-16AF072E7E44}"/>
              </a:ext>
            </a:extLst>
          </p:cNvPr>
          <p:cNvSpPr/>
          <p:nvPr/>
        </p:nvSpPr>
        <p:spPr>
          <a:xfrm>
            <a:off x="1948815" y="1013279"/>
            <a:ext cx="5532120" cy="461665"/>
          </a:xfrm>
          <a:prstGeom prst="rect">
            <a:avLst/>
          </a:prstGeom>
        </p:spPr>
        <p:txBody>
          <a:bodyPr>
            <a:spAutoFit/>
          </a:bodyPr>
          <a:lstStyle/>
          <a:p>
            <a:pPr algn="ctr"/>
            <a:r>
              <a:rPr lang="en-GB" sz="2400" dirty="0">
                <a:latin typeface="Calibri" panose="020F0502020204030204" pitchFamily="34" charset="0"/>
                <a:cs typeface="Calibri" panose="020F0502020204030204" pitchFamily="34" charset="0"/>
              </a:rPr>
              <a:t>Are the following solids prisms?</a:t>
            </a:r>
            <a:endParaRPr lang="en-GB" sz="2400" dirty="0">
              <a:effectLst/>
              <a:latin typeface="Calibri" panose="020F0502020204030204" pitchFamily="34" charset="0"/>
              <a:cs typeface="Calibri" panose="020F0502020204030204" pitchFamily="34" charset="0"/>
            </a:endParaRPr>
          </a:p>
        </p:txBody>
      </p:sp>
      <p:pic>
        <p:nvPicPr>
          <p:cNvPr id="13" name="Picture 12">
            <a:extLst>
              <a:ext uri="{FF2B5EF4-FFF2-40B4-BE49-F238E27FC236}">
                <a16:creationId xmlns:a16="http://schemas.microsoft.com/office/drawing/2014/main" id="{C5F956D1-9E3C-8045-AAB0-FD4D87882626}"/>
              </a:ext>
            </a:extLst>
          </p:cNvPr>
          <p:cNvPicPr>
            <a:picLocks noChangeAspect="1"/>
          </p:cNvPicPr>
          <p:nvPr/>
        </p:nvPicPr>
        <p:blipFill>
          <a:blip r:embed="rId3"/>
          <a:stretch>
            <a:fillRect/>
          </a:stretch>
        </p:blipFill>
        <p:spPr>
          <a:xfrm>
            <a:off x="1068749" y="1334173"/>
            <a:ext cx="3200804" cy="3200804"/>
          </a:xfrm>
          <a:prstGeom prst="rect">
            <a:avLst/>
          </a:prstGeom>
        </p:spPr>
      </p:pic>
      <p:pic>
        <p:nvPicPr>
          <p:cNvPr id="21" name="Picture 20">
            <a:extLst>
              <a:ext uri="{FF2B5EF4-FFF2-40B4-BE49-F238E27FC236}">
                <a16:creationId xmlns:a16="http://schemas.microsoft.com/office/drawing/2014/main" id="{9244C59F-D18D-534B-A26D-8234883B4F75}"/>
              </a:ext>
            </a:extLst>
          </p:cNvPr>
          <p:cNvPicPr>
            <a:picLocks noChangeAspect="1"/>
          </p:cNvPicPr>
          <p:nvPr/>
        </p:nvPicPr>
        <p:blipFill>
          <a:blip r:embed="rId4"/>
          <a:stretch>
            <a:fillRect/>
          </a:stretch>
        </p:blipFill>
        <p:spPr>
          <a:xfrm>
            <a:off x="5232064" y="1479665"/>
            <a:ext cx="2909820" cy="2909820"/>
          </a:xfrm>
          <a:prstGeom prst="rect">
            <a:avLst/>
          </a:prstGeom>
        </p:spPr>
      </p:pic>
    </p:spTree>
    <p:extLst>
      <p:ext uri="{BB962C8B-B14F-4D97-AF65-F5344CB8AC3E}">
        <p14:creationId xmlns:p14="http://schemas.microsoft.com/office/powerpoint/2010/main" val="3024806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http://wallpaperstock.net/the-blue-cubes_wallpapers_6880_1024x768.jpg"/>
          <p:cNvPicPr>
            <a:picLocks noChangeAspect="1" noChangeArrowheads="1"/>
          </p:cNvPicPr>
          <p:nvPr/>
        </p:nvPicPr>
        <p:blipFill>
          <a:blip r:embed="rId2" cstate="print">
            <a:lum bright="70000" contrast="-70000"/>
          </a:blip>
          <a:srcRect/>
          <a:stretch>
            <a:fillRect/>
          </a:stretch>
        </p:blipFill>
        <p:spPr bwMode="auto">
          <a:xfrm>
            <a:off x="1143000" y="12930"/>
            <a:ext cx="6840760" cy="513057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Date Placeholder 6"/>
          <p:cNvSpPr>
            <a:spLocks noGrp="1"/>
          </p:cNvSpPr>
          <p:nvPr>
            <p:ph type="dt" sz="half" idx="10"/>
          </p:nvPr>
        </p:nvSpPr>
        <p:spPr>
          <a:xfrm>
            <a:off x="1143000" y="4869657"/>
            <a:ext cx="1411914" cy="273844"/>
          </a:xfrm>
        </p:spPr>
        <p:txBody>
          <a:bodyPr/>
          <a:lstStyle/>
          <a:p>
            <a:fld id="{7AB5A69F-82E3-47B2-9FA7-5923C353FC5D}" type="datetime2">
              <a:rPr lang="en-GB" b="1">
                <a:solidFill>
                  <a:prstClr val="black">
                    <a:tint val="75000"/>
                  </a:prstClr>
                </a:solidFill>
                <a:latin typeface="Arial" pitchFamily="34" charset="0"/>
                <a:cs typeface="Arial" pitchFamily="34" charset="0"/>
              </a:rPr>
              <a:pPr/>
              <a:t>Tuesday, 22 November 2022</a:t>
            </a:fld>
            <a:endParaRPr lang="en-GB" b="1" dirty="0">
              <a:solidFill>
                <a:prstClr val="black">
                  <a:tint val="75000"/>
                </a:prstClr>
              </a:solidFill>
              <a:latin typeface="Arial" pitchFamily="34" charset="0"/>
              <a:cs typeface="Arial" pitchFamily="34" charset="0"/>
            </a:endParaRPr>
          </a:p>
        </p:txBody>
      </p:sp>
      <p:sp>
        <p:nvSpPr>
          <p:cNvPr id="8" name="Slide Number Placeholder 7"/>
          <p:cNvSpPr>
            <a:spLocks noGrp="1"/>
          </p:cNvSpPr>
          <p:nvPr>
            <p:ph type="sldNum" sz="quarter" idx="12"/>
          </p:nvPr>
        </p:nvSpPr>
        <p:spPr>
          <a:xfrm>
            <a:off x="7434318" y="4894008"/>
            <a:ext cx="439806" cy="249492"/>
          </a:xfrm>
        </p:spPr>
        <p:txBody>
          <a:bodyPr/>
          <a:lstStyle/>
          <a:p>
            <a:fld id="{428B8429-4527-47F3-AF89-C5C226CB1AE6}" type="slidenum">
              <a:rPr lang="en-GB" b="1">
                <a:solidFill>
                  <a:prstClr val="black">
                    <a:tint val="75000"/>
                  </a:prstClr>
                </a:solidFill>
                <a:latin typeface="Arial" pitchFamily="34" charset="0"/>
                <a:cs typeface="Arial" pitchFamily="34" charset="0"/>
              </a:rPr>
              <a:pPr/>
              <a:t>8</a:t>
            </a:fld>
            <a:endParaRPr lang="en-GB" b="1" dirty="0">
              <a:solidFill>
                <a:prstClr val="black">
                  <a:tint val="75000"/>
                </a:prstClr>
              </a:solidFill>
              <a:latin typeface="Arial" pitchFamily="34" charset="0"/>
              <a:cs typeface="Arial" pitchFamily="34" charset="0"/>
            </a:endParaRPr>
          </a:p>
        </p:txBody>
      </p:sp>
      <p:sp>
        <p:nvSpPr>
          <p:cNvPr id="5" name="Rectangle 4"/>
          <p:cNvSpPr/>
          <p:nvPr/>
        </p:nvSpPr>
        <p:spPr>
          <a:xfrm>
            <a:off x="3005827" y="1"/>
            <a:ext cx="2956079" cy="646331"/>
          </a:xfrm>
          <a:prstGeom prst="rect">
            <a:avLst/>
          </a:prstGeom>
          <a:noFill/>
          <a:ln>
            <a:solidFill>
              <a:srgbClr val="92D050"/>
            </a:solidFill>
          </a:ln>
        </p:spPr>
        <p:txBody>
          <a:bodyPr wrap="square">
            <a:spAutoFit/>
          </a:bodyPr>
          <a:lstStyle/>
          <a:p>
            <a:pPr algn="ctr">
              <a:defRPr/>
            </a:pPr>
            <a:r>
              <a:rPr lang="en-US" sz="3600" b="1" dirty="0">
                <a:ln w="31550" cmpd="sng">
                  <a:gradFill>
                    <a:gsLst>
                      <a:gs pos="25000">
                        <a:srgbClr val="4F81BD">
                          <a:shade val="25000"/>
                          <a:satMod val="190000"/>
                        </a:srgbClr>
                      </a:gs>
                      <a:gs pos="80000">
                        <a:srgbClr val="4F81BD">
                          <a:tint val="75000"/>
                          <a:satMod val="190000"/>
                        </a:srgbClr>
                      </a:gs>
                    </a:gsLst>
                    <a:lin ang="5400000"/>
                  </a:gradFill>
                  <a:prstDash val="solid"/>
                </a:ln>
                <a:solidFill>
                  <a:srgbClr val="0070C0"/>
                </a:solidFill>
                <a:effectLst>
                  <a:outerShdw blurRad="41275" dist="12700" dir="12000000" algn="tl" rotWithShape="0">
                    <a:srgbClr val="000000">
                      <a:alpha val="40000"/>
                    </a:srgbClr>
                  </a:outerShdw>
                </a:effectLst>
                <a:latin typeface="Calibri"/>
              </a:rPr>
              <a:t>VOLUME</a:t>
            </a:r>
          </a:p>
        </p:txBody>
      </p:sp>
      <p:sp>
        <p:nvSpPr>
          <p:cNvPr id="6" name="Rectangle 5"/>
          <p:cNvSpPr/>
          <p:nvPr/>
        </p:nvSpPr>
        <p:spPr>
          <a:xfrm>
            <a:off x="1277634" y="897564"/>
            <a:ext cx="6534726" cy="1061829"/>
          </a:xfrm>
          <a:prstGeom prst="rect">
            <a:avLst/>
          </a:prstGeom>
          <a:noFill/>
        </p:spPr>
        <p:txBody>
          <a:bodyPr wrap="square">
            <a:spAutoFit/>
          </a:bodyPr>
          <a:lstStyle/>
          <a:p>
            <a:pPr>
              <a:defRPr/>
            </a:pPr>
            <a:r>
              <a:rPr lang="en-GB" sz="2100" b="1" dirty="0">
                <a:ln w="10541" cmpd="sng">
                  <a:solidFill>
                    <a:srgbClr val="4F81BD">
                      <a:shade val="88000"/>
                      <a:satMod val="110000"/>
                    </a:srgbClr>
                  </a:solidFill>
                  <a:prstDash val="solid"/>
                </a:ln>
                <a:solidFill>
                  <a:prstClr val="black"/>
                </a:solidFill>
                <a:latin typeface="Calibri"/>
              </a:rPr>
              <a:t>The </a:t>
            </a:r>
            <a:r>
              <a:rPr lang="en-GB" sz="2100" b="1" dirty="0">
                <a:ln w="10541" cmpd="sng">
                  <a:solidFill>
                    <a:srgbClr val="4F81BD">
                      <a:shade val="88000"/>
                      <a:satMod val="110000"/>
                    </a:srgbClr>
                  </a:solidFill>
                  <a:prstDash val="solid"/>
                </a:ln>
                <a:solidFill>
                  <a:srgbClr val="FF0000"/>
                </a:solidFill>
                <a:latin typeface="Calibri"/>
              </a:rPr>
              <a:t>volume</a:t>
            </a:r>
            <a:r>
              <a:rPr lang="en-GB" sz="2100" b="1" dirty="0">
                <a:ln w="10541" cmpd="sng">
                  <a:solidFill>
                    <a:srgbClr val="4F81BD">
                      <a:shade val="88000"/>
                      <a:satMod val="110000"/>
                    </a:srgbClr>
                  </a:solidFill>
                  <a:prstDash val="solid"/>
                </a:ln>
                <a:solidFill>
                  <a:prstClr val="black"/>
                </a:solidFill>
                <a:latin typeface="Calibri"/>
              </a:rPr>
              <a:t> of a solid is the amount of space occupied by the solid.  The greater the volume of a solid the more space it takes up.</a:t>
            </a:r>
            <a:endParaRPr lang="en-US" sz="2100" b="1" dirty="0">
              <a:ln w="10541" cmpd="sng">
                <a:solidFill>
                  <a:srgbClr val="4F81BD">
                    <a:shade val="88000"/>
                    <a:satMod val="110000"/>
                  </a:srgbClr>
                </a:solidFill>
                <a:prstDash val="solid"/>
              </a:ln>
              <a:solidFill>
                <a:prstClr val="black"/>
              </a:solidFill>
              <a:latin typeface="Calibri"/>
            </a:endParaRPr>
          </a:p>
        </p:txBody>
      </p:sp>
      <p:sp>
        <p:nvSpPr>
          <p:cNvPr id="9" name="Rectangle 8"/>
          <p:cNvSpPr/>
          <p:nvPr/>
        </p:nvSpPr>
        <p:spPr>
          <a:xfrm>
            <a:off x="1331640" y="2139702"/>
            <a:ext cx="3564396" cy="738664"/>
          </a:xfrm>
          <a:prstGeom prst="rect">
            <a:avLst/>
          </a:prstGeom>
          <a:noFill/>
        </p:spPr>
        <p:txBody>
          <a:bodyPr wrap="square">
            <a:spAutoFit/>
          </a:bodyPr>
          <a:lstStyle/>
          <a:p>
            <a:pPr>
              <a:defRPr/>
            </a:pPr>
            <a:r>
              <a:rPr lang="en-GB" sz="2100" b="1" dirty="0">
                <a:ln w="10541" cmpd="sng">
                  <a:solidFill>
                    <a:srgbClr val="4F81BD">
                      <a:shade val="88000"/>
                      <a:satMod val="110000"/>
                    </a:srgbClr>
                  </a:solidFill>
                  <a:prstDash val="solid"/>
                </a:ln>
                <a:solidFill>
                  <a:prstClr val="black"/>
                </a:solidFill>
                <a:latin typeface="Calibri"/>
              </a:rPr>
              <a:t>A </a:t>
            </a:r>
            <a:r>
              <a:rPr lang="en-GB" sz="2100" b="1" dirty="0">
                <a:ln w="10541" cmpd="sng">
                  <a:solidFill>
                    <a:srgbClr val="4F81BD">
                      <a:shade val="88000"/>
                      <a:satMod val="110000"/>
                    </a:srgbClr>
                  </a:solidFill>
                  <a:prstDash val="solid"/>
                </a:ln>
                <a:solidFill>
                  <a:srgbClr val="FF0000"/>
                </a:solidFill>
                <a:latin typeface="Calibri"/>
              </a:rPr>
              <a:t>unit cube</a:t>
            </a:r>
            <a:r>
              <a:rPr lang="en-GB" sz="2100" b="1" dirty="0">
                <a:ln w="10541" cmpd="sng">
                  <a:solidFill>
                    <a:srgbClr val="4F81BD">
                      <a:shade val="88000"/>
                      <a:satMod val="110000"/>
                    </a:srgbClr>
                  </a:solidFill>
                  <a:prstDash val="solid"/>
                </a:ln>
                <a:solidFill>
                  <a:prstClr val="black"/>
                </a:solidFill>
                <a:latin typeface="Calibri"/>
              </a:rPr>
              <a:t> is a cube that has </a:t>
            </a:r>
          </a:p>
          <a:p>
            <a:pPr>
              <a:defRPr/>
            </a:pPr>
            <a:r>
              <a:rPr lang="en-GB" sz="2100" b="1" dirty="0">
                <a:ln w="10541" cmpd="sng">
                  <a:solidFill>
                    <a:srgbClr val="4F81BD">
                      <a:shade val="88000"/>
                      <a:satMod val="110000"/>
                    </a:srgbClr>
                  </a:solidFill>
                  <a:prstDash val="solid"/>
                </a:ln>
                <a:solidFill>
                  <a:prstClr val="black"/>
                </a:solidFill>
                <a:latin typeface="Calibri"/>
              </a:rPr>
              <a:t>1-unit long edges.</a:t>
            </a:r>
            <a:endParaRPr lang="en-US" sz="2100" b="1" dirty="0">
              <a:ln w="10541" cmpd="sng">
                <a:solidFill>
                  <a:srgbClr val="4F81BD">
                    <a:shade val="88000"/>
                    <a:satMod val="110000"/>
                  </a:srgbClr>
                </a:solidFill>
                <a:prstDash val="solid"/>
              </a:ln>
              <a:solidFill>
                <a:prstClr val="black"/>
              </a:solidFill>
              <a:latin typeface="Calibri"/>
            </a:endParaRPr>
          </a:p>
        </p:txBody>
      </p:sp>
      <p:sp>
        <p:nvSpPr>
          <p:cNvPr id="10" name="Rectangle 9"/>
          <p:cNvSpPr/>
          <p:nvPr/>
        </p:nvSpPr>
        <p:spPr>
          <a:xfrm>
            <a:off x="1331640" y="2949792"/>
            <a:ext cx="3726414" cy="738664"/>
          </a:xfrm>
          <a:prstGeom prst="rect">
            <a:avLst/>
          </a:prstGeom>
          <a:noFill/>
        </p:spPr>
        <p:txBody>
          <a:bodyPr wrap="square">
            <a:spAutoFit/>
          </a:bodyPr>
          <a:lstStyle/>
          <a:p>
            <a:pPr>
              <a:defRPr/>
            </a:pPr>
            <a:r>
              <a:rPr lang="en-GB" sz="2100" b="1" dirty="0">
                <a:ln w="10541" cmpd="sng">
                  <a:solidFill>
                    <a:srgbClr val="4F81BD">
                      <a:shade val="88000"/>
                      <a:satMod val="110000"/>
                    </a:srgbClr>
                  </a:solidFill>
                  <a:prstDash val="solid"/>
                </a:ln>
                <a:solidFill>
                  <a:prstClr val="black"/>
                </a:solidFill>
                <a:latin typeface="Calibri"/>
              </a:rPr>
              <a:t>A </a:t>
            </a:r>
            <a:r>
              <a:rPr lang="en-GB" sz="2100" b="1" dirty="0">
                <a:ln w="10541" cmpd="sng">
                  <a:solidFill>
                    <a:srgbClr val="4F81BD">
                      <a:shade val="88000"/>
                      <a:satMod val="110000"/>
                    </a:srgbClr>
                  </a:solidFill>
                  <a:prstDash val="solid"/>
                </a:ln>
                <a:solidFill>
                  <a:srgbClr val="FF0000"/>
                </a:solidFill>
                <a:latin typeface="Calibri"/>
              </a:rPr>
              <a:t>unit cube</a:t>
            </a:r>
            <a:r>
              <a:rPr lang="en-GB" sz="2100" b="1" dirty="0">
                <a:ln w="10541" cmpd="sng">
                  <a:solidFill>
                    <a:srgbClr val="4F81BD">
                      <a:shade val="88000"/>
                      <a:satMod val="110000"/>
                    </a:srgbClr>
                  </a:solidFill>
                  <a:prstDash val="solid"/>
                </a:ln>
                <a:solidFill>
                  <a:prstClr val="black"/>
                </a:solidFill>
                <a:latin typeface="Calibri"/>
              </a:rPr>
              <a:t> occupies a space of </a:t>
            </a:r>
          </a:p>
          <a:p>
            <a:pPr>
              <a:defRPr/>
            </a:pPr>
            <a:r>
              <a:rPr lang="en-GB" sz="2100" b="1" dirty="0">
                <a:ln w="10541" cmpd="sng">
                  <a:solidFill>
                    <a:srgbClr val="4F81BD">
                      <a:shade val="88000"/>
                      <a:satMod val="110000"/>
                    </a:srgbClr>
                  </a:solidFill>
                  <a:prstDash val="solid"/>
                </a:ln>
                <a:solidFill>
                  <a:srgbClr val="FF0000"/>
                </a:solidFill>
                <a:latin typeface="Calibri"/>
              </a:rPr>
              <a:t>1 cubic unit</a:t>
            </a:r>
            <a:r>
              <a:rPr lang="en-GB" sz="2100" b="1" dirty="0">
                <a:ln w="10541" cmpd="sng">
                  <a:solidFill>
                    <a:srgbClr val="4F81BD">
                      <a:shade val="88000"/>
                      <a:satMod val="110000"/>
                    </a:srgbClr>
                  </a:solidFill>
                  <a:prstDash val="solid"/>
                </a:ln>
                <a:solidFill>
                  <a:prstClr val="black"/>
                </a:solidFill>
                <a:latin typeface="Calibri"/>
              </a:rPr>
              <a:t>.</a:t>
            </a:r>
            <a:endParaRPr lang="en-US" sz="2100" b="1" dirty="0">
              <a:ln w="10541" cmpd="sng">
                <a:solidFill>
                  <a:srgbClr val="4F81BD">
                    <a:shade val="88000"/>
                    <a:satMod val="110000"/>
                  </a:srgbClr>
                </a:solidFill>
                <a:prstDash val="solid"/>
              </a:ln>
              <a:solidFill>
                <a:prstClr val="black"/>
              </a:solidFill>
              <a:latin typeface="Calibri"/>
            </a:endParaRPr>
          </a:p>
        </p:txBody>
      </p:sp>
      <p:sp>
        <p:nvSpPr>
          <p:cNvPr id="11" name="Rectangle 10"/>
          <p:cNvSpPr/>
          <p:nvPr/>
        </p:nvSpPr>
        <p:spPr>
          <a:xfrm>
            <a:off x="1277634" y="3921900"/>
            <a:ext cx="5454606" cy="738664"/>
          </a:xfrm>
          <a:prstGeom prst="rect">
            <a:avLst/>
          </a:prstGeom>
          <a:noFill/>
        </p:spPr>
        <p:txBody>
          <a:bodyPr wrap="square">
            <a:spAutoFit/>
          </a:bodyPr>
          <a:lstStyle/>
          <a:p>
            <a:pPr>
              <a:defRPr/>
            </a:pPr>
            <a:r>
              <a:rPr lang="en-GB" sz="2100" b="1" dirty="0">
                <a:ln w="10541" cmpd="sng">
                  <a:solidFill>
                    <a:srgbClr val="4F81BD">
                      <a:shade val="88000"/>
                      <a:satMod val="110000"/>
                    </a:srgbClr>
                  </a:solidFill>
                  <a:prstDash val="solid"/>
                </a:ln>
                <a:solidFill>
                  <a:prstClr val="black"/>
                </a:solidFill>
                <a:latin typeface="Calibri"/>
              </a:rPr>
              <a:t>This means that the volume of a unit cube is </a:t>
            </a:r>
          </a:p>
          <a:p>
            <a:pPr>
              <a:defRPr/>
            </a:pPr>
            <a:r>
              <a:rPr lang="en-GB" sz="2100" b="1" dirty="0">
                <a:ln w="10541" cmpd="sng">
                  <a:solidFill>
                    <a:srgbClr val="4F81BD">
                      <a:shade val="88000"/>
                      <a:satMod val="110000"/>
                    </a:srgbClr>
                  </a:solidFill>
                  <a:prstDash val="solid"/>
                </a:ln>
                <a:solidFill>
                  <a:srgbClr val="FF0000"/>
                </a:solidFill>
                <a:latin typeface="Calibri"/>
              </a:rPr>
              <a:t>1 cubic unit</a:t>
            </a:r>
            <a:r>
              <a:rPr lang="en-GB" sz="2100" b="1" dirty="0">
                <a:ln w="10541" cmpd="sng">
                  <a:solidFill>
                    <a:srgbClr val="4F81BD">
                      <a:shade val="88000"/>
                      <a:satMod val="110000"/>
                    </a:srgbClr>
                  </a:solidFill>
                  <a:prstDash val="solid"/>
                </a:ln>
                <a:solidFill>
                  <a:prstClr val="black"/>
                </a:solidFill>
                <a:latin typeface="Calibri"/>
              </a:rPr>
              <a:t>.</a:t>
            </a:r>
            <a:endParaRPr lang="en-US" sz="2100" b="1" dirty="0">
              <a:ln w="10541" cmpd="sng">
                <a:solidFill>
                  <a:srgbClr val="4F81BD">
                    <a:shade val="88000"/>
                    <a:satMod val="110000"/>
                  </a:srgbClr>
                </a:solidFill>
                <a:prstDash val="solid"/>
              </a:ln>
              <a:solidFill>
                <a:prstClr val="black"/>
              </a:solidFill>
              <a:latin typeface="Calibri"/>
            </a:endParaRPr>
          </a:p>
        </p:txBody>
      </p:sp>
      <p:grpSp>
        <p:nvGrpSpPr>
          <p:cNvPr id="23" name="Group 22"/>
          <p:cNvGrpSpPr/>
          <p:nvPr/>
        </p:nvGrpSpPr>
        <p:grpSpPr>
          <a:xfrm>
            <a:off x="5922150" y="1977684"/>
            <a:ext cx="1512168" cy="1404156"/>
            <a:chOff x="6156176" y="2564904"/>
            <a:chExt cx="2016224" cy="1872208"/>
          </a:xfrm>
          <a:solidFill>
            <a:srgbClr val="FF0066"/>
          </a:solidFill>
        </p:grpSpPr>
        <p:sp>
          <p:nvSpPr>
            <p:cNvPr id="12" name="Cube 11"/>
            <p:cNvSpPr/>
            <p:nvPr/>
          </p:nvSpPr>
          <p:spPr>
            <a:xfrm>
              <a:off x="6156176" y="2564904"/>
              <a:ext cx="2016224" cy="1872208"/>
            </a:xfrm>
            <a:prstGeom prst="cube">
              <a:avLst/>
            </a:prstGeom>
            <a:grp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cxnSp>
          <p:nvCxnSpPr>
            <p:cNvPr id="14" name="Straight Connector 13"/>
            <p:cNvCxnSpPr/>
            <p:nvPr/>
          </p:nvCxnSpPr>
          <p:spPr>
            <a:xfrm>
              <a:off x="6660232" y="2564904"/>
              <a:ext cx="0" cy="1296144"/>
            </a:xfrm>
            <a:prstGeom prst="line">
              <a:avLst/>
            </a:prstGeom>
            <a:grpFill/>
            <a:ln w="571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6156176" y="3933056"/>
              <a:ext cx="504056" cy="504056"/>
            </a:xfrm>
            <a:prstGeom prst="line">
              <a:avLst/>
            </a:prstGeom>
            <a:grpFill/>
            <a:ln w="571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a:off x="6660232" y="3933056"/>
              <a:ext cx="1512168" cy="0"/>
            </a:xfrm>
            <a:prstGeom prst="line">
              <a:avLst/>
            </a:prstGeom>
            <a:grpFill/>
            <a:ln w="57150">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
        <p:nvSpPr>
          <p:cNvPr id="24" name="Left Brace 23"/>
          <p:cNvSpPr/>
          <p:nvPr/>
        </p:nvSpPr>
        <p:spPr>
          <a:xfrm>
            <a:off x="5706127" y="2301720"/>
            <a:ext cx="162018" cy="1080120"/>
          </a:xfrm>
          <a:prstGeom prst="lef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solidFill>
                <a:srgbClr val="FF0000"/>
              </a:solidFill>
              <a:latin typeface="Calibri"/>
            </a:endParaRPr>
          </a:p>
        </p:txBody>
      </p:sp>
      <p:sp>
        <p:nvSpPr>
          <p:cNvPr id="25" name="Title 1"/>
          <p:cNvSpPr txBox="1">
            <a:spLocks/>
          </p:cNvSpPr>
          <p:nvPr/>
        </p:nvSpPr>
        <p:spPr>
          <a:xfrm>
            <a:off x="5112060" y="2787774"/>
            <a:ext cx="594066" cy="162018"/>
          </a:xfrm>
          <a:prstGeom prst="rect">
            <a:avLst/>
          </a:prstGeom>
        </p:spPr>
        <p:txBody>
          <a:bodyPr anchor="ctr">
            <a:normAutofit fontScale="47500" lnSpcReduction="20000"/>
          </a:bodyPr>
          <a:lstStyle/>
          <a:p>
            <a:pPr algn="ctr">
              <a:defRPr/>
            </a:pPr>
            <a:r>
              <a:rPr lang="en-US" sz="1050" dirty="0">
                <a:solidFill>
                  <a:srgbClr val="0070C0"/>
                </a:solidFill>
                <a:latin typeface="Arial Black" pitchFamily="34" charset="0"/>
              </a:rPr>
              <a:t>1 unit</a:t>
            </a:r>
          </a:p>
        </p:txBody>
      </p:sp>
      <p:sp>
        <p:nvSpPr>
          <p:cNvPr id="26" name="Left Brace 25"/>
          <p:cNvSpPr/>
          <p:nvPr/>
        </p:nvSpPr>
        <p:spPr>
          <a:xfrm rot="16200000">
            <a:off x="6384201" y="2955115"/>
            <a:ext cx="216024" cy="1128125"/>
          </a:xfrm>
          <a:prstGeom prst="lef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solidFill>
                <a:srgbClr val="FF0000"/>
              </a:solidFill>
              <a:latin typeface="Calibri"/>
            </a:endParaRPr>
          </a:p>
        </p:txBody>
      </p:sp>
      <p:sp>
        <p:nvSpPr>
          <p:cNvPr id="27" name="Title 1"/>
          <p:cNvSpPr txBox="1">
            <a:spLocks/>
          </p:cNvSpPr>
          <p:nvPr/>
        </p:nvSpPr>
        <p:spPr>
          <a:xfrm>
            <a:off x="6246186" y="3705876"/>
            <a:ext cx="594066" cy="162018"/>
          </a:xfrm>
          <a:prstGeom prst="rect">
            <a:avLst/>
          </a:prstGeom>
        </p:spPr>
        <p:txBody>
          <a:bodyPr anchor="ctr">
            <a:normAutofit fontScale="47500" lnSpcReduction="20000"/>
          </a:bodyPr>
          <a:lstStyle/>
          <a:p>
            <a:pPr algn="ctr">
              <a:defRPr/>
            </a:pPr>
            <a:r>
              <a:rPr lang="en-US" sz="1050" dirty="0">
                <a:solidFill>
                  <a:srgbClr val="0070C0"/>
                </a:solidFill>
                <a:latin typeface="Arial Black" pitchFamily="34" charset="0"/>
              </a:rPr>
              <a:t>1 unit</a:t>
            </a:r>
          </a:p>
        </p:txBody>
      </p:sp>
      <p:sp>
        <p:nvSpPr>
          <p:cNvPr id="29" name="Left Brace 28"/>
          <p:cNvSpPr/>
          <p:nvPr/>
        </p:nvSpPr>
        <p:spPr>
          <a:xfrm rot="13497941">
            <a:off x="7260809" y="3058764"/>
            <a:ext cx="216024" cy="515414"/>
          </a:xfrm>
          <a:prstGeom prst="lef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solidFill>
                <a:srgbClr val="FF0000"/>
              </a:solidFill>
              <a:latin typeface="Calibri"/>
            </a:endParaRPr>
          </a:p>
        </p:txBody>
      </p:sp>
      <p:sp>
        <p:nvSpPr>
          <p:cNvPr id="30" name="Title 1"/>
          <p:cNvSpPr txBox="1">
            <a:spLocks/>
          </p:cNvSpPr>
          <p:nvPr/>
        </p:nvSpPr>
        <p:spPr>
          <a:xfrm>
            <a:off x="7272300" y="3381840"/>
            <a:ext cx="459432" cy="216024"/>
          </a:xfrm>
          <a:prstGeom prst="rect">
            <a:avLst/>
          </a:prstGeom>
        </p:spPr>
        <p:txBody>
          <a:bodyPr anchor="ctr">
            <a:normAutofit fontScale="70000" lnSpcReduction="20000"/>
          </a:bodyPr>
          <a:lstStyle/>
          <a:p>
            <a:pPr algn="ctr">
              <a:defRPr/>
            </a:pPr>
            <a:r>
              <a:rPr lang="en-US" sz="1050" dirty="0">
                <a:solidFill>
                  <a:srgbClr val="0070C0"/>
                </a:solidFill>
                <a:latin typeface="Arial Black" pitchFamily="34" charset="0"/>
              </a:rPr>
              <a:t>1 unit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 calcmode="lin" valueType="num">
                                      <p:cBhvr additive="base">
                                        <p:cTn id="7" dur="2000" fill="hold"/>
                                        <p:tgtEl>
                                          <p:spTgt spid="5">
                                            <p:bg/>
                                          </p:spTgt>
                                        </p:tgtEl>
                                        <p:attrNameLst>
                                          <p:attrName>ppt_x</p:attrName>
                                        </p:attrNameLst>
                                      </p:cBhvr>
                                      <p:tavLst>
                                        <p:tav tm="0">
                                          <p:val>
                                            <p:strVal val="0-#ppt_w/2"/>
                                          </p:val>
                                        </p:tav>
                                        <p:tav tm="100000">
                                          <p:val>
                                            <p:strVal val="#ppt_x"/>
                                          </p:val>
                                        </p:tav>
                                      </p:tavLst>
                                    </p:anim>
                                    <p:anim calcmode="lin" valueType="num">
                                      <p:cBhvr additive="base">
                                        <p:cTn id="8" dur="2000" fill="hold"/>
                                        <p:tgtEl>
                                          <p:spTgt spid="5">
                                            <p:bg/>
                                          </p:spTgt>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9" fill="hold" grpId="0"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2000" fill="hold"/>
                                        <p:tgtEl>
                                          <p:spTgt spid="5">
                                            <p:txEl>
                                              <p:pRg st="0" end="0"/>
                                            </p:txEl>
                                          </p:spTgt>
                                        </p:tgtEl>
                                        <p:attrNameLst>
                                          <p:attrName>ppt_x</p:attrName>
                                        </p:attrNameLst>
                                      </p:cBhvr>
                                      <p:tavLst>
                                        <p:tav tm="0">
                                          <p:val>
                                            <p:strVal val="0-#ppt_w/2"/>
                                          </p:val>
                                        </p:tav>
                                        <p:tav tm="100000">
                                          <p:val>
                                            <p:strVal val="#ppt_x"/>
                                          </p:val>
                                        </p:tav>
                                      </p:tavLst>
                                    </p:anim>
                                    <p:anim calcmode="lin" valueType="num">
                                      <p:cBhvr additive="base">
                                        <p:cTn id="14" dur="2000" fill="hold"/>
                                        <p:tgtEl>
                                          <p:spTgt spid="5">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1" presetClass="entr" presetSubtype="0" fill="hold" grpId="1" nodeType="clickEffect">
                                  <p:stCondLst>
                                    <p:cond delay="0"/>
                                  </p:stCondLst>
                                  <p:childTnLst>
                                    <p:set>
                                      <p:cBhvr>
                                        <p:cTn id="18" dur="1" fill="hold">
                                          <p:stCondLst>
                                            <p:cond delay="0"/>
                                          </p:stCondLst>
                                        </p:cTn>
                                        <p:tgtEl>
                                          <p:spTgt spid="5">
                                            <p:bg/>
                                          </p:spTgt>
                                        </p:tgtEl>
                                        <p:attrNameLst>
                                          <p:attrName>style.visibility</p:attrName>
                                        </p:attrNameLst>
                                      </p:cBhvr>
                                      <p:to>
                                        <p:strVal val="visible"/>
                                      </p:to>
                                    </p:set>
                                    <p:animEffect transition="in" filter="fade">
                                      <p:cBhvr>
                                        <p:cTn id="19" dur="770" decel="100000"/>
                                        <p:tgtEl>
                                          <p:spTgt spid="5">
                                            <p:bg/>
                                          </p:spTgt>
                                        </p:tgtEl>
                                      </p:cBhvr>
                                    </p:animEffect>
                                    <p:animScale>
                                      <p:cBhvr>
                                        <p:cTn id="20" dur="770" decel="100000"/>
                                        <p:tgtEl>
                                          <p:spTgt spid="5">
                                            <p:bg/>
                                          </p:spTgt>
                                        </p:tgtEl>
                                      </p:cBhvr>
                                      <p:from x="10000" y="10000"/>
                                      <p:to x="200000" y="450000"/>
                                    </p:animScale>
                                    <p:animScale>
                                      <p:cBhvr>
                                        <p:cTn id="21" dur="1230" accel="100000" fill="hold">
                                          <p:stCondLst>
                                            <p:cond delay="770"/>
                                          </p:stCondLst>
                                        </p:cTn>
                                        <p:tgtEl>
                                          <p:spTgt spid="5">
                                            <p:bg/>
                                          </p:spTgt>
                                        </p:tgtEl>
                                      </p:cBhvr>
                                      <p:from x="200000" y="450000"/>
                                      <p:to x="100000" y="100000"/>
                                    </p:animScale>
                                    <p:set>
                                      <p:cBhvr>
                                        <p:cTn id="22" dur="770" fill="hold"/>
                                        <p:tgtEl>
                                          <p:spTgt spid="5">
                                            <p:bg/>
                                          </p:spTgt>
                                        </p:tgtEl>
                                        <p:attrNameLst>
                                          <p:attrName>ppt_x</p:attrName>
                                        </p:attrNameLst>
                                      </p:cBhvr>
                                      <p:to>
                                        <p:strVal val="(0.5)"/>
                                      </p:to>
                                    </p:set>
                                    <p:anim from="(0.5)" to="(#ppt_x)" calcmode="lin" valueType="num">
                                      <p:cBhvr>
                                        <p:cTn id="23" dur="1230" accel="100000" fill="hold">
                                          <p:stCondLst>
                                            <p:cond delay="770"/>
                                          </p:stCondLst>
                                        </p:cTn>
                                        <p:tgtEl>
                                          <p:spTgt spid="5">
                                            <p:bg/>
                                          </p:spTgt>
                                        </p:tgtEl>
                                        <p:attrNameLst>
                                          <p:attrName>ppt_x</p:attrName>
                                        </p:attrNameLst>
                                      </p:cBhvr>
                                    </p:anim>
                                    <p:set>
                                      <p:cBhvr>
                                        <p:cTn id="24" dur="770" fill="hold"/>
                                        <p:tgtEl>
                                          <p:spTgt spid="5">
                                            <p:bg/>
                                          </p:spTgt>
                                        </p:tgtEl>
                                        <p:attrNameLst>
                                          <p:attrName>ppt_y</p:attrName>
                                        </p:attrNameLst>
                                      </p:cBhvr>
                                      <p:to>
                                        <p:strVal val="(#ppt_y+0.4)"/>
                                      </p:to>
                                    </p:set>
                                    <p:anim from="(#ppt_y+0.4)" to="(#ppt_y)" calcmode="lin" valueType="num">
                                      <p:cBhvr>
                                        <p:cTn id="25" dur="1230" accel="100000" fill="hold">
                                          <p:stCondLst>
                                            <p:cond delay="770"/>
                                          </p:stCondLst>
                                        </p:cTn>
                                        <p:tgtEl>
                                          <p:spTgt spid="5">
                                            <p:bg/>
                                          </p:spTgt>
                                        </p:tgtEl>
                                        <p:attrNameLst>
                                          <p:attrName>ppt_y</p:attrName>
                                        </p:attrNameLst>
                                      </p:cBhvr>
                                    </p:anim>
                                  </p:childTnLst>
                                </p:cTn>
                              </p:par>
                              <p:par>
                                <p:cTn id="26" presetID="51" presetClass="entr" presetSubtype="0" fill="hold" grpId="1" nodeType="withEffect">
                                  <p:stCondLst>
                                    <p:cond delay="0"/>
                                  </p:stCondLst>
                                  <p:childTnLst>
                                    <p:set>
                                      <p:cBhvr>
                                        <p:cTn id="27" dur="1" fill="hold">
                                          <p:stCondLst>
                                            <p:cond delay="0"/>
                                          </p:stCondLst>
                                        </p:cTn>
                                        <p:tgtEl>
                                          <p:spTgt spid="5">
                                            <p:txEl>
                                              <p:pRg st="0" end="0"/>
                                            </p:txEl>
                                          </p:spTgt>
                                        </p:tgtEl>
                                        <p:attrNameLst>
                                          <p:attrName>style.visibility</p:attrName>
                                        </p:attrNameLst>
                                      </p:cBhvr>
                                      <p:to>
                                        <p:strVal val="visible"/>
                                      </p:to>
                                    </p:set>
                                    <p:animEffect transition="in" filter="fade">
                                      <p:cBhvr>
                                        <p:cTn id="28" dur="770" decel="100000"/>
                                        <p:tgtEl>
                                          <p:spTgt spid="5">
                                            <p:txEl>
                                              <p:pRg st="0" end="0"/>
                                            </p:txEl>
                                          </p:spTgt>
                                        </p:tgtEl>
                                      </p:cBhvr>
                                    </p:animEffect>
                                    <p:animScale>
                                      <p:cBhvr>
                                        <p:cTn id="29" dur="770" decel="100000"/>
                                        <p:tgtEl>
                                          <p:spTgt spid="5">
                                            <p:txEl>
                                              <p:pRg st="0" end="0"/>
                                            </p:txEl>
                                          </p:spTgt>
                                        </p:tgtEl>
                                      </p:cBhvr>
                                      <p:from x="10000" y="10000"/>
                                      <p:to x="200000" y="450000"/>
                                    </p:animScale>
                                    <p:animScale>
                                      <p:cBhvr>
                                        <p:cTn id="30" dur="1230" accel="100000" fill="hold">
                                          <p:stCondLst>
                                            <p:cond delay="770"/>
                                          </p:stCondLst>
                                        </p:cTn>
                                        <p:tgtEl>
                                          <p:spTgt spid="5">
                                            <p:txEl>
                                              <p:pRg st="0" end="0"/>
                                            </p:txEl>
                                          </p:spTgt>
                                        </p:tgtEl>
                                      </p:cBhvr>
                                      <p:from x="200000" y="450000"/>
                                      <p:to x="100000" y="100000"/>
                                    </p:animScale>
                                    <p:set>
                                      <p:cBhvr>
                                        <p:cTn id="31" dur="770" fill="hold"/>
                                        <p:tgtEl>
                                          <p:spTgt spid="5">
                                            <p:txEl>
                                              <p:pRg st="0" end="0"/>
                                            </p:txEl>
                                          </p:spTgt>
                                        </p:tgtEl>
                                        <p:attrNameLst>
                                          <p:attrName>ppt_x</p:attrName>
                                        </p:attrNameLst>
                                      </p:cBhvr>
                                      <p:to>
                                        <p:strVal val="(0.5)"/>
                                      </p:to>
                                    </p:set>
                                    <p:anim from="(0.5)" to="(#ppt_x)" calcmode="lin" valueType="num">
                                      <p:cBhvr>
                                        <p:cTn id="32" dur="1230" accel="100000" fill="hold">
                                          <p:stCondLst>
                                            <p:cond delay="770"/>
                                          </p:stCondLst>
                                        </p:cTn>
                                        <p:tgtEl>
                                          <p:spTgt spid="5">
                                            <p:txEl>
                                              <p:pRg st="0" end="0"/>
                                            </p:txEl>
                                          </p:spTgt>
                                        </p:tgtEl>
                                        <p:attrNameLst>
                                          <p:attrName>ppt_x</p:attrName>
                                        </p:attrNameLst>
                                      </p:cBhvr>
                                    </p:anim>
                                    <p:set>
                                      <p:cBhvr>
                                        <p:cTn id="33" dur="770" fill="hold"/>
                                        <p:tgtEl>
                                          <p:spTgt spid="5">
                                            <p:txEl>
                                              <p:pRg st="0" end="0"/>
                                            </p:txEl>
                                          </p:spTgt>
                                        </p:tgtEl>
                                        <p:attrNameLst>
                                          <p:attrName>ppt_y</p:attrName>
                                        </p:attrNameLst>
                                      </p:cBhvr>
                                      <p:to>
                                        <p:strVal val="(#ppt_y+0.4)"/>
                                      </p:to>
                                    </p:set>
                                    <p:anim from="(#ppt_y+0.4)" to="(#ppt_y)" calcmode="lin" valueType="num">
                                      <p:cBhvr>
                                        <p:cTn id="34" dur="1230" accel="100000" fill="hold">
                                          <p:stCondLst>
                                            <p:cond delay="770"/>
                                          </p:stCondLst>
                                        </p:cTn>
                                        <p:tgtEl>
                                          <p:spTgt spid="5">
                                            <p:txEl>
                                              <p:pRg st="0" end="0"/>
                                            </p:txEl>
                                          </p:spTgt>
                                        </p:tgtEl>
                                        <p:attrNameLst>
                                          <p:attrName>ppt_y</p:attrName>
                                        </p:attrNameLst>
                                      </p:cBhvr>
                                    </p:anim>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6">
                                            <p:txEl>
                                              <p:pRg st="0" end="0"/>
                                            </p:txEl>
                                          </p:spTgt>
                                        </p:tgtEl>
                                        <p:attrNameLst>
                                          <p:attrName>style.visibility</p:attrName>
                                        </p:attrNameLst>
                                      </p:cBhvr>
                                      <p:to>
                                        <p:strVal val="visible"/>
                                      </p:to>
                                    </p:set>
                                    <p:animEffect transition="in" filter="fade">
                                      <p:cBhvr>
                                        <p:cTn id="39" dur="2000"/>
                                        <p:tgtEl>
                                          <p:spTgt spid="6">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9">
                                            <p:txEl>
                                              <p:pRg st="0" end="0"/>
                                            </p:txEl>
                                          </p:spTgt>
                                        </p:tgtEl>
                                        <p:attrNameLst>
                                          <p:attrName>style.visibility</p:attrName>
                                        </p:attrNameLst>
                                      </p:cBhvr>
                                      <p:to>
                                        <p:strVal val="visible"/>
                                      </p:to>
                                    </p:set>
                                    <p:animEffect transition="in" filter="wipe(down)">
                                      <p:cBhvr>
                                        <p:cTn id="44" dur="2000"/>
                                        <p:tgtEl>
                                          <p:spTgt spid="9">
                                            <p:txEl>
                                              <p:pRg st="0" end="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9">
                                            <p:txEl>
                                              <p:pRg st="1" end="1"/>
                                            </p:txEl>
                                          </p:spTgt>
                                        </p:tgtEl>
                                        <p:attrNameLst>
                                          <p:attrName>style.visibility</p:attrName>
                                        </p:attrNameLst>
                                      </p:cBhvr>
                                      <p:to>
                                        <p:strVal val="visible"/>
                                      </p:to>
                                    </p:set>
                                    <p:animEffect transition="in" filter="wipe(down)">
                                      <p:cBhvr>
                                        <p:cTn id="49" dur="2000"/>
                                        <p:tgtEl>
                                          <p:spTgt spid="9">
                                            <p:txEl>
                                              <p:pRg st="1" end="1"/>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2000"/>
                                        <p:tgtEl>
                                          <p:spTgt spid="23"/>
                                        </p:tgtEl>
                                      </p:cBhvr>
                                    </p:animEffect>
                                  </p:childTnLst>
                                </p:cTn>
                              </p:par>
                            </p:childTnLst>
                          </p:cTn>
                        </p:par>
                      </p:childTnLst>
                    </p:cTn>
                  </p:par>
                  <p:par>
                    <p:cTn id="55" fill="hold">
                      <p:stCondLst>
                        <p:cond delay="indefinite"/>
                      </p:stCondLst>
                      <p:childTnLst>
                        <p:par>
                          <p:cTn id="56" fill="hold">
                            <p:stCondLst>
                              <p:cond delay="0"/>
                            </p:stCondLst>
                            <p:childTnLst>
                              <p:par>
                                <p:cTn id="57" presetID="35" presetClass="entr" presetSubtype="0" fill="hold" nodeType="click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2000"/>
                                        <p:tgtEl>
                                          <p:spTgt spid="23"/>
                                        </p:tgtEl>
                                      </p:cBhvr>
                                    </p:animEffect>
                                    <p:anim calcmode="lin" valueType="num">
                                      <p:cBhvr>
                                        <p:cTn id="60" dur="2000" fill="hold"/>
                                        <p:tgtEl>
                                          <p:spTgt spid="23"/>
                                        </p:tgtEl>
                                        <p:attrNameLst>
                                          <p:attrName>style.rotation</p:attrName>
                                        </p:attrNameLst>
                                      </p:cBhvr>
                                      <p:tavLst>
                                        <p:tav tm="0">
                                          <p:val>
                                            <p:fltVal val="720"/>
                                          </p:val>
                                        </p:tav>
                                        <p:tav tm="100000">
                                          <p:val>
                                            <p:fltVal val="0"/>
                                          </p:val>
                                        </p:tav>
                                      </p:tavLst>
                                    </p:anim>
                                    <p:anim calcmode="lin" valueType="num">
                                      <p:cBhvr>
                                        <p:cTn id="61" dur="2000" fill="hold"/>
                                        <p:tgtEl>
                                          <p:spTgt spid="23"/>
                                        </p:tgtEl>
                                        <p:attrNameLst>
                                          <p:attrName>ppt_h</p:attrName>
                                        </p:attrNameLst>
                                      </p:cBhvr>
                                      <p:tavLst>
                                        <p:tav tm="0">
                                          <p:val>
                                            <p:fltVal val="0"/>
                                          </p:val>
                                        </p:tav>
                                        <p:tav tm="100000">
                                          <p:val>
                                            <p:strVal val="#ppt_h"/>
                                          </p:val>
                                        </p:tav>
                                      </p:tavLst>
                                    </p:anim>
                                    <p:anim calcmode="lin" valueType="num">
                                      <p:cBhvr>
                                        <p:cTn id="62" dur="2000" fill="hold"/>
                                        <p:tgtEl>
                                          <p:spTgt spid="23"/>
                                        </p:tgtEl>
                                        <p:attrNameLst>
                                          <p:attrName>ppt_w</p:attrName>
                                        </p:attrNameLst>
                                      </p:cBhvr>
                                      <p:tavLst>
                                        <p:tav tm="0">
                                          <p:val>
                                            <p:fltVal val="0"/>
                                          </p:val>
                                        </p:tav>
                                        <p:tav tm="100000">
                                          <p:val>
                                            <p:strVal val="#ppt_w"/>
                                          </p:val>
                                        </p:tav>
                                      </p:tavLst>
                                    </p:anim>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grpId="0" nodeType="click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wipe(down)">
                                      <p:cBhvr>
                                        <p:cTn id="67" dur="2000"/>
                                        <p:tgtEl>
                                          <p:spTgt spid="24"/>
                                        </p:tgtEl>
                                      </p:cBhvr>
                                    </p:animEffect>
                                  </p:childTnLst>
                                </p:cTn>
                              </p:par>
                            </p:childTnLst>
                          </p:cTn>
                        </p:par>
                      </p:childTnLst>
                    </p:cTn>
                  </p:par>
                  <p:par>
                    <p:cTn id="68" fill="hold">
                      <p:stCondLst>
                        <p:cond delay="indefinite"/>
                      </p:stCondLst>
                      <p:childTnLst>
                        <p:par>
                          <p:cTn id="69" fill="hold">
                            <p:stCondLst>
                              <p:cond delay="0"/>
                            </p:stCondLst>
                            <p:childTnLst>
                              <p:par>
                                <p:cTn id="70" presetID="17" presetClass="entr" presetSubtype="10" fill="hold" grpId="1" nodeType="clickEffect">
                                  <p:stCondLst>
                                    <p:cond delay="0"/>
                                  </p:stCondLst>
                                  <p:childTnLst>
                                    <p:set>
                                      <p:cBhvr>
                                        <p:cTn id="71" dur="1" fill="hold">
                                          <p:stCondLst>
                                            <p:cond delay="0"/>
                                          </p:stCondLst>
                                        </p:cTn>
                                        <p:tgtEl>
                                          <p:spTgt spid="24"/>
                                        </p:tgtEl>
                                        <p:attrNameLst>
                                          <p:attrName>style.visibility</p:attrName>
                                        </p:attrNameLst>
                                      </p:cBhvr>
                                      <p:to>
                                        <p:strVal val="visible"/>
                                      </p:to>
                                    </p:set>
                                    <p:anim calcmode="lin" valueType="num">
                                      <p:cBhvr>
                                        <p:cTn id="72" dur="2000" fill="hold"/>
                                        <p:tgtEl>
                                          <p:spTgt spid="24"/>
                                        </p:tgtEl>
                                        <p:attrNameLst>
                                          <p:attrName>ppt_w</p:attrName>
                                        </p:attrNameLst>
                                      </p:cBhvr>
                                      <p:tavLst>
                                        <p:tav tm="0">
                                          <p:val>
                                            <p:fltVal val="0"/>
                                          </p:val>
                                        </p:tav>
                                        <p:tav tm="100000">
                                          <p:val>
                                            <p:strVal val="#ppt_w"/>
                                          </p:val>
                                        </p:tav>
                                      </p:tavLst>
                                    </p:anim>
                                    <p:anim calcmode="lin" valueType="num">
                                      <p:cBhvr>
                                        <p:cTn id="73" dur="2000" fill="hold"/>
                                        <p:tgtEl>
                                          <p:spTgt spid="24"/>
                                        </p:tgtEl>
                                        <p:attrNameLst>
                                          <p:attrName>ppt_h</p:attrName>
                                        </p:attrNameLst>
                                      </p:cBhvr>
                                      <p:tavLst>
                                        <p:tav tm="0">
                                          <p:val>
                                            <p:strVal val="#ppt_h"/>
                                          </p:val>
                                        </p:tav>
                                        <p:tav tm="100000">
                                          <p:val>
                                            <p:strVal val="#ppt_h"/>
                                          </p:val>
                                        </p:tav>
                                      </p:tavLst>
                                    </p:anim>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25">
                                            <p:txEl>
                                              <p:pRg st="0" end="0"/>
                                            </p:txEl>
                                          </p:spTgt>
                                        </p:tgtEl>
                                        <p:attrNameLst>
                                          <p:attrName>style.visibility</p:attrName>
                                        </p:attrNameLst>
                                      </p:cBhvr>
                                      <p:to>
                                        <p:strVal val="visible"/>
                                      </p:to>
                                    </p:set>
                                    <p:animEffect transition="in" filter="fade">
                                      <p:cBhvr>
                                        <p:cTn id="78" dur="2000"/>
                                        <p:tgtEl>
                                          <p:spTgt spid="25">
                                            <p:txEl>
                                              <p:pRg st="0" end="0"/>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4" presetClass="entr" presetSubtype="16" fill="hold" grpId="1" nodeType="clickEffect">
                                  <p:stCondLst>
                                    <p:cond delay="0"/>
                                  </p:stCondLst>
                                  <p:childTnLst>
                                    <p:set>
                                      <p:cBhvr>
                                        <p:cTn id="82" dur="1" fill="hold">
                                          <p:stCondLst>
                                            <p:cond delay="0"/>
                                          </p:stCondLst>
                                        </p:cTn>
                                        <p:tgtEl>
                                          <p:spTgt spid="25">
                                            <p:txEl>
                                              <p:pRg st="0" end="0"/>
                                            </p:txEl>
                                          </p:spTgt>
                                        </p:tgtEl>
                                        <p:attrNameLst>
                                          <p:attrName>style.visibility</p:attrName>
                                        </p:attrNameLst>
                                      </p:cBhvr>
                                      <p:to>
                                        <p:strVal val="visible"/>
                                      </p:to>
                                    </p:set>
                                    <p:animEffect transition="in" filter="box(in)">
                                      <p:cBhvr>
                                        <p:cTn id="83" dur="2000"/>
                                        <p:tgtEl>
                                          <p:spTgt spid="25">
                                            <p:txEl>
                                              <p:pRg st="0" end="0"/>
                                            </p:txEl>
                                          </p:spTgt>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10">
                                            <p:txEl>
                                              <p:pRg st="0" end="0"/>
                                            </p:txEl>
                                          </p:spTgt>
                                        </p:tgtEl>
                                        <p:attrNameLst>
                                          <p:attrName>style.visibility</p:attrName>
                                        </p:attrNameLst>
                                      </p:cBhvr>
                                      <p:to>
                                        <p:strVal val="visible"/>
                                      </p:to>
                                    </p:set>
                                    <p:animEffect transition="in" filter="fade">
                                      <p:cBhvr>
                                        <p:cTn id="88" dur="2000"/>
                                        <p:tgtEl>
                                          <p:spTgt spid="10">
                                            <p:txEl>
                                              <p:pRg st="0" end="0"/>
                                            </p:txEl>
                                          </p:spTgt>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10">
                                            <p:txEl>
                                              <p:pRg st="1" end="1"/>
                                            </p:txEl>
                                          </p:spTgt>
                                        </p:tgtEl>
                                        <p:attrNameLst>
                                          <p:attrName>style.visibility</p:attrName>
                                        </p:attrNameLst>
                                      </p:cBhvr>
                                      <p:to>
                                        <p:strVal val="visible"/>
                                      </p:to>
                                    </p:set>
                                    <p:animEffect transition="in" filter="fade">
                                      <p:cBhvr>
                                        <p:cTn id="93" dur="2000"/>
                                        <p:tgtEl>
                                          <p:spTgt spid="10">
                                            <p:txEl>
                                              <p:pRg st="1" end="1"/>
                                            </p:txEl>
                                          </p:spTgt>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grpId="0" nodeType="click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2000"/>
                                        <p:tgtEl>
                                          <p:spTgt spid="26"/>
                                        </p:tgtEl>
                                      </p:cBhvr>
                                    </p:animEffect>
                                  </p:childTnLst>
                                </p:cTn>
                              </p:par>
                            </p:childTnLst>
                          </p:cTn>
                        </p:par>
                      </p:childTnLst>
                    </p:cTn>
                  </p:par>
                  <p:par>
                    <p:cTn id="99" fill="hold">
                      <p:stCondLst>
                        <p:cond delay="indefinite"/>
                      </p:stCondLst>
                      <p:childTnLst>
                        <p:par>
                          <p:cTn id="100" fill="hold">
                            <p:stCondLst>
                              <p:cond delay="0"/>
                            </p:stCondLst>
                            <p:childTnLst>
                              <p:par>
                                <p:cTn id="101" presetID="17" presetClass="entr" presetSubtype="10" fill="hold" grpId="1" nodeType="clickEffect">
                                  <p:stCondLst>
                                    <p:cond delay="0"/>
                                  </p:stCondLst>
                                  <p:childTnLst>
                                    <p:set>
                                      <p:cBhvr>
                                        <p:cTn id="102" dur="1" fill="hold">
                                          <p:stCondLst>
                                            <p:cond delay="0"/>
                                          </p:stCondLst>
                                        </p:cTn>
                                        <p:tgtEl>
                                          <p:spTgt spid="26"/>
                                        </p:tgtEl>
                                        <p:attrNameLst>
                                          <p:attrName>style.visibility</p:attrName>
                                        </p:attrNameLst>
                                      </p:cBhvr>
                                      <p:to>
                                        <p:strVal val="visible"/>
                                      </p:to>
                                    </p:set>
                                    <p:anim calcmode="lin" valueType="num">
                                      <p:cBhvr>
                                        <p:cTn id="103" dur="500" fill="hold"/>
                                        <p:tgtEl>
                                          <p:spTgt spid="26"/>
                                        </p:tgtEl>
                                        <p:attrNameLst>
                                          <p:attrName>ppt_w</p:attrName>
                                        </p:attrNameLst>
                                      </p:cBhvr>
                                      <p:tavLst>
                                        <p:tav tm="0">
                                          <p:val>
                                            <p:fltVal val="0"/>
                                          </p:val>
                                        </p:tav>
                                        <p:tav tm="100000">
                                          <p:val>
                                            <p:strVal val="#ppt_w"/>
                                          </p:val>
                                        </p:tav>
                                      </p:tavLst>
                                    </p:anim>
                                    <p:anim calcmode="lin" valueType="num">
                                      <p:cBhvr>
                                        <p:cTn id="104" dur="500" fill="hold"/>
                                        <p:tgtEl>
                                          <p:spTgt spid="26"/>
                                        </p:tgtEl>
                                        <p:attrNameLst>
                                          <p:attrName>ppt_h</p:attrName>
                                        </p:attrNameLst>
                                      </p:cBhvr>
                                      <p:tavLst>
                                        <p:tav tm="0">
                                          <p:val>
                                            <p:strVal val="#ppt_h"/>
                                          </p:val>
                                        </p:tav>
                                        <p:tav tm="100000">
                                          <p:val>
                                            <p:strVal val="#ppt_h"/>
                                          </p:val>
                                        </p:tav>
                                      </p:tavLst>
                                    </p:anim>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27">
                                            <p:txEl>
                                              <p:pRg st="0" end="0"/>
                                            </p:txEl>
                                          </p:spTgt>
                                        </p:tgtEl>
                                        <p:attrNameLst>
                                          <p:attrName>style.visibility</p:attrName>
                                        </p:attrNameLst>
                                      </p:cBhvr>
                                      <p:to>
                                        <p:strVal val="visible"/>
                                      </p:to>
                                    </p:set>
                                    <p:animEffect transition="in" filter="fade">
                                      <p:cBhvr>
                                        <p:cTn id="109" dur="2000"/>
                                        <p:tgtEl>
                                          <p:spTgt spid="27">
                                            <p:txEl>
                                              <p:pRg st="0" end="0"/>
                                            </p:txEl>
                                          </p:spTgt>
                                        </p:tgtEl>
                                      </p:cBhvr>
                                    </p:animEffect>
                                  </p:childTnLst>
                                </p:cTn>
                              </p:par>
                            </p:childTnLst>
                          </p:cTn>
                        </p:par>
                      </p:childTnLst>
                    </p:cTn>
                  </p:par>
                  <p:par>
                    <p:cTn id="110" fill="hold">
                      <p:stCondLst>
                        <p:cond delay="indefinite"/>
                      </p:stCondLst>
                      <p:childTnLst>
                        <p:par>
                          <p:cTn id="111" fill="hold">
                            <p:stCondLst>
                              <p:cond delay="0"/>
                            </p:stCondLst>
                            <p:childTnLst>
                              <p:par>
                                <p:cTn id="112" presetID="4" presetClass="entr" presetSubtype="16" fill="hold" grpId="1" nodeType="clickEffect">
                                  <p:stCondLst>
                                    <p:cond delay="0"/>
                                  </p:stCondLst>
                                  <p:childTnLst>
                                    <p:set>
                                      <p:cBhvr>
                                        <p:cTn id="113" dur="1" fill="hold">
                                          <p:stCondLst>
                                            <p:cond delay="0"/>
                                          </p:stCondLst>
                                        </p:cTn>
                                        <p:tgtEl>
                                          <p:spTgt spid="27">
                                            <p:txEl>
                                              <p:pRg st="0" end="0"/>
                                            </p:txEl>
                                          </p:spTgt>
                                        </p:tgtEl>
                                        <p:attrNameLst>
                                          <p:attrName>style.visibility</p:attrName>
                                        </p:attrNameLst>
                                      </p:cBhvr>
                                      <p:to>
                                        <p:strVal val="visible"/>
                                      </p:to>
                                    </p:set>
                                    <p:animEffect transition="in" filter="box(in)">
                                      <p:cBhvr>
                                        <p:cTn id="114" dur="2000"/>
                                        <p:tgtEl>
                                          <p:spTgt spid="27">
                                            <p:txEl>
                                              <p:pRg st="0" end="0"/>
                                            </p:txEl>
                                          </p:spTgt>
                                        </p:tgtEl>
                                      </p:cBhvr>
                                    </p:animEffect>
                                  </p:childTnLst>
                                </p:cTn>
                              </p:par>
                            </p:childTnLst>
                          </p:cTn>
                        </p:par>
                      </p:childTnLst>
                    </p:cTn>
                  </p:par>
                  <p:par>
                    <p:cTn id="115" fill="hold">
                      <p:stCondLst>
                        <p:cond delay="indefinite"/>
                      </p:stCondLst>
                      <p:childTnLst>
                        <p:par>
                          <p:cTn id="116" fill="hold">
                            <p:stCondLst>
                              <p:cond delay="0"/>
                            </p:stCondLst>
                            <p:childTnLst>
                              <p:par>
                                <p:cTn id="117" presetID="10" presetClass="entr" presetSubtype="0" fill="hold" grpId="0" nodeType="clickEffect">
                                  <p:stCondLst>
                                    <p:cond delay="0"/>
                                  </p:stCondLst>
                                  <p:childTnLst>
                                    <p:set>
                                      <p:cBhvr>
                                        <p:cTn id="118" dur="1" fill="hold">
                                          <p:stCondLst>
                                            <p:cond delay="0"/>
                                          </p:stCondLst>
                                        </p:cTn>
                                        <p:tgtEl>
                                          <p:spTgt spid="29"/>
                                        </p:tgtEl>
                                        <p:attrNameLst>
                                          <p:attrName>style.visibility</p:attrName>
                                        </p:attrNameLst>
                                      </p:cBhvr>
                                      <p:to>
                                        <p:strVal val="visible"/>
                                      </p:to>
                                    </p:set>
                                    <p:animEffect transition="in" filter="fade">
                                      <p:cBhvr>
                                        <p:cTn id="119" dur="2000"/>
                                        <p:tgtEl>
                                          <p:spTgt spid="29"/>
                                        </p:tgtEl>
                                      </p:cBhvr>
                                    </p:animEffect>
                                  </p:childTnLst>
                                </p:cTn>
                              </p:par>
                            </p:childTnLst>
                          </p:cTn>
                        </p:par>
                      </p:childTnLst>
                    </p:cTn>
                  </p:par>
                  <p:par>
                    <p:cTn id="120" fill="hold">
                      <p:stCondLst>
                        <p:cond delay="indefinite"/>
                      </p:stCondLst>
                      <p:childTnLst>
                        <p:par>
                          <p:cTn id="121" fill="hold">
                            <p:stCondLst>
                              <p:cond delay="0"/>
                            </p:stCondLst>
                            <p:childTnLst>
                              <p:par>
                                <p:cTn id="122" presetID="17" presetClass="entr" presetSubtype="10" fill="hold" grpId="1" nodeType="clickEffect">
                                  <p:stCondLst>
                                    <p:cond delay="0"/>
                                  </p:stCondLst>
                                  <p:childTnLst>
                                    <p:set>
                                      <p:cBhvr>
                                        <p:cTn id="123" dur="1" fill="hold">
                                          <p:stCondLst>
                                            <p:cond delay="0"/>
                                          </p:stCondLst>
                                        </p:cTn>
                                        <p:tgtEl>
                                          <p:spTgt spid="29"/>
                                        </p:tgtEl>
                                        <p:attrNameLst>
                                          <p:attrName>style.visibility</p:attrName>
                                        </p:attrNameLst>
                                      </p:cBhvr>
                                      <p:to>
                                        <p:strVal val="visible"/>
                                      </p:to>
                                    </p:set>
                                    <p:anim calcmode="lin" valueType="num">
                                      <p:cBhvr>
                                        <p:cTn id="124" dur="500" fill="hold"/>
                                        <p:tgtEl>
                                          <p:spTgt spid="29"/>
                                        </p:tgtEl>
                                        <p:attrNameLst>
                                          <p:attrName>ppt_w</p:attrName>
                                        </p:attrNameLst>
                                      </p:cBhvr>
                                      <p:tavLst>
                                        <p:tav tm="0">
                                          <p:val>
                                            <p:fltVal val="0"/>
                                          </p:val>
                                        </p:tav>
                                        <p:tav tm="100000">
                                          <p:val>
                                            <p:strVal val="#ppt_w"/>
                                          </p:val>
                                        </p:tav>
                                      </p:tavLst>
                                    </p:anim>
                                    <p:anim calcmode="lin" valueType="num">
                                      <p:cBhvr>
                                        <p:cTn id="125" dur="500" fill="hold"/>
                                        <p:tgtEl>
                                          <p:spTgt spid="29"/>
                                        </p:tgtEl>
                                        <p:attrNameLst>
                                          <p:attrName>ppt_h</p:attrName>
                                        </p:attrNameLst>
                                      </p:cBhvr>
                                      <p:tavLst>
                                        <p:tav tm="0">
                                          <p:val>
                                            <p:strVal val="#ppt_h"/>
                                          </p:val>
                                        </p:tav>
                                        <p:tav tm="100000">
                                          <p:val>
                                            <p:strVal val="#ppt_h"/>
                                          </p:val>
                                        </p:tav>
                                      </p:tavLst>
                                    </p:anim>
                                  </p:childTnLst>
                                </p:cTn>
                              </p:par>
                            </p:childTnLst>
                          </p:cTn>
                        </p:par>
                      </p:childTnLst>
                    </p:cTn>
                  </p:par>
                  <p:par>
                    <p:cTn id="126" fill="hold">
                      <p:stCondLst>
                        <p:cond delay="indefinite"/>
                      </p:stCondLst>
                      <p:childTnLst>
                        <p:par>
                          <p:cTn id="127" fill="hold">
                            <p:stCondLst>
                              <p:cond delay="0"/>
                            </p:stCondLst>
                            <p:childTnLst>
                              <p:par>
                                <p:cTn id="128" presetID="4" presetClass="entr" presetSubtype="16" fill="hold" nodeType="clickEffect">
                                  <p:stCondLst>
                                    <p:cond delay="0"/>
                                  </p:stCondLst>
                                  <p:childTnLst>
                                    <p:set>
                                      <p:cBhvr>
                                        <p:cTn id="129" dur="1" fill="hold">
                                          <p:stCondLst>
                                            <p:cond delay="0"/>
                                          </p:stCondLst>
                                        </p:cTn>
                                        <p:tgtEl>
                                          <p:spTgt spid="30">
                                            <p:txEl>
                                              <p:pRg st="0" end="0"/>
                                            </p:txEl>
                                          </p:spTgt>
                                        </p:tgtEl>
                                        <p:attrNameLst>
                                          <p:attrName>style.visibility</p:attrName>
                                        </p:attrNameLst>
                                      </p:cBhvr>
                                      <p:to>
                                        <p:strVal val="visible"/>
                                      </p:to>
                                    </p:set>
                                    <p:animEffect transition="in" filter="box(in)">
                                      <p:cBhvr>
                                        <p:cTn id="130" dur="2000"/>
                                        <p:tgtEl>
                                          <p:spTgt spid="30">
                                            <p:txEl>
                                              <p:pRg st="0" end="0"/>
                                            </p:txEl>
                                          </p:spTgt>
                                        </p:tgtEl>
                                      </p:cBhvr>
                                    </p:animEffect>
                                  </p:childTnLst>
                                </p:cTn>
                              </p:par>
                            </p:childTnLst>
                          </p:cTn>
                        </p:par>
                      </p:childTnLst>
                    </p:cTn>
                  </p:par>
                  <p:par>
                    <p:cTn id="131" fill="hold">
                      <p:stCondLst>
                        <p:cond delay="indefinite"/>
                      </p:stCondLst>
                      <p:childTnLst>
                        <p:par>
                          <p:cTn id="132" fill="hold">
                            <p:stCondLst>
                              <p:cond delay="0"/>
                            </p:stCondLst>
                            <p:childTnLst>
                              <p:par>
                                <p:cTn id="133" presetID="10" presetClass="entr" presetSubtype="0" fill="hold" grpId="0" nodeType="clickEffect">
                                  <p:stCondLst>
                                    <p:cond delay="0"/>
                                  </p:stCondLst>
                                  <p:childTnLst>
                                    <p:set>
                                      <p:cBhvr>
                                        <p:cTn id="134" dur="1" fill="hold">
                                          <p:stCondLst>
                                            <p:cond delay="0"/>
                                          </p:stCondLst>
                                        </p:cTn>
                                        <p:tgtEl>
                                          <p:spTgt spid="30">
                                            <p:txEl>
                                              <p:pRg st="0" end="0"/>
                                            </p:txEl>
                                          </p:spTgt>
                                        </p:tgtEl>
                                        <p:attrNameLst>
                                          <p:attrName>style.visibility</p:attrName>
                                        </p:attrNameLst>
                                      </p:cBhvr>
                                      <p:to>
                                        <p:strVal val="visible"/>
                                      </p:to>
                                    </p:set>
                                    <p:animEffect transition="in" filter="fade">
                                      <p:cBhvr>
                                        <p:cTn id="135" dur="2000"/>
                                        <p:tgtEl>
                                          <p:spTgt spid="30">
                                            <p:txEl>
                                              <p:pRg st="0" end="0"/>
                                            </p:txEl>
                                          </p:spTgt>
                                        </p:tgtEl>
                                      </p:cBhvr>
                                    </p:animEffect>
                                  </p:childTnLst>
                                </p:cTn>
                              </p:par>
                            </p:childTnLst>
                          </p:cTn>
                        </p:par>
                      </p:childTnLst>
                    </p:cTn>
                  </p:par>
                  <p:par>
                    <p:cTn id="136" fill="hold">
                      <p:stCondLst>
                        <p:cond delay="indefinite"/>
                      </p:stCondLst>
                      <p:childTnLst>
                        <p:par>
                          <p:cTn id="137" fill="hold">
                            <p:stCondLst>
                              <p:cond delay="0"/>
                            </p:stCondLst>
                            <p:childTnLst>
                              <p:par>
                                <p:cTn id="138" presetID="22" presetClass="entr" presetSubtype="8" fill="hold" grpId="0" nodeType="clickEffect">
                                  <p:stCondLst>
                                    <p:cond delay="0"/>
                                  </p:stCondLst>
                                  <p:childTnLst>
                                    <p:set>
                                      <p:cBhvr>
                                        <p:cTn id="139" dur="1" fill="hold">
                                          <p:stCondLst>
                                            <p:cond delay="0"/>
                                          </p:stCondLst>
                                        </p:cTn>
                                        <p:tgtEl>
                                          <p:spTgt spid="11">
                                            <p:txEl>
                                              <p:pRg st="0" end="0"/>
                                            </p:txEl>
                                          </p:spTgt>
                                        </p:tgtEl>
                                        <p:attrNameLst>
                                          <p:attrName>style.visibility</p:attrName>
                                        </p:attrNameLst>
                                      </p:cBhvr>
                                      <p:to>
                                        <p:strVal val="visible"/>
                                      </p:to>
                                    </p:set>
                                    <p:animEffect transition="in" filter="wipe(left)">
                                      <p:cBhvr>
                                        <p:cTn id="140" dur="2000"/>
                                        <p:tgtEl>
                                          <p:spTgt spid="11">
                                            <p:txEl>
                                              <p:pRg st="0" end="0"/>
                                            </p:txEl>
                                          </p:spTgt>
                                        </p:tgtEl>
                                      </p:cBhvr>
                                    </p:animEffect>
                                  </p:childTnLst>
                                </p:cTn>
                              </p:par>
                            </p:childTnLst>
                          </p:cTn>
                        </p:par>
                      </p:childTnLst>
                    </p:cTn>
                  </p:par>
                  <p:par>
                    <p:cTn id="141" fill="hold">
                      <p:stCondLst>
                        <p:cond delay="indefinite"/>
                      </p:stCondLst>
                      <p:childTnLst>
                        <p:par>
                          <p:cTn id="142" fill="hold">
                            <p:stCondLst>
                              <p:cond delay="0"/>
                            </p:stCondLst>
                            <p:childTnLst>
                              <p:par>
                                <p:cTn id="143" presetID="22" presetClass="entr" presetSubtype="8" fill="hold" grpId="0" nodeType="clickEffect">
                                  <p:stCondLst>
                                    <p:cond delay="0"/>
                                  </p:stCondLst>
                                  <p:childTnLst>
                                    <p:set>
                                      <p:cBhvr>
                                        <p:cTn id="144" dur="1" fill="hold">
                                          <p:stCondLst>
                                            <p:cond delay="0"/>
                                          </p:stCondLst>
                                        </p:cTn>
                                        <p:tgtEl>
                                          <p:spTgt spid="11">
                                            <p:txEl>
                                              <p:pRg st="1" end="1"/>
                                            </p:txEl>
                                          </p:spTgt>
                                        </p:tgtEl>
                                        <p:attrNameLst>
                                          <p:attrName>style.visibility</p:attrName>
                                        </p:attrNameLst>
                                      </p:cBhvr>
                                      <p:to>
                                        <p:strVal val="visible"/>
                                      </p:to>
                                    </p:set>
                                    <p:animEffect transition="in" filter="wipe(left)">
                                      <p:cBhvr>
                                        <p:cTn id="145" dur="2000"/>
                                        <p:tgtEl>
                                          <p:spTgt spid="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5" grpId="1" build="allAtOnce" animBg="1"/>
      <p:bldP spid="6" grpId="0" build="p"/>
      <p:bldP spid="9" grpId="0" build="p"/>
      <p:bldP spid="10" grpId="0" build="p"/>
      <p:bldP spid="11" grpId="0" build="p"/>
      <p:bldP spid="24" grpId="0" animBg="1"/>
      <p:bldP spid="24" grpId="1" animBg="1"/>
      <p:bldP spid="25" grpId="0" build="p"/>
      <p:bldP spid="25" grpId="1" build="allAtOnce"/>
      <p:bldP spid="26" grpId="0" animBg="1"/>
      <p:bldP spid="26" grpId="1" animBg="1"/>
      <p:bldP spid="27" grpId="0" build="p"/>
      <p:bldP spid="27" grpId="1" build="allAtOnce"/>
      <p:bldP spid="29" grpId="0" animBg="1"/>
      <p:bldP spid="29" grpId="1" animBg="1"/>
      <p:bldP spid="3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http://wallpaperstock.net/the-blue-cubes_wallpapers_6880_1024x768.jpg"/>
          <p:cNvPicPr>
            <a:picLocks noChangeAspect="1" noChangeArrowheads="1"/>
          </p:cNvPicPr>
          <p:nvPr/>
        </p:nvPicPr>
        <p:blipFill>
          <a:blip r:embed="rId2" cstate="print">
            <a:lum bright="70000" contrast="-70000"/>
          </a:blip>
          <a:srcRect/>
          <a:stretch>
            <a:fillRect/>
          </a:stretch>
        </p:blipFill>
        <p:spPr bwMode="auto">
          <a:xfrm>
            <a:off x="1160241" y="0"/>
            <a:ext cx="6840760" cy="513057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Date Placeholder 6"/>
          <p:cNvSpPr>
            <a:spLocks noGrp="1"/>
          </p:cNvSpPr>
          <p:nvPr>
            <p:ph type="dt" sz="half" idx="10"/>
          </p:nvPr>
        </p:nvSpPr>
        <p:spPr>
          <a:xfrm>
            <a:off x="1143000" y="4869657"/>
            <a:ext cx="1411914" cy="273844"/>
          </a:xfrm>
        </p:spPr>
        <p:txBody>
          <a:bodyPr/>
          <a:lstStyle/>
          <a:p>
            <a:fld id="{7AB5A69F-82E3-47B2-9FA7-5923C353FC5D}" type="datetime2">
              <a:rPr lang="en-GB" b="1">
                <a:solidFill>
                  <a:prstClr val="black">
                    <a:tint val="75000"/>
                  </a:prstClr>
                </a:solidFill>
                <a:latin typeface="Arial" pitchFamily="34" charset="0"/>
                <a:cs typeface="Arial" pitchFamily="34" charset="0"/>
              </a:rPr>
              <a:pPr/>
              <a:t>Tuesday, 22 November 2022</a:t>
            </a:fld>
            <a:endParaRPr lang="en-GB" b="1" dirty="0">
              <a:solidFill>
                <a:prstClr val="black">
                  <a:tint val="75000"/>
                </a:prstClr>
              </a:solidFill>
              <a:latin typeface="Arial" pitchFamily="34" charset="0"/>
              <a:cs typeface="Arial" pitchFamily="34" charset="0"/>
            </a:endParaRPr>
          </a:p>
        </p:txBody>
      </p:sp>
      <p:sp>
        <p:nvSpPr>
          <p:cNvPr id="8" name="Slide Number Placeholder 7"/>
          <p:cNvSpPr>
            <a:spLocks noGrp="1"/>
          </p:cNvSpPr>
          <p:nvPr>
            <p:ph type="sldNum" sz="quarter" idx="12"/>
          </p:nvPr>
        </p:nvSpPr>
        <p:spPr>
          <a:xfrm>
            <a:off x="7434318" y="4894008"/>
            <a:ext cx="439806" cy="249492"/>
          </a:xfrm>
        </p:spPr>
        <p:txBody>
          <a:bodyPr/>
          <a:lstStyle/>
          <a:p>
            <a:fld id="{428B8429-4527-47F3-AF89-C5C226CB1AE6}" type="slidenum">
              <a:rPr lang="en-GB" b="1">
                <a:solidFill>
                  <a:prstClr val="black">
                    <a:tint val="75000"/>
                  </a:prstClr>
                </a:solidFill>
                <a:latin typeface="Arial" pitchFamily="34" charset="0"/>
                <a:cs typeface="Arial" pitchFamily="34" charset="0"/>
              </a:rPr>
              <a:pPr/>
              <a:t>9</a:t>
            </a:fld>
            <a:endParaRPr lang="en-GB" b="1" dirty="0">
              <a:solidFill>
                <a:prstClr val="black">
                  <a:tint val="75000"/>
                </a:prstClr>
              </a:solidFill>
              <a:latin typeface="Arial" pitchFamily="34" charset="0"/>
              <a:cs typeface="Arial" pitchFamily="34" charset="0"/>
            </a:endParaRPr>
          </a:p>
        </p:txBody>
      </p:sp>
      <p:sp>
        <p:nvSpPr>
          <p:cNvPr id="6" name="Cube 5"/>
          <p:cNvSpPr/>
          <p:nvPr/>
        </p:nvSpPr>
        <p:spPr>
          <a:xfrm>
            <a:off x="6300192" y="2517744"/>
            <a:ext cx="864096" cy="810090"/>
          </a:xfrm>
          <a:prstGeom prst="cube">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grpSp>
        <p:nvGrpSpPr>
          <p:cNvPr id="47" name="Group 46"/>
          <p:cNvGrpSpPr/>
          <p:nvPr/>
        </p:nvGrpSpPr>
        <p:grpSpPr>
          <a:xfrm>
            <a:off x="1385646" y="1977685"/>
            <a:ext cx="2646294" cy="1998221"/>
            <a:chOff x="4860032" y="836712"/>
            <a:chExt cx="1728192" cy="1368152"/>
          </a:xfrm>
        </p:grpSpPr>
        <p:grpSp>
          <p:nvGrpSpPr>
            <p:cNvPr id="30" name="Group 29"/>
            <p:cNvGrpSpPr/>
            <p:nvPr/>
          </p:nvGrpSpPr>
          <p:grpSpPr>
            <a:xfrm>
              <a:off x="4860032" y="1268760"/>
              <a:ext cx="1728192" cy="936104"/>
              <a:chOff x="4860032" y="1268760"/>
              <a:chExt cx="1728192" cy="936104"/>
            </a:xfrm>
          </p:grpSpPr>
          <p:grpSp>
            <p:nvGrpSpPr>
              <p:cNvPr id="15" name="Group 14"/>
              <p:cNvGrpSpPr/>
              <p:nvPr/>
            </p:nvGrpSpPr>
            <p:grpSpPr>
              <a:xfrm>
                <a:off x="4860032" y="1268760"/>
                <a:ext cx="936104" cy="936104"/>
                <a:chOff x="3563888" y="2564904"/>
                <a:chExt cx="936104" cy="936104"/>
              </a:xfrm>
            </p:grpSpPr>
            <p:sp>
              <p:nvSpPr>
                <p:cNvPr id="16" name="Cube 15"/>
                <p:cNvSpPr/>
                <p:nvPr/>
              </p:nvSpPr>
              <p:spPr>
                <a:xfrm>
                  <a:off x="3923928" y="2564904"/>
                  <a:ext cx="576064" cy="576064"/>
                </a:xfrm>
                <a:prstGeom prst="cube">
                  <a:avLst/>
                </a:prstGeom>
                <a:solidFill>
                  <a:schemeClr val="accent5">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sp>
              <p:nvSpPr>
                <p:cNvPr id="17" name="Cube 16"/>
                <p:cNvSpPr/>
                <p:nvPr/>
              </p:nvSpPr>
              <p:spPr>
                <a:xfrm>
                  <a:off x="3851920" y="2636912"/>
                  <a:ext cx="576064" cy="576064"/>
                </a:xfrm>
                <a:prstGeom prst="cube">
                  <a:avLst/>
                </a:prstGeom>
                <a:solidFill>
                  <a:schemeClr val="accent5">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sp>
              <p:nvSpPr>
                <p:cNvPr id="18" name="Cube 17"/>
                <p:cNvSpPr/>
                <p:nvPr/>
              </p:nvSpPr>
              <p:spPr>
                <a:xfrm>
                  <a:off x="3707904" y="2780928"/>
                  <a:ext cx="576064" cy="576064"/>
                </a:xfrm>
                <a:prstGeom prst="cube">
                  <a:avLst/>
                </a:prstGeom>
                <a:solidFill>
                  <a:schemeClr val="accent5">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sp>
              <p:nvSpPr>
                <p:cNvPr id="19" name="Cube 18"/>
                <p:cNvSpPr/>
                <p:nvPr/>
              </p:nvSpPr>
              <p:spPr>
                <a:xfrm>
                  <a:off x="3563888" y="2924944"/>
                  <a:ext cx="576064" cy="576064"/>
                </a:xfrm>
                <a:prstGeom prst="cube">
                  <a:avLst/>
                </a:prstGeom>
                <a:solidFill>
                  <a:schemeClr val="accent5">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grpSp>
          <p:grpSp>
            <p:nvGrpSpPr>
              <p:cNvPr id="20" name="Group 19"/>
              <p:cNvGrpSpPr/>
              <p:nvPr/>
            </p:nvGrpSpPr>
            <p:grpSpPr>
              <a:xfrm>
                <a:off x="5292080" y="1268760"/>
                <a:ext cx="936104" cy="936104"/>
                <a:chOff x="3563888" y="2564904"/>
                <a:chExt cx="936104" cy="936104"/>
              </a:xfrm>
            </p:grpSpPr>
            <p:sp>
              <p:nvSpPr>
                <p:cNvPr id="21" name="Cube 20"/>
                <p:cNvSpPr/>
                <p:nvPr/>
              </p:nvSpPr>
              <p:spPr>
                <a:xfrm>
                  <a:off x="3923928" y="2564904"/>
                  <a:ext cx="576064" cy="576064"/>
                </a:xfrm>
                <a:prstGeom prst="cube">
                  <a:avLst/>
                </a:prstGeom>
                <a:solidFill>
                  <a:schemeClr val="accent5">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sp>
              <p:nvSpPr>
                <p:cNvPr id="22" name="Cube 21"/>
                <p:cNvSpPr/>
                <p:nvPr/>
              </p:nvSpPr>
              <p:spPr>
                <a:xfrm>
                  <a:off x="3851920" y="2636912"/>
                  <a:ext cx="576064" cy="576064"/>
                </a:xfrm>
                <a:prstGeom prst="cube">
                  <a:avLst/>
                </a:prstGeom>
                <a:solidFill>
                  <a:schemeClr val="accent5">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sp>
              <p:nvSpPr>
                <p:cNvPr id="23" name="Cube 22"/>
                <p:cNvSpPr/>
                <p:nvPr/>
              </p:nvSpPr>
              <p:spPr>
                <a:xfrm>
                  <a:off x="3707904" y="2780928"/>
                  <a:ext cx="576064" cy="576064"/>
                </a:xfrm>
                <a:prstGeom prst="cube">
                  <a:avLst/>
                </a:prstGeom>
                <a:solidFill>
                  <a:schemeClr val="accent5">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sp>
              <p:nvSpPr>
                <p:cNvPr id="24" name="Cube 23"/>
                <p:cNvSpPr/>
                <p:nvPr/>
              </p:nvSpPr>
              <p:spPr>
                <a:xfrm>
                  <a:off x="3563888" y="2924944"/>
                  <a:ext cx="576064" cy="576064"/>
                </a:xfrm>
                <a:prstGeom prst="cube">
                  <a:avLst/>
                </a:prstGeom>
                <a:solidFill>
                  <a:schemeClr val="accent5">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grpSp>
          <p:grpSp>
            <p:nvGrpSpPr>
              <p:cNvPr id="25" name="Group 24"/>
              <p:cNvGrpSpPr/>
              <p:nvPr/>
            </p:nvGrpSpPr>
            <p:grpSpPr>
              <a:xfrm>
                <a:off x="5652120" y="1268760"/>
                <a:ext cx="936104" cy="936104"/>
                <a:chOff x="3563888" y="2564904"/>
                <a:chExt cx="936104" cy="936104"/>
              </a:xfrm>
            </p:grpSpPr>
            <p:sp>
              <p:nvSpPr>
                <p:cNvPr id="26" name="Cube 25"/>
                <p:cNvSpPr/>
                <p:nvPr/>
              </p:nvSpPr>
              <p:spPr>
                <a:xfrm>
                  <a:off x="3923928" y="2564904"/>
                  <a:ext cx="576064" cy="576064"/>
                </a:xfrm>
                <a:prstGeom prst="cube">
                  <a:avLst/>
                </a:prstGeom>
                <a:solidFill>
                  <a:schemeClr val="accent5">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sp>
              <p:nvSpPr>
                <p:cNvPr id="27" name="Cube 26"/>
                <p:cNvSpPr/>
                <p:nvPr/>
              </p:nvSpPr>
              <p:spPr>
                <a:xfrm>
                  <a:off x="3851920" y="2636912"/>
                  <a:ext cx="576064" cy="576064"/>
                </a:xfrm>
                <a:prstGeom prst="cube">
                  <a:avLst/>
                </a:prstGeom>
                <a:solidFill>
                  <a:schemeClr val="accent5">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sp>
              <p:nvSpPr>
                <p:cNvPr id="28" name="Cube 27"/>
                <p:cNvSpPr/>
                <p:nvPr/>
              </p:nvSpPr>
              <p:spPr>
                <a:xfrm>
                  <a:off x="3707904" y="2780928"/>
                  <a:ext cx="576064" cy="576064"/>
                </a:xfrm>
                <a:prstGeom prst="cube">
                  <a:avLst/>
                </a:prstGeom>
                <a:solidFill>
                  <a:schemeClr val="accent5">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sp>
              <p:nvSpPr>
                <p:cNvPr id="29" name="Cube 28"/>
                <p:cNvSpPr/>
                <p:nvPr/>
              </p:nvSpPr>
              <p:spPr>
                <a:xfrm>
                  <a:off x="3563888" y="2924944"/>
                  <a:ext cx="576064" cy="576064"/>
                </a:xfrm>
                <a:prstGeom prst="cube">
                  <a:avLst/>
                </a:prstGeom>
                <a:solidFill>
                  <a:schemeClr val="accent5">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grpSp>
        </p:grpSp>
        <p:grpSp>
          <p:nvGrpSpPr>
            <p:cNvPr id="31" name="Group 30"/>
            <p:cNvGrpSpPr/>
            <p:nvPr/>
          </p:nvGrpSpPr>
          <p:grpSpPr>
            <a:xfrm>
              <a:off x="4860032" y="836712"/>
              <a:ext cx="1728192" cy="936104"/>
              <a:chOff x="4860032" y="1268760"/>
              <a:chExt cx="1728192" cy="936104"/>
            </a:xfrm>
          </p:grpSpPr>
          <p:grpSp>
            <p:nvGrpSpPr>
              <p:cNvPr id="32" name="Group 14"/>
              <p:cNvGrpSpPr/>
              <p:nvPr/>
            </p:nvGrpSpPr>
            <p:grpSpPr>
              <a:xfrm>
                <a:off x="4860032" y="1268760"/>
                <a:ext cx="936104" cy="936104"/>
                <a:chOff x="3563888" y="2564904"/>
                <a:chExt cx="936104" cy="936104"/>
              </a:xfrm>
            </p:grpSpPr>
            <p:sp>
              <p:nvSpPr>
                <p:cNvPr id="43" name="Cube 42"/>
                <p:cNvSpPr/>
                <p:nvPr/>
              </p:nvSpPr>
              <p:spPr>
                <a:xfrm>
                  <a:off x="3923928" y="2564904"/>
                  <a:ext cx="576064" cy="576064"/>
                </a:xfrm>
                <a:prstGeom prst="cube">
                  <a:avLst/>
                </a:prstGeom>
                <a:solidFill>
                  <a:schemeClr val="accent5">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sp>
              <p:nvSpPr>
                <p:cNvPr id="44" name="Cube 43"/>
                <p:cNvSpPr/>
                <p:nvPr/>
              </p:nvSpPr>
              <p:spPr>
                <a:xfrm>
                  <a:off x="3851920" y="2636912"/>
                  <a:ext cx="576064" cy="576064"/>
                </a:xfrm>
                <a:prstGeom prst="cube">
                  <a:avLst/>
                </a:prstGeom>
                <a:solidFill>
                  <a:schemeClr val="accent5">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sp>
              <p:nvSpPr>
                <p:cNvPr id="45" name="Cube 44"/>
                <p:cNvSpPr/>
                <p:nvPr/>
              </p:nvSpPr>
              <p:spPr>
                <a:xfrm>
                  <a:off x="3707904" y="2780928"/>
                  <a:ext cx="576064" cy="576064"/>
                </a:xfrm>
                <a:prstGeom prst="cube">
                  <a:avLst/>
                </a:prstGeom>
                <a:solidFill>
                  <a:schemeClr val="accent5">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sp>
              <p:nvSpPr>
                <p:cNvPr id="46" name="Cube 45"/>
                <p:cNvSpPr/>
                <p:nvPr/>
              </p:nvSpPr>
              <p:spPr>
                <a:xfrm>
                  <a:off x="3563888" y="2924944"/>
                  <a:ext cx="576064" cy="576064"/>
                </a:xfrm>
                <a:prstGeom prst="cube">
                  <a:avLst/>
                </a:prstGeom>
                <a:solidFill>
                  <a:schemeClr val="accent5">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grpSp>
          <p:grpSp>
            <p:nvGrpSpPr>
              <p:cNvPr id="33" name="Group 19"/>
              <p:cNvGrpSpPr/>
              <p:nvPr/>
            </p:nvGrpSpPr>
            <p:grpSpPr>
              <a:xfrm>
                <a:off x="5292080" y="1268760"/>
                <a:ext cx="936104" cy="936104"/>
                <a:chOff x="3563888" y="2564904"/>
                <a:chExt cx="936104" cy="936104"/>
              </a:xfrm>
            </p:grpSpPr>
            <p:sp>
              <p:nvSpPr>
                <p:cNvPr id="39" name="Cube 38"/>
                <p:cNvSpPr/>
                <p:nvPr/>
              </p:nvSpPr>
              <p:spPr>
                <a:xfrm>
                  <a:off x="3923928" y="2564904"/>
                  <a:ext cx="576064" cy="576064"/>
                </a:xfrm>
                <a:prstGeom prst="cube">
                  <a:avLst/>
                </a:prstGeom>
                <a:solidFill>
                  <a:schemeClr val="accent5">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sp>
              <p:nvSpPr>
                <p:cNvPr id="40" name="Cube 39"/>
                <p:cNvSpPr/>
                <p:nvPr/>
              </p:nvSpPr>
              <p:spPr>
                <a:xfrm>
                  <a:off x="3851920" y="2636912"/>
                  <a:ext cx="576064" cy="576064"/>
                </a:xfrm>
                <a:prstGeom prst="cube">
                  <a:avLst/>
                </a:prstGeom>
                <a:solidFill>
                  <a:schemeClr val="accent5">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sp>
              <p:nvSpPr>
                <p:cNvPr id="41" name="Cube 40"/>
                <p:cNvSpPr/>
                <p:nvPr/>
              </p:nvSpPr>
              <p:spPr>
                <a:xfrm>
                  <a:off x="3707904" y="2780928"/>
                  <a:ext cx="576064" cy="576064"/>
                </a:xfrm>
                <a:prstGeom prst="cube">
                  <a:avLst/>
                </a:prstGeom>
                <a:solidFill>
                  <a:schemeClr val="accent5">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sp>
              <p:nvSpPr>
                <p:cNvPr id="42" name="Cube 41"/>
                <p:cNvSpPr/>
                <p:nvPr/>
              </p:nvSpPr>
              <p:spPr>
                <a:xfrm>
                  <a:off x="3563888" y="2924944"/>
                  <a:ext cx="576064" cy="576064"/>
                </a:xfrm>
                <a:prstGeom prst="cube">
                  <a:avLst/>
                </a:prstGeom>
                <a:solidFill>
                  <a:schemeClr val="accent5">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grpSp>
          <p:grpSp>
            <p:nvGrpSpPr>
              <p:cNvPr id="34" name="Group 24"/>
              <p:cNvGrpSpPr/>
              <p:nvPr/>
            </p:nvGrpSpPr>
            <p:grpSpPr>
              <a:xfrm>
                <a:off x="5652120" y="1268760"/>
                <a:ext cx="936104" cy="936104"/>
                <a:chOff x="3563888" y="2564904"/>
                <a:chExt cx="936104" cy="936104"/>
              </a:xfrm>
            </p:grpSpPr>
            <p:sp>
              <p:nvSpPr>
                <p:cNvPr id="35" name="Cube 34"/>
                <p:cNvSpPr/>
                <p:nvPr/>
              </p:nvSpPr>
              <p:spPr>
                <a:xfrm>
                  <a:off x="3923928" y="2564904"/>
                  <a:ext cx="576064" cy="576064"/>
                </a:xfrm>
                <a:prstGeom prst="cube">
                  <a:avLst/>
                </a:prstGeom>
                <a:solidFill>
                  <a:schemeClr val="accent5">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sp>
              <p:nvSpPr>
                <p:cNvPr id="36" name="Cube 35"/>
                <p:cNvSpPr/>
                <p:nvPr/>
              </p:nvSpPr>
              <p:spPr>
                <a:xfrm>
                  <a:off x="3851920" y="2636912"/>
                  <a:ext cx="576064" cy="576064"/>
                </a:xfrm>
                <a:prstGeom prst="cube">
                  <a:avLst/>
                </a:prstGeom>
                <a:solidFill>
                  <a:schemeClr val="accent5">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sp>
              <p:nvSpPr>
                <p:cNvPr id="37" name="Cube 36"/>
                <p:cNvSpPr/>
                <p:nvPr/>
              </p:nvSpPr>
              <p:spPr>
                <a:xfrm>
                  <a:off x="3707904" y="2780928"/>
                  <a:ext cx="576064" cy="576064"/>
                </a:xfrm>
                <a:prstGeom prst="cube">
                  <a:avLst/>
                </a:prstGeom>
                <a:solidFill>
                  <a:schemeClr val="accent5">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sp>
              <p:nvSpPr>
                <p:cNvPr id="38" name="Cube 37"/>
                <p:cNvSpPr/>
                <p:nvPr/>
              </p:nvSpPr>
              <p:spPr>
                <a:xfrm>
                  <a:off x="3563888" y="2924944"/>
                  <a:ext cx="576064" cy="576064"/>
                </a:xfrm>
                <a:prstGeom prst="cube">
                  <a:avLst/>
                </a:prstGeom>
                <a:solidFill>
                  <a:schemeClr val="accent6">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grpSp>
        </p:grpSp>
      </p:grpSp>
      <p:sp>
        <p:nvSpPr>
          <p:cNvPr id="48" name="Rectangle 47"/>
          <p:cNvSpPr/>
          <p:nvPr/>
        </p:nvSpPr>
        <p:spPr>
          <a:xfrm>
            <a:off x="2951820" y="87475"/>
            <a:ext cx="3834426" cy="646331"/>
          </a:xfrm>
          <a:prstGeom prst="rect">
            <a:avLst/>
          </a:prstGeom>
          <a:noFill/>
          <a:ln>
            <a:solidFill>
              <a:srgbClr val="92D050"/>
            </a:solidFill>
          </a:ln>
        </p:spPr>
        <p:txBody>
          <a:bodyPr wrap="square">
            <a:spAutoFit/>
          </a:bodyPr>
          <a:lstStyle/>
          <a:p>
            <a:pPr algn="ctr">
              <a:defRPr/>
            </a:pPr>
            <a:r>
              <a:rPr lang="en-US" sz="3600" b="1" dirty="0">
                <a:ln w="31550" cmpd="sng">
                  <a:gradFill>
                    <a:gsLst>
                      <a:gs pos="25000">
                        <a:srgbClr val="4F81BD">
                          <a:shade val="25000"/>
                          <a:satMod val="190000"/>
                        </a:srgbClr>
                      </a:gs>
                      <a:gs pos="80000">
                        <a:srgbClr val="4F81BD">
                          <a:tint val="75000"/>
                          <a:satMod val="190000"/>
                        </a:srgbClr>
                      </a:gs>
                    </a:gsLst>
                    <a:lin ang="5400000"/>
                  </a:gradFill>
                  <a:prstDash val="solid"/>
                </a:ln>
                <a:solidFill>
                  <a:srgbClr val="0070C0"/>
                </a:solidFill>
                <a:effectLst>
                  <a:outerShdw blurRad="41275" dist="12700" dir="12000000" algn="tl" rotWithShape="0">
                    <a:srgbClr val="000000">
                      <a:alpha val="40000"/>
                    </a:srgbClr>
                  </a:outerShdw>
                </a:effectLst>
                <a:latin typeface="Calibri"/>
              </a:rPr>
              <a:t>VOLUME OF SOLID</a:t>
            </a:r>
          </a:p>
        </p:txBody>
      </p:sp>
      <p:sp>
        <p:nvSpPr>
          <p:cNvPr id="49" name="Rectangle 48"/>
          <p:cNvSpPr/>
          <p:nvPr/>
        </p:nvSpPr>
        <p:spPr>
          <a:xfrm>
            <a:off x="1277634" y="897564"/>
            <a:ext cx="6534726" cy="830997"/>
          </a:xfrm>
          <a:prstGeom prst="rect">
            <a:avLst/>
          </a:prstGeom>
          <a:noFill/>
        </p:spPr>
        <p:txBody>
          <a:bodyPr wrap="square">
            <a:spAutoFit/>
          </a:bodyPr>
          <a:lstStyle/>
          <a:p>
            <a:pPr>
              <a:defRPr/>
            </a:pPr>
            <a:r>
              <a:rPr lang="en-GB" sz="2400" b="1" dirty="0">
                <a:ln w="10541" cmpd="sng">
                  <a:solidFill>
                    <a:srgbClr val="4F81BD">
                      <a:shade val="88000"/>
                      <a:satMod val="110000"/>
                    </a:srgbClr>
                  </a:solidFill>
                  <a:prstDash val="solid"/>
                </a:ln>
                <a:solidFill>
                  <a:prstClr val="black"/>
                </a:solidFill>
                <a:latin typeface="Calibri"/>
              </a:rPr>
              <a:t>The </a:t>
            </a:r>
            <a:r>
              <a:rPr lang="en-GB" sz="2400" b="1" dirty="0">
                <a:ln w="10541" cmpd="sng">
                  <a:solidFill>
                    <a:srgbClr val="4F81BD">
                      <a:shade val="88000"/>
                      <a:satMod val="110000"/>
                    </a:srgbClr>
                  </a:solidFill>
                  <a:prstDash val="solid"/>
                </a:ln>
                <a:solidFill>
                  <a:srgbClr val="FF0000"/>
                </a:solidFill>
                <a:latin typeface="Calibri"/>
              </a:rPr>
              <a:t>volume of a solid</a:t>
            </a:r>
            <a:r>
              <a:rPr lang="en-GB" sz="2400" b="1" dirty="0">
                <a:ln w="10541" cmpd="sng">
                  <a:solidFill>
                    <a:srgbClr val="4F81BD">
                      <a:shade val="88000"/>
                      <a:satMod val="110000"/>
                    </a:srgbClr>
                  </a:solidFill>
                  <a:prstDash val="solid"/>
                </a:ln>
                <a:solidFill>
                  <a:prstClr val="black"/>
                </a:solidFill>
                <a:latin typeface="Calibri"/>
              </a:rPr>
              <a:t> is the number of unit cubes that the solid can be divided into.</a:t>
            </a:r>
            <a:endParaRPr lang="en-US" sz="2400" b="1" dirty="0">
              <a:ln w="10541" cmpd="sng">
                <a:solidFill>
                  <a:srgbClr val="4F81BD">
                    <a:shade val="88000"/>
                    <a:satMod val="110000"/>
                  </a:srgbClr>
                </a:solidFill>
                <a:prstDash val="solid"/>
              </a:ln>
              <a:solidFill>
                <a:prstClr val="black"/>
              </a:solidFill>
              <a:latin typeface="Calibri"/>
            </a:endParaRPr>
          </a:p>
        </p:txBody>
      </p:sp>
      <p:sp>
        <p:nvSpPr>
          <p:cNvPr id="50" name="Left Brace 49"/>
          <p:cNvSpPr/>
          <p:nvPr/>
        </p:nvSpPr>
        <p:spPr>
          <a:xfrm rot="16200000">
            <a:off x="2195738" y="3219821"/>
            <a:ext cx="270031" cy="1890212"/>
          </a:xfrm>
          <a:prstGeom prst="lef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solidFill>
                <a:srgbClr val="FF0000"/>
              </a:solidFill>
              <a:latin typeface="Calibri"/>
            </a:endParaRPr>
          </a:p>
        </p:txBody>
      </p:sp>
      <p:sp>
        <p:nvSpPr>
          <p:cNvPr id="51" name="Title 1"/>
          <p:cNvSpPr txBox="1">
            <a:spLocks/>
          </p:cNvSpPr>
          <p:nvPr/>
        </p:nvSpPr>
        <p:spPr>
          <a:xfrm>
            <a:off x="2033718" y="4299942"/>
            <a:ext cx="648072" cy="216024"/>
          </a:xfrm>
          <a:prstGeom prst="rect">
            <a:avLst/>
          </a:prstGeom>
        </p:spPr>
        <p:txBody>
          <a:bodyPr anchor="ctr">
            <a:normAutofit fontScale="85000" lnSpcReduction="10000"/>
          </a:bodyPr>
          <a:lstStyle/>
          <a:p>
            <a:pPr algn="ctr">
              <a:defRPr/>
            </a:pPr>
            <a:r>
              <a:rPr lang="en-US" sz="1050" dirty="0">
                <a:solidFill>
                  <a:srgbClr val="0070C0"/>
                </a:solidFill>
                <a:latin typeface="Arial Black" pitchFamily="34" charset="0"/>
              </a:rPr>
              <a:t>3 units</a:t>
            </a:r>
          </a:p>
        </p:txBody>
      </p:sp>
      <p:sp>
        <p:nvSpPr>
          <p:cNvPr id="52" name="Left Brace 51"/>
          <p:cNvSpPr/>
          <p:nvPr/>
        </p:nvSpPr>
        <p:spPr>
          <a:xfrm rot="13524498">
            <a:off x="3618152" y="3225793"/>
            <a:ext cx="324035" cy="1096907"/>
          </a:xfrm>
          <a:prstGeom prst="lef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solidFill>
                <a:srgbClr val="FF0000"/>
              </a:solidFill>
              <a:latin typeface="Calibri"/>
            </a:endParaRPr>
          </a:p>
        </p:txBody>
      </p:sp>
      <p:sp>
        <p:nvSpPr>
          <p:cNvPr id="53" name="Title 1"/>
          <p:cNvSpPr txBox="1">
            <a:spLocks/>
          </p:cNvSpPr>
          <p:nvPr/>
        </p:nvSpPr>
        <p:spPr>
          <a:xfrm>
            <a:off x="3653898" y="3921900"/>
            <a:ext cx="648072" cy="216024"/>
          </a:xfrm>
          <a:prstGeom prst="rect">
            <a:avLst/>
          </a:prstGeom>
        </p:spPr>
        <p:txBody>
          <a:bodyPr anchor="ctr">
            <a:normAutofit fontScale="85000" lnSpcReduction="10000"/>
          </a:bodyPr>
          <a:lstStyle/>
          <a:p>
            <a:pPr algn="ctr">
              <a:defRPr/>
            </a:pPr>
            <a:r>
              <a:rPr lang="en-US" sz="1050" dirty="0">
                <a:solidFill>
                  <a:srgbClr val="0070C0"/>
                </a:solidFill>
                <a:latin typeface="Arial Black" pitchFamily="34" charset="0"/>
              </a:rPr>
              <a:t>4 units</a:t>
            </a:r>
          </a:p>
        </p:txBody>
      </p:sp>
      <p:sp>
        <p:nvSpPr>
          <p:cNvPr id="54" name="Left Brace 53"/>
          <p:cNvSpPr/>
          <p:nvPr/>
        </p:nvSpPr>
        <p:spPr>
          <a:xfrm rot="10800000">
            <a:off x="4031940" y="1977684"/>
            <a:ext cx="324036" cy="1242138"/>
          </a:xfrm>
          <a:prstGeom prst="lef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solidFill>
                <a:srgbClr val="FF0000"/>
              </a:solidFill>
              <a:latin typeface="Calibri"/>
            </a:endParaRPr>
          </a:p>
        </p:txBody>
      </p:sp>
      <p:sp>
        <p:nvSpPr>
          <p:cNvPr id="55" name="Title 1"/>
          <p:cNvSpPr txBox="1">
            <a:spLocks/>
          </p:cNvSpPr>
          <p:nvPr/>
        </p:nvSpPr>
        <p:spPr>
          <a:xfrm>
            <a:off x="4355976" y="2463738"/>
            <a:ext cx="648072" cy="216024"/>
          </a:xfrm>
          <a:prstGeom prst="rect">
            <a:avLst/>
          </a:prstGeom>
        </p:spPr>
        <p:txBody>
          <a:bodyPr anchor="ctr">
            <a:normAutofit fontScale="85000" lnSpcReduction="10000"/>
          </a:bodyPr>
          <a:lstStyle/>
          <a:p>
            <a:pPr algn="ctr">
              <a:defRPr/>
            </a:pPr>
            <a:r>
              <a:rPr lang="en-US" sz="1050" dirty="0">
                <a:solidFill>
                  <a:srgbClr val="0070C0"/>
                </a:solidFill>
                <a:latin typeface="Arial Black" pitchFamily="34" charset="0"/>
              </a:rPr>
              <a:t>2 units</a:t>
            </a:r>
          </a:p>
        </p:txBody>
      </p:sp>
      <p:sp>
        <p:nvSpPr>
          <p:cNvPr id="75" name="Arc 74"/>
          <p:cNvSpPr/>
          <p:nvPr/>
        </p:nvSpPr>
        <p:spPr>
          <a:xfrm rot="20851383">
            <a:off x="2943809" y="2269612"/>
            <a:ext cx="3343539" cy="1291235"/>
          </a:xfrm>
          <a:prstGeom prst="arc">
            <a:avLst>
              <a:gd name="adj1" fmla="val 11589449"/>
              <a:gd name="adj2" fmla="val 21575544"/>
            </a:avLst>
          </a:prstGeom>
          <a:ln w="38100">
            <a:solidFill>
              <a:schemeClr val="tx1"/>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solidFill>
                <a:prstClr val="black"/>
              </a:solidFill>
              <a:latin typeface="Calibri"/>
            </a:endParaRPr>
          </a:p>
        </p:txBody>
      </p:sp>
      <p:sp>
        <p:nvSpPr>
          <p:cNvPr id="76" name="Left Brace 75"/>
          <p:cNvSpPr/>
          <p:nvPr/>
        </p:nvSpPr>
        <p:spPr>
          <a:xfrm>
            <a:off x="6138174" y="2733768"/>
            <a:ext cx="162018" cy="594066"/>
          </a:xfrm>
          <a:prstGeom prst="lef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solidFill>
                <a:srgbClr val="FF0000"/>
              </a:solidFill>
              <a:latin typeface="Calibri"/>
            </a:endParaRPr>
          </a:p>
        </p:txBody>
      </p:sp>
      <p:sp>
        <p:nvSpPr>
          <p:cNvPr id="77" name="Title 1"/>
          <p:cNvSpPr txBox="1">
            <a:spLocks/>
          </p:cNvSpPr>
          <p:nvPr/>
        </p:nvSpPr>
        <p:spPr>
          <a:xfrm>
            <a:off x="5652120" y="2949792"/>
            <a:ext cx="594066" cy="162018"/>
          </a:xfrm>
          <a:prstGeom prst="rect">
            <a:avLst/>
          </a:prstGeom>
        </p:spPr>
        <p:txBody>
          <a:bodyPr anchor="ctr">
            <a:normAutofit fontScale="47500" lnSpcReduction="20000"/>
          </a:bodyPr>
          <a:lstStyle/>
          <a:p>
            <a:pPr algn="ctr">
              <a:defRPr/>
            </a:pPr>
            <a:r>
              <a:rPr lang="en-US" sz="1050" dirty="0">
                <a:solidFill>
                  <a:srgbClr val="0070C0"/>
                </a:solidFill>
                <a:latin typeface="Arial Black" pitchFamily="34" charset="0"/>
              </a:rPr>
              <a:t>1 unit</a:t>
            </a:r>
          </a:p>
        </p:txBody>
      </p:sp>
      <p:sp>
        <p:nvSpPr>
          <p:cNvPr id="78" name="Left Brace 77"/>
          <p:cNvSpPr/>
          <p:nvPr/>
        </p:nvSpPr>
        <p:spPr>
          <a:xfrm rot="16200000">
            <a:off x="6516218" y="3111810"/>
            <a:ext cx="216024" cy="648073"/>
          </a:xfrm>
          <a:prstGeom prst="lef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solidFill>
                <a:srgbClr val="FF0000"/>
              </a:solidFill>
              <a:latin typeface="Calibri"/>
            </a:endParaRPr>
          </a:p>
        </p:txBody>
      </p:sp>
      <p:sp>
        <p:nvSpPr>
          <p:cNvPr id="79" name="Title 1"/>
          <p:cNvSpPr txBox="1">
            <a:spLocks/>
          </p:cNvSpPr>
          <p:nvPr/>
        </p:nvSpPr>
        <p:spPr>
          <a:xfrm>
            <a:off x="6354198" y="3597864"/>
            <a:ext cx="594066" cy="162018"/>
          </a:xfrm>
          <a:prstGeom prst="rect">
            <a:avLst/>
          </a:prstGeom>
        </p:spPr>
        <p:txBody>
          <a:bodyPr anchor="ctr">
            <a:normAutofit fontScale="47500" lnSpcReduction="20000"/>
          </a:bodyPr>
          <a:lstStyle/>
          <a:p>
            <a:pPr algn="ctr">
              <a:defRPr/>
            </a:pPr>
            <a:r>
              <a:rPr lang="en-US" sz="1050" dirty="0">
                <a:solidFill>
                  <a:srgbClr val="0070C0"/>
                </a:solidFill>
                <a:latin typeface="Arial Black" pitchFamily="34" charset="0"/>
              </a:rPr>
              <a:t>1 unit</a:t>
            </a:r>
          </a:p>
        </p:txBody>
      </p:sp>
      <p:sp>
        <p:nvSpPr>
          <p:cNvPr id="80" name="Left Brace 79"/>
          <p:cNvSpPr/>
          <p:nvPr/>
        </p:nvSpPr>
        <p:spPr>
          <a:xfrm rot="13497941">
            <a:off x="7021278" y="3144849"/>
            <a:ext cx="216024" cy="296044"/>
          </a:xfrm>
          <a:prstGeom prst="lef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solidFill>
                <a:srgbClr val="FF0000"/>
              </a:solidFill>
              <a:latin typeface="Calibri"/>
            </a:endParaRPr>
          </a:p>
        </p:txBody>
      </p:sp>
      <p:sp>
        <p:nvSpPr>
          <p:cNvPr id="81" name="Title 1"/>
          <p:cNvSpPr txBox="1">
            <a:spLocks/>
          </p:cNvSpPr>
          <p:nvPr/>
        </p:nvSpPr>
        <p:spPr>
          <a:xfrm>
            <a:off x="7218294" y="3273828"/>
            <a:ext cx="459432" cy="216024"/>
          </a:xfrm>
          <a:prstGeom prst="rect">
            <a:avLst/>
          </a:prstGeom>
        </p:spPr>
        <p:txBody>
          <a:bodyPr anchor="ctr">
            <a:normAutofit fontScale="70000" lnSpcReduction="20000"/>
          </a:bodyPr>
          <a:lstStyle/>
          <a:p>
            <a:pPr algn="ctr">
              <a:defRPr/>
            </a:pPr>
            <a:r>
              <a:rPr lang="en-US" sz="1050" dirty="0">
                <a:solidFill>
                  <a:srgbClr val="0070C0"/>
                </a:solidFill>
                <a:latin typeface="Arial Black" pitchFamily="34" charset="0"/>
              </a:rPr>
              <a:t>1 unit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childTnLst>
                                    <p:set>
                                      <p:cBhvr>
                                        <p:cTn id="6" dur="1" fill="hold">
                                          <p:stCondLst>
                                            <p:cond delay="0"/>
                                          </p:stCondLst>
                                        </p:cTn>
                                        <p:tgtEl>
                                          <p:spTgt spid="48">
                                            <p:bg/>
                                          </p:spTgt>
                                        </p:tgtEl>
                                        <p:attrNameLst>
                                          <p:attrName>style.visibility</p:attrName>
                                        </p:attrNameLst>
                                      </p:cBhvr>
                                      <p:to>
                                        <p:strVal val="visible"/>
                                      </p:to>
                                    </p:set>
                                    <p:anim calcmode="lin" valueType="num">
                                      <p:cBhvr additive="base">
                                        <p:cTn id="7" dur="2000" fill="hold"/>
                                        <p:tgtEl>
                                          <p:spTgt spid="48">
                                            <p:bg/>
                                          </p:spTgt>
                                        </p:tgtEl>
                                        <p:attrNameLst>
                                          <p:attrName>ppt_x</p:attrName>
                                        </p:attrNameLst>
                                      </p:cBhvr>
                                      <p:tavLst>
                                        <p:tav tm="0">
                                          <p:val>
                                            <p:strVal val="0-#ppt_w/2"/>
                                          </p:val>
                                        </p:tav>
                                        <p:tav tm="100000">
                                          <p:val>
                                            <p:strVal val="#ppt_x"/>
                                          </p:val>
                                        </p:tav>
                                      </p:tavLst>
                                    </p:anim>
                                    <p:anim calcmode="lin" valueType="num">
                                      <p:cBhvr additive="base">
                                        <p:cTn id="8" dur="2000" fill="hold"/>
                                        <p:tgtEl>
                                          <p:spTgt spid="48">
                                            <p:bg/>
                                          </p:spTgt>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9" fill="hold" grpId="0" nodeType="clickEffect">
                                  <p:stCondLst>
                                    <p:cond delay="0"/>
                                  </p:stCondLst>
                                  <p:childTnLst>
                                    <p:set>
                                      <p:cBhvr>
                                        <p:cTn id="12" dur="1" fill="hold">
                                          <p:stCondLst>
                                            <p:cond delay="0"/>
                                          </p:stCondLst>
                                        </p:cTn>
                                        <p:tgtEl>
                                          <p:spTgt spid="48">
                                            <p:txEl>
                                              <p:pRg st="0" end="0"/>
                                            </p:txEl>
                                          </p:spTgt>
                                        </p:tgtEl>
                                        <p:attrNameLst>
                                          <p:attrName>style.visibility</p:attrName>
                                        </p:attrNameLst>
                                      </p:cBhvr>
                                      <p:to>
                                        <p:strVal val="visible"/>
                                      </p:to>
                                    </p:set>
                                    <p:anim calcmode="lin" valueType="num">
                                      <p:cBhvr additive="base">
                                        <p:cTn id="13" dur="2000" fill="hold"/>
                                        <p:tgtEl>
                                          <p:spTgt spid="48">
                                            <p:txEl>
                                              <p:pRg st="0" end="0"/>
                                            </p:txEl>
                                          </p:spTgt>
                                        </p:tgtEl>
                                        <p:attrNameLst>
                                          <p:attrName>ppt_x</p:attrName>
                                        </p:attrNameLst>
                                      </p:cBhvr>
                                      <p:tavLst>
                                        <p:tav tm="0">
                                          <p:val>
                                            <p:strVal val="0-#ppt_w/2"/>
                                          </p:val>
                                        </p:tav>
                                        <p:tav tm="100000">
                                          <p:val>
                                            <p:strVal val="#ppt_x"/>
                                          </p:val>
                                        </p:tav>
                                      </p:tavLst>
                                    </p:anim>
                                    <p:anim calcmode="lin" valueType="num">
                                      <p:cBhvr additive="base">
                                        <p:cTn id="14" dur="2000" fill="hold"/>
                                        <p:tgtEl>
                                          <p:spTgt spid="48">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1" presetClass="entr" presetSubtype="0" fill="hold" grpId="1" nodeType="clickEffect">
                                  <p:stCondLst>
                                    <p:cond delay="0"/>
                                  </p:stCondLst>
                                  <p:childTnLst>
                                    <p:set>
                                      <p:cBhvr>
                                        <p:cTn id="18" dur="1" fill="hold">
                                          <p:stCondLst>
                                            <p:cond delay="0"/>
                                          </p:stCondLst>
                                        </p:cTn>
                                        <p:tgtEl>
                                          <p:spTgt spid="48">
                                            <p:bg/>
                                          </p:spTgt>
                                        </p:tgtEl>
                                        <p:attrNameLst>
                                          <p:attrName>style.visibility</p:attrName>
                                        </p:attrNameLst>
                                      </p:cBhvr>
                                      <p:to>
                                        <p:strVal val="visible"/>
                                      </p:to>
                                    </p:set>
                                    <p:animEffect transition="in" filter="fade">
                                      <p:cBhvr>
                                        <p:cTn id="19" dur="770" decel="100000"/>
                                        <p:tgtEl>
                                          <p:spTgt spid="48">
                                            <p:bg/>
                                          </p:spTgt>
                                        </p:tgtEl>
                                      </p:cBhvr>
                                    </p:animEffect>
                                    <p:animScale>
                                      <p:cBhvr>
                                        <p:cTn id="20" dur="770" decel="100000"/>
                                        <p:tgtEl>
                                          <p:spTgt spid="48">
                                            <p:bg/>
                                          </p:spTgt>
                                        </p:tgtEl>
                                      </p:cBhvr>
                                      <p:from x="10000" y="10000"/>
                                      <p:to x="200000" y="450000"/>
                                    </p:animScale>
                                    <p:animScale>
                                      <p:cBhvr>
                                        <p:cTn id="21" dur="1230" accel="100000" fill="hold">
                                          <p:stCondLst>
                                            <p:cond delay="770"/>
                                          </p:stCondLst>
                                        </p:cTn>
                                        <p:tgtEl>
                                          <p:spTgt spid="48">
                                            <p:bg/>
                                          </p:spTgt>
                                        </p:tgtEl>
                                      </p:cBhvr>
                                      <p:from x="200000" y="450000"/>
                                      <p:to x="100000" y="100000"/>
                                    </p:animScale>
                                    <p:set>
                                      <p:cBhvr>
                                        <p:cTn id="22" dur="770" fill="hold"/>
                                        <p:tgtEl>
                                          <p:spTgt spid="48">
                                            <p:bg/>
                                          </p:spTgt>
                                        </p:tgtEl>
                                        <p:attrNameLst>
                                          <p:attrName>ppt_x</p:attrName>
                                        </p:attrNameLst>
                                      </p:cBhvr>
                                      <p:to>
                                        <p:strVal val="(0.5)"/>
                                      </p:to>
                                    </p:set>
                                    <p:anim from="(0.5)" to="(#ppt_x)" calcmode="lin" valueType="num">
                                      <p:cBhvr>
                                        <p:cTn id="23" dur="1230" accel="100000" fill="hold">
                                          <p:stCondLst>
                                            <p:cond delay="770"/>
                                          </p:stCondLst>
                                        </p:cTn>
                                        <p:tgtEl>
                                          <p:spTgt spid="48">
                                            <p:bg/>
                                          </p:spTgt>
                                        </p:tgtEl>
                                        <p:attrNameLst>
                                          <p:attrName>ppt_x</p:attrName>
                                        </p:attrNameLst>
                                      </p:cBhvr>
                                    </p:anim>
                                    <p:set>
                                      <p:cBhvr>
                                        <p:cTn id="24" dur="770" fill="hold"/>
                                        <p:tgtEl>
                                          <p:spTgt spid="48">
                                            <p:bg/>
                                          </p:spTgt>
                                        </p:tgtEl>
                                        <p:attrNameLst>
                                          <p:attrName>ppt_y</p:attrName>
                                        </p:attrNameLst>
                                      </p:cBhvr>
                                      <p:to>
                                        <p:strVal val="(#ppt_y+0.4)"/>
                                      </p:to>
                                    </p:set>
                                    <p:anim from="(#ppt_y+0.4)" to="(#ppt_y)" calcmode="lin" valueType="num">
                                      <p:cBhvr>
                                        <p:cTn id="25" dur="1230" accel="100000" fill="hold">
                                          <p:stCondLst>
                                            <p:cond delay="770"/>
                                          </p:stCondLst>
                                        </p:cTn>
                                        <p:tgtEl>
                                          <p:spTgt spid="48">
                                            <p:bg/>
                                          </p:spTgt>
                                        </p:tgtEl>
                                        <p:attrNameLst>
                                          <p:attrName>ppt_y</p:attrName>
                                        </p:attrNameLst>
                                      </p:cBhvr>
                                    </p:anim>
                                  </p:childTnLst>
                                </p:cTn>
                              </p:par>
                              <p:par>
                                <p:cTn id="26" presetID="51" presetClass="entr" presetSubtype="0" fill="hold" grpId="1" nodeType="withEffect">
                                  <p:stCondLst>
                                    <p:cond delay="0"/>
                                  </p:stCondLst>
                                  <p:childTnLst>
                                    <p:set>
                                      <p:cBhvr>
                                        <p:cTn id="27" dur="1" fill="hold">
                                          <p:stCondLst>
                                            <p:cond delay="0"/>
                                          </p:stCondLst>
                                        </p:cTn>
                                        <p:tgtEl>
                                          <p:spTgt spid="48">
                                            <p:txEl>
                                              <p:pRg st="0" end="0"/>
                                            </p:txEl>
                                          </p:spTgt>
                                        </p:tgtEl>
                                        <p:attrNameLst>
                                          <p:attrName>style.visibility</p:attrName>
                                        </p:attrNameLst>
                                      </p:cBhvr>
                                      <p:to>
                                        <p:strVal val="visible"/>
                                      </p:to>
                                    </p:set>
                                    <p:animEffect transition="in" filter="fade">
                                      <p:cBhvr>
                                        <p:cTn id="28" dur="770" decel="100000"/>
                                        <p:tgtEl>
                                          <p:spTgt spid="48">
                                            <p:txEl>
                                              <p:pRg st="0" end="0"/>
                                            </p:txEl>
                                          </p:spTgt>
                                        </p:tgtEl>
                                      </p:cBhvr>
                                    </p:animEffect>
                                    <p:animScale>
                                      <p:cBhvr>
                                        <p:cTn id="29" dur="770" decel="100000"/>
                                        <p:tgtEl>
                                          <p:spTgt spid="48">
                                            <p:txEl>
                                              <p:pRg st="0" end="0"/>
                                            </p:txEl>
                                          </p:spTgt>
                                        </p:tgtEl>
                                      </p:cBhvr>
                                      <p:from x="10000" y="10000"/>
                                      <p:to x="200000" y="450000"/>
                                    </p:animScale>
                                    <p:animScale>
                                      <p:cBhvr>
                                        <p:cTn id="30" dur="1230" accel="100000" fill="hold">
                                          <p:stCondLst>
                                            <p:cond delay="770"/>
                                          </p:stCondLst>
                                        </p:cTn>
                                        <p:tgtEl>
                                          <p:spTgt spid="48">
                                            <p:txEl>
                                              <p:pRg st="0" end="0"/>
                                            </p:txEl>
                                          </p:spTgt>
                                        </p:tgtEl>
                                      </p:cBhvr>
                                      <p:from x="200000" y="450000"/>
                                      <p:to x="100000" y="100000"/>
                                    </p:animScale>
                                    <p:set>
                                      <p:cBhvr>
                                        <p:cTn id="31" dur="770" fill="hold"/>
                                        <p:tgtEl>
                                          <p:spTgt spid="48">
                                            <p:txEl>
                                              <p:pRg st="0" end="0"/>
                                            </p:txEl>
                                          </p:spTgt>
                                        </p:tgtEl>
                                        <p:attrNameLst>
                                          <p:attrName>ppt_x</p:attrName>
                                        </p:attrNameLst>
                                      </p:cBhvr>
                                      <p:to>
                                        <p:strVal val="(0.5)"/>
                                      </p:to>
                                    </p:set>
                                    <p:anim from="(0.5)" to="(#ppt_x)" calcmode="lin" valueType="num">
                                      <p:cBhvr>
                                        <p:cTn id="32" dur="1230" accel="100000" fill="hold">
                                          <p:stCondLst>
                                            <p:cond delay="770"/>
                                          </p:stCondLst>
                                        </p:cTn>
                                        <p:tgtEl>
                                          <p:spTgt spid="48">
                                            <p:txEl>
                                              <p:pRg st="0" end="0"/>
                                            </p:txEl>
                                          </p:spTgt>
                                        </p:tgtEl>
                                        <p:attrNameLst>
                                          <p:attrName>ppt_x</p:attrName>
                                        </p:attrNameLst>
                                      </p:cBhvr>
                                    </p:anim>
                                    <p:set>
                                      <p:cBhvr>
                                        <p:cTn id="33" dur="770" fill="hold"/>
                                        <p:tgtEl>
                                          <p:spTgt spid="48">
                                            <p:txEl>
                                              <p:pRg st="0" end="0"/>
                                            </p:txEl>
                                          </p:spTgt>
                                        </p:tgtEl>
                                        <p:attrNameLst>
                                          <p:attrName>ppt_y</p:attrName>
                                        </p:attrNameLst>
                                      </p:cBhvr>
                                      <p:to>
                                        <p:strVal val="(#ppt_y+0.4)"/>
                                      </p:to>
                                    </p:set>
                                    <p:anim from="(#ppt_y+0.4)" to="(#ppt_y)" calcmode="lin" valueType="num">
                                      <p:cBhvr>
                                        <p:cTn id="34" dur="1230" accel="100000" fill="hold">
                                          <p:stCondLst>
                                            <p:cond delay="770"/>
                                          </p:stCondLst>
                                        </p:cTn>
                                        <p:tgtEl>
                                          <p:spTgt spid="48">
                                            <p:txEl>
                                              <p:pRg st="0" end="0"/>
                                            </p:txEl>
                                          </p:spTgt>
                                        </p:tgtEl>
                                        <p:attrNameLst>
                                          <p:attrName>ppt_y</p:attrName>
                                        </p:attrNameLst>
                                      </p:cBhvr>
                                    </p:anim>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49">
                                            <p:txEl>
                                              <p:pRg st="0" end="0"/>
                                            </p:txEl>
                                          </p:spTgt>
                                        </p:tgtEl>
                                        <p:attrNameLst>
                                          <p:attrName>style.visibility</p:attrName>
                                        </p:attrNameLst>
                                      </p:cBhvr>
                                      <p:to>
                                        <p:strVal val="visible"/>
                                      </p:to>
                                    </p:set>
                                    <p:animEffect transition="in" filter="fade">
                                      <p:cBhvr>
                                        <p:cTn id="39" dur="2000"/>
                                        <p:tgtEl>
                                          <p:spTgt spid="49">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7"/>
                                        </p:tgtEl>
                                        <p:attrNameLst>
                                          <p:attrName>style.visibility</p:attrName>
                                        </p:attrNameLst>
                                      </p:cBhvr>
                                      <p:to>
                                        <p:strVal val="visible"/>
                                      </p:to>
                                    </p:set>
                                    <p:animEffect transition="in" filter="fade">
                                      <p:cBhvr>
                                        <p:cTn id="44" dur="2000"/>
                                        <p:tgtEl>
                                          <p:spTgt spid="47"/>
                                        </p:tgtEl>
                                      </p:cBhvr>
                                    </p:animEffect>
                                  </p:childTnLst>
                                </p:cTn>
                              </p:par>
                            </p:childTnLst>
                          </p:cTn>
                        </p:par>
                      </p:childTnLst>
                    </p:cTn>
                  </p:par>
                  <p:par>
                    <p:cTn id="45" fill="hold">
                      <p:stCondLst>
                        <p:cond delay="indefinite"/>
                      </p:stCondLst>
                      <p:childTnLst>
                        <p:par>
                          <p:cTn id="46" fill="hold">
                            <p:stCondLst>
                              <p:cond delay="0"/>
                            </p:stCondLst>
                            <p:childTnLst>
                              <p:par>
                                <p:cTn id="47" presetID="48" presetClass="entr" presetSubtype="0" accel="50000" fill="hold" nodeType="clickEffect">
                                  <p:stCondLst>
                                    <p:cond delay="0"/>
                                  </p:stCondLst>
                                  <p:childTnLst>
                                    <p:set>
                                      <p:cBhvr>
                                        <p:cTn id="48" dur="1" fill="hold">
                                          <p:stCondLst>
                                            <p:cond delay="0"/>
                                          </p:stCondLst>
                                        </p:cTn>
                                        <p:tgtEl>
                                          <p:spTgt spid="47"/>
                                        </p:tgtEl>
                                        <p:attrNameLst>
                                          <p:attrName>style.visibility</p:attrName>
                                        </p:attrNameLst>
                                      </p:cBhvr>
                                      <p:to>
                                        <p:strVal val="visible"/>
                                      </p:to>
                                    </p:set>
                                    <p:anim calcmode="lin" valueType="num">
                                      <p:cBhvr>
                                        <p:cTn id="49" dur="3000" fill="hold"/>
                                        <p:tgtEl>
                                          <p:spTgt spid="47"/>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50" dur="3000" fill="hold"/>
                                        <p:tgtEl>
                                          <p:spTgt spid="47"/>
                                        </p:tgtEl>
                                        <p:attrNameLst>
                                          <p:attrName>ppt_x</p:attrName>
                                        </p:attrNameLst>
                                      </p:cBhvr>
                                      <p:tavLst>
                                        <p:tav tm="0">
                                          <p:val>
                                            <p:fltVal val="-1"/>
                                          </p:val>
                                        </p:tav>
                                        <p:tav tm="50000">
                                          <p:val>
                                            <p:fltVal val="0.95"/>
                                          </p:val>
                                        </p:tav>
                                        <p:tav tm="100000">
                                          <p:val>
                                            <p:strVal val="#ppt_x"/>
                                          </p:val>
                                        </p:tav>
                                      </p:tavLst>
                                    </p:anim>
                                    <p:anim calcmode="lin" valueType="num">
                                      <p:cBhvr>
                                        <p:cTn id="51" dur="3000" fill="hold"/>
                                        <p:tgtEl>
                                          <p:spTgt spid="47"/>
                                        </p:tgtEl>
                                        <p:attrNameLst>
                                          <p:attrName>ppt_y</p:attrName>
                                        </p:attrNameLst>
                                      </p:cBhvr>
                                      <p:tavLst>
                                        <p:tav tm="0">
                                          <p:val>
                                            <p:strVal val="#ppt_y"/>
                                          </p:val>
                                        </p:tav>
                                        <p:tav tm="100000">
                                          <p:val>
                                            <p:strVal val="#ppt_y"/>
                                          </p:val>
                                        </p:tav>
                                      </p:tavLst>
                                    </p:anim>
                                    <p:animEffect transition="in" filter="fade">
                                      <p:cBhvr>
                                        <p:cTn id="52" dur="3000"/>
                                        <p:tgtEl>
                                          <p:spTgt spid="4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50"/>
                                        </p:tgtEl>
                                        <p:attrNameLst>
                                          <p:attrName>style.visibility</p:attrName>
                                        </p:attrNameLst>
                                      </p:cBhvr>
                                      <p:to>
                                        <p:strVal val="visible"/>
                                      </p:to>
                                    </p:set>
                                    <p:animEffect transition="in" filter="wipe(down)">
                                      <p:cBhvr>
                                        <p:cTn id="57" dur="2000"/>
                                        <p:tgtEl>
                                          <p:spTgt spid="50"/>
                                        </p:tgtEl>
                                      </p:cBhvr>
                                    </p:animEffect>
                                  </p:childTnLst>
                                </p:cTn>
                              </p:par>
                            </p:childTnLst>
                          </p:cTn>
                        </p:par>
                      </p:childTnLst>
                    </p:cTn>
                  </p:par>
                  <p:par>
                    <p:cTn id="58" fill="hold">
                      <p:stCondLst>
                        <p:cond delay="indefinite"/>
                      </p:stCondLst>
                      <p:childTnLst>
                        <p:par>
                          <p:cTn id="59" fill="hold">
                            <p:stCondLst>
                              <p:cond delay="0"/>
                            </p:stCondLst>
                            <p:childTnLst>
                              <p:par>
                                <p:cTn id="60" presetID="17" presetClass="entr" presetSubtype="10" fill="hold" grpId="1" nodeType="clickEffect">
                                  <p:stCondLst>
                                    <p:cond delay="0"/>
                                  </p:stCondLst>
                                  <p:childTnLst>
                                    <p:set>
                                      <p:cBhvr>
                                        <p:cTn id="61" dur="1" fill="hold">
                                          <p:stCondLst>
                                            <p:cond delay="0"/>
                                          </p:stCondLst>
                                        </p:cTn>
                                        <p:tgtEl>
                                          <p:spTgt spid="50"/>
                                        </p:tgtEl>
                                        <p:attrNameLst>
                                          <p:attrName>style.visibility</p:attrName>
                                        </p:attrNameLst>
                                      </p:cBhvr>
                                      <p:to>
                                        <p:strVal val="visible"/>
                                      </p:to>
                                    </p:set>
                                    <p:anim calcmode="lin" valueType="num">
                                      <p:cBhvr>
                                        <p:cTn id="62" dur="2000" fill="hold"/>
                                        <p:tgtEl>
                                          <p:spTgt spid="50"/>
                                        </p:tgtEl>
                                        <p:attrNameLst>
                                          <p:attrName>ppt_w</p:attrName>
                                        </p:attrNameLst>
                                      </p:cBhvr>
                                      <p:tavLst>
                                        <p:tav tm="0">
                                          <p:val>
                                            <p:fltVal val="0"/>
                                          </p:val>
                                        </p:tav>
                                        <p:tav tm="100000">
                                          <p:val>
                                            <p:strVal val="#ppt_w"/>
                                          </p:val>
                                        </p:tav>
                                      </p:tavLst>
                                    </p:anim>
                                    <p:anim calcmode="lin" valueType="num">
                                      <p:cBhvr>
                                        <p:cTn id="63" dur="2000" fill="hold"/>
                                        <p:tgtEl>
                                          <p:spTgt spid="50"/>
                                        </p:tgtEl>
                                        <p:attrNameLst>
                                          <p:attrName>ppt_h</p:attrName>
                                        </p:attrNameLst>
                                      </p:cBhvr>
                                      <p:tavLst>
                                        <p:tav tm="0">
                                          <p:val>
                                            <p:strVal val="#ppt_h"/>
                                          </p:val>
                                        </p:tav>
                                        <p:tav tm="100000">
                                          <p:val>
                                            <p:strVal val="#ppt_h"/>
                                          </p:val>
                                        </p:tav>
                                      </p:tavLst>
                                    </p:anim>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51">
                                            <p:txEl>
                                              <p:pRg st="0" end="0"/>
                                            </p:txEl>
                                          </p:spTgt>
                                        </p:tgtEl>
                                        <p:attrNameLst>
                                          <p:attrName>style.visibility</p:attrName>
                                        </p:attrNameLst>
                                      </p:cBhvr>
                                      <p:to>
                                        <p:strVal val="visible"/>
                                      </p:to>
                                    </p:set>
                                    <p:animEffect transition="in" filter="fade">
                                      <p:cBhvr>
                                        <p:cTn id="68" dur="2000"/>
                                        <p:tgtEl>
                                          <p:spTgt spid="51">
                                            <p:txEl>
                                              <p:pRg st="0" end="0"/>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4" presetClass="entr" presetSubtype="16" fill="hold" grpId="1" nodeType="clickEffect">
                                  <p:stCondLst>
                                    <p:cond delay="0"/>
                                  </p:stCondLst>
                                  <p:childTnLst>
                                    <p:set>
                                      <p:cBhvr>
                                        <p:cTn id="72" dur="1" fill="hold">
                                          <p:stCondLst>
                                            <p:cond delay="0"/>
                                          </p:stCondLst>
                                        </p:cTn>
                                        <p:tgtEl>
                                          <p:spTgt spid="51">
                                            <p:txEl>
                                              <p:pRg st="0" end="0"/>
                                            </p:txEl>
                                          </p:spTgt>
                                        </p:tgtEl>
                                        <p:attrNameLst>
                                          <p:attrName>style.visibility</p:attrName>
                                        </p:attrNameLst>
                                      </p:cBhvr>
                                      <p:to>
                                        <p:strVal val="visible"/>
                                      </p:to>
                                    </p:set>
                                    <p:animEffect transition="in" filter="box(in)">
                                      <p:cBhvr>
                                        <p:cTn id="73" dur="2000"/>
                                        <p:tgtEl>
                                          <p:spTgt spid="51">
                                            <p:txEl>
                                              <p:pRg st="0" end="0"/>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4" fill="hold" grpId="0" nodeType="click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wipe(down)">
                                      <p:cBhvr>
                                        <p:cTn id="78" dur="2000"/>
                                        <p:tgtEl>
                                          <p:spTgt spid="52"/>
                                        </p:tgtEl>
                                      </p:cBhvr>
                                    </p:animEffect>
                                  </p:childTnLst>
                                </p:cTn>
                              </p:par>
                            </p:childTnLst>
                          </p:cTn>
                        </p:par>
                      </p:childTnLst>
                    </p:cTn>
                  </p:par>
                  <p:par>
                    <p:cTn id="79" fill="hold">
                      <p:stCondLst>
                        <p:cond delay="indefinite"/>
                      </p:stCondLst>
                      <p:childTnLst>
                        <p:par>
                          <p:cTn id="80" fill="hold">
                            <p:stCondLst>
                              <p:cond delay="0"/>
                            </p:stCondLst>
                            <p:childTnLst>
                              <p:par>
                                <p:cTn id="81" presetID="17" presetClass="entr" presetSubtype="10" fill="hold" grpId="1" nodeType="clickEffect">
                                  <p:stCondLst>
                                    <p:cond delay="0"/>
                                  </p:stCondLst>
                                  <p:childTnLst>
                                    <p:set>
                                      <p:cBhvr>
                                        <p:cTn id="82" dur="1" fill="hold">
                                          <p:stCondLst>
                                            <p:cond delay="0"/>
                                          </p:stCondLst>
                                        </p:cTn>
                                        <p:tgtEl>
                                          <p:spTgt spid="52"/>
                                        </p:tgtEl>
                                        <p:attrNameLst>
                                          <p:attrName>style.visibility</p:attrName>
                                        </p:attrNameLst>
                                      </p:cBhvr>
                                      <p:to>
                                        <p:strVal val="visible"/>
                                      </p:to>
                                    </p:set>
                                    <p:anim calcmode="lin" valueType="num">
                                      <p:cBhvr>
                                        <p:cTn id="83" dur="2000" fill="hold"/>
                                        <p:tgtEl>
                                          <p:spTgt spid="52"/>
                                        </p:tgtEl>
                                        <p:attrNameLst>
                                          <p:attrName>ppt_w</p:attrName>
                                        </p:attrNameLst>
                                      </p:cBhvr>
                                      <p:tavLst>
                                        <p:tav tm="0">
                                          <p:val>
                                            <p:fltVal val="0"/>
                                          </p:val>
                                        </p:tav>
                                        <p:tav tm="100000">
                                          <p:val>
                                            <p:strVal val="#ppt_w"/>
                                          </p:val>
                                        </p:tav>
                                      </p:tavLst>
                                    </p:anim>
                                    <p:anim calcmode="lin" valueType="num">
                                      <p:cBhvr>
                                        <p:cTn id="84" dur="2000" fill="hold"/>
                                        <p:tgtEl>
                                          <p:spTgt spid="52"/>
                                        </p:tgtEl>
                                        <p:attrNameLst>
                                          <p:attrName>ppt_h</p:attrName>
                                        </p:attrNameLst>
                                      </p:cBhvr>
                                      <p:tavLst>
                                        <p:tav tm="0">
                                          <p:val>
                                            <p:strVal val="#ppt_h"/>
                                          </p:val>
                                        </p:tav>
                                        <p:tav tm="100000">
                                          <p:val>
                                            <p:strVal val="#ppt_h"/>
                                          </p:val>
                                        </p:tav>
                                      </p:tavLst>
                                    </p:anim>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53">
                                            <p:txEl>
                                              <p:pRg st="0" end="0"/>
                                            </p:txEl>
                                          </p:spTgt>
                                        </p:tgtEl>
                                        <p:attrNameLst>
                                          <p:attrName>style.visibility</p:attrName>
                                        </p:attrNameLst>
                                      </p:cBhvr>
                                      <p:to>
                                        <p:strVal val="visible"/>
                                      </p:to>
                                    </p:set>
                                    <p:animEffect transition="in" filter="fade">
                                      <p:cBhvr>
                                        <p:cTn id="89" dur="2000"/>
                                        <p:tgtEl>
                                          <p:spTgt spid="53">
                                            <p:txEl>
                                              <p:pRg st="0" end="0"/>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4" presetClass="entr" presetSubtype="16" fill="hold" grpId="1" nodeType="clickEffect">
                                  <p:stCondLst>
                                    <p:cond delay="0"/>
                                  </p:stCondLst>
                                  <p:childTnLst>
                                    <p:set>
                                      <p:cBhvr>
                                        <p:cTn id="93" dur="1" fill="hold">
                                          <p:stCondLst>
                                            <p:cond delay="0"/>
                                          </p:stCondLst>
                                        </p:cTn>
                                        <p:tgtEl>
                                          <p:spTgt spid="53">
                                            <p:txEl>
                                              <p:pRg st="0" end="0"/>
                                            </p:txEl>
                                          </p:spTgt>
                                        </p:tgtEl>
                                        <p:attrNameLst>
                                          <p:attrName>style.visibility</p:attrName>
                                        </p:attrNameLst>
                                      </p:cBhvr>
                                      <p:to>
                                        <p:strVal val="visible"/>
                                      </p:to>
                                    </p:set>
                                    <p:animEffect transition="in" filter="box(in)">
                                      <p:cBhvr>
                                        <p:cTn id="94" dur="2000"/>
                                        <p:tgtEl>
                                          <p:spTgt spid="53">
                                            <p:txEl>
                                              <p:pRg st="0" end="0"/>
                                            </p:txEl>
                                          </p:spTgt>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4" fill="hold" grpId="0" nodeType="clickEffect">
                                  <p:stCondLst>
                                    <p:cond delay="0"/>
                                  </p:stCondLst>
                                  <p:childTnLst>
                                    <p:set>
                                      <p:cBhvr>
                                        <p:cTn id="98" dur="1" fill="hold">
                                          <p:stCondLst>
                                            <p:cond delay="0"/>
                                          </p:stCondLst>
                                        </p:cTn>
                                        <p:tgtEl>
                                          <p:spTgt spid="54"/>
                                        </p:tgtEl>
                                        <p:attrNameLst>
                                          <p:attrName>style.visibility</p:attrName>
                                        </p:attrNameLst>
                                      </p:cBhvr>
                                      <p:to>
                                        <p:strVal val="visible"/>
                                      </p:to>
                                    </p:set>
                                    <p:animEffect transition="in" filter="wipe(down)">
                                      <p:cBhvr>
                                        <p:cTn id="99" dur="2000"/>
                                        <p:tgtEl>
                                          <p:spTgt spid="54"/>
                                        </p:tgtEl>
                                      </p:cBhvr>
                                    </p:animEffect>
                                  </p:childTnLst>
                                </p:cTn>
                              </p:par>
                            </p:childTnLst>
                          </p:cTn>
                        </p:par>
                      </p:childTnLst>
                    </p:cTn>
                  </p:par>
                  <p:par>
                    <p:cTn id="100" fill="hold">
                      <p:stCondLst>
                        <p:cond delay="indefinite"/>
                      </p:stCondLst>
                      <p:childTnLst>
                        <p:par>
                          <p:cTn id="101" fill="hold">
                            <p:stCondLst>
                              <p:cond delay="0"/>
                            </p:stCondLst>
                            <p:childTnLst>
                              <p:par>
                                <p:cTn id="102" presetID="17" presetClass="entr" presetSubtype="10" fill="hold" grpId="1" nodeType="clickEffect">
                                  <p:stCondLst>
                                    <p:cond delay="0"/>
                                  </p:stCondLst>
                                  <p:childTnLst>
                                    <p:set>
                                      <p:cBhvr>
                                        <p:cTn id="103" dur="1" fill="hold">
                                          <p:stCondLst>
                                            <p:cond delay="0"/>
                                          </p:stCondLst>
                                        </p:cTn>
                                        <p:tgtEl>
                                          <p:spTgt spid="54"/>
                                        </p:tgtEl>
                                        <p:attrNameLst>
                                          <p:attrName>style.visibility</p:attrName>
                                        </p:attrNameLst>
                                      </p:cBhvr>
                                      <p:to>
                                        <p:strVal val="visible"/>
                                      </p:to>
                                    </p:set>
                                    <p:anim calcmode="lin" valueType="num">
                                      <p:cBhvr>
                                        <p:cTn id="104" dur="2000" fill="hold"/>
                                        <p:tgtEl>
                                          <p:spTgt spid="54"/>
                                        </p:tgtEl>
                                        <p:attrNameLst>
                                          <p:attrName>ppt_w</p:attrName>
                                        </p:attrNameLst>
                                      </p:cBhvr>
                                      <p:tavLst>
                                        <p:tav tm="0">
                                          <p:val>
                                            <p:fltVal val="0"/>
                                          </p:val>
                                        </p:tav>
                                        <p:tav tm="100000">
                                          <p:val>
                                            <p:strVal val="#ppt_w"/>
                                          </p:val>
                                        </p:tav>
                                      </p:tavLst>
                                    </p:anim>
                                    <p:anim calcmode="lin" valueType="num">
                                      <p:cBhvr>
                                        <p:cTn id="105" dur="2000" fill="hold"/>
                                        <p:tgtEl>
                                          <p:spTgt spid="54"/>
                                        </p:tgtEl>
                                        <p:attrNameLst>
                                          <p:attrName>ppt_h</p:attrName>
                                        </p:attrNameLst>
                                      </p:cBhvr>
                                      <p:tavLst>
                                        <p:tav tm="0">
                                          <p:val>
                                            <p:strVal val="#ppt_h"/>
                                          </p:val>
                                        </p:tav>
                                        <p:tav tm="100000">
                                          <p:val>
                                            <p:strVal val="#ppt_h"/>
                                          </p:val>
                                        </p:tav>
                                      </p:tavLst>
                                    </p:anim>
                                  </p:childTnLst>
                                </p:cTn>
                              </p:par>
                            </p:childTnLst>
                          </p:cTn>
                        </p:par>
                      </p:childTnLst>
                    </p:cTn>
                  </p:par>
                  <p:par>
                    <p:cTn id="106" fill="hold">
                      <p:stCondLst>
                        <p:cond delay="indefinite"/>
                      </p:stCondLst>
                      <p:childTnLst>
                        <p:par>
                          <p:cTn id="107" fill="hold">
                            <p:stCondLst>
                              <p:cond delay="0"/>
                            </p:stCondLst>
                            <p:childTnLst>
                              <p:par>
                                <p:cTn id="108" presetID="10" presetClass="entr" presetSubtype="0" fill="hold" grpId="0" nodeType="clickEffect">
                                  <p:stCondLst>
                                    <p:cond delay="0"/>
                                  </p:stCondLst>
                                  <p:childTnLst>
                                    <p:set>
                                      <p:cBhvr>
                                        <p:cTn id="109" dur="1" fill="hold">
                                          <p:stCondLst>
                                            <p:cond delay="0"/>
                                          </p:stCondLst>
                                        </p:cTn>
                                        <p:tgtEl>
                                          <p:spTgt spid="55">
                                            <p:txEl>
                                              <p:pRg st="0" end="0"/>
                                            </p:txEl>
                                          </p:spTgt>
                                        </p:tgtEl>
                                        <p:attrNameLst>
                                          <p:attrName>style.visibility</p:attrName>
                                        </p:attrNameLst>
                                      </p:cBhvr>
                                      <p:to>
                                        <p:strVal val="visible"/>
                                      </p:to>
                                    </p:set>
                                    <p:animEffect transition="in" filter="fade">
                                      <p:cBhvr>
                                        <p:cTn id="110" dur="2000"/>
                                        <p:tgtEl>
                                          <p:spTgt spid="55">
                                            <p:txEl>
                                              <p:pRg st="0" end="0"/>
                                            </p:txEl>
                                          </p:spTgt>
                                        </p:tgtEl>
                                      </p:cBhvr>
                                    </p:animEffect>
                                  </p:childTnLst>
                                </p:cTn>
                              </p:par>
                            </p:childTnLst>
                          </p:cTn>
                        </p:par>
                      </p:childTnLst>
                    </p:cTn>
                  </p:par>
                  <p:par>
                    <p:cTn id="111" fill="hold">
                      <p:stCondLst>
                        <p:cond delay="indefinite"/>
                      </p:stCondLst>
                      <p:childTnLst>
                        <p:par>
                          <p:cTn id="112" fill="hold">
                            <p:stCondLst>
                              <p:cond delay="0"/>
                            </p:stCondLst>
                            <p:childTnLst>
                              <p:par>
                                <p:cTn id="113" presetID="4" presetClass="entr" presetSubtype="16" fill="hold" grpId="1" nodeType="clickEffect">
                                  <p:stCondLst>
                                    <p:cond delay="0"/>
                                  </p:stCondLst>
                                  <p:childTnLst>
                                    <p:set>
                                      <p:cBhvr>
                                        <p:cTn id="114" dur="1" fill="hold">
                                          <p:stCondLst>
                                            <p:cond delay="0"/>
                                          </p:stCondLst>
                                        </p:cTn>
                                        <p:tgtEl>
                                          <p:spTgt spid="55">
                                            <p:txEl>
                                              <p:pRg st="0" end="0"/>
                                            </p:txEl>
                                          </p:spTgt>
                                        </p:tgtEl>
                                        <p:attrNameLst>
                                          <p:attrName>style.visibility</p:attrName>
                                        </p:attrNameLst>
                                      </p:cBhvr>
                                      <p:to>
                                        <p:strVal val="visible"/>
                                      </p:to>
                                    </p:set>
                                    <p:animEffect transition="in" filter="box(in)">
                                      <p:cBhvr>
                                        <p:cTn id="115" dur="2000"/>
                                        <p:tgtEl>
                                          <p:spTgt spid="55">
                                            <p:txEl>
                                              <p:pRg st="0" end="0"/>
                                            </p:txEl>
                                          </p:spTgt>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4" fill="hold" grpId="0" nodeType="clickEffect">
                                  <p:stCondLst>
                                    <p:cond delay="0"/>
                                  </p:stCondLst>
                                  <p:childTnLst>
                                    <p:set>
                                      <p:cBhvr>
                                        <p:cTn id="119" dur="1" fill="hold">
                                          <p:stCondLst>
                                            <p:cond delay="0"/>
                                          </p:stCondLst>
                                        </p:cTn>
                                        <p:tgtEl>
                                          <p:spTgt spid="75"/>
                                        </p:tgtEl>
                                        <p:attrNameLst>
                                          <p:attrName>style.visibility</p:attrName>
                                        </p:attrNameLst>
                                      </p:cBhvr>
                                      <p:to>
                                        <p:strVal val="visible"/>
                                      </p:to>
                                    </p:set>
                                    <p:animEffect transition="in" filter="wipe(down)">
                                      <p:cBhvr>
                                        <p:cTn id="120" dur="2000"/>
                                        <p:tgtEl>
                                          <p:spTgt spid="75"/>
                                        </p:tgtEl>
                                      </p:cBhvr>
                                    </p:animEffect>
                                  </p:childTnLst>
                                </p:cTn>
                              </p:par>
                            </p:childTnLst>
                          </p:cTn>
                        </p:par>
                      </p:childTnLst>
                    </p:cTn>
                  </p:par>
                  <p:par>
                    <p:cTn id="121" fill="hold">
                      <p:stCondLst>
                        <p:cond delay="indefinite"/>
                      </p:stCondLst>
                      <p:childTnLst>
                        <p:par>
                          <p:cTn id="122" fill="hold">
                            <p:stCondLst>
                              <p:cond delay="0"/>
                            </p:stCondLst>
                            <p:childTnLst>
                              <p:par>
                                <p:cTn id="123" presetID="17" presetClass="entr" presetSubtype="10" fill="hold" grpId="1" nodeType="clickEffect">
                                  <p:stCondLst>
                                    <p:cond delay="0"/>
                                  </p:stCondLst>
                                  <p:childTnLst>
                                    <p:set>
                                      <p:cBhvr>
                                        <p:cTn id="124" dur="1" fill="hold">
                                          <p:stCondLst>
                                            <p:cond delay="0"/>
                                          </p:stCondLst>
                                        </p:cTn>
                                        <p:tgtEl>
                                          <p:spTgt spid="75"/>
                                        </p:tgtEl>
                                        <p:attrNameLst>
                                          <p:attrName>style.visibility</p:attrName>
                                        </p:attrNameLst>
                                      </p:cBhvr>
                                      <p:to>
                                        <p:strVal val="visible"/>
                                      </p:to>
                                    </p:set>
                                    <p:anim calcmode="lin" valueType="num">
                                      <p:cBhvr>
                                        <p:cTn id="125" dur="500" fill="hold"/>
                                        <p:tgtEl>
                                          <p:spTgt spid="75"/>
                                        </p:tgtEl>
                                        <p:attrNameLst>
                                          <p:attrName>ppt_w</p:attrName>
                                        </p:attrNameLst>
                                      </p:cBhvr>
                                      <p:tavLst>
                                        <p:tav tm="0">
                                          <p:val>
                                            <p:fltVal val="0"/>
                                          </p:val>
                                        </p:tav>
                                        <p:tav tm="100000">
                                          <p:val>
                                            <p:strVal val="#ppt_w"/>
                                          </p:val>
                                        </p:tav>
                                      </p:tavLst>
                                    </p:anim>
                                    <p:anim calcmode="lin" valueType="num">
                                      <p:cBhvr>
                                        <p:cTn id="126" dur="500" fill="hold"/>
                                        <p:tgtEl>
                                          <p:spTgt spid="75"/>
                                        </p:tgtEl>
                                        <p:attrNameLst>
                                          <p:attrName>ppt_h</p:attrName>
                                        </p:attrNameLst>
                                      </p:cBhvr>
                                      <p:tavLst>
                                        <p:tav tm="0">
                                          <p:val>
                                            <p:strVal val="#ppt_h"/>
                                          </p:val>
                                        </p:tav>
                                        <p:tav tm="100000">
                                          <p:val>
                                            <p:strVal val="#ppt_h"/>
                                          </p:val>
                                        </p:tav>
                                      </p:tavLst>
                                    </p:anim>
                                  </p:childTnLst>
                                </p:cTn>
                              </p:par>
                            </p:childTnLst>
                          </p:cTn>
                        </p:par>
                      </p:childTnLst>
                    </p:cTn>
                  </p:par>
                  <p:par>
                    <p:cTn id="127" fill="hold">
                      <p:stCondLst>
                        <p:cond delay="indefinite"/>
                      </p:stCondLst>
                      <p:childTnLst>
                        <p:par>
                          <p:cTn id="128" fill="hold">
                            <p:stCondLst>
                              <p:cond delay="0"/>
                            </p:stCondLst>
                            <p:childTnLst>
                              <p:par>
                                <p:cTn id="129" presetID="10" presetClass="entr" presetSubtype="0" fill="hold" grpId="0" nodeType="clickEffect">
                                  <p:stCondLst>
                                    <p:cond delay="0"/>
                                  </p:stCondLst>
                                  <p:childTnLst>
                                    <p:set>
                                      <p:cBhvr>
                                        <p:cTn id="130" dur="1" fill="hold">
                                          <p:stCondLst>
                                            <p:cond delay="0"/>
                                          </p:stCondLst>
                                        </p:cTn>
                                        <p:tgtEl>
                                          <p:spTgt spid="6"/>
                                        </p:tgtEl>
                                        <p:attrNameLst>
                                          <p:attrName>style.visibility</p:attrName>
                                        </p:attrNameLst>
                                      </p:cBhvr>
                                      <p:to>
                                        <p:strVal val="visible"/>
                                      </p:to>
                                    </p:set>
                                    <p:animEffect transition="in" filter="fade">
                                      <p:cBhvr>
                                        <p:cTn id="131" dur="2000"/>
                                        <p:tgtEl>
                                          <p:spTgt spid="6"/>
                                        </p:tgtEl>
                                      </p:cBhvr>
                                    </p:animEffect>
                                  </p:childTnLst>
                                </p:cTn>
                              </p:par>
                            </p:childTnLst>
                          </p:cTn>
                        </p:par>
                      </p:childTnLst>
                    </p:cTn>
                  </p:par>
                  <p:par>
                    <p:cTn id="132" fill="hold">
                      <p:stCondLst>
                        <p:cond delay="indefinite"/>
                      </p:stCondLst>
                      <p:childTnLst>
                        <p:par>
                          <p:cTn id="133" fill="hold">
                            <p:stCondLst>
                              <p:cond delay="0"/>
                            </p:stCondLst>
                            <p:childTnLst>
                              <p:par>
                                <p:cTn id="134" presetID="8" presetClass="emph" presetSubtype="0" fill="hold" grpId="1" nodeType="clickEffect">
                                  <p:stCondLst>
                                    <p:cond delay="0"/>
                                  </p:stCondLst>
                                  <p:childTnLst>
                                    <p:animRot by="21600000">
                                      <p:cBhvr>
                                        <p:cTn id="135" dur="2000" fill="hold"/>
                                        <p:tgtEl>
                                          <p:spTgt spid="6"/>
                                        </p:tgtEl>
                                        <p:attrNameLst>
                                          <p:attrName>r</p:attrName>
                                        </p:attrNameLst>
                                      </p:cBhvr>
                                    </p:animRot>
                                  </p:childTnLst>
                                </p:cTn>
                              </p:par>
                            </p:childTnLst>
                          </p:cTn>
                        </p:par>
                      </p:childTnLst>
                    </p:cTn>
                  </p:par>
                  <p:par>
                    <p:cTn id="136" fill="hold">
                      <p:stCondLst>
                        <p:cond delay="indefinite"/>
                      </p:stCondLst>
                      <p:childTnLst>
                        <p:par>
                          <p:cTn id="137" fill="hold">
                            <p:stCondLst>
                              <p:cond delay="0"/>
                            </p:stCondLst>
                            <p:childTnLst>
                              <p:par>
                                <p:cTn id="138" presetID="22" presetClass="entr" presetSubtype="4" fill="hold" grpId="0" nodeType="clickEffect">
                                  <p:stCondLst>
                                    <p:cond delay="0"/>
                                  </p:stCondLst>
                                  <p:childTnLst>
                                    <p:set>
                                      <p:cBhvr>
                                        <p:cTn id="139" dur="1" fill="hold">
                                          <p:stCondLst>
                                            <p:cond delay="0"/>
                                          </p:stCondLst>
                                        </p:cTn>
                                        <p:tgtEl>
                                          <p:spTgt spid="76"/>
                                        </p:tgtEl>
                                        <p:attrNameLst>
                                          <p:attrName>style.visibility</p:attrName>
                                        </p:attrNameLst>
                                      </p:cBhvr>
                                      <p:to>
                                        <p:strVal val="visible"/>
                                      </p:to>
                                    </p:set>
                                    <p:animEffect transition="in" filter="wipe(down)">
                                      <p:cBhvr>
                                        <p:cTn id="140" dur="2000"/>
                                        <p:tgtEl>
                                          <p:spTgt spid="76"/>
                                        </p:tgtEl>
                                      </p:cBhvr>
                                    </p:animEffect>
                                  </p:childTnLst>
                                </p:cTn>
                              </p:par>
                            </p:childTnLst>
                          </p:cTn>
                        </p:par>
                      </p:childTnLst>
                    </p:cTn>
                  </p:par>
                  <p:par>
                    <p:cTn id="141" fill="hold">
                      <p:stCondLst>
                        <p:cond delay="indefinite"/>
                      </p:stCondLst>
                      <p:childTnLst>
                        <p:par>
                          <p:cTn id="142" fill="hold">
                            <p:stCondLst>
                              <p:cond delay="0"/>
                            </p:stCondLst>
                            <p:childTnLst>
                              <p:par>
                                <p:cTn id="143" presetID="17" presetClass="entr" presetSubtype="10" fill="hold" grpId="1" nodeType="clickEffect">
                                  <p:stCondLst>
                                    <p:cond delay="0"/>
                                  </p:stCondLst>
                                  <p:childTnLst>
                                    <p:set>
                                      <p:cBhvr>
                                        <p:cTn id="144" dur="1" fill="hold">
                                          <p:stCondLst>
                                            <p:cond delay="0"/>
                                          </p:stCondLst>
                                        </p:cTn>
                                        <p:tgtEl>
                                          <p:spTgt spid="76"/>
                                        </p:tgtEl>
                                        <p:attrNameLst>
                                          <p:attrName>style.visibility</p:attrName>
                                        </p:attrNameLst>
                                      </p:cBhvr>
                                      <p:to>
                                        <p:strVal val="visible"/>
                                      </p:to>
                                    </p:set>
                                    <p:anim calcmode="lin" valueType="num">
                                      <p:cBhvr>
                                        <p:cTn id="145" dur="2000" fill="hold"/>
                                        <p:tgtEl>
                                          <p:spTgt spid="76"/>
                                        </p:tgtEl>
                                        <p:attrNameLst>
                                          <p:attrName>ppt_w</p:attrName>
                                        </p:attrNameLst>
                                      </p:cBhvr>
                                      <p:tavLst>
                                        <p:tav tm="0">
                                          <p:val>
                                            <p:fltVal val="0"/>
                                          </p:val>
                                        </p:tav>
                                        <p:tav tm="100000">
                                          <p:val>
                                            <p:strVal val="#ppt_w"/>
                                          </p:val>
                                        </p:tav>
                                      </p:tavLst>
                                    </p:anim>
                                    <p:anim calcmode="lin" valueType="num">
                                      <p:cBhvr>
                                        <p:cTn id="146" dur="2000" fill="hold"/>
                                        <p:tgtEl>
                                          <p:spTgt spid="76"/>
                                        </p:tgtEl>
                                        <p:attrNameLst>
                                          <p:attrName>ppt_h</p:attrName>
                                        </p:attrNameLst>
                                      </p:cBhvr>
                                      <p:tavLst>
                                        <p:tav tm="0">
                                          <p:val>
                                            <p:strVal val="#ppt_h"/>
                                          </p:val>
                                        </p:tav>
                                        <p:tav tm="100000">
                                          <p:val>
                                            <p:strVal val="#ppt_h"/>
                                          </p:val>
                                        </p:tav>
                                      </p:tavLst>
                                    </p:anim>
                                  </p:childTnLst>
                                </p:cTn>
                              </p:par>
                            </p:childTnLst>
                          </p:cTn>
                        </p:par>
                      </p:childTnLst>
                    </p:cTn>
                  </p:par>
                  <p:par>
                    <p:cTn id="147" fill="hold">
                      <p:stCondLst>
                        <p:cond delay="indefinite"/>
                      </p:stCondLst>
                      <p:childTnLst>
                        <p:par>
                          <p:cTn id="148" fill="hold">
                            <p:stCondLst>
                              <p:cond delay="0"/>
                            </p:stCondLst>
                            <p:childTnLst>
                              <p:par>
                                <p:cTn id="149" presetID="10" presetClass="entr" presetSubtype="0" fill="hold" grpId="0" nodeType="clickEffect">
                                  <p:stCondLst>
                                    <p:cond delay="0"/>
                                  </p:stCondLst>
                                  <p:childTnLst>
                                    <p:set>
                                      <p:cBhvr>
                                        <p:cTn id="150" dur="1" fill="hold">
                                          <p:stCondLst>
                                            <p:cond delay="0"/>
                                          </p:stCondLst>
                                        </p:cTn>
                                        <p:tgtEl>
                                          <p:spTgt spid="77">
                                            <p:txEl>
                                              <p:pRg st="0" end="0"/>
                                            </p:txEl>
                                          </p:spTgt>
                                        </p:tgtEl>
                                        <p:attrNameLst>
                                          <p:attrName>style.visibility</p:attrName>
                                        </p:attrNameLst>
                                      </p:cBhvr>
                                      <p:to>
                                        <p:strVal val="visible"/>
                                      </p:to>
                                    </p:set>
                                    <p:animEffect transition="in" filter="fade">
                                      <p:cBhvr>
                                        <p:cTn id="151" dur="2000"/>
                                        <p:tgtEl>
                                          <p:spTgt spid="77">
                                            <p:txEl>
                                              <p:pRg st="0" end="0"/>
                                            </p:txEl>
                                          </p:spTgt>
                                        </p:tgtEl>
                                      </p:cBhvr>
                                    </p:animEffect>
                                  </p:childTnLst>
                                </p:cTn>
                              </p:par>
                            </p:childTnLst>
                          </p:cTn>
                        </p:par>
                      </p:childTnLst>
                    </p:cTn>
                  </p:par>
                  <p:par>
                    <p:cTn id="152" fill="hold">
                      <p:stCondLst>
                        <p:cond delay="indefinite"/>
                      </p:stCondLst>
                      <p:childTnLst>
                        <p:par>
                          <p:cTn id="153" fill="hold">
                            <p:stCondLst>
                              <p:cond delay="0"/>
                            </p:stCondLst>
                            <p:childTnLst>
                              <p:par>
                                <p:cTn id="154" presetID="4" presetClass="entr" presetSubtype="16" fill="hold" grpId="1" nodeType="clickEffect">
                                  <p:stCondLst>
                                    <p:cond delay="0"/>
                                  </p:stCondLst>
                                  <p:childTnLst>
                                    <p:set>
                                      <p:cBhvr>
                                        <p:cTn id="155" dur="1" fill="hold">
                                          <p:stCondLst>
                                            <p:cond delay="0"/>
                                          </p:stCondLst>
                                        </p:cTn>
                                        <p:tgtEl>
                                          <p:spTgt spid="77">
                                            <p:txEl>
                                              <p:pRg st="0" end="0"/>
                                            </p:txEl>
                                          </p:spTgt>
                                        </p:tgtEl>
                                        <p:attrNameLst>
                                          <p:attrName>style.visibility</p:attrName>
                                        </p:attrNameLst>
                                      </p:cBhvr>
                                      <p:to>
                                        <p:strVal val="visible"/>
                                      </p:to>
                                    </p:set>
                                    <p:animEffect transition="in" filter="box(in)">
                                      <p:cBhvr>
                                        <p:cTn id="156" dur="2000"/>
                                        <p:tgtEl>
                                          <p:spTgt spid="77">
                                            <p:txEl>
                                              <p:pRg st="0" end="0"/>
                                            </p:txEl>
                                          </p:spTgt>
                                        </p:tgtEl>
                                      </p:cBhvr>
                                    </p:animEffect>
                                  </p:childTnLst>
                                </p:cTn>
                              </p:par>
                            </p:childTnLst>
                          </p:cTn>
                        </p:par>
                      </p:childTnLst>
                    </p:cTn>
                  </p:par>
                  <p:par>
                    <p:cTn id="157" fill="hold">
                      <p:stCondLst>
                        <p:cond delay="indefinite"/>
                      </p:stCondLst>
                      <p:childTnLst>
                        <p:par>
                          <p:cTn id="158" fill="hold">
                            <p:stCondLst>
                              <p:cond delay="0"/>
                            </p:stCondLst>
                            <p:childTnLst>
                              <p:par>
                                <p:cTn id="159" presetID="10" presetClass="entr" presetSubtype="0" fill="hold" grpId="0" nodeType="clickEffect">
                                  <p:stCondLst>
                                    <p:cond delay="0"/>
                                  </p:stCondLst>
                                  <p:childTnLst>
                                    <p:set>
                                      <p:cBhvr>
                                        <p:cTn id="160" dur="1" fill="hold">
                                          <p:stCondLst>
                                            <p:cond delay="0"/>
                                          </p:stCondLst>
                                        </p:cTn>
                                        <p:tgtEl>
                                          <p:spTgt spid="78"/>
                                        </p:tgtEl>
                                        <p:attrNameLst>
                                          <p:attrName>style.visibility</p:attrName>
                                        </p:attrNameLst>
                                      </p:cBhvr>
                                      <p:to>
                                        <p:strVal val="visible"/>
                                      </p:to>
                                    </p:set>
                                    <p:animEffect transition="in" filter="fade">
                                      <p:cBhvr>
                                        <p:cTn id="161" dur="2000"/>
                                        <p:tgtEl>
                                          <p:spTgt spid="78"/>
                                        </p:tgtEl>
                                      </p:cBhvr>
                                    </p:animEffect>
                                  </p:childTnLst>
                                </p:cTn>
                              </p:par>
                            </p:childTnLst>
                          </p:cTn>
                        </p:par>
                      </p:childTnLst>
                    </p:cTn>
                  </p:par>
                  <p:par>
                    <p:cTn id="162" fill="hold">
                      <p:stCondLst>
                        <p:cond delay="indefinite"/>
                      </p:stCondLst>
                      <p:childTnLst>
                        <p:par>
                          <p:cTn id="163" fill="hold">
                            <p:stCondLst>
                              <p:cond delay="0"/>
                            </p:stCondLst>
                            <p:childTnLst>
                              <p:par>
                                <p:cTn id="164" presetID="17" presetClass="entr" presetSubtype="10" fill="hold" grpId="1" nodeType="clickEffect">
                                  <p:stCondLst>
                                    <p:cond delay="0"/>
                                  </p:stCondLst>
                                  <p:childTnLst>
                                    <p:set>
                                      <p:cBhvr>
                                        <p:cTn id="165" dur="1" fill="hold">
                                          <p:stCondLst>
                                            <p:cond delay="0"/>
                                          </p:stCondLst>
                                        </p:cTn>
                                        <p:tgtEl>
                                          <p:spTgt spid="78"/>
                                        </p:tgtEl>
                                        <p:attrNameLst>
                                          <p:attrName>style.visibility</p:attrName>
                                        </p:attrNameLst>
                                      </p:cBhvr>
                                      <p:to>
                                        <p:strVal val="visible"/>
                                      </p:to>
                                    </p:set>
                                    <p:anim calcmode="lin" valueType="num">
                                      <p:cBhvr>
                                        <p:cTn id="166" dur="500" fill="hold"/>
                                        <p:tgtEl>
                                          <p:spTgt spid="78"/>
                                        </p:tgtEl>
                                        <p:attrNameLst>
                                          <p:attrName>ppt_w</p:attrName>
                                        </p:attrNameLst>
                                      </p:cBhvr>
                                      <p:tavLst>
                                        <p:tav tm="0">
                                          <p:val>
                                            <p:fltVal val="0"/>
                                          </p:val>
                                        </p:tav>
                                        <p:tav tm="100000">
                                          <p:val>
                                            <p:strVal val="#ppt_w"/>
                                          </p:val>
                                        </p:tav>
                                      </p:tavLst>
                                    </p:anim>
                                    <p:anim calcmode="lin" valueType="num">
                                      <p:cBhvr>
                                        <p:cTn id="167" dur="500" fill="hold"/>
                                        <p:tgtEl>
                                          <p:spTgt spid="78"/>
                                        </p:tgtEl>
                                        <p:attrNameLst>
                                          <p:attrName>ppt_h</p:attrName>
                                        </p:attrNameLst>
                                      </p:cBhvr>
                                      <p:tavLst>
                                        <p:tav tm="0">
                                          <p:val>
                                            <p:strVal val="#ppt_h"/>
                                          </p:val>
                                        </p:tav>
                                        <p:tav tm="100000">
                                          <p:val>
                                            <p:strVal val="#ppt_h"/>
                                          </p:val>
                                        </p:tav>
                                      </p:tavLst>
                                    </p:anim>
                                  </p:childTnLst>
                                </p:cTn>
                              </p:par>
                            </p:childTnLst>
                          </p:cTn>
                        </p:par>
                      </p:childTnLst>
                    </p:cTn>
                  </p:par>
                  <p:par>
                    <p:cTn id="168" fill="hold">
                      <p:stCondLst>
                        <p:cond delay="indefinite"/>
                      </p:stCondLst>
                      <p:childTnLst>
                        <p:par>
                          <p:cTn id="169" fill="hold">
                            <p:stCondLst>
                              <p:cond delay="0"/>
                            </p:stCondLst>
                            <p:childTnLst>
                              <p:par>
                                <p:cTn id="170" presetID="10" presetClass="entr" presetSubtype="0" fill="hold" grpId="0" nodeType="clickEffect">
                                  <p:stCondLst>
                                    <p:cond delay="0"/>
                                  </p:stCondLst>
                                  <p:childTnLst>
                                    <p:set>
                                      <p:cBhvr>
                                        <p:cTn id="171" dur="1" fill="hold">
                                          <p:stCondLst>
                                            <p:cond delay="0"/>
                                          </p:stCondLst>
                                        </p:cTn>
                                        <p:tgtEl>
                                          <p:spTgt spid="79">
                                            <p:txEl>
                                              <p:pRg st="0" end="0"/>
                                            </p:txEl>
                                          </p:spTgt>
                                        </p:tgtEl>
                                        <p:attrNameLst>
                                          <p:attrName>style.visibility</p:attrName>
                                        </p:attrNameLst>
                                      </p:cBhvr>
                                      <p:to>
                                        <p:strVal val="visible"/>
                                      </p:to>
                                    </p:set>
                                    <p:animEffect transition="in" filter="fade">
                                      <p:cBhvr>
                                        <p:cTn id="172" dur="2000"/>
                                        <p:tgtEl>
                                          <p:spTgt spid="79">
                                            <p:txEl>
                                              <p:pRg st="0" end="0"/>
                                            </p:txEl>
                                          </p:spTgt>
                                        </p:tgtEl>
                                      </p:cBhvr>
                                    </p:animEffect>
                                  </p:childTnLst>
                                </p:cTn>
                              </p:par>
                            </p:childTnLst>
                          </p:cTn>
                        </p:par>
                      </p:childTnLst>
                    </p:cTn>
                  </p:par>
                  <p:par>
                    <p:cTn id="173" fill="hold">
                      <p:stCondLst>
                        <p:cond delay="indefinite"/>
                      </p:stCondLst>
                      <p:childTnLst>
                        <p:par>
                          <p:cTn id="174" fill="hold">
                            <p:stCondLst>
                              <p:cond delay="0"/>
                            </p:stCondLst>
                            <p:childTnLst>
                              <p:par>
                                <p:cTn id="175" presetID="4" presetClass="entr" presetSubtype="16" fill="hold" grpId="1" nodeType="clickEffect">
                                  <p:stCondLst>
                                    <p:cond delay="0"/>
                                  </p:stCondLst>
                                  <p:childTnLst>
                                    <p:set>
                                      <p:cBhvr>
                                        <p:cTn id="176" dur="1" fill="hold">
                                          <p:stCondLst>
                                            <p:cond delay="0"/>
                                          </p:stCondLst>
                                        </p:cTn>
                                        <p:tgtEl>
                                          <p:spTgt spid="79">
                                            <p:txEl>
                                              <p:pRg st="0" end="0"/>
                                            </p:txEl>
                                          </p:spTgt>
                                        </p:tgtEl>
                                        <p:attrNameLst>
                                          <p:attrName>style.visibility</p:attrName>
                                        </p:attrNameLst>
                                      </p:cBhvr>
                                      <p:to>
                                        <p:strVal val="visible"/>
                                      </p:to>
                                    </p:set>
                                    <p:animEffect transition="in" filter="box(in)">
                                      <p:cBhvr>
                                        <p:cTn id="177" dur="2000"/>
                                        <p:tgtEl>
                                          <p:spTgt spid="79">
                                            <p:txEl>
                                              <p:pRg st="0" end="0"/>
                                            </p:txEl>
                                          </p:spTgt>
                                        </p:tgtEl>
                                      </p:cBhvr>
                                    </p:animEffect>
                                  </p:childTnLst>
                                </p:cTn>
                              </p:par>
                            </p:childTnLst>
                          </p:cTn>
                        </p:par>
                      </p:childTnLst>
                    </p:cTn>
                  </p:par>
                  <p:par>
                    <p:cTn id="178" fill="hold">
                      <p:stCondLst>
                        <p:cond delay="indefinite"/>
                      </p:stCondLst>
                      <p:childTnLst>
                        <p:par>
                          <p:cTn id="179" fill="hold">
                            <p:stCondLst>
                              <p:cond delay="0"/>
                            </p:stCondLst>
                            <p:childTnLst>
                              <p:par>
                                <p:cTn id="180" presetID="10" presetClass="entr" presetSubtype="0" fill="hold" grpId="0" nodeType="clickEffect">
                                  <p:stCondLst>
                                    <p:cond delay="0"/>
                                  </p:stCondLst>
                                  <p:childTnLst>
                                    <p:set>
                                      <p:cBhvr>
                                        <p:cTn id="181" dur="1" fill="hold">
                                          <p:stCondLst>
                                            <p:cond delay="0"/>
                                          </p:stCondLst>
                                        </p:cTn>
                                        <p:tgtEl>
                                          <p:spTgt spid="80"/>
                                        </p:tgtEl>
                                        <p:attrNameLst>
                                          <p:attrName>style.visibility</p:attrName>
                                        </p:attrNameLst>
                                      </p:cBhvr>
                                      <p:to>
                                        <p:strVal val="visible"/>
                                      </p:to>
                                    </p:set>
                                    <p:animEffect transition="in" filter="fade">
                                      <p:cBhvr>
                                        <p:cTn id="182" dur="2000"/>
                                        <p:tgtEl>
                                          <p:spTgt spid="80"/>
                                        </p:tgtEl>
                                      </p:cBhvr>
                                    </p:animEffect>
                                  </p:childTnLst>
                                </p:cTn>
                              </p:par>
                            </p:childTnLst>
                          </p:cTn>
                        </p:par>
                      </p:childTnLst>
                    </p:cTn>
                  </p:par>
                  <p:par>
                    <p:cTn id="183" fill="hold">
                      <p:stCondLst>
                        <p:cond delay="indefinite"/>
                      </p:stCondLst>
                      <p:childTnLst>
                        <p:par>
                          <p:cTn id="184" fill="hold">
                            <p:stCondLst>
                              <p:cond delay="0"/>
                            </p:stCondLst>
                            <p:childTnLst>
                              <p:par>
                                <p:cTn id="185" presetID="17" presetClass="entr" presetSubtype="10" fill="hold" grpId="1" nodeType="clickEffect">
                                  <p:stCondLst>
                                    <p:cond delay="0"/>
                                  </p:stCondLst>
                                  <p:childTnLst>
                                    <p:set>
                                      <p:cBhvr>
                                        <p:cTn id="186" dur="1" fill="hold">
                                          <p:stCondLst>
                                            <p:cond delay="0"/>
                                          </p:stCondLst>
                                        </p:cTn>
                                        <p:tgtEl>
                                          <p:spTgt spid="80"/>
                                        </p:tgtEl>
                                        <p:attrNameLst>
                                          <p:attrName>style.visibility</p:attrName>
                                        </p:attrNameLst>
                                      </p:cBhvr>
                                      <p:to>
                                        <p:strVal val="visible"/>
                                      </p:to>
                                    </p:set>
                                    <p:anim calcmode="lin" valueType="num">
                                      <p:cBhvr>
                                        <p:cTn id="187" dur="500" fill="hold"/>
                                        <p:tgtEl>
                                          <p:spTgt spid="80"/>
                                        </p:tgtEl>
                                        <p:attrNameLst>
                                          <p:attrName>ppt_w</p:attrName>
                                        </p:attrNameLst>
                                      </p:cBhvr>
                                      <p:tavLst>
                                        <p:tav tm="0">
                                          <p:val>
                                            <p:fltVal val="0"/>
                                          </p:val>
                                        </p:tav>
                                        <p:tav tm="100000">
                                          <p:val>
                                            <p:strVal val="#ppt_w"/>
                                          </p:val>
                                        </p:tav>
                                      </p:tavLst>
                                    </p:anim>
                                    <p:anim calcmode="lin" valueType="num">
                                      <p:cBhvr>
                                        <p:cTn id="188" dur="500" fill="hold"/>
                                        <p:tgtEl>
                                          <p:spTgt spid="80"/>
                                        </p:tgtEl>
                                        <p:attrNameLst>
                                          <p:attrName>ppt_h</p:attrName>
                                        </p:attrNameLst>
                                      </p:cBhvr>
                                      <p:tavLst>
                                        <p:tav tm="0">
                                          <p:val>
                                            <p:strVal val="#ppt_h"/>
                                          </p:val>
                                        </p:tav>
                                        <p:tav tm="100000">
                                          <p:val>
                                            <p:strVal val="#ppt_h"/>
                                          </p:val>
                                        </p:tav>
                                      </p:tavLst>
                                    </p:anim>
                                  </p:childTnLst>
                                </p:cTn>
                              </p:par>
                            </p:childTnLst>
                          </p:cTn>
                        </p:par>
                      </p:childTnLst>
                    </p:cTn>
                  </p:par>
                  <p:par>
                    <p:cTn id="189" fill="hold">
                      <p:stCondLst>
                        <p:cond delay="indefinite"/>
                      </p:stCondLst>
                      <p:childTnLst>
                        <p:par>
                          <p:cTn id="190" fill="hold">
                            <p:stCondLst>
                              <p:cond delay="0"/>
                            </p:stCondLst>
                            <p:childTnLst>
                              <p:par>
                                <p:cTn id="191" presetID="10" presetClass="entr" presetSubtype="0" fill="hold" grpId="0" nodeType="clickEffect">
                                  <p:stCondLst>
                                    <p:cond delay="0"/>
                                  </p:stCondLst>
                                  <p:childTnLst>
                                    <p:set>
                                      <p:cBhvr>
                                        <p:cTn id="192" dur="1" fill="hold">
                                          <p:stCondLst>
                                            <p:cond delay="0"/>
                                          </p:stCondLst>
                                        </p:cTn>
                                        <p:tgtEl>
                                          <p:spTgt spid="81">
                                            <p:txEl>
                                              <p:pRg st="0" end="0"/>
                                            </p:txEl>
                                          </p:spTgt>
                                        </p:tgtEl>
                                        <p:attrNameLst>
                                          <p:attrName>style.visibility</p:attrName>
                                        </p:attrNameLst>
                                      </p:cBhvr>
                                      <p:to>
                                        <p:strVal val="visible"/>
                                      </p:to>
                                    </p:set>
                                    <p:animEffect transition="in" filter="fade">
                                      <p:cBhvr>
                                        <p:cTn id="193" dur="2000"/>
                                        <p:tgtEl>
                                          <p:spTgt spid="81">
                                            <p:txEl>
                                              <p:pRg st="0" end="0"/>
                                            </p:txEl>
                                          </p:spTgt>
                                        </p:tgtEl>
                                      </p:cBhvr>
                                    </p:animEffect>
                                  </p:childTnLst>
                                </p:cTn>
                              </p:par>
                            </p:childTnLst>
                          </p:cTn>
                        </p:par>
                      </p:childTnLst>
                    </p:cTn>
                  </p:par>
                  <p:par>
                    <p:cTn id="194" fill="hold">
                      <p:stCondLst>
                        <p:cond delay="indefinite"/>
                      </p:stCondLst>
                      <p:childTnLst>
                        <p:par>
                          <p:cTn id="195" fill="hold">
                            <p:stCondLst>
                              <p:cond delay="0"/>
                            </p:stCondLst>
                            <p:childTnLst>
                              <p:par>
                                <p:cTn id="196" presetID="4" presetClass="entr" presetSubtype="16" fill="hold" nodeType="clickEffect">
                                  <p:stCondLst>
                                    <p:cond delay="0"/>
                                  </p:stCondLst>
                                  <p:childTnLst>
                                    <p:set>
                                      <p:cBhvr>
                                        <p:cTn id="197" dur="1" fill="hold">
                                          <p:stCondLst>
                                            <p:cond delay="0"/>
                                          </p:stCondLst>
                                        </p:cTn>
                                        <p:tgtEl>
                                          <p:spTgt spid="81">
                                            <p:txEl>
                                              <p:pRg st="0" end="0"/>
                                            </p:txEl>
                                          </p:spTgt>
                                        </p:tgtEl>
                                        <p:attrNameLst>
                                          <p:attrName>style.visibility</p:attrName>
                                        </p:attrNameLst>
                                      </p:cBhvr>
                                      <p:to>
                                        <p:strVal val="visible"/>
                                      </p:to>
                                    </p:set>
                                    <p:animEffect transition="in" filter="box(in)">
                                      <p:cBhvr>
                                        <p:cTn id="198" dur="2000"/>
                                        <p:tgtEl>
                                          <p:spTgt spid="8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48" grpId="0" build="p" animBg="1"/>
      <p:bldP spid="48" grpId="1" build="allAtOnce" animBg="1"/>
      <p:bldP spid="49" grpId="0" build="p"/>
      <p:bldP spid="50" grpId="0" animBg="1"/>
      <p:bldP spid="50" grpId="1" animBg="1"/>
      <p:bldP spid="51" grpId="0" build="p"/>
      <p:bldP spid="51" grpId="1" build="allAtOnce"/>
      <p:bldP spid="52" grpId="0" animBg="1"/>
      <p:bldP spid="52" grpId="1" animBg="1"/>
      <p:bldP spid="53" grpId="0" build="p"/>
      <p:bldP spid="53" grpId="1" build="allAtOnce"/>
      <p:bldP spid="54" grpId="0" animBg="1"/>
      <p:bldP spid="54" grpId="1" animBg="1"/>
      <p:bldP spid="55" grpId="0" build="p"/>
      <p:bldP spid="55" grpId="1" build="allAtOnce"/>
      <p:bldP spid="75" grpId="0" animBg="1"/>
      <p:bldP spid="75" grpId="1" animBg="1"/>
      <p:bldP spid="76" grpId="0" animBg="1"/>
      <p:bldP spid="76" grpId="1" animBg="1"/>
      <p:bldP spid="77" grpId="0" build="p"/>
      <p:bldP spid="77" grpId="1" build="allAtOnce"/>
      <p:bldP spid="78" grpId="0" animBg="1"/>
      <p:bldP spid="78" grpId="1" animBg="1"/>
      <p:bldP spid="79" grpId="0" build="p"/>
      <p:bldP spid="79" grpId="1" build="allAtOnce"/>
      <p:bldP spid="80" grpId="0" animBg="1"/>
      <p:bldP spid="80" grpId="1" animBg="1"/>
      <p:bldP spid="81"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a:xfrm>
            <a:off x="1143000" y="4869657"/>
            <a:ext cx="1411914" cy="273844"/>
          </a:xfrm>
        </p:spPr>
        <p:txBody>
          <a:bodyPr/>
          <a:lstStyle/>
          <a:p>
            <a:fld id="{7AB5A69F-82E3-47B2-9FA7-5923C353FC5D}" type="datetime2">
              <a:rPr lang="en-GB" b="1">
                <a:solidFill>
                  <a:prstClr val="black">
                    <a:tint val="75000"/>
                  </a:prstClr>
                </a:solidFill>
                <a:latin typeface="Arial" pitchFamily="34" charset="0"/>
                <a:cs typeface="Arial" pitchFamily="34" charset="0"/>
              </a:rPr>
              <a:pPr/>
              <a:t>Tuesday, 22 November 2022</a:t>
            </a:fld>
            <a:endParaRPr lang="en-GB" b="1" dirty="0">
              <a:solidFill>
                <a:prstClr val="black">
                  <a:tint val="75000"/>
                </a:prstClr>
              </a:solidFill>
              <a:latin typeface="Arial" pitchFamily="34" charset="0"/>
              <a:cs typeface="Arial" pitchFamily="34" charset="0"/>
            </a:endParaRPr>
          </a:p>
        </p:txBody>
      </p:sp>
      <p:sp>
        <p:nvSpPr>
          <p:cNvPr id="8" name="Slide Number Placeholder 7"/>
          <p:cNvSpPr>
            <a:spLocks noGrp="1"/>
          </p:cNvSpPr>
          <p:nvPr>
            <p:ph type="sldNum" sz="quarter" idx="12"/>
          </p:nvPr>
        </p:nvSpPr>
        <p:spPr>
          <a:xfrm>
            <a:off x="7434318" y="4894008"/>
            <a:ext cx="439806" cy="249492"/>
          </a:xfrm>
        </p:spPr>
        <p:txBody>
          <a:bodyPr/>
          <a:lstStyle/>
          <a:p>
            <a:fld id="{428B8429-4527-47F3-AF89-C5C226CB1AE6}" type="slidenum">
              <a:rPr lang="en-GB" b="1">
                <a:solidFill>
                  <a:prstClr val="black">
                    <a:tint val="75000"/>
                  </a:prstClr>
                </a:solidFill>
                <a:latin typeface="Arial" pitchFamily="34" charset="0"/>
                <a:cs typeface="Arial" pitchFamily="34" charset="0"/>
              </a:rPr>
              <a:pPr/>
              <a:t>10</a:t>
            </a:fld>
            <a:endParaRPr lang="en-GB" b="1" dirty="0">
              <a:solidFill>
                <a:prstClr val="black">
                  <a:tint val="75000"/>
                </a:prstClr>
              </a:solidFill>
              <a:latin typeface="Arial" pitchFamily="34" charset="0"/>
              <a:cs typeface="Arial" pitchFamily="34" charset="0"/>
            </a:endParaRPr>
          </a:p>
        </p:txBody>
      </p:sp>
      <p:sp>
        <p:nvSpPr>
          <p:cNvPr id="6" name="Cube 5"/>
          <p:cNvSpPr/>
          <p:nvPr/>
        </p:nvSpPr>
        <p:spPr>
          <a:xfrm rot="10800000" flipH="1" flipV="1">
            <a:off x="5868144" y="3813888"/>
            <a:ext cx="432048" cy="432048"/>
          </a:xfrm>
          <a:prstGeom prst="cube">
            <a:avLst>
              <a:gd name="adj" fmla="val 2892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grpSp>
        <p:nvGrpSpPr>
          <p:cNvPr id="14" name="Group 13"/>
          <p:cNvGrpSpPr/>
          <p:nvPr/>
        </p:nvGrpSpPr>
        <p:grpSpPr>
          <a:xfrm>
            <a:off x="5652120" y="3867894"/>
            <a:ext cx="756084" cy="432048"/>
            <a:chOff x="3347864" y="2996952"/>
            <a:chExt cx="1008112" cy="576064"/>
          </a:xfrm>
        </p:grpSpPr>
        <p:sp>
          <p:nvSpPr>
            <p:cNvPr id="5" name="Cube 4"/>
            <p:cNvSpPr/>
            <p:nvPr/>
          </p:nvSpPr>
          <p:spPr>
            <a:xfrm rot="10800000" flipH="1" flipV="1">
              <a:off x="3347864" y="2996952"/>
              <a:ext cx="648072" cy="576064"/>
            </a:xfrm>
            <a:prstGeom prst="cube">
              <a:avLst>
                <a:gd name="adj" fmla="val 28920"/>
              </a:avLst>
            </a:prstGeom>
            <a:solidFill>
              <a:srgbClr val="0070C0"/>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sp>
          <p:nvSpPr>
            <p:cNvPr id="9" name="Cube 8"/>
            <p:cNvSpPr/>
            <p:nvPr/>
          </p:nvSpPr>
          <p:spPr>
            <a:xfrm rot="10800000" flipH="1" flipV="1">
              <a:off x="3779912" y="2996952"/>
              <a:ext cx="576064" cy="576064"/>
            </a:xfrm>
            <a:prstGeom prst="cube">
              <a:avLst>
                <a:gd name="adj" fmla="val 28920"/>
              </a:avLst>
            </a:prstGeom>
            <a:solidFill>
              <a:srgbClr val="0070C0"/>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grpSp>
      <p:grpSp>
        <p:nvGrpSpPr>
          <p:cNvPr id="15" name="Group 14"/>
          <p:cNvGrpSpPr/>
          <p:nvPr/>
        </p:nvGrpSpPr>
        <p:grpSpPr>
          <a:xfrm>
            <a:off x="6678234" y="3705876"/>
            <a:ext cx="756084" cy="432048"/>
            <a:chOff x="3347864" y="2996952"/>
            <a:chExt cx="1008112" cy="576064"/>
          </a:xfrm>
        </p:grpSpPr>
        <p:sp>
          <p:nvSpPr>
            <p:cNvPr id="16" name="Cube 15"/>
            <p:cNvSpPr/>
            <p:nvPr/>
          </p:nvSpPr>
          <p:spPr>
            <a:xfrm rot="10800000" flipH="1" flipV="1">
              <a:off x="3347864" y="2996952"/>
              <a:ext cx="648072" cy="576064"/>
            </a:xfrm>
            <a:prstGeom prst="cube">
              <a:avLst>
                <a:gd name="adj" fmla="val 28920"/>
              </a:avLst>
            </a:prstGeom>
            <a:solidFill>
              <a:srgbClr val="0070C0"/>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sp>
          <p:nvSpPr>
            <p:cNvPr id="17" name="Cube 16"/>
            <p:cNvSpPr/>
            <p:nvPr/>
          </p:nvSpPr>
          <p:spPr>
            <a:xfrm rot="10800000" flipH="1" flipV="1">
              <a:off x="3779912" y="2996952"/>
              <a:ext cx="576064" cy="576064"/>
            </a:xfrm>
            <a:prstGeom prst="cube">
              <a:avLst>
                <a:gd name="adj" fmla="val 28920"/>
              </a:avLst>
            </a:prstGeom>
            <a:solidFill>
              <a:srgbClr val="0070C0"/>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grpSp>
      <p:pic>
        <p:nvPicPr>
          <p:cNvPr id="1028" name="Picture 4" descr="http://wallpaperstock.net/the-blue-cubes_wallpapers_6880_1024x768.jpg"/>
          <p:cNvPicPr>
            <a:picLocks noChangeAspect="1" noChangeArrowheads="1"/>
          </p:cNvPicPr>
          <p:nvPr/>
        </p:nvPicPr>
        <p:blipFill>
          <a:blip r:embed="rId2" cstate="print">
            <a:lum bright="70000" contrast="-70000"/>
          </a:blip>
          <a:srcRect/>
          <a:stretch>
            <a:fillRect/>
          </a:stretch>
        </p:blipFill>
        <p:spPr bwMode="auto">
          <a:xfrm>
            <a:off x="1160241" y="0"/>
            <a:ext cx="6840760" cy="513057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pSp>
        <p:nvGrpSpPr>
          <p:cNvPr id="127" name="Group 126"/>
          <p:cNvGrpSpPr/>
          <p:nvPr/>
        </p:nvGrpSpPr>
        <p:grpSpPr>
          <a:xfrm>
            <a:off x="3599892" y="1707654"/>
            <a:ext cx="1728192" cy="1890210"/>
            <a:chOff x="3203848" y="3284984"/>
            <a:chExt cx="1800200" cy="2088232"/>
          </a:xfrm>
          <a:solidFill>
            <a:srgbClr val="7030A0"/>
          </a:solidFill>
        </p:grpSpPr>
        <p:grpSp>
          <p:nvGrpSpPr>
            <p:cNvPr id="60" name="Group 59"/>
            <p:cNvGrpSpPr/>
            <p:nvPr/>
          </p:nvGrpSpPr>
          <p:grpSpPr>
            <a:xfrm>
              <a:off x="3203848" y="4365104"/>
              <a:ext cx="1800200" cy="1008112"/>
              <a:chOff x="3203848" y="3140968"/>
              <a:chExt cx="1800200" cy="1008112"/>
            </a:xfrm>
            <a:grpFill/>
          </p:grpSpPr>
          <p:grpSp>
            <p:nvGrpSpPr>
              <p:cNvPr id="61" name="Group 21"/>
              <p:cNvGrpSpPr/>
              <p:nvPr/>
            </p:nvGrpSpPr>
            <p:grpSpPr>
              <a:xfrm>
                <a:off x="3635896" y="3140968"/>
                <a:ext cx="1368152" cy="576064"/>
                <a:chOff x="3635896" y="3140968"/>
                <a:chExt cx="1368152" cy="576064"/>
              </a:xfrm>
              <a:grpFill/>
            </p:grpSpPr>
            <p:sp>
              <p:nvSpPr>
                <p:cNvPr id="77" name="Cube 76"/>
                <p:cNvSpPr/>
                <p:nvPr/>
              </p:nvSpPr>
              <p:spPr>
                <a:xfrm rot="10800000" flipH="1" flipV="1">
                  <a:off x="3635896" y="3140968"/>
                  <a:ext cx="576064"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grpSp>
              <p:nvGrpSpPr>
                <p:cNvPr id="78" name="Group 17"/>
                <p:cNvGrpSpPr/>
                <p:nvPr/>
              </p:nvGrpSpPr>
              <p:grpSpPr>
                <a:xfrm>
                  <a:off x="3995936" y="3140968"/>
                  <a:ext cx="1008112" cy="576064"/>
                  <a:chOff x="3347864" y="2996952"/>
                  <a:chExt cx="1008112" cy="576064"/>
                </a:xfrm>
                <a:grpFill/>
              </p:grpSpPr>
              <p:sp>
                <p:nvSpPr>
                  <p:cNvPr id="79" name="Cube 78"/>
                  <p:cNvSpPr/>
                  <p:nvPr/>
                </p:nvSpPr>
                <p:spPr>
                  <a:xfrm rot="10800000" flipH="1" flipV="1">
                    <a:off x="3347864" y="2996952"/>
                    <a:ext cx="648072"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sp>
                <p:nvSpPr>
                  <p:cNvPr id="80" name="Cube 19"/>
                  <p:cNvSpPr/>
                  <p:nvPr/>
                </p:nvSpPr>
                <p:spPr>
                  <a:xfrm rot="10800000" flipH="1" flipV="1">
                    <a:off x="3779912" y="2996952"/>
                    <a:ext cx="576064"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grpSp>
          </p:grpSp>
          <p:grpSp>
            <p:nvGrpSpPr>
              <p:cNvPr id="62" name="Group 22"/>
              <p:cNvGrpSpPr/>
              <p:nvPr/>
            </p:nvGrpSpPr>
            <p:grpSpPr>
              <a:xfrm>
                <a:off x="3491880" y="3284984"/>
                <a:ext cx="1368152" cy="576064"/>
                <a:chOff x="3635896" y="3140968"/>
                <a:chExt cx="1368152" cy="576064"/>
              </a:xfrm>
              <a:grpFill/>
            </p:grpSpPr>
            <p:sp>
              <p:nvSpPr>
                <p:cNvPr id="73" name="Cube 72"/>
                <p:cNvSpPr/>
                <p:nvPr/>
              </p:nvSpPr>
              <p:spPr>
                <a:xfrm rot="10800000" flipH="1" flipV="1">
                  <a:off x="3635896" y="3140968"/>
                  <a:ext cx="576064"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grpSp>
              <p:nvGrpSpPr>
                <p:cNvPr id="74" name="Group 17"/>
                <p:cNvGrpSpPr/>
                <p:nvPr/>
              </p:nvGrpSpPr>
              <p:grpSpPr>
                <a:xfrm>
                  <a:off x="3995936" y="3140968"/>
                  <a:ext cx="1008112" cy="576064"/>
                  <a:chOff x="3347864" y="2996952"/>
                  <a:chExt cx="1008112" cy="576064"/>
                </a:xfrm>
                <a:grpFill/>
              </p:grpSpPr>
              <p:sp>
                <p:nvSpPr>
                  <p:cNvPr id="75" name="Cube 74"/>
                  <p:cNvSpPr/>
                  <p:nvPr/>
                </p:nvSpPr>
                <p:spPr>
                  <a:xfrm rot="10800000" flipH="1" flipV="1">
                    <a:off x="3347864" y="2996952"/>
                    <a:ext cx="648072"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sp>
                <p:nvSpPr>
                  <p:cNvPr id="76" name="Cube 75"/>
                  <p:cNvSpPr/>
                  <p:nvPr/>
                </p:nvSpPr>
                <p:spPr>
                  <a:xfrm rot="10800000" flipH="1" flipV="1">
                    <a:off x="3779912" y="2996952"/>
                    <a:ext cx="576064"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grpSp>
          </p:grpSp>
          <p:grpSp>
            <p:nvGrpSpPr>
              <p:cNvPr id="63" name="Group 27"/>
              <p:cNvGrpSpPr/>
              <p:nvPr/>
            </p:nvGrpSpPr>
            <p:grpSpPr>
              <a:xfrm>
                <a:off x="3347864" y="3429000"/>
                <a:ext cx="1368152" cy="576064"/>
                <a:chOff x="3635896" y="3140968"/>
                <a:chExt cx="1368152" cy="576064"/>
              </a:xfrm>
              <a:grpFill/>
            </p:grpSpPr>
            <p:sp>
              <p:nvSpPr>
                <p:cNvPr id="69" name="Cube 68"/>
                <p:cNvSpPr/>
                <p:nvPr/>
              </p:nvSpPr>
              <p:spPr>
                <a:xfrm rot="10800000" flipH="1" flipV="1">
                  <a:off x="3635896" y="3140968"/>
                  <a:ext cx="576064"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grpSp>
              <p:nvGrpSpPr>
                <p:cNvPr id="70" name="Group 17"/>
                <p:cNvGrpSpPr/>
                <p:nvPr/>
              </p:nvGrpSpPr>
              <p:grpSpPr>
                <a:xfrm>
                  <a:off x="3995936" y="3140968"/>
                  <a:ext cx="1008112" cy="576064"/>
                  <a:chOff x="3347864" y="2996952"/>
                  <a:chExt cx="1008112" cy="576064"/>
                </a:xfrm>
                <a:grpFill/>
              </p:grpSpPr>
              <p:sp>
                <p:nvSpPr>
                  <p:cNvPr id="71" name="Cube 70"/>
                  <p:cNvSpPr/>
                  <p:nvPr/>
                </p:nvSpPr>
                <p:spPr>
                  <a:xfrm rot="10800000" flipH="1" flipV="1">
                    <a:off x="3347864" y="2996952"/>
                    <a:ext cx="648072"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sp>
                <p:nvSpPr>
                  <p:cNvPr id="72" name="Cube 71"/>
                  <p:cNvSpPr/>
                  <p:nvPr/>
                </p:nvSpPr>
                <p:spPr>
                  <a:xfrm rot="10800000" flipH="1" flipV="1">
                    <a:off x="3779912" y="2996952"/>
                    <a:ext cx="576064"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grpSp>
          </p:grpSp>
          <p:grpSp>
            <p:nvGrpSpPr>
              <p:cNvPr id="64" name="Group 32"/>
              <p:cNvGrpSpPr/>
              <p:nvPr/>
            </p:nvGrpSpPr>
            <p:grpSpPr>
              <a:xfrm>
                <a:off x="3203848" y="3573016"/>
                <a:ext cx="1368152" cy="576064"/>
                <a:chOff x="3635896" y="3140968"/>
                <a:chExt cx="1368152" cy="576064"/>
              </a:xfrm>
              <a:grpFill/>
            </p:grpSpPr>
            <p:sp>
              <p:nvSpPr>
                <p:cNvPr id="65" name="Cube 64"/>
                <p:cNvSpPr/>
                <p:nvPr/>
              </p:nvSpPr>
              <p:spPr>
                <a:xfrm rot="10800000" flipH="1" flipV="1">
                  <a:off x="3635896" y="3140968"/>
                  <a:ext cx="576064"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grpSp>
              <p:nvGrpSpPr>
                <p:cNvPr id="66" name="Group 17"/>
                <p:cNvGrpSpPr/>
                <p:nvPr/>
              </p:nvGrpSpPr>
              <p:grpSpPr>
                <a:xfrm>
                  <a:off x="3995936" y="3140968"/>
                  <a:ext cx="1008112" cy="576064"/>
                  <a:chOff x="3347864" y="2996952"/>
                  <a:chExt cx="1008112" cy="576064"/>
                </a:xfrm>
                <a:grpFill/>
              </p:grpSpPr>
              <p:sp>
                <p:nvSpPr>
                  <p:cNvPr id="67" name="Cube 66"/>
                  <p:cNvSpPr/>
                  <p:nvPr/>
                </p:nvSpPr>
                <p:spPr>
                  <a:xfrm rot="10800000" flipH="1" flipV="1">
                    <a:off x="3347864" y="2996952"/>
                    <a:ext cx="648072"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sp>
                <p:nvSpPr>
                  <p:cNvPr id="68" name="Cube 67"/>
                  <p:cNvSpPr/>
                  <p:nvPr/>
                </p:nvSpPr>
                <p:spPr>
                  <a:xfrm rot="10800000" flipH="1" flipV="1">
                    <a:off x="3779912" y="2996952"/>
                    <a:ext cx="576064"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grpSp>
          </p:grpSp>
        </p:grpSp>
        <p:grpSp>
          <p:nvGrpSpPr>
            <p:cNvPr id="126" name="Group 125"/>
            <p:cNvGrpSpPr/>
            <p:nvPr/>
          </p:nvGrpSpPr>
          <p:grpSpPr>
            <a:xfrm>
              <a:off x="3203848" y="3284984"/>
              <a:ext cx="1800200" cy="1728192"/>
              <a:chOff x="3203848" y="2420888"/>
              <a:chExt cx="1800200" cy="1728192"/>
            </a:xfrm>
            <a:grpFill/>
          </p:grpSpPr>
          <p:grpSp>
            <p:nvGrpSpPr>
              <p:cNvPr id="82" name="Group 81"/>
              <p:cNvGrpSpPr/>
              <p:nvPr/>
            </p:nvGrpSpPr>
            <p:grpSpPr>
              <a:xfrm>
                <a:off x="3203848" y="2780928"/>
                <a:ext cx="1800200" cy="1368152"/>
                <a:chOff x="3203848" y="2780928"/>
                <a:chExt cx="1800200" cy="1368152"/>
              </a:xfrm>
              <a:grpFill/>
            </p:grpSpPr>
            <p:grpSp>
              <p:nvGrpSpPr>
                <p:cNvPr id="38" name="Group 37"/>
                <p:cNvGrpSpPr/>
                <p:nvPr/>
              </p:nvGrpSpPr>
              <p:grpSpPr>
                <a:xfrm>
                  <a:off x="3203848" y="3140968"/>
                  <a:ext cx="1800200" cy="1008112"/>
                  <a:chOff x="3203848" y="3140968"/>
                  <a:chExt cx="1800200" cy="1008112"/>
                </a:xfrm>
                <a:grpFill/>
              </p:grpSpPr>
              <p:grpSp>
                <p:nvGrpSpPr>
                  <p:cNvPr id="22" name="Group 21"/>
                  <p:cNvGrpSpPr/>
                  <p:nvPr/>
                </p:nvGrpSpPr>
                <p:grpSpPr>
                  <a:xfrm>
                    <a:off x="3635896" y="3140968"/>
                    <a:ext cx="1368152" cy="576064"/>
                    <a:chOff x="3635896" y="3140968"/>
                    <a:chExt cx="1368152" cy="576064"/>
                  </a:xfrm>
                  <a:grpFill/>
                </p:grpSpPr>
                <p:sp>
                  <p:nvSpPr>
                    <p:cNvPr id="10" name="Cube 9"/>
                    <p:cNvSpPr/>
                    <p:nvPr/>
                  </p:nvSpPr>
                  <p:spPr>
                    <a:xfrm rot="10800000" flipH="1" flipV="1">
                      <a:off x="3635896" y="3140968"/>
                      <a:ext cx="576064"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grpSp>
                  <p:nvGrpSpPr>
                    <p:cNvPr id="18" name="Group 17"/>
                    <p:cNvGrpSpPr/>
                    <p:nvPr/>
                  </p:nvGrpSpPr>
                  <p:grpSpPr>
                    <a:xfrm>
                      <a:off x="3995936" y="3140968"/>
                      <a:ext cx="1008112" cy="576064"/>
                      <a:chOff x="3347864" y="2996952"/>
                      <a:chExt cx="1008112" cy="576064"/>
                    </a:xfrm>
                    <a:grpFill/>
                  </p:grpSpPr>
                  <p:sp>
                    <p:nvSpPr>
                      <p:cNvPr id="19" name="Cube 18"/>
                      <p:cNvSpPr/>
                      <p:nvPr/>
                    </p:nvSpPr>
                    <p:spPr>
                      <a:xfrm rot="10800000" flipH="1" flipV="1">
                        <a:off x="3347864" y="2996952"/>
                        <a:ext cx="648072"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sp>
                    <p:nvSpPr>
                      <p:cNvPr id="20" name="Cube 19"/>
                      <p:cNvSpPr/>
                      <p:nvPr/>
                    </p:nvSpPr>
                    <p:spPr>
                      <a:xfrm rot="10800000" flipH="1" flipV="1">
                        <a:off x="3779912" y="2996952"/>
                        <a:ext cx="576064"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grpSp>
              </p:grpSp>
              <p:grpSp>
                <p:nvGrpSpPr>
                  <p:cNvPr id="23" name="Group 22"/>
                  <p:cNvGrpSpPr/>
                  <p:nvPr/>
                </p:nvGrpSpPr>
                <p:grpSpPr>
                  <a:xfrm>
                    <a:off x="3491880" y="3284984"/>
                    <a:ext cx="1368152" cy="576064"/>
                    <a:chOff x="3635896" y="3140968"/>
                    <a:chExt cx="1368152" cy="576064"/>
                  </a:xfrm>
                  <a:grpFill/>
                </p:grpSpPr>
                <p:sp>
                  <p:nvSpPr>
                    <p:cNvPr id="24" name="Cube 23"/>
                    <p:cNvSpPr/>
                    <p:nvPr/>
                  </p:nvSpPr>
                  <p:spPr>
                    <a:xfrm rot="10800000" flipH="1" flipV="1">
                      <a:off x="3635896" y="3140968"/>
                      <a:ext cx="576064"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grpSp>
                  <p:nvGrpSpPr>
                    <p:cNvPr id="25" name="Group 17"/>
                    <p:cNvGrpSpPr/>
                    <p:nvPr/>
                  </p:nvGrpSpPr>
                  <p:grpSpPr>
                    <a:xfrm>
                      <a:off x="3995936" y="3140968"/>
                      <a:ext cx="1008112" cy="576064"/>
                      <a:chOff x="3347864" y="2996952"/>
                      <a:chExt cx="1008112" cy="576064"/>
                    </a:xfrm>
                    <a:grpFill/>
                  </p:grpSpPr>
                  <p:sp>
                    <p:nvSpPr>
                      <p:cNvPr id="26" name="Cube 25"/>
                      <p:cNvSpPr/>
                      <p:nvPr/>
                    </p:nvSpPr>
                    <p:spPr>
                      <a:xfrm rot="10800000" flipH="1" flipV="1">
                        <a:off x="3347864" y="2996952"/>
                        <a:ext cx="648072"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sp>
                    <p:nvSpPr>
                      <p:cNvPr id="27" name="Cube 26"/>
                      <p:cNvSpPr/>
                      <p:nvPr/>
                    </p:nvSpPr>
                    <p:spPr>
                      <a:xfrm rot="10800000" flipH="1" flipV="1">
                        <a:off x="3779912" y="2996952"/>
                        <a:ext cx="576064"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grpSp>
              </p:grpSp>
              <p:grpSp>
                <p:nvGrpSpPr>
                  <p:cNvPr id="28" name="Group 27"/>
                  <p:cNvGrpSpPr/>
                  <p:nvPr/>
                </p:nvGrpSpPr>
                <p:grpSpPr>
                  <a:xfrm>
                    <a:off x="3347864" y="3429000"/>
                    <a:ext cx="1368152" cy="576064"/>
                    <a:chOff x="3635896" y="3140968"/>
                    <a:chExt cx="1368152" cy="576064"/>
                  </a:xfrm>
                  <a:grpFill/>
                </p:grpSpPr>
                <p:sp>
                  <p:nvSpPr>
                    <p:cNvPr id="29" name="Cube 28"/>
                    <p:cNvSpPr/>
                    <p:nvPr/>
                  </p:nvSpPr>
                  <p:spPr>
                    <a:xfrm rot="10800000" flipH="1" flipV="1">
                      <a:off x="3635896" y="3140968"/>
                      <a:ext cx="576064"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grpSp>
                  <p:nvGrpSpPr>
                    <p:cNvPr id="30" name="Group 17"/>
                    <p:cNvGrpSpPr/>
                    <p:nvPr/>
                  </p:nvGrpSpPr>
                  <p:grpSpPr>
                    <a:xfrm>
                      <a:off x="3995936" y="3140968"/>
                      <a:ext cx="1008112" cy="576064"/>
                      <a:chOff x="3347864" y="2996952"/>
                      <a:chExt cx="1008112" cy="576064"/>
                    </a:xfrm>
                    <a:grpFill/>
                  </p:grpSpPr>
                  <p:sp>
                    <p:nvSpPr>
                      <p:cNvPr id="31" name="Cube 30"/>
                      <p:cNvSpPr/>
                      <p:nvPr/>
                    </p:nvSpPr>
                    <p:spPr>
                      <a:xfrm rot="10800000" flipH="1" flipV="1">
                        <a:off x="3347864" y="2996952"/>
                        <a:ext cx="648072"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sp>
                    <p:nvSpPr>
                      <p:cNvPr id="32" name="Cube 31"/>
                      <p:cNvSpPr/>
                      <p:nvPr/>
                    </p:nvSpPr>
                    <p:spPr>
                      <a:xfrm rot="10800000" flipH="1" flipV="1">
                        <a:off x="3779912" y="2996952"/>
                        <a:ext cx="576064"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grpSp>
              </p:grpSp>
              <p:grpSp>
                <p:nvGrpSpPr>
                  <p:cNvPr id="33" name="Group 32"/>
                  <p:cNvGrpSpPr/>
                  <p:nvPr/>
                </p:nvGrpSpPr>
                <p:grpSpPr>
                  <a:xfrm>
                    <a:off x="3203848" y="3573016"/>
                    <a:ext cx="1368152" cy="576064"/>
                    <a:chOff x="3635896" y="3140968"/>
                    <a:chExt cx="1368152" cy="576064"/>
                  </a:xfrm>
                  <a:grpFill/>
                </p:grpSpPr>
                <p:sp>
                  <p:nvSpPr>
                    <p:cNvPr id="34" name="Cube 33"/>
                    <p:cNvSpPr/>
                    <p:nvPr/>
                  </p:nvSpPr>
                  <p:spPr>
                    <a:xfrm rot="10800000" flipH="1" flipV="1">
                      <a:off x="3635896" y="3140968"/>
                      <a:ext cx="576064"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grpSp>
                  <p:nvGrpSpPr>
                    <p:cNvPr id="35" name="Group 17"/>
                    <p:cNvGrpSpPr/>
                    <p:nvPr/>
                  </p:nvGrpSpPr>
                  <p:grpSpPr>
                    <a:xfrm>
                      <a:off x="3995936" y="3140968"/>
                      <a:ext cx="1008112" cy="576064"/>
                      <a:chOff x="3347864" y="2996952"/>
                      <a:chExt cx="1008112" cy="576064"/>
                    </a:xfrm>
                    <a:grpFill/>
                  </p:grpSpPr>
                  <p:sp>
                    <p:nvSpPr>
                      <p:cNvPr id="36" name="Cube 35"/>
                      <p:cNvSpPr/>
                      <p:nvPr/>
                    </p:nvSpPr>
                    <p:spPr>
                      <a:xfrm rot="10800000" flipH="1" flipV="1">
                        <a:off x="3347864" y="2996952"/>
                        <a:ext cx="648072"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sp>
                    <p:nvSpPr>
                      <p:cNvPr id="37" name="Cube 36"/>
                      <p:cNvSpPr/>
                      <p:nvPr/>
                    </p:nvSpPr>
                    <p:spPr>
                      <a:xfrm rot="10800000" flipH="1" flipV="1">
                        <a:off x="3779912" y="2996952"/>
                        <a:ext cx="576064"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grpSp>
              </p:grpSp>
            </p:grpSp>
            <p:grpSp>
              <p:nvGrpSpPr>
                <p:cNvPr id="39" name="Group 38"/>
                <p:cNvGrpSpPr/>
                <p:nvPr/>
              </p:nvGrpSpPr>
              <p:grpSpPr>
                <a:xfrm>
                  <a:off x="3203848" y="2780928"/>
                  <a:ext cx="1800200" cy="1008112"/>
                  <a:chOff x="3203848" y="3140968"/>
                  <a:chExt cx="1800200" cy="1008112"/>
                </a:xfrm>
                <a:grpFill/>
              </p:grpSpPr>
              <p:grpSp>
                <p:nvGrpSpPr>
                  <p:cNvPr id="40" name="Group 21"/>
                  <p:cNvGrpSpPr/>
                  <p:nvPr/>
                </p:nvGrpSpPr>
                <p:grpSpPr>
                  <a:xfrm>
                    <a:off x="3635896" y="3140968"/>
                    <a:ext cx="1368152" cy="576064"/>
                    <a:chOff x="3635896" y="3140968"/>
                    <a:chExt cx="1368152" cy="576064"/>
                  </a:xfrm>
                  <a:grpFill/>
                </p:grpSpPr>
                <p:sp>
                  <p:nvSpPr>
                    <p:cNvPr id="56" name="Cube 55"/>
                    <p:cNvSpPr/>
                    <p:nvPr/>
                  </p:nvSpPr>
                  <p:spPr>
                    <a:xfrm rot="10800000" flipH="1" flipV="1">
                      <a:off x="3635896" y="3140968"/>
                      <a:ext cx="576064"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grpSp>
                  <p:nvGrpSpPr>
                    <p:cNvPr id="57" name="Group 17"/>
                    <p:cNvGrpSpPr/>
                    <p:nvPr/>
                  </p:nvGrpSpPr>
                  <p:grpSpPr>
                    <a:xfrm>
                      <a:off x="3995936" y="3140968"/>
                      <a:ext cx="1008112" cy="576064"/>
                      <a:chOff x="3347864" y="2996952"/>
                      <a:chExt cx="1008112" cy="576064"/>
                    </a:xfrm>
                    <a:grpFill/>
                  </p:grpSpPr>
                  <p:sp>
                    <p:nvSpPr>
                      <p:cNvPr id="58" name="Cube 57"/>
                      <p:cNvSpPr/>
                      <p:nvPr/>
                    </p:nvSpPr>
                    <p:spPr>
                      <a:xfrm rot="10800000" flipH="1" flipV="1">
                        <a:off x="3347864" y="2996952"/>
                        <a:ext cx="648072"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sp>
                    <p:nvSpPr>
                      <p:cNvPr id="59" name="Cube 19"/>
                      <p:cNvSpPr/>
                      <p:nvPr/>
                    </p:nvSpPr>
                    <p:spPr>
                      <a:xfrm rot="10800000" flipH="1" flipV="1">
                        <a:off x="3779912" y="2996952"/>
                        <a:ext cx="576064"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grpSp>
              </p:grpSp>
              <p:grpSp>
                <p:nvGrpSpPr>
                  <p:cNvPr id="41" name="Group 22"/>
                  <p:cNvGrpSpPr/>
                  <p:nvPr/>
                </p:nvGrpSpPr>
                <p:grpSpPr>
                  <a:xfrm>
                    <a:off x="3491880" y="3284984"/>
                    <a:ext cx="1368152" cy="576064"/>
                    <a:chOff x="3635896" y="3140968"/>
                    <a:chExt cx="1368152" cy="576064"/>
                  </a:xfrm>
                  <a:grpFill/>
                </p:grpSpPr>
                <p:sp>
                  <p:nvSpPr>
                    <p:cNvPr id="52" name="Cube 51"/>
                    <p:cNvSpPr/>
                    <p:nvPr/>
                  </p:nvSpPr>
                  <p:spPr>
                    <a:xfrm rot="10800000" flipH="1" flipV="1">
                      <a:off x="3635896" y="3140968"/>
                      <a:ext cx="576064"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grpSp>
                  <p:nvGrpSpPr>
                    <p:cNvPr id="53" name="Group 17"/>
                    <p:cNvGrpSpPr/>
                    <p:nvPr/>
                  </p:nvGrpSpPr>
                  <p:grpSpPr>
                    <a:xfrm>
                      <a:off x="3995936" y="3140968"/>
                      <a:ext cx="1008112" cy="576064"/>
                      <a:chOff x="3347864" y="2996952"/>
                      <a:chExt cx="1008112" cy="576064"/>
                    </a:xfrm>
                    <a:grpFill/>
                  </p:grpSpPr>
                  <p:sp>
                    <p:nvSpPr>
                      <p:cNvPr id="54" name="Cube 53"/>
                      <p:cNvSpPr/>
                      <p:nvPr/>
                    </p:nvSpPr>
                    <p:spPr>
                      <a:xfrm rot="10800000" flipH="1" flipV="1">
                        <a:off x="3347864" y="2996952"/>
                        <a:ext cx="648072"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sp>
                    <p:nvSpPr>
                      <p:cNvPr id="55" name="Cube 54"/>
                      <p:cNvSpPr/>
                      <p:nvPr/>
                    </p:nvSpPr>
                    <p:spPr>
                      <a:xfrm rot="10800000" flipH="1" flipV="1">
                        <a:off x="3779912" y="2996952"/>
                        <a:ext cx="576064"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grpSp>
              </p:grpSp>
              <p:grpSp>
                <p:nvGrpSpPr>
                  <p:cNvPr id="42" name="Group 27"/>
                  <p:cNvGrpSpPr/>
                  <p:nvPr/>
                </p:nvGrpSpPr>
                <p:grpSpPr>
                  <a:xfrm>
                    <a:off x="3347864" y="3429000"/>
                    <a:ext cx="1368152" cy="576064"/>
                    <a:chOff x="3635896" y="3140968"/>
                    <a:chExt cx="1368152" cy="576064"/>
                  </a:xfrm>
                  <a:grpFill/>
                </p:grpSpPr>
                <p:sp>
                  <p:nvSpPr>
                    <p:cNvPr id="48" name="Cube 47"/>
                    <p:cNvSpPr/>
                    <p:nvPr/>
                  </p:nvSpPr>
                  <p:spPr>
                    <a:xfrm rot="10800000" flipH="1" flipV="1">
                      <a:off x="3635896" y="3140968"/>
                      <a:ext cx="576064"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grpSp>
                  <p:nvGrpSpPr>
                    <p:cNvPr id="49" name="Group 17"/>
                    <p:cNvGrpSpPr/>
                    <p:nvPr/>
                  </p:nvGrpSpPr>
                  <p:grpSpPr>
                    <a:xfrm>
                      <a:off x="3995936" y="3140968"/>
                      <a:ext cx="1008112" cy="576064"/>
                      <a:chOff x="3347864" y="2996952"/>
                      <a:chExt cx="1008112" cy="576064"/>
                    </a:xfrm>
                    <a:grpFill/>
                  </p:grpSpPr>
                  <p:sp>
                    <p:nvSpPr>
                      <p:cNvPr id="50" name="Cube 49"/>
                      <p:cNvSpPr/>
                      <p:nvPr/>
                    </p:nvSpPr>
                    <p:spPr>
                      <a:xfrm rot="10800000" flipH="1" flipV="1">
                        <a:off x="3347864" y="2996952"/>
                        <a:ext cx="648072"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sp>
                    <p:nvSpPr>
                      <p:cNvPr id="51" name="Cube 50"/>
                      <p:cNvSpPr/>
                      <p:nvPr/>
                    </p:nvSpPr>
                    <p:spPr>
                      <a:xfrm rot="10800000" flipH="1" flipV="1">
                        <a:off x="3779912" y="2996952"/>
                        <a:ext cx="576064"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grpSp>
              </p:grpSp>
              <p:grpSp>
                <p:nvGrpSpPr>
                  <p:cNvPr id="43" name="Group 32"/>
                  <p:cNvGrpSpPr/>
                  <p:nvPr/>
                </p:nvGrpSpPr>
                <p:grpSpPr>
                  <a:xfrm>
                    <a:off x="3203848" y="3573016"/>
                    <a:ext cx="1368152" cy="576064"/>
                    <a:chOff x="3635896" y="3140968"/>
                    <a:chExt cx="1368152" cy="576064"/>
                  </a:xfrm>
                  <a:grpFill/>
                </p:grpSpPr>
                <p:sp>
                  <p:nvSpPr>
                    <p:cNvPr id="44" name="Cube 43"/>
                    <p:cNvSpPr/>
                    <p:nvPr/>
                  </p:nvSpPr>
                  <p:spPr>
                    <a:xfrm rot="10800000" flipH="1" flipV="1">
                      <a:off x="3635896" y="3140968"/>
                      <a:ext cx="576064"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grpSp>
                  <p:nvGrpSpPr>
                    <p:cNvPr id="45" name="Group 17"/>
                    <p:cNvGrpSpPr/>
                    <p:nvPr/>
                  </p:nvGrpSpPr>
                  <p:grpSpPr>
                    <a:xfrm>
                      <a:off x="3995936" y="3140968"/>
                      <a:ext cx="1008112" cy="576064"/>
                      <a:chOff x="3347864" y="2996952"/>
                      <a:chExt cx="1008112" cy="576064"/>
                    </a:xfrm>
                    <a:grpFill/>
                  </p:grpSpPr>
                  <p:sp>
                    <p:nvSpPr>
                      <p:cNvPr id="46" name="Cube 45"/>
                      <p:cNvSpPr/>
                      <p:nvPr/>
                    </p:nvSpPr>
                    <p:spPr>
                      <a:xfrm rot="10800000" flipH="1" flipV="1">
                        <a:off x="3347864" y="2996952"/>
                        <a:ext cx="648072"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sp>
                    <p:nvSpPr>
                      <p:cNvPr id="47" name="Cube 46"/>
                      <p:cNvSpPr/>
                      <p:nvPr/>
                    </p:nvSpPr>
                    <p:spPr>
                      <a:xfrm rot="10800000" flipH="1" flipV="1">
                        <a:off x="3779912" y="2996952"/>
                        <a:ext cx="576064"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grpSp>
              </p:grpSp>
            </p:grpSp>
          </p:grpSp>
          <p:grpSp>
            <p:nvGrpSpPr>
              <p:cNvPr id="104" name="Group 103"/>
              <p:cNvGrpSpPr/>
              <p:nvPr/>
            </p:nvGrpSpPr>
            <p:grpSpPr>
              <a:xfrm>
                <a:off x="3203848" y="2420888"/>
                <a:ext cx="1800200" cy="1008112"/>
                <a:chOff x="3203848" y="3140968"/>
                <a:chExt cx="1800200" cy="1008112"/>
              </a:xfrm>
              <a:grpFill/>
            </p:grpSpPr>
            <p:grpSp>
              <p:nvGrpSpPr>
                <p:cNvPr id="105" name="Group 21"/>
                <p:cNvGrpSpPr/>
                <p:nvPr/>
              </p:nvGrpSpPr>
              <p:grpSpPr>
                <a:xfrm>
                  <a:off x="3635896" y="3140968"/>
                  <a:ext cx="1368152" cy="576064"/>
                  <a:chOff x="3635896" y="3140968"/>
                  <a:chExt cx="1368152" cy="576064"/>
                </a:xfrm>
                <a:grpFill/>
              </p:grpSpPr>
              <p:sp>
                <p:nvSpPr>
                  <p:cNvPr id="121" name="Cube 120"/>
                  <p:cNvSpPr/>
                  <p:nvPr/>
                </p:nvSpPr>
                <p:spPr>
                  <a:xfrm rot="10800000" flipH="1" flipV="1">
                    <a:off x="3635896" y="3140968"/>
                    <a:ext cx="576064"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grpSp>
                <p:nvGrpSpPr>
                  <p:cNvPr id="122" name="Group 17"/>
                  <p:cNvGrpSpPr/>
                  <p:nvPr/>
                </p:nvGrpSpPr>
                <p:grpSpPr>
                  <a:xfrm>
                    <a:off x="3995936" y="3140968"/>
                    <a:ext cx="1008112" cy="576064"/>
                    <a:chOff x="3347864" y="2996952"/>
                    <a:chExt cx="1008112" cy="576064"/>
                  </a:xfrm>
                  <a:grpFill/>
                </p:grpSpPr>
                <p:sp>
                  <p:nvSpPr>
                    <p:cNvPr id="123" name="Cube 122"/>
                    <p:cNvSpPr/>
                    <p:nvPr/>
                  </p:nvSpPr>
                  <p:spPr>
                    <a:xfrm rot="10800000" flipH="1" flipV="1">
                      <a:off x="3347864" y="2996952"/>
                      <a:ext cx="648072"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sp>
                  <p:nvSpPr>
                    <p:cNvPr id="124" name="Cube 19"/>
                    <p:cNvSpPr/>
                    <p:nvPr/>
                  </p:nvSpPr>
                  <p:spPr>
                    <a:xfrm rot="10800000" flipH="1" flipV="1">
                      <a:off x="3779912" y="2996952"/>
                      <a:ext cx="576064"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grpSp>
            </p:grpSp>
            <p:grpSp>
              <p:nvGrpSpPr>
                <p:cNvPr id="106" name="Group 22"/>
                <p:cNvGrpSpPr/>
                <p:nvPr/>
              </p:nvGrpSpPr>
              <p:grpSpPr>
                <a:xfrm>
                  <a:off x="3491880" y="3284984"/>
                  <a:ext cx="1368152" cy="576064"/>
                  <a:chOff x="3635896" y="3140968"/>
                  <a:chExt cx="1368152" cy="576064"/>
                </a:xfrm>
                <a:grpFill/>
              </p:grpSpPr>
              <p:sp>
                <p:nvSpPr>
                  <p:cNvPr id="117" name="Cube 116"/>
                  <p:cNvSpPr/>
                  <p:nvPr/>
                </p:nvSpPr>
                <p:spPr>
                  <a:xfrm rot="10800000" flipH="1" flipV="1">
                    <a:off x="3635896" y="3140968"/>
                    <a:ext cx="576064"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grpSp>
                <p:nvGrpSpPr>
                  <p:cNvPr id="118" name="Group 17"/>
                  <p:cNvGrpSpPr/>
                  <p:nvPr/>
                </p:nvGrpSpPr>
                <p:grpSpPr>
                  <a:xfrm>
                    <a:off x="3995936" y="3140968"/>
                    <a:ext cx="1008112" cy="576064"/>
                    <a:chOff x="3347864" y="2996952"/>
                    <a:chExt cx="1008112" cy="576064"/>
                  </a:xfrm>
                  <a:grpFill/>
                </p:grpSpPr>
                <p:sp>
                  <p:nvSpPr>
                    <p:cNvPr id="119" name="Cube 118"/>
                    <p:cNvSpPr/>
                    <p:nvPr/>
                  </p:nvSpPr>
                  <p:spPr>
                    <a:xfrm rot="10800000" flipH="1" flipV="1">
                      <a:off x="3347864" y="2996952"/>
                      <a:ext cx="648072"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sp>
                  <p:nvSpPr>
                    <p:cNvPr id="120" name="Cube 119"/>
                    <p:cNvSpPr/>
                    <p:nvPr/>
                  </p:nvSpPr>
                  <p:spPr>
                    <a:xfrm rot="10800000" flipH="1" flipV="1">
                      <a:off x="3779912" y="2996952"/>
                      <a:ext cx="576064"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grpSp>
            </p:grpSp>
            <p:grpSp>
              <p:nvGrpSpPr>
                <p:cNvPr id="107" name="Group 27"/>
                <p:cNvGrpSpPr/>
                <p:nvPr/>
              </p:nvGrpSpPr>
              <p:grpSpPr>
                <a:xfrm>
                  <a:off x="3347864" y="3429000"/>
                  <a:ext cx="1368152" cy="576064"/>
                  <a:chOff x="3635896" y="3140968"/>
                  <a:chExt cx="1368152" cy="576064"/>
                </a:xfrm>
                <a:grpFill/>
              </p:grpSpPr>
              <p:sp>
                <p:nvSpPr>
                  <p:cNvPr id="113" name="Cube 112"/>
                  <p:cNvSpPr/>
                  <p:nvPr/>
                </p:nvSpPr>
                <p:spPr>
                  <a:xfrm rot="10800000" flipH="1" flipV="1">
                    <a:off x="3635896" y="3140968"/>
                    <a:ext cx="576064"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grpSp>
                <p:nvGrpSpPr>
                  <p:cNvPr id="114" name="Group 17"/>
                  <p:cNvGrpSpPr/>
                  <p:nvPr/>
                </p:nvGrpSpPr>
                <p:grpSpPr>
                  <a:xfrm>
                    <a:off x="3995936" y="3140968"/>
                    <a:ext cx="1008112" cy="576064"/>
                    <a:chOff x="3347864" y="2996952"/>
                    <a:chExt cx="1008112" cy="576064"/>
                  </a:xfrm>
                  <a:grpFill/>
                </p:grpSpPr>
                <p:sp>
                  <p:nvSpPr>
                    <p:cNvPr id="115" name="Cube 114"/>
                    <p:cNvSpPr/>
                    <p:nvPr/>
                  </p:nvSpPr>
                  <p:spPr>
                    <a:xfrm rot="10800000" flipH="1" flipV="1">
                      <a:off x="3347864" y="2996952"/>
                      <a:ext cx="648072"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sp>
                  <p:nvSpPr>
                    <p:cNvPr id="116" name="Cube 115"/>
                    <p:cNvSpPr/>
                    <p:nvPr/>
                  </p:nvSpPr>
                  <p:spPr>
                    <a:xfrm rot="10800000" flipH="1" flipV="1">
                      <a:off x="3779912" y="2996952"/>
                      <a:ext cx="576064"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grpSp>
            </p:grpSp>
            <p:grpSp>
              <p:nvGrpSpPr>
                <p:cNvPr id="108" name="Group 32"/>
                <p:cNvGrpSpPr/>
                <p:nvPr/>
              </p:nvGrpSpPr>
              <p:grpSpPr>
                <a:xfrm>
                  <a:off x="3203848" y="3573016"/>
                  <a:ext cx="1368152" cy="576064"/>
                  <a:chOff x="3635896" y="3140968"/>
                  <a:chExt cx="1368152" cy="576064"/>
                </a:xfrm>
                <a:grpFill/>
              </p:grpSpPr>
              <p:sp>
                <p:nvSpPr>
                  <p:cNvPr id="109" name="Cube 108"/>
                  <p:cNvSpPr/>
                  <p:nvPr/>
                </p:nvSpPr>
                <p:spPr>
                  <a:xfrm rot="10800000" flipH="1" flipV="1">
                    <a:off x="3635896" y="3140968"/>
                    <a:ext cx="576064"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grpSp>
                <p:nvGrpSpPr>
                  <p:cNvPr id="110" name="Group 17"/>
                  <p:cNvGrpSpPr/>
                  <p:nvPr/>
                </p:nvGrpSpPr>
                <p:grpSpPr>
                  <a:xfrm>
                    <a:off x="3995936" y="3140968"/>
                    <a:ext cx="1008112" cy="576064"/>
                    <a:chOff x="3347864" y="2996952"/>
                    <a:chExt cx="1008112" cy="576064"/>
                  </a:xfrm>
                  <a:grpFill/>
                </p:grpSpPr>
                <p:sp>
                  <p:nvSpPr>
                    <p:cNvPr id="111" name="Cube 110"/>
                    <p:cNvSpPr/>
                    <p:nvPr/>
                  </p:nvSpPr>
                  <p:spPr>
                    <a:xfrm rot="10800000" flipH="1" flipV="1">
                      <a:off x="3347864" y="2996952"/>
                      <a:ext cx="648072"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sp>
                  <p:nvSpPr>
                    <p:cNvPr id="112" name="Cube 111"/>
                    <p:cNvSpPr/>
                    <p:nvPr/>
                  </p:nvSpPr>
                  <p:spPr>
                    <a:xfrm rot="10800000" flipH="1" flipV="1">
                      <a:off x="3779912" y="2996952"/>
                      <a:ext cx="576064" cy="576064"/>
                    </a:xfrm>
                    <a:prstGeom prst="cube">
                      <a:avLst>
                        <a:gd name="adj" fmla="val 28920"/>
                      </a:avLst>
                    </a:prstGeom>
                    <a:grp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grpSp>
            </p:grpSp>
          </p:grpSp>
        </p:grpSp>
      </p:grpSp>
      <p:sp>
        <p:nvSpPr>
          <p:cNvPr id="131" name="Rectangle 130"/>
          <p:cNvSpPr/>
          <p:nvPr/>
        </p:nvSpPr>
        <p:spPr>
          <a:xfrm>
            <a:off x="1223628" y="87475"/>
            <a:ext cx="3186354" cy="646331"/>
          </a:xfrm>
          <a:prstGeom prst="rect">
            <a:avLst/>
          </a:prstGeom>
          <a:noFill/>
          <a:ln>
            <a:solidFill>
              <a:srgbClr val="92D050"/>
            </a:solidFill>
          </a:ln>
        </p:spPr>
        <p:txBody>
          <a:bodyPr wrap="square">
            <a:spAutoFit/>
          </a:bodyPr>
          <a:lstStyle/>
          <a:p>
            <a:pPr algn="ctr">
              <a:defRPr/>
            </a:pPr>
            <a:r>
              <a:rPr lang="en-US" sz="3600" b="1" dirty="0">
                <a:ln w="31550" cmpd="sng">
                  <a:gradFill>
                    <a:gsLst>
                      <a:gs pos="25000">
                        <a:srgbClr val="4F81BD">
                          <a:shade val="25000"/>
                          <a:satMod val="190000"/>
                        </a:srgbClr>
                      </a:gs>
                      <a:gs pos="80000">
                        <a:srgbClr val="4F81BD">
                          <a:tint val="75000"/>
                          <a:satMod val="190000"/>
                        </a:srgbClr>
                      </a:gs>
                    </a:gsLst>
                    <a:lin ang="5400000"/>
                  </a:gradFill>
                  <a:prstDash val="solid"/>
                </a:ln>
                <a:solidFill>
                  <a:srgbClr val="8064A2">
                    <a:lumMod val="75000"/>
                  </a:srgbClr>
                </a:solidFill>
                <a:effectLst>
                  <a:outerShdw blurRad="41275" dist="12700" dir="12000000" algn="tl" rotWithShape="0">
                    <a:srgbClr val="000000">
                      <a:alpha val="40000"/>
                    </a:srgbClr>
                  </a:outerShdw>
                </a:effectLst>
                <a:latin typeface="Calibri"/>
              </a:rPr>
              <a:t>Finding Volume</a:t>
            </a:r>
          </a:p>
        </p:txBody>
      </p:sp>
      <p:grpSp>
        <p:nvGrpSpPr>
          <p:cNvPr id="140" name="Group 139"/>
          <p:cNvGrpSpPr/>
          <p:nvPr/>
        </p:nvGrpSpPr>
        <p:grpSpPr>
          <a:xfrm>
            <a:off x="1331640" y="843558"/>
            <a:ext cx="3456384" cy="2484276"/>
            <a:chOff x="251520" y="1124744"/>
            <a:chExt cx="4608512" cy="3312368"/>
          </a:xfrm>
        </p:grpSpPr>
        <p:pic>
          <p:nvPicPr>
            <p:cNvPr id="4104" name="Picture 8" descr="E:\Book\Animgifs\Animals\xag00390.gif"/>
            <p:cNvPicPr>
              <a:picLocks noChangeAspect="1" noChangeArrowheads="1" noCrop="1"/>
            </p:cNvPicPr>
            <p:nvPr/>
          </p:nvPicPr>
          <p:blipFill>
            <a:blip r:embed="rId3" cstate="print"/>
            <a:srcRect/>
            <a:stretch>
              <a:fillRect/>
            </a:stretch>
          </p:blipFill>
          <p:spPr bwMode="auto">
            <a:xfrm>
              <a:off x="251520" y="1412776"/>
              <a:ext cx="2016224" cy="3024336"/>
            </a:xfrm>
            <a:prstGeom prst="rect">
              <a:avLst/>
            </a:prstGeom>
            <a:noFill/>
          </p:spPr>
        </p:pic>
        <p:sp>
          <p:nvSpPr>
            <p:cNvPr id="137" name="Oval Callout 136"/>
            <p:cNvSpPr/>
            <p:nvPr/>
          </p:nvSpPr>
          <p:spPr>
            <a:xfrm>
              <a:off x="2339752" y="1124744"/>
              <a:ext cx="2520280" cy="1008112"/>
            </a:xfrm>
            <a:prstGeom prst="wedgeEllipseCallout">
              <a:avLst>
                <a:gd name="adj1" fmla="val -64435"/>
                <a:gd name="adj2" fmla="val 4517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latin typeface="Arial" pitchFamily="34" charset="0"/>
                  <a:cs typeface="Arial" pitchFamily="34" charset="0"/>
                </a:rPr>
                <a:t>What is the volume of this solid?</a:t>
              </a:r>
            </a:p>
          </p:txBody>
        </p:sp>
      </p:grpSp>
      <p:grpSp>
        <p:nvGrpSpPr>
          <p:cNvPr id="141" name="Group 140"/>
          <p:cNvGrpSpPr/>
          <p:nvPr/>
        </p:nvGrpSpPr>
        <p:grpSpPr>
          <a:xfrm>
            <a:off x="4734018" y="141480"/>
            <a:ext cx="3078342" cy="3348372"/>
            <a:chOff x="4788024" y="188640"/>
            <a:chExt cx="4104456" cy="4464496"/>
          </a:xfrm>
        </p:grpSpPr>
        <p:pic>
          <p:nvPicPr>
            <p:cNvPr id="4105" name="Picture 9" descr="E:\Book\Animgifs\Animals\xag00396.gif"/>
            <p:cNvPicPr>
              <a:picLocks noChangeAspect="1" noChangeArrowheads="1" noCrop="1"/>
            </p:cNvPicPr>
            <p:nvPr/>
          </p:nvPicPr>
          <p:blipFill>
            <a:blip r:embed="rId4" cstate="print"/>
            <a:srcRect/>
            <a:stretch>
              <a:fillRect/>
            </a:stretch>
          </p:blipFill>
          <p:spPr bwMode="auto">
            <a:xfrm>
              <a:off x="6804248" y="1556792"/>
              <a:ext cx="2088232" cy="3096344"/>
            </a:xfrm>
            <a:prstGeom prst="rect">
              <a:avLst/>
            </a:prstGeom>
            <a:noFill/>
          </p:spPr>
        </p:pic>
        <p:sp>
          <p:nvSpPr>
            <p:cNvPr id="139" name="Oval Callout 138"/>
            <p:cNvSpPr/>
            <p:nvPr/>
          </p:nvSpPr>
          <p:spPr>
            <a:xfrm flipH="1">
              <a:off x="4788024" y="188640"/>
              <a:ext cx="3096344" cy="1412776"/>
            </a:xfrm>
            <a:prstGeom prst="wedgeEllipseCallout">
              <a:avLst>
                <a:gd name="adj1" fmla="val -33397"/>
                <a:gd name="adj2" fmla="val 8592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latin typeface="Arial" pitchFamily="34" charset="0"/>
                  <a:cs typeface="Arial" pitchFamily="34" charset="0"/>
                </a:rPr>
                <a:t>Count the number of unit cubes in the solid to find out.</a:t>
              </a:r>
            </a:p>
          </p:txBody>
        </p:sp>
      </p:grpSp>
      <p:sp>
        <p:nvSpPr>
          <p:cNvPr id="143" name="Rectangle 142"/>
          <p:cNvSpPr/>
          <p:nvPr/>
        </p:nvSpPr>
        <p:spPr>
          <a:xfrm>
            <a:off x="1277634" y="3705876"/>
            <a:ext cx="4374486" cy="415498"/>
          </a:xfrm>
          <a:prstGeom prst="rect">
            <a:avLst/>
          </a:prstGeom>
          <a:noFill/>
        </p:spPr>
        <p:txBody>
          <a:bodyPr wrap="square">
            <a:spAutoFit/>
          </a:bodyPr>
          <a:lstStyle/>
          <a:p>
            <a:pPr>
              <a:defRPr/>
            </a:pPr>
            <a:r>
              <a:rPr lang="en-GB" sz="2100" b="1" dirty="0">
                <a:ln w="10541" cmpd="sng">
                  <a:solidFill>
                    <a:srgbClr val="4F81BD">
                      <a:shade val="88000"/>
                      <a:satMod val="110000"/>
                    </a:srgbClr>
                  </a:solidFill>
                  <a:prstDash val="solid"/>
                </a:ln>
                <a:solidFill>
                  <a:prstClr val="black"/>
                </a:solidFill>
                <a:latin typeface="Calibri"/>
              </a:rPr>
              <a:t>The solid is built with </a:t>
            </a:r>
            <a:r>
              <a:rPr lang="en-GB" sz="2100" b="1" dirty="0">
                <a:ln w="10541" cmpd="sng">
                  <a:solidFill>
                    <a:srgbClr val="4F81BD">
                      <a:shade val="88000"/>
                      <a:satMod val="110000"/>
                    </a:srgbClr>
                  </a:solidFill>
                  <a:prstDash val="solid"/>
                </a:ln>
                <a:solidFill>
                  <a:srgbClr val="FF0000"/>
                </a:solidFill>
                <a:latin typeface="Calibri"/>
              </a:rPr>
              <a:t>48 unit cubes</a:t>
            </a:r>
            <a:r>
              <a:rPr lang="en-GB" sz="2100" b="1" dirty="0">
                <a:ln w="10541" cmpd="sng">
                  <a:solidFill>
                    <a:srgbClr val="4F81BD">
                      <a:shade val="88000"/>
                      <a:satMod val="110000"/>
                    </a:srgbClr>
                  </a:solidFill>
                  <a:prstDash val="solid"/>
                </a:ln>
                <a:solidFill>
                  <a:prstClr val="black"/>
                </a:solidFill>
                <a:latin typeface="Calibri"/>
              </a:rPr>
              <a:t>. </a:t>
            </a:r>
            <a:endParaRPr lang="en-US" sz="2100" b="1" dirty="0">
              <a:ln w="10541" cmpd="sng">
                <a:solidFill>
                  <a:srgbClr val="4F81BD">
                    <a:shade val="88000"/>
                    <a:satMod val="110000"/>
                  </a:srgbClr>
                </a:solidFill>
                <a:prstDash val="solid"/>
              </a:ln>
              <a:solidFill>
                <a:prstClr val="black"/>
              </a:solidFill>
              <a:latin typeface="Calibri"/>
            </a:endParaRPr>
          </a:p>
        </p:txBody>
      </p:sp>
      <p:sp>
        <p:nvSpPr>
          <p:cNvPr id="144" name="Rectangle 143"/>
          <p:cNvSpPr/>
          <p:nvPr/>
        </p:nvSpPr>
        <p:spPr>
          <a:xfrm>
            <a:off x="1277634" y="4137924"/>
            <a:ext cx="4806534" cy="415498"/>
          </a:xfrm>
          <a:prstGeom prst="rect">
            <a:avLst/>
          </a:prstGeom>
          <a:noFill/>
        </p:spPr>
        <p:txBody>
          <a:bodyPr wrap="square">
            <a:spAutoFit/>
          </a:bodyPr>
          <a:lstStyle/>
          <a:p>
            <a:pPr>
              <a:defRPr/>
            </a:pPr>
            <a:r>
              <a:rPr lang="en-GB" sz="2100" b="1" dirty="0">
                <a:ln w="10541" cmpd="sng">
                  <a:solidFill>
                    <a:srgbClr val="4F81BD">
                      <a:shade val="88000"/>
                      <a:satMod val="110000"/>
                    </a:srgbClr>
                  </a:solidFill>
                  <a:prstDash val="solid"/>
                </a:ln>
                <a:solidFill>
                  <a:prstClr val="black"/>
                </a:solidFill>
                <a:latin typeface="Calibri"/>
              </a:rPr>
              <a:t>The volume of a unit cube is </a:t>
            </a:r>
            <a:r>
              <a:rPr lang="en-GB" sz="2100" b="1" dirty="0">
                <a:ln w="10541" cmpd="sng">
                  <a:solidFill>
                    <a:srgbClr val="4F81BD">
                      <a:shade val="88000"/>
                      <a:satMod val="110000"/>
                    </a:srgbClr>
                  </a:solidFill>
                  <a:prstDash val="solid"/>
                </a:ln>
                <a:solidFill>
                  <a:srgbClr val="FF0000"/>
                </a:solidFill>
                <a:latin typeface="Calibri"/>
              </a:rPr>
              <a:t>1 cubic unit</a:t>
            </a:r>
            <a:r>
              <a:rPr lang="en-GB" sz="2100" b="1" dirty="0">
                <a:ln w="10541" cmpd="sng">
                  <a:solidFill>
                    <a:srgbClr val="4F81BD">
                      <a:shade val="88000"/>
                      <a:satMod val="110000"/>
                    </a:srgbClr>
                  </a:solidFill>
                  <a:prstDash val="solid"/>
                </a:ln>
                <a:solidFill>
                  <a:prstClr val="black"/>
                </a:solidFill>
                <a:latin typeface="Calibri"/>
              </a:rPr>
              <a:t>. </a:t>
            </a:r>
            <a:endParaRPr lang="en-US" sz="2100" b="1" dirty="0">
              <a:ln w="10541" cmpd="sng">
                <a:solidFill>
                  <a:srgbClr val="4F81BD">
                    <a:shade val="88000"/>
                    <a:satMod val="110000"/>
                  </a:srgbClr>
                </a:solidFill>
                <a:prstDash val="solid"/>
              </a:ln>
              <a:solidFill>
                <a:prstClr val="black"/>
              </a:solidFill>
              <a:latin typeface="Calibri"/>
            </a:endParaRPr>
          </a:p>
        </p:txBody>
      </p:sp>
      <p:sp>
        <p:nvSpPr>
          <p:cNvPr id="145" name="Rectangle 144"/>
          <p:cNvSpPr/>
          <p:nvPr/>
        </p:nvSpPr>
        <p:spPr>
          <a:xfrm>
            <a:off x="1277634" y="4569972"/>
            <a:ext cx="4806534" cy="415498"/>
          </a:xfrm>
          <a:prstGeom prst="rect">
            <a:avLst/>
          </a:prstGeom>
          <a:noFill/>
        </p:spPr>
        <p:txBody>
          <a:bodyPr wrap="square">
            <a:spAutoFit/>
          </a:bodyPr>
          <a:lstStyle/>
          <a:p>
            <a:pPr>
              <a:defRPr/>
            </a:pPr>
            <a:r>
              <a:rPr lang="en-GB" sz="2100" b="1" dirty="0">
                <a:ln w="10541" cmpd="sng">
                  <a:solidFill>
                    <a:srgbClr val="4F81BD">
                      <a:shade val="88000"/>
                      <a:satMod val="110000"/>
                    </a:srgbClr>
                  </a:solidFill>
                  <a:prstDash val="solid"/>
                </a:ln>
                <a:solidFill>
                  <a:prstClr val="black"/>
                </a:solidFill>
                <a:latin typeface="Calibri"/>
              </a:rPr>
              <a:t>The volume of the solid is </a:t>
            </a:r>
            <a:r>
              <a:rPr lang="en-GB" sz="2100" b="1" dirty="0">
                <a:ln w="10541" cmpd="sng">
                  <a:solidFill>
                    <a:srgbClr val="4F81BD">
                      <a:shade val="88000"/>
                      <a:satMod val="110000"/>
                    </a:srgbClr>
                  </a:solidFill>
                  <a:prstDash val="solid"/>
                </a:ln>
                <a:solidFill>
                  <a:srgbClr val="FF0000"/>
                </a:solidFill>
                <a:latin typeface="Calibri"/>
              </a:rPr>
              <a:t>20 cubic units</a:t>
            </a:r>
            <a:r>
              <a:rPr lang="en-GB" sz="2100" b="1" dirty="0">
                <a:ln w="10541" cmpd="sng">
                  <a:solidFill>
                    <a:srgbClr val="4F81BD">
                      <a:shade val="88000"/>
                      <a:satMod val="110000"/>
                    </a:srgbClr>
                  </a:solidFill>
                  <a:prstDash val="solid"/>
                </a:ln>
                <a:solidFill>
                  <a:prstClr val="black"/>
                </a:solidFill>
                <a:latin typeface="Calibri"/>
              </a:rPr>
              <a:t>. </a:t>
            </a:r>
            <a:endParaRPr lang="en-US" sz="2100" b="1" dirty="0">
              <a:ln w="10541" cmpd="sng">
                <a:solidFill>
                  <a:srgbClr val="4F81BD">
                    <a:shade val="88000"/>
                    <a:satMod val="110000"/>
                  </a:srgbClr>
                </a:solidFill>
                <a:prstDash val="solid"/>
              </a:ln>
              <a:solidFill>
                <a:prstClr val="black"/>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childTnLst>
                                    <p:set>
                                      <p:cBhvr>
                                        <p:cTn id="6" dur="1" fill="hold">
                                          <p:stCondLst>
                                            <p:cond delay="0"/>
                                          </p:stCondLst>
                                        </p:cTn>
                                        <p:tgtEl>
                                          <p:spTgt spid="131">
                                            <p:bg/>
                                          </p:spTgt>
                                        </p:tgtEl>
                                        <p:attrNameLst>
                                          <p:attrName>style.visibility</p:attrName>
                                        </p:attrNameLst>
                                      </p:cBhvr>
                                      <p:to>
                                        <p:strVal val="visible"/>
                                      </p:to>
                                    </p:set>
                                    <p:anim calcmode="lin" valueType="num">
                                      <p:cBhvr additive="base">
                                        <p:cTn id="7" dur="2000" fill="hold"/>
                                        <p:tgtEl>
                                          <p:spTgt spid="131">
                                            <p:bg/>
                                          </p:spTgt>
                                        </p:tgtEl>
                                        <p:attrNameLst>
                                          <p:attrName>ppt_x</p:attrName>
                                        </p:attrNameLst>
                                      </p:cBhvr>
                                      <p:tavLst>
                                        <p:tav tm="0">
                                          <p:val>
                                            <p:strVal val="0-#ppt_w/2"/>
                                          </p:val>
                                        </p:tav>
                                        <p:tav tm="100000">
                                          <p:val>
                                            <p:strVal val="#ppt_x"/>
                                          </p:val>
                                        </p:tav>
                                      </p:tavLst>
                                    </p:anim>
                                    <p:anim calcmode="lin" valueType="num">
                                      <p:cBhvr additive="base">
                                        <p:cTn id="8" dur="2000" fill="hold"/>
                                        <p:tgtEl>
                                          <p:spTgt spid="131">
                                            <p:bg/>
                                          </p:spTgt>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9" fill="hold" grpId="0" nodeType="clickEffect">
                                  <p:stCondLst>
                                    <p:cond delay="0"/>
                                  </p:stCondLst>
                                  <p:childTnLst>
                                    <p:set>
                                      <p:cBhvr>
                                        <p:cTn id="12" dur="1" fill="hold">
                                          <p:stCondLst>
                                            <p:cond delay="0"/>
                                          </p:stCondLst>
                                        </p:cTn>
                                        <p:tgtEl>
                                          <p:spTgt spid="131">
                                            <p:txEl>
                                              <p:pRg st="0" end="0"/>
                                            </p:txEl>
                                          </p:spTgt>
                                        </p:tgtEl>
                                        <p:attrNameLst>
                                          <p:attrName>style.visibility</p:attrName>
                                        </p:attrNameLst>
                                      </p:cBhvr>
                                      <p:to>
                                        <p:strVal val="visible"/>
                                      </p:to>
                                    </p:set>
                                    <p:anim calcmode="lin" valueType="num">
                                      <p:cBhvr additive="base">
                                        <p:cTn id="13" dur="2000" fill="hold"/>
                                        <p:tgtEl>
                                          <p:spTgt spid="131">
                                            <p:txEl>
                                              <p:pRg st="0" end="0"/>
                                            </p:txEl>
                                          </p:spTgt>
                                        </p:tgtEl>
                                        <p:attrNameLst>
                                          <p:attrName>ppt_x</p:attrName>
                                        </p:attrNameLst>
                                      </p:cBhvr>
                                      <p:tavLst>
                                        <p:tav tm="0">
                                          <p:val>
                                            <p:strVal val="0-#ppt_w/2"/>
                                          </p:val>
                                        </p:tav>
                                        <p:tav tm="100000">
                                          <p:val>
                                            <p:strVal val="#ppt_x"/>
                                          </p:val>
                                        </p:tav>
                                      </p:tavLst>
                                    </p:anim>
                                    <p:anim calcmode="lin" valueType="num">
                                      <p:cBhvr additive="base">
                                        <p:cTn id="14" dur="2000" fill="hold"/>
                                        <p:tgtEl>
                                          <p:spTgt spid="131">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1" presetClass="entr" presetSubtype="0" fill="hold" grpId="1" nodeType="clickEffect">
                                  <p:stCondLst>
                                    <p:cond delay="0"/>
                                  </p:stCondLst>
                                  <p:childTnLst>
                                    <p:set>
                                      <p:cBhvr>
                                        <p:cTn id="18" dur="1" fill="hold">
                                          <p:stCondLst>
                                            <p:cond delay="0"/>
                                          </p:stCondLst>
                                        </p:cTn>
                                        <p:tgtEl>
                                          <p:spTgt spid="131">
                                            <p:bg/>
                                          </p:spTgt>
                                        </p:tgtEl>
                                        <p:attrNameLst>
                                          <p:attrName>style.visibility</p:attrName>
                                        </p:attrNameLst>
                                      </p:cBhvr>
                                      <p:to>
                                        <p:strVal val="visible"/>
                                      </p:to>
                                    </p:set>
                                    <p:animEffect transition="in" filter="fade">
                                      <p:cBhvr>
                                        <p:cTn id="19" dur="770" decel="100000"/>
                                        <p:tgtEl>
                                          <p:spTgt spid="131">
                                            <p:bg/>
                                          </p:spTgt>
                                        </p:tgtEl>
                                      </p:cBhvr>
                                    </p:animEffect>
                                    <p:animScale>
                                      <p:cBhvr>
                                        <p:cTn id="20" dur="770" decel="100000"/>
                                        <p:tgtEl>
                                          <p:spTgt spid="131">
                                            <p:bg/>
                                          </p:spTgt>
                                        </p:tgtEl>
                                      </p:cBhvr>
                                      <p:from x="10000" y="10000"/>
                                      <p:to x="200000" y="450000"/>
                                    </p:animScale>
                                    <p:animScale>
                                      <p:cBhvr>
                                        <p:cTn id="21" dur="1230" accel="100000" fill="hold">
                                          <p:stCondLst>
                                            <p:cond delay="770"/>
                                          </p:stCondLst>
                                        </p:cTn>
                                        <p:tgtEl>
                                          <p:spTgt spid="131">
                                            <p:bg/>
                                          </p:spTgt>
                                        </p:tgtEl>
                                      </p:cBhvr>
                                      <p:from x="200000" y="450000"/>
                                      <p:to x="100000" y="100000"/>
                                    </p:animScale>
                                    <p:set>
                                      <p:cBhvr>
                                        <p:cTn id="22" dur="770" fill="hold"/>
                                        <p:tgtEl>
                                          <p:spTgt spid="131">
                                            <p:bg/>
                                          </p:spTgt>
                                        </p:tgtEl>
                                        <p:attrNameLst>
                                          <p:attrName>ppt_x</p:attrName>
                                        </p:attrNameLst>
                                      </p:cBhvr>
                                      <p:to>
                                        <p:strVal val="(0.5)"/>
                                      </p:to>
                                    </p:set>
                                    <p:anim from="(0.5)" to="(#ppt_x)" calcmode="lin" valueType="num">
                                      <p:cBhvr>
                                        <p:cTn id="23" dur="1230" accel="100000" fill="hold">
                                          <p:stCondLst>
                                            <p:cond delay="770"/>
                                          </p:stCondLst>
                                        </p:cTn>
                                        <p:tgtEl>
                                          <p:spTgt spid="131">
                                            <p:bg/>
                                          </p:spTgt>
                                        </p:tgtEl>
                                        <p:attrNameLst>
                                          <p:attrName>ppt_x</p:attrName>
                                        </p:attrNameLst>
                                      </p:cBhvr>
                                    </p:anim>
                                    <p:set>
                                      <p:cBhvr>
                                        <p:cTn id="24" dur="770" fill="hold"/>
                                        <p:tgtEl>
                                          <p:spTgt spid="131">
                                            <p:bg/>
                                          </p:spTgt>
                                        </p:tgtEl>
                                        <p:attrNameLst>
                                          <p:attrName>ppt_y</p:attrName>
                                        </p:attrNameLst>
                                      </p:cBhvr>
                                      <p:to>
                                        <p:strVal val="(#ppt_y+0.4)"/>
                                      </p:to>
                                    </p:set>
                                    <p:anim from="(#ppt_y+0.4)" to="(#ppt_y)" calcmode="lin" valueType="num">
                                      <p:cBhvr>
                                        <p:cTn id="25" dur="1230" accel="100000" fill="hold">
                                          <p:stCondLst>
                                            <p:cond delay="770"/>
                                          </p:stCondLst>
                                        </p:cTn>
                                        <p:tgtEl>
                                          <p:spTgt spid="131">
                                            <p:bg/>
                                          </p:spTgt>
                                        </p:tgtEl>
                                        <p:attrNameLst>
                                          <p:attrName>ppt_y</p:attrName>
                                        </p:attrNameLst>
                                      </p:cBhvr>
                                    </p:anim>
                                  </p:childTnLst>
                                </p:cTn>
                              </p:par>
                              <p:par>
                                <p:cTn id="26" presetID="51" presetClass="entr" presetSubtype="0" fill="hold" grpId="1" nodeType="withEffect">
                                  <p:stCondLst>
                                    <p:cond delay="0"/>
                                  </p:stCondLst>
                                  <p:childTnLst>
                                    <p:set>
                                      <p:cBhvr>
                                        <p:cTn id="27" dur="1" fill="hold">
                                          <p:stCondLst>
                                            <p:cond delay="0"/>
                                          </p:stCondLst>
                                        </p:cTn>
                                        <p:tgtEl>
                                          <p:spTgt spid="131">
                                            <p:txEl>
                                              <p:pRg st="0" end="0"/>
                                            </p:txEl>
                                          </p:spTgt>
                                        </p:tgtEl>
                                        <p:attrNameLst>
                                          <p:attrName>style.visibility</p:attrName>
                                        </p:attrNameLst>
                                      </p:cBhvr>
                                      <p:to>
                                        <p:strVal val="visible"/>
                                      </p:to>
                                    </p:set>
                                    <p:animEffect transition="in" filter="fade">
                                      <p:cBhvr>
                                        <p:cTn id="28" dur="770" decel="100000"/>
                                        <p:tgtEl>
                                          <p:spTgt spid="131">
                                            <p:txEl>
                                              <p:pRg st="0" end="0"/>
                                            </p:txEl>
                                          </p:spTgt>
                                        </p:tgtEl>
                                      </p:cBhvr>
                                    </p:animEffect>
                                    <p:animScale>
                                      <p:cBhvr>
                                        <p:cTn id="29" dur="770" decel="100000"/>
                                        <p:tgtEl>
                                          <p:spTgt spid="131">
                                            <p:txEl>
                                              <p:pRg st="0" end="0"/>
                                            </p:txEl>
                                          </p:spTgt>
                                        </p:tgtEl>
                                      </p:cBhvr>
                                      <p:from x="10000" y="10000"/>
                                      <p:to x="200000" y="450000"/>
                                    </p:animScale>
                                    <p:animScale>
                                      <p:cBhvr>
                                        <p:cTn id="30" dur="1230" accel="100000" fill="hold">
                                          <p:stCondLst>
                                            <p:cond delay="770"/>
                                          </p:stCondLst>
                                        </p:cTn>
                                        <p:tgtEl>
                                          <p:spTgt spid="131">
                                            <p:txEl>
                                              <p:pRg st="0" end="0"/>
                                            </p:txEl>
                                          </p:spTgt>
                                        </p:tgtEl>
                                      </p:cBhvr>
                                      <p:from x="200000" y="450000"/>
                                      <p:to x="100000" y="100000"/>
                                    </p:animScale>
                                    <p:set>
                                      <p:cBhvr>
                                        <p:cTn id="31" dur="770" fill="hold"/>
                                        <p:tgtEl>
                                          <p:spTgt spid="131">
                                            <p:txEl>
                                              <p:pRg st="0" end="0"/>
                                            </p:txEl>
                                          </p:spTgt>
                                        </p:tgtEl>
                                        <p:attrNameLst>
                                          <p:attrName>ppt_x</p:attrName>
                                        </p:attrNameLst>
                                      </p:cBhvr>
                                      <p:to>
                                        <p:strVal val="(0.5)"/>
                                      </p:to>
                                    </p:set>
                                    <p:anim from="(0.5)" to="(#ppt_x)" calcmode="lin" valueType="num">
                                      <p:cBhvr>
                                        <p:cTn id="32" dur="1230" accel="100000" fill="hold">
                                          <p:stCondLst>
                                            <p:cond delay="770"/>
                                          </p:stCondLst>
                                        </p:cTn>
                                        <p:tgtEl>
                                          <p:spTgt spid="131">
                                            <p:txEl>
                                              <p:pRg st="0" end="0"/>
                                            </p:txEl>
                                          </p:spTgt>
                                        </p:tgtEl>
                                        <p:attrNameLst>
                                          <p:attrName>ppt_x</p:attrName>
                                        </p:attrNameLst>
                                      </p:cBhvr>
                                    </p:anim>
                                    <p:set>
                                      <p:cBhvr>
                                        <p:cTn id="33" dur="770" fill="hold"/>
                                        <p:tgtEl>
                                          <p:spTgt spid="131">
                                            <p:txEl>
                                              <p:pRg st="0" end="0"/>
                                            </p:txEl>
                                          </p:spTgt>
                                        </p:tgtEl>
                                        <p:attrNameLst>
                                          <p:attrName>ppt_y</p:attrName>
                                        </p:attrNameLst>
                                      </p:cBhvr>
                                      <p:to>
                                        <p:strVal val="(#ppt_y+0.4)"/>
                                      </p:to>
                                    </p:set>
                                    <p:anim from="(#ppt_y+0.4)" to="(#ppt_y)" calcmode="lin" valueType="num">
                                      <p:cBhvr>
                                        <p:cTn id="34" dur="1230" accel="100000" fill="hold">
                                          <p:stCondLst>
                                            <p:cond delay="770"/>
                                          </p:stCondLst>
                                        </p:cTn>
                                        <p:tgtEl>
                                          <p:spTgt spid="131">
                                            <p:txEl>
                                              <p:pRg st="0" end="0"/>
                                            </p:txEl>
                                          </p:spTgt>
                                        </p:tgtEl>
                                        <p:attrNameLst>
                                          <p:attrName>ppt_y</p:attrName>
                                        </p:attrNameLst>
                                      </p:cBhvr>
                                    </p:anim>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127"/>
                                        </p:tgtEl>
                                        <p:attrNameLst>
                                          <p:attrName>style.visibility</p:attrName>
                                        </p:attrNameLst>
                                      </p:cBhvr>
                                      <p:to>
                                        <p:strVal val="visible"/>
                                      </p:to>
                                    </p:set>
                                    <p:animEffect transition="in" filter="wipe(down)">
                                      <p:cBhvr>
                                        <p:cTn id="39" dur="2000"/>
                                        <p:tgtEl>
                                          <p:spTgt spid="127"/>
                                        </p:tgtEl>
                                      </p:cBhvr>
                                    </p:animEffect>
                                  </p:childTnLst>
                                </p:cTn>
                              </p:par>
                            </p:childTnLst>
                          </p:cTn>
                        </p:par>
                      </p:childTnLst>
                    </p:cTn>
                  </p:par>
                  <p:par>
                    <p:cTn id="40" fill="hold">
                      <p:stCondLst>
                        <p:cond delay="indefinite"/>
                      </p:stCondLst>
                      <p:childTnLst>
                        <p:par>
                          <p:cTn id="41" fill="hold">
                            <p:stCondLst>
                              <p:cond delay="0"/>
                            </p:stCondLst>
                            <p:childTnLst>
                              <p:par>
                                <p:cTn id="42" presetID="43" presetClass="entr" presetSubtype="0" fill="hold" nodeType="clickEffect">
                                  <p:stCondLst>
                                    <p:cond delay="0"/>
                                  </p:stCondLst>
                                  <p:childTnLst>
                                    <p:set>
                                      <p:cBhvr>
                                        <p:cTn id="43" dur="1" fill="hold">
                                          <p:stCondLst>
                                            <p:cond delay="0"/>
                                          </p:stCondLst>
                                        </p:cTn>
                                        <p:tgtEl>
                                          <p:spTgt spid="127"/>
                                        </p:tgtEl>
                                        <p:attrNameLst>
                                          <p:attrName>style.visibility</p:attrName>
                                        </p:attrNameLst>
                                      </p:cBhvr>
                                      <p:to>
                                        <p:strVal val="visible"/>
                                      </p:to>
                                    </p:set>
                                    <p:animEffect transition="in" filter="fade">
                                      <p:cBhvr>
                                        <p:cTn id="44" dur="200"/>
                                        <p:tgtEl>
                                          <p:spTgt spid="127"/>
                                        </p:tgtEl>
                                      </p:cBhvr>
                                    </p:animEffect>
                                    <p:anim calcmode="lin" valueType="num">
                                      <p:cBhvr>
                                        <p:cTn id="45" dur="800" fill="hold"/>
                                        <p:tgtEl>
                                          <p:spTgt spid="127"/>
                                        </p:tgtEl>
                                        <p:attrNameLst>
                                          <p:attrName>ppt_x</p:attrName>
                                        </p:attrNameLst>
                                      </p:cBhvr>
                                      <p:tavLst>
                                        <p:tav tm="0">
                                          <p:val>
                                            <p:strVal val="#ppt_x"/>
                                          </p:val>
                                        </p:tav>
                                        <p:tav tm="100000">
                                          <p:val>
                                            <p:strVal val="#ppt_x"/>
                                          </p:val>
                                        </p:tav>
                                      </p:tavLst>
                                    </p:anim>
                                    <p:anim calcmode="lin" valueType="num">
                                      <p:cBhvr>
                                        <p:cTn id="46" dur="800" fill="hold"/>
                                        <p:tgtEl>
                                          <p:spTgt spid="127"/>
                                        </p:tgtEl>
                                        <p:attrNameLst>
                                          <p:attrName>ppt_y</p:attrName>
                                        </p:attrNameLst>
                                      </p:cBhvr>
                                      <p:tavLst>
                                        <p:tav tm="0">
                                          <p:val>
                                            <p:strVal val="#ppt_y+0.31"/>
                                          </p:val>
                                        </p:tav>
                                        <p:tav tm="100000">
                                          <p:val>
                                            <p:strVal val="#ppt_y+0.31"/>
                                          </p:val>
                                        </p:tav>
                                      </p:tavLst>
                                    </p:anim>
                                    <p:anim calcmode="lin" valueType="num">
                                      <p:cBhvr>
                                        <p:cTn id="47" dur="1200" decel="50000" fill="hold">
                                          <p:stCondLst>
                                            <p:cond delay="800"/>
                                          </p:stCondLst>
                                        </p:cTn>
                                        <p:tgtEl>
                                          <p:spTgt spid="127"/>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48" dur="1200" decel="50000" fill="hold">
                                          <p:stCondLst>
                                            <p:cond delay="800"/>
                                          </p:stCondLst>
                                        </p:cTn>
                                        <p:tgtEl>
                                          <p:spTgt spid="127"/>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nodeType="clickEffect">
                                  <p:stCondLst>
                                    <p:cond delay="0"/>
                                  </p:stCondLst>
                                  <p:childTnLst>
                                    <p:set>
                                      <p:cBhvr>
                                        <p:cTn id="52" dur="1" fill="hold">
                                          <p:stCondLst>
                                            <p:cond delay="0"/>
                                          </p:stCondLst>
                                        </p:cTn>
                                        <p:tgtEl>
                                          <p:spTgt spid="140"/>
                                        </p:tgtEl>
                                        <p:attrNameLst>
                                          <p:attrName>style.visibility</p:attrName>
                                        </p:attrNameLst>
                                      </p:cBhvr>
                                      <p:to>
                                        <p:strVal val="visible"/>
                                      </p:to>
                                    </p:set>
                                    <p:animEffect transition="in" filter="wipe(down)">
                                      <p:cBhvr>
                                        <p:cTn id="53" dur="2000"/>
                                        <p:tgtEl>
                                          <p:spTgt spid="140"/>
                                        </p:tgtEl>
                                      </p:cBhvr>
                                    </p:animEffect>
                                  </p:childTnLst>
                                </p:cTn>
                              </p:par>
                            </p:childTnLst>
                          </p:cTn>
                        </p:par>
                      </p:childTnLst>
                    </p:cTn>
                  </p:par>
                  <p:par>
                    <p:cTn id="54" fill="hold">
                      <p:stCondLst>
                        <p:cond delay="indefinite"/>
                      </p:stCondLst>
                      <p:childTnLst>
                        <p:par>
                          <p:cTn id="55" fill="hold">
                            <p:stCondLst>
                              <p:cond delay="0"/>
                            </p:stCondLst>
                            <p:childTnLst>
                              <p:par>
                                <p:cTn id="56" presetID="26" presetClass="entr" presetSubtype="0" fill="hold" nodeType="clickEffect">
                                  <p:stCondLst>
                                    <p:cond delay="0"/>
                                  </p:stCondLst>
                                  <p:childTnLst>
                                    <p:set>
                                      <p:cBhvr>
                                        <p:cTn id="57" dur="1" fill="hold">
                                          <p:stCondLst>
                                            <p:cond delay="0"/>
                                          </p:stCondLst>
                                        </p:cTn>
                                        <p:tgtEl>
                                          <p:spTgt spid="140"/>
                                        </p:tgtEl>
                                        <p:attrNameLst>
                                          <p:attrName>style.visibility</p:attrName>
                                        </p:attrNameLst>
                                      </p:cBhvr>
                                      <p:to>
                                        <p:strVal val="visible"/>
                                      </p:to>
                                    </p:set>
                                    <p:animEffect transition="in" filter="wipe(down)">
                                      <p:cBhvr>
                                        <p:cTn id="58" dur="580">
                                          <p:stCondLst>
                                            <p:cond delay="0"/>
                                          </p:stCondLst>
                                        </p:cTn>
                                        <p:tgtEl>
                                          <p:spTgt spid="140"/>
                                        </p:tgtEl>
                                      </p:cBhvr>
                                    </p:animEffect>
                                    <p:anim calcmode="lin" valueType="num">
                                      <p:cBhvr>
                                        <p:cTn id="59" dur="1822" tmFilter="0,0; 0.14,0.36; 0.43,0.73; 0.71,0.91; 1.0,1.0">
                                          <p:stCondLst>
                                            <p:cond delay="0"/>
                                          </p:stCondLst>
                                        </p:cTn>
                                        <p:tgtEl>
                                          <p:spTgt spid="140"/>
                                        </p:tgtEl>
                                        <p:attrNameLst>
                                          <p:attrName>ppt_x</p:attrName>
                                        </p:attrNameLst>
                                      </p:cBhvr>
                                      <p:tavLst>
                                        <p:tav tm="0">
                                          <p:val>
                                            <p:strVal val="#ppt_x-0.25"/>
                                          </p:val>
                                        </p:tav>
                                        <p:tav tm="100000">
                                          <p:val>
                                            <p:strVal val="#ppt_x"/>
                                          </p:val>
                                        </p:tav>
                                      </p:tavLst>
                                    </p:anim>
                                    <p:anim calcmode="lin" valueType="num">
                                      <p:cBhvr>
                                        <p:cTn id="60" dur="664" tmFilter="0.0,0.0; 0.25,0.07; 0.50,0.2; 0.75,0.467; 1.0,1.0">
                                          <p:stCondLst>
                                            <p:cond delay="0"/>
                                          </p:stCondLst>
                                        </p:cTn>
                                        <p:tgtEl>
                                          <p:spTgt spid="140"/>
                                        </p:tgtEl>
                                        <p:attrNameLst>
                                          <p:attrName>ppt_y</p:attrName>
                                        </p:attrNameLst>
                                      </p:cBhvr>
                                      <p:tavLst>
                                        <p:tav tm="0" fmla="#ppt_y-sin(pi*$)/3">
                                          <p:val>
                                            <p:fltVal val="0.5"/>
                                          </p:val>
                                        </p:tav>
                                        <p:tav tm="100000">
                                          <p:val>
                                            <p:fltVal val="1"/>
                                          </p:val>
                                        </p:tav>
                                      </p:tavLst>
                                    </p:anim>
                                    <p:anim calcmode="lin" valueType="num">
                                      <p:cBhvr>
                                        <p:cTn id="61" dur="664" tmFilter="0, 0; 0.125,0.2665; 0.25,0.4; 0.375,0.465; 0.5,0.5;  0.625,0.535; 0.75,0.6; 0.875,0.7335; 1,1">
                                          <p:stCondLst>
                                            <p:cond delay="664"/>
                                          </p:stCondLst>
                                        </p:cTn>
                                        <p:tgtEl>
                                          <p:spTgt spid="140"/>
                                        </p:tgtEl>
                                        <p:attrNameLst>
                                          <p:attrName>ppt_y</p:attrName>
                                        </p:attrNameLst>
                                      </p:cBhvr>
                                      <p:tavLst>
                                        <p:tav tm="0" fmla="#ppt_y-sin(pi*$)/9">
                                          <p:val>
                                            <p:fltVal val="0"/>
                                          </p:val>
                                        </p:tav>
                                        <p:tav tm="100000">
                                          <p:val>
                                            <p:fltVal val="1"/>
                                          </p:val>
                                        </p:tav>
                                      </p:tavLst>
                                    </p:anim>
                                    <p:anim calcmode="lin" valueType="num">
                                      <p:cBhvr>
                                        <p:cTn id="62" dur="332" tmFilter="0, 0; 0.125,0.2665; 0.25,0.4; 0.375,0.465; 0.5,0.5;  0.625,0.535; 0.75,0.6; 0.875,0.7335; 1,1">
                                          <p:stCondLst>
                                            <p:cond delay="1324"/>
                                          </p:stCondLst>
                                        </p:cTn>
                                        <p:tgtEl>
                                          <p:spTgt spid="140"/>
                                        </p:tgtEl>
                                        <p:attrNameLst>
                                          <p:attrName>ppt_y</p:attrName>
                                        </p:attrNameLst>
                                      </p:cBhvr>
                                      <p:tavLst>
                                        <p:tav tm="0" fmla="#ppt_y-sin(pi*$)/27">
                                          <p:val>
                                            <p:fltVal val="0"/>
                                          </p:val>
                                        </p:tav>
                                        <p:tav tm="100000">
                                          <p:val>
                                            <p:fltVal val="1"/>
                                          </p:val>
                                        </p:tav>
                                      </p:tavLst>
                                    </p:anim>
                                    <p:anim calcmode="lin" valueType="num">
                                      <p:cBhvr>
                                        <p:cTn id="63" dur="164" tmFilter="0, 0; 0.125,0.2665; 0.25,0.4; 0.375,0.465; 0.5,0.5;  0.625,0.535; 0.75,0.6; 0.875,0.7335; 1,1">
                                          <p:stCondLst>
                                            <p:cond delay="1656"/>
                                          </p:stCondLst>
                                        </p:cTn>
                                        <p:tgtEl>
                                          <p:spTgt spid="140"/>
                                        </p:tgtEl>
                                        <p:attrNameLst>
                                          <p:attrName>ppt_y</p:attrName>
                                        </p:attrNameLst>
                                      </p:cBhvr>
                                      <p:tavLst>
                                        <p:tav tm="0" fmla="#ppt_y-sin(pi*$)/81">
                                          <p:val>
                                            <p:fltVal val="0"/>
                                          </p:val>
                                        </p:tav>
                                        <p:tav tm="100000">
                                          <p:val>
                                            <p:fltVal val="1"/>
                                          </p:val>
                                        </p:tav>
                                      </p:tavLst>
                                    </p:anim>
                                    <p:animScale>
                                      <p:cBhvr>
                                        <p:cTn id="64" dur="26">
                                          <p:stCondLst>
                                            <p:cond delay="650"/>
                                          </p:stCondLst>
                                        </p:cTn>
                                        <p:tgtEl>
                                          <p:spTgt spid="140"/>
                                        </p:tgtEl>
                                      </p:cBhvr>
                                      <p:to x="100000" y="60000"/>
                                    </p:animScale>
                                    <p:animScale>
                                      <p:cBhvr>
                                        <p:cTn id="65" dur="166" decel="50000">
                                          <p:stCondLst>
                                            <p:cond delay="676"/>
                                          </p:stCondLst>
                                        </p:cTn>
                                        <p:tgtEl>
                                          <p:spTgt spid="140"/>
                                        </p:tgtEl>
                                      </p:cBhvr>
                                      <p:to x="100000" y="100000"/>
                                    </p:animScale>
                                    <p:animScale>
                                      <p:cBhvr>
                                        <p:cTn id="66" dur="26">
                                          <p:stCondLst>
                                            <p:cond delay="1312"/>
                                          </p:stCondLst>
                                        </p:cTn>
                                        <p:tgtEl>
                                          <p:spTgt spid="140"/>
                                        </p:tgtEl>
                                      </p:cBhvr>
                                      <p:to x="100000" y="80000"/>
                                    </p:animScale>
                                    <p:animScale>
                                      <p:cBhvr>
                                        <p:cTn id="67" dur="166" decel="50000">
                                          <p:stCondLst>
                                            <p:cond delay="1338"/>
                                          </p:stCondLst>
                                        </p:cTn>
                                        <p:tgtEl>
                                          <p:spTgt spid="140"/>
                                        </p:tgtEl>
                                      </p:cBhvr>
                                      <p:to x="100000" y="100000"/>
                                    </p:animScale>
                                    <p:animScale>
                                      <p:cBhvr>
                                        <p:cTn id="68" dur="26">
                                          <p:stCondLst>
                                            <p:cond delay="1642"/>
                                          </p:stCondLst>
                                        </p:cTn>
                                        <p:tgtEl>
                                          <p:spTgt spid="140"/>
                                        </p:tgtEl>
                                      </p:cBhvr>
                                      <p:to x="100000" y="90000"/>
                                    </p:animScale>
                                    <p:animScale>
                                      <p:cBhvr>
                                        <p:cTn id="69" dur="166" decel="50000">
                                          <p:stCondLst>
                                            <p:cond delay="1668"/>
                                          </p:stCondLst>
                                        </p:cTn>
                                        <p:tgtEl>
                                          <p:spTgt spid="140"/>
                                        </p:tgtEl>
                                      </p:cBhvr>
                                      <p:to x="100000" y="100000"/>
                                    </p:animScale>
                                    <p:animScale>
                                      <p:cBhvr>
                                        <p:cTn id="70" dur="26">
                                          <p:stCondLst>
                                            <p:cond delay="1808"/>
                                          </p:stCondLst>
                                        </p:cTn>
                                        <p:tgtEl>
                                          <p:spTgt spid="140"/>
                                        </p:tgtEl>
                                      </p:cBhvr>
                                      <p:to x="100000" y="95000"/>
                                    </p:animScale>
                                    <p:animScale>
                                      <p:cBhvr>
                                        <p:cTn id="71" dur="166" decel="50000">
                                          <p:stCondLst>
                                            <p:cond delay="1834"/>
                                          </p:stCondLst>
                                        </p:cTn>
                                        <p:tgtEl>
                                          <p:spTgt spid="140"/>
                                        </p:tgtEl>
                                      </p:cBhvr>
                                      <p:to x="100000" y="100000"/>
                                    </p:animScale>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141"/>
                                        </p:tgtEl>
                                        <p:attrNameLst>
                                          <p:attrName>style.visibility</p:attrName>
                                        </p:attrNameLst>
                                      </p:cBhvr>
                                      <p:to>
                                        <p:strVal val="visible"/>
                                      </p:to>
                                    </p:set>
                                    <p:animEffect transition="in" filter="fade">
                                      <p:cBhvr>
                                        <p:cTn id="76" dur="2000"/>
                                        <p:tgtEl>
                                          <p:spTgt spid="141"/>
                                        </p:tgtEl>
                                      </p:cBhvr>
                                    </p:animEffect>
                                  </p:childTnLst>
                                </p:cTn>
                              </p:par>
                            </p:childTnLst>
                          </p:cTn>
                        </p:par>
                      </p:childTnLst>
                    </p:cTn>
                  </p:par>
                  <p:par>
                    <p:cTn id="77" fill="hold">
                      <p:stCondLst>
                        <p:cond delay="indefinite"/>
                      </p:stCondLst>
                      <p:childTnLst>
                        <p:par>
                          <p:cTn id="78" fill="hold">
                            <p:stCondLst>
                              <p:cond delay="0"/>
                            </p:stCondLst>
                            <p:childTnLst>
                              <p:par>
                                <p:cTn id="79" presetID="26" presetClass="entr" presetSubtype="0" fill="hold" nodeType="clickEffect">
                                  <p:stCondLst>
                                    <p:cond delay="0"/>
                                  </p:stCondLst>
                                  <p:childTnLst>
                                    <p:set>
                                      <p:cBhvr>
                                        <p:cTn id="80" dur="1" fill="hold">
                                          <p:stCondLst>
                                            <p:cond delay="0"/>
                                          </p:stCondLst>
                                        </p:cTn>
                                        <p:tgtEl>
                                          <p:spTgt spid="141"/>
                                        </p:tgtEl>
                                        <p:attrNameLst>
                                          <p:attrName>style.visibility</p:attrName>
                                        </p:attrNameLst>
                                      </p:cBhvr>
                                      <p:to>
                                        <p:strVal val="visible"/>
                                      </p:to>
                                    </p:set>
                                    <p:animEffect transition="in" filter="wipe(down)">
                                      <p:cBhvr>
                                        <p:cTn id="81" dur="870">
                                          <p:stCondLst>
                                            <p:cond delay="0"/>
                                          </p:stCondLst>
                                        </p:cTn>
                                        <p:tgtEl>
                                          <p:spTgt spid="141"/>
                                        </p:tgtEl>
                                      </p:cBhvr>
                                    </p:animEffect>
                                    <p:anim calcmode="lin" valueType="num">
                                      <p:cBhvr>
                                        <p:cTn id="82" dur="2733" tmFilter="0,0; 0.14,0.36; 0.43,0.73; 0.71,0.91; 1.0,1.0">
                                          <p:stCondLst>
                                            <p:cond delay="0"/>
                                          </p:stCondLst>
                                        </p:cTn>
                                        <p:tgtEl>
                                          <p:spTgt spid="141"/>
                                        </p:tgtEl>
                                        <p:attrNameLst>
                                          <p:attrName>ppt_x</p:attrName>
                                        </p:attrNameLst>
                                      </p:cBhvr>
                                      <p:tavLst>
                                        <p:tav tm="0">
                                          <p:val>
                                            <p:strVal val="#ppt_x-0.25"/>
                                          </p:val>
                                        </p:tav>
                                        <p:tav tm="100000">
                                          <p:val>
                                            <p:strVal val="#ppt_x"/>
                                          </p:val>
                                        </p:tav>
                                      </p:tavLst>
                                    </p:anim>
                                    <p:anim calcmode="lin" valueType="num">
                                      <p:cBhvr>
                                        <p:cTn id="83" dur="996" tmFilter="0.0,0.0; 0.25,0.07; 0.50,0.2; 0.75,0.467; 1.0,1.0">
                                          <p:stCondLst>
                                            <p:cond delay="0"/>
                                          </p:stCondLst>
                                        </p:cTn>
                                        <p:tgtEl>
                                          <p:spTgt spid="141"/>
                                        </p:tgtEl>
                                        <p:attrNameLst>
                                          <p:attrName>ppt_y</p:attrName>
                                        </p:attrNameLst>
                                      </p:cBhvr>
                                      <p:tavLst>
                                        <p:tav tm="0" fmla="#ppt_y-sin(pi*$)/3">
                                          <p:val>
                                            <p:fltVal val="0.5"/>
                                          </p:val>
                                        </p:tav>
                                        <p:tav tm="100000">
                                          <p:val>
                                            <p:fltVal val="1"/>
                                          </p:val>
                                        </p:tav>
                                      </p:tavLst>
                                    </p:anim>
                                    <p:anim calcmode="lin" valueType="num">
                                      <p:cBhvr>
                                        <p:cTn id="84" dur="996" tmFilter="0, 0; 0.125,0.2665; 0.25,0.4; 0.375,0.465; 0.5,0.5;  0.625,0.535; 0.75,0.6; 0.875,0.7335; 1,1">
                                          <p:stCondLst>
                                            <p:cond delay="996"/>
                                          </p:stCondLst>
                                        </p:cTn>
                                        <p:tgtEl>
                                          <p:spTgt spid="141"/>
                                        </p:tgtEl>
                                        <p:attrNameLst>
                                          <p:attrName>ppt_y</p:attrName>
                                        </p:attrNameLst>
                                      </p:cBhvr>
                                      <p:tavLst>
                                        <p:tav tm="0" fmla="#ppt_y-sin(pi*$)/9">
                                          <p:val>
                                            <p:fltVal val="0"/>
                                          </p:val>
                                        </p:tav>
                                        <p:tav tm="100000">
                                          <p:val>
                                            <p:fltVal val="1"/>
                                          </p:val>
                                        </p:tav>
                                      </p:tavLst>
                                    </p:anim>
                                    <p:anim calcmode="lin" valueType="num">
                                      <p:cBhvr>
                                        <p:cTn id="85" dur="498" tmFilter="0, 0; 0.125,0.2665; 0.25,0.4; 0.375,0.465; 0.5,0.5;  0.625,0.535; 0.75,0.6; 0.875,0.7335; 1,1">
                                          <p:stCondLst>
                                            <p:cond delay="1986"/>
                                          </p:stCondLst>
                                        </p:cTn>
                                        <p:tgtEl>
                                          <p:spTgt spid="141"/>
                                        </p:tgtEl>
                                        <p:attrNameLst>
                                          <p:attrName>ppt_y</p:attrName>
                                        </p:attrNameLst>
                                      </p:cBhvr>
                                      <p:tavLst>
                                        <p:tav tm="0" fmla="#ppt_y-sin(pi*$)/27">
                                          <p:val>
                                            <p:fltVal val="0"/>
                                          </p:val>
                                        </p:tav>
                                        <p:tav tm="100000">
                                          <p:val>
                                            <p:fltVal val="1"/>
                                          </p:val>
                                        </p:tav>
                                      </p:tavLst>
                                    </p:anim>
                                    <p:anim calcmode="lin" valueType="num">
                                      <p:cBhvr>
                                        <p:cTn id="86" dur="246" tmFilter="0, 0; 0.125,0.2665; 0.25,0.4; 0.375,0.465; 0.5,0.5;  0.625,0.535; 0.75,0.6; 0.875,0.7335; 1,1">
                                          <p:stCondLst>
                                            <p:cond delay="2484"/>
                                          </p:stCondLst>
                                        </p:cTn>
                                        <p:tgtEl>
                                          <p:spTgt spid="141"/>
                                        </p:tgtEl>
                                        <p:attrNameLst>
                                          <p:attrName>ppt_y</p:attrName>
                                        </p:attrNameLst>
                                      </p:cBhvr>
                                      <p:tavLst>
                                        <p:tav tm="0" fmla="#ppt_y-sin(pi*$)/81">
                                          <p:val>
                                            <p:fltVal val="0"/>
                                          </p:val>
                                        </p:tav>
                                        <p:tav tm="100000">
                                          <p:val>
                                            <p:fltVal val="1"/>
                                          </p:val>
                                        </p:tav>
                                      </p:tavLst>
                                    </p:anim>
                                    <p:animScale>
                                      <p:cBhvr>
                                        <p:cTn id="87" dur="39">
                                          <p:stCondLst>
                                            <p:cond delay="975"/>
                                          </p:stCondLst>
                                        </p:cTn>
                                        <p:tgtEl>
                                          <p:spTgt spid="141"/>
                                        </p:tgtEl>
                                      </p:cBhvr>
                                      <p:to x="100000" y="60000"/>
                                    </p:animScale>
                                    <p:animScale>
                                      <p:cBhvr>
                                        <p:cTn id="88" dur="249" decel="50000">
                                          <p:stCondLst>
                                            <p:cond delay="1014"/>
                                          </p:stCondLst>
                                        </p:cTn>
                                        <p:tgtEl>
                                          <p:spTgt spid="141"/>
                                        </p:tgtEl>
                                      </p:cBhvr>
                                      <p:to x="100000" y="100000"/>
                                    </p:animScale>
                                    <p:animScale>
                                      <p:cBhvr>
                                        <p:cTn id="89" dur="39">
                                          <p:stCondLst>
                                            <p:cond delay="1968"/>
                                          </p:stCondLst>
                                        </p:cTn>
                                        <p:tgtEl>
                                          <p:spTgt spid="141"/>
                                        </p:tgtEl>
                                      </p:cBhvr>
                                      <p:to x="100000" y="80000"/>
                                    </p:animScale>
                                    <p:animScale>
                                      <p:cBhvr>
                                        <p:cTn id="90" dur="249" decel="50000">
                                          <p:stCondLst>
                                            <p:cond delay="2007"/>
                                          </p:stCondLst>
                                        </p:cTn>
                                        <p:tgtEl>
                                          <p:spTgt spid="141"/>
                                        </p:tgtEl>
                                      </p:cBhvr>
                                      <p:to x="100000" y="100000"/>
                                    </p:animScale>
                                    <p:animScale>
                                      <p:cBhvr>
                                        <p:cTn id="91" dur="39">
                                          <p:stCondLst>
                                            <p:cond delay="2463"/>
                                          </p:stCondLst>
                                        </p:cTn>
                                        <p:tgtEl>
                                          <p:spTgt spid="141"/>
                                        </p:tgtEl>
                                      </p:cBhvr>
                                      <p:to x="100000" y="90000"/>
                                    </p:animScale>
                                    <p:animScale>
                                      <p:cBhvr>
                                        <p:cTn id="92" dur="249" decel="50000">
                                          <p:stCondLst>
                                            <p:cond delay="2502"/>
                                          </p:stCondLst>
                                        </p:cTn>
                                        <p:tgtEl>
                                          <p:spTgt spid="141"/>
                                        </p:tgtEl>
                                      </p:cBhvr>
                                      <p:to x="100000" y="100000"/>
                                    </p:animScale>
                                    <p:animScale>
                                      <p:cBhvr>
                                        <p:cTn id="93" dur="39">
                                          <p:stCondLst>
                                            <p:cond delay="2712"/>
                                          </p:stCondLst>
                                        </p:cTn>
                                        <p:tgtEl>
                                          <p:spTgt spid="141"/>
                                        </p:tgtEl>
                                      </p:cBhvr>
                                      <p:to x="100000" y="95000"/>
                                    </p:animScale>
                                    <p:animScale>
                                      <p:cBhvr>
                                        <p:cTn id="94" dur="249" decel="50000">
                                          <p:stCondLst>
                                            <p:cond delay="2751"/>
                                          </p:stCondLst>
                                        </p:cTn>
                                        <p:tgtEl>
                                          <p:spTgt spid="141"/>
                                        </p:tgtEl>
                                      </p:cBhvr>
                                      <p:to x="100000" y="100000"/>
                                    </p:animScale>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143">
                                            <p:txEl>
                                              <p:pRg st="0" end="0"/>
                                            </p:txEl>
                                          </p:spTgt>
                                        </p:tgtEl>
                                        <p:attrNameLst>
                                          <p:attrName>style.visibility</p:attrName>
                                        </p:attrNameLst>
                                      </p:cBhvr>
                                      <p:to>
                                        <p:strVal val="visible"/>
                                      </p:to>
                                    </p:set>
                                    <p:animEffect transition="in" filter="wipe(left)">
                                      <p:cBhvr>
                                        <p:cTn id="99" dur="2000"/>
                                        <p:tgtEl>
                                          <p:spTgt spid="143">
                                            <p:txEl>
                                              <p:pRg st="0" end="0"/>
                                            </p:txEl>
                                          </p:spTgt>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grpId="0" nodeType="clickEffect">
                                  <p:stCondLst>
                                    <p:cond delay="0"/>
                                  </p:stCondLst>
                                  <p:childTnLst>
                                    <p:set>
                                      <p:cBhvr>
                                        <p:cTn id="103" dur="1" fill="hold">
                                          <p:stCondLst>
                                            <p:cond delay="0"/>
                                          </p:stCondLst>
                                        </p:cTn>
                                        <p:tgtEl>
                                          <p:spTgt spid="144">
                                            <p:txEl>
                                              <p:pRg st="0" end="0"/>
                                            </p:txEl>
                                          </p:spTgt>
                                        </p:tgtEl>
                                        <p:attrNameLst>
                                          <p:attrName>style.visibility</p:attrName>
                                        </p:attrNameLst>
                                      </p:cBhvr>
                                      <p:to>
                                        <p:strVal val="visible"/>
                                      </p:to>
                                    </p:set>
                                    <p:animEffect transition="in" filter="wipe(left)">
                                      <p:cBhvr>
                                        <p:cTn id="104" dur="2000"/>
                                        <p:tgtEl>
                                          <p:spTgt spid="144">
                                            <p:txEl>
                                              <p:pRg st="0" end="0"/>
                                            </p:txEl>
                                          </p:spTgt>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4" fill="hold" grpId="0" nodeType="clickEffect">
                                  <p:stCondLst>
                                    <p:cond delay="0"/>
                                  </p:stCondLst>
                                  <p:childTnLst>
                                    <p:set>
                                      <p:cBhvr>
                                        <p:cTn id="108" dur="1" fill="hold">
                                          <p:stCondLst>
                                            <p:cond delay="0"/>
                                          </p:stCondLst>
                                        </p:cTn>
                                        <p:tgtEl>
                                          <p:spTgt spid="145">
                                            <p:txEl>
                                              <p:pRg st="0" end="0"/>
                                            </p:txEl>
                                          </p:spTgt>
                                        </p:tgtEl>
                                        <p:attrNameLst>
                                          <p:attrName>style.visibility</p:attrName>
                                        </p:attrNameLst>
                                      </p:cBhvr>
                                      <p:to>
                                        <p:strVal val="visible"/>
                                      </p:to>
                                    </p:set>
                                    <p:animEffect transition="in" filter="wipe(down)">
                                      <p:cBhvr>
                                        <p:cTn id="109" dur="2000"/>
                                        <p:tgtEl>
                                          <p:spTgt spid="14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 grpId="0" build="p" animBg="1"/>
      <p:bldP spid="131" grpId="1" build="allAtOnce" animBg="1"/>
      <p:bldP spid="143" grpId="0" build="p"/>
      <p:bldP spid="144" grpId="0" build="p"/>
      <p:bldP spid="145" grpId="0" build="p"/>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EBD853E9-0DE5-F94D-9CB1-FE53B10735A5}"/>
              </a:ext>
            </a:extLst>
          </p:cNvPr>
          <p:cNvSpPr txBox="1"/>
          <p:nvPr/>
        </p:nvSpPr>
        <p:spPr>
          <a:xfrm>
            <a:off x="92467" y="970122"/>
            <a:ext cx="8984297" cy="307777"/>
          </a:xfrm>
          <a:prstGeom prst="rect">
            <a:avLst/>
          </a:prstGeom>
          <a:noFill/>
        </p:spPr>
        <p:txBody>
          <a:bodyPr wrap="square" lIns="36000" tIns="0" rIns="0" bIns="0" rtlCol="0">
            <a:spAutoFit/>
          </a:bodyPr>
          <a:lstStyle/>
          <a:p>
            <a:pPr>
              <a:defRPr/>
            </a:pPr>
            <a:r>
              <a:rPr lang="en-GB" altLang="en-US" sz="2000" dirty="0"/>
              <a:t>Show two methods of working out the volume of each prism made from 1cm cubes.</a:t>
            </a:r>
            <a:endParaRPr lang="en-GB" altLang="en-US" sz="2000" baseline="30000" dirty="0"/>
          </a:p>
        </p:txBody>
      </p:sp>
      <p:cxnSp>
        <p:nvCxnSpPr>
          <p:cNvPr id="101" name="Straight Connector 100">
            <a:extLst>
              <a:ext uri="{FF2B5EF4-FFF2-40B4-BE49-F238E27FC236}">
                <a16:creationId xmlns:a16="http://schemas.microsoft.com/office/drawing/2014/main" id="{AA4F1B57-B4BB-3944-B202-1A69886608EF}"/>
              </a:ext>
            </a:extLst>
          </p:cNvPr>
          <p:cNvCxnSpPr>
            <a:cxnSpLocks/>
          </p:cNvCxnSpPr>
          <p:nvPr/>
        </p:nvCxnSpPr>
        <p:spPr>
          <a:xfrm>
            <a:off x="3048000" y="1361287"/>
            <a:ext cx="0" cy="315257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533A7A0E-1FC0-2A49-A071-85C440DF4C28}"/>
              </a:ext>
            </a:extLst>
          </p:cNvPr>
          <p:cNvCxnSpPr>
            <a:cxnSpLocks/>
          </p:cNvCxnSpPr>
          <p:nvPr/>
        </p:nvCxnSpPr>
        <p:spPr>
          <a:xfrm>
            <a:off x="6096000" y="1361287"/>
            <a:ext cx="0" cy="315257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681DEFD9-5B0D-724C-B19D-A2DB7AA89A11}"/>
              </a:ext>
            </a:extLst>
          </p:cNvPr>
          <p:cNvCxnSpPr>
            <a:cxnSpLocks/>
          </p:cNvCxnSpPr>
          <p:nvPr/>
        </p:nvCxnSpPr>
        <p:spPr>
          <a:xfrm flipH="1">
            <a:off x="0" y="2937573"/>
            <a:ext cx="9144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04FB7BAC-D768-1541-BF01-438AD2F1D3D5}"/>
              </a:ext>
            </a:extLst>
          </p:cNvPr>
          <p:cNvCxnSpPr>
            <a:cxnSpLocks/>
          </p:cNvCxnSpPr>
          <p:nvPr/>
        </p:nvCxnSpPr>
        <p:spPr>
          <a:xfrm flipH="1">
            <a:off x="0" y="1361287"/>
            <a:ext cx="9144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6" name="TextBox 155">
            <a:extLst>
              <a:ext uri="{FF2B5EF4-FFF2-40B4-BE49-F238E27FC236}">
                <a16:creationId xmlns:a16="http://schemas.microsoft.com/office/drawing/2014/main" id="{E35F1BB6-D964-4F48-9C01-5B91B2C3DC48}"/>
              </a:ext>
            </a:extLst>
          </p:cNvPr>
          <p:cNvSpPr txBox="1"/>
          <p:nvPr/>
        </p:nvSpPr>
        <p:spPr>
          <a:xfrm>
            <a:off x="11769" y="1396994"/>
            <a:ext cx="513302" cy="246221"/>
          </a:xfrm>
          <a:prstGeom prst="rect">
            <a:avLst/>
          </a:prstGeom>
          <a:noFill/>
        </p:spPr>
        <p:txBody>
          <a:bodyPr wrap="square" lIns="36000" tIns="0" rIns="0" bIns="0" rtlCol="0">
            <a:spAutoFit/>
          </a:bodyPr>
          <a:lstStyle/>
          <a:p>
            <a:r>
              <a:rPr lang="en-GB" sz="1600" b="1" dirty="0"/>
              <a:t>[a]</a:t>
            </a:r>
          </a:p>
        </p:txBody>
      </p:sp>
      <p:sp>
        <p:nvSpPr>
          <p:cNvPr id="157" name="TextBox 156">
            <a:extLst>
              <a:ext uri="{FF2B5EF4-FFF2-40B4-BE49-F238E27FC236}">
                <a16:creationId xmlns:a16="http://schemas.microsoft.com/office/drawing/2014/main" id="{96CA28A0-2FD7-B24E-92A8-A4EF1F784C12}"/>
              </a:ext>
            </a:extLst>
          </p:cNvPr>
          <p:cNvSpPr txBox="1"/>
          <p:nvPr/>
        </p:nvSpPr>
        <p:spPr>
          <a:xfrm>
            <a:off x="3078103" y="1396994"/>
            <a:ext cx="513302" cy="246221"/>
          </a:xfrm>
          <a:prstGeom prst="rect">
            <a:avLst/>
          </a:prstGeom>
          <a:noFill/>
        </p:spPr>
        <p:txBody>
          <a:bodyPr wrap="square" lIns="36000" tIns="0" rIns="0" bIns="0" rtlCol="0">
            <a:spAutoFit/>
          </a:bodyPr>
          <a:lstStyle/>
          <a:p>
            <a:r>
              <a:rPr lang="en-GB" sz="1600" b="1" dirty="0"/>
              <a:t>[b]</a:t>
            </a:r>
          </a:p>
        </p:txBody>
      </p:sp>
      <p:sp>
        <p:nvSpPr>
          <p:cNvPr id="158" name="TextBox 157">
            <a:extLst>
              <a:ext uri="{FF2B5EF4-FFF2-40B4-BE49-F238E27FC236}">
                <a16:creationId xmlns:a16="http://schemas.microsoft.com/office/drawing/2014/main" id="{F51981B3-A242-E640-A21B-49A5D151D7D7}"/>
              </a:ext>
            </a:extLst>
          </p:cNvPr>
          <p:cNvSpPr txBox="1"/>
          <p:nvPr/>
        </p:nvSpPr>
        <p:spPr>
          <a:xfrm>
            <a:off x="6130686" y="1396994"/>
            <a:ext cx="513302" cy="246221"/>
          </a:xfrm>
          <a:prstGeom prst="rect">
            <a:avLst/>
          </a:prstGeom>
          <a:noFill/>
        </p:spPr>
        <p:txBody>
          <a:bodyPr wrap="square" lIns="36000" tIns="0" rIns="0" bIns="0" rtlCol="0">
            <a:spAutoFit/>
          </a:bodyPr>
          <a:lstStyle/>
          <a:p>
            <a:r>
              <a:rPr lang="en-GB" sz="1600" b="1" dirty="0"/>
              <a:t>[c]</a:t>
            </a:r>
          </a:p>
        </p:txBody>
      </p:sp>
      <p:sp>
        <p:nvSpPr>
          <p:cNvPr id="159" name="TextBox 158">
            <a:extLst>
              <a:ext uri="{FF2B5EF4-FFF2-40B4-BE49-F238E27FC236}">
                <a16:creationId xmlns:a16="http://schemas.microsoft.com/office/drawing/2014/main" id="{D719F4D0-A0F7-F74C-BB6A-36A71CD60751}"/>
              </a:ext>
            </a:extLst>
          </p:cNvPr>
          <p:cNvSpPr txBox="1"/>
          <p:nvPr/>
        </p:nvSpPr>
        <p:spPr>
          <a:xfrm>
            <a:off x="11769" y="2978231"/>
            <a:ext cx="513302" cy="246221"/>
          </a:xfrm>
          <a:prstGeom prst="rect">
            <a:avLst/>
          </a:prstGeom>
          <a:noFill/>
        </p:spPr>
        <p:txBody>
          <a:bodyPr wrap="square" lIns="36000" tIns="0" rIns="0" bIns="0" rtlCol="0">
            <a:spAutoFit/>
          </a:bodyPr>
          <a:lstStyle/>
          <a:p>
            <a:r>
              <a:rPr lang="en-GB" sz="1600" b="1" dirty="0"/>
              <a:t>[d]</a:t>
            </a:r>
          </a:p>
        </p:txBody>
      </p:sp>
      <p:sp>
        <p:nvSpPr>
          <p:cNvPr id="160" name="TextBox 159">
            <a:extLst>
              <a:ext uri="{FF2B5EF4-FFF2-40B4-BE49-F238E27FC236}">
                <a16:creationId xmlns:a16="http://schemas.microsoft.com/office/drawing/2014/main" id="{248E47D3-EEA0-384D-A4CE-805CD8A7E4F1}"/>
              </a:ext>
            </a:extLst>
          </p:cNvPr>
          <p:cNvSpPr txBox="1"/>
          <p:nvPr/>
        </p:nvSpPr>
        <p:spPr>
          <a:xfrm>
            <a:off x="3078103" y="2978231"/>
            <a:ext cx="513302" cy="246221"/>
          </a:xfrm>
          <a:prstGeom prst="rect">
            <a:avLst/>
          </a:prstGeom>
          <a:noFill/>
        </p:spPr>
        <p:txBody>
          <a:bodyPr wrap="square" lIns="36000" tIns="0" rIns="0" bIns="0" rtlCol="0">
            <a:spAutoFit/>
          </a:bodyPr>
          <a:lstStyle/>
          <a:p>
            <a:r>
              <a:rPr lang="en-GB" sz="1600" b="1" dirty="0"/>
              <a:t>[e]</a:t>
            </a:r>
          </a:p>
        </p:txBody>
      </p:sp>
      <p:sp>
        <p:nvSpPr>
          <p:cNvPr id="161" name="TextBox 160">
            <a:extLst>
              <a:ext uri="{FF2B5EF4-FFF2-40B4-BE49-F238E27FC236}">
                <a16:creationId xmlns:a16="http://schemas.microsoft.com/office/drawing/2014/main" id="{87C8DC32-CE1D-1A4A-8877-920228B081BB}"/>
              </a:ext>
            </a:extLst>
          </p:cNvPr>
          <p:cNvSpPr txBox="1"/>
          <p:nvPr/>
        </p:nvSpPr>
        <p:spPr>
          <a:xfrm>
            <a:off x="6130686" y="2978231"/>
            <a:ext cx="513302" cy="246221"/>
          </a:xfrm>
          <a:prstGeom prst="rect">
            <a:avLst/>
          </a:prstGeom>
          <a:noFill/>
        </p:spPr>
        <p:txBody>
          <a:bodyPr wrap="square" lIns="36000" tIns="0" rIns="0" bIns="0" rtlCol="0">
            <a:spAutoFit/>
          </a:bodyPr>
          <a:lstStyle/>
          <a:p>
            <a:r>
              <a:rPr lang="en-GB" sz="1600" b="1" dirty="0"/>
              <a:t>[f]</a:t>
            </a:r>
          </a:p>
        </p:txBody>
      </p:sp>
      <p:grpSp>
        <p:nvGrpSpPr>
          <p:cNvPr id="274" name="Group 273">
            <a:extLst>
              <a:ext uri="{FF2B5EF4-FFF2-40B4-BE49-F238E27FC236}">
                <a16:creationId xmlns:a16="http://schemas.microsoft.com/office/drawing/2014/main" id="{E91E509A-8591-2B4A-AEEE-4CE954FDA79F}"/>
              </a:ext>
            </a:extLst>
          </p:cNvPr>
          <p:cNvGrpSpPr/>
          <p:nvPr/>
        </p:nvGrpSpPr>
        <p:grpSpPr>
          <a:xfrm>
            <a:off x="3802100" y="1566784"/>
            <a:ext cx="1539800" cy="1150786"/>
            <a:chOff x="5308736" y="2532778"/>
            <a:chExt cx="1539800" cy="1150786"/>
          </a:xfrm>
          <a:solidFill>
            <a:schemeClr val="bg1">
              <a:lumMod val="85000"/>
            </a:schemeClr>
          </a:solidFill>
        </p:grpSpPr>
        <p:grpSp>
          <p:nvGrpSpPr>
            <p:cNvPr id="275" name="Group 274">
              <a:extLst>
                <a:ext uri="{FF2B5EF4-FFF2-40B4-BE49-F238E27FC236}">
                  <a16:creationId xmlns:a16="http://schemas.microsoft.com/office/drawing/2014/main" id="{24D926DA-4E94-7B40-A083-A1418D924F53}"/>
                </a:ext>
              </a:extLst>
            </p:cNvPr>
            <p:cNvGrpSpPr/>
            <p:nvPr/>
          </p:nvGrpSpPr>
          <p:grpSpPr>
            <a:xfrm>
              <a:off x="5308736" y="2791011"/>
              <a:ext cx="1539800" cy="892553"/>
              <a:chOff x="5255630" y="3214308"/>
              <a:chExt cx="1539800" cy="892553"/>
            </a:xfrm>
            <a:grpFill/>
          </p:grpSpPr>
          <p:grpSp>
            <p:nvGrpSpPr>
              <p:cNvPr id="288" name="Group 287">
                <a:extLst>
                  <a:ext uri="{FF2B5EF4-FFF2-40B4-BE49-F238E27FC236}">
                    <a16:creationId xmlns:a16="http://schemas.microsoft.com/office/drawing/2014/main" id="{AA4ADF71-62F2-134E-A9ED-2D061A7524E9}"/>
                  </a:ext>
                </a:extLst>
              </p:cNvPr>
              <p:cNvGrpSpPr/>
              <p:nvPr/>
            </p:nvGrpSpPr>
            <p:grpSpPr>
              <a:xfrm>
                <a:off x="5633455" y="3214308"/>
                <a:ext cx="901322" cy="514728"/>
                <a:chOff x="5255630" y="3592133"/>
                <a:chExt cx="901322" cy="514728"/>
              </a:xfrm>
              <a:grpFill/>
            </p:grpSpPr>
            <p:sp>
              <p:nvSpPr>
                <p:cNvPr id="377" name="Cube 376">
                  <a:extLst>
                    <a:ext uri="{FF2B5EF4-FFF2-40B4-BE49-F238E27FC236}">
                      <a16:creationId xmlns:a16="http://schemas.microsoft.com/office/drawing/2014/main" id="{8501320D-5835-7345-9219-6BEF3C8CF7F1}"/>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8" name="Cube 377">
                  <a:extLst>
                    <a:ext uri="{FF2B5EF4-FFF2-40B4-BE49-F238E27FC236}">
                      <a16:creationId xmlns:a16="http://schemas.microsoft.com/office/drawing/2014/main" id="{46DC6347-0F14-C44B-B0EE-62DDDDEE49C8}"/>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9" name="Group 288">
                <a:extLst>
                  <a:ext uri="{FF2B5EF4-FFF2-40B4-BE49-F238E27FC236}">
                    <a16:creationId xmlns:a16="http://schemas.microsoft.com/office/drawing/2014/main" id="{F25D559C-5B51-CC4E-91E5-BD08A33EAB4D}"/>
                  </a:ext>
                </a:extLst>
              </p:cNvPr>
              <p:cNvGrpSpPr/>
              <p:nvPr/>
            </p:nvGrpSpPr>
            <p:grpSpPr>
              <a:xfrm>
                <a:off x="5507514" y="3340250"/>
                <a:ext cx="1287916" cy="514728"/>
                <a:chOff x="5255630" y="3592133"/>
                <a:chExt cx="1287916" cy="514728"/>
              </a:xfrm>
              <a:grpFill/>
            </p:grpSpPr>
            <p:sp>
              <p:nvSpPr>
                <p:cNvPr id="374" name="Cube 373">
                  <a:extLst>
                    <a:ext uri="{FF2B5EF4-FFF2-40B4-BE49-F238E27FC236}">
                      <a16:creationId xmlns:a16="http://schemas.microsoft.com/office/drawing/2014/main" id="{63DF9821-A623-6746-9369-69AD1837F973}"/>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5" name="Cube 374">
                  <a:extLst>
                    <a:ext uri="{FF2B5EF4-FFF2-40B4-BE49-F238E27FC236}">
                      <a16:creationId xmlns:a16="http://schemas.microsoft.com/office/drawing/2014/main" id="{75866A0E-9046-344A-83FA-7653B512C409}"/>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6" name="Cube 375">
                  <a:extLst>
                    <a:ext uri="{FF2B5EF4-FFF2-40B4-BE49-F238E27FC236}">
                      <a16:creationId xmlns:a16="http://schemas.microsoft.com/office/drawing/2014/main" id="{6D218250-856D-2B49-B28A-3457A1731869}"/>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0" name="Group 289">
                <a:extLst>
                  <a:ext uri="{FF2B5EF4-FFF2-40B4-BE49-F238E27FC236}">
                    <a16:creationId xmlns:a16="http://schemas.microsoft.com/office/drawing/2014/main" id="{816100E5-2FF1-9A45-ADFA-F7E8D05C29E7}"/>
                  </a:ext>
                </a:extLst>
              </p:cNvPr>
              <p:cNvGrpSpPr/>
              <p:nvPr/>
            </p:nvGrpSpPr>
            <p:grpSpPr>
              <a:xfrm>
                <a:off x="5381572" y="3466192"/>
                <a:ext cx="1287916" cy="514728"/>
                <a:chOff x="5255630" y="3592133"/>
                <a:chExt cx="1287916" cy="514728"/>
              </a:xfrm>
              <a:grpFill/>
            </p:grpSpPr>
            <p:sp>
              <p:nvSpPr>
                <p:cNvPr id="294" name="Cube 293">
                  <a:extLst>
                    <a:ext uri="{FF2B5EF4-FFF2-40B4-BE49-F238E27FC236}">
                      <a16:creationId xmlns:a16="http://schemas.microsoft.com/office/drawing/2014/main" id="{C5E5428B-3189-E943-ABEE-463C7E3B2853}"/>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 name="Cube 313">
                  <a:extLst>
                    <a:ext uri="{FF2B5EF4-FFF2-40B4-BE49-F238E27FC236}">
                      <a16:creationId xmlns:a16="http://schemas.microsoft.com/office/drawing/2014/main" id="{94850C0C-3293-E24F-B7E9-13B950637D33}"/>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 name="Cube 372">
                  <a:extLst>
                    <a:ext uri="{FF2B5EF4-FFF2-40B4-BE49-F238E27FC236}">
                      <a16:creationId xmlns:a16="http://schemas.microsoft.com/office/drawing/2014/main" id="{89F219BE-3EB1-0A40-9898-CE1F046EDE80}"/>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1" name="Group 290">
                <a:extLst>
                  <a:ext uri="{FF2B5EF4-FFF2-40B4-BE49-F238E27FC236}">
                    <a16:creationId xmlns:a16="http://schemas.microsoft.com/office/drawing/2014/main" id="{FD290D49-A7C7-B94F-86F2-6EB906ED2412}"/>
                  </a:ext>
                </a:extLst>
              </p:cNvPr>
              <p:cNvGrpSpPr/>
              <p:nvPr/>
            </p:nvGrpSpPr>
            <p:grpSpPr>
              <a:xfrm>
                <a:off x="5255630" y="3592133"/>
                <a:ext cx="901322" cy="514728"/>
                <a:chOff x="5255630" y="3592133"/>
                <a:chExt cx="901322" cy="514728"/>
              </a:xfrm>
              <a:grpFill/>
            </p:grpSpPr>
            <p:sp>
              <p:nvSpPr>
                <p:cNvPr id="292" name="Cube 291">
                  <a:extLst>
                    <a:ext uri="{FF2B5EF4-FFF2-40B4-BE49-F238E27FC236}">
                      <a16:creationId xmlns:a16="http://schemas.microsoft.com/office/drawing/2014/main" id="{4B55AA76-0AD6-BC4B-985A-5644EA69E119}"/>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 name="Cube 292">
                  <a:extLst>
                    <a:ext uri="{FF2B5EF4-FFF2-40B4-BE49-F238E27FC236}">
                      <a16:creationId xmlns:a16="http://schemas.microsoft.com/office/drawing/2014/main" id="{9736C55F-492E-1C4C-A993-D67C27FC7835}"/>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76" name="Group 275">
              <a:extLst>
                <a:ext uri="{FF2B5EF4-FFF2-40B4-BE49-F238E27FC236}">
                  <a16:creationId xmlns:a16="http://schemas.microsoft.com/office/drawing/2014/main" id="{A2486CE6-97D5-E542-AB85-0AF533526F0C}"/>
                </a:ext>
              </a:extLst>
            </p:cNvPr>
            <p:cNvGrpSpPr/>
            <p:nvPr/>
          </p:nvGrpSpPr>
          <p:grpSpPr>
            <a:xfrm>
              <a:off x="5308736" y="2532778"/>
              <a:ext cx="1539800" cy="766611"/>
              <a:chOff x="5255630" y="3340250"/>
              <a:chExt cx="1539800" cy="766611"/>
            </a:xfrm>
            <a:grpFill/>
          </p:grpSpPr>
          <p:grpSp>
            <p:nvGrpSpPr>
              <p:cNvPr id="277" name="Group 276">
                <a:extLst>
                  <a:ext uri="{FF2B5EF4-FFF2-40B4-BE49-F238E27FC236}">
                    <a16:creationId xmlns:a16="http://schemas.microsoft.com/office/drawing/2014/main" id="{242C6133-CA3E-C542-A836-D4D693FB16C8}"/>
                  </a:ext>
                </a:extLst>
              </p:cNvPr>
              <p:cNvGrpSpPr/>
              <p:nvPr/>
            </p:nvGrpSpPr>
            <p:grpSpPr>
              <a:xfrm>
                <a:off x="5507514" y="3340250"/>
                <a:ext cx="1287916" cy="514728"/>
                <a:chOff x="5255630" y="3592133"/>
                <a:chExt cx="1287916" cy="514728"/>
              </a:xfrm>
              <a:grpFill/>
            </p:grpSpPr>
            <p:sp>
              <p:nvSpPr>
                <p:cNvPr id="285" name="Cube 284">
                  <a:extLst>
                    <a:ext uri="{FF2B5EF4-FFF2-40B4-BE49-F238E27FC236}">
                      <a16:creationId xmlns:a16="http://schemas.microsoft.com/office/drawing/2014/main" id="{55DA362B-8DB7-B243-A45E-2334BC5284F3}"/>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Cube 285">
                  <a:extLst>
                    <a:ext uri="{FF2B5EF4-FFF2-40B4-BE49-F238E27FC236}">
                      <a16:creationId xmlns:a16="http://schemas.microsoft.com/office/drawing/2014/main" id="{8FFEF112-C6D2-A54B-9507-A187FC7955A0}"/>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 name="Cube 286">
                  <a:extLst>
                    <a:ext uri="{FF2B5EF4-FFF2-40B4-BE49-F238E27FC236}">
                      <a16:creationId xmlns:a16="http://schemas.microsoft.com/office/drawing/2014/main" id="{69C778AE-60C5-674C-9C28-E8D8929CDEC9}"/>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78" name="Group 277">
                <a:extLst>
                  <a:ext uri="{FF2B5EF4-FFF2-40B4-BE49-F238E27FC236}">
                    <a16:creationId xmlns:a16="http://schemas.microsoft.com/office/drawing/2014/main" id="{2C4470A2-D2D6-C34E-A6E7-840B0A4F9233}"/>
                  </a:ext>
                </a:extLst>
              </p:cNvPr>
              <p:cNvGrpSpPr/>
              <p:nvPr/>
            </p:nvGrpSpPr>
            <p:grpSpPr>
              <a:xfrm>
                <a:off x="5381572" y="3466191"/>
                <a:ext cx="1287916" cy="514728"/>
                <a:chOff x="5255630" y="3592132"/>
                <a:chExt cx="1287916" cy="514728"/>
              </a:xfrm>
              <a:grpFill/>
            </p:grpSpPr>
            <p:sp>
              <p:nvSpPr>
                <p:cNvPr id="282" name="Cube 281">
                  <a:extLst>
                    <a:ext uri="{FF2B5EF4-FFF2-40B4-BE49-F238E27FC236}">
                      <a16:creationId xmlns:a16="http://schemas.microsoft.com/office/drawing/2014/main" id="{8FEA382C-AE45-8249-B537-8F5F0C99049D}"/>
                    </a:ext>
                  </a:extLst>
                </p:cNvPr>
                <p:cNvSpPr/>
                <p:nvPr/>
              </p:nvSpPr>
              <p:spPr>
                <a:xfrm>
                  <a:off x="5255630" y="3592132"/>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 name="Cube 282">
                  <a:extLst>
                    <a:ext uri="{FF2B5EF4-FFF2-40B4-BE49-F238E27FC236}">
                      <a16:creationId xmlns:a16="http://schemas.microsoft.com/office/drawing/2014/main" id="{6E3B66AA-2BB0-C044-B08E-14F6CB621511}"/>
                    </a:ext>
                  </a:extLst>
                </p:cNvPr>
                <p:cNvSpPr/>
                <p:nvPr/>
              </p:nvSpPr>
              <p:spPr>
                <a:xfrm>
                  <a:off x="5642224" y="3592132"/>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 name="Cube 283">
                  <a:extLst>
                    <a:ext uri="{FF2B5EF4-FFF2-40B4-BE49-F238E27FC236}">
                      <a16:creationId xmlns:a16="http://schemas.microsoft.com/office/drawing/2014/main" id="{87456CD4-E210-BF4B-B7DF-2275C6BC898F}"/>
                    </a:ext>
                  </a:extLst>
                </p:cNvPr>
                <p:cNvSpPr/>
                <p:nvPr/>
              </p:nvSpPr>
              <p:spPr>
                <a:xfrm>
                  <a:off x="6028818" y="3592132"/>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79" name="Group 278">
                <a:extLst>
                  <a:ext uri="{FF2B5EF4-FFF2-40B4-BE49-F238E27FC236}">
                    <a16:creationId xmlns:a16="http://schemas.microsoft.com/office/drawing/2014/main" id="{37DDDB95-98DC-2E45-B80E-A694F31148BE}"/>
                  </a:ext>
                </a:extLst>
              </p:cNvPr>
              <p:cNvGrpSpPr/>
              <p:nvPr/>
            </p:nvGrpSpPr>
            <p:grpSpPr>
              <a:xfrm>
                <a:off x="5255630" y="3592133"/>
                <a:ext cx="901322" cy="514728"/>
                <a:chOff x="5255630" y="3592133"/>
                <a:chExt cx="901322" cy="514728"/>
              </a:xfrm>
              <a:grpFill/>
            </p:grpSpPr>
            <p:sp>
              <p:nvSpPr>
                <p:cNvPr id="280" name="Cube 279">
                  <a:extLst>
                    <a:ext uri="{FF2B5EF4-FFF2-40B4-BE49-F238E27FC236}">
                      <a16:creationId xmlns:a16="http://schemas.microsoft.com/office/drawing/2014/main" id="{2D47543A-8314-9E45-9ACA-C01178C70063}"/>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 name="Cube 280">
                  <a:extLst>
                    <a:ext uri="{FF2B5EF4-FFF2-40B4-BE49-F238E27FC236}">
                      <a16:creationId xmlns:a16="http://schemas.microsoft.com/office/drawing/2014/main" id="{427EB60C-E9A0-9548-B0D7-B81B305E60E9}"/>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379" name="Group 378">
            <a:extLst>
              <a:ext uri="{FF2B5EF4-FFF2-40B4-BE49-F238E27FC236}">
                <a16:creationId xmlns:a16="http://schemas.microsoft.com/office/drawing/2014/main" id="{588A58B6-3E31-6F47-A094-79B21D9A38EF}"/>
              </a:ext>
            </a:extLst>
          </p:cNvPr>
          <p:cNvGrpSpPr/>
          <p:nvPr/>
        </p:nvGrpSpPr>
        <p:grpSpPr>
          <a:xfrm>
            <a:off x="6811348" y="1520104"/>
            <a:ext cx="1665741" cy="1276728"/>
            <a:chOff x="5308736" y="2406836"/>
            <a:chExt cx="1665741" cy="1276728"/>
          </a:xfrm>
          <a:solidFill>
            <a:schemeClr val="bg1">
              <a:lumMod val="85000"/>
            </a:schemeClr>
          </a:solidFill>
        </p:grpSpPr>
        <p:grpSp>
          <p:nvGrpSpPr>
            <p:cNvPr id="380" name="Group 379">
              <a:extLst>
                <a:ext uri="{FF2B5EF4-FFF2-40B4-BE49-F238E27FC236}">
                  <a16:creationId xmlns:a16="http://schemas.microsoft.com/office/drawing/2014/main" id="{37BE3005-CDC4-194C-85C7-75ABFA0406A0}"/>
                </a:ext>
              </a:extLst>
            </p:cNvPr>
            <p:cNvGrpSpPr/>
            <p:nvPr/>
          </p:nvGrpSpPr>
          <p:grpSpPr>
            <a:xfrm>
              <a:off x="5308736" y="2791011"/>
              <a:ext cx="1665741" cy="892553"/>
              <a:chOff x="5255630" y="3214308"/>
              <a:chExt cx="1665741" cy="892553"/>
            </a:xfrm>
            <a:grpFill/>
          </p:grpSpPr>
          <p:grpSp>
            <p:nvGrpSpPr>
              <p:cNvPr id="394" name="Group 393">
                <a:extLst>
                  <a:ext uri="{FF2B5EF4-FFF2-40B4-BE49-F238E27FC236}">
                    <a16:creationId xmlns:a16="http://schemas.microsoft.com/office/drawing/2014/main" id="{8448A369-1C33-574B-8085-28E04CFC9599}"/>
                  </a:ext>
                </a:extLst>
              </p:cNvPr>
              <p:cNvGrpSpPr/>
              <p:nvPr/>
            </p:nvGrpSpPr>
            <p:grpSpPr>
              <a:xfrm>
                <a:off x="5633455" y="3214308"/>
                <a:ext cx="1287916" cy="514728"/>
                <a:chOff x="5255630" y="3592133"/>
                <a:chExt cx="1287916" cy="514728"/>
              </a:xfrm>
              <a:grpFill/>
            </p:grpSpPr>
            <p:sp>
              <p:nvSpPr>
                <p:cNvPr id="407" name="Cube 406">
                  <a:extLst>
                    <a:ext uri="{FF2B5EF4-FFF2-40B4-BE49-F238E27FC236}">
                      <a16:creationId xmlns:a16="http://schemas.microsoft.com/office/drawing/2014/main" id="{744D57F9-96CE-9248-B85B-F8F1CFC66680}"/>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8" name="Cube 407">
                  <a:extLst>
                    <a:ext uri="{FF2B5EF4-FFF2-40B4-BE49-F238E27FC236}">
                      <a16:creationId xmlns:a16="http://schemas.microsoft.com/office/drawing/2014/main" id="{AF9086D2-3EB8-A54A-9133-14AD78D4CBCA}"/>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 name="Cube 408">
                  <a:extLst>
                    <a:ext uri="{FF2B5EF4-FFF2-40B4-BE49-F238E27FC236}">
                      <a16:creationId xmlns:a16="http://schemas.microsoft.com/office/drawing/2014/main" id="{5588B6FD-1D27-B146-98D6-27328F370D13}"/>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95" name="Group 394">
                <a:extLst>
                  <a:ext uri="{FF2B5EF4-FFF2-40B4-BE49-F238E27FC236}">
                    <a16:creationId xmlns:a16="http://schemas.microsoft.com/office/drawing/2014/main" id="{870EC098-1B1A-A549-802C-7A5CAE0C242A}"/>
                  </a:ext>
                </a:extLst>
              </p:cNvPr>
              <p:cNvGrpSpPr/>
              <p:nvPr/>
            </p:nvGrpSpPr>
            <p:grpSpPr>
              <a:xfrm>
                <a:off x="5507514" y="3340250"/>
                <a:ext cx="1287916" cy="514728"/>
                <a:chOff x="5255630" y="3592133"/>
                <a:chExt cx="1287916" cy="514728"/>
              </a:xfrm>
              <a:grpFill/>
            </p:grpSpPr>
            <p:sp>
              <p:nvSpPr>
                <p:cNvPr id="404" name="Cube 403">
                  <a:extLst>
                    <a:ext uri="{FF2B5EF4-FFF2-40B4-BE49-F238E27FC236}">
                      <a16:creationId xmlns:a16="http://schemas.microsoft.com/office/drawing/2014/main" id="{194C01E8-0CA4-944E-8E11-65ABC3CE3BBF}"/>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5" name="Cube 404">
                  <a:extLst>
                    <a:ext uri="{FF2B5EF4-FFF2-40B4-BE49-F238E27FC236}">
                      <a16:creationId xmlns:a16="http://schemas.microsoft.com/office/drawing/2014/main" id="{DE094B02-7AB9-DC48-A143-52AA6032BAEF}"/>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6" name="Cube 405">
                  <a:extLst>
                    <a:ext uri="{FF2B5EF4-FFF2-40B4-BE49-F238E27FC236}">
                      <a16:creationId xmlns:a16="http://schemas.microsoft.com/office/drawing/2014/main" id="{E95B615C-E5F6-6A4C-A90F-233BEC93C21F}"/>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96" name="Group 395">
                <a:extLst>
                  <a:ext uri="{FF2B5EF4-FFF2-40B4-BE49-F238E27FC236}">
                    <a16:creationId xmlns:a16="http://schemas.microsoft.com/office/drawing/2014/main" id="{558E52F7-C409-0E43-891B-7D8C6569A514}"/>
                  </a:ext>
                </a:extLst>
              </p:cNvPr>
              <p:cNvGrpSpPr/>
              <p:nvPr/>
            </p:nvGrpSpPr>
            <p:grpSpPr>
              <a:xfrm>
                <a:off x="5381572" y="3466192"/>
                <a:ext cx="1287916" cy="514728"/>
                <a:chOff x="5255630" y="3592133"/>
                <a:chExt cx="1287916" cy="514728"/>
              </a:xfrm>
              <a:grpFill/>
            </p:grpSpPr>
            <p:sp>
              <p:nvSpPr>
                <p:cNvPr id="401" name="Cube 400">
                  <a:extLst>
                    <a:ext uri="{FF2B5EF4-FFF2-40B4-BE49-F238E27FC236}">
                      <a16:creationId xmlns:a16="http://schemas.microsoft.com/office/drawing/2014/main" id="{203F381D-825F-0949-8A75-AECFAC7FEC2D}"/>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2" name="Cube 401">
                  <a:extLst>
                    <a:ext uri="{FF2B5EF4-FFF2-40B4-BE49-F238E27FC236}">
                      <a16:creationId xmlns:a16="http://schemas.microsoft.com/office/drawing/2014/main" id="{58B015A4-377C-3245-BCCD-4B65CF0D974E}"/>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3" name="Cube 402">
                  <a:extLst>
                    <a:ext uri="{FF2B5EF4-FFF2-40B4-BE49-F238E27FC236}">
                      <a16:creationId xmlns:a16="http://schemas.microsoft.com/office/drawing/2014/main" id="{DD383483-8872-6341-86F7-202A08B47B45}"/>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97" name="Group 396">
                <a:extLst>
                  <a:ext uri="{FF2B5EF4-FFF2-40B4-BE49-F238E27FC236}">
                    <a16:creationId xmlns:a16="http://schemas.microsoft.com/office/drawing/2014/main" id="{767FECC2-02F2-4C48-B7CF-FC54C5B846C7}"/>
                  </a:ext>
                </a:extLst>
              </p:cNvPr>
              <p:cNvGrpSpPr/>
              <p:nvPr/>
            </p:nvGrpSpPr>
            <p:grpSpPr>
              <a:xfrm>
                <a:off x="5255630" y="3592133"/>
                <a:ext cx="1287916" cy="514728"/>
                <a:chOff x="5255630" y="3592133"/>
                <a:chExt cx="1287916" cy="514728"/>
              </a:xfrm>
              <a:grpFill/>
            </p:grpSpPr>
            <p:sp>
              <p:nvSpPr>
                <p:cNvPr id="398" name="Cube 397">
                  <a:extLst>
                    <a:ext uri="{FF2B5EF4-FFF2-40B4-BE49-F238E27FC236}">
                      <a16:creationId xmlns:a16="http://schemas.microsoft.com/office/drawing/2014/main" id="{87C154FE-5FD7-CD41-A9E6-BBD4C7F4BBB0}"/>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 name="Cube 398">
                  <a:extLst>
                    <a:ext uri="{FF2B5EF4-FFF2-40B4-BE49-F238E27FC236}">
                      <a16:creationId xmlns:a16="http://schemas.microsoft.com/office/drawing/2014/main" id="{D69E47FF-A763-5A41-BCC9-2F33372390FB}"/>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0" name="Cube 399">
                  <a:extLst>
                    <a:ext uri="{FF2B5EF4-FFF2-40B4-BE49-F238E27FC236}">
                      <a16:creationId xmlns:a16="http://schemas.microsoft.com/office/drawing/2014/main" id="{2B20E2A9-9C3B-2046-B82C-DDE956D05695}"/>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81" name="Group 380">
              <a:extLst>
                <a:ext uri="{FF2B5EF4-FFF2-40B4-BE49-F238E27FC236}">
                  <a16:creationId xmlns:a16="http://schemas.microsoft.com/office/drawing/2014/main" id="{286916BA-5C4B-EA40-A7D0-A9B138C92147}"/>
                </a:ext>
              </a:extLst>
            </p:cNvPr>
            <p:cNvGrpSpPr/>
            <p:nvPr/>
          </p:nvGrpSpPr>
          <p:grpSpPr>
            <a:xfrm>
              <a:off x="5308736" y="2406836"/>
              <a:ext cx="1279147" cy="892553"/>
              <a:chOff x="5255630" y="3214308"/>
              <a:chExt cx="1279147" cy="892553"/>
            </a:xfrm>
            <a:grpFill/>
          </p:grpSpPr>
          <p:grpSp>
            <p:nvGrpSpPr>
              <p:cNvPr id="382" name="Group 381">
                <a:extLst>
                  <a:ext uri="{FF2B5EF4-FFF2-40B4-BE49-F238E27FC236}">
                    <a16:creationId xmlns:a16="http://schemas.microsoft.com/office/drawing/2014/main" id="{451E324F-17DC-7C4F-8B96-9AC226697AD3}"/>
                  </a:ext>
                </a:extLst>
              </p:cNvPr>
              <p:cNvGrpSpPr/>
              <p:nvPr/>
            </p:nvGrpSpPr>
            <p:grpSpPr>
              <a:xfrm>
                <a:off x="5633455" y="3214308"/>
                <a:ext cx="901322" cy="514728"/>
                <a:chOff x="5255630" y="3592133"/>
                <a:chExt cx="901322" cy="514728"/>
              </a:xfrm>
              <a:grpFill/>
            </p:grpSpPr>
            <p:sp>
              <p:nvSpPr>
                <p:cNvPr id="392" name="Cube 391">
                  <a:extLst>
                    <a:ext uri="{FF2B5EF4-FFF2-40B4-BE49-F238E27FC236}">
                      <a16:creationId xmlns:a16="http://schemas.microsoft.com/office/drawing/2014/main" id="{EF08DC11-D0CC-3348-BEF8-DE41C1400ABB}"/>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3" name="Cube 392">
                  <a:extLst>
                    <a:ext uri="{FF2B5EF4-FFF2-40B4-BE49-F238E27FC236}">
                      <a16:creationId xmlns:a16="http://schemas.microsoft.com/office/drawing/2014/main" id="{18DD85D5-120A-9645-8705-4CDF0948B423}"/>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3" name="Group 382">
                <a:extLst>
                  <a:ext uri="{FF2B5EF4-FFF2-40B4-BE49-F238E27FC236}">
                    <a16:creationId xmlns:a16="http://schemas.microsoft.com/office/drawing/2014/main" id="{52671286-560F-AF4E-AFD5-1E24F6EEDB98}"/>
                  </a:ext>
                </a:extLst>
              </p:cNvPr>
              <p:cNvGrpSpPr/>
              <p:nvPr/>
            </p:nvGrpSpPr>
            <p:grpSpPr>
              <a:xfrm>
                <a:off x="5507514" y="3340250"/>
                <a:ext cx="901322" cy="514728"/>
                <a:chOff x="5255630" y="3592133"/>
                <a:chExt cx="901322" cy="514728"/>
              </a:xfrm>
              <a:grpFill/>
            </p:grpSpPr>
            <p:sp>
              <p:nvSpPr>
                <p:cNvPr id="390" name="Cube 389">
                  <a:extLst>
                    <a:ext uri="{FF2B5EF4-FFF2-40B4-BE49-F238E27FC236}">
                      <a16:creationId xmlns:a16="http://schemas.microsoft.com/office/drawing/2014/main" id="{146B3148-8460-8E41-A598-4989356BE9B1}"/>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1" name="Cube 390">
                  <a:extLst>
                    <a:ext uri="{FF2B5EF4-FFF2-40B4-BE49-F238E27FC236}">
                      <a16:creationId xmlns:a16="http://schemas.microsoft.com/office/drawing/2014/main" id="{4779160A-9B72-2E4A-A311-B5594A0521B8}"/>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4" name="Group 383">
                <a:extLst>
                  <a:ext uri="{FF2B5EF4-FFF2-40B4-BE49-F238E27FC236}">
                    <a16:creationId xmlns:a16="http://schemas.microsoft.com/office/drawing/2014/main" id="{4095E8D0-22CE-5A45-A19A-C0ED01CA27E7}"/>
                  </a:ext>
                </a:extLst>
              </p:cNvPr>
              <p:cNvGrpSpPr/>
              <p:nvPr/>
            </p:nvGrpSpPr>
            <p:grpSpPr>
              <a:xfrm>
                <a:off x="5381572" y="3466192"/>
                <a:ext cx="901322" cy="514728"/>
                <a:chOff x="5255630" y="3592133"/>
                <a:chExt cx="901322" cy="514728"/>
              </a:xfrm>
              <a:grpFill/>
            </p:grpSpPr>
            <p:sp>
              <p:nvSpPr>
                <p:cNvPr id="388" name="Cube 387">
                  <a:extLst>
                    <a:ext uri="{FF2B5EF4-FFF2-40B4-BE49-F238E27FC236}">
                      <a16:creationId xmlns:a16="http://schemas.microsoft.com/office/drawing/2014/main" id="{6E972DB9-F2D7-A745-A8AE-0861FFB430CB}"/>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9" name="Cube 388">
                  <a:extLst>
                    <a:ext uri="{FF2B5EF4-FFF2-40B4-BE49-F238E27FC236}">
                      <a16:creationId xmlns:a16="http://schemas.microsoft.com/office/drawing/2014/main" id="{5E85CA1F-90BA-604E-9123-A563FC9871A0}"/>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5" name="Group 384">
                <a:extLst>
                  <a:ext uri="{FF2B5EF4-FFF2-40B4-BE49-F238E27FC236}">
                    <a16:creationId xmlns:a16="http://schemas.microsoft.com/office/drawing/2014/main" id="{7CC873A7-99FD-5C4C-82FD-CF33594C25A4}"/>
                  </a:ext>
                </a:extLst>
              </p:cNvPr>
              <p:cNvGrpSpPr/>
              <p:nvPr/>
            </p:nvGrpSpPr>
            <p:grpSpPr>
              <a:xfrm>
                <a:off x="5255630" y="3592133"/>
                <a:ext cx="901322" cy="514728"/>
                <a:chOff x="5255630" y="3592133"/>
                <a:chExt cx="901322" cy="514728"/>
              </a:xfrm>
              <a:grpFill/>
            </p:grpSpPr>
            <p:sp>
              <p:nvSpPr>
                <p:cNvPr id="386" name="Cube 385">
                  <a:extLst>
                    <a:ext uri="{FF2B5EF4-FFF2-40B4-BE49-F238E27FC236}">
                      <a16:creationId xmlns:a16="http://schemas.microsoft.com/office/drawing/2014/main" id="{536696B2-1CF4-6D4B-9175-E766452C1B0F}"/>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7" name="Cube 386">
                  <a:extLst>
                    <a:ext uri="{FF2B5EF4-FFF2-40B4-BE49-F238E27FC236}">
                      <a16:creationId xmlns:a16="http://schemas.microsoft.com/office/drawing/2014/main" id="{B6F268D6-51ED-DE4D-A7C9-3CB5AB170659}"/>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410" name="Group 409">
            <a:extLst>
              <a:ext uri="{FF2B5EF4-FFF2-40B4-BE49-F238E27FC236}">
                <a16:creationId xmlns:a16="http://schemas.microsoft.com/office/drawing/2014/main" id="{765C84D7-48AE-9A47-AC3A-4B5FAE68F541}"/>
              </a:ext>
            </a:extLst>
          </p:cNvPr>
          <p:cNvGrpSpPr/>
          <p:nvPr/>
        </p:nvGrpSpPr>
        <p:grpSpPr>
          <a:xfrm>
            <a:off x="654663" y="1491455"/>
            <a:ext cx="1665741" cy="1276728"/>
            <a:chOff x="5308736" y="2406836"/>
            <a:chExt cx="1665741" cy="1276728"/>
          </a:xfrm>
          <a:solidFill>
            <a:schemeClr val="bg1">
              <a:lumMod val="85000"/>
            </a:schemeClr>
          </a:solidFill>
        </p:grpSpPr>
        <p:grpSp>
          <p:nvGrpSpPr>
            <p:cNvPr id="411" name="Group 410">
              <a:extLst>
                <a:ext uri="{FF2B5EF4-FFF2-40B4-BE49-F238E27FC236}">
                  <a16:creationId xmlns:a16="http://schemas.microsoft.com/office/drawing/2014/main" id="{F83CFB62-B485-1940-847A-1E6F8271DD02}"/>
                </a:ext>
              </a:extLst>
            </p:cNvPr>
            <p:cNvGrpSpPr/>
            <p:nvPr/>
          </p:nvGrpSpPr>
          <p:grpSpPr>
            <a:xfrm>
              <a:off x="5308736" y="2791011"/>
              <a:ext cx="1665741" cy="892553"/>
              <a:chOff x="5255630" y="3214308"/>
              <a:chExt cx="1665741" cy="892553"/>
            </a:xfrm>
            <a:grpFill/>
          </p:grpSpPr>
          <p:grpSp>
            <p:nvGrpSpPr>
              <p:cNvPr id="417" name="Group 416">
                <a:extLst>
                  <a:ext uri="{FF2B5EF4-FFF2-40B4-BE49-F238E27FC236}">
                    <a16:creationId xmlns:a16="http://schemas.microsoft.com/office/drawing/2014/main" id="{96D3B043-D312-594E-9B3B-C87F61AB23CE}"/>
                  </a:ext>
                </a:extLst>
              </p:cNvPr>
              <p:cNvGrpSpPr/>
              <p:nvPr/>
            </p:nvGrpSpPr>
            <p:grpSpPr>
              <a:xfrm>
                <a:off x="5633455" y="3214308"/>
                <a:ext cx="1287916" cy="514728"/>
                <a:chOff x="5255630" y="3592133"/>
                <a:chExt cx="1287916" cy="514728"/>
              </a:xfrm>
              <a:grpFill/>
            </p:grpSpPr>
            <p:sp>
              <p:nvSpPr>
                <p:cNvPr id="430" name="Cube 429">
                  <a:extLst>
                    <a:ext uri="{FF2B5EF4-FFF2-40B4-BE49-F238E27FC236}">
                      <a16:creationId xmlns:a16="http://schemas.microsoft.com/office/drawing/2014/main" id="{95C5199F-5841-8046-8C88-D448F8FE3676}"/>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1" name="Cube 430">
                  <a:extLst>
                    <a:ext uri="{FF2B5EF4-FFF2-40B4-BE49-F238E27FC236}">
                      <a16:creationId xmlns:a16="http://schemas.microsoft.com/office/drawing/2014/main" id="{6F932F41-D0C6-3A43-AB75-9D2E06FEE9A6}"/>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2" name="Cube 431">
                  <a:extLst>
                    <a:ext uri="{FF2B5EF4-FFF2-40B4-BE49-F238E27FC236}">
                      <a16:creationId xmlns:a16="http://schemas.microsoft.com/office/drawing/2014/main" id="{52ECCF3C-01B4-B346-8135-CD06DC870EFF}"/>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18" name="Group 417">
                <a:extLst>
                  <a:ext uri="{FF2B5EF4-FFF2-40B4-BE49-F238E27FC236}">
                    <a16:creationId xmlns:a16="http://schemas.microsoft.com/office/drawing/2014/main" id="{94290BC0-CEF4-9E44-9524-60005D0ADFA4}"/>
                  </a:ext>
                </a:extLst>
              </p:cNvPr>
              <p:cNvGrpSpPr/>
              <p:nvPr/>
            </p:nvGrpSpPr>
            <p:grpSpPr>
              <a:xfrm>
                <a:off x="5507514" y="3340250"/>
                <a:ext cx="1287916" cy="514728"/>
                <a:chOff x="5255630" y="3592133"/>
                <a:chExt cx="1287916" cy="514728"/>
              </a:xfrm>
              <a:grpFill/>
            </p:grpSpPr>
            <p:sp>
              <p:nvSpPr>
                <p:cNvPr id="427" name="Cube 426">
                  <a:extLst>
                    <a:ext uri="{FF2B5EF4-FFF2-40B4-BE49-F238E27FC236}">
                      <a16:creationId xmlns:a16="http://schemas.microsoft.com/office/drawing/2014/main" id="{8D8E450C-A024-744B-8B1B-459240137FF6}"/>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8" name="Cube 427">
                  <a:extLst>
                    <a:ext uri="{FF2B5EF4-FFF2-40B4-BE49-F238E27FC236}">
                      <a16:creationId xmlns:a16="http://schemas.microsoft.com/office/drawing/2014/main" id="{EBD19D97-38E7-DE46-A4FE-F22943E29A0E}"/>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9" name="Cube 428">
                  <a:extLst>
                    <a:ext uri="{FF2B5EF4-FFF2-40B4-BE49-F238E27FC236}">
                      <a16:creationId xmlns:a16="http://schemas.microsoft.com/office/drawing/2014/main" id="{E3ACDDF8-04DC-B448-96E2-33A8E5926AE7}"/>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19" name="Group 418">
                <a:extLst>
                  <a:ext uri="{FF2B5EF4-FFF2-40B4-BE49-F238E27FC236}">
                    <a16:creationId xmlns:a16="http://schemas.microsoft.com/office/drawing/2014/main" id="{CBD0DBF6-E6E9-B845-B5A7-C0DAF36DAE1E}"/>
                  </a:ext>
                </a:extLst>
              </p:cNvPr>
              <p:cNvGrpSpPr/>
              <p:nvPr/>
            </p:nvGrpSpPr>
            <p:grpSpPr>
              <a:xfrm>
                <a:off x="5381572" y="3466192"/>
                <a:ext cx="1287916" cy="514728"/>
                <a:chOff x="5255630" y="3592133"/>
                <a:chExt cx="1287916" cy="514728"/>
              </a:xfrm>
              <a:grpFill/>
            </p:grpSpPr>
            <p:sp>
              <p:nvSpPr>
                <p:cNvPr id="424" name="Cube 423">
                  <a:extLst>
                    <a:ext uri="{FF2B5EF4-FFF2-40B4-BE49-F238E27FC236}">
                      <a16:creationId xmlns:a16="http://schemas.microsoft.com/office/drawing/2014/main" id="{D6F15D13-FEFE-624F-AFC7-B2425E28F9C3}"/>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5" name="Cube 424">
                  <a:extLst>
                    <a:ext uri="{FF2B5EF4-FFF2-40B4-BE49-F238E27FC236}">
                      <a16:creationId xmlns:a16="http://schemas.microsoft.com/office/drawing/2014/main" id="{FDD419E2-4ED4-2B46-A81F-E38865CB0446}"/>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6" name="Cube 425">
                  <a:extLst>
                    <a:ext uri="{FF2B5EF4-FFF2-40B4-BE49-F238E27FC236}">
                      <a16:creationId xmlns:a16="http://schemas.microsoft.com/office/drawing/2014/main" id="{6560E7B6-63EC-6B40-A5A7-714B38C25F2A}"/>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20" name="Group 419">
                <a:extLst>
                  <a:ext uri="{FF2B5EF4-FFF2-40B4-BE49-F238E27FC236}">
                    <a16:creationId xmlns:a16="http://schemas.microsoft.com/office/drawing/2014/main" id="{27CD8BA9-FBD6-D742-9DBE-7746A807B286}"/>
                  </a:ext>
                </a:extLst>
              </p:cNvPr>
              <p:cNvGrpSpPr/>
              <p:nvPr/>
            </p:nvGrpSpPr>
            <p:grpSpPr>
              <a:xfrm>
                <a:off x="5255630" y="3592133"/>
                <a:ext cx="1287916" cy="514728"/>
                <a:chOff x="5255630" y="3592133"/>
                <a:chExt cx="1287916" cy="514728"/>
              </a:xfrm>
              <a:grpFill/>
            </p:grpSpPr>
            <p:sp>
              <p:nvSpPr>
                <p:cNvPr id="421" name="Cube 420">
                  <a:extLst>
                    <a:ext uri="{FF2B5EF4-FFF2-40B4-BE49-F238E27FC236}">
                      <a16:creationId xmlns:a16="http://schemas.microsoft.com/office/drawing/2014/main" id="{605E483D-BDC3-5B42-B195-A058A5B4C509}"/>
                    </a:ext>
                  </a:extLst>
                </p:cNvPr>
                <p:cNvSpPr/>
                <p:nvPr/>
              </p:nvSpPr>
              <p:spPr>
                <a:xfrm>
                  <a:off x="5255630" y="3592133"/>
                  <a:ext cx="514728" cy="514728"/>
                </a:xfrm>
                <a:prstGeom prst="cube">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 name="Cube 421">
                  <a:extLst>
                    <a:ext uri="{FF2B5EF4-FFF2-40B4-BE49-F238E27FC236}">
                      <a16:creationId xmlns:a16="http://schemas.microsoft.com/office/drawing/2014/main" id="{5FB76980-26D5-4740-8129-6C0BFF4B0ABD}"/>
                    </a:ext>
                  </a:extLst>
                </p:cNvPr>
                <p:cNvSpPr/>
                <p:nvPr/>
              </p:nvSpPr>
              <p:spPr>
                <a:xfrm>
                  <a:off x="5642224" y="3592133"/>
                  <a:ext cx="514728" cy="514728"/>
                </a:xfrm>
                <a:prstGeom prst="cube">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 name="Cube 422">
                  <a:extLst>
                    <a:ext uri="{FF2B5EF4-FFF2-40B4-BE49-F238E27FC236}">
                      <a16:creationId xmlns:a16="http://schemas.microsoft.com/office/drawing/2014/main" id="{E7393B8A-7B37-0644-A2CE-AEE50BEC7408}"/>
                    </a:ext>
                  </a:extLst>
                </p:cNvPr>
                <p:cNvSpPr/>
                <p:nvPr/>
              </p:nvSpPr>
              <p:spPr>
                <a:xfrm>
                  <a:off x="6028818" y="3592133"/>
                  <a:ext cx="514728" cy="514728"/>
                </a:xfrm>
                <a:prstGeom prst="cube">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412" name="Group 411">
              <a:extLst>
                <a:ext uri="{FF2B5EF4-FFF2-40B4-BE49-F238E27FC236}">
                  <a16:creationId xmlns:a16="http://schemas.microsoft.com/office/drawing/2014/main" id="{2037E8F0-F9E1-5844-82FD-EEA6E57C9EFB}"/>
                </a:ext>
              </a:extLst>
            </p:cNvPr>
            <p:cNvGrpSpPr/>
            <p:nvPr/>
          </p:nvGrpSpPr>
          <p:grpSpPr>
            <a:xfrm>
              <a:off x="5308736" y="2406836"/>
              <a:ext cx="892553" cy="892553"/>
              <a:chOff x="5255630" y="3214308"/>
              <a:chExt cx="892553" cy="892553"/>
            </a:xfrm>
            <a:grpFill/>
          </p:grpSpPr>
          <p:sp>
            <p:nvSpPr>
              <p:cNvPr id="413" name="Cube 412">
                <a:extLst>
                  <a:ext uri="{FF2B5EF4-FFF2-40B4-BE49-F238E27FC236}">
                    <a16:creationId xmlns:a16="http://schemas.microsoft.com/office/drawing/2014/main" id="{C3BF5B25-9A01-D248-A05C-E76C5BF6A807}"/>
                  </a:ext>
                </a:extLst>
              </p:cNvPr>
              <p:cNvSpPr/>
              <p:nvPr/>
            </p:nvSpPr>
            <p:spPr>
              <a:xfrm>
                <a:off x="5633455" y="3214308"/>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4" name="Cube 413">
                <a:extLst>
                  <a:ext uri="{FF2B5EF4-FFF2-40B4-BE49-F238E27FC236}">
                    <a16:creationId xmlns:a16="http://schemas.microsoft.com/office/drawing/2014/main" id="{D9CFBB9D-E92E-E14D-ACEB-509BFB1FB685}"/>
                  </a:ext>
                </a:extLst>
              </p:cNvPr>
              <p:cNvSpPr/>
              <p:nvPr/>
            </p:nvSpPr>
            <p:spPr>
              <a:xfrm>
                <a:off x="5507514" y="3340250"/>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5" name="Cube 414">
                <a:extLst>
                  <a:ext uri="{FF2B5EF4-FFF2-40B4-BE49-F238E27FC236}">
                    <a16:creationId xmlns:a16="http://schemas.microsoft.com/office/drawing/2014/main" id="{6F83A52A-1953-1E46-999F-BDCB04A17CD8}"/>
                  </a:ext>
                </a:extLst>
              </p:cNvPr>
              <p:cNvSpPr/>
              <p:nvPr/>
            </p:nvSpPr>
            <p:spPr>
              <a:xfrm>
                <a:off x="5381572" y="3466192"/>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6" name="Cube 415">
                <a:extLst>
                  <a:ext uri="{FF2B5EF4-FFF2-40B4-BE49-F238E27FC236}">
                    <a16:creationId xmlns:a16="http://schemas.microsoft.com/office/drawing/2014/main" id="{A20D4BFF-9011-4E43-A117-8ED0948274A7}"/>
                  </a:ext>
                </a:extLst>
              </p:cNvPr>
              <p:cNvSpPr/>
              <p:nvPr/>
            </p:nvSpPr>
            <p:spPr>
              <a:xfrm>
                <a:off x="5255630" y="3592133"/>
                <a:ext cx="514728" cy="514728"/>
              </a:xfrm>
              <a:prstGeom prst="cube">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33" name="Group 432">
            <a:extLst>
              <a:ext uri="{FF2B5EF4-FFF2-40B4-BE49-F238E27FC236}">
                <a16:creationId xmlns:a16="http://schemas.microsoft.com/office/drawing/2014/main" id="{69F4BAF6-451A-754F-B42C-998BD6154593}"/>
              </a:ext>
            </a:extLst>
          </p:cNvPr>
          <p:cNvGrpSpPr/>
          <p:nvPr/>
        </p:nvGrpSpPr>
        <p:grpSpPr>
          <a:xfrm>
            <a:off x="3683584" y="3065712"/>
            <a:ext cx="1776833" cy="1328156"/>
            <a:chOff x="5308736" y="2149473"/>
            <a:chExt cx="2052336" cy="1534091"/>
          </a:xfrm>
          <a:solidFill>
            <a:schemeClr val="bg1">
              <a:lumMod val="85000"/>
            </a:schemeClr>
          </a:solidFill>
        </p:grpSpPr>
        <p:grpSp>
          <p:nvGrpSpPr>
            <p:cNvPr id="434" name="Group 433">
              <a:extLst>
                <a:ext uri="{FF2B5EF4-FFF2-40B4-BE49-F238E27FC236}">
                  <a16:creationId xmlns:a16="http://schemas.microsoft.com/office/drawing/2014/main" id="{6C5E4CB0-DF0A-3E48-8332-DF702F1540A4}"/>
                </a:ext>
              </a:extLst>
            </p:cNvPr>
            <p:cNvGrpSpPr/>
            <p:nvPr/>
          </p:nvGrpSpPr>
          <p:grpSpPr>
            <a:xfrm>
              <a:off x="5308736" y="2791011"/>
              <a:ext cx="2052336" cy="892553"/>
              <a:chOff x="5255630" y="3214308"/>
              <a:chExt cx="2052336" cy="892553"/>
            </a:xfrm>
            <a:grpFill/>
          </p:grpSpPr>
          <p:grpSp>
            <p:nvGrpSpPr>
              <p:cNvPr id="455" name="Group 454">
                <a:extLst>
                  <a:ext uri="{FF2B5EF4-FFF2-40B4-BE49-F238E27FC236}">
                    <a16:creationId xmlns:a16="http://schemas.microsoft.com/office/drawing/2014/main" id="{18D1ED43-9FBC-7B4A-A31D-E98D823A48EA}"/>
                  </a:ext>
                </a:extLst>
              </p:cNvPr>
              <p:cNvGrpSpPr/>
              <p:nvPr/>
            </p:nvGrpSpPr>
            <p:grpSpPr>
              <a:xfrm>
                <a:off x="5633455" y="3214308"/>
                <a:ext cx="1674511" cy="514728"/>
                <a:chOff x="5255630" y="3592133"/>
                <a:chExt cx="1674511" cy="514728"/>
              </a:xfrm>
              <a:grpFill/>
            </p:grpSpPr>
            <p:sp>
              <p:nvSpPr>
                <p:cNvPr id="471" name="Cube 470">
                  <a:extLst>
                    <a:ext uri="{FF2B5EF4-FFF2-40B4-BE49-F238E27FC236}">
                      <a16:creationId xmlns:a16="http://schemas.microsoft.com/office/drawing/2014/main" id="{E45E0209-3BCC-2B41-95D7-DA0022701A62}"/>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2" name="Cube 471">
                  <a:extLst>
                    <a:ext uri="{FF2B5EF4-FFF2-40B4-BE49-F238E27FC236}">
                      <a16:creationId xmlns:a16="http://schemas.microsoft.com/office/drawing/2014/main" id="{E8640344-645F-0649-A2AD-38E7E86C247A}"/>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3" name="Cube 472">
                  <a:extLst>
                    <a:ext uri="{FF2B5EF4-FFF2-40B4-BE49-F238E27FC236}">
                      <a16:creationId xmlns:a16="http://schemas.microsoft.com/office/drawing/2014/main" id="{594E6E45-F1F8-E741-A737-3D1D3F587B0A}"/>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4" name="Cube 473">
                  <a:extLst>
                    <a:ext uri="{FF2B5EF4-FFF2-40B4-BE49-F238E27FC236}">
                      <a16:creationId xmlns:a16="http://schemas.microsoft.com/office/drawing/2014/main" id="{A1581F18-891E-F844-BC9B-93AE54393960}"/>
                    </a:ext>
                  </a:extLst>
                </p:cNvPr>
                <p:cNvSpPr/>
                <p:nvPr/>
              </p:nvSpPr>
              <p:spPr>
                <a:xfrm>
                  <a:off x="6415413"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56" name="Group 455">
                <a:extLst>
                  <a:ext uri="{FF2B5EF4-FFF2-40B4-BE49-F238E27FC236}">
                    <a16:creationId xmlns:a16="http://schemas.microsoft.com/office/drawing/2014/main" id="{C1AB4CC0-8D78-FE49-A5A4-89AB710DFC98}"/>
                  </a:ext>
                </a:extLst>
              </p:cNvPr>
              <p:cNvGrpSpPr/>
              <p:nvPr/>
            </p:nvGrpSpPr>
            <p:grpSpPr>
              <a:xfrm>
                <a:off x="5507514" y="3340250"/>
                <a:ext cx="1674511" cy="514728"/>
                <a:chOff x="5255630" y="3592133"/>
                <a:chExt cx="1674511" cy="514728"/>
              </a:xfrm>
              <a:grpFill/>
            </p:grpSpPr>
            <p:sp>
              <p:nvSpPr>
                <p:cNvPr id="467" name="Cube 466">
                  <a:extLst>
                    <a:ext uri="{FF2B5EF4-FFF2-40B4-BE49-F238E27FC236}">
                      <a16:creationId xmlns:a16="http://schemas.microsoft.com/office/drawing/2014/main" id="{F1898B74-3108-2F44-AAF3-A8A5ACA6A205}"/>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8" name="Cube 467">
                  <a:extLst>
                    <a:ext uri="{FF2B5EF4-FFF2-40B4-BE49-F238E27FC236}">
                      <a16:creationId xmlns:a16="http://schemas.microsoft.com/office/drawing/2014/main" id="{15E7A499-9F8E-534E-AC23-3BC009B0E3FC}"/>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9" name="Cube 468">
                  <a:extLst>
                    <a:ext uri="{FF2B5EF4-FFF2-40B4-BE49-F238E27FC236}">
                      <a16:creationId xmlns:a16="http://schemas.microsoft.com/office/drawing/2014/main" id="{D955F96F-EC4B-6644-8A83-F3E4807082F1}"/>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0" name="Cube 469">
                  <a:extLst>
                    <a:ext uri="{FF2B5EF4-FFF2-40B4-BE49-F238E27FC236}">
                      <a16:creationId xmlns:a16="http://schemas.microsoft.com/office/drawing/2014/main" id="{CB16D920-840C-D04F-89E6-654AE3C054DA}"/>
                    </a:ext>
                  </a:extLst>
                </p:cNvPr>
                <p:cNvSpPr/>
                <p:nvPr/>
              </p:nvSpPr>
              <p:spPr>
                <a:xfrm>
                  <a:off x="6415413"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57" name="Group 456">
                <a:extLst>
                  <a:ext uri="{FF2B5EF4-FFF2-40B4-BE49-F238E27FC236}">
                    <a16:creationId xmlns:a16="http://schemas.microsoft.com/office/drawing/2014/main" id="{BE65A098-1467-4346-B9E9-E09CDA295874}"/>
                  </a:ext>
                </a:extLst>
              </p:cNvPr>
              <p:cNvGrpSpPr/>
              <p:nvPr/>
            </p:nvGrpSpPr>
            <p:grpSpPr>
              <a:xfrm>
                <a:off x="5381572" y="3466192"/>
                <a:ext cx="1674511" cy="514728"/>
                <a:chOff x="5255630" y="3592133"/>
                <a:chExt cx="1674511" cy="514728"/>
              </a:xfrm>
              <a:grpFill/>
            </p:grpSpPr>
            <p:sp>
              <p:nvSpPr>
                <p:cNvPr id="463" name="Cube 462">
                  <a:extLst>
                    <a:ext uri="{FF2B5EF4-FFF2-40B4-BE49-F238E27FC236}">
                      <a16:creationId xmlns:a16="http://schemas.microsoft.com/office/drawing/2014/main" id="{795087BA-89C8-054D-800B-5E0166A22873}"/>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4" name="Cube 463">
                  <a:extLst>
                    <a:ext uri="{FF2B5EF4-FFF2-40B4-BE49-F238E27FC236}">
                      <a16:creationId xmlns:a16="http://schemas.microsoft.com/office/drawing/2014/main" id="{8FBC021F-CFF2-E34A-ADA5-F9346F36ACDF}"/>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5" name="Cube 464">
                  <a:extLst>
                    <a:ext uri="{FF2B5EF4-FFF2-40B4-BE49-F238E27FC236}">
                      <a16:creationId xmlns:a16="http://schemas.microsoft.com/office/drawing/2014/main" id="{195F3AC3-DCF7-9C4A-9C97-A34ADD89307B}"/>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6" name="Cube 465">
                  <a:extLst>
                    <a:ext uri="{FF2B5EF4-FFF2-40B4-BE49-F238E27FC236}">
                      <a16:creationId xmlns:a16="http://schemas.microsoft.com/office/drawing/2014/main" id="{F1D5A4F3-CA04-4C46-9E7A-F11EC2F140AA}"/>
                    </a:ext>
                  </a:extLst>
                </p:cNvPr>
                <p:cNvSpPr/>
                <p:nvPr/>
              </p:nvSpPr>
              <p:spPr>
                <a:xfrm>
                  <a:off x="6415413"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58" name="Group 457">
                <a:extLst>
                  <a:ext uri="{FF2B5EF4-FFF2-40B4-BE49-F238E27FC236}">
                    <a16:creationId xmlns:a16="http://schemas.microsoft.com/office/drawing/2014/main" id="{F46C8EB8-61A6-9F43-8D8C-D18372B1953A}"/>
                  </a:ext>
                </a:extLst>
              </p:cNvPr>
              <p:cNvGrpSpPr/>
              <p:nvPr/>
            </p:nvGrpSpPr>
            <p:grpSpPr>
              <a:xfrm>
                <a:off x="5255630" y="3592133"/>
                <a:ext cx="1674511" cy="514728"/>
                <a:chOff x="5255630" y="3592133"/>
                <a:chExt cx="1674511" cy="514728"/>
              </a:xfrm>
              <a:grpFill/>
            </p:grpSpPr>
            <p:sp>
              <p:nvSpPr>
                <p:cNvPr id="459" name="Cube 458">
                  <a:extLst>
                    <a:ext uri="{FF2B5EF4-FFF2-40B4-BE49-F238E27FC236}">
                      <a16:creationId xmlns:a16="http://schemas.microsoft.com/office/drawing/2014/main" id="{E492913C-8A12-C74C-9C6F-C87E023BD6F9}"/>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0" name="Cube 459">
                  <a:extLst>
                    <a:ext uri="{FF2B5EF4-FFF2-40B4-BE49-F238E27FC236}">
                      <a16:creationId xmlns:a16="http://schemas.microsoft.com/office/drawing/2014/main" id="{4DECB526-72C9-8C4A-855D-6557A13712CE}"/>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1" name="Cube 460">
                  <a:extLst>
                    <a:ext uri="{FF2B5EF4-FFF2-40B4-BE49-F238E27FC236}">
                      <a16:creationId xmlns:a16="http://schemas.microsoft.com/office/drawing/2014/main" id="{E224FCF6-102C-374C-8CA0-DFFD0F622DE7}"/>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2" name="Cube 461">
                  <a:extLst>
                    <a:ext uri="{FF2B5EF4-FFF2-40B4-BE49-F238E27FC236}">
                      <a16:creationId xmlns:a16="http://schemas.microsoft.com/office/drawing/2014/main" id="{AE204D60-E1B8-1647-9351-4A86BDF4A6C6}"/>
                    </a:ext>
                  </a:extLst>
                </p:cNvPr>
                <p:cNvSpPr/>
                <p:nvPr/>
              </p:nvSpPr>
              <p:spPr>
                <a:xfrm>
                  <a:off x="6415413"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35" name="Group 434">
              <a:extLst>
                <a:ext uri="{FF2B5EF4-FFF2-40B4-BE49-F238E27FC236}">
                  <a16:creationId xmlns:a16="http://schemas.microsoft.com/office/drawing/2014/main" id="{37B90B4A-0873-C246-8DB4-F8D798C78027}"/>
                </a:ext>
              </a:extLst>
            </p:cNvPr>
            <p:cNvGrpSpPr/>
            <p:nvPr/>
          </p:nvGrpSpPr>
          <p:grpSpPr>
            <a:xfrm>
              <a:off x="5434678" y="2406836"/>
              <a:ext cx="1800453" cy="766612"/>
              <a:chOff x="5381572" y="3214308"/>
              <a:chExt cx="1800453" cy="766612"/>
            </a:xfrm>
            <a:grpFill/>
          </p:grpSpPr>
          <p:grpSp>
            <p:nvGrpSpPr>
              <p:cNvPr id="441" name="Group 440">
                <a:extLst>
                  <a:ext uri="{FF2B5EF4-FFF2-40B4-BE49-F238E27FC236}">
                    <a16:creationId xmlns:a16="http://schemas.microsoft.com/office/drawing/2014/main" id="{B0C99499-F615-B74C-B82D-7B55B8333826}"/>
                  </a:ext>
                </a:extLst>
              </p:cNvPr>
              <p:cNvGrpSpPr/>
              <p:nvPr/>
            </p:nvGrpSpPr>
            <p:grpSpPr>
              <a:xfrm>
                <a:off x="5633455" y="3214308"/>
                <a:ext cx="1287916" cy="514728"/>
                <a:chOff x="5255630" y="3592133"/>
                <a:chExt cx="1287916" cy="514728"/>
              </a:xfrm>
              <a:grpFill/>
            </p:grpSpPr>
            <p:sp>
              <p:nvSpPr>
                <p:cNvPr id="452" name="Cube 451">
                  <a:extLst>
                    <a:ext uri="{FF2B5EF4-FFF2-40B4-BE49-F238E27FC236}">
                      <a16:creationId xmlns:a16="http://schemas.microsoft.com/office/drawing/2014/main" id="{35494144-6D63-144C-82A6-CCA4E35EB6AA}"/>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3" name="Cube 452">
                  <a:extLst>
                    <a:ext uri="{FF2B5EF4-FFF2-40B4-BE49-F238E27FC236}">
                      <a16:creationId xmlns:a16="http://schemas.microsoft.com/office/drawing/2014/main" id="{C0BB9747-A1C2-4649-9DB2-146BE21D2E25}"/>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4" name="Cube 453">
                  <a:extLst>
                    <a:ext uri="{FF2B5EF4-FFF2-40B4-BE49-F238E27FC236}">
                      <a16:creationId xmlns:a16="http://schemas.microsoft.com/office/drawing/2014/main" id="{D98F8379-54D5-674F-85AA-CF785BB03594}"/>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42" name="Group 441">
                <a:extLst>
                  <a:ext uri="{FF2B5EF4-FFF2-40B4-BE49-F238E27FC236}">
                    <a16:creationId xmlns:a16="http://schemas.microsoft.com/office/drawing/2014/main" id="{F0DA4807-6D6F-9447-9D96-A3091D69738C}"/>
                  </a:ext>
                </a:extLst>
              </p:cNvPr>
              <p:cNvGrpSpPr/>
              <p:nvPr/>
            </p:nvGrpSpPr>
            <p:grpSpPr>
              <a:xfrm>
                <a:off x="5507514" y="3340250"/>
                <a:ext cx="1674511" cy="514728"/>
                <a:chOff x="5255630" y="3592133"/>
                <a:chExt cx="1674511" cy="514728"/>
              </a:xfrm>
              <a:grpFill/>
            </p:grpSpPr>
            <p:sp>
              <p:nvSpPr>
                <p:cNvPr id="448" name="Cube 447">
                  <a:extLst>
                    <a:ext uri="{FF2B5EF4-FFF2-40B4-BE49-F238E27FC236}">
                      <a16:creationId xmlns:a16="http://schemas.microsoft.com/office/drawing/2014/main" id="{5B0D7A0F-682B-EA44-A5E3-05C3596DC70C}"/>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 name="Cube 448">
                  <a:extLst>
                    <a:ext uri="{FF2B5EF4-FFF2-40B4-BE49-F238E27FC236}">
                      <a16:creationId xmlns:a16="http://schemas.microsoft.com/office/drawing/2014/main" id="{3538F630-AE40-8849-9AD0-604F3172BD89}"/>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 name="Cube 449">
                  <a:extLst>
                    <a:ext uri="{FF2B5EF4-FFF2-40B4-BE49-F238E27FC236}">
                      <a16:creationId xmlns:a16="http://schemas.microsoft.com/office/drawing/2014/main" id="{261C79F3-9005-EF41-AD83-254F37496359}"/>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1" name="Cube 450">
                  <a:extLst>
                    <a:ext uri="{FF2B5EF4-FFF2-40B4-BE49-F238E27FC236}">
                      <a16:creationId xmlns:a16="http://schemas.microsoft.com/office/drawing/2014/main" id="{3F81BDCC-2DB0-7642-950F-3F341BD5A0F7}"/>
                    </a:ext>
                  </a:extLst>
                </p:cNvPr>
                <p:cNvSpPr/>
                <p:nvPr/>
              </p:nvSpPr>
              <p:spPr>
                <a:xfrm>
                  <a:off x="6415413"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43" name="Group 442">
                <a:extLst>
                  <a:ext uri="{FF2B5EF4-FFF2-40B4-BE49-F238E27FC236}">
                    <a16:creationId xmlns:a16="http://schemas.microsoft.com/office/drawing/2014/main" id="{830C2AFC-4F73-1F47-BDF4-213F181F0D67}"/>
                  </a:ext>
                </a:extLst>
              </p:cNvPr>
              <p:cNvGrpSpPr/>
              <p:nvPr/>
            </p:nvGrpSpPr>
            <p:grpSpPr>
              <a:xfrm>
                <a:off x="5381572" y="3466192"/>
                <a:ext cx="1674511" cy="514728"/>
                <a:chOff x="5255630" y="3592133"/>
                <a:chExt cx="1674511" cy="514728"/>
              </a:xfrm>
              <a:grpFill/>
            </p:grpSpPr>
            <p:sp>
              <p:nvSpPr>
                <p:cNvPr id="444" name="Cube 443">
                  <a:extLst>
                    <a:ext uri="{FF2B5EF4-FFF2-40B4-BE49-F238E27FC236}">
                      <a16:creationId xmlns:a16="http://schemas.microsoft.com/office/drawing/2014/main" id="{143AFB8C-AB75-854C-9C9F-C4217B004B1F}"/>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5" name="Cube 444">
                  <a:extLst>
                    <a:ext uri="{FF2B5EF4-FFF2-40B4-BE49-F238E27FC236}">
                      <a16:creationId xmlns:a16="http://schemas.microsoft.com/office/drawing/2014/main" id="{3C03AC98-ED15-F247-A42B-20819C46A307}"/>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6" name="Cube 445">
                  <a:extLst>
                    <a:ext uri="{FF2B5EF4-FFF2-40B4-BE49-F238E27FC236}">
                      <a16:creationId xmlns:a16="http://schemas.microsoft.com/office/drawing/2014/main" id="{AFBE91A5-4590-1645-832F-260BDEB2059C}"/>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7" name="Cube 446">
                  <a:extLst>
                    <a:ext uri="{FF2B5EF4-FFF2-40B4-BE49-F238E27FC236}">
                      <a16:creationId xmlns:a16="http://schemas.microsoft.com/office/drawing/2014/main" id="{76F4675B-12E3-294C-A692-4F4561F721BB}"/>
                    </a:ext>
                  </a:extLst>
                </p:cNvPr>
                <p:cNvSpPr/>
                <p:nvPr/>
              </p:nvSpPr>
              <p:spPr>
                <a:xfrm>
                  <a:off x="6415413"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36" name="Group 435">
              <a:extLst>
                <a:ext uri="{FF2B5EF4-FFF2-40B4-BE49-F238E27FC236}">
                  <a16:creationId xmlns:a16="http://schemas.microsoft.com/office/drawing/2014/main" id="{C9D6B9C9-79DC-D54A-88BB-E830CD995096}"/>
                </a:ext>
              </a:extLst>
            </p:cNvPr>
            <p:cNvGrpSpPr/>
            <p:nvPr/>
          </p:nvGrpSpPr>
          <p:grpSpPr>
            <a:xfrm>
              <a:off x="5560620" y="2149473"/>
              <a:ext cx="1674511" cy="514728"/>
              <a:chOff x="5255630" y="3592133"/>
              <a:chExt cx="1674511" cy="514728"/>
            </a:xfrm>
            <a:grpFill/>
          </p:grpSpPr>
          <p:sp>
            <p:nvSpPr>
              <p:cNvPr id="437" name="Cube 436">
                <a:extLst>
                  <a:ext uri="{FF2B5EF4-FFF2-40B4-BE49-F238E27FC236}">
                    <a16:creationId xmlns:a16="http://schemas.microsoft.com/office/drawing/2014/main" id="{EB816AC3-DD4C-3E40-A78C-F481759A4679}"/>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8" name="Cube 437">
                <a:extLst>
                  <a:ext uri="{FF2B5EF4-FFF2-40B4-BE49-F238E27FC236}">
                    <a16:creationId xmlns:a16="http://schemas.microsoft.com/office/drawing/2014/main" id="{BE175E95-5393-214D-9093-72BABC104C67}"/>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9" name="Cube 438">
                <a:extLst>
                  <a:ext uri="{FF2B5EF4-FFF2-40B4-BE49-F238E27FC236}">
                    <a16:creationId xmlns:a16="http://schemas.microsoft.com/office/drawing/2014/main" id="{BB76A55F-83B3-9F47-ACDE-81BA648C5F0B}"/>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0" name="Cube 439">
                <a:extLst>
                  <a:ext uri="{FF2B5EF4-FFF2-40B4-BE49-F238E27FC236}">
                    <a16:creationId xmlns:a16="http://schemas.microsoft.com/office/drawing/2014/main" id="{23F1BC06-635E-7040-BCF4-DE8E97CC0E9B}"/>
                  </a:ext>
                </a:extLst>
              </p:cNvPr>
              <p:cNvSpPr/>
              <p:nvPr/>
            </p:nvSpPr>
            <p:spPr>
              <a:xfrm>
                <a:off x="6415413"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75" name="Group 474">
            <a:extLst>
              <a:ext uri="{FF2B5EF4-FFF2-40B4-BE49-F238E27FC236}">
                <a16:creationId xmlns:a16="http://schemas.microsoft.com/office/drawing/2014/main" id="{4753145C-9AB7-1B42-B04E-5AE766A57EA0}"/>
              </a:ext>
            </a:extLst>
          </p:cNvPr>
          <p:cNvGrpSpPr/>
          <p:nvPr/>
        </p:nvGrpSpPr>
        <p:grpSpPr>
          <a:xfrm>
            <a:off x="662910" y="3059874"/>
            <a:ext cx="1649246" cy="1333994"/>
            <a:chOff x="5308736" y="2023531"/>
            <a:chExt cx="2052336" cy="1660033"/>
          </a:xfrm>
          <a:solidFill>
            <a:schemeClr val="bg1">
              <a:lumMod val="85000"/>
            </a:schemeClr>
          </a:solidFill>
        </p:grpSpPr>
        <p:grpSp>
          <p:nvGrpSpPr>
            <p:cNvPr id="476" name="Group 475">
              <a:extLst>
                <a:ext uri="{FF2B5EF4-FFF2-40B4-BE49-F238E27FC236}">
                  <a16:creationId xmlns:a16="http://schemas.microsoft.com/office/drawing/2014/main" id="{9444E2B5-4F05-FE43-8645-D170E72E6757}"/>
                </a:ext>
              </a:extLst>
            </p:cNvPr>
            <p:cNvGrpSpPr/>
            <p:nvPr/>
          </p:nvGrpSpPr>
          <p:grpSpPr>
            <a:xfrm>
              <a:off x="5308736" y="2791011"/>
              <a:ext cx="2052336" cy="892553"/>
              <a:chOff x="5255630" y="3214308"/>
              <a:chExt cx="2052336" cy="892553"/>
            </a:xfrm>
            <a:grpFill/>
          </p:grpSpPr>
          <p:grpSp>
            <p:nvGrpSpPr>
              <p:cNvPr id="505" name="Group 504">
                <a:extLst>
                  <a:ext uri="{FF2B5EF4-FFF2-40B4-BE49-F238E27FC236}">
                    <a16:creationId xmlns:a16="http://schemas.microsoft.com/office/drawing/2014/main" id="{89E335CD-1C5E-2F48-BADE-63DC1FE0C662}"/>
                  </a:ext>
                </a:extLst>
              </p:cNvPr>
              <p:cNvGrpSpPr/>
              <p:nvPr/>
            </p:nvGrpSpPr>
            <p:grpSpPr>
              <a:xfrm>
                <a:off x="5633455" y="3214308"/>
                <a:ext cx="1674511" cy="514728"/>
                <a:chOff x="5255630" y="3592133"/>
                <a:chExt cx="1674511" cy="514728"/>
              </a:xfrm>
              <a:grpFill/>
            </p:grpSpPr>
            <p:sp>
              <p:nvSpPr>
                <p:cNvPr id="516" name="Cube 515">
                  <a:extLst>
                    <a:ext uri="{FF2B5EF4-FFF2-40B4-BE49-F238E27FC236}">
                      <a16:creationId xmlns:a16="http://schemas.microsoft.com/office/drawing/2014/main" id="{ED2514EC-89D4-814F-863C-67B8BF352B09}"/>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7" name="Cube 516">
                  <a:extLst>
                    <a:ext uri="{FF2B5EF4-FFF2-40B4-BE49-F238E27FC236}">
                      <a16:creationId xmlns:a16="http://schemas.microsoft.com/office/drawing/2014/main" id="{09F4C994-5D65-5341-8064-FB2661E5EC11}"/>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8" name="Cube 517">
                  <a:extLst>
                    <a:ext uri="{FF2B5EF4-FFF2-40B4-BE49-F238E27FC236}">
                      <a16:creationId xmlns:a16="http://schemas.microsoft.com/office/drawing/2014/main" id="{1177E483-A6A7-FA49-8611-649919CDE4FF}"/>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9" name="Cube 518">
                  <a:extLst>
                    <a:ext uri="{FF2B5EF4-FFF2-40B4-BE49-F238E27FC236}">
                      <a16:creationId xmlns:a16="http://schemas.microsoft.com/office/drawing/2014/main" id="{94011D41-5E73-BF46-9DF6-219D9C8EFA1E}"/>
                    </a:ext>
                  </a:extLst>
                </p:cNvPr>
                <p:cNvSpPr/>
                <p:nvPr/>
              </p:nvSpPr>
              <p:spPr>
                <a:xfrm>
                  <a:off x="6415413"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6" name="Group 505">
                <a:extLst>
                  <a:ext uri="{FF2B5EF4-FFF2-40B4-BE49-F238E27FC236}">
                    <a16:creationId xmlns:a16="http://schemas.microsoft.com/office/drawing/2014/main" id="{29D94523-30CA-A147-A161-3973DF2DF78B}"/>
                  </a:ext>
                </a:extLst>
              </p:cNvPr>
              <p:cNvGrpSpPr/>
              <p:nvPr/>
            </p:nvGrpSpPr>
            <p:grpSpPr>
              <a:xfrm>
                <a:off x="5507514" y="3340250"/>
                <a:ext cx="901322" cy="514728"/>
                <a:chOff x="5255630" y="3592133"/>
                <a:chExt cx="901322" cy="514728"/>
              </a:xfrm>
              <a:grpFill/>
            </p:grpSpPr>
            <p:sp>
              <p:nvSpPr>
                <p:cNvPr id="514" name="Cube 513">
                  <a:extLst>
                    <a:ext uri="{FF2B5EF4-FFF2-40B4-BE49-F238E27FC236}">
                      <a16:creationId xmlns:a16="http://schemas.microsoft.com/office/drawing/2014/main" id="{BCFCC843-5BCD-4845-B986-C10D44CD9068}"/>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5" name="Cube 514">
                  <a:extLst>
                    <a:ext uri="{FF2B5EF4-FFF2-40B4-BE49-F238E27FC236}">
                      <a16:creationId xmlns:a16="http://schemas.microsoft.com/office/drawing/2014/main" id="{E299E163-FE3B-4147-BA1A-DC548C848434}"/>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7" name="Group 506">
                <a:extLst>
                  <a:ext uri="{FF2B5EF4-FFF2-40B4-BE49-F238E27FC236}">
                    <a16:creationId xmlns:a16="http://schemas.microsoft.com/office/drawing/2014/main" id="{F6C23333-C74B-2240-8F2E-98991345F1D6}"/>
                  </a:ext>
                </a:extLst>
              </p:cNvPr>
              <p:cNvGrpSpPr/>
              <p:nvPr/>
            </p:nvGrpSpPr>
            <p:grpSpPr>
              <a:xfrm>
                <a:off x="5381572" y="3466192"/>
                <a:ext cx="901322" cy="514728"/>
                <a:chOff x="5255630" y="3592133"/>
                <a:chExt cx="901322" cy="514728"/>
              </a:xfrm>
              <a:grpFill/>
            </p:grpSpPr>
            <p:sp>
              <p:nvSpPr>
                <p:cNvPr id="512" name="Cube 511">
                  <a:extLst>
                    <a:ext uri="{FF2B5EF4-FFF2-40B4-BE49-F238E27FC236}">
                      <a16:creationId xmlns:a16="http://schemas.microsoft.com/office/drawing/2014/main" id="{884E6FC6-85DC-AC42-BE19-1EF16E88BC5B}"/>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 name="Cube 512">
                  <a:extLst>
                    <a:ext uri="{FF2B5EF4-FFF2-40B4-BE49-F238E27FC236}">
                      <a16:creationId xmlns:a16="http://schemas.microsoft.com/office/drawing/2014/main" id="{D2982810-FE6B-8045-9F34-9D618523F4A3}"/>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8" name="Group 507">
                <a:extLst>
                  <a:ext uri="{FF2B5EF4-FFF2-40B4-BE49-F238E27FC236}">
                    <a16:creationId xmlns:a16="http://schemas.microsoft.com/office/drawing/2014/main" id="{22A56029-E0F1-B148-B3C7-C96F61DBA656}"/>
                  </a:ext>
                </a:extLst>
              </p:cNvPr>
              <p:cNvGrpSpPr/>
              <p:nvPr/>
            </p:nvGrpSpPr>
            <p:grpSpPr>
              <a:xfrm>
                <a:off x="5255630" y="3592133"/>
                <a:ext cx="1287916" cy="514728"/>
                <a:chOff x="5255630" y="3592133"/>
                <a:chExt cx="1287916" cy="514728"/>
              </a:xfrm>
              <a:grpFill/>
            </p:grpSpPr>
            <p:sp>
              <p:nvSpPr>
                <p:cNvPr id="509" name="Cube 508">
                  <a:extLst>
                    <a:ext uri="{FF2B5EF4-FFF2-40B4-BE49-F238E27FC236}">
                      <a16:creationId xmlns:a16="http://schemas.microsoft.com/office/drawing/2014/main" id="{17A39E7E-4269-A741-80A8-C172A71608D0}"/>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0" name="Cube 509">
                  <a:extLst>
                    <a:ext uri="{FF2B5EF4-FFF2-40B4-BE49-F238E27FC236}">
                      <a16:creationId xmlns:a16="http://schemas.microsoft.com/office/drawing/2014/main" id="{65C59E56-64E2-844F-A18B-7C4007B50150}"/>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1" name="Cube 510">
                  <a:extLst>
                    <a:ext uri="{FF2B5EF4-FFF2-40B4-BE49-F238E27FC236}">
                      <a16:creationId xmlns:a16="http://schemas.microsoft.com/office/drawing/2014/main" id="{FDD0E643-76EF-2540-95AE-BB6401DF3DF5}"/>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477" name="Group 476">
              <a:extLst>
                <a:ext uri="{FF2B5EF4-FFF2-40B4-BE49-F238E27FC236}">
                  <a16:creationId xmlns:a16="http://schemas.microsoft.com/office/drawing/2014/main" id="{49C0AAD4-4D9C-874A-88A0-1CC26C5C5D30}"/>
                </a:ext>
              </a:extLst>
            </p:cNvPr>
            <p:cNvGrpSpPr/>
            <p:nvPr/>
          </p:nvGrpSpPr>
          <p:grpSpPr>
            <a:xfrm>
              <a:off x="5308736" y="2406836"/>
              <a:ext cx="2052336" cy="892553"/>
              <a:chOff x="5255630" y="3214308"/>
              <a:chExt cx="2052336" cy="892553"/>
            </a:xfrm>
            <a:grpFill/>
          </p:grpSpPr>
          <p:grpSp>
            <p:nvGrpSpPr>
              <p:cNvPr id="490" name="Group 489">
                <a:extLst>
                  <a:ext uri="{FF2B5EF4-FFF2-40B4-BE49-F238E27FC236}">
                    <a16:creationId xmlns:a16="http://schemas.microsoft.com/office/drawing/2014/main" id="{7118FB67-EF0F-D74B-9602-C4E3BDF8F434}"/>
                  </a:ext>
                </a:extLst>
              </p:cNvPr>
              <p:cNvGrpSpPr/>
              <p:nvPr/>
            </p:nvGrpSpPr>
            <p:grpSpPr>
              <a:xfrm>
                <a:off x="5633455" y="3214308"/>
                <a:ext cx="1674511" cy="514728"/>
                <a:chOff x="5255630" y="3592133"/>
                <a:chExt cx="1674511" cy="514728"/>
              </a:xfrm>
              <a:grpFill/>
            </p:grpSpPr>
            <p:sp>
              <p:nvSpPr>
                <p:cNvPr id="501" name="Cube 500">
                  <a:extLst>
                    <a:ext uri="{FF2B5EF4-FFF2-40B4-BE49-F238E27FC236}">
                      <a16:creationId xmlns:a16="http://schemas.microsoft.com/office/drawing/2014/main" id="{F87EB194-A646-B143-A3C0-9DD2C461EA68}"/>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2" name="Cube 501">
                  <a:extLst>
                    <a:ext uri="{FF2B5EF4-FFF2-40B4-BE49-F238E27FC236}">
                      <a16:creationId xmlns:a16="http://schemas.microsoft.com/office/drawing/2014/main" id="{1CC31973-A5F1-DA48-9ED8-DEA28BEDFD99}"/>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3" name="Cube 502">
                  <a:extLst>
                    <a:ext uri="{FF2B5EF4-FFF2-40B4-BE49-F238E27FC236}">
                      <a16:creationId xmlns:a16="http://schemas.microsoft.com/office/drawing/2014/main" id="{E0D4560D-2D53-7C4A-9AF1-D3028A94372F}"/>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4" name="Cube 503">
                  <a:extLst>
                    <a:ext uri="{FF2B5EF4-FFF2-40B4-BE49-F238E27FC236}">
                      <a16:creationId xmlns:a16="http://schemas.microsoft.com/office/drawing/2014/main" id="{E7EF8117-BA0C-714F-BE45-A8E660D71ADD}"/>
                    </a:ext>
                  </a:extLst>
                </p:cNvPr>
                <p:cNvSpPr/>
                <p:nvPr/>
              </p:nvSpPr>
              <p:spPr>
                <a:xfrm>
                  <a:off x="6415413"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91" name="Group 490">
                <a:extLst>
                  <a:ext uri="{FF2B5EF4-FFF2-40B4-BE49-F238E27FC236}">
                    <a16:creationId xmlns:a16="http://schemas.microsoft.com/office/drawing/2014/main" id="{74EC9EC7-33E3-4C46-A745-7272892BBAEF}"/>
                  </a:ext>
                </a:extLst>
              </p:cNvPr>
              <p:cNvGrpSpPr/>
              <p:nvPr/>
            </p:nvGrpSpPr>
            <p:grpSpPr>
              <a:xfrm>
                <a:off x="5507514" y="3340250"/>
                <a:ext cx="901322" cy="514728"/>
                <a:chOff x="5255630" y="3592133"/>
                <a:chExt cx="901322" cy="514728"/>
              </a:xfrm>
              <a:grpFill/>
            </p:grpSpPr>
            <p:sp>
              <p:nvSpPr>
                <p:cNvPr id="499" name="Cube 498">
                  <a:extLst>
                    <a:ext uri="{FF2B5EF4-FFF2-40B4-BE49-F238E27FC236}">
                      <a16:creationId xmlns:a16="http://schemas.microsoft.com/office/drawing/2014/main" id="{C7B1A177-49FB-2048-9945-C94B20E23367}"/>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0" name="Cube 499">
                  <a:extLst>
                    <a:ext uri="{FF2B5EF4-FFF2-40B4-BE49-F238E27FC236}">
                      <a16:creationId xmlns:a16="http://schemas.microsoft.com/office/drawing/2014/main" id="{9A4B912E-1CFE-9043-922C-90AF454C2669}"/>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92" name="Group 491">
                <a:extLst>
                  <a:ext uri="{FF2B5EF4-FFF2-40B4-BE49-F238E27FC236}">
                    <a16:creationId xmlns:a16="http://schemas.microsoft.com/office/drawing/2014/main" id="{ACA76274-AA4B-9A47-BD6D-0A08EFE8D699}"/>
                  </a:ext>
                </a:extLst>
              </p:cNvPr>
              <p:cNvGrpSpPr/>
              <p:nvPr/>
            </p:nvGrpSpPr>
            <p:grpSpPr>
              <a:xfrm>
                <a:off x="5381572" y="3466192"/>
                <a:ext cx="901322" cy="514728"/>
                <a:chOff x="5255630" y="3592133"/>
                <a:chExt cx="901322" cy="514728"/>
              </a:xfrm>
              <a:grpFill/>
            </p:grpSpPr>
            <p:sp>
              <p:nvSpPr>
                <p:cNvPr id="497" name="Cube 496">
                  <a:extLst>
                    <a:ext uri="{FF2B5EF4-FFF2-40B4-BE49-F238E27FC236}">
                      <a16:creationId xmlns:a16="http://schemas.microsoft.com/office/drawing/2014/main" id="{23A09017-0826-0B42-B322-16A57197AD1F}"/>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8" name="Cube 497">
                  <a:extLst>
                    <a:ext uri="{FF2B5EF4-FFF2-40B4-BE49-F238E27FC236}">
                      <a16:creationId xmlns:a16="http://schemas.microsoft.com/office/drawing/2014/main" id="{11CC4041-3B2B-2340-B37F-B6A45B8BF67A}"/>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93" name="Group 492">
                <a:extLst>
                  <a:ext uri="{FF2B5EF4-FFF2-40B4-BE49-F238E27FC236}">
                    <a16:creationId xmlns:a16="http://schemas.microsoft.com/office/drawing/2014/main" id="{2EC261F3-6B69-9D4E-B770-52A0E3AF2001}"/>
                  </a:ext>
                </a:extLst>
              </p:cNvPr>
              <p:cNvGrpSpPr/>
              <p:nvPr/>
            </p:nvGrpSpPr>
            <p:grpSpPr>
              <a:xfrm>
                <a:off x="5255630" y="3592133"/>
                <a:ext cx="1287916" cy="514728"/>
                <a:chOff x="5255630" y="3592133"/>
                <a:chExt cx="1287916" cy="514728"/>
              </a:xfrm>
              <a:grpFill/>
            </p:grpSpPr>
            <p:sp>
              <p:nvSpPr>
                <p:cNvPr id="494" name="Cube 493">
                  <a:extLst>
                    <a:ext uri="{FF2B5EF4-FFF2-40B4-BE49-F238E27FC236}">
                      <a16:creationId xmlns:a16="http://schemas.microsoft.com/office/drawing/2014/main" id="{39D2C276-5C65-FE4F-828B-886B31B3E8A9}"/>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5" name="Cube 494">
                  <a:extLst>
                    <a:ext uri="{FF2B5EF4-FFF2-40B4-BE49-F238E27FC236}">
                      <a16:creationId xmlns:a16="http://schemas.microsoft.com/office/drawing/2014/main" id="{7C5C1544-53AE-0C4E-A48A-D8FFA7E4FB10}"/>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6" name="Cube 495">
                  <a:extLst>
                    <a:ext uri="{FF2B5EF4-FFF2-40B4-BE49-F238E27FC236}">
                      <a16:creationId xmlns:a16="http://schemas.microsoft.com/office/drawing/2014/main" id="{D12F64F9-4F39-5E4E-B0B3-8CC73B1914D1}"/>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478" name="Group 477">
              <a:extLst>
                <a:ext uri="{FF2B5EF4-FFF2-40B4-BE49-F238E27FC236}">
                  <a16:creationId xmlns:a16="http://schemas.microsoft.com/office/drawing/2014/main" id="{23EC7B01-5BDA-164E-8619-999C91F1C8A6}"/>
                </a:ext>
              </a:extLst>
            </p:cNvPr>
            <p:cNvGrpSpPr/>
            <p:nvPr/>
          </p:nvGrpSpPr>
          <p:grpSpPr>
            <a:xfrm>
              <a:off x="5308736" y="2023531"/>
              <a:ext cx="2052336" cy="892553"/>
              <a:chOff x="5255630" y="3214308"/>
              <a:chExt cx="2052336" cy="892553"/>
            </a:xfrm>
            <a:grpFill/>
          </p:grpSpPr>
          <p:grpSp>
            <p:nvGrpSpPr>
              <p:cNvPr id="479" name="Group 478">
                <a:extLst>
                  <a:ext uri="{FF2B5EF4-FFF2-40B4-BE49-F238E27FC236}">
                    <a16:creationId xmlns:a16="http://schemas.microsoft.com/office/drawing/2014/main" id="{CDAE859D-3E0F-0B41-B02F-462E79074CA1}"/>
                  </a:ext>
                </a:extLst>
              </p:cNvPr>
              <p:cNvGrpSpPr/>
              <p:nvPr/>
            </p:nvGrpSpPr>
            <p:grpSpPr>
              <a:xfrm>
                <a:off x="5633455" y="3214308"/>
                <a:ext cx="1674511" cy="514728"/>
                <a:chOff x="5255630" y="3592133"/>
                <a:chExt cx="1674511" cy="514728"/>
              </a:xfrm>
              <a:grpFill/>
            </p:grpSpPr>
            <p:sp>
              <p:nvSpPr>
                <p:cNvPr id="486" name="Cube 485">
                  <a:extLst>
                    <a:ext uri="{FF2B5EF4-FFF2-40B4-BE49-F238E27FC236}">
                      <a16:creationId xmlns:a16="http://schemas.microsoft.com/office/drawing/2014/main" id="{C2C596FD-E112-9C47-BA21-6CB811AD2EBB}"/>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 name="Cube 486">
                  <a:extLst>
                    <a:ext uri="{FF2B5EF4-FFF2-40B4-BE49-F238E27FC236}">
                      <a16:creationId xmlns:a16="http://schemas.microsoft.com/office/drawing/2014/main" id="{5FD90161-B679-0F43-A5C2-39948B660154}"/>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 name="Cube 487">
                  <a:extLst>
                    <a:ext uri="{FF2B5EF4-FFF2-40B4-BE49-F238E27FC236}">
                      <a16:creationId xmlns:a16="http://schemas.microsoft.com/office/drawing/2014/main" id="{4BBEC3FC-774A-D043-8F63-DFF54A09DB47}"/>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9" name="Cube 488">
                  <a:extLst>
                    <a:ext uri="{FF2B5EF4-FFF2-40B4-BE49-F238E27FC236}">
                      <a16:creationId xmlns:a16="http://schemas.microsoft.com/office/drawing/2014/main" id="{7F1B216C-24D9-8C41-825B-E9FC11167690}"/>
                    </a:ext>
                  </a:extLst>
                </p:cNvPr>
                <p:cNvSpPr/>
                <p:nvPr/>
              </p:nvSpPr>
              <p:spPr>
                <a:xfrm>
                  <a:off x="6415413"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80" name="Cube 479">
                <a:extLst>
                  <a:ext uri="{FF2B5EF4-FFF2-40B4-BE49-F238E27FC236}">
                    <a16:creationId xmlns:a16="http://schemas.microsoft.com/office/drawing/2014/main" id="{23EDB1AE-3663-5749-B184-CD52ACF3406C}"/>
                  </a:ext>
                </a:extLst>
              </p:cNvPr>
              <p:cNvSpPr/>
              <p:nvPr/>
            </p:nvSpPr>
            <p:spPr>
              <a:xfrm>
                <a:off x="5507514" y="3340250"/>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 name="Cube 480">
                <a:extLst>
                  <a:ext uri="{FF2B5EF4-FFF2-40B4-BE49-F238E27FC236}">
                    <a16:creationId xmlns:a16="http://schemas.microsoft.com/office/drawing/2014/main" id="{E6390B60-1AE7-6E46-B088-5F12C5E59239}"/>
                  </a:ext>
                </a:extLst>
              </p:cNvPr>
              <p:cNvSpPr/>
              <p:nvPr/>
            </p:nvSpPr>
            <p:spPr>
              <a:xfrm>
                <a:off x="5381572" y="3466192"/>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82" name="Group 481">
                <a:extLst>
                  <a:ext uri="{FF2B5EF4-FFF2-40B4-BE49-F238E27FC236}">
                    <a16:creationId xmlns:a16="http://schemas.microsoft.com/office/drawing/2014/main" id="{E6361450-C496-8348-B3B9-B558804C8363}"/>
                  </a:ext>
                </a:extLst>
              </p:cNvPr>
              <p:cNvGrpSpPr/>
              <p:nvPr/>
            </p:nvGrpSpPr>
            <p:grpSpPr>
              <a:xfrm>
                <a:off x="5255630" y="3592133"/>
                <a:ext cx="1287916" cy="514728"/>
                <a:chOff x="5255630" y="3592133"/>
                <a:chExt cx="1287916" cy="514728"/>
              </a:xfrm>
              <a:grpFill/>
            </p:grpSpPr>
            <p:sp>
              <p:nvSpPr>
                <p:cNvPr id="483" name="Cube 482">
                  <a:extLst>
                    <a:ext uri="{FF2B5EF4-FFF2-40B4-BE49-F238E27FC236}">
                      <a16:creationId xmlns:a16="http://schemas.microsoft.com/office/drawing/2014/main" id="{905E9C8C-E1F4-A34D-B3D1-EC56461C6BF7}"/>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 name="Cube 483">
                  <a:extLst>
                    <a:ext uri="{FF2B5EF4-FFF2-40B4-BE49-F238E27FC236}">
                      <a16:creationId xmlns:a16="http://schemas.microsoft.com/office/drawing/2014/main" id="{97EFC42A-EA23-F241-825D-9726148D2747}"/>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5" name="Cube 484">
                  <a:extLst>
                    <a:ext uri="{FF2B5EF4-FFF2-40B4-BE49-F238E27FC236}">
                      <a16:creationId xmlns:a16="http://schemas.microsoft.com/office/drawing/2014/main" id="{8FC11C8E-A16E-2B43-A630-B4BBDA6B53D3}"/>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grpSp>
        <p:nvGrpSpPr>
          <p:cNvPr id="520" name="Group 519">
            <a:extLst>
              <a:ext uri="{FF2B5EF4-FFF2-40B4-BE49-F238E27FC236}">
                <a16:creationId xmlns:a16="http://schemas.microsoft.com/office/drawing/2014/main" id="{CC4F7122-D303-D642-A3F1-48CA0A98282B}"/>
              </a:ext>
            </a:extLst>
          </p:cNvPr>
          <p:cNvGrpSpPr/>
          <p:nvPr/>
        </p:nvGrpSpPr>
        <p:grpSpPr>
          <a:xfrm>
            <a:off x="6875991" y="3060596"/>
            <a:ext cx="1674222" cy="1333272"/>
            <a:chOff x="5308736" y="2149473"/>
            <a:chExt cx="1926395" cy="1534091"/>
          </a:xfrm>
          <a:solidFill>
            <a:schemeClr val="bg1">
              <a:lumMod val="85000"/>
            </a:schemeClr>
          </a:solidFill>
        </p:grpSpPr>
        <p:grpSp>
          <p:nvGrpSpPr>
            <p:cNvPr id="521" name="Group 520">
              <a:extLst>
                <a:ext uri="{FF2B5EF4-FFF2-40B4-BE49-F238E27FC236}">
                  <a16:creationId xmlns:a16="http://schemas.microsoft.com/office/drawing/2014/main" id="{857C9683-4802-5C4C-A4EF-D33C54CDF193}"/>
                </a:ext>
              </a:extLst>
            </p:cNvPr>
            <p:cNvGrpSpPr/>
            <p:nvPr/>
          </p:nvGrpSpPr>
          <p:grpSpPr>
            <a:xfrm>
              <a:off x="5308736" y="2791011"/>
              <a:ext cx="1926395" cy="892553"/>
              <a:chOff x="5255630" y="3214308"/>
              <a:chExt cx="1926395" cy="892553"/>
            </a:xfrm>
            <a:grpFill/>
          </p:grpSpPr>
          <p:grpSp>
            <p:nvGrpSpPr>
              <p:cNvPr id="552" name="Group 551">
                <a:extLst>
                  <a:ext uri="{FF2B5EF4-FFF2-40B4-BE49-F238E27FC236}">
                    <a16:creationId xmlns:a16="http://schemas.microsoft.com/office/drawing/2014/main" id="{AF375362-3F90-5F47-BE69-CCC9AD63008E}"/>
                  </a:ext>
                </a:extLst>
              </p:cNvPr>
              <p:cNvGrpSpPr/>
              <p:nvPr/>
            </p:nvGrpSpPr>
            <p:grpSpPr>
              <a:xfrm>
                <a:off x="5633455" y="3214308"/>
                <a:ext cx="1287916" cy="514728"/>
                <a:chOff x="5255630" y="3592133"/>
                <a:chExt cx="1287916" cy="514728"/>
              </a:xfrm>
              <a:grpFill/>
            </p:grpSpPr>
            <p:sp>
              <p:nvSpPr>
                <p:cNvPr id="568" name="Cube 567">
                  <a:extLst>
                    <a:ext uri="{FF2B5EF4-FFF2-40B4-BE49-F238E27FC236}">
                      <a16:creationId xmlns:a16="http://schemas.microsoft.com/office/drawing/2014/main" id="{D440CEA4-C908-E64A-8E4A-1B3267D14734}"/>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9" name="Cube 568">
                  <a:extLst>
                    <a:ext uri="{FF2B5EF4-FFF2-40B4-BE49-F238E27FC236}">
                      <a16:creationId xmlns:a16="http://schemas.microsoft.com/office/drawing/2014/main" id="{305BA738-86BD-2041-8296-08387EF86F76}"/>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0" name="Cube 569">
                  <a:extLst>
                    <a:ext uri="{FF2B5EF4-FFF2-40B4-BE49-F238E27FC236}">
                      <a16:creationId xmlns:a16="http://schemas.microsoft.com/office/drawing/2014/main" id="{C9650067-FC02-8B42-B275-1F98B3EE6FBF}"/>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53" name="Group 552">
                <a:extLst>
                  <a:ext uri="{FF2B5EF4-FFF2-40B4-BE49-F238E27FC236}">
                    <a16:creationId xmlns:a16="http://schemas.microsoft.com/office/drawing/2014/main" id="{B4F59A85-E808-1648-8BB5-1CACDF69DBEE}"/>
                  </a:ext>
                </a:extLst>
              </p:cNvPr>
              <p:cNvGrpSpPr/>
              <p:nvPr/>
            </p:nvGrpSpPr>
            <p:grpSpPr>
              <a:xfrm>
                <a:off x="5507514" y="3340250"/>
                <a:ext cx="1674511" cy="514728"/>
                <a:chOff x="5255630" y="3592133"/>
                <a:chExt cx="1674511" cy="514728"/>
              </a:xfrm>
              <a:grpFill/>
            </p:grpSpPr>
            <p:sp>
              <p:nvSpPr>
                <p:cNvPr id="564" name="Cube 563">
                  <a:extLst>
                    <a:ext uri="{FF2B5EF4-FFF2-40B4-BE49-F238E27FC236}">
                      <a16:creationId xmlns:a16="http://schemas.microsoft.com/office/drawing/2014/main" id="{9727497D-D7A4-E240-8501-FD52D0777917}"/>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5" name="Cube 564">
                  <a:extLst>
                    <a:ext uri="{FF2B5EF4-FFF2-40B4-BE49-F238E27FC236}">
                      <a16:creationId xmlns:a16="http://schemas.microsoft.com/office/drawing/2014/main" id="{2DFD3298-9B98-8342-9F15-93932D31B2B4}"/>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6" name="Cube 565">
                  <a:extLst>
                    <a:ext uri="{FF2B5EF4-FFF2-40B4-BE49-F238E27FC236}">
                      <a16:creationId xmlns:a16="http://schemas.microsoft.com/office/drawing/2014/main" id="{0E341086-7FD2-9F4D-9514-C57443481575}"/>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7" name="Cube 566">
                  <a:extLst>
                    <a:ext uri="{FF2B5EF4-FFF2-40B4-BE49-F238E27FC236}">
                      <a16:creationId xmlns:a16="http://schemas.microsoft.com/office/drawing/2014/main" id="{1065FA5F-E6BC-4448-A041-6D2AB8841D15}"/>
                    </a:ext>
                  </a:extLst>
                </p:cNvPr>
                <p:cNvSpPr/>
                <p:nvPr/>
              </p:nvSpPr>
              <p:spPr>
                <a:xfrm>
                  <a:off x="6415413"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54" name="Group 553">
                <a:extLst>
                  <a:ext uri="{FF2B5EF4-FFF2-40B4-BE49-F238E27FC236}">
                    <a16:creationId xmlns:a16="http://schemas.microsoft.com/office/drawing/2014/main" id="{FFF7D4B1-21CC-3D46-ADED-02604CDD1AAA}"/>
                  </a:ext>
                </a:extLst>
              </p:cNvPr>
              <p:cNvGrpSpPr/>
              <p:nvPr/>
            </p:nvGrpSpPr>
            <p:grpSpPr>
              <a:xfrm>
                <a:off x="5381572" y="3466192"/>
                <a:ext cx="1674511" cy="514728"/>
                <a:chOff x="5255630" y="3592133"/>
                <a:chExt cx="1674511" cy="514728"/>
              </a:xfrm>
              <a:grpFill/>
            </p:grpSpPr>
            <p:sp>
              <p:nvSpPr>
                <p:cNvPr id="560" name="Cube 559">
                  <a:extLst>
                    <a:ext uri="{FF2B5EF4-FFF2-40B4-BE49-F238E27FC236}">
                      <a16:creationId xmlns:a16="http://schemas.microsoft.com/office/drawing/2014/main" id="{33D8F994-71F5-764F-B6F2-E66847ECBEE1}"/>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1" name="Cube 560">
                  <a:extLst>
                    <a:ext uri="{FF2B5EF4-FFF2-40B4-BE49-F238E27FC236}">
                      <a16:creationId xmlns:a16="http://schemas.microsoft.com/office/drawing/2014/main" id="{19554724-C41A-F740-97AB-C3A4575155C9}"/>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2" name="Cube 561">
                  <a:extLst>
                    <a:ext uri="{FF2B5EF4-FFF2-40B4-BE49-F238E27FC236}">
                      <a16:creationId xmlns:a16="http://schemas.microsoft.com/office/drawing/2014/main" id="{23AD69E7-AAD4-D04B-AA2C-E644EC5F5692}"/>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3" name="Cube 562">
                  <a:extLst>
                    <a:ext uri="{FF2B5EF4-FFF2-40B4-BE49-F238E27FC236}">
                      <a16:creationId xmlns:a16="http://schemas.microsoft.com/office/drawing/2014/main" id="{6238CEBD-16A7-7E4C-A6D3-E5ACB334D34C}"/>
                    </a:ext>
                  </a:extLst>
                </p:cNvPr>
                <p:cNvSpPr/>
                <p:nvPr/>
              </p:nvSpPr>
              <p:spPr>
                <a:xfrm>
                  <a:off x="6415413"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55" name="Group 554">
                <a:extLst>
                  <a:ext uri="{FF2B5EF4-FFF2-40B4-BE49-F238E27FC236}">
                    <a16:creationId xmlns:a16="http://schemas.microsoft.com/office/drawing/2014/main" id="{6651E6E2-558A-C743-8F81-7C5274EA6787}"/>
                  </a:ext>
                </a:extLst>
              </p:cNvPr>
              <p:cNvGrpSpPr/>
              <p:nvPr/>
            </p:nvGrpSpPr>
            <p:grpSpPr>
              <a:xfrm>
                <a:off x="5255630" y="3592133"/>
                <a:ext cx="1674511" cy="514728"/>
                <a:chOff x="5255630" y="3592133"/>
                <a:chExt cx="1674511" cy="514728"/>
              </a:xfrm>
              <a:grpFill/>
            </p:grpSpPr>
            <p:sp>
              <p:nvSpPr>
                <p:cNvPr id="556" name="Cube 555">
                  <a:extLst>
                    <a:ext uri="{FF2B5EF4-FFF2-40B4-BE49-F238E27FC236}">
                      <a16:creationId xmlns:a16="http://schemas.microsoft.com/office/drawing/2014/main" id="{7DA52DFA-553C-FB45-9C1B-30CB9C9BDB23}"/>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7" name="Cube 556">
                  <a:extLst>
                    <a:ext uri="{FF2B5EF4-FFF2-40B4-BE49-F238E27FC236}">
                      <a16:creationId xmlns:a16="http://schemas.microsoft.com/office/drawing/2014/main" id="{BA4BA4F0-C874-1640-8CA1-7AE60250E992}"/>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8" name="Cube 557">
                  <a:extLst>
                    <a:ext uri="{FF2B5EF4-FFF2-40B4-BE49-F238E27FC236}">
                      <a16:creationId xmlns:a16="http://schemas.microsoft.com/office/drawing/2014/main" id="{0353B492-3C35-8044-A452-01421FDA51BF}"/>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9" name="Cube 558">
                  <a:extLst>
                    <a:ext uri="{FF2B5EF4-FFF2-40B4-BE49-F238E27FC236}">
                      <a16:creationId xmlns:a16="http://schemas.microsoft.com/office/drawing/2014/main" id="{E674599C-EA97-EA44-8F82-16F488CE1766}"/>
                    </a:ext>
                  </a:extLst>
                </p:cNvPr>
                <p:cNvSpPr/>
                <p:nvPr/>
              </p:nvSpPr>
              <p:spPr>
                <a:xfrm>
                  <a:off x="6415413"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22" name="Group 521">
              <a:extLst>
                <a:ext uri="{FF2B5EF4-FFF2-40B4-BE49-F238E27FC236}">
                  <a16:creationId xmlns:a16="http://schemas.microsoft.com/office/drawing/2014/main" id="{2E1E4DF4-2D1A-ED4F-B97F-174AB32F2980}"/>
                </a:ext>
              </a:extLst>
            </p:cNvPr>
            <p:cNvGrpSpPr/>
            <p:nvPr/>
          </p:nvGrpSpPr>
          <p:grpSpPr>
            <a:xfrm>
              <a:off x="5308736" y="2406836"/>
              <a:ext cx="1926395" cy="892553"/>
              <a:chOff x="5255630" y="3214308"/>
              <a:chExt cx="1926395" cy="892553"/>
            </a:xfrm>
            <a:grpFill/>
          </p:grpSpPr>
          <p:grpSp>
            <p:nvGrpSpPr>
              <p:cNvPr id="539" name="Group 538">
                <a:extLst>
                  <a:ext uri="{FF2B5EF4-FFF2-40B4-BE49-F238E27FC236}">
                    <a16:creationId xmlns:a16="http://schemas.microsoft.com/office/drawing/2014/main" id="{08790A51-59EE-7049-AC54-83D472589E3C}"/>
                  </a:ext>
                </a:extLst>
              </p:cNvPr>
              <p:cNvGrpSpPr/>
              <p:nvPr/>
            </p:nvGrpSpPr>
            <p:grpSpPr>
              <a:xfrm>
                <a:off x="5633455" y="3214308"/>
                <a:ext cx="1287916" cy="514728"/>
                <a:chOff x="5255630" y="3592133"/>
                <a:chExt cx="1287916" cy="514728"/>
              </a:xfrm>
              <a:grpFill/>
            </p:grpSpPr>
            <p:sp>
              <p:nvSpPr>
                <p:cNvPr id="549" name="Cube 548">
                  <a:extLst>
                    <a:ext uri="{FF2B5EF4-FFF2-40B4-BE49-F238E27FC236}">
                      <a16:creationId xmlns:a16="http://schemas.microsoft.com/office/drawing/2014/main" id="{01EE737A-769B-F54D-8293-B81FC37CD410}"/>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0" name="Cube 549">
                  <a:extLst>
                    <a:ext uri="{FF2B5EF4-FFF2-40B4-BE49-F238E27FC236}">
                      <a16:creationId xmlns:a16="http://schemas.microsoft.com/office/drawing/2014/main" id="{D53C8336-17A8-8F4E-9412-4EF5799853C8}"/>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1" name="Cube 550">
                  <a:extLst>
                    <a:ext uri="{FF2B5EF4-FFF2-40B4-BE49-F238E27FC236}">
                      <a16:creationId xmlns:a16="http://schemas.microsoft.com/office/drawing/2014/main" id="{0597862C-5BDA-7F4E-8F93-7324F812F022}"/>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40" name="Group 539">
                <a:extLst>
                  <a:ext uri="{FF2B5EF4-FFF2-40B4-BE49-F238E27FC236}">
                    <a16:creationId xmlns:a16="http://schemas.microsoft.com/office/drawing/2014/main" id="{B66791F5-F4F5-5C48-914C-D2D82D9891DB}"/>
                  </a:ext>
                </a:extLst>
              </p:cNvPr>
              <p:cNvGrpSpPr/>
              <p:nvPr/>
            </p:nvGrpSpPr>
            <p:grpSpPr>
              <a:xfrm>
                <a:off x="5507514" y="3340250"/>
                <a:ext cx="1674511" cy="514728"/>
                <a:chOff x="5255630" y="3592133"/>
                <a:chExt cx="1674511" cy="514728"/>
              </a:xfrm>
              <a:grpFill/>
            </p:grpSpPr>
            <p:sp>
              <p:nvSpPr>
                <p:cNvPr id="547" name="Cube 546">
                  <a:extLst>
                    <a:ext uri="{FF2B5EF4-FFF2-40B4-BE49-F238E27FC236}">
                      <a16:creationId xmlns:a16="http://schemas.microsoft.com/office/drawing/2014/main" id="{72E08682-5EA1-F243-B145-D931DAA1FE8E}"/>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8" name="Cube 547">
                  <a:extLst>
                    <a:ext uri="{FF2B5EF4-FFF2-40B4-BE49-F238E27FC236}">
                      <a16:creationId xmlns:a16="http://schemas.microsoft.com/office/drawing/2014/main" id="{A809313E-590B-5B4D-B183-777B8B375AAC}"/>
                    </a:ext>
                  </a:extLst>
                </p:cNvPr>
                <p:cNvSpPr/>
                <p:nvPr/>
              </p:nvSpPr>
              <p:spPr>
                <a:xfrm>
                  <a:off x="6415413"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41" name="Group 540">
                <a:extLst>
                  <a:ext uri="{FF2B5EF4-FFF2-40B4-BE49-F238E27FC236}">
                    <a16:creationId xmlns:a16="http://schemas.microsoft.com/office/drawing/2014/main" id="{89098AC9-CEB5-A248-A4E0-79F95677178A}"/>
                  </a:ext>
                </a:extLst>
              </p:cNvPr>
              <p:cNvGrpSpPr/>
              <p:nvPr/>
            </p:nvGrpSpPr>
            <p:grpSpPr>
              <a:xfrm>
                <a:off x="5381572" y="3466192"/>
                <a:ext cx="1674511" cy="514728"/>
                <a:chOff x="5255630" y="3592133"/>
                <a:chExt cx="1674511" cy="514728"/>
              </a:xfrm>
              <a:grpFill/>
            </p:grpSpPr>
            <p:sp>
              <p:nvSpPr>
                <p:cNvPr id="545" name="Cube 544">
                  <a:extLst>
                    <a:ext uri="{FF2B5EF4-FFF2-40B4-BE49-F238E27FC236}">
                      <a16:creationId xmlns:a16="http://schemas.microsoft.com/office/drawing/2014/main" id="{B57FDFCE-01A0-5842-AA57-548BFE8C4921}"/>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6" name="Cube 545">
                  <a:extLst>
                    <a:ext uri="{FF2B5EF4-FFF2-40B4-BE49-F238E27FC236}">
                      <a16:creationId xmlns:a16="http://schemas.microsoft.com/office/drawing/2014/main" id="{E357B0E3-3830-9B4A-B2AE-541D636110A9}"/>
                    </a:ext>
                  </a:extLst>
                </p:cNvPr>
                <p:cNvSpPr/>
                <p:nvPr/>
              </p:nvSpPr>
              <p:spPr>
                <a:xfrm>
                  <a:off x="6415413"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42" name="Group 541">
                <a:extLst>
                  <a:ext uri="{FF2B5EF4-FFF2-40B4-BE49-F238E27FC236}">
                    <a16:creationId xmlns:a16="http://schemas.microsoft.com/office/drawing/2014/main" id="{FB8574A4-3686-A649-8DE2-02B42FAD4939}"/>
                  </a:ext>
                </a:extLst>
              </p:cNvPr>
              <p:cNvGrpSpPr/>
              <p:nvPr/>
            </p:nvGrpSpPr>
            <p:grpSpPr>
              <a:xfrm>
                <a:off x="5255630" y="3592133"/>
                <a:ext cx="1674511" cy="514728"/>
                <a:chOff x="5255630" y="3592133"/>
                <a:chExt cx="1674511" cy="514728"/>
              </a:xfrm>
              <a:grpFill/>
            </p:grpSpPr>
            <p:sp>
              <p:nvSpPr>
                <p:cNvPr id="543" name="Cube 542">
                  <a:extLst>
                    <a:ext uri="{FF2B5EF4-FFF2-40B4-BE49-F238E27FC236}">
                      <a16:creationId xmlns:a16="http://schemas.microsoft.com/office/drawing/2014/main" id="{3DB5C26C-FC1E-0E4B-B068-30BFA2638134}"/>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4" name="Cube 543">
                  <a:extLst>
                    <a:ext uri="{FF2B5EF4-FFF2-40B4-BE49-F238E27FC236}">
                      <a16:creationId xmlns:a16="http://schemas.microsoft.com/office/drawing/2014/main" id="{CFC1E691-CD24-4345-9773-74BE21823552}"/>
                    </a:ext>
                  </a:extLst>
                </p:cNvPr>
                <p:cNvSpPr/>
                <p:nvPr/>
              </p:nvSpPr>
              <p:spPr>
                <a:xfrm>
                  <a:off x="6415413"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23" name="Group 522">
              <a:extLst>
                <a:ext uri="{FF2B5EF4-FFF2-40B4-BE49-F238E27FC236}">
                  <a16:creationId xmlns:a16="http://schemas.microsoft.com/office/drawing/2014/main" id="{64CD9431-A537-D94C-8974-FB595B933A78}"/>
                </a:ext>
              </a:extLst>
            </p:cNvPr>
            <p:cNvGrpSpPr/>
            <p:nvPr/>
          </p:nvGrpSpPr>
          <p:grpSpPr>
            <a:xfrm>
              <a:off x="5308736" y="2149473"/>
              <a:ext cx="1926395" cy="766611"/>
              <a:chOff x="5255630" y="3340250"/>
              <a:chExt cx="1926395" cy="766611"/>
            </a:xfrm>
            <a:grpFill/>
          </p:grpSpPr>
          <p:grpSp>
            <p:nvGrpSpPr>
              <p:cNvPr id="524" name="Group 523">
                <a:extLst>
                  <a:ext uri="{FF2B5EF4-FFF2-40B4-BE49-F238E27FC236}">
                    <a16:creationId xmlns:a16="http://schemas.microsoft.com/office/drawing/2014/main" id="{4B008A23-CE70-3746-879C-1D9B12CA814B}"/>
                  </a:ext>
                </a:extLst>
              </p:cNvPr>
              <p:cNvGrpSpPr/>
              <p:nvPr/>
            </p:nvGrpSpPr>
            <p:grpSpPr>
              <a:xfrm>
                <a:off x="5507514" y="3340250"/>
                <a:ext cx="1674511" cy="514728"/>
                <a:chOff x="5255630" y="3592133"/>
                <a:chExt cx="1674511" cy="514728"/>
              </a:xfrm>
              <a:grpFill/>
            </p:grpSpPr>
            <p:sp>
              <p:nvSpPr>
                <p:cNvPr id="535" name="Cube 534">
                  <a:extLst>
                    <a:ext uri="{FF2B5EF4-FFF2-40B4-BE49-F238E27FC236}">
                      <a16:creationId xmlns:a16="http://schemas.microsoft.com/office/drawing/2014/main" id="{F56FFD74-07D2-784E-8F5B-B8977C1517EA}"/>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6" name="Cube 535">
                  <a:extLst>
                    <a:ext uri="{FF2B5EF4-FFF2-40B4-BE49-F238E27FC236}">
                      <a16:creationId xmlns:a16="http://schemas.microsoft.com/office/drawing/2014/main" id="{315BCD61-CCF7-AA46-8A8D-58BEF592FBA7}"/>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7" name="Cube 536">
                  <a:extLst>
                    <a:ext uri="{FF2B5EF4-FFF2-40B4-BE49-F238E27FC236}">
                      <a16:creationId xmlns:a16="http://schemas.microsoft.com/office/drawing/2014/main" id="{1D17ED20-86A7-504D-972F-3AD58A0AB672}"/>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8" name="Cube 537">
                  <a:extLst>
                    <a:ext uri="{FF2B5EF4-FFF2-40B4-BE49-F238E27FC236}">
                      <a16:creationId xmlns:a16="http://schemas.microsoft.com/office/drawing/2014/main" id="{EA1E3B71-9A25-F941-9F66-B7BB4C6B8BA3}"/>
                    </a:ext>
                  </a:extLst>
                </p:cNvPr>
                <p:cNvSpPr/>
                <p:nvPr/>
              </p:nvSpPr>
              <p:spPr>
                <a:xfrm>
                  <a:off x="6415413"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25" name="Group 524">
                <a:extLst>
                  <a:ext uri="{FF2B5EF4-FFF2-40B4-BE49-F238E27FC236}">
                    <a16:creationId xmlns:a16="http://schemas.microsoft.com/office/drawing/2014/main" id="{2939340E-125B-EF45-9506-5EFDE8973D46}"/>
                  </a:ext>
                </a:extLst>
              </p:cNvPr>
              <p:cNvGrpSpPr/>
              <p:nvPr/>
            </p:nvGrpSpPr>
            <p:grpSpPr>
              <a:xfrm>
                <a:off x="5381572" y="3466192"/>
                <a:ext cx="1674511" cy="514728"/>
                <a:chOff x="5255630" y="3592133"/>
                <a:chExt cx="1674511" cy="514728"/>
              </a:xfrm>
              <a:grpFill/>
            </p:grpSpPr>
            <p:sp>
              <p:nvSpPr>
                <p:cNvPr id="531" name="Cube 530">
                  <a:extLst>
                    <a:ext uri="{FF2B5EF4-FFF2-40B4-BE49-F238E27FC236}">
                      <a16:creationId xmlns:a16="http://schemas.microsoft.com/office/drawing/2014/main" id="{55493659-F775-FF43-80E4-B11F5DF046F6}"/>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2" name="Cube 531">
                  <a:extLst>
                    <a:ext uri="{FF2B5EF4-FFF2-40B4-BE49-F238E27FC236}">
                      <a16:creationId xmlns:a16="http://schemas.microsoft.com/office/drawing/2014/main" id="{2CE74753-002F-A540-A8CE-8ED2FCBFC02A}"/>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3" name="Cube 532">
                  <a:extLst>
                    <a:ext uri="{FF2B5EF4-FFF2-40B4-BE49-F238E27FC236}">
                      <a16:creationId xmlns:a16="http://schemas.microsoft.com/office/drawing/2014/main" id="{8A3DF97E-1909-5A48-857D-719DB782ADA4}"/>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4" name="Cube 533">
                  <a:extLst>
                    <a:ext uri="{FF2B5EF4-FFF2-40B4-BE49-F238E27FC236}">
                      <a16:creationId xmlns:a16="http://schemas.microsoft.com/office/drawing/2014/main" id="{DA8F5617-82CD-9D44-973F-80C6E19AF6B8}"/>
                    </a:ext>
                  </a:extLst>
                </p:cNvPr>
                <p:cNvSpPr/>
                <p:nvPr/>
              </p:nvSpPr>
              <p:spPr>
                <a:xfrm>
                  <a:off x="6415413"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26" name="Group 525">
                <a:extLst>
                  <a:ext uri="{FF2B5EF4-FFF2-40B4-BE49-F238E27FC236}">
                    <a16:creationId xmlns:a16="http://schemas.microsoft.com/office/drawing/2014/main" id="{716BA386-AFA2-7048-8090-513849532B84}"/>
                  </a:ext>
                </a:extLst>
              </p:cNvPr>
              <p:cNvGrpSpPr/>
              <p:nvPr/>
            </p:nvGrpSpPr>
            <p:grpSpPr>
              <a:xfrm>
                <a:off x="5255630" y="3592133"/>
                <a:ext cx="1674511" cy="514728"/>
                <a:chOff x="5255630" y="3592133"/>
                <a:chExt cx="1674511" cy="514728"/>
              </a:xfrm>
              <a:grpFill/>
            </p:grpSpPr>
            <p:sp>
              <p:nvSpPr>
                <p:cNvPr id="527" name="Cube 526">
                  <a:extLst>
                    <a:ext uri="{FF2B5EF4-FFF2-40B4-BE49-F238E27FC236}">
                      <a16:creationId xmlns:a16="http://schemas.microsoft.com/office/drawing/2014/main" id="{79AF6EA1-41C3-5342-A553-C3158FE024F6}"/>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8" name="Cube 527">
                  <a:extLst>
                    <a:ext uri="{FF2B5EF4-FFF2-40B4-BE49-F238E27FC236}">
                      <a16:creationId xmlns:a16="http://schemas.microsoft.com/office/drawing/2014/main" id="{758E1C2D-BF34-B641-8581-CE91EB58A680}"/>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9" name="Cube 528">
                  <a:extLst>
                    <a:ext uri="{FF2B5EF4-FFF2-40B4-BE49-F238E27FC236}">
                      <a16:creationId xmlns:a16="http://schemas.microsoft.com/office/drawing/2014/main" id="{0B1CE0E6-94CB-D54D-9521-0E130A5BB88B}"/>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0" name="Cube 529">
                  <a:extLst>
                    <a:ext uri="{FF2B5EF4-FFF2-40B4-BE49-F238E27FC236}">
                      <a16:creationId xmlns:a16="http://schemas.microsoft.com/office/drawing/2014/main" id="{315A821D-1AAE-C540-A202-34E5510A060F}"/>
                    </a:ext>
                  </a:extLst>
                </p:cNvPr>
                <p:cNvSpPr/>
                <p:nvPr/>
              </p:nvSpPr>
              <p:spPr>
                <a:xfrm>
                  <a:off x="6415413"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240" name="Group 239">
            <a:extLst>
              <a:ext uri="{FF2B5EF4-FFF2-40B4-BE49-F238E27FC236}">
                <a16:creationId xmlns:a16="http://schemas.microsoft.com/office/drawing/2014/main" id="{C3ACB279-A51C-B44D-A721-D662D2E3DB39}"/>
              </a:ext>
            </a:extLst>
          </p:cNvPr>
          <p:cNvGrpSpPr/>
          <p:nvPr/>
        </p:nvGrpSpPr>
        <p:grpSpPr>
          <a:xfrm>
            <a:off x="654663" y="1491455"/>
            <a:ext cx="1665741" cy="1276728"/>
            <a:chOff x="5308736" y="2406836"/>
            <a:chExt cx="1665741" cy="1276728"/>
          </a:xfrm>
          <a:solidFill>
            <a:schemeClr val="bg1">
              <a:lumMod val="85000"/>
            </a:schemeClr>
          </a:solidFill>
        </p:grpSpPr>
        <p:grpSp>
          <p:nvGrpSpPr>
            <p:cNvPr id="241" name="Group 240">
              <a:extLst>
                <a:ext uri="{FF2B5EF4-FFF2-40B4-BE49-F238E27FC236}">
                  <a16:creationId xmlns:a16="http://schemas.microsoft.com/office/drawing/2014/main" id="{0DD7DB3C-3659-464E-B0B6-4FDA78688B94}"/>
                </a:ext>
              </a:extLst>
            </p:cNvPr>
            <p:cNvGrpSpPr/>
            <p:nvPr/>
          </p:nvGrpSpPr>
          <p:grpSpPr>
            <a:xfrm>
              <a:off x="5308736" y="2791011"/>
              <a:ext cx="1665741" cy="892553"/>
              <a:chOff x="5255630" y="3214308"/>
              <a:chExt cx="1665741" cy="892553"/>
            </a:xfrm>
            <a:grpFill/>
          </p:grpSpPr>
          <p:grpSp>
            <p:nvGrpSpPr>
              <p:cNvPr id="247" name="Group 246">
                <a:extLst>
                  <a:ext uri="{FF2B5EF4-FFF2-40B4-BE49-F238E27FC236}">
                    <a16:creationId xmlns:a16="http://schemas.microsoft.com/office/drawing/2014/main" id="{1DEFC8E7-A7D2-8444-B128-F8021E74C272}"/>
                  </a:ext>
                </a:extLst>
              </p:cNvPr>
              <p:cNvGrpSpPr/>
              <p:nvPr/>
            </p:nvGrpSpPr>
            <p:grpSpPr>
              <a:xfrm>
                <a:off x="5633455" y="3214308"/>
                <a:ext cx="1287916" cy="514728"/>
                <a:chOff x="5255630" y="3592133"/>
                <a:chExt cx="1287916" cy="514728"/>
              </a:xfrm>
              <a:grpFill/>
            </p:grpSpPr>
            <p:sp>
              <p:nvSpPr>
                <p:cNvPr id="260" name="Cube 259">
                  <a:extLst>
                    <a:ext uri="{FF2B5EF4-FFF2-40B4-BE49-F238E27FC236}">
                      <a16:creationId xmlns:a16="http://schemas.microsoft.com/office/drawing/2014/main" id="{68805D44-6CF1-CD4E-AC8C-3F6E984143E2}"/>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 name="Cube 260">
                  <a:extLst>
                    <a:ext uri="{FF2B5EF4-FFF2-40B4-BE49-F238E27FC236}">
                      <a16:creationId xmlns:a16="http://schemas.microsoft.com/office/drawing/2014/main" id="{A04D1FC7-33DB-FC47-A0FB-D6A49063B2F2}"/>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Cube 261">
                  <a:extLst>
                    <a:ext uri="{FF2B5EF4-FFF2-40B4-BE49-F238E27FC236}">
                      <a16:creationId xmlns:a16="http://schemas.microsoft.com/office/drawing/2014/main" id="{C1331C8C-DDAC-1A45-9B89-40ADD3B97B78}"/>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48" name="Group 247">
                <a:extLst>
                  <a:ext uri="{FF2B5EF4-FFF2-40B4-BE49-F238E27FC236}">
                    <a16:creationId xmlns:a16="http://schemas.microsoft.com/office/drawing/2014/main" id="{9064FF07-B771-7E4E-A946-0DF5152A5BBA}"/>
                  </a:ext>
                </a:extLst>
              </p:cNvPr>
              <p:cNvGrpSpPr/>
              <p:nvPr/>
            </p:nvGrpSpPr>
            <p:grpSpPr>
              <a:xfrm>
                <a:off x="5507514" y="3340250"/>
                <a:ext cx="1287916" cy="514728"/>
                <a:chOff x="5255630" y="3592133"/>
                <a:chExt cx="1287916" cy="514728"/>
              </a:xfrm>
              <a:grpFill/>
            </p:grpSpPr>
            <p:sp>
              <p:nvSpPr>
                <p:cNvPr id="257" name="Cube 256">
                  <a:extLst>
                    <a:ext uri="{FF2B5EF4-FFF2-40B4-BE49-F238E27FC236}">
                      <a16:creationId xmlns:a16="http://schemas.microsoft.com/office/drawing/2014/main" id="{37A6F1DC-AC4B-A340-8D9D-FBD139342F63}"/>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Cube 257">
                  <a:extLst>
                    <a:ext uri="{FF2B5EF4-FFF2-40B4-BE49-F238E27FC236}">
                      <a16:creationId xmlns:a16="http://schemas.microsoft.com/office/drawing/2014/main" id="{BDF57EAE-E0C4-2842-AE63-41A5A6A43651}"/>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 name="Cube 258">
                  <a:extLst>
                    <a:ext uri="{FF2B5EF4-FFF2-40B4-BE49-F238E27FC236}">
                      <a16:creationId xmlns:a16="http://schemas.microsoft.com/office/drawing/2014/main" id="{2A8EF773-D8F1-BA4E-AD47-6CCE23F71D1D}"/>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49" name="Group 248">
                <a:extLst>
                  <a:ext uri="{FF2B5EF4-FFF2-40B4-BE49-F238E27FC236}">
                    <a16:creationId xmlns:a16="http://schemas.microsoft.com/office/drawing/2014/main" id="{5FD5EB52-8E17-BC40-BA52-5BB3C6688F20}"/>
                  </a:ext>
                </a:extLst>
              </p:cNvPr>
              <p:cNvGrpSpPr/>
              <p:nvPr/>
            </p:nvGrpSpPr>
            <p:grpSpPr>
              <a:xfrm>
                <a:off x="5381572" y="3466192"/>
                <a:ext cx="1287916" cy="514728"/>
                <a:chOff x="5255630" y="3592133"/>
                <a:chExt cx="1287916" cy="514728"/>
              </a:xfrm>
              <a:grpFill/>
            </p:grpSpPr>
            <p:sp>
              <p:nvSpPr>
                <p:cNvPr id="254" name="Cube 253">
                  <a:extLst>
                    <a:ext uri="{FF2B5EF4-FFF2-40B4-BE49-F238E27FC236}">
                      <a16:creationId xmlns:a16="http://schemas.microsoft.com/office/drawing/2014/main" id="{34A8EFAE-A418-CA4E-B723-1F7C7AAA67E5}"/>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 name="Cube 254">
                  <a:extLst>
                    <a:ext uri="{FF2B5EF4-FFF2-40B4-BE49-F238E27FC236}">
                      <a16:creationId xmlns:a16="http://schemas.microsoft.com/office/drawing/2014/main" id="{F09E9E38-34A5-4B45-89A7-C86B78D9CB55}"/>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Cube 255">
                  <a:extLst>
                    <a:ext uri="{FF2B5EF4-FFF2-40B4-BE49-F238E27FC236}">
                      <a16:creationId xmlns:a16="http://schemas.microsoft.com/office/drawing/2014/main" id="{C42738B9-CDDB-BF4E-9901-1015EABD2374}"/>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50" name="Group 249">
                <a:extLst>
                  <a:ext uri="{FF2B5EF4-FFF2-40B4-BE49-F238E27FC236}">
                    <a16:creationId xmlns:a16="http://schemas.microsoft.com/office/drawing/2014/main" id="{95099488-A338-E944-9570-65DC81D0E141}"/>
                  </a:ext>
                </a:extLst>
              </p:cNvPr>
              <p:cNvGrpSpPr/>
              <p:nvPr/>
            </p:nvGrpSpPr>
            <p:grpSpPr>
              <a:xfrm>
                <a:off x="5255630" y="3592133"/>
                <a:ext cx="1287916" cy="514728"/>
                <a:chOff x="5255630" y="3592133"/>
                <a:chExt cx="1287916" cy="514728"/>
              </a:xfrm>
              <a:grpFill/>
            </p:grpSpPr>
            <p:sp>
              <p:nvSpPr>
                <p:cNvPr id="251" name="Cube 250">
                  <a:extLst>
                    <a:ext uri="{FF2B5EF4-FFF2-40B4-BE49-F238E27FC236}">
                      <a16:creationId xmlns:a16="http://schemas.microsoft.com/office/drawing/2014/main" id="{F97104FD-5A25-6C4D-9671-5692E7AA2A6C}"/>
                    </a:ext>
                  </a:extLst>
                </p:cNvPr>
                <p:cNvSpPr/>
                <p:nvPr/>
              </p:nvSpPr>
              <p:spPr>
                <a:xfrm>
                  <a:off x="5255630" y="3592133"/>
                  <a:ext cx="514728" cy="514728"/>
                </a:xfrm>
                <a:prstGeom prst="cube">
                  <a:avLst/>
                </a:prstGeom>
                <a:solidFill>
                  <a:schemeClr val="accent3">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Cube 251">
                  <a:extLst>
                    <a:ext uri="{FF2B5EF4-FFF2-40B4-BE49-F238E27FC236}">
                      <a16:creationId xmlns:a16="http://schemas.microsoft.com/office/drawing/2014/main" id="{6C9F94CE-2821-FA4C-B19D-B3542D5A7771}"/>
                    </a:ext>
                  </a:extLst>
                </p:cNvPr>
                <p:cNvSpPr/>
                <p:nvPr/>
              </p:nvSpPr>
              <p:spPr>
                <a:xfrm>
                  <a:off x="5642224" y="3592133"/>
                  <a:ext cx="514728" cy="514728"/>
                </a:xfrm>
                <a:prstGeom prst="cube">
                  <a:avLst/>
                </a:prstGeom>
                <a:solidFill>
                  <a:schemeClr val="accent3">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Cube 252">
                  <a:extLst>
                    <a:ext uri="{FF2B5EF4-FFF2-40B4-BE49-F238E27FC236}">
                      <a16:creationId xmlns:a16="http://schemas.microsoft.com/office/drawing/2014/main" id="{AEB4BEBA-47F3-0C44-B09B-B5EF36F88A84}"/>
                    </a:ext>
                  </a:extLst>
                </p:cNvPr>
                <p:cNvSpPr/>
                <p:nvPr/>
              </p:nvSpPr>
              <p:spPr>
                <a:xfrm>
                  <a:off x="6028818" y="3592133"/>
                  <a:ext cx="514728" cy="514728"/>
                </a:xfrm>
                <a:prstGeom prst="cube">
                  <a:avLst/>
                </a:prstGeom>
                <a:solidFill>
                  <a:schemeClr val="accent3">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242" name="Group 241">
              <a:extLst>
                <a:ext uri="{FF2B5EF4-FFF2-40B4-BE49-F238E27FC236}">
                  <a16:creationId xmlns:a16="http://schemas.microsoft.com/office/drawing/2014/main" id="{F25E40D9-D01F-D947-BD92-D4C6A3A4A19F}"/>
                </a:ext>
              </a:extLst>
            </p:cNvPr>
            <p:cNvGrpSpPr/>
            <p:nvPr/>
          </p:nvGrpSpPr>
          <p:grpSpPr>
            <a:xfrm>
              <a:off x="5308736" y="2406836"/>
              <a:ext cx="892553" cy="892553"/>
              <a:chOff x="5255630" y="3214308"/>
              <a:chExt cx="892553" cy="892553"/>
            </a:xfrm>
            <a:grpFill/>
          </p:grpSpPr>
          <p:sp>
            <p:nvSpPr>
              <p:cNvPr id="243" name="Cube 242">
                <a:extLst>
                  <a:ext uri="{FF2B5EF4-FFF2-40B4-BE49-F238E27FC236}">
                    <a16:creationId xmlns:a16="http://schemas.microsoft.com/office/drawing/2014/main" id="{D9FD5CE0-67CC-564C-9CFF-FDBC39E1FCE7}"/>
                  </a:ext>
                </a:extLst>
              </p:cNvPr>
              <p:cNvSpPr/>
              <p:nvPr/>
            </p:nvSpPr>
            <p:spPr>
              <a:xfrm>
                <a:off x="5633455" y="3214308"/>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Cube 243">
                <a:extLst>
                  <a:ext uri="{FF2B5EF4-FFF2-40B4-BE49-F238E27FC236}">
                    <a16:creationId xmlns:a16="http://schemas.microsoft.com/office/drawing/2014/main" id="{71E7AE6D-619C-6740-A42B-58DD2965396A}"/>
                  </a:ext>
                </a:extLst>
              </p:cNvPr>
              <p:cNvSpPr/>
              <p:nvPr/>
            </p:nvSpPr>
            <p:spPr>
              <a:xfrm>
                <a:off x="5507514" y="3340250"/>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 name="Cube 244">
                <a:extLst>
                  <a:ext uri="{FF2B5EF4-FFF2-40B4-BE49-F238E27FC236}">
                    <a16:creationId xmlns:a16="http://schemas.microsoft.com/office/drawing/2014/main" id="{451DB2FA-4AAE-5446-8260-6E6D7EB6BC55}"/>
                  </a:ext>
                </a:extLst>
              </p:cNvPr>
              <p:cNvSpPr/>
              <p:nvPr/>
            </p:nvSpPr>
            <p:spPr>
              <a:xfrm>
                <a:off x="5381572" y="3466192"/>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Cube 245">
                <a:extLst>
                  <a:ext uri="{FF2B5EF4-FFF2-40B4-BE49-F238E27FC236}">
                    <a16:creationId xmlns:a16="http://schemas.microsoft.com/office/drawing/2014/main" id="{AE7A755D-DD06-8B45-8A3A-C61CD1BA6CED}"/>
                  </a:ext>
                </a:extLst>
              </p:cNvPr>
              <p:cNvSpPr/>
              <p:nvPr/>
            </p:nvSpPr>
            <p:spPr>
              <a:xfrm>
                <a:off x="5255630" y="3592133"/>
                <a:ext cx="514728" cy="514728"/>
              </a:xfrm>
              <a:prstGeom prst="cube">
                <a:avLst/>
              </a:prstGeom>
              <a:solidFill>
                <a:schemeClr val="accent3">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571" name="TextBox 570">
            <a:extLst>
              <a:ext uri="{FF2B5EF4-FFF2-40B4-BE49-F238E27FC236}">
                <a16:creationId xmlns:a16="http://schemas.microsoft.com/office/drawing/2014/main" id="{2D4ACAFF-D6B6-984F-8E46-B1A9FFC37115}"/>
              </a:ext>
            </a:extLst>
          </p:cNvPr>
          <p:cNvSpPr txBox="1"/>
          <p:nvPr/>
        </p:nvSpPr>
        <p:spPr>
          <a:xfrm>
            <a:off x="2007580" y="2275288"/>
            <a:ext cx="796131" cy="307777"/>
          </a:xfrm>
          <a:prstGeom prst="rect">
            <a:avLst/>
          </a:prstGeom>
          <a:solidFill>
            <a:schemeClr val="accent3"/>
          </a:solidFill>
          <a:ln>
            <a:solidFill>
              <a:schemeClr val="tx1"/>
            </a:solidFill>
          </a:ln>
        </p:spPr>
        <p:txBody>
          <a:bodyPr wrap="square" lIns="0" tIns="0" rIns="0" bIns="0" rtlCol="0" anchor="ctr">
            <a:spAutoFit/>
          </a:bodyPr>
          <a:lstStyle/>
          <a:p>
            <a:pPr algn="ctr"/>
            <a:r>
              <a:rPr lang="en-GB" sz="2000" dirty="0"/>
              <a:t>16 cm</a:t>
            </a:r>
            <a:r>
              <a:rPr lang="en-GB" sz="2000" baseline="30000" dirty="0"/>
              <a:t>3</a:t>
            </a:r>
          </a:p>
        </p:txBody>
      </p:sp>
      <p:grpSp>
        <p:nvGrpSpPr>
          <p:cNvPr id="263" name="Group 262">
            <a:extLst>
              <a:ext uri="{FF2B5EF4-FFF2-40B4-BE49-F238E27FC236}">
                <a16:creationId xmlns:a16="http://schemas.microsoft.com/office/drawing/2014/main" id="{70AC10E1-A49E-B142-A1B4-D5E9024EF298}"/>
              </a:ext>
            </a:extLst>
          </p:cNvPr>
          <p:cNvGrpSpPr/>
          <p:nvPr/>
        </p:nvGrpSpPr>
        <p:grpSpPr>
          <a:xfrm>
            <a:off x="3802100" y="1566784"/>
            <a:ext cx="1539800" cy="1150786"/>
            <a:chOff x="5308736" y="2532778"/>
            <a:chExt cx="1539800" cy="1150786"/>
          </a:xfrm>
          <a:solidFill>
            <a:schemeClr val="bg1">
              <a:lumMod val="85000"/>
            </a:schemeClr>
          </a:solidFill>
        </p:grpSpPr>
        <p:grpSp>
          <p:nvGrpSpPr>
            <p:cNvPr id="264" name="Group 263">
              <a:extLst>
                <a:ext uri="{FF2B5EF4-FFF2-40B4-BE49-F238E27FC236}">
                  <a16:creationId xmlns:a16="http://schemas.microsoft.com/office/drawing/2014/main" id="{0D30A0EE-E1AD-FD4A-92D8-394A2467320B}"/>
                </a:ext>
              </a:extLst>
            </p:cNvPr>
            <p:cNvGrpSpPr/>
            <p:nvPr/>
          </p:nvGrpSpPr>
          <p:grpSpPr>
            <a:xfrm>
              <a:off x="5308736" y="2791011"/>
              <a:ext cx="1539800" cy="892553"/>
              <a:chOff x="5255630" y="3214308"/>
              <a:chExt cx="1539800" cy="892553"/>
            </a:xfrm>
            <a:grpFill/>
          </p:grpSpPr>
          <p:grpSp>
            <p:nvGrpSpPr>
              <p:cNvPr id="298" name="Group 297">
                <a:extLst>
                  <a:ext uri="{FF2B5EF4-FFF2-40B4-BE49-F238E27FC236}">
                    <a16:creationId xmlns:a16="http://schemas.microsoft.com/office/drawing/2014/main" id="{9B844DE4-5D09-C343-89D6-0BC6F802341C}"/>
                  </a:ext>
                </a:extLst>
              </p:cNvPr>
              <p:cNvGrpSpPr/>
              <p:nvPr/>
            </p:nvGrpSpPr>
            <p:grpSpPr>
              <a:xfrm>
                <a:off x="5633455" y="3214308"/>
                <a:ext cx="901322" cy="514728"/>
                <a:chOff x="5255630" y="3592133"/>
                <a:chExt cx="901322" cy="514728"/>
              </a:xfrm>
              <a:grpFill/>
            </p:grpSpPr>
            <p:sp>
              <p:nvSpPr>
                <p:cNvPr id="310" name="Cube 309">
                  <a:extLst>
                    <a:ext uri="{FF2B5EF4-FFF2-40B4-BE49-F238E27FC236}">
                      <a16:creationId xmlns:a16="http://schemas.microsoft.com/office/drawing/2014/main" id="{E929C102-6988-A34F-97D7-C3C2CBC3C12E}"/>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 name="Cube 310">
                  <a:extLst>
                    <a:ext uri="{FF2B5EF4-FFF2-40B4-BE49-F238E27FC236}">
                      <a16:creationId xmlns:a16="http://schemas.microsoft.com/office/drawing/2014/main" id="{9D799237-A9F5-5D49-A923-EF14E4049B38}"/>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9" name="Group 298">
                <a:extLst>
                  <a:ext uri="{FF2B5EF4-FFF2-40B4-BE49-F238E27FC236}">
                    <a16:creationId xmlns:a16="http://schemas.microsoft.com/office/drawing/2014/main" id="{7D9439A1-08BD-4246-9DEF-5AEAD1AB859B}"/>
                  </a:ext>
                </a:extLst>
              </p:cNvPr>
              <p:cNvGrpSpPr/>
              <p:nvPr/>
            </p:nvGrpSpPr>
            <p:grpSpPr>
              <a:xfrm>
                <a:off x="5507514" y="3340250"/>
                <a:ext cx="1287916" cy="514728"/>
                <a:chOff x="5255630" y="3592133"/>
                <a:chExt cx="1287916" cy="514728"/>
              </a:xfrm>
              <a:grpFill/>
            </p:grpSpPr>
            <p:sp>
              <p:nvSpPr>
                <p:cNvPr id="307" name="Cube 306">
                  <a:extLst>
                    <a:ext uri="{FF2B5EF4-FFF2-40B4-BE49-F238E27FC236}">
                      <a16:creationId xmlns:a16="http://schemas.microsoft.com/office/drawing/2014/main" id="{FCC87DF4-1816-B84F-B11E-901ACBFA1CC8}"/>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Cube 307">
                  <a:extLst>
                    <a:ext uri="{FF2B5EF4-FFF2-40B4-BE49-F238E27FC236}">
                      <a16:creationId xmlns:a16="http://schemas.microsoft.com/office/drawing/2014/main" id="{8C0AF9E0-3397-6A46-B5C3-7264C54751C4}"/>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 name="Cube 308">
                  <a:extLst>
                    <a:ext uri="{FF2B5EF4-FFF2-40B4-BE49-F238E27FC236}">
                      <a16:creationId xmlns:a16="http://schemas.microsoft.com/office/drawing/2014/main" id="{395030FE-15E9-A04F-B357-C93826EA4EBD}"/>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00" name="Group 299">
                <a:extLst>
                  <a:ext uri="{FF2B5EF4-FFF2-40B4-BE49-F238E27FC236}">
                    <a16:creationId xmlns:a16="http://schemas.microsoft.com/office/drawing/2014/main" id="{F46843AC-9A97-604E-8BCA-6820DE048D6C}"/>
                  </a:ext>
                </a:extLst>
              </p:cNvPr>
              <p:cNvGrpSpPr/>
              <p:nvPr/>
            </p:nvGrpSpPr>
            <p:grpSpPr>
              <a:xfrm>
                <a:off x="5381572" y="3466192"/>
                <a:ext cx="1287916" cy="514728"/>
                <a:chOff x="5255630" y="3592133"/>
                <a:chExt cx="1287916" cy="514728"/>
              </a:xfrm>
              <a:grpFill/>
            </p:grpSpPr>
            <p:sp>
              <p:nvSpPr>
                <p:cNvPr id="304" name="Cube 303">
                  <a:extLst>
                    <a:ext uri="{FF2B5EF4-FFF2-40B4-BE49-F238E27FC236}">
                      <a16:creationId xmlns:a16="http://schemas.microsoft.com/office/drawing/2014/main" id="{FD86F691-E2E0-3E49-BCDF-7913CA62091E}"/>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 name="Cube 304">
                  <a:extLst>
                    <a:ext uri="{FF2B5EF4-FFF2-40B4-BE49-F238E27FC236}">
                      <a16:creationId xmlns:a16="http://schemas.microsoft.com/office/drawing/2014/main" id="{D9785BCA-AEB5-7849-8CFF-A4DC8C989972}"/>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Cube 305">
                  <a:extLst>
                    <a:ext uri="{FF2B5EF4-FFF2-40B4-BE49-F238E27FC236}">
                      <a16:creationId xmlns:a16="http://schemas.microsoft.com/office/drawing/2014/main" id="{D1A183C1-DC4C-6840-9552-1AD43291CBE8}"/>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01" name="Group 300">
                <a:extLst>
                  <a:ext uri="{FF2B5EF4-FFF2-40B4-BE49-F238E27FC236}">
                    <a16:creationId xmlns:a16="http://schemas.microsoft.com/office/drawing/2014/main" id="{271448E1-8E3C-ED4E-9978-F67465DEF8A0}"/>
                  </a:ext>
                </a:extLst>
              </p:cNvPr>
              <p:cNvGrpSpPr/>
              <p:nvPr/>
            </p:nvGrpSpPr>
            <p:grpSpPr>
              <a:xfrm>
                <a:off x="5255630" y="3592133"/>
                <a:ext cx="901322" cy="514728"/>
                <a:chOff x="5255630" y="3592133"/>
                <a:chExt cx="901322" cy="514728"/>
              </a:xfrm>
              <a:grpFill/>
            </p:grpSpPr>
            <p:sp>
              <p:nvSpPr>
                <p:cNvPr id="302" name="Cube 301">
                  <a:extLst>
                    <a:ext uri="{FF2B5EF4-FFF2-40B4-BE49-F238E27FC236}">
                      <a16:creationId xmlns:a16="http://schemas.microsoft.com/office/drawing/2014/main" id="{CE84A05A-9EC4-EA4A-AA40-98C04A4453A4}"/>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Cube 302">
                  <a:extLst>
                    <a:ext uri="{FF2B5EF4-FFF2-40B4-BE49-F238E27FC236}">
                      <a16:creationId xmlns:a16="http://schemas.microsoft.com/office/drawing/2014/main" id="{CA365C66-2E0A-9E4E-AC4A-68D78C7FC417}"/>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65" name="Group 264">
              <a:extLst>
                <a:ext uri="{FF2B5EF4-FFF2-40B4-BE49-F238E27FC236}">
                  <a16:creationId xmlns:a16="http://schemas.microsoft.com/office/drawing/2014/main" id="{149D22E7-AE40-384A-97C8-FD90258C43E5}"/>
                </a:ext>
              </a:extLst>
            </p:cNvPr>
            <p:cNvGrpSpPr/>
            <p:nvPr/>
          </p:nvGrpSpPr>
          <p:grpSpPr>
            <a:xfrm>
              <a:off x="5308736" y="2532778"/>
              <a:ext cx="1539800" cy="766611"/>
              <a:chOff x="5255630" y="3340250"/>
              <a:chExt cx="1539800" cy="766611"/>
            </a:xfrm>
            <a:grpFill/>
          </p:grpSpPr>
          <p:grpSp>
            <p:nvGrpSpPr>
              <p:cNvPr id="266" name="Group 265">
                <a:extLst>
                  <a:ext uri="{FF2B5EF4-FFF2-40B4-BE49-F238E27FC236}">
                    <a16:creationId xmlns:a16="http://schemas.microsoft.com/office/drawing/2014/main" id="{975A2728-E843-A54B-9B43-F35B68BDB8E5}"/>
                  </a:ext>
                </a:extLst>
              </p:cNvPr>
              <p:cNvGrpSpPr/>
              <p:nvPr/>
            </p:nvGrpSpPr>
            <p:grpSpPr>
              <a:xfrm>
                <a:off x="5507514" y="3340250"/>
                <a:ext cx="1287916" cy="514728"/>
                <a:chOff x="5255630" y="3592133"/>
                <a:chExt cx="1287916" cy="514728"/>
              </a:xfrm>
              <a:grpFill/>
            </p:grpSpPr>
            <p:sp>
              <p:nvSpPr>
                <p:cNvPr id="295" name="Cube 294">
                  <a:extLst>
                    <a:ext uri="{FF2B5EF4-FFF2-40B4-BE49-F238E27FC236}">
                      <a16:creationId xmlns:a16="http://schemas.microsoft.com/office/drawing/2014/main" id="{D615BE0F-3D04-1A4C-82D3-324E6E23C746}"/>
                    </a:ext>
                  </a:extLst>
                </p:cNvPr>
                <p:cNvSpPr/>
                <p:nvPr/>
              </p:nvSpPr>
              <p:spPr>
                <a:xfrm>
                  <a:off x="5255630" y="3592133"/>
                  <a:ext cx="514728" cy="514728"/>
                </a:xfrm>
                <a:prstGeom prst="cube">
                  <a:avLst/>
                </a:prstGeom>
                <a:solidFill>
                  <a:schemeClr val="accent2">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 name="Cube 295">
                  <a:extLst>
                    <a:ext uri="{FF2B5EF4-FFF2-40B4-BE49-F238E27FC236}">
                      <a16:creationId xmlns:a16="http://schemas.microsoft.com/office/drawing/2014/main" id="{576876CD-75D3-8F42-B10F-356C334A50E8}"/>
                    </a:ext>
                  </a:extLst>
                </p:cNvPr>
                <p:cNvSpPr/>
                <p:nvPr/>
              </p:nvSpPr>
              <p:spPr>
                <a:xfrm>
                  <a:off x="5642224" y="3592133"/>
                  <a:ext cx="514728" cy="514728"/>
                </a:xfrm>
                <a:prstGeom prst="cube">
                  <a:avLst/>
                </a:prstGeom>
                <a:solidFill>
                  <a:schemeClr val="accent2">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 name="Cube 296">
                  <a:extLst>
                    <a:ext uri="{FF2B5EF4-FFF2-40B4-BE49-F238E27FC236}">
                      <a16:creationId xmlns:a16="http://schemas.microsoft.com/office/drawing/2014/main" id="{C6607809-4075-8D4A-BCE1-6979C5DCC2D7}"/>
                    </a:ext>
                  </a:extLst>
                </p:cNvPr>
                <p:cNvSpPr/>
                <p:nvPr/>
              </p:nvSpPr>
              <p:spPr>
                <a:xfrm>
                  <a:off x="6028818" y="3592133"/>
                  <a:ext cx="514728" cy="514728"/>
                </a:xfrm>
                <a:prstGeom prst="cube">
                  <a:avLst/>
                </a:prstGeom>
                <a:solidFill>
                  <a:schemeClr val="accent2">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67" name="Group 266">
                <a:extLst>
                  <a:ext uri="{FF2B5EF4-FFF2-40B4-BE49-F238E27FC236}">
                    <a16:creationId xmlns:a16="http://schemas.microsoft.com/office/drawing/2014/main" id="{35D23A6A-01DE-6A40-8C09-F12BD7FB2374}"/>
                  </a:ext>
                </a:extLst>
              </p:cNvPr>
              <p:cNvGrpSpPr/>
              <p:nvPr/>
            </p:nvGrpSpPr>
            <p:grpSpPr>
              <a:xfrm>
                <a:off x="5381572" y="3466191"/>
                <a:ext cx="1287916" cy="514728"/>
                <a:chOff x="5255630" y="3592132"/>
                <a:chExt cx="1287916" cy="514728"/>
              </a:xfrm>
              <a:grpFill/>
            </p:grpSpPr>
            <p:sp>
              <p:nvSpPr>
                <p:cNvPr id="271" name="Cube 270">
                  <a:extLst>
                    <a:ext uri="{FF2B5EF4-FFF2-40B4-BE49-F238E27FC236}">
                      <a16:creationId xmlns:a16="http://schemas.microsoft.com/office/drawing/2014/main" id="{A2BB7E8A-15C7-4C40-9F08-1B329C4BF620}"/>
                    </a:ext>
                  </a:extLst>
                </p:cNvPr>
                <p:cNvSpPr/>
                <p:nvPr/>
              </p:nvSpPr>
              <p:spPr>
                <a:xfrm>
                  <a:off x="5255630" y="3592132"/>
                  <a:ext cx="514728" cy="514728"/>
                </a:xfrm>
                <a:prstGeom prst="cube">
                  <a:avLst/>
                </a:prstGeom>
                <a:solidFill>
                  <a:schemeClr val="accent2">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Cube 271">
                  <a:extLst>
                    <a:ext uri="{FF2B5EF4-FFF2-40B4-BE49-F238E27FC236}">
                      <a16:creationId xmlns:a16="http://schemas.microsoft.com/office/drawing/2014/main" id="{ACCAEB00-D16D-C84A-80E8-1987FB89E26D}"/>
                    </a:ext>
                  </a:extLst>
                </p:cNvPr>
                <p:cNvSpPr/>
                <p:nvPr/>
              </p:nvSpPr>
              <p:spPr>
                <a:xfrm>
                  <a:off x="5642224" y="3592132"/>
                  <a:ext cx="514728" cy="514728"/>
                </a:xfrm>
                <a:prstGeom prst="cube">
                  <a:avLst/>
                </a:prstGeom>
                <a:solidFill>
                  <a:schemeClr val="accent2">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 name="Cube 272">
                  <a:extLst>
                    <a:ext uri="{FF2B5EF4-FFF2-40B4-BE49-F238E27FC236}">
                      <a16:creationId xmlns:a16="http://schemas.microsoft.com/office/drawing/2014/main" id="{802F4104-46F2-304E-BCCE-5F7EB8F241C2}"/>
                    </a:ext>
                  </a:extLst>
                </p:cNvPr>
                <p:cNvSpPr/>
                <p:nvPr/>
              </p:nvSpPr>
              <p:spPr>
                <a:xfrm>
                  <a:off x="6028818" y="3592132"/>
                  <a:ext cx="514728" cy="514728"/>
                </a:xfrm>
                <a:prstGeom prst="cube">
                  <a:avLst/>
                </a:prstGeom>
                <a:solidFill>
                  <a:schemeClr val="accent2">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68" name="Group 267">
                <a:extLst>
                  <a:ext uri="{FF2B5EF4-FFF2-40B4-BE49-F238E27FC236}">
                    <a16:creationId xmlns:a16="http://schemas.microsoft.com/office/drawing/2014/main" id="{8793E977-95AC-7847-8FC8-7D0D6DEA6B1D}"/>
                  </a:ext>
                </a:extLst>
              </p:cNvPr>
              <p:cNvGrpSpPr/>
              <p:nvPr/>
            </p:nvGrpSpPr>
            <p:grpSpPr>
              <a:xfrm>
                <a:off x="5255630" y="3592133"/>
                <a:ext cx="901322" cy="514728"/>
                <a:chOff x="5255630" y="3592133"/>
                <a:chExt cx="901322" cy="514728"/>
              </a:xfrm>
              <a:grpFill/>
            </p:grpSpPr>
            <p:sp>
              <p:nvSpPr>
                <p:cNvPr id="269" name="Cube 268">
                  <a:extLst>
                    <a:ext uri="{FF2B5EF4-FFF2-40B4-BE49-F238E27FC236}">
                      <a16:creationId xmlns:a16="http://schemas.microsoft.com/office/drawing/2014/main" id="{BC9C08F2-C4D4-9545-93BB-94570924641C}"/>
                    </a:ext>
                  </a:extLst>
                </p:cNvPr>
                <p:cNvSpPr/>
                <p:nvPr/>
              </p:nvSpPr>
              <p:spPr>
                <a:xfrm>
                  <a:off x="5255630" y="3592133"/>
                  <a:ext cx="514728" cy="514728"/>
                </a:xfrm>
                <a:prstGeom prst="cube">
                  <a:avLst/>
                </a:prstGeom>
                <a:solidFill>
                  <a:schemeClr val="accent2">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Cube 269">
                  <a:extLst>
                    <a:ext uri="{FF2B5EF4-FFF2-40B4-BE49-F238E27FC236}">
                      <a16:creationId xmlns:a16="http://schemas.microsoft.com/office/drawing/2014/main" id="{79732386-E17D-4A4F-A081-4F521A1CFDF9}"/>
                    </a:ext>
                  </a:extLst>
                </p:cNvPr>
                <p:cNvSpPr/>
                <p:nvPr/>
              </p:nvSpPr>
              <p:spPr>
                <a:xfrm>
                  <a:off x="5642224" y="3592133"/>
                  <a:ext cx="514728" cy="514728"/>
                </a:xfrm>
                <a:prstGeom prst="cube">
                  <a:avLst/>
                </a:prstGeom>
                <a:solidFill>
                  <a:schemeClr val="accent2">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sp>
        <p:nvSpPr>
          <p:cNvPr id="572" name="TextBox 571">
            <a:extLst>
              <a:ext uri="{FF2B5EF4-FFF2-40B4-BE49-F238E27FC236}">
                <a16:creationId xmlns:a16="http://schemas.microsoft.com/office/drawing/2014/main" id="{D65F1C6B-B8DD-E644-B080-B46C33FE2033}"/>
              </a:ext>
            </a:extLst>
          </p:cNvPr>
          <p:cNvSpPr txBox="1"/>
          <p:nvPr/>
        </p:nvSpPr>
        <p:spPr>
          <a:xfrm>
            <a:off x="4891974" y="2362694"/>
            <a:ext cx="796131" cy="307777"/>
          </a:xfrm>
          <a:prstGeom prst="rect">
            <a:avLst/>
          </a:prstGeom>
          <a:solidFill>
            <a:schemeClr val="accent3"/>
          </a:solidFill>
          <a:ln>
            <a:solidFill>
              <a:schemeClr val="tx1"/>
            </a:solidFill>
          </a:ln>
        </p:spPr>
        <p:txBody>
          <a:bodyPr wrap="square" lIns="0" tIns="0" rIns="0" bIns="0" rtlCol="0" anchor="ctr">
            <a:spAutoFit/>
          </a:bodyPr>
          <a:lstStyle/>
          <a:p>
            <a:pPr algn="ctr"/>
            <a:r>
              <a:rPr lang="en-GB" sz="2000" dirty="0"/>
              <a:t>16 cm</a:t>
            </a:r>
            <a:r>
              <a:rPr lang="en-GB" sz="2000" baseline="30000" dirty="0"/>
              <a:t>3</a:t>
            </a:r>
          </a:p>
        </p:txBody>
      </p:sp>
      <p:grpSp>
        <p:nvGrpSpPr>
          <p:cNvPr id="312" name="Group 311">
            <a:extLst>
              <a:ext uri="{FF2B5EF4-FFF2-40B4-BE49-F238E27FC236}">
                <a16:creationId xmlns:a16="http://schemas.microsoft.com/office/drawing/2014/main" id="{5D72DCA2-6E57-1441-8E74-EFE7E5AD9EA5}"/>
              </a:ext>
            </a:extLst>
          </p:cNvPr>
          <p:cNvGrpSpPr/>
          <p:nvPr/>
        </p:nvGrpSpPr>
        <p:grpSpPr>
          <a:xfrm>
            <a:off x="6811348" y="1520104"/>
            <a:ext cx="1665741" cy="1276728"/>
            <a:chOff x="5308736" y="2406836"/>
            <a:chExt cx="1665741" cy="1276728"/>
          </a:xfrm>
          <a:solidFill>
            <a:schemeClr val="bg1">
              <a:lumMod val="85000"/>
            </a:schemeClr>
          </a:solidFill>
        </p:grpSpPr>
        <p:grpSp>
          <p:nvGrpSpPr>
            <p:cNvPr id="313" name="Group 312">
              <a:extLst>
                <a:ext uri="{FF2B5EF4-FFF2-40B4-BE49-F238E27FC236}">
                  <a16:creationId xmlns:a16="http://schemas.microsoft.com/office/drawing/2014/main" id="{66F90E7D-AE62-8C4A-9F15-76CC1DC4B15F}"/>
                </a:ext>
              </a:extLst>
            </p:cNvPr>
            <p:cNvGrpSpPr/>
            <p:nvPr/>
          </p:nvGrpSpPr>
          <p:grpSpPr>
            <a:xfrm>
              <a:off x="5308736" y="2791011"/>
              <a:ext cx="1665741" cy="892553"/>
              <a:chOff x="5255630" y="3214308"/>
              <a:chExt cx="1665741" cy="892553"/>
            </a:xfrm>
            <a:grpFill/>
          </p:grpSpPr>
          <p:grpSp>
            <p:nvGrpSpPr>
              <p:cNvPr id="328" name="Group 327">
                <a:extLst>
                  <a:ext uri="{FF2B5EF4-FFF2-40B4-BE49-F238E27FC236}">
                    <a16:creationId xmlns:a16="http://schemas.microsoft.com/office/drawing/2014/main" id="{7CCDE073-FA13-F743-9A99-7622448EB600}"/>
                  </a:ext>
                </a:extLst>
              </p:cNvPr>
              <p:cNvGrpSpPr/>
              <p:nvPr/>
            </p:nvGrpSpPr>
            <p:grpSpPr>
              <a:xfrm>
                <a:off x="5633455" y="3214308"/>
                <a:ext cx="1287916" cy="514728"/>
                <a:chOff x="5255630" y="3592133"/>
                <a:chExt cx="1287916" cy="514728"/>
              </a:xfrm>
              <a:grpFill/>
            </p:grpSpPr>
            <p:sp>
              <p:nvSpPr>
                <p:cNvPr id="341" name="Cube 340">
                  <a:extLst>
                    <a:ext uri="{FF2B5EF4-FFF2-40B4-BE49-F238E27FC236}">
                      <a16:creationId xmlns:a16="http://schemas.microsoft.com/office/drawing/2014/main" id="{E13CC54D-4DF4-924A-8F77-1AA693CABC71}"/>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 name="Cube 341">
                  <a:extLst>
                    <a:ext uri="{FF2B5EF4-FFF2-40B4-BE49-F238E27FC236}">
                      <a16:creationId xmlns:a16="http://schemas.microsoft.com/office/drawing/2014/main" id="{9F0B8AAE-9D7D-E547-AA04-51EE2A9FE31D}"/>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 name="Cube 342">
                  <a:extLst>
                    <a:ext uri="{FF2B5EF4-FFF2-40B4-BE49-F238E27FC236}">
                      <a16:creationId xmlns:a16="http://schemas.microsoft.com/office/drawing/2014/main" id="{9391C213-54FE-A448-8F98-66FDAF9B0CC9}"/>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29" name="Group 328">
                <a:extLst>
                  <a:ext uri="{FF2B5EF4-FFF2-40B4-BE49-F238E27FC236}">
                    <a16:creationId xmlns:a16="http://schemas.microsoft.com/office/drawing/2014/main" id="{7D89E2C1-C633-0744-9B44-E5FD56487929}"/>
                  </a:ext>
                </a:extLst>
              </p:cNvPr>
              <p:cNvGrpSpPr/>
              <p:nvPr/>
            </p:nvGrpSpPr>
            <p:grpSpPr>
              <a:xfrm>
                <a:off x="5507514" y="3340250"/>
                <a:ext cx="1287916" cy="514728"/>
                <a:chOff x="5255630" y="3592133"/>
                <a:chExt cx="1287916" cy="514728"/>
              </a:xfrm>
              <a:grpFill/>
            </p:grpSpPr>
            <p:sp>
              <p:nvSpPr>
                <p:cNvPr id="338" name="Cube 337">
                  <a:extLst>
                    <a:ext uri="{FF2B5EF4-FFF2-40B4-BE49-F238E27FC236}">
                      <a16:creationId xmlns:a16="http://schemas.microsoft.com/office/drawing/2014/main" id="{01026874-B599-9741-9D4E-F8598ECB32EE}"/>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 name="Cube 338">
                  <a:extLst>
                    <a:ext uri="{FF2B5EF4-FFF2-40B4-BE49-F238E27FC236}">
                      <a16:creationId xmlns:a16="http://schemas.microsoft.com/office/drawing/2014/main" id="{B16AAB23-AE5B-F644-94BF-8C6D4A340813}"/>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 name="Cube 339">
                  <a:extLst>
                    <a:ext uri="{FF2B5EF4-FFF2-40B4-BE49-F238E27FC236}">
                      <a16:creationId xmlns:a16="http://schemas.microsoft.com/office/drawing/2014/main" id="{00C08BA2-9240-1F4C-A192-C0253A0E5146}"/>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30" name="Group 329">
                <a:extLst>
                  <a:ext uri="{FF2B5EF4-FFF2-40B4-BE49-F238E27FC236}">
                    <a16:creationId xmlns:a16="http://schemas.microsoft.com/office/drawing/2014/main" id="{5CD56370-8913-A24B-86B2-4C4B6722271F}"/>
                  </a:ext>
                </a:extLst>
              </p:cNvPr>
              <p:cNvGrpSpPr/>
              <p:nvPr/>
            </p:nvGrpSpPr>
            <p:grpSpPr>
              <a:xfrm>
                <a:off x="5381572" y="3466192"/>
                <a:ext cx="1287916" cy="514728"/>
                <a:chOff x="5255630" y="3592133"/>
                <a:chExt cx="1287916" cy="514728"/>
              </a:xfrm>
              <a:grpFill/>
            </p:grpSpPr>
            <p:sp>
              <p:nvSpPr>
                <p:cNvPr id="335" name="Cube 334">
                  <a:extLst>
                    <a:ext uri="{FF2B5EF4-FFF2-40B4-BE49-F238E27FC236}">
                      <a16:creationId xmlns:a16="http://schemas.microsoft.com/office/drawing/2014/main" id="{FECA82C0-EA04-2A40-8F9A-0E3F39D25D15}"/>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 name="Cube 335">
                  <a:extLst>
                    <a:ext uri="{FF2B5EF4-FFF2-40B4-BE49-F238E27FC236}">
                      <a16:creationId xmlns:a16="http://schemas.microsoft.com/office/drawing/2014/main" id="{CA9FCB0F-D133-E74E-9D18-4D44D566C0F5}"/>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 name="Cube 336">
                  <a:extLst>
                    <a:ext uri="{FF2B5EF4-FFF2-40B4-BE49-F238E27FC236}">
                      <a16:creationId xmlns:a16="http://schemas.microsoft.com/office/drawing/2014/main" id="{9E5FA4D3-8780-5348-A0F2-5A322942ECA1}"/>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31" name="Group 330">
                <a:extLst>
                  <a:ext uri="{FF2B5EF4-FFF2-40B4-BE49-F238E27FC236}">
                    <a16:creationId xmlns:a16="http://schemas.microsoft.com/office/drawing/2014/main" id="{7C75EAC7-D2DD-5543-80F8-15BB304F1058}"/>
                  </a:ext>
                </a:extLst>
              </p:cNvPr>
              <p:cNvGrpSpPr/>
              <p:nvPr/>
            </p:nvGrpSpPr>
            <p:grpSpPr>
              <a:xfrm>
                <a:off x="5255630" y="3592133"/>
                <a:ext cx="1287916" cy="514728"/>
                <a:chOff x="5255630" y="3592133"/>
                <a:chExt cx="1287916" cy="514728"/>
              </a:xfrm>
              <a:grpFill/>
            </p:grpSpPr>
            <p:sp>
              <p:nvSpPr>
                <p:cNvPr id="332" name="Cube 331">
                  <a:extLst>
                    <a:ext uri="{FF2B5EF4-FFF2-40B4-BE49-F238E27FC236}">
                      <a16:creationId xmlns:a16="http://schemas.microsoft.com/office/drawing/2014/main" id="{E8346975-52CA-7846-AA9A-E799A59505FF}"/>
                    </a:ext>
                  </a:extLst>
                </p:cNvPr>
                <p:cNvSpPr/>
                <p:nvPr/>
              </p:nvSpPr>
              <p:spPr>
                <a:xfrm>
                  <a:off x="5255630" y="3592133"/>
                  <a:ext cx="514728" cy="514728"/>
                </a:xfrm>
                <a:prstGeom prst="cube">
                  <a:avLst/>
                </a:prstGeom>
                <a:solidFill>
                  <a:srgbClr val="33C0FD"/>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 name="Cube 332">
                  <a:extLst>
                    <a:ext uri="{FF2B5EF4-FFF2-40B4-BE49-F238E27FC236}">
                      <a16:creationId xmlns:a16="http://schemas.microsoft.com/office/drawing/2014/main" id="{639A427E-1A4C-CB44-8EFC-06EDA017C267}"/>
                    </a:ext>
                  </a:extLst>
                </p:cNvPr>
                <p:cNvSpPr/>
                <p:nvPr/>
              </p:nvSpPr>
              <p:spPr>
                <a:xfrm>
                  <a:off x="5642224" y="3592133"/>
                  <a:ext cx="514728" cy="514728"/>
                </a:xfrm>
                <a:prstGeom prst="cube">
                  <a:avLst/>
                </a:prstGeom>
                <a:solidFill>
                  <a:srgbClr val="33C0FD"/>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 name="Cube 333">
                  <a:extLst>
                    <a:ext uri="{FF2B5EF4-FFF2-40B4-BE49-F238E27FC236}">
                      <a16:creationId xmlns:a16="http://schemas.microsoft.com/office/drawing/2014/main" id="{710CF3A1-D4FC-264C-BD82-73B52BE2853B}"/>
                    </a:ext>
                  </a:extLst>
                </p:cNvPr>
                <p:cNvSpPr/>
                <p:nvPr/>
              </p:nvSpPr>
              <p:spPr>
                <a:xfrm>
                  <a:off x="6028818" y="3592133"/>
                  <a:ext cx="514728" cy="514728"/>
                </a:xfrm>
                <a:prstGeom prst="cube">
                  <a:avLst/>
                </a:prstGeom>
                <a:solidFill>
                  <a:srgbClr val="33C0FD"/>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15" name="Group 314">
              <a:extLst>
                <a:ext uri="{FF2B5EF4-FFF2-40B4-BE49-F238E27FC236}">
                  <a16:creationId xmlns:a16="http://schemas.microsoft.com/office/drawing/2014/main" id="{3D4E20BE-9F19-C440-BE9E-8AEDCC268339}"/>
                </a:ext>
              </a:extLst>
            </p:cNvPr>
            <p:cNvGrpSpPr/>
            <p:nvPr/>
          </p:nvGrpSpPr>
          <p:grpSpPr>
            <a:xfrm>
              <a:off x="5308736" y="2406836"/>
              <a:ext cx="1279147" cy="892553"/>
              <a:chOff x="5255630" y="3214308"/>
              <a:chExt cx="1279147" cy="892553"/>
            </a:xfrm>
            <a:grpFill/>
          </p:grpSpPr>
          <p:grpSp>
            <p:nvGrpSpPr>
              <p:cNvPr id="316" name="Group 315">
                <a:extLst>
                  <a:ext uri="{FF2B5EF4-FFF2-40B4-BE49-F238E27FC236}">
                    <a16:creationId xmlns:a16="http://schemas.microsoft.com/office/drawing/2014/main" id="{C9D199A4-D7A0-D64E-883F-0DE4AEAACB50}"/>
                  </a:ext>
                </a:extLst>
              </p:cNvPr>
              <p:cNvGrpSpPr/>
              <p:nvPr/>
            </p:nvGrpSpPr>
            <p:grpSpPr>
              <a:xfrm>
                <a:off x="5633455" y="3214308"/>
                <a:ext cx="901322" cy="514728"/>
                <a:chOff x="5255630" y="3592133"/>
                <a:chExt cx="901322" cy="514728"/>
              </a:xfrm>
              <a:grpFill/>
            </p:grpSpPr>
            <p:sp>
              <p:nvSpPr>
                <p:cNvPr id="326" name="Cube 325">
                  <a:extLst>
                    <a:ext uri="{FF2B5EF4-FFF2-40B4-BE49-F238E27FC236}">
                      <a16:creationId xmlns:a16="http://schemas.microsoft.com/office/drawing/2014/main" id="{AB8BC1F9-E007-CB45-84EC-27A75A1448B1}"/>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 name="Cube 326">
                  <a:extLst>
                    <a:ext uri="{FF2B5EF4-FFF2-40B4-BE49-F238E27FC236}">
                      <a16:creationId xmlns:a16="http://schemas.microsoft.com/office/drawing/2014/main" id="{8C9B9DE2-413C-3547-8348-7B5790D5D84B}"/>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7" name="Group 316">
                <a:extLst>
                  <a:ext uri="{FF2B5EF4-FFF2-40B4-BE49-F238E27FC236}">
                    <a16:creationId xmlns:a16="http://schemas.microsoft.com/office/drawing/2014/main" id="{38188DEB-741D-344F-A648-EE75654977A3}"/>
                  </a:ext>
                </a:extLst>
              </p:cNvPr>
              <p:cNvGrpSpPr/>
              <p:nvPr/>
            </p:nvGrpSpPr>
            <p:grpSpPr>
              <a:xfrm>
                <a:off x="5507514" y="3340250"/>
                <a:ext cx="901322" cy="514728"/>
                <a:chOff x="5255630" y="3592133"/>
                <a:chExt cx="901322" cy="514728"/>
              </a:xfrm>
              <a:grpFill/>
            </p:grpSpPr>
            <p:sp>
              <p:nvSpPr>
                <p:cNvPr id="324" name="Cube 323">
                  <a:extLst>
                    <a:ext uri="{FF2B5EF4-FFF2-40B4-BE49-F238E27FC236}">
                      <a16:creationId xmlns:a16="http://schemas.microsoft.com/office/drawing/2014/main" id="{BEBB4FAC-4C3F-AC40-9F3F-C92B37A5375B}"/>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 name="Cube 324">
                  <a:extLst>
                    <a:ext uri="{FF2B5EF4-FFF2-40B4-BE49-F238E27FC236}">
                      <a16:creationId xmlns:a16="http://schemas.microsoft.com/office/drawing/2014/main" id="{CCB0E83F-31F7-3445-AD3B-40C5E54425D8}"/>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8" name="Group 317">
                <a:extLst>
                  <a:ext uri="{FF2B5EF4-FFF2-40B4-BE49-F238E27FC236}">
                    <a16:creationId xmlns:a16="http://schemas.microsoft.com/office/drawing/2014/main" id="{4BEA9FF2-13E5-EA43-97FF-57FB3698DA20}"/>
                  </a:ext>
                </a:extLst>
              </p:cNvPr>
              <p:cNvGrpSpPr/>
              <p:nvPr/>
            </p:nvGrpSpPr>
            <p:grpSpPr>
              <a:xfrm>
                <a:off x="5381572" y="3466192"/>
                <a:ext cx="901322" cy="514728"/>
                <a:chOff x="5255630" y="3592133"/>
                <a:chExt cx="901322" cy="514728"/>
              </a:xfrm>
              <a:grpFill/>
            </p:grpSpPr>
            <p:sp>
              <p:nvSpPr>
                <p:cNvPr id="322" name="Cube 321">
                  <a:extLst>
                    <a:ext uri="{FF2B5EF4-FFF2-40B4-BE49-F238E27FC236}">
                      <a16:creationId xmlns:a16="http://schemas.microsoft.com/office/drawing/2014/main" id="{C8CD21A5-7DC8-284B-8AD5-4E63250B1386}"/>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 name="Cube 322">
                  <a:extLst>
                    <a:ext uri="{FF2B5EF4-FFF2-40B4-BE49-F238E27FC236}">
                      <a16:creationId xmlns:a16="http://schemas.microsoft.com/office/drawing/2014/main" id="{38A22EE3-E478-EE44-9F94-076CF1EACD8C}"/>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9" name="Group 318">
                <a:extLst>
                  <a:ext uri="{FF2B5EF4-FFF2-40B4-BE49-F238E27FC236}">
                    <a16:creationId xmlns:a16="http://schemas.microsoft.com/office/drawing/2014/main" id="{503C3852-5B88-B34A-ABBB-F2746CFF9CD4}"/>
                  </a:ext>
                </a:extLst>
              </p:cNvPr>
              <p:cNvGrpSpPr/>
              <p:nvPr/>
            </p:nvGrpSpPr>
            <p:grpSpPr>
              <a:xfrm>
                <a:off x="5255630" y="3592133"/>
                <a:ext cx="901322" cy="514728"/>
                <a:chOff x="5255630" y="3592133"/>
                <a:chExt cx="901322" cy="514728"/>
              </a:xfrm>
              <a:grpFill/>
            </p:grpSpPr>
            <p:sp>
              <p:nvSpPr>
                <p:cNvPr id="320" name="Cube 319">
                  <a:extLst>
                    <a:ext uri="{FF2B5EF4-FFF2-40B4-BE49-F238E27FC236}">
                      <a16:creationId xmlns:a16="http://schemas.microsoft.com/office/drawing/2014/main" id="{E4AF441C-806E-A644-9924-4546595C6D4D}"/>
                    </a:ext>
                  </a:extLst>
                </p:cNvPr>
                <p:cNvSpPr/>
                <p:nvPr/>
              </p:nvSpPr>
              <p:spPr>
                <a:xfrm>
                  <a:off x="5255630" y="3592133"/>
                  <a:ext cx="514728" cy="514728"/>
                </a:xfrm>
                <a:prstGeom prst="cube">
                  <a:avLst/>
                </a:prstGeom>
                <a:solidFill>
                  <a:srgbClr val="33C0FD"/>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 name="Cube 320">
                  <a:extLst>
                    <a:ext uri="{FF2B5EF4-FFF2-40B4-BE49-F238E27FC236}">
                      <a16:creationId xmlns:a16="http://schemas.microsoft.com/office/drawing/2014/main" id="{AF6100B7-45C6-1A40-85D3-A1D08BD2BCAC}"/>
                    </a:ext>
                  </a:extLst>
                </p:cNvPr>
                <p:cNvSpPr/>
                <p:nvPr/>
              </p:nvSpPr>
              <p:spPr>
                <a:xfrm>
                  <a:off x="5642224" y="3592133"/>
                  <a:ext cx="514728" cy="514728"/>
                </a:xfrm>
                <a:prstGeom prst="cube">
                  <a:avLst/>
                </a:prstGeom>
                <a:solidFill>
                  <a:srgbClr val="33C0FD"/>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sp>
        <p:nvSpPr>
          <p:cNvPr id="573" name="TextBox 572">
            <a:extLst>
              <a:ext uri="{FF2B5EF4-FFF2-40B4-BE49-F238E27FC236}">
                <a16:creationId xmlns:a16="http://schemas.microsoft.com/office/drawing/2014/main" id="{5BA8083C-2754-2A4B-ADE6-49D201E7A30F}"/>
              </a:ext>
            </a:extLst>
          </p:cNvPr>
          <p:cNvSpPr txBox="1"/>
          <p:nvPr/>
        </p:nvSpPr>
        <p:spPr>
          <a:xfrm>
            <a:off x="8159609" y="1912218"/>
            <a:ext cx="849920" cy="307777"/>
          </a:xfrm>
          <a:prstGeom prst="rect">
            <a:avLst/>
          </a:prstGeom>
          <a:solidFill>
            <a:schemeClr val="accent3"/>
          </a:solidFill>
          <a:ln>
            <a:solidFill>
              <a:schemeClr val="tx1"/>
            </a:solidFill>
          </a:ln>
        </p:spPr>
        <p:txBody>
          <a:bodyPr wrap="square" lIns="0" tIns="0" rIns="0" bIns="0" rtlCol="0" anchor="ctr">
            <a:spAutoFit/>
          </a:bodyPr>
          <a:lstStyle/>
          <a:p>
            <a:pPr algn="ctr"/>
            <a:r>
              <a:rPr lang="en-GB" sz="2000" dirty="0"/>
              <a:t>20 cm</a:t>
            </a:r>
            <a:r>
              <a:rPr lang="en-GB" sz="2000" baseline="30000" dirty="0"/>
              <a:t>3</a:t>
            </a:r>
          </a:p>
        </p:txBody>
      </p:sp>
      <p:grpSp>
        <p:nvGrpSpPr>
          <p:cNvPr id="344" name="Group 343">
            <a:extLst>
              <a:ext uri="{FF2B5EF4-FFF2-40B4-BE49-F238E27FC236}">
                <a16:creationId xmlns:a16="http://schemas.microsoft.com/office/drawing/2014/main" id="{6E853F74-B904-8F4E-8F4B-96F627C272E8}"/>
              </a:ext>
            </a:extLst>
          </p:cNvPr>
          <p:cNvGrpSpPr/>
          <p:nvPr/>
        </p:nvGrpSpPr>
        <p:grpSpPr>
          <a:xfrm>
            <a:off x="662910" y="3059874"/>
            <a:ext cx="1649246" cy="1333994"/>
            <a:chOff x="5308736" y="2023531"/>
            <a:chExt cx="2052336" cy="1660033"/>
          </a:xfrm>
          <a:solidFill>
            <a:schemeClr val="bg1">
              <a:lumMod val="85000"/>
            </a:schemeClr>
          </a:solidFill>
        </p:grpSpPr>
        <p:grpSp>
          <p:nvGrpSpPr>
            <p:cNvPr id="345" name="Group 344">
              <a:extLst>
                <a:ext uri="{FF2B5EF4-FFF2-40B4-BE49-F238E27FC236}">
                  <a16:creationId xmlns:a16="http://schemas.microsoft.com/office/drawing/2014/main" id="{453D11B4-71CD-8147-8A7D-DECE8CA13EA1}"/>
                </a:ext>
              </a:extLst>
            </p:cNvPr>
            <p:cNvGrpSpPr/>
            <p:nvPr/>
          </p:nvGrpSpPr>
          <p:grpSpPr>
            <a:xfrm>
              <a:off x="5308736" y="2791011"/>
              <a:ext cx="2052336" cy="892553"/>
              <a:chOff x="5255630" y="3214308"/>
              <a:chExt cx="2052336" cy="892553"/>
            </a:xfrm>
            <a:grpFill/>
          </p:grpSpPr>
          <p:grpSp>
            <p:nvGrpSpPr>
              <p:cNvPr id="578" name="Group 577">
                <a:extLst>
                  <a:ext uri="{FF2B5EF4-FFF2-40B4-BE49-F238E27FC236}">
                    <a16:creationId xmlns:a16="http://schemas.microsoft.com/office/drawing/2014/main" id="{465757BE-740E-1745-9873-47E3432966BD}"/>
                  </a:ext>
                </a:extLst>
              </p:cNvPr>
              <p:cNvGrpSpPr/>
              <p:nvPr/>
            </p:nvGrpSpPr>
            <p:grpSpPr>
              <a:xfrm>
                <a:off x="5633455" y="3214308"/>
                <a:ext cx="1674511" cy="514728"/>
                <a:chOff x="5255630" y="3592133"/>
                <a:chExt cx="1674511" cy="514728"/>
              </a:xfrm>
              <a:grpFill/>
            </p:grpSpPr>
            <p:sp>
              <p:nvSpPr>
                <p:cNvPr id="589" name="Cube 588">
                  <a:extLst>
                    <a:ext uri="{FF2B5EF4-FFF2-40B4-BE49-F238E27FC236}">
                      <a16:creationId xmlns:a16="http://schemas.microsoft.com/office/drawing/2014/main" id="{C01CE661-0B22-F54D-99AD-54AA0E53EEDB}"/>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Cube 589">
                  <a:extLst>
                    <a:ext uri="{FF2B5EF4-FFF2-40B4-BE49-F238E27FC236}">
                      <a16:creationId xmlns:a16="http://schemas.microsoft.com/office/drawing/2014/main" id="{81EC2F88-E61F-B54D-AD01-B5A130272913}"/>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1" name="Cube 590">
                  <a:extLst>
                    <a:ext uri="{FF2B5EF4-FFF2-40B4-BE49-F238E27FC236}">
                      <a16:creationId xmlns:a16="http://schemas.microsoft.com/office/drawing/2014/main" id="{89156706-BA74-F446-9E3F-052AC07351D8}"/>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2" name="Cube 591">
                  <a:extLst>
                    <a:ext uri="{FF2B5EF4-FFF2-40B4-BE49-F238E27FC236}">
                      <a16:creationId xmlns:a16="http://schemas.microsoft.com/office/drawing/2014/main" id="{57DA2DEB-F7A7-5E4B-B55C-90CEC2030DC3}"/>
                    </a:ext>
                  </a:extLst>
                </p:cNvPr>
                <p:cNvSpPr/>
                <p:nvPr/>
              </p:nvSpPr>
              <p:spPr>
                <a:xfrm>
                  <a:off x="6415413"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9" name="Group 578">
                <a:extLst>
                  <a:ext uri="{FF2B5EF4-FFF2-40B4-BE49-F238E27FC236}">
                    <a16:creationId xmlns:a16="http://schemas.microsoft.com/office/drawing/2014/main" id="{F9C81389-A58C-4148-9513-BEDFAE2DA702}"/>
                  </a:ext>
                </a:extLst>
              </p:cNvPr>
              <p:cNvGrpSpPr/>
              <p:nvPr/>
            </p:nvGrpSpPr>
            <p:grpSpPr>
              <a:xfrm>
                <a:off x="5507514" y="3340250"/>
                <a:ext cx="901322" cy="514728"/>
                <a:chOff x="5255630" y="3592133"/>
                <a:chExt cx="901322" cy="514728"/>
              </a:xfrm>
              <a:grpFill/>
            </p:grpSpPr>
            <p:sp>
              <p:nvSpPr>
                <p:cNvPr id="587" name="Cube 586">
                  <a:extLst>
                    <a:ext uri="{FF2B5EF4-FFF2-40B4-BE49-F238E27FC236}">
                      <a16:creationId xmlns:a16="http://schemas.microsoft.com/office/drawing/2014/main" id="{F33FA5B2-81A4-3D42-9E53-575CE8D921A0}"/>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Cube 587">
                  <a:extLst>
                    <a:ext uri="{FF2B5EF4-FFF2-40B4-BE49-F238E27FC236}">
                      <a16:creationId xmlns:a16="http://schemas.microsoft.com/office/drawing/2014/main" id="{84C8ED03-CED0-474D-AEEA-25CC78780448}"/>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80" name="Group 579">
                <a:extLst>
                  <a:ext uri="{FF2B5EF4-FFF2-40B4-BE49-F238E27FC236}">
                    <a16:creationId xmlns:a16="http://schemas.microsoft.com/office/drawing/2014/main" id="{DB00EC01-BE90-084C-9E21-5C553E6E4DD1}"/>
                  </a:ext>
                </a:extLst>
              </p:cNvPr>
              <p:cNvGrpSpPr/>
              <p:nvPr/>
            </p:nvGrpSpPr>
            <p:grpSpPr>
              <a:xfrm>
                <a:off x="5381572" y="3466192"/>
                <a:ext cx="901322" cy="514728"/>
                <a:chOff x="5255630" y="3592133"/>
                <a:chExt cx="901322" cy="514728"/>
              </a:xfrm>
              <a:grpFill/>
            </p:grpSpPr>
            <p:sp>
              <p:nvSpPr>
                <p:cNvPr id="585" name="Cube 584">
                  <a:extLst>
                    <a:ext uri="{FF2B5EF4-FFF2-40B4-BE49-F238E27FC236}">
                      <a16:creationId xmlns:a16="http://schemas.microsoft.com/office/drawing/2014/main" id="{60A13DE8-E3C0-BC47-9559-1170DF85B370}"/>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Cube 585">
                  <a:extLst>
                    <a:ext uri="{FF2B5EF4-FFF2-40B4-BE49-F238E27FC236}">
                      <a16:creationId xmlns:a16="http://schemas.microsoft.com/office/drawing/2014/main" id="{B465A699-A4E7-764E-8B17-2A08A4FC62E8}"/>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81" name="Group 580">
                <a:extLst>
                  <a:ext uri="{FF2B5EF4-FFF2-40B4-BE49-F238E27FC236}">
                    <a16:creationId xmlns:a16="http://schemas.microsoft.com/office/drawing/2014/main" id="{0D64C54C-E17A-804B-BC97-FE6FDEF9070F}"/>
                  </a:ext>
                </a:extLst>
              </p:cNvPr>
              <p:cNvGrpSpPr/>
              <p:nvPr/>
            </p:nvGrpSpPr>
            <p:grpSpPr>
              <a:xfrm>
                <a:off x="5255630" y="3592133"/>
                <a:ext cx="1287916" cy="514728"/>
                <a:chOff x="5255630" y="3592133"/>
                <a:chExt cx="1287916" cy="514728"/>
              </a:xfrm>
              <a:grpFill/>
            </p:grpSpPr>
            <p:sp>
              <p:nvSpPr>
                <p:cNvPr id="582" name="Cube 581">
                  <a:extLst>
                    <a:ext uri="{FF2B5EF4-FFF2-40B4-BE49-F238E27FC236}">
                      <a16:creationId xmlns:a16="http://schemas.microsoft.com/office/drawing/2014/main" id="{59B27DE0-392B-D34A-9F7B-D27F6B417120}"/>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3" name="Cube 582">
                  <a:extLst>
                    <a:ext uri="{FF2B5EF4-FFF2-40B4-BE49-F238E27FC236}">
                      <a16:creationId xmlns:a16="http://schemas.microsoft.com/office/drawing/2014/main" id="{B8F674A2-86D6-3940-8FC2-82EC6E71DF95}"/>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4" name="Cube 583">
                  <a:extLst>
                    <a:ext uri="{FF2B5EF4-FFF2-40B4-BE49-F238E27FC236}">
                      <a16:creationId xmlns:a16="http://schemas.microsoft.com/office/drawing/2014/main" id="{DC24EC0C-297E-C342-BFCB-FFA67A1C548E}"/>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46" name="Group 345">
              <a:extLst>
                <a:ext uri="{FF2B5EF4-FFF2-40B4-BE49-F238E27FC236}">
                  <a16:creationId xmlns:a16="http://schemas.microsoft.com/office/drawing/2014/main" id="{56238286-B043-3A4E-87BA-FB7EF10A5B8D}"/>
                </a:ext>
              </a:extLst>
            </p:cNvPr>
            <p:cNvGrpSpPr/>
            <p:nvPr/>
          </p:nvGrpSpPr>
          <p:grpSpPr>
            <a:xfrm>
              <a:off x="5308736" y="2406836"/>
              <a:ext cx="2052336" cy="892553"/>
              <a:chOff x="5255630" y="3214308"/>
              <a:chExt cx="2052336" cy="892553"/>
            </a:xfrm>
            <a:grpFill/>
          </p:grpSpPr>
          <p:grpSp>
            <p:nvGrpSpPr>
              <p:cNvPr id="359" name="Group 358">
                <a:extLst>
                  <a:ext uri="{FF2B5EF4-FFF2-40B4-BE49-F238E27FC236}">
                    <a16:creationId xmlns:a16="http://schemas.microsoft.com/office/drawing/2014/main" id="{48CB4243-D590-C749-BF54-4FDDFD728EED}"/>
                  </a:ext>
                </a:extLst>
              </p:cNvPr>
              <p:cNvGrpSpPr/>
              <p:nvPr/>
            </p:nvGrpSpPr>
            <p:grpSpPr>
              <a:xfrm>
                <a:off x="5633455" y="3214308"/>
                <a:ext cx="1674511" cy="514728"/>
                <a:chOff x="5255630" y="3592133"/>
                <a:chExt cx="1674511" cy="514728"/>
              </a:xfrm>
              <a:grpFill/>
            </p:grpSpPr>
            <p:sp>
              <p:nvSpPr>
                <p:cNvPr id="370" name="Cube 369">
                  <a:extLst>
                    <a:ext uri="{FF2B5EF4-FFF2-40B4-BE49-F238E27FC236}">
                      <a16:creationId xmlns:a16="http://schemas.microsoft.com/office/drawing/2014/main" id="{39B9F397-BB66-D248-9EEE-69AE052FB9E2}"/>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 name="Cube 370">
                  <a:extLst>
                    <a:ext uri="{FF2B5EF4-FFF2-40B4-BE49-F238E27FC236}">
                      <a16:creationId xmlns:a16="http://schemas.microsoft.com/office/drawing/2014/main" id="{FECAEDC6-CF93-EE42-95D5-306B9BBFE43A}"/>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 name="Cube 371">
                  <a:extLst>
                    <a:ext uri="{FF2B5EF4-FFF2-40B4-BE49-F238E27FC236}">
                      <a16:creationId xmlns:a16="http://schemas.microsoft.com/office/drawing/2014/main" id="{83D58C55-8039-1A42-A7E9-D3407A16387C}"/>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7" name="Cube 576">
                  <a:extLst>
                    <a:ext uri="{FF2B5EF4-FFF2-40B4-BE49-F238E27FC236}">
                      <a16:creationId xmlns:a16="http://schemas.microsoft.com/office/drawing/2014/main" id="{37980540-4585-F24F-83EC-90FC9FC5DC17}"/>
                    </a:ext>
                  </a:extLst>
                </p:cNvPr>
                <p:cNvSpPr/>
                <p:nvPr/>
              </p:nvSpPr>
              <p:spPr>
                <a:xfrm>
                  <a:off x="6415413"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0" name="Group 359">
                <a:extLst>
                  <a:ext uri="{FF2B5EF4-FFF2-40B4-BE49-F238E27FC236}">
                    <a16:creationId xmlns:a16="http://schemas.microsoft.com/office/drawing/2014/main" id="{9F1429CD-39B3-9644-B3AD-CC4275CA620C}"/>
                  </a:ext>
                </a:extLst>
              </p:cNvPr>
              <p:cNvGrpSpPr/>
              <p:nvPr/>
            </p:nvGrpSpPr>
            <p:grpSpPr>
              <a:xfrm>
                <a:off x="5507514" y="3340250"/>
                <a:ext cx="901322" cy="514728"/>
                <a:chOff x="5255630" y="3592133"/>
                <a:chExt cx="901322" cy="514728"/>
              </a:xfrm>
              <a:grpFill/>
            </p:grpSpPr>
            <p:sp>
              <p:nvSpPr>
                <p:cNvPr id="368" name="Cube 367">
                  <a:extLst>
                    <a:ext uri="{FF2B5EF4-FFF2-40B4-BE49-F238E27FC236}">
                      <a16:creationId xmlns:a16="http://schemas.microsoft.com/office/drawing/2014/main" id="{D152B16D-A4BA-E440-8DD8-3ED26838D992}"/>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 name="Cube 368">
                  <a:extLst>
                    <a:ext uri="{FF2B5EF4-FFF2-40B4-BE49-F238E27FC236}">
                      <a16:creationId xmlns:a16="http://schemas.microsoft.com/office/drawing/2014/main" id="{72CD4627-003D-DD42-AD6F-40F81D754A5A}"/>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1" name="Group 360">
                <a:extLst>
                  <a:ext uri="{FF2B5EF4-FFF2-40B4-BE49-F238E27FC236}">
                    <a16:creationId xmlns:a16="http://schemas.microsoft.com/office/drawing/2014/main" id="{4B02E54B-CBA0-0241-878F-67816084E613}"/>
                  </a:ext>
                </a:extLst>
              </p:cNvPr>
              <p:cNvGrpSpPr/>
              <p:nvPr/>
            </p:nvGrpSpPr>
            <p:grpSpPr>
              <a:xfrm>
                <a:off x="5381572" y="3466192"/>
                <a:ext cx="901322" cy="514728"/>
                <a:chOff x="5255630" y="3592133"/>
                <a:chExt cx="901322" cy="514728"/>
              </a:xfrm>
              <a:grpFill/>
            </p:grpSpPr>
            <p:sp>
              <p:nvSpPr>
                <p:cNvPr id="366" name="Cube 365">
                  <a:extLst>
                    <a:ext uri="{FF2B5EF4-FFF2-40B4-BE49-F238E27FC236}">
                      <a16:creationId xmlns:a16="http://schemas.microsoft.com/office/drawing/2014/main" id="{6C08F479-3BE5-B04A-8259-7AF54DC24521}"/>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 name="Cube 366">
                  <a:extLst>
                    <a:ext uri="{FF2B5EF4-FFF2-40B4-BE49-F238E27FC236}">
                      <a16:creationId xmlns:a16="http://schemas.microsoft.com/office/drawing/2014/main" id="{AAB5BC03-34FD-1D4C-96BB-DF993B2032B7}"/>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2" name="Group 361">
                <a:extLst>
                  <a:ext uri="{FF2B5EF4-FFF2-40B4-BE49-F238E27FC236}">
                    <a16:creationId xmlns:a16="http://schemas.microsoft.com/office/drawing/2014/main" id="{C4FF387F-A031-5248-B280-575B5E3DFA32}"/>
                  </a:ext>
                </a:extLst>
              </p:cNvPr>
              <p:cNvGrpSpPr/>
              <p:nvPr/>
            </p:nvGrpSpPr>
            <p:grpSpPr>
              <a:xfrm>
                <a:off x="5255630" y="3592133"/>
                <a:ext cx="1287916" cy="514728"/>
                <a:chOff x="5255630" y="3592133"/>
                <a:chExt cx="1287916" cy="514728"/>
              </a:xfrm>
              <a:grpFill/>
            </p:grpSpPr>
            <p:sp>
              <p:nvSpPr>
                <p:cNvPr id="363" name="Cube 362">
                  <a:extLst>
                    <a:ext uri="{FF2B5EF4-FFF2-40B4-BE49-F238E27FC236}">
                      <a16:creationId xmlns:a16="http://schemas.microsoft.com/office/drawing/2014/main" id="{78BA91FF-35B0-424E-8BC3-99CFC1EDC82D}"/>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 name="Cube 363">
                  <a:extLst>
                    <a:ext uri="{FF2B5EF4-FFF2-40B4-BE49-F238E27FC236}">
                      <a16:creationId xmlns:a16="http://schemas.microsoft.com/office/drawing/2014/main" id="{0D158C5A-F8C2-C146-8A87-0744F77B212C}"/>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 name="Cube 364">
                  <a:extLst>
                    <a:ext uri="{FF2B5EF4-FFF2-40B4-BE49-F238E27FC236}">
                      <a16:creationId xmlns:a16="http://schemas.microsoft.com/office/drawing/2014/main" id="{E1B2ED70-D975-2D47-8E96-403244BB3EE4}"/>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47" name="Group 346">
              <a:extLst>
                <a:ext uri="{FF2B5EF4-FFF2-40B4-BE49-F238E27FC236}">
                  <a16:creationId xmlns:a16="http://schemas.microsoft.com/office/drawing/2014/main" id="{E3D9D731-06D3-B34A-AC9A-331362191C4E}"/>
                </a:ext>
              </a:extLst>
            </p:cNvPr>
            <p:cNvGrpSpPr/>
            <p:nvPr/>
          </p:nvGrpSpPr>
          <p:grpSpPr>
            <a:xfrm>
              <a:off x="5308736" y="2023531"/>
              <a:ext cx="2052336" cy="892553"/>
              <a:chOff x="5255630" y="3214308"/>
              <a:chExt cx="2052336" cy="892553"/>
            </a:xfrm>
            <a:grpFill/>
          </p:grpSpPr>
          <p:grpSp>
            <p:nvGrpSpPr>
              <p:cNvPr id="348" name="Group 347">
                <a:extLst>
                  <a:ext uri="{FF2B5EF4-FFF2-40B4-BE49-F238E27FC236}">
                    <a16:creationId xmlns:a16="http://schemas.microsoft.com/office/drawing/2014/main" id="{B00B1FB8-2598-3648-B6F0-6BC7E1499D01}"/>
                  </a:ext>
                </a:extLst>
              </p:cNvPr>
              <p:cNvGrpSpPr/>
              <p:nvPr/>
            </p:nvGrpSpPr>
            <p:grpSpPr>
              <a:xfrm>
                <a:off x="5633455" y="3214308"/>
                <a:ext cx="1674511" cy="514728"/>
                <a:chOff x="5255630" y="3592133"/>
                <a:chExt cx="1674511" cy="514728"/>
              </a:xfrm>
              <a:grpFill/>
            </p:grpSpPr>
            <p:sp>
              <p:nvSpPr>
                <p:cNvPr id="355" name="Cube 354">
                  <a:extLst>
                    <a:ext uri="{FF2B5EF4-FFF2-40B4-BE49-F238E27FC236}">
                      <a16:creationId xmlns:a16="http://schemas.microsoft.com/office/drawing/2014/main" id="{C92CE54D-387B-7E43-8914-DE3003FF5E59}"/>
                    </a:ext>
                  </a:extLst>
                </p:cNvPr>
                <p:cNvSpPr/>
                <p:nvPr/>
              </p:nvSpPr>
              <p:spPr>
                <a:xfrm>
                  <a:off x="5255630" y="3592133"/>
                  <a:ext cx="514728" cy="514728"/>
                </a:xfrm>
                <a:prstGeom prst="cube">
                  <a:avLst/>
                </a:prstGeom>
                <a:solidFill>
                  <a:schemeClr val="accent4">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 name="Cube 355">
                  <a:extLst>
                    <a:ext uri="{FF2B5EF4-FFF2-40B4-BE49-F238E27FC236}">
                      <a16:creationId xmlns:a16="http://schemas.microsoft.com/office/drawing/2014/main" id="{C35A02A2-B559-9748-AEE5-49773C1144FC}"/>
                    </a:ext>
                  </a:extLst>
                </p:cNvPr>
                <p:cNvSpPr/>
                <p:nvPr/>
              </p:nvSpPr>
              <p:spPr>
                <a:xfrm>
                  <a:off x="5642224" y="3592133"/>
                  <a:ext cx="514728" cy="514728"/>
                </a:xfrm>
                <a:prstGeom prst="cube">
                  <a:avLst/>
                </a:prstGeom>
                <a:solidFill>
                  <a:schemeClr val="accent4">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 name="Cube 356">
                  <a:extLst>
                    <a:ext uri="{FF2B5EF4-FFF2-40B4-BE49-F238E27FC236}">
                      <a16:creationId xmlns:a16="http://schemas.microsoft.com/office/drawing/2014/main" id="{2ABB869C-90B4-D04C-80E1-DEA0FB615E97}"/>
                    </a:ext>
                  </a:extLst>
                </p:cNvPr>
                <p:cNvSpPr/>
                <p:nvPr/>
              </p:nvSpPr>
              <p:spPr>
                <a:xfrm>
                  <a:off x="6028818" y="3592133"/>
                  <a:ext cx="514728" cy="514728"/>
                </a:xfrm>
                <a:prstGeom prst="cube">
                  <a:avLst/>
                </a:prstGeom>
                <a:solidFill>
                  <a:schemeClr val="accent4">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8" name="Cube 357">
                  <a:extLst>
                    <a:ext uri="{FF2B5EF4-FFF2-40B4-BE49-F238E27FC236}">
                      <a16:creationId xmlns:a16="http://schemas.microsoft.com/office/drawing/2014/main" id="{1A2547B8-E305-B14B-8231-BE496F28259C}"/>
                    </a:ext>
                  </a:extLst>
                </p:cNvPr>
                <p:cNvSpPr/>
                <p:nvPr/>
              </p:nvSpPr>
              <p:spPr>
                <a:xfrm>
                  <a:off x="6415413" y="3592133"/>
                  <a:ext cx="514728" cy="514728"/>
                </a:xfrm>
                <a:prstGeom prst="cube">
                  <a:avLst/>
                </a:prstGeom>
                <a:solidFill>
                  <a:schemeClr val="accent4">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49" name="Cube 348">
                <a:extLst>
                  <a:ext uri="{FF2B5EF4-FFF2-40B4-BE49-F238E27FC236}">
                    <a16:creationId xmlns:a16="http://schemas.microsoft.com/office/drawing/2014/main" id="{59AFC716-F866-7445-B018-BA5A8B2F7BD7}"/>
                  </a:ext>
                </a:extLst>
              </p:cNvPr>
              <p:cNvSpPr/>
              <p:nvPr/>
            </p:nvSpPr>
            <p:spPr>
              <a:xfrm>
                <a:off x="5507514" y="3340250"/>
                <a:ext cx="514728" cy="514728"/>
              </a:xfrm>
              <a:prstGeom prst="cube">
                <a:avLst/>
              </a:prstGeom>
              <a:solidFill>
                <a:schemeClr val="accent4">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 name="Cube 349">
                <a:extLst>
                  <a:ext uri="{FF2B5EF4-FFF2-40B4-BE49-F238E27FC236}">
                    <a16:creationId xmlns:a16="http://schemas.microsoft.com/office/drawing/2014/main" id="{B0D6E17D-F3D2-D74F-BBED-E1AA2C2616D0}"/>
                  </a:ext>
                </a:extLst>
              </p:cNvPr>
              <p:cNvSpPr/>
              <p:nvPr/>
            </p:nvSpPr>
            <p:spPr>
              <a:xfrm>
                <a:off x="5381572" y="3466192"/>
                <a:ext cx="514728" cy="514728"/>
              </a:xfrm>
              <a:prstGeom prst="cube">
                <a:avLst/>
              </a:prstGeom>
              <a:solidFill>
                <a:schemeClr val="accent4">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1" name="Group 350">
                <a:extLst>
                  <a:ext uri="{FF2B5EF4-FFF2-40B4-BE49-F238E27FC236}">
                    <a16:creationId xmlns:a16="http://schemas.microsoft.com/office/drawing/2014/main" id="{9851D2B2-A320-5046-8EE9-8B740B1F435B}"/>
                  </a:ext>
                </a:extLst>
              </p:cNvPr>
              <p:cNvGrpSpPr/>
              <p:nvPr/>
            </p:nvGrpSpPr>
            <p:grpSpPr>
              <a:xfrm>
                <a:off x="5255630" y="3592133"/>
                <a:ext cx="1287916" cy="514728"/>
                <a:chOff x="5255630" y="3592133"/>
                <a:chExt cx="1287916" cy="514728"/>
              </a:xfrm>
              <a:grpFill/>
            </p:grpSpPr>
            <p:sp>
              <p:nvSpPr>
                <p:cNvPr id="352" name="Cube 351">
                  <a:extLst>
                    <a:ext uri="{FF2B5EF4-FFF2-40B4-BE49-F238E27FC236}">
                      <a16:creationId xmlns:a16="http://schemas.microsoft.com/office/drawing/2014/main" id="{9CEEFC64-C583-504F-A7E9-2235EF2D74C7}"/>
                    </a:ext>
                  </a:extLst>
                </p:cNvPr>
                <p:cNvSpPr/>
                <p:nvPr/>
              </p:nvSpPr>
              <p:spPr>
                <a:xfrm>
                  <a:off x="5255630" y="3592133"/>
                  <a:ext cx="514728" cy="514728"/>
                </a:xfrm>
                <a:prstGeom prst="cube">
                  <a:avLst/>
                </a:prstGeom>
                <a:solidFill>
                  <a:schemeClr val="accent4">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 name="Cube 352">
                  <a:extLst>
                    <a:ext uri="{FF2B5EF4-FFF2-40B4-BE49-F238E27FC236}">
                      <a16:creationId xmlns:a16="http://schemas.microsoft.com/office/drawing/2014/main" id="{60CB3BF2-640C-214D-BFE1-BA6E6033D5A3}"/>
                    </a:ext>
                  </a:extLst>
                </p:cNvPr>
                <p:cNvSpPr/>
                <p:nvPr/>
              </p:nvSpPr>
              <p:spPr>
                <a:xfrm>
                  <a:off x="5642224" y="3592133"/>
                  <a:ext cx="514728" cy="514728"/>
                </a:xfrm>
                <a:prstGeom prst="cube">
                  <a:avLst/>
                </a:prstGeom>
                <a:solidFill>
                  <a:schemeClr val="accent4">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 name="Cube 353">
                  <a:extLst>
                    <a:ext uri="{FF2B5EF4-FFF2-40B4-BE49-F238E27FC236}">
                      <a16:creationId xmlns:a16="http://schemas.microsoft.com/office/drawing/2014/main" id="{03790B63-104B-4F47-BFB1-5AE6405A8357}"/>
                    </a:ext>
                  </a:extLst>
                </p:cNvPr>
                <p:cNvSpPr/>
                <p:nvPr/>
              </p:nvSpPr>
              <p:spPr>
                <a:xfrm>
                  <a:off x="6028818" y="3592133"/>
                  <a:ext cx="514728" cy="514728"/>
                </a:xfrm>
                <a:prstGeom prst="cube">
                  <a:avLst/>
                </a:prstGeom>
                <a:solidFill>
                  <a:schemeClr val="accent4">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sp>
        <p:nvSpPr>
          <p:cNvPr id="576" name="TextBox 575">
            <a:extLst>
              <a:ext uri="{FF2B5EF4-FFF2-40B4-BE49-F238E27FC236}">
                <a16:creationId xmlns:a16="http://schemas.microsoft.com/office/drawing/2014/main" id="{2D123782-550E-4E4F-A58B-C0B86CF977CE}"/>
              </a:ext>
            </a:extLst>
          </p:cNvPr>
          <p:cNvSpPr txBox="1"/>
          <p:nvPr/>
        </p:nvSpPr>
        <p:spPr>
          <a:xfrm>
            <a:off x="1926897" y="3895659"/>
            <a:ext cx="849920" cy="307777"/>
          </a:xfrm>
          <a:prstGeom prst="rect">
            <a:avLst/>
          </a:prstGeom>
          <a:solidFill>
            <a:schemeClr val="accent3"/>
          </a:solidFill>
          <a:ln>
            <a:solidFill>
              <a:schemeClr val="tx1"/>
            </a:solidFill>
          </a:ln>
        </p:spPr>
        <p:txBody>
          <a:bodyPr wrap="square" lIns="0" tIns="0" rIns="0" bIns="0" rtlCol="0" anchor="ctr">
            <a:spAutoFit/>
          </a:bodyPr>
          <a:lstStyle/>
          <a:p>
            <a:pPr algn="ctr"/>
            <a:r>
              <a:rPr lang="en-GB" sz="2000" dirty="0"/>
              <a:t>27 cm</a:t>
            </a:r>
            <a:r>
              <a:rPr lang="en-GB" sz="2000" baseline="30000" dirty="0"/>
              <a:t>3</a:t>
            </a:r>
          </a:p>
        </p:txBody>
      </p:sp>
      <p:grpSp>
        <p:nvGrpSpPr>
          <p:cNvPr id="593" name="Group 592">
            <a:extLst>
              <a:ext uri="{FF2B5EF4-FFF2-40B4-BE49-F238E27FC236}">
                <a16:creationId xmlns:a16="http://schemas.microsoft.com/office/drawing/2014/main" id="{54148282-C460-DF4A-A605-851375940237}"/>
              </a:ext>
            </a:extLst>
          </p:cNvPr>
          <p:cNvGrpSpPr/>
          <p:nvPr/>
        </p:nvGrpSpPr>
        <p:grpSpPr>
          <a:xfrm>
            <a:off x="3683584" y="3065712"/>
            <a:ext cx="1776833" cy="1328156"/>
            <a:chOff x="5308736" y="2149473"/>
            <a:chExt cx="2052336" cy="1534091"/>
          </a:xfrm>
          <a:solidFill>
            <a:schemeClr val="bg1">
              <a:lumMod val="85000"/>
            </a:schemeClr>
          </a:solidFill>
        </p:grpSpPr>
        <p:grpSp>
          <p:nvGrpSpPr>
            <p:cNvPr id="594" name="Group 593">
              <a:extLst>
                <a:ext uri="{FF2B5EF4-FFF2-40B4-BE49-F238E27FC236}">
                  <a16:creationId xmlns:a16="http://schemas.microsoft.com/office/drawing/2014/main" id="{72013E27-0AE9-AF46-9D5C-F655013CF3A8}"/>
                </a:ext>
              </a:extLst>
            </p:cNvPr>
            <p:cNvGrpSpPr/>
            <p:nvPr/>
          </p:nvGrpSpPr>
          <p:grpSpPr>
            <a:xfrm>
              <a:off x="5308736" y="2791011"/>
              <a:ext cx="2052336" cy="892553"/>
              <a:chOff x="5255630" y="3214308"/>
              <a:chExt cx="2052336" cy="892553"/>
            </a:xfrm>
            <a:grpFill/>
          </p:grpSpPr>
          <p:grpSp>
            <p:nvGrpSpPr>
              <p:cNvPr id="615" name="Group 614">
                <a:extLst>
                  <a:ext uri="{FF2B5EF4-FFF2-40B4-BE49-F238E27FC236}">
                    <a16:creationId xmlns:a16="http://schemas.microsoft.com/office/drawing/2014/main" id="{AB09A34A-93DB-1549-BBAF-7BF86B397055}"/>
                  </a:ext>
                </a:extLst>
              </p:cNvPr>
              <p:cNvGrpSpPr/>
              <p:nvPr/>
            </p:nvGrpSpPr>
            <p:grpSpPr>
              <a:xfrm>
                <a:off x="5633455" y="3214308"/>
                <a:ext cx="1674511" cy="514728"/>
                <a:chOff x="5255630" y="3592133"/>
                <a:chExt cx="1674511" cy="514728"/>
              </a:xfrm>
              <a:grpFill/>
            </p:grpSpPr>
            <p:sp>
              <p:nvSpPr>
                <p:cNvPr id="631" name="Cube 630">
                  <a:extLst>
                    <a:ext uri="{FF2B5EF4-FFF2-40B4-BE49-F238E27FC236}">
                      <a16:creationId xmlns:a16="http://schemas.microsoft.com/office/drawing/2014/main" id="{B1567D22-36DF-AC4B-B864-350A989BF047}"/>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2" name="Cube 631">
                  <a:extLst>
                    <a:ext uri="{FF2B5EF4-FFF2-40B4-BE49-F238E27FC236}">
                      <a16:creationId xmlns:a16="http://schemas.microsoft.com/office/drawing/2014/main" id="{AE7B6D2A-57CA-3244-8465-F5C663E6AF60}"/>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3" name="Cube 632">
                  <a:extLst>
                    <a:ext uri="{FF2B5EF4-FFF2-40B4-BE49-F238E27FC236}">
                      <a16:creationId xmlns:a16="http://schemas.microsoft.com/office/drawing/2014/main" id="{BF92B285-B08B-8149-BF63-A3B3C023156B}"/>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4" name="Cube 633">
                  <a:extLst>
                    <a:ext uri="{FF2B5EF4-FFF2-40B4-BE49-F238E27FC236}">
                      <a16:creationId xmlns:a16="http://schemas.microsoft.com/office/drawing/2014/main" id="{FD6EA7BB-3F2D-9743-917A-01683A7A7FDE}"/>
                    </a:ext>
                  </a:extLst>
                </p:cNvPr>
                <p:cNvSpPr/>
                <p:nvPr/>
              </p:nvSpPr>
              <p:spPr>
                <a:xfrm>
                  <a:off x="6415413" y="3592133"/>
                  <a:ext cx="514728" cy="514728"/>
                </a:xfrm>
                <a:prstGeom prst="cube">
                  <a:avLst/>
                </a:prstGeom>
                <a:solidFill>
                  <a:schemeClr val="accent6">
                    <a:lumMod val="9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6" name="Group 615">
                <a:extLst>
                  <a:ext uri="{FF2B5EF4-FFF2-40B4-BE49-F238E27FC236}">
                    <a16:creationId xmlns:a16="http://schemas.microsoft.com/office/drawing/2014/main" id="{E26A71D1-1F46-E24E-82B1-6D9E835AF4F5}"/>
                  </a:ext>
                </a:extLst>
              </p:cNvPr>
              <p:cNvGrpSpPr/>
              <p:nvPr/>
            </p:nvGrpSpPr>
            <p:grpSpPr>
              <a:xfrm>
                <a:off x="5507514" y="3340250"/>
                <a:ext cx="1674511" cy="514728"/>
                <a:chOff x="5255630" y="3592133"/>
                <a:chExt cx="1674511" cy="514728"/>
              </a:xfrm>
              <a:grpFill/>
            </p:grpSpPr>
            <p:sp>
              <p:nvSpPr>
                <p:cNvPr id="627" name="Cube 626">
                  <a:extLst>
                    <a:ext uri="{FF2B5EF4-FFF2-40B4-BE49-F238E27FC236}">
                      <a16:creationId xmlns:a16="http://schemas.microsoft.com/office/drawing/2014/main" id="{30E036A4-7C7C-384D-80E5-BA319863B278}"/>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8" name="Cube 627">
                  <a:extLst>
                    <a:ext uri="{FF2B5EF4-FFF2-40B4-BE49-F238E27FC236}">
                      <a16:creationId xmlns:a16="http://schemas.microsoft.com/office/drawing/2014/main" id="{0DBD4E40-BA31-C846-8DBC-C8DBD7BC0981}"/>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9" name="Cube 628">
                  <a:extLst>
                    <a:ext uri="{FF2B5EF4-FFF2-40B4-BE49-F238E27FC236}">
                      <a16:creationId xmlns:a16="http://schemas.microsoft.com/office/drawing/2014/main" id="{0CDE2DCE-F68F-7A4B-9ADC-F963A96329A5}"/>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0" name="Cube 629">
                  <a:extLst>
                    <a:ext uri="{FF2B5EF4-FFF2-40B4-BE49-F238E27FC236}">
                      <a16:creationId xmlns:a16="http://schemas.microsoft.com/office/drawing/2014/main" id="{240AE78C-A992-B840-993E-9F68A7C94702}"/>
                    </a:ext>
                  </a:extLst>
                </p:cNvPr>
                <p:cNvSpPr/>
                <p:nvPr/>
              </p:nvSpPr>
              <p:spPr>
                <a:xfrm>
                  <a:off x="6415413" y="3592133"/>
                  <a:ext cx="514728" cy="514728"/>
                </a:xfrm>
                <a:prstGeom prst="cube">
                  <a:avLst/>
                </a:prstGeom>
                <a:solidFill>
                  <a:schemeClr val="accent6">
                    <a:lumMod val="9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7" name="Group 616">
                <a:extLst>
                  <a:ext uri="{FF2B5EF4-FFF2-40B4-BE49-F238E27FC236}">
                    <a16:creationId xmlns:a16="http://schemas.microsoft.com/office/drawing/2014/main" id="{BE2A40F7-51EC-2E47-A087-82D18DD4DCF6}"/>
                  </a:ext>
                </a:extLst>
              </p:cNvPr>
              <p:cNvGrpSpPr/>
              <p:nvPr/>
            </p:nvGrpSpPr>
            <p:grpSpPr>
              <a:xfrm>
                <a:off x="5381572" y="3466192"/>
                <a:ext cx="1674511" cy="514728"/>
                <a:chOff x="5255630" y="3592133"/>
                <a:chExt cx="1674511" cy="514728"/>
              </a:xfrm>
              <a:grpFill/>
            </p:grpSpPr>
            <p:sp>
              <p:nvSpPr>
                <p:cNvPr id="623" name="Cube 622">
                  <a:extLst>
                    <a:ext uri="{FF2B5EF4-FFF2-40B4-BE49-F238E27FC236}">
                      <a16:creationId xmlns:a16="http://schemas.microsoft.com/office/drawing/2014/main" id="{5F7481B5-791F-F64E-8917-93D302E87425}"/>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4" name="Cube 623">
                  <a:extLst>
                    <a:ext uri="{FF2B5EF4-FFF2-40B4-BE49-F238E27FC236}">
                      <a16:creationId xmlns:a16="http://schemas.microsoft.com/office/drawing/2014/main" id="{EC06F386-F53D-4C41-AB55-47D28650B4EE}"/>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5" name="Cube 624">
                  <a:extLst>
                    <a:ext uri="{FF2B5EF4-FFF2-40B4-BE49-F238E27FC236}">
                      <a16:creationId xmlns:a16="http://schemas.microsoft.com/office/drawing/2014/main" id="{02354A73-19AB-444B-AAA6-55A352CC65B2}"/>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6" name="Cube 625">
                  <a:extLst>
                    <a:ext uri="{FF2B5EF4-FFF2-40B4-BE49-F238E27FC236}">
                      <a16:creationId xmlns:a16="http://schemas.microsoft.com/office/drawing/2014/main" id="{E8175183-6E69-D044-ADF8-A52D5D113698}"/>
                    </a:ext>
                  </a:extLst>
                </p:cNvPr>
                <p:cNvSpPr/>
                <p:nvPr/>
              </p:nvSpPr>
              <p:spPr>
                <a:xfrm>
                  <a:off x="6415413" y="3592133"/>
                  <a:ext cx="514728" cy="514728"/>
                </a:xfrm>
                <a:prstGeom prst="cube">
                  <a:avLst/>
                </a:prstGeom>
                <a:solidFill>
                  <a:schemeClr val="accent6">
                    <a:lumMod val="9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8" name="Group 617">
                <a:extLst>
                  <a:ext uri="{FF2B5EF4-FFF2-40B4-BE49-F238E27FC236}">
                    <a16:creationId xmlns:a16="http://schemas.microsoft.com/office/drawing/2014/main" id="{A66393F3-20FC-C746-B119-BAE4CDBF3A6F}"/>
                  </a:ext>
                </a:extLst>
              </p:cNvPr>
              <p:cNvGrpSpPr/>
              <p:nvPr/>
            </p:nvGrpSpPr>
            <p:grpSpPr>
              <a:xfrm>
                <a:off x="5255630" y="3592133"/>
                <a:ext cx="1674511" cy="514728"/>
                <a:chOff x="5255630" y="3592133"/>
                <a:chExt cx="1674511" cy="514728"/>
              </a:xfrm>
              <a:grpFill/>
            </p:grpSpPr>
            <p:sp>
              <p:nvSpPr>
                <p:cNvPr id="619" name="Cube 618">
                  <a:extLst>
                    <a:ext uri="{FF2B5EF4-FFF2-40B4-BE49-F238E27FC236}">
                      <a16:creationId xmlns:a16="http://schemas.microsoft.com/office/drawing/2014/main" id="{9485D356-89C4-B74F-AE6C-BC7823817072}"/>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0" name="Cube 619">
                  <a:extLst>
                    <a:ext uri="{FF2B5EF4-FFF2-40B4-BE49-F238E27FC236}">
                      <a16:creationId xmlns:a16="http://schemas.microsoft.com/office/drawing/2014/main" id="{D0CB13ED-9397-8D48-BC7D-AC86D1A99446}"/>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1" name="Cube 620">
                  <a:extLst>
                    <a:ext uri="{FF2B5EF4-FFF2-40B4-BE49-F238E27FC236}">
                      <a16:creationId xmlns:a16="http://schemas.microsoft.com/office/drawing/2014/main" id="{572C9DBE-6AC9-A54B-B13F-B5846FD2ECAC}"/>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2" name="Cube 621">
                  <a:extLst>
                    <a:ext uri="{FF2B5EF4-FFF2-40B4-BE49-F238E27FC236}">
                      <a16:creationId xmlns:a16="http://schemas.microsoft.com/office/drawing/2014/main" id="{56CD8289-037C-CB41-9830-4EA85EC4C030}"/>
                    </a:ext>
                  </a:extLst>
                </p:cNvPr>
                <p:cNvSpPr/>
                <p:nvPr/>
              </p:nvSpPr>
              <p:spPr>
                <a:xfrm>
                  <a:off x="6415413" y="3592133"/>
                  <a:ext cx="514728" cy="514728"/>
                </a:xfrm>
                <a:prstGeom prst="cube">
                  <a:avLst/>
                </a:prstGeom>
                <a:solidFill>
                  <a:schemeClr val="accent6">
                    <a:lumMod val="9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95" name="Group 594">
              <a:extLst>
                <a:ext uri="{FF2B5EF4-FFF2-40B4-BE49-F238E27FC236}">
                  <a16:creationId xmlns:a16="http://schemas.microsoft.com/office/drawing/2014/main" id="{0124055C-4456-244C-BE38-2A5FDE8663D0}"/>
                </a:ext>
              </a:extLst>
            </p:cNvPr>
            <p:cNvGrpSpPr/>
            <p:nvPr/>
          </p:nvGrpSpPr>
          <p:grpSpPr>
            <a:xfrm>
              <a:off x="5434678" y="2406836"/>
              <a:ext cx="1800453" cy="766612"/>
              <a:chOff x="5381572" y="3214308"/>
              <a:chExt cx="1800453" cy="766612"/>
            </a:xfrm>
            <a:grpFill/>
          </p:grpSpPr>
          <p:grpSp>
            <p:nvGrpSpPr>
              <p:cNvPr id="601" name="Group 600">
                <a:extLst>
                  <a:ext uri="{FF2B5EF4-FFF2-40B4-BE49-F238E27FC236}">
                    <a16:creationId xmlns:a16="http://schemas.microsoft.com/office/drawing/2014/main" id="{521DF33C-5D2F-F34C-80E1-B974F55EDDF5}"/>
                  </a:ext>
                </a:extLst>
              </p:cNvPr>
              <p:cNvGrpSpPr/>
              <p:nvPr/>
            </p:nvGrpSpPr>
            <p:grpSpPr>
              <a:xfrm>
                <a:off x="5633455" y="3214308"/>
                <a:ext cx="1287916" cy="514728"/>
                <a:chOff x="5255630" y="3592133"/>
                <a:chExt cx="1287916" cy="514728"/>
              </a:xfrm>
              <a:grpFill/>
            </p:grpSpPr>
            <p:sp>
              <p:nvSpPr>
                <p:cNvPr id="612" name="Cube 611">
                  <a:extLst>
                    <a:ext uri="{FF2B5EF4-FFF2-40B4-BE49-F238E27FC236}">
                      <a16:creationId xmlns:a16="http://schemas.microsoft.com/office/drawing/2014/main" id="{0F2B5869-A7EE-B644-BCAA-917138A4FB16}"/>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3" name="Cube 612">
                  <a:extLst>
                    <a:ext uri="{FF2B5EF4-FFF2-40B4-BE49-F238E27FC236}">
                      <a16:creationId xmlns:a16="http://schemas.microsoft.com/office/drawing/2014/main" id="{A72B2F41-23B5-6A4D-B39A-9A9F0DCFB4B8}"/>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 name="Cube 613">
                  <a:extLst>
                    <a:ext uri="{FF2B5EF4-FFF2-40B4-BE49-F238E27FC236}">
                      <a16:creationId xmlns:a16="http://schemas.microsoft.com/office/drawing/2014/main" id="{0390A0A4-8CBD-4B4D-8D7C-579C10310E41}"/>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02" name="Group 601">
                <a:extLst>
                  <a:ext uri="{FF2B5EF4-FFF2-40B4-BE49-F238E27FC236}">
                    <a16:creationId xmlns:a16="http://schemas.microsoft.com/office/drawing/2014/main" id="{2D81C858-D8C5-904E-B60C-03ECDC2875E7}"/>
                  </a:ext>
                </a:extLst>
              </p:cNvPr>
              <p:cNvGrpSpPr/>
              <p:nvPr/>
            </p:nvGrpSpPr>
            <p:grpSpPr>
              <a:xfrm>
                <a:off x="5507514" y="3340250"/>
                <a:ext cx="1674511" cy="514728"/>
                <a:chOff x="5255630" y="3592133"/>
                <a:chExt cx="1674511" cy="514728"/>
              </a:xfrm>
              <a:grpFill/>
            </p:grpSpPr>
            <p:sp>
              <p:nvSpPr>
                <p:cNvPr id="608" name="Cube 607">
                  <a:extLst>
                    <a:ext uri="{FF2B5EF4-FFF2-40B4-BE49-F238E27FC236}">
                      <a16:creationId xmlns:a16="http://schemas.microsoft.com/office/drawing/2014/main" id="{63EFD440-684D-9F4F-9CE3-EDEA0230F101}"/>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9" name="Cube 608">
                  <a:extLst>
                    <a:ext uri="{FF2B5EF4-FFF2-40B4-BE49-F238E27FC236}">
                      <a16:creationId xmlns:a16="http://schemas.microsoft.com/office/drawing/2014/main" id="{977BB0F0-19C2-0F45-A5A8-1C64137659A1}"/>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0" name="Cube 609">
                  <a:extLst>
                    <a:ext uri="{FF2B5EF4-FFF2-40B4-BE49-F238E27FC236}">
                      <a16:creationId xmlns:a16="http://schemas.microsoft.com/office/drawing/2014/main" id="{723BC716-45D3-7241-A12E-A87FB058980A}"/>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1" name="Cube 610">
                  <a:extLst>
                    <a:ext uri="{FF2B5EF4-FFF2-40B4-BE49-F238E27FC236}">
                      <a16:creationId xmlns:a16="http://schemas.microsoft.com/office/drawing/2014/main" id="{8EDDD5FC-ACF7-1845-AFEE-B2927E885EF6}"/>
                    </a:ext>
                  </a:extLst>
                </p:cNvPr>
                <p:cNvSpPr/>
                <p:nvPr/>
              </p:nvSpPr>
              <p:spPr>
                <a:xfrm>
                  <a:off x="6415413" y="3592133"/>
                  <a:ext cx="514728" cy="514728"/>
                </a:xfrm>
                <a:prstGeom prst="cube">
                  <a:avLst/>
                </a:prstGeom>
                <a:solidFill>
                  <a:schemeClr val="accent6">
                    <a:lumMod val="9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03" name="Group 602">
                <a:extLst>
                  <a:ext uri="{FF2B5EF4-FFF2-40B4-BE49-F238E27FC236}">
                    <a16:creationId xmlns:a16="http://schemas.microsoft.com/office/drawing/2014/main" id="{3584B556-0BFF-DC45-AF0A-C6FAD91ED7E5}"/>
                  </a:ext>
                </a:extLst>
              </p:cNvPr>
              <p:cNvGrpSpPr/>
              <p:nvPr/>
            </p:nvGrpSpPr>
            <p:grpSpPr>
              <a:xfrm>
                <a:off x="5381572" y="3466192"/>
                <a:ext cx="1674511" cy="514728"/>
                <a:chOff x="5255630" y="3592133"/>
                <a:chExt cx="1674511" cy="514728"/>
              </a:xfrm>
              <a:grpFill/>
            </p:grpSpPr>
            <p:sp>
              <p:nvSpPr>
                <p:cNvPr id="604" name="Cube 603">
                  <a:extLst>
                    <a:ext uri="{FF2B5EF4-FFF2-40B4-BE49-F238E27FC236}">
                      <a16:creationId xmlns:a16="http://schemas.microsoft.com/office/drawing/2014/main" id="{140CCBBE-43CA-0D48-9022-C552F1953EC4}"/>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5" name="Cube 604">
                  <a:extLst>
                    <a:ext uri="{FF2B5EF4-FFF2-40B4-BE49-F238E27FC236}">
                      <a16:creationId xmlns:a16="http://schemas.microsoft.com/office/drawing/2014/main" id="{0FEC0259-510C-2945-B478-F8E78C0AE5B4}"/>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6" name="Cube 605">
                  <a:extLst>
                    <a:ext uri="{FF2B5EF4-FFF2-40B4-BE49-F238E27FC236}">
                      <a16:creationId xmlns:a16="http://schemas.microsoft.com/office/drawing/2014/main" id="{A756FE5D-9BCB-F344-95F8-9DCC5172BECD}"/>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7" name="Cube 606">
                  <a:extLst>
                    <a:ext uri="{FF2B5EF4-FFF2-40B4-BE49-F238E27FC236}">
                      <a16:creationId xmlns:a16="http://schemas.microsoft.com/office/drawing/2014/main" id="{9E45586A-AA98-2C45-B00F-19F27A6424E3}"/>
                    </a:ext>
                  </a:extLst>
                </p:cNvPr>
                <p:cNvSpPr/>
                <p:nvPr/>
              </p:nvSpPr>
              <p:spPr>
                <a:xfrm>
                  <a:off x="6415413" y="3592133"/>
                  <a:ext cx="514728" cy="514728"/>
                </a:xfrm>
                <a:prstGeom prst="cube">
                  <a:avLst/>
                </a:prstGeom>
                <a:solidFill>
                  <a:schemeClr val="accent6">
                    <a:lumMod val="9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96" name="Group 595">
              <a:extLst>
                <a:ext uri="{FF2B5EF4-FFF2-40B4-BE49-F238E27FC236}">
                  <a16:creationId xmlns:a16="http://schemas.microsoft.com/office/drawing/2014/main" id="{6A6C31C2-732B-0D45-BCC7-8F717910799B}"/>
                </a:ext>
              </a:extLst>
            </p:cNvPr>
            <p:cNvGrpSpPr/>
            <p:nvPr/>
          </p:nvGrpSpPr>
          <p:grpSpPr>
            <a:xfrm>
              <a:off x="5560620" y="2149473"/>
              <a:ext cx="1674511" cy="514728"/>
              <a:chOff x="5255630" y="3592133"/>
              <a:chExt cx="1674511" cy="514728"/>
            </a:xfrm>
            <a:grpFill/>
          </p:grpSpPr>
          <p:sp>
            <p:nvSpPr>
              <p:cNvPr id="597" name="Cube 596">
                <a:extLst>
                  <a:ext uri="{FF2B5EF4-FFF2-40B4-BE49-F238E27FC236}">
                    <a16:creationId xmlns:a16="http://schemas.microsoft.com/office/drawing/2014/main" id="{A90D05D4-50FD-4E4E-9FA5-3E84A5745689}"/>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8" name="Cube 597">
                <a:extLst>
                  <a:ext uri="{FF2B5EF4-FFF2-40B4-BE49-F238E27FC236}">
                    <a16:creationId xmlns:a16="http://schemas.microsoft.com/office/drawing/2014/main" id="{05B858B4-679A-DE4D-BE9A-31A8F872610E}"/>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9" name="Cube 598">
                <a:extLst>
                  <a:ext uri="{FF2B5EF4-FFF2-40B4-BE49-F238E27FC236}">
                    <a16:creationId xmlns:a16="http://schemas.microsoft.com/office/drawing/2014/main" id="{AF2EDC12-86C4-0B47-8212-2A6DC43D6FE7}"/>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0" name="Cube 599">
                <a:extLst>
                  <a:ext uri="{FF2B5EF4-FFF2-40B4-BE49-F238E27FC236}">
                    <a16:creationId xmlns:a16="http://schemas.microsoft.com/office/drawing/2014/main" id="{9544D4BC-01DB-6347-8660-55F004C1CB9E}"/>
                  </a:ext>
                </a:extLst>
              </p:cNvPr>
              <p:cNvSpPr/>
              <p:nvPr/>
            </p:nvSpPr>
            <p:spPr>
              <a:xfrm>
                <a:off x="6415413" y="3592133"/>
                <a:ext cx="514728" cy="514728"/>
              </a:xfrm>
              <a:prstGeom prst="cube">
                <a:avLst/>
              </a:prstGeom>
              <a:solidFill>
                <a:schemeClr val="accent6">
                  <a:lumMod val="9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575" name="TextBox 574">
            <a:extLst>
              <a:ext uri="{FF2B5EF4-FFF2-40B4-BE49-F238E27FC236}">
                <a16:creationId xmlns:a16="http://schemas.microsoft.com/office/drawing/2014/main" id="{C49154D5-621F-DC46-869B-32145703F2CA}"/>
              </a:ext>
            </a:extLst>
          </p:cNvPr>
          <p:cNvSpPr txBox="1"/>
          <p:nvPr/>
        </p:nvSpPr>
        <p:spPr>
          <a:xfrm>
            <a:off x="3439691" y="3377948"/>
            <a:ext cx="849920" cy="307777"/>
          </a:xfrm>
          <a:prstGeom prst="rect">
            <a:avLst/>
          </a:prstGeom>
          <a:solidFill>
            <a:schemeClr val="accent3"/>
          </a:solidFill>
          <a:ln>
            <a:solidFill>
              <a:schemeClr val="tx1"/>
            </a:solidFill>
          </a:ln>
        </p:spPr>
        <p:txBody>
          <a:bodyPr wrap="square" lIns="0" tIns="0" rIns="0" bIns="0" rtlCol="0" anchor="ctr">
            <a:spAutoFit/>
          </a:bodyPr>
          <a:lstStyle/>
          <a:p>
            <a:pPr algn="ctr"/>
            <a:r>
              <a:rPr lang="en-GB" sz="2000" dirty="0"/>
              <a:t>28 cm</a:t>
            </a:r>
            <a:r>
              <a:rPr lang="en-GB" sz="2000" baseline="30000" dirty="0"/>
              <a:t>3</a:t>
            </a:r>
          </a:p>
        </p:txBody>
      </p:sp>
      <p:grpSp>
        <p:nvGrpSpPr>
          <p:cNvPr id="635" name="Group 634">
            <a:extLst>
              <a:ext uri="{FF2B5EF4-FFF2-40B4-BE49-F238E27FC236}">
                <a16:creationId xmlns:a16="http://schemas.microsoft.com/office/drawing/2014/main" id="{95E98F2E-07F5-0843-A35C-B3D06B2B44E2}"/>
              </a:ext>
            </a:extLst>
          </p:cNvPr>
          <p:cNvGrpSpPr/>
          <p:nvPr/>
        </p:nvGrpSpPr>
        <p:grpSpPr>
          <a:xfrm>
            <a:off x="6875991" y="3060596"/>
            <a:ext cx="1674222" cy="1333272"/>
            <a:chOff x="5308736" y="2149473"/>
            <a:chExt cx="1926395" cy="1534091"/>
          </a:xfrm>
          <a:solidFill>
            <a:schemeClr val="bg1">
              <a:lumMod val="85000"/>
            </a:schemeClr>
          </a:solidFill>
        </p:grpSpPr>
        <p:grpSp>
          <p:nvGrpSpPr>
            <p:cNvPr id="636" name="Group 635">
              <a:extLst>
                <a:ext uri="{FF2B5EF4-FFF2-40B4-BE49-F238E27FC236}">
                  <a16:creationId xmlns:a16="http://schemas.microsoft.com/office/drawing/2014/main" id="{6056A8E1-C172-C147-BF9B-31284CD51B28}"/>
                </a:ext>
              </a:extLst>
            </p:cNvPr>
            <p:cNvGrpSpPr/>
            <p:nvPr/>
          </p:nvGrpSpPr>
          <p:grpSpPr>
            <a:xfrm>
              <a:off x="5308736" y="2791011"/>
              <a:ext cx="1926395" cy="892553"/>
              <a:chOff x="5255630" y="3214308"/>
              <a:chExt cx="1926395" cy="892553"/>
            </a:xfrm>
            <a:grpFill/>
          </p:grpSpPr>
          <p:grpSp>
            <p:nvGrpSpPr>
              <p:cNvPr id="667" name="Group 666">
                <a:extLst>
                  <a:ext uri="{FF2B5EF4-FFF2-40B4-BE49-F238E27FC236}">
                    <a16:creationId xmlns:a16="http://schemas.microsoft.com/office/drawing/2014/main" id="{5691819E-AF70-2F42-97BB-D37C83397ADA}"/>
                  </a:ext>
                </a:extLst>
              </p:cNvPr>
              <p:cNvGrpSpPr/>
              <p:nvPr/>
            </p:nvGrpSpPr>
            <p:grpSpPr>
              <a:xfrm>
                <a:off x="5633455" y="3214308"/>
                <a:ext cx="1287916" cy="514728"/>
                <a:chOff x="5255630" y="3592133"/>
                <a:chExt cx="1287916" cy="514728"/>
              </a:xfrm>
              <a:grpFill/>
            </p:grpSpPr>
            <p:sp>
              <p:nvSpPr>
                <p:cNvPr id="683" name="Cube 682">
                  <a:extLst>
                    <a:ext uri="{FF2B5EF4-FFF2-40B4-BE49-F238E27FC236}">
                      <a16:creationId xmlns:a16="http://schemas.microsoft.com/office/drawing/2014/main" id="{23BA4319-6941-EF4E-8EA3-9D7961545C6F}"/>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4" name="Cube 683">
                  <a:extLst>
                    <a:ext uri="{FF2B5EF4-FFF2-40B4-BE49-F238E27FC236}">
                      <a16:creationId xmlns:a16="http://schemas.microsoft.com/office/drawing/2014/main" id="{462AB9AF-5D01-3448-B909-F16D117A0995}"/>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5" name="Cube 684">
                  <a:extLst>
                    <a:ext uri="{FF2B5EF4-FFF2-40B4-BE49-F238E27FC236}">
                      <a16:creationId xmlns:a16="http://schemas.microsoft.com/office/drawing/2014/main" id="{EB3DF4C1-A9C2-8E4C-8403-72DB129C482E}"/>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68" name="Group 667">
                <a:extLst>
                  <a:ext uri="{FF2B5EF4-FFF2-40B4-BE49-F238E27FC236}">
                    <a16:creationId xmlns:a16="http://schemas.microsoft.com/office/drawing/2014/main" id="{61F35723-D5BD-5540-9E7C-042C08CBC26F}"/>
                  </a:ext>
                </a:extLst>
              </p:cNvPr>
              <p:cNvGrpSpPr/>
              <p:nvPr/>
            </p:nvGrpSpPr>
            <p:grpSpPr>
              <a:xfrm>
                <a:off x="5507514" y="3340250"/>
                <a:ext cx="1674511" cy="514728"/>
                <a:chOff x="5255630" y="3592133"/>
                <a:chExt cx="1674511" cy="514728"/>
              </a:xfrm>
              <a:grpFill/>
            </p:grpSpPr>
            <p:sp>
              <p:nvSpPr>
                <p:cNvPr id="679" name="Cube 678">
                  <a:extLst>
                    <a:ext uri="{FF2B5EF4-FFF2-40B4-BE49-F238E27FC236}">
                      <a16:creationId xmlns:a16="http://schemas.microsoft.com/office/drawing/2014/main" id="{D0D9B615-4F66-1146-BBEB-7963E3FCADD8}"/>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0" name="Cube 679">
                  <a:extLst>
                    <a:ext uri="{FF2B5EF4-FFF2-40B4-BE49-F238E27FC236}">
                      <a16:creationId xmlns:a16="http://schemas.microsoft.com/office/drawing/2014/main" id="{BA287B45-FD6F-3844-B570-33E92562CCFC}"/>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1" name="Cube 680">
                  <a:extLst>
                    <a:ext uri="{FF2B5EF4-FFF2-40B4-BE49-F238E27FC236}">
                      <a16:creationId xmlns:a16="http://schemas.microsoft.com/office/drawing/2014/main" id="{CE2E2607-E6BA-F74D-8B73-57B345087A69}"/>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2" name="Cube 681">
                  <a:extLst>
                    <a:ext uri="{FF2B5EF4-FFF2-40B4-BE49-F238E27FC236}">
                      <a16:creationId xmlns:a16="http://schemas.microsoft.com/office/drawing/2014/main" id="{30D6D9D6-C6B2-374D-B997-408DEC2CC348}"/>
                    </a:ext>
                  </a:extLst>
                </p:cNvPr>
                <p:cNvSpPr/>
                <p:nvPr/>
              </p:nvSpPr>
              <p:spPr>
                <a:xfrm>
                  <a:off x="6415413"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69" name="Group 668">
                <a:extLst>
                  <a:ext uri="{FF2B5EF4-FFF2-40B4-BE49-F238E27FC236}">
                    <a16:creationId xmlns:a16="http://schemas.microsoft.com/office/drawing/2014/main" id="{23BBE513-5BC4-E24A-84A1-9B0E2CAFF82F}"/>
                  </a:ext>
                </a:extLst>
              </p:cNvPr>
              <p:cNvGrpSpPr/>
              <p:nvPr/>
            </p:nvGrpSpPr>
            <p:grpSpPr>
              <a:xfrm>
                <a:off x="5381572" y="3466192"/>
                <a:ext cx="1674511" cy="514728"/>
                <a:chOff x="5255630" y="3592133"/>
                <a:chExt cx="1674511" cy="514728"/>
              </a:xfrm>
              <a:grpFill/>
            </p:grpSpPr>
            <p:sp>
              <p:nvSpPr>
                <p:cNvPr id="675" name="Cube 674">
                  <a:extLst>
                    <a:ext uri="{FF2B5EF4-FFF2-40B4-BE49-F238E27FC236}">
                      <a16:creationId xmlns:a16="http://schemas.microsoft.com/office/drawing/2014/main" id="{49721BED-267C-BC43-9FE7-79D345B86CEC}"/>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6" name="Cube 675">
                  <a:extLst>
                    <a:ext uri="{FF2B5EF4-FFF2-40B4-BE49-F238E27FC236}">
                      <a16:creationId xmlns:a16="http://schemas.microsoft.com/office/drawing/2014/main" id="{9F6D74BD-E880-074A-9D7A-F5003D04CAD3}"/>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7" name="Cube 676">
                  <a:extLst>
                    <a:ext uri="{FF2B5EF4-FFF2-40B4-BE49-F238E27FC236}">
                      <a16:creationId xmlns:a16="http://schemas.microsoft.com/office/drawing/2014/main" id="{07DCB79E-BA69-DD4A-9C29-A3C25A4AEE8C}"/>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8" name="Cube 677">
                  <a:extLst>
                    <a:ext uri="{FF2B5EF4-FFF2-40B4-BE49-F238E27FC236}">
                      <a16:creationId xmlns:a16="http://schemas.microsoft.com/office/drawing/2014/main" id="{4C693062-DCF8-E249-8918-3E8F6140BFDA}"/>
                    </a:ext>
                  </a:extLst>
                </p:cNvPr>
                <p:cNvSpPr/>
                <p:nvPr/>
              </p:nvSpPr>
              <p:spPr>
                <a:xfrm>
                  <a:off x="6415413"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70" name="Group 669">
                <a:extLst>
                  <a:ext uri="{FF2B5EF4-FFF2-40B4-BE49-F238E27FC236}">
                    <a16:creationId xmlns:a16="http://schemas.microsoft.com/office/drawing/2014/main" id="{29090D81-3C66-214B-B671-DA4EA1E000DC}"/>
                  </a:ext>
                </a:extLst>
              </p:cNvPr>
              <p:cNvGrpSpPr/>
              <p:nvPr/>
            </p:nvGrpSpPr>
            <p:grpSpPr>
              <a:xfrm>
                <a:off x="5255630" y="3592133"/>
                <a:ext cx="1674511" cy="514728"/>
                <a:chOff x="5255630" y="3592133"/>
                <a:chExt cx="1674511" cy="514728"/>
              </a:xfrm>
              <a:grpFill/>
            </p:grpSpPr>
            <p:sp>
              <p:nvSpPr>
                <p:cNvPr id="671" name="Cube 670">
                  <a:extLst>
                    <a:ext uri="{FF2B5EF4-FFF2-40B4-BE49-F238E27FC236}">
                      <a16:creationId xmlns:a16="http://schemas.microsoft.com/office/drawing/2014/main" id="{A9B06E49-6B72-244E-8B16-7EE9E0010B69}"/>
                    </a:ext>
                  </a:extLst>
                </p:cNvPr>
                <p:cNvSpPr/>
                <p:nvPr/>
              </p:nvSpPr>
              <p:spPr>
                <a:xfrm>
                  <a:off x="5255630" y="3592133"/>
                  <a:ext cx="514728" cy="514728"/>
                </a:xfrm>
                <a:prstGeom prst="cube">
                  <a:avLst/>
                </a:prstGeom>
                <a:solidFill>
                  <a:schemeClr val="bg2">
                    <a:lumMod val="9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2" name="Cube 671">
                  <a:extLst>
                    <a:ext uri="{FF2B5EF4-FFF2-40B4-BE49-F238E27FC236}">
                      <a16:creationId xmlns:a16="http://schemas.microsoft.com/office/drawing/2014/main" id="{6828EA1F-8030-9843-B503-BE079F149AD8}"/>
                    </a:ext>
                  </a:extLst>
                </p:cNvPr>
                <p:cNvSpPr/>
                <p:nvPr/>
              </p:nvSpPr>
              <p:spPr>
                <a:xfrm>
                  <a:off x="5642224" y="3592133"/>
                  <a:ext cx="514728" cy="514728"/>
                </a:xfrm>
                <a:prstGeom prst="cube">
                  <a:avLst/>
                </a:prstGeom>
                <a:solidFill>
                  <a:schemeClr val="bg2">
                    <a:lumMod val="9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3" name="Cube 672">
                  <a:extLst>
                    <a:ext uri="{FF2B5EF4-FFF2-40B4-BE49-F238E27FC236}">
                      <a16:creationId xmlns:a16="http://schemas.microsoft.com/office/drawing/2014/main" id="{CBBA1BFA-5CB7-8E4F-B787-D6693D226D31}"/>
                    </a:ext>
                  </a:extLst>
                </p:cNvPr>
                <p:cNvSpPr/>
                <p:nvPr/>
              </p:nvSpPr>
              <p:spPr>
                <a:xfrm>
                  <a:off x="6028818" y="3592133"/>
                  <a:ext cx="514728" cy="514728"/>
                </a:xfrm>
                <a:prstGeom prst="cube">
                  <a:avLst/>
                </a:prstGeom>
                <a:solidFill>
                  <a:schemeClr val="bg2">
                    <a:lumMod val="9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4" name="Cube 673">
                  <a:extLst>
                    <a:ext uri="{FF2B5EF4-FFF2-40B4-BE49-F238E27FC236}">
                      <a16:creationId xmlns:a16="http://schemas.microsoft.com/office/drawing/2014/main" id="{28320848-8EA4-BB42-A62A-DBD0C6CF735A}"/>
                    </a:ext>
                  </a:extLst>
                </p:cNvPr>
                <p:cNvSpPr/>
                <p:nvPr/>
              </p:nvSpPr>
              <p:spPr>
                <a:xfrm>
                  <a:off x="6415413" y="3592133"/>
                  <a:ext cx="514728" cy="514728"/>
                </a:xfrm>
                <a:prstGeom prst="cube">
                  <a:avLst/>
                </a:prstGeom>
                <a:solidFill>
                  <a:schemeClr val="bg2">
                    <a:lumMod val="9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37" name="Group 636">
              <a:extLst>
                <a:ext uri="{FF2B5EF4-FFF2-40B4-BE49-F238E27FC236}">
                  <a16:creationId xmlns:a16="http://schemas.microsoft.com/office/drawing/2014/main" id="{EE30542C-72D1-334B-92A8-22832C4E7E85}"/>
                </a:ext>
              </a:extLst>
            </p:cNvPr>
            <p:cNvGrpSpPr/>
            <p:nvPr/>
          </p:nvGrpSpPr>
          <p:grpSpPr>
            <a:xfrm>
              <a:off x="5308736" y="2406836"/>
              <a:ext cx="1926395" cy="892553"/>
              <a:chOff x="5255630" y="3214308"/>
              <a:chExt cx="1926395" cy="892553"/>
            </a:xfrm>
            <a:grpFill/>
          </p:grpSpPr>
          <p:grpSp>
            <p:nvGrpSpPr>
              <p:cNvPr id="654" name="Group 653">
                <a:extLst>
                  <a:ext uri="{FF2B5EF4-FFF2-40B4-BE49-F238E27FC236}">
                    <a16:creationId xmlns:a16="http://schemas.microsoft.com/office/drawing/2014/main" id="{840711DD-11CE-1A49-A9BE-7578094B88CC}"/>
                  </a:ext>
                </a:extLst>
              </p:cNvPr>
              <p:cNvGrpSpPr/>
              <p:nvPr/>
            </p:nvGrpSpPr>
            <p:grpSpPr>
              <a:xfrm>
                <a:off x="5633455" y="3214308"/>
                <a:ext cx="1287916" cy="514728"/>
                <a:chOff x="5255630" y="3592133"/>
                <a:chExt cx="1287916" cy="514728"/>
              </a:xfrm>
              <a:grpFill/>
            </p:grpSpPr>
            <p:sp>
              <p:nvSpPr>
                <p:cNvPr id="664" name="Cube 663">
                  <a:extLst>
                    <a:ext uri="{FF2B5EF4-FFF2-40B4-BE49-F238E27FC236}">
                      <a16:creationId xmlns:a16="http://schemas.microsoft.com/office/drawing/2014/main" id="{F4D0132E-DB7A-A542-ADA8-C1DD97DF0676}"/>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5" name="Cube 664">
                  <a:extLst>
                    <a:ext uri="{FF2B5EF4-FFF2-40B4-BE49-F238E27FC236}">
                      <a16:creationId xmlns:a16="http://schemas.microsoft.com/office/drawing/2014/main" id="{DFFBA2E8-AF35-5F49-A6A5-11406B032B73}"/>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6" name="Cube 665">
                  <a:extLst>
                    <a:ext uri="{FF2B5EF4-FFF2-40B4-BE49-F238E27FC236}">
                      <a16:creationId xmlns:a16="http://schemas.microsoft.com/office/drawing/2014/main" id="{91531DEF-1E77-904C-B2DD-4512F1CAA17B}"/>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55" name="Group 654">
                <a:extLst>
                  <a:ext uri="{FF2B5EF4-FFF2-40B4-BE49-F238E27FC236}">
                    <a16:creationId xmlns:a16="http://schemas.microsoft.com/office/drawing/2014/main" id="{63574B61-E627-4345-99C2-DC57FF3405B2}"/>
                  </a:ext>
                </a:extLst>
              </p:cNvPr>
              <p:cNvGrpSpPr/>
              <p:nvPr/>
            </p:nvGrpSpPr>
            <p:grpSpPr>
              <a:xfrm>
                <a:off x="5507514" y="3340250"/>
                <a:ext cx="1674511" cy="514728"/>
                <a:chOff x="5255630" y="3592133"/>
                <a:chExt cx="1674511" cy="514728"/>
              </a:xfrm>
              <a:grpFill/>
            </p:grpSpPr>
            <p:sp>
              <p:nvSpPr>
                <p:cNvPr id="662" name="Cube 661">
                  <a:extLst>
                    <a:ext uri="{FF2B5EF4-FFF2-40B4-BE49-F238E27FC236}">
                      <a16:creationId xmlns:a16="http://schemas.microsoft.com/office/drawing/2014/main" id="{EA79CBC9-FC49-A14D-83F7-2171A9C8BE19}"/>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3" name="Cube 662">
                  <a:extLst>
                    <a:ext uri="{FF2B5EF4-FFF2-40B4-BE49-F238E27FC236}">
                      <a16:creationId xmlns:a16="http://schemas.microsoft.com/office/drawing/2014/main" id="{53000715-5FF6-3449-BB51-941037665839}"/>
                    </a:ext>
                  </a:extLst>
                </p:cNvPr>
                <p:cNvSpPr/>
                <p:nvPr/>
              </p:nvSpPr>
              <p:spPr>
                <a:xfrm>
                  <a:off x="6415413"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56" name="Group 655">
                <a:extLst>
                  <a:ext uri="{FF2B5EF4-FFF2-40B4-BE49-F238E27FC236}">
                    <a16:creationId xmlns:a16="http://schemas.microsoft.com/office/drawing/2014/main" id="{1BF2DE5A-46F9-7B41-9D86-C611FD18FCFC}"/>
                  </a:ext>
                </a:extLst>
              </p:cNvPr>
              <p:cNvGrpSpPr/>
              <p:nvPr/>
            </p:nvGrpSpPr>
            <p:grpSpPr>
              <a:xfrm>
                <a:off x="5381572" y="3466192"/>
                <a:ext cx="1674511" cy="514728"/>
                <a:chOff x="5255630" y="3592133"/>
                <a:chExt cx="1674511" cy="514728"/>
              </a:xfrm>
              <a:grpFill/>
            </p:grpSpPr>
            <p:sp>
              <p:nvSpPr>
                <p:cNvPr id="660" name="Cube 659">
                  <a:extLst>
                    <a:ext uri="{FF2B5EF4-FFF2-40B4-BE49-F238E27FC236}">
                      <a16:creationId xmlns:a16="http://schemas.microsoft.com/office/drawing/2014/main" id="{2AFCA57E-03ED-B948-ADD1-DF17416F0876}"/>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1" name="Cube 660">
                  <a:extLst>
                    <a:ext uri="{FF2B5EF4-FFF2-40B4-BE49-F238E27FC236}">
                      <a16:creationId xmlns:a16="http://schemas.microsoft.com/office/drawing/2014/main" id="{67D95EAB-B9D0-F448-A292-A19BC7D670A3}"/>
                    </a:ext>
                  </a:extLst>
                </p:cNvPr>
                <p:cNvSpPr/>
                <p:nvPr/>
              </p:nvSpPr>
              <p:spPr>
                <a:xfrm>
                  <a:off x="6415413"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57" name="Group 656">
                <a:extLst>
                  <a:ext uri="{FF2B5EF4-FFF2-40B4-BE49-F238E27FC236}">
                    <a16:creationId xmlns:a16="http://schemas.microsoft.com/office/drawing/2014/main" id="{4F40DC77-D253-C746-AA7F-E946D83D715A}"/>
                  </a:ext>
                </a:extLst>
              </p:cNvPr>
              <p:cNvGrpSpPr/>
              <p:nvPr/>
            </p:nvGrpSpPr>
            <p:grpSpPr>
              <a:xfrm>
                <a:off x="5255630" y="3592133"/>
                <a:ext cx="1674511" cy="514728"/>
                <a:chOff x="5255630" y="3592133"/>
                <a:chExt cx="1674511" cy="514728"/>
              </a:xfrm>
              <a:grpFill/>
            </p:grpSpPr>
            <p:sp>
              <p:nvSpPr>
                <p:cNvPr id="658" name="Cube 657">
                  <a:extLst>
                    <a:ext uri="{FF2B5EF4-FFF2-40B4-BE49-F238E27FC236}">
                      <a16:creationId xmlns:a16="http://schemas.microsoft.com/office/drawing/2014/main" id="{0FA7A6DA-B137-2C49-B99D-14399EDDCA57}"/>
                    </a:ext>
                  </a:extLst>
                </p:cNvPr>
                <p:cNvSpPr/>
                <p:nvPr/>
              </p:nvSpPr>
              <p:spPr>
                <a:xfrm>
                  <a:off x="5255630" y="3592133"/>
                  <a:ext cx="514728" cy="514728"/>
                </a:xfrm>
                <a:prstGeom prst="cube">
                  <a:avLst/>
                </a:prstGeom>
                <a:solidFill>
                  <a:schemeClr val="bg2">
                    <a:lumMod val="9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9" name="Cube 658">
                  <a:extLst>
                    <a:ext uri="{FF2B5EF4-FFF2-40B4-BE49-F238E27FC236}">
                      <a16:creationId xmlns:a16="http://schemas.microsoft.com/office/drawing/2014/main" id="{CF8B3EF3-A569-654F-8A17-5E0FA7B2D493}"/>
                    </a:ext>
                  </a:extLst>
                </p:cNvPr>
                <p:cNvSpPr/>
                <p:nvPr/>
              </p:nvSpPr>
              <p:spPr>
                <a:xfrm>
                  <a:off x="6415413" y="3592133"/>
                  <a:ext cx="514728" cy="514728"/>
                </a:xfrm>
                <a:prstGeom prst="cube">
                  <a:avLst/>
                </a:prstGeom>
                <a:solidFill>
                  <a:schemeClr val="bg2">
                    <a:lumMod val="9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38" name="Group 637">
              <a:extLst>
                <a:ext uri="{FF2B5EF4-FFF2-40B4-BE49-F238E27FC236}">
                  <a16:creationId xmlns:a16="http://schemas.microsoft.com/office/drawing/2014/main" id="{5351ACD4-4604-164A-995C-8BE054C8E15E}"/>
                </a:ext>
              </a:extLst>
            </p:cNvPr>
            <p:cNvGrpSpPr/>
            <p:nvPr/>
          </p:nvGrpSpPr>
          <p:grpSpPr>
            <a:xfrm>
              <a:off x="5308736" y="2149473"/>
              <a:ext cx="1926395" cy="766611"/>
              <a:chOff x="5255630" y="3340250"/>
              <a:chExt cx="1926395" cy="766611"/>
            </a:xfrm>
            <a:grpFill/>
          </p:grpSpPr>
          <p:grpSp>
            <p:nvGrpSpPr>
              <p:cNvPr id="639" name="Group 638">
                <a:extLst>
                  <a:ext uri="{FF2B5EF4-FFF2-40B4-BE49-F238E27FC236}">
                    <a16:creationId xmlns:a16="http://schemas.microsoft.com/office/drawing/2014/main" id="{F612918F-1B7E-184E-A553-E53FEAF064A2}"/>
                  </a:ext>
                </a:extLst>
              </p:cNvPr>
              <p:cNvGrpSpPr/>
              <p:nvPr/>
            </p:nvGrpSpPr>
            <p:grpSpPr>
              <a:xfrm>
                <a:off x="5507514" y="3340250"/>
                <a:ext cx="1674511" cy="514728"/>
                <a:chOff x="5255630" y="3592133"/>
                <a:chExt cx="1674511" cy="514728"/>
              </a:xfrm>
              <a:grpFill/>
            </p:grpSpPr>
            <p:sp>
              <p:nvSpPr>
                <p:cNvPr id="650" name="Cube 649">
                  <a:extLst>
                    <a:ext uri="{FF2B5EF4-FFF2-40B4-BE49-F238E27FC236}">
                      <a16:creationId xmlns:a16="http://schemas.microsoft.com/office/drawing/2014/main" id="{AEE130FC-1F7B-5242-BC2C-1D7196DB3728}"/>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1" name="Cube 650">
                  <a:extLst>
                    <a:ext uri="{FF2B5EF4-FFF2-40B4-BE49-F238E27FC236}">
                      <a16:creationId xmlns:a16="http://schemas.microsoft.com/office/drawing/2014/main" id="{205BFF1D-B860-454A-AE49-31819120D868}"/>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2" name="Cube 651">
                  <a:extLst>
                    <a:ext uri="{FF2B5EF4-FFF2-40B4-BE49-F238E27FC236}">
                      <a16:creationId xmlns:a16="http://schemas.microsoft.com/office/drawing/2014/main" id="{8B1E2472-E7C1-A846-A82A-2377B8885B12}"/>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3" name="Cube 652">
                  <a:extLst>
                    <a:ext uri="{FF2B5EF4-FFF2-40B4-BE49-F238E27FC236}">
                      <a16:creationId xmlns:a16="http://schemas.microsoft.com/office/drawing/2014/main" id="{218B9439-2A9A-8D4E-9950-FEC8A9B2DAE2}"/>
                    </a:ext>
                  </a:extLst>
                </p:cNvPr>
                <p:cNvSpPr/>
                <p:nvPr/>
              </p:nvSpPr>
              <p:spPr>
                <a:xfrm>
                  <a:off x="6415413"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40" name="Group 639">
                <a:extLst>
                  <a:ext uri="{FF2B5EF4-FFF2-40B4-BE49-F238E27FC236}">
                    <a16:creationId xmlns:a16="http://schemas.microsoft.com/office/drawing/2014/main" id="{3C06CF0E-6B31-3E4F-A2FC-BFABC263178C}"/>
                  </a:ext>
                </a:extLst>
              </p:cNvPr>
              <p:cNvGrpSpPr/>
              <p:nvPr/>
            </p:nvGrpSpPr>
            <p:grpSpPr>
              <a:xfrm>
                <a:off x="5381572" y="3466192"/>
                <a:ext cx="1674511" cy="514728"/>
                <a:chOff x="5255630" y="3592133"/>
                <a:chExt cx="1674511" cy="514728"/>
              </a:xfrm>
              <a:grpFill/>
            </p:grpSpPr>
            <p:sp>
              <p:nvSpPr>
                <p:cNvPr id="646" name="Cube 645">
                  <a:extLst>
                    <a:ext uri="{FF2B5EF4-FFF2-40B4-BE49-F238E27FC236}">
                      <a16:creationId xmlns:a16="http://schemas.microsoft.com/office/drawing/2014/main" id="{2FCA3425-AD58-7746-9316-8B55AA64CF8F}"/>
                    </a:ext>
                  </a:extLst>
                </p:cNvPr>
                <p:cNvSpPr/>
                <p:nvPr/>
              </p:nvSpPr>
              <p:spPr>
                <a:xfrm>
                  <a:off x="5255630"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7" name="Cube 646">
                  <a:extLst>
                    <a:ext uri="{FF2B5EF4-FFF2-40B4-BE49-F238E27FC236}">
                      <a16:creationId xmlns:a16="http://schemas.microsoft.com/office/drawing/2014/main" id="{A8733705-511D-404F-8A9F-A915C268F584}"/>
                    </a:ext>
                  </a:extLst>
                </p:cNvPr>
                <p:cNvSpPr/>
                <p:nvPr/>
              </p:nvSpPr>
              <p:spPr>
                <a:xfrm>
                  <a:off x="5642224"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8" name="Cube 647">
                  <a:extLst>
                    <a:ext uri="{FF2B5EF4-FFF2-40B4-BE49-F238E27FC236}">
                      <a16:creationId xmlns:a16="http://schemas.microsoft.com/office/drawing/2014/main" id="{E9AE5214-DA38-4947-8DBD-2F7C17982CC6}"/>
                    </a:ext>
                  </a:extLst>
                </p:cNvPr>
                <p:cNvSpPr/>
                <p:nvPr/>
              </p:nvSpPr>
              <p:spPr>
                <a:xfrm>
                  <a:off x="6028818"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9" name="Cube 648">
                  <a:extLst>
                    <a:ext uri="{FF2B5EF4-FFF2-40B4-BE49-F238E27FC236}">
                      <a16:creationId xmlns:a16="http://schemas.microsoft.com/office/drawing/2014/main" id="{0EBEFF92-9A46-754B-9AEA-823ACFD163B7}"/>
                    </a:ext>
                  </a:extLst>
                </p:cNvPr>
                <p:cNvSpPr/>
                <p:nvPr/>
              </p:nvSpPr>
              <p:spPr>
                <a:xfrm>
                  <a:off x="6415413" y="3592133"/>
                  <a:ext cx="514728" cy="514728"/>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41" name="Group 640">
                <a:extLst>
                  <a:ext uri="{FF2B5EF4-FFF2-40B4-BE49-F238E27FC236}">
                    <a16:creationId xmlns:a16="http://schemas.microsoft.com/office/drawing/2014/main" id="{7348F0C9-F275-A247-9252-122E96BB60D5}"/>
                  </a:ext>
                </a:extLst>
              </p:cNvPr>
              <p:cNvGrpSpPr/>
              <p:nvPr/>
            </p:nvGrpSpPr>
            <p:grpSpPr>
              <a:xfrm>
                <a:off x="5255630" y="3592133"/>
                <a:ext cx="1674511" cy="514728"/>
                <a:chOff x="5255630" y="3592133"/>
                <a:chExt cx="1674511" cy="514728"/>
              </a:xfrm>
              <a:grpFill/>
            </p:grpSpPr>
            <p:sp>
              <p:nvSpPr>
                <p:cNvPr id="642" name="Cube 641">
                  <a:extLst>
                    <a:ext uri="{FF2B5EF4-FFF2-40B4-BE49-F238E27FC236}">
                      <a16:creationId xmlns:a16="http://schemas.microsoft.com/office/drawing/2014/main" id="{3FF863B0-12CE-1747-881F-09633241DC75}"/>
                    </a:ext>
                  </a:extLst>
                </p:cNvPr>
                <p:cNvSpPr/>
                <p:nvPr/>
              </p:nvSpPr>
              <p:spPr>
                <a:xfrm>
                  <a:off x="5255630" y="3592133"/>
                  <a:ext cx="514728" cy="514728"/>
                </a:xfrm>
                <a:prstGeom prst="cube">
                  <a:avLst/>
                </a:prstGeom>
                <a:solidFill>
                  <a:schemeClr val="bg2">
                    <a:lumMod val="9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3" name="Cube 642">
                  <a:extLst>
                    <a:ext uri="{FF2B5EF4-FFF2-40B4-BE49-F238E27FC236}">
                      <a16:creationId xmlns:a16="http://schemas.microsoft.com/office/drawing/2014/main" id="{1F95C0C8-2FE3-1A44-B92A-0FC08FEA8018}"/>
                    </a:ext>
                  </a:extLst>
                </p:cNvPr>
                <p:cNvSpPr/>
                <p:nvPr/>
              </p:nvSpPr>
              <p:spPr>
                <a:xfrm>
                  <a:off x="5642224" y="3592133"/>
                  <a:ext cx="514728" cy="514728"/>
                </a:xfrm>
                <a:prstGeom prst="cube">
                  <a:avLst/>
                </a:prstGeom>
                <a:solidFill>
                  <a:schemeClr val="bg2">
                    <a:lumMod val="9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4" name="Cube 643">
                  <a:extLst>
                    <a:ext uri="{FF2B5EF4-FFF2-40B4-BE49-F238E27FC236}">
                      <a16:creationId xmlns:a16="http://schemas.microsoft.com/office/drawing/2014/main" id="{C72E959B-105E-CD4F-A740-96713B3828C5}"/>
                    </a:ext>
                  </a:extLst>
                </p:cNvPr>
                <p:cNvSpPr/>
                <p:nvPr/>
              </p:nvSpPr>
              <p:spPr>
                <a:xfrm>
                  <a:off x="6028818" y="3592133"/>
                  <a:ext cx="514728" cy="514728"/>
                </a:xfrm>
                <a:prstGeom prst="cube">
                  <a:avLst/>
                </a:prstGeom>
                <a:solidFill>
                  <a:schemeClr val="bg2">
                    <a:lumMod val="9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5" name="Cube 644">
                  <a:extLst>
                    <a:ext uri="{FF2B5EF4-FFF2-40B4-BE49-F238E27FC236}">
                      <a16:creationId xmlns:a16="http://schemas.microsoft.com/office/drawing/2014/main" id="{48DD7604-DABC-CE46-A3E3-F9A440BA1A41}"/>
                    </a:ext>
                  </a:extLst>
                </p:cNvPr>
                <p:cNvSpPr/>
                <p:nvPr/>
              </p:nvSpPr>
              <p:spPr>
                <a:xfrm>
                  <a:off x="6415413" y="3592133"/>
                  <a:ext cx="514728" cy="514728"/>
                </a:xfrm>
                <a:prstGeom prst="cube">
                  <a:avLst/>
                </a:prstGeom>
                <a:solidFill>
                  <a:schemeClr val="bg2">
                    <a:lumMod val="9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sp>
        <p:nvSpPr>
          <p:cNvPr id="574" name="TextBox 573">
            <a:extLst>
              <a:ext uri="{FF2B5EF4-FFF2-40B4-BE49-F238E27FC236}">
                <a16:creationId xmlns:a16="http://schemas.microsoft.com/office/drawing/2014/main" id="{D5799FEF-96C1-1540-93D4-5A78E1ADC9B8}"/>
              </a:ext>
            </a:extLst>
          </p:cNvPr>
          <p:cNvSpPr txBox="1"/>
          <p:nvPr/>
        </p:nvSpPr>
        <p:spPr>
          <a:xfrm>
            <a:off x="8226844" y="3727571"/>
            <a:ext cx="849920" cy="307777"/>
          </a:xfrm>
          <a:prstGeom prst="rect">
            <a:avLst/>
          </a:prstGeom>
          <a:solidFill>
            <a:schemeClr val="accent3"/>
          </a:solidFill>
          <a:ln>
            <a:solidFill>
              <a:schemeClr val="tx1"/>
            </a:solidFill>
          </a:ln>
        </p:spPr>
        <p:txBody>
          <a:bodyPr wrap="square" lIns="0" tIns="0" rIns="0" bIns="0" rtlCol="0" anchor="ctr">
            <a:spAutoFit/>
          </a:bodyPr>
          <a:lstStyle/>
          <a:p>
            <a:pPr algn="ctr"/>
            <a:r>
              <a:rPr lang="en-GB" sz="2000" dirty="0"/>
              <a:t>30 cm</a:t>
            </a:r>
            <a:r>
              <a:rPr lang="en-GB" sz="2000" baseline="30000" dirty="0"/>
              <a:t>3</a:t>
            </a:r>
          </a:p>
        </p:txBody>
      </p:sp>
    </p:spTree>
    <p:extLst>
      <p:ext uri="{BB962C8B-B14F-4D97-AF65-F5344CB8AC3E}">
        <p14:creationId xmlns:p14="http://schemas.microsoft.com/office/powerpoint/2010/main" val="189740338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10"/>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0"/>
                                        </p:tgtEl>
                                        <p:attrNameLst>
                                          <p:attrName>style.visibility</p:attrName>
                                        </p:attrNameLst>
                                      </p:cBhvr>
                                      <p:to>
                                        <p:strVal val="visible"/>
                                      </p:to>
                                    </p:set>
                                  </p:childTnLst>
                                </p:cTn>
                              </p:par>
                            </p:childTnLst>
                          </p:cTn>
                        </p:par>
                      </p:childTnLst>
                    </p:cTn>
                  </p:par>
                </p:childTnLst>
              </p:cTn>
              <p:nextCondLst>
                <p:cond evt="onClick" delay="0">
                  <p:tgtEl>
                    <p:spTgt spid="410"/>
                  </p:tgtEl>
                </p:cond>
              </p:nextCondLst>
            </p:seq>
            <p:seq concurrent="1" nextAc="seek">
              <p:cTn id="7" restart="whenNotActive" fill="hold" evtFilter="cancelBubble" nodeType="interactiveSeq">
                <p:stCondLst>
                  <p:cond evt="onClick" delay="0">
                    <p:tgtEl>
                      <p:spTgt spid="274"/>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63"/>
                                        </p:tgtEl>
                                        <p:attrNameLst>
                                          <p:attrName>style.visibility</p:attrName>
                                        </p:attrNameLst>
                                      </p:cBhvr>
                                      <p:to>
                                        <p:strVal val="visible"/>
                                      </p:to>
                                    </p:set>
                                  </p:childTnLst>
                                </p:cTn>
                              </p:par>
                            </p:childTnLst>
                          </p:cTn>
                        </p:par>
                      </p:childTnLst>
                    </p:cTn>
                  </p:par>
                </p:childTnLst>
              </p:cTn>
              <p:nextCondLst>
                <p:cond evt="onClick" delay="0">
                  <p:tgtEl>
                    <p:spTgt spid="274"/>
                  </p:tgtEl>
                </p:cond>
              </p:nextCondLst>
            </p:seq>
            <p:seq concurrent="1" nextAc="seek">
              <p:cTn id="12" restart="whenNotActive" fill="hold" evtFilter="cancelBubble" nodeType="interactiveSeq">
                <p:stCondLst>
                  <p:cond evt="onClick" delay="0">
                    <p:tgtEl>
                      <p:spTgt spid="379"/>
                    </p:tgtEl>
                  </p:cond>
                </p:stCondLst>
                <p:endSync evt="end" delay="0">
                  <p:rtn val="all"/>
                </p:endSync>
                <p:childTnLst>
                  <p:par>
                    <p:cTn id="13" fill="hold">
                      <p:stCondLst>
                        <p:cond delay="0"/>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12"/>
                                        </p:tgtEl>
                                        <p:attrNameLst>
                                          <p:attrName>style.visibility</p:attrName>
                                        </p:attrNameLst>
                                      </p:cBhvr>
                                      <p:to>
                                        <p:strVal val="visible"/>
                                      </p:to>
                                    </p:set>
                                  </p:childTnLst>
                                </p:cTn>
                              </p:par>
                            </p:childTnLst>
                          </p:cTn>
                        </p:par>
                      </p:childTnLst>
                    </p:cTn>
                  </p:par>
                </p:childTnLst>
              </p:cTn>
              <p:nextCondLst>
                <p:cond evt="onClick" delay="0">
                  <p:tgtEl>
                    <p:spTgt spid="379"/>
                  </p:tgtEl>
                </p:cond>
              </p:nextCondLst>
            </p:seq>
            <p:seq concurrent="1" nextAc="seek">
              <p:cTn id="17" restart="whenNotActive" fill="hold" evtFilter="cancelBubble" nodeType="interactiveSeq">
                <p:stCondLst>
                  <p:cond evt="onClick" delay="0">
                    <p:tgtEl>
                      <p:spTgt spid="475"/>
                    </p:tgtEl>
                  </p:cond>
                </p:stCondLst>
                <p:endSync evt="end" delay="0">
                  <p:rtn val="all"/>
                </p:endSync>
                <p:childTnLst>
                  <p:par>
                    <p:cTn id="18" fill="hold">
                      <p:stCondLst>
                        <p:cond delay="0"/>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44"/>
                                        </p:tgtEl>
                                        <p:attrNameLst>
                                          <p:attrName>style.visibility</p:attrName>
                                        </p:attrNameLst>
                                      </p:cBhvr>
                                      <p:to>
                                        <p:strVal val="visible"/>
                                      </p:to>
                                    </p:set>
                                  </p:childTnLst>
                                </p:cTn>
                              </p:par>
                            </p:childTnLst>
                          </p:cTn>
                        </p:par>
                      </p:childTnLst>
                    </p:cTn>
                  </p:par>
                </p:childTnLst>
              </p:cTn>
              <p:nextCondLst>
                <p:cond evt="onClick" delay="0">
                  <p:tgtEl>
                    <p:spTgt spid="475"/>
                  </p:tgtEl>
                </p:cond>
              </p:nextCondLst>
            </p:seq>
            <p:seq concurrent="1" nextAc="seek">
              <p:cTn id="22" restart="whenNotActive" fill="hold" evtFilter="cancelBubble" nodeType="interactiveSeq">
                <p:stCondLst>
                  <p:cond evt="onClick" delay="0">
                    <p:tgtEl>
                      <p:spTgt spid="433"/>
                    </p:tgtEl>
                  </p:cond>
                </p:stCondLst>
                <p:endSync evt="end" delay="0">
                  <p:rtn val="all"/>
                </p:endSync>
                <p:childTnLst>
                  <p:par>
                    <p:cTn id="23" fill="hold">
                      <p:stCondLst>
                        <p:cond delay="0"/>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93"/>
                                        </p:tgtEl>
                                        <p:attrNameLst>
                                          <p:attrName>style.visibility</p:attrName>
                                        </p:attrNameLst>
                                      </p:cBhvr>
                                      <p:to>
                                        <p:strVal val="visible"/>
                                      </p:to>
                                    </p:set>
                                  </p:childTnLst>
                                </p:cTn>
                              </p:par>
                            </p:childTnLst>
                          </p:cTn>
                        </p:par>
                      </p:childTnLst>
                    </p:cTn>
                  </p:par>
                </p:childTnLst>
              </p:cTn>
              <p:nextCondLst>
                <p:cond evt="onClick" delay="0">
                  <p:tgtEl>
                    <p:spTgt spid="433"/>
                  </p:tgtEl>
                </p:cond>
              </p:nextCondLst>
            </p:seq>
            <p:seq concurrent="1" nextAc="seek">
              <p:cTn id="27" restart="whenNotActive" fill="hold" evtFilter="cancelBubble" nodeType="interactiveSeq">
                <p:stCondLst>
                  <p:cond evt="onClick" delay="0">
                    <p:tgtEl>
                      <p:spTgt spid="520"/>
                    </p:tgtEl>
                  </p:cond>
                </p:stCondLst>
                <p:endSync evt="end" delay="0">
                  <p:rtn val="all"/>
                </p:endSync>
                <p:childTnLst>
                  <p:par>
                    <p:cTn id="28" fill="hold">
                      <p:stCondLst>
                        <p:cond delay="0"/>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635"/>
                                        </p:tgtEl>
                                        <p:attrNameLst>
                                          <p:attrName>style.visibility</p:attrName>
                                        </p:attrNameLst>
                                      </p:cBhvr>
                                      <p:to>
                                        <p:strVal val="visible"/>
                                      </p:to>
                                    </p:set>
                                  </p:childTnLst>
                                </p:cTn>
                              </p:par>
                            </p:childTnLst>
                          </p:cTn>
                        </p:par>
                      </p:childTnLst>
                    </p:cTn>
                  </p:par>
                </p:childTnLst>
              </p:cTn>
              <p:nextCondLst>
                <p:cond evt="onClick" delay="0">
                  <p:tgtEl>
                    <p:spTgt spid="520"/>
                  </p:tgtEl>
                </p:cond>
              </p:nextCondLst>
            </p:seq>
            <p:seq concurrent="1" nextAc="seek">
              <p:cTn id="32" restart="whenNotActive" fill="hold" evtFilter="cancelBubble" nodeType="interactiveSeq">
                <p:stCondLst>
                  <p:cond evt="onClick" delay="0">
                    <p:tgtEl>
                      <p:spTgt spid="240"/>
                    </p:tgtEl>
                  </p:cond>
                </p:stCondLst>
                <p:endSync evt="end" delay="0">
                  <p:rtn val="all"/>
                </p:endSync>
                <p:childTnLst>
                  <p:par>
                    <p:cTn id="33" fill="hold">
                      <p:stCondLst>
                        <p:cond delay="0"/>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7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1" nodeType="clickEffect">
                                  <p:stCondLst>
                                    <p:cond delay="0"/>
                                  </p:stCondLst>
                                  <p:childTnLst>
                                    <p:set>
                                      <p:cBhvr>
                                        <p:cTn id="40" dur="1" fill="hold">
                                          <p:stCondLst>
                                            <p:cond delay="0"/>
                                          </p:stCondLst>
                                        </p:cTn>
                                        <p:tgtEl>
                                          <p:spTgt spid="571"/>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240"/>
                                        </p:tgtEl>
                                        <p:attrNameLst>
                                          <p:attrName>style.visibility</p:attrName>
                                        </p:attrNameLst>
                                      </p:cBhvr>
                                      <p:to>
                                        <p:strVal val="hidden"/>
                                      </p:to>
                                    </p:set>
                                  </p:childTnLst>
                                </p:cTn>
                              </p:par>
                            </p:childTnLst>
                          </p:cTn>
                        </p:par>
                      </p:childTnLst>
                    </p:cTn>
                  </p:par>
                </p:childTnLst>
              </p:cTn>
              <p:nextCondLst>
                <p:cond evt="onClick" delay="0">
                  <p:tgtEl>
                    <p:spTgt spid="240"/>
                  </p:tgtEl>
                </p:cond>
              </p:nextCondLst>
            </p:seq>
            <p:seq concurrent="1" nextAc="seek">
              <p:cTn id="43" restart="whenNotActive" fill="hold" evtFilter="cancelBubble" nodeType="interactiveSeq">
                <p:stCondLst>
                  <p:cond evt="onClick" delay="0">
                    <p:tgtEl>
                      <p:spTgt spid="263"/>
                    </p:tgtEl>
                  </p:cond>
                </p:stCondLst>
                <p:endSync evt="end" delay="0">
                  <p:rtn val="all"/>
                </p:endSync>
                <p:childTnLst>
                  <p:par>
                    <p:cTn id="44" fill="hold">
                      <p:stCondLst>
                        <p:cond delay="0"/>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572"/>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xit" presetSubtype="0" fill="hold" grpId="1" nodeType="clickEffect">
                                  <p:stCondLst>
                                    <p:cond delay="0"/>
                                  </p:stCondLst>
                                  <p:childTnLst>
                                    <p:set>
                                      <p:cBhvr>
                                        <p:cTn id="51" dur="1" fill="hold">
                                          <p:stCondLst>
                                            <p:cond delay="0"/>
                                          </p:stCondLst>
                                        </p:cTn>
                                        <p:tgtEl>
                                          <p:spTgt spid="572"/>
                                        </p:tgtEl>
                                        <p:attrNameLst>
                                          <p:attrName>style.visibility</p:attrName>
                                        </p:attrNameLst>
                                      </p:cBhvr>
                                      <p:to>
                                        <p:strVal val="hidden"/>
                                      </p:to>
                                    </p:set>
                                  </p:childTnLst>
                                </p:cTn>
                              </p:par>
                              <p:par>
                                <p:cTn id="52" presetID="1" presetClass="exit" presetSubtype="0" fill="hold" nodeType="withEffect">
                                  <p:stCondLst>
                                    <p:cond delay="0"/>
                                  </p:stCondLst>
                                  <p:childTnLst>
                                    <p:set>
                                      <p:cBhvr>
                                        <p:cTn id="53" dur="1" fill="hold">
                                          <p:stCondLst>
                                            <p:cond delay="0"/>
                                          </p:stCondLst>
                                        </p:cTn>
                                        <p:tgtEl>
                                          <p:spTgt spid="263"/>
                                        </p:tgtEl>
                                        <p:attrNameLst>
                                          <p:attrName>style.visibility</p:attrName>
                                        </p:attrNameLst>
                                      </p:cBhvr>
                                      <p:to>
                                        <p:strVal val="hidden"/>
                                      </p:to>
                                    </p:set>
                                  </p:childTnLst>
                                </p:cTn>
                              </p:par>
                            </p:childTnLst>
                          </p:cTn>
                        </p:par>
                      </p:childTnLst>
                    </p:cTn>
                  </p:par>
                </p:childTnLst>
              </p:cTn>
              <p:nextCondLst>
                <p:cond evt="onClick" delay="0">
                  <p:tgtEl>
                    <p:spTgt spid="263"/>
                  </p:tgtEl>
                </p:cond>
              </p:nextCondLst>
            </p:seq>
            <p:seq concurrent="1" nextAc="seek">
              <p:cTn id="54" restart="whenNotActive" fill="hold" evtFilter="cancelBubble" nodeType="interactiveSeq">
                <p:stCondLst>
                  <p:cond evt="onClick" delay="0">
                    <p:tgtEl>
                      <p:spTgt spid="312"/>
                    </p:tgtEl>
                  </p:cond>
                </p:stCondLst>
                <p:endSync evt="end" delay="0">
                  <p:rtn val="all"/>
                </p:endSync>
                <p:childTnLst>
                  <p:par>
                    <p:cTn id="55" fill="hold">
                      <p:stCondLst>
                        <p:cond delay="0"/>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7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grpId="1" nodeType="clickEffect">
                                  <p:stCondLst>
                                    <p:cond delay="0"/>
                                  </p:stCondLst>
                                  <p:childTnLst>
                                    <p:set>
                                      <p:cBhvr>
                                        <p:cTn id="62" dur="1" fill="hold">
                                          <p:stCondLst>
                                            <p:cond delay="0"/>
                                          </p:stCondLst>
                                        </p:cTn>
                                        <p:tgtEl>
                                          <p:spTgt spid="573"/>
                                        </p:tgtEl>
                                        <p:attrNameLst>
                                          <p:attrName>style.visibility</p:attrName>
                                        </p:attrNameLst>
                                      </p:cBhvr>
                                      <p:to>
                                        <p:strVal val="hidden"/>
                                      </p:to>
                                    </p:set>
                                  </p:childTnLst>
                                </p:cTn>
                              </p:par>
                              <p:par>
                                <p:cTn id="63" presetID="1" presetClass="exit" presetSubtype="0" fill="hold" nodeType="withEffect">
                                  <p:stCondLst>
                                    <p:cond delay="0"/>
                                  </p:stCondLst>
                                  <p:childTnLst>
                                    <p:set>
                                      <p:cBhvr>
                                        <p:cTn id="64" dur="1" fill="hold">
                                          <p:stCondLst>
                                            <p:cond delay="0"/>
                                          </p:stCondLst>
                                        </p:cTn>
                                        <p:tgtEl>
                                          <p:spTgt spid="312"/>
                                        </p:tgtEl>
                                        <p:attrNameLst>
                                          <p:attrName>style.visibility</p:attrName>
                                        </p:attrNameLst>
                                      </p:cBhvr>
                                      <p:to>
                                        <p:strVal val="hidden"/>
                                      </p:to>
                                    </p:set>
                                  </p:childTnLst>
                                </p:cTn>
                              </p:par>
                            </p:childTnLst>
                          </p:cTn>
                        </p:par>
                      </p:childTnLst>
                    </p:cTn>
                  </p:par>
                </p:childTnLst>
              </p:cTn>
              <p:nextCondLst>
                <p:cond evt="onClick" delay="0">
                  <p:tgtEl>
                    <p:spTgt spid="312"/>
                  </p:tgtEl>
                </p:cond>
              </p:nextCondLst>
            </p:seq>
            <p:seq concurrent="1" nextAc="seek">
              <p:cTn id="65" restart="whenNotActive" fill="hold" evtFilter="cancelBubble" nodeType="interactiveSeq">
                <p:stCondLst>
                  <p:cond evt="onClick" delay="0">
                    <p:tgtEl>
                      <p:spTgt spid="344"/>
                    </p:tgtEl>
                  </p:cond>
                </p:stCondLst>
                <p:endSync evt="end" delay="0">
                  <p:rtn val="all"/>
                </p:endSync>
                <p:childTnLst>
                  <p:par>
                    <p:cTn id="66" fill="hold">
                      <p:stCondLst>
                        <p:cond delay="0"/>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576"/>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xit" presetSubtype="0" fill="hold" grpId="1" nodeType="clickEffect">
                                  <p:stCondLst>
                                    <p:cond delay="0"/>
                                  </p:stCondLst>
                                  <p:childTnLst>
                                    <p:set>
                                      <p:cBhvr>
                                        <p:cTn id="73" dur="1" fill="hold">
                                          <p:stCondLst>
                                            <p:cond delay="0"/>
                                          </p:stCondLst>
                                        </p:cTn>
                                        <p:tgtEl>
                                          <p:spTgt spid="576"/>
                                        </p:tgtEl>
                                        <p:attrNameLst>
                                          <p:attrName>style.visibility</p:attrName>
                                        </p:attrNameLst>
                                      </p:cBhvr>
                                      <p:to>
                                        <p:strVal val="hidden"/>
                                      </p:to>
                                    </p:set>
                                  </p:childTnLst>
                                </p:cTn>
                              </p:par>
                              <p:par>
                                <p:cTn id="74" presetID="1" presetClass="exit" presetSubtype="0" fill="hold" nodeType="withEffect">
                                  <p:stCondLst>
                                    <p:cond delay="0"/>
                                  </p:stCondLst>
                                  <p:childTnLst>
                                    <p:set>
                                      <p:cBhvr>
                                        <p:cTn id="75" dur="1" fill="hold">
                                          <p:stCondLst>
                                            <p:cond delay="0"/>
                                          </p:stCondLst>
                                        </p:cTn>
                                        <p:tgtEl>
                                          <p:spTgt spid="344"/>
                                        </p:tgtEl>
                                        <p:attrNameLst>
                                          <p:attrName>style.visibility</p:attrName>
                                        </p:attrNameLst>
                                      </p:cBhvr>
                                      <p:to>
                                        <p:strVal val="hidden"/>
                                      </p:to>
                                    </p:set>
                                  </p:childTnLst>
                                </p:cTn>
                              </p:par>
                            </p:childTnLst>
                          </p:cTn>
                        </p:par>
                      </p:childTnLst>
                    </p:cTn>
                  </p:par>
                </p:childTnLst>
              </p:cTn>
              <p:nextCondLst>
                <p:cond evt="onClick" delay="0">
                  <p:tgtEl>
                    <p:spTgt spid="344"/>
                  </p:tgtEl>
                </p:cond>
              </p:nextCondLst>
            </p:seq>
            <p:seq concurrent="1" nextAc="seek">
              <p:cTn id="76" restart="whenNotActive" fill="hold" evtFilter="cancelBubble" nodeType="interactiveSeq">
                <p:stCondLst>
                  <p:cond evt="onClick" delay="0">
                    <p:tgtEl>
                      <p:spTgt spid="593"/>
                    </p:tgtEl>
                  </p:cond>
                </p:stCondLst>
                <p:endSync evt="end" delay="0">
                  <p:rtn val="all"/>
                </p:endSync>
                <p:childTnLst>
                  <p:par>
                    <p:cTn id="77" fill="hold">
                      <p:stCondLst>
                        <p:cond delay="0"/>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575"/>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xit" presetSubtype="0" fill="hold" grpId="1" nodeType="clickEffect">
                                  <p:stCondLst>
                                    <p:cond delay="0"/>
                                  </p:stCondLst>
                                  <p:childTnLst>
                                    <p:set>
                                      <p:cBhvr>
                                        <p:cTn id="84" dur="1" fill="hold">
                                          <p:stCondLst>
                                            <p:cond delay="0"/>
                                          </p:stCondLst>
                                        </p:cTn>
                                        <p:tgtEl>
                                          <p:spTgt spid="575"/>
                                        </p:tgtEl>
                                        <p:attrNameLst>
                                          <p:attrName>style.visibility</p:attrName>
                                        </p:attrNameLst>
                                      </p:cBhvr>
                                      <p:to>
                                        <p:strVal val="hidden"/>
                                      </p:to>
                                    </p:set>
                                  </p:childTnLst>
                                </p:cTn>
                              </p:par>
                              <p:par>
                                <p:cTn id="85" presetID="1" presetClass="exit" presetSubtype="0" fill="hold" nodeType="withEffect">
                                  <p:stCondLst>
                                    <p:cond delay="0"/>
                                  </p:stCondLst>
                                  <p:childTnLst>
                                    <p:set>
                                      <p:cBhvr>
                                        <p:cTn id="86" dur="1" fill="hold">
                                          <p:stCondLst>
                                            <p:cond delay="0"/>
                                          </p:stCondLst>
                                        </p:cTn>
                                        <p:tgtEl>
                                          <p:spTgt spid="593"/>
                                        </p:tgtEl>
                                        <p:attrNameLst>
                                          <p:attrName>style.visibility</p:attrName>
                                        </p:attrNameLst>
                                      </p:cBhvr>
                                      <p:to>
                                        <p:strVal val="hidden"/>
                                      </p:to>
                                    </p:set>
                                  </p:childTnLst>
                                </p:cTn>
                              </p:par>
                            </p:childTnLst>
                          </p:cTn>
                        </p:par>
                      </p:childTnLst>
                    </p:cTn>
                  </p:par>
                </p:childTnLst>
              </p:cTn>
              <p:nextCondLst>
                <p:cond evt="onClick" delay="0">
                  <p:tgtEl>
                    <p:spTgt spid="593"/>
                  </p:tgtEl>
                </p:cond>
              </p:nextCondLst>
            </p:seq>
            <p:seq concurrent="1" nextAc="seek">
              <p:cTn id="87" restart="whenNotActive" fill="hold" evtFilter="cancelBubble" nodeType="interactiveSeq">
                <p:stCondLst>
                  <p:cond evt="onClick" delay="0">
                    <p:tgtEl>
                      <p:spTgt spid="635"/>
                    </p:tgtEl>
                  </p:cond>
                </p:stCondLst>
                <p:endSync evt="end" delay="0">
                  <p:rtn val="all"/>
                </p:endSync>
                <p:childTnLst>
                  <p:par>
                    <p:cTn id="88" fill="hold">
                      <p:stCondLst>
                        <p:cond delay="0"/>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574"/>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xit" presetSubtype="0" fill="hold" grpId="1" nodeType="clickEffect">
                                  <p:stCondLst>
                                    <p:cond delay="0"/>
                                  </p:stCondLst>
                                  <p:childTnLst>
                                    <p:set>
                                      <p:cBhvr>
                                        <p:cTn id="95" dur="1" fill="hold">
                                          <p:stCondLst>
                                            <p:cond delay="0"/>
                                          </p:stCondLst>
                                        </p:cTn>
                                        <p:tgtEl>
                                          <p:spTgt spid="574"/>
                                        </p:tgtEl>
                                        <p:attrNameLst>
                                          <p:attrName>style.visibility</p:attrName>
                                        </p:attrNameLst>
                                      </p:cBhvr>
                                      <p:to>
                                        <p:strVal val="hidden"/>
                                      </p:to>
                                    </p:set>
                                  </p:childTnLst>
                                </p:cTn>
                              </p:par>
                              <p:par>
                                <p:cTn id="96" presetID="1" presetClass="exit" presetSubtype="0" fill="hold" nodeType="withEffect">
                                  <p:stCondLst>
                                    <p:cond delay="0"/>
                                  </p:stCondLst>
                                  <p:childTnLst>
                                    <p:set>
                                      <p:cBhvr>
                                        <p:cTn id="97" dur="1" fill="hold">
                                          <p:stCondLst>
                                            <p:cond delay="0"/>
                                          </p:stCondLst>
                                        </p:cTn>
                                        <p:tgtEl>
                                          <p:spTgt spid="635"/>
                                        </p:tgtEl>
                                        <p:attrNameLst>
                                          <p:attrName>style.visibility</p:attrName>
                                        </p:attrNameLst>
                                      </p:cBhvr>
                                      <p:to>
                                        <p:strVal val="hidden"/>
                                      </p:to>
                                    </p:set>
                                  </p:childTnLst>
                                </p:cTn>
                              </p:par>
                            </p:childTnLst>
                          </p:cTn>
                        </p:par>
                      </p:childTnLst>
                    </p:cTn>
                  </p:par>
                </p:childTnLst>
              </p:cTn>
              <p:nextCondLst>
                <p:cond evt="onClick" delay="0">
                  <p:tgtEl>
                    <p:spTgt spid="635"/>
                  </p:tgtEl>
                </p:cond>
              </p:nextCondLst>
            </p:seq>
          </p:childTnLst>
        </p:cTn>
      </p:par>
    </p:tnLst>
    <p:bldLst>
      <p:bldP spid="571" grpId="0" animBg="1"/>
      <p:bldP spid="571" grpId="1" animBg="1"/>
      <p:bldP spid="572" grpId="0" animBg="1"/>
      <p:bldP spid="572" grpId="1" animBg="1"/>
      <p:bldP spid="573" grpId="0" animBg="1"/>
      <p:bldP spid="573" grpId="1" animBg="1"/>
      <p:bldP spid="576" grpId="0" animBg="1"/>
      <p:bldP spid="576" grpId="1" animBg="1"/>
      <p:bldP spid="575" grpId="0" animBg="1"/>
      <p:bldP spid="575" grpId="1" animBg="1"/>
      <p:bldP spid="574" grpId="0" animBg="1"/>
      <p:bldP spid="574" grpId="1" animBg="1"/>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3460283A-0C1A-264A-A04F-B4E5787CBDB9}"/>
              </a:ext>
            </a:extLst>
          </p:cNvPr>
          <p:cNvSpPr/>
          <p:nvPr/>
        </p:nvSpPr>
        <p:spPr>
          <a:xfrm>
            <a:off x="5299710" y="1267458"/>
            <a:ext cx="834390" cy="27485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573026D6-BEA6-3745-9D38-7269927C6F45}"/>
              </a:ext>
            </a:extLst>
          </p:cNvPr>
          <p:cNvSpPr/>
          <p:nvPr/>
        </p:nvSpPr>
        <p:spPr>
          <a:xfrm>
            <a:off x="3036570" y="1267458"/>
            <a:ext cx="1464172" cy="27485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1E65D392-F73E-7346-A8A4-6A3239EBF383}"/>
              </a:ext>
            </a:extLst>
          </p:cNvPr>
          <p:cNvSpPr txBox="1"/>
          <p:nvPr/>
        </p:nvSpPr>
        <p:spPr>
          <a:xfrm>
            <a:off x="42604" y="946677"/>
            <a:ext cx="9058792" cy="615553"/>
          </a:xfrm>
          <a:prstGeom prst="rect">
            <a:avLst/>
          </a:prstGeom>
          <a:noFill/>
        </p:spPr>
        <p:txBody>
          <a:bodyPr wrap="square" lIns="36000" tIns="0" rIns="0" bIns="0" rtlCol="0">
            <a:spAutoFit/>
          </a:bodyPr>
          <a:lstStyle/>
          <a:p>
            <a:pPr algn="ctr">
              <a:defRPr/>
            </a:pPr>
            <a:r>
              <a:rPr lang="en-GB" altLang="en-US" sz="2000" dirty="0"/>
              <a:t>Before finding the volume of a prism, you first have to identify its</a:t>
            </a:r>
            <a:br>
              <a:rPr lang="en-GB" altLang="en-US" sz="2000" dirty="0"/>
            </a:br>
            <a:r>
              <a:rPr lang="en-GB" altLang="en-US" sz="2000" b="1" dirty="0"/>
              <a:t>cross-section</a:t>
            </a:r>
            <a:r>
              <a:rPr lang="en-GB" altLang="en-US" sz="2000" dirty="0"/>
              <a:t>  and its  </a:t>
            </a:r>
            <a:r>
              <a:rPr lang="en-GB" altLang="en-US" sz="2000" b="1" dirty="0"/>
              <a:t>length</a:t>
            </a:r>
            <a:r>
              <a:rPr lang="en-GB" altLang="en-US" sz="2000" dirty="0"/>
              <a:t>.</a:t>
            </a:r>
          </a:p>
        </p:txBody>
      </p:sp>
      <p:cxnSp>
        <p:nvCxnSpPr>
          <p:cNvPr id="26" name="Straight Connector 25">
            <a:extLst>
              <a:ext uri="{FF2B5EF4-FFF2-40B4-BE49-F238E27FC236}">
                <a16:creationId xmlns:a16="http://schemas.microsoft.com/office/drawing/2014/main" id="{BC3DB859-FD85-944D-9E1E-5D67D668F491}"/>
              </a:ext>
            </a:extLst>
          </p:cNvPr>
          <p:cNvCxnSpPr>
            <a:cxnSpLocks/>
          </p:cNvCxnSpPr>
          <p:nvPr/>
        </p:nvCxnSpPr>
        <p:spPr>
          <a:xfrm flipH="1">
            <a:off x="0" y="1642092"/>
            <a:ext cx="9144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8523C3CA-037A-6345-98C1-86DD82942402}"/>
              </a:ext>
            </a:extLst>
          </p:cNvPr>
          <p:cNvSpPr txBox="1"/>
          <p:nvPr/>
        </p:nvSpPr>
        <p:spPr>
          <a:xfrm>
            <a:off x="20022" y="1662114"/>
            <a:ext cx="513302" cy="276999"/>
          </a:xfrm>
          <a:prstGeom prst="rect">
            <a:avLst/>
          </a:prstGeom>
          <a:noFill/>
        </p:spPr>
        <p:txBody>
          <a:bodyPr wrap="square" lIns="36000" tIns="0" rIns="0" bIns="0" rtlCol="0">
            <a:spAutoFit/>
          </a:bodyPr>
          <a:lstStyle/>
          <a:p>
            <a:r>
              <a:rPr lang="en-GB" sz="1800" b="1" dirty="0"/>
              <a:t>Ex1</a:t>
            </a:r>
          </a:p>
        </p:txBody>
      </p:sp>
      <p:sp>
        <p:nvSpPr>
          <p:cNvPr id="28" name="TextBox 27">
            <a:extLst>
              <a:ext uri="{FF2B5EF4-FFF2-40B4-BE49-F238E27FC236}">
                <a16:creationId xmlns:a16="http://schemas.microsoft.com/office/drawing/2014/main" id="{521E5250-9FD5-FE4E-9F9C-B8D2735D9437}"/>
              </a:ext>
            </a:extLst>
          </p:cNvPr>
          <p:cNvSpPr txBox="1"/>
          <p:nvPr/>
        </p:nvSpPr>
        <p:spPr>
          <a:xfrm>
            <a:off x="456051" y="1662114"/>
            <a:ext cx="7466524" cy="276999"/>
          </a:xfrm>
          <a:prstGeom prst="rect">
            <a:avLst/>
          </a:prstGeom>
          <a:noFill/>
        </p:spPr>
        <p:txBody>
          <a:bodyPr wrap="square" lIns="36000" tIns="0" rIns="0" bIns="0" rtlCol="0">
            <a:spAutoFit/>
          </a:bodyPr>
          <a:lstStyle/>
          <a:p>
            <a:pPr>
              <a:defRPr/>
            </a:pPr>
            <a:r>
              <a:rPr lang="en-GB" altLang="en-US" sz="1800" dirty="0"/>
              <a:t>Shade the cross section and label the length for each of the following prisms.</a:t>
            </a:r>
            <a:endParaRPr lang="en-GB" altLang="en-US" sz="1800" baseline="30000" dirty="0"/>
          </a:p>
        </p:txBody>
      </p:sp>
      <p:pic>
        <p:nvPicPr>
          <p:cNvPr id="8" name="Picture 7">
            <a:extLst>
              <a:ext uri="{FF2B5EF4-FFF2-40B4-BE49-F238E27FC236}">
                <a16:creationId xmlns:a16="http://schemas.microsoft.com/office/drawing/2014/main" id="{096B5CEF-A901-AC4C-865C-16B3C56C1387}"/>
              </a:ext>
            </a:extLst>
          </p:cNvPr>
          <p:cNvPicPr>
            <a:picLocks noChangeAspect="1"/>
          </p:cNvPicPr>
          <p:nvPr/>
        </p:nvPicPr>
        <p:blipFill>
          <a:blip r:embed="rId3"/>
          <a:stretch>
            <a:fillRect/>
          </a:stretch>
        </p:blipFill>
        <p:spPr>
          <a:xfrm rot="900000">
            <a:off x="4955878" y="2956542"/>
            <a:ext cx="2347035" cy="1493200"/>
          </a:xfrm>
          <a:prstGeom prst="rect">
            <a:avLst/>
          </a:prstGeom>
        </p:spPr>
      </p:pic>
      <p:pic>
        <p:nvPicPr>
          <p:cNvPr id="10" name="Picture 9">
            <a:extLst>
              <a:ext uri="{FF2B5EF4-FFF2-40B4-BE49-F238E27FC236}">
                <a16:creationId xmlns:a16="http://schemas.microsoft.com/office/drawing/2014/main" id="{13A92C5B-E00A-C341-ADE3-5359122E5B21}"/>
              </a:ext>
            </a:extLst>
          </p:cNvPr>
          <p:cNvPicPr>
            <a:picLocks noChangeAspect="1"/>
          </p:cNvPicPr>
          <p:nvPr/>
        </p:nvPicPr>
        <p:blipFill>
          <a:blip r:embed="rId4"/>
          <a:stretch>
            <a:fillRect/>
          </a:stretch>
        </p:blipFill>
        <p:spPr>
          <a:xfrm flipH="1">
            <a:off x="3782916" y="1950547"/>
            <a:ext cx="2133668" cy="1357455"/>
          </a:xfrm>
          <a:prstGeom prst="rect">
            <a:avLst/>
          </a:prstGeom>
        </p:spPr>
      </p:pic>
      <p:pic>
        <p:nvPicPr>
          <p:cNvPr id="31" name="Picture 30">
            <a:extLst>
              <a:ext uri="{FF2B5EF4-FFF2-40B4-BE49-F238E27FC236}">
                <a16:creationId xmlns:a16="http://schemas.microsoft.com/office/drawing/2014/main" id="{516DEF1C-3A0B-344F-ABEE-3A302BAD269F}"/>
              </a:ext>
            </a:extLst>
          </p:cNvPr>
          <p:cNvPicPr>
            <a:picLocks noChangeAspect="1"/>
          </p:cNvPicPr>
          <p:nvPr/>
        </p:nvPicPr>
        <p:blipFill>
          <a:blip r:embed="rId5"/>
          <a:stretch>
            <a:fillRect/>
          </a:stretch>
        </p:blipFill>
        <p:spPr>
          <a:xfrm rot="900000">
            <a:off x="425719" y="1816655"/>
            <a:ext cx="2133668" cy="1357455"/>
          </a:xfrm>
          <a:prstGeom prst="rect">
            <a:avLst/>
          </a:prstGeom>
        </p:spPr>
      </p:pic>
      <p:pic>
        <p:nvPicPr>
          <p:cNvPr id="34" name="Picture 33">
            <a:extLst>
              <a:ext uri="{FF2B5EF4-FFF2-40B4-BE49-F238E27FC236}">
                <a16:creationId xmlns:a16="http://schemas.microsoft.com/office/drawing/2014/main" id="{1DF2F292-9F68-A34A-88CB-53F4F513858A}"/>
              </a:ext>
            </a:extLst>
          </p:cNvPr>
          <p:cNvPicPr>
            <a:picLocks noChangeAspect="1"/>
          </p:cNvPicPr>
          <p:nvPr/>
        </p:nvPicPr>
        <p:blipFill>
          <a:blip r:embed="rId6"/>
          <a:stretch>
            <a:fillRect/>
          </a:stretch>
        </p:blipFill>
        <p:spPr>
          <a:xfrm>
            <a:off x="1992347" y="3029354"/>
            <a:ext cx="2133668" cy="1357454"/>
          </a:xfrm>
          <a:prstGeom prst="rect">
            <a:avLst/>
          </a:prstGeom>
        </p:spPr>
      </p:pic>
      <p:pic>
        <p:nvPicPr>
          <p:cNvPr id="12" name="Picture 11">
            <a:extLst>
              <a:ext uri="{FF2B5EF4-FFF2-40B4-BE49-F238E27FC236}">
                <a16:creationId xmlns:a16="http://schemas.microsoft.com/office/drawing/2014/main" id="{7606DED2-E303-4B4D-954F-D5409B4840F5}"/>
              </a:ext>
            </a:extLst>
          </p:cNvPr>
          <p:cNvPicPr>
            <a:picLocks noChangeAspect="1"/>
          </p:cNvPicPr>
          <p:nvPr/>
        </p:nvPicPr>
        <p:blipFill>
          <a:blip r:embed="rId7"/>
          <a:stretch>
            <a:fillRect/>
          </a:stretch>
        </p:blipFill>
        <p:spPr>
          <a:xfrm rot="5400000">
            <a:off x="6536231" y="2317185"/>
            <a:ext cx="2839910" cy="1806771"/>
          </a:xfrm>
          <a:prstGeom prst="rect">
            <a:avLst/>
          </a:prstGeom>
        </p:spPr>
      </p:pic>
      <p:sp>
        <p:nvSpPr>
          <p:cNvPr id="14" name="Rectangle 13">
            <a:extLst>
              <a:ext uri="{FF2B5EF4-FFF2-40B4-BE49-F238E27FC236}">
                <a16:creationId xmlns:a16="http://schemas.microsoft.com/office/drawing/2014/main" id="{512C520C-0069-A942-BF9A-A7A61BA2C2DF}"/>
              </a:ext>
            </a:extLst>
          </p:cNvPr>
          <p:cNvSpPr/>
          <p:nvPr/>
        </p:nvSpPr>
        <p:spPr>
          <a:xfrm rot="16200000">
            <a:off x="-122567" y="2173428"/>
            <a:ext cx="683202" cy="202298"/>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dirty="0">
                <a:solidFill>
                  <a:schemeClr val="tx1"/>
                </a:solidFill>
              </a:rPr>
              <a:t>Solution</a:t>
            </a:r>
          </a:p>
        </p:txBody>
      </p:sp>
      <p:pic>
        <p:nvPicPr>
          <p:cNvPr id="15" name="Picture 14">
            <a:extLst>
              <a:ext uri="{FF2B5EF4-FFF2-40B4-BE49-F238E27FC236}">
                <a16:creationId xmlns:a16="http://schemas.microsoft.com/office/drawing/2014/main" id="{D79FF5A3-4602-C446-9487-B8E6B322DDC6}"/>
              </a:ext>
            </a:extLst>
          </p:cNvPr>
          <p:cNvPicPr>
            <a:picLocks noChangeAspect="1"/>
          </p:cNvPicPr>
          <p:nvPr/>
        </p:nvPicPr>
        <p:blipFill>
          <a:blip r:embed="rId8"/>
          <a:stretch>
            <a:fillRect/>
          </a:stretch>
        </p:blipFill>
        <p:spPr>
          <a:xfrm rot="900000">
            <a:off x="425718" y="1816655"/>
            <a:ext cx="2133668" cy="1357454"/>
          </a:xfrm>
          <a:prstGeom prst="rect">
            <a:avLst/>
          </a:prstGeom>
        </p:spPr>
      </p:pic>
      <p:cxnSp>
        <p:nvCxnSpPr>
          <p:cNvPr id="5" name="Straight Connector 4">
            <a:extLst>
              <a:ext uri="{FF2B5EF4-FFF2-40B4-BE49-F238E27FC236}">
                <a16:creationId xmlns:a16="http://schemas.microsoft.com/office/drawing/2014/main" id="{68BADAD6-29B7-2949-B7E6-34BD4DCDAF9F}"/>
              </a:ext>
            </a:extLst>
          </p:cNvPr>
          <p:cNvCxnSpPr>
            <a:cxnSpLocks/>
          </p:cNvCxnSpPr>
          <p:nvPr/>
        </p:nvCxnSpPr>
        <p:spPr>
          <a:xfrm>
            <a:off x="1261167" y="3094060"/>
            <a:ext cx="1079443" cy="1"/>
          </a:xfrm>
          <a:prstGeom prst="line">
            <a:avLst/>
          </a:prstGeom>
          <a:ln w="19050">
            <a:solidFill>
              <a:schemeClr val="accent6">
                <a:lumMod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21DB3190-783A-834C-AC7D-91538B9266D4}"/>
              </a:ext>
            </a:extLst>
          </p:cNvPr>
          <p:cNvSpPr txBox="1"/>
          <p:nvPr/>
        </p:nvSpPr>
        <p:spPr>
          <a:xfrm>
            <a:off x="1434087" y="3080976"/>
            <a:ext cx="733602" cy="215444"/>
          </a:xfrm>
          <a:prstGeom prst="rect">
            <a:avLst/>
          </a:prstGeom>
          <a:noFill/>
        </p:spPr>
        <p:txBody>
          <a:bodyPr wrap="square" lIns="36000" tIns="0" rIns="0" bIns="0" rtlCol="0">
            <a:spAutoFit/>
          </a:bodyPr>
          <a:lstStyle/>
          <a:p>
            <a:pPr algn="ctr"/>
            <a:r>
              <a:rPr lang="en-GB" sz="1400" b="1" dirty="0">
                <a:solidFill>
                  <a:schemeClr val="accent6">
                    <a:lumMod val="50000"/>
                  </a:schemeClr>
                </a:solidFill>
              </a:rPr>
              <a:t>Length</a:t>
            </a:r>
          </a:p>
        </p:txBody>
      </p:sp>
      <p:pic>
        <p:nvPicPr>
          <p:cNvPr id="17" name="Picture 16">
            <a:extLst>
              <a:ext uri="{FF2B5EF4-FFF2-40B4-BE49-F238E27FC236}">
                <a16:creationId xmlns:a16="http://schemas.microsoft.com/office/drawing/2014/main" id="{EE93902A-C3A9-B840-8CFA-64BBEA2BEDD6}"/>
              </a:ext>
            </a:extLst>
          </p:cNvPr>
          <p:cNvPicPr>
            <a:picLocks noChangeAspect="1"/>
          </p:cNvPicPr>
          <p:nvPr/>
        </p:nvPicPr>
        <p:blipFill>
          <a:blip r:embed="rId9"/>
          <a:stretch>
            <a:fillRect/>
          </a:stretch>
        </p:blipFill>
        <p:spPr>
          <a:xfrm>
            <a:off x="1992347" y="3029354"/>
            <a:ext cx="2133667" cy="1357454"/>
          </a:xfrm>
          <a:prstGeom prst="rect">
            <a:avLst/>
          </a:prstGeom>
        </p:spPr>
      </p:pic>
      <p:cxnSp>
        <p:nvCxnSpPr>
          <p:cNvPr id="18" name="Straight Connector 17">
            <a:extLst>
              <a:ext uri="{FF2B5EF4-FFF2-40B4-BE49-F238E27FC236}">
                <a16:creationId xmlns:a16="http://schemas.microsoft.com/office/drawing/2014/main" id="{FDDD5FE7-796E-2543-930E-0A591A663773}"/>
              </a:ext>
            </a:extLst>
          </p:cNvPr>
          <p:cNvCxnSpPr>
            <a:cxnSpLocks/>
          </p:cNvCxnSpPr>
          <p:nvPr/>
        </p:nvCxnSpPr>
        <p:spPr>
          <a:xfrm flipV="1">
            <a:off x="2981379" y="4052086"/>
            <a:ext cx="1047750" cy="285751"/>
          </a:xfrm>
          <a:prstGeom prst="line">
            <a:avLst/>
          </a:prstGeom>
          <a:ln w="19050">
            <a:solidFill>
              <a:schemeClr val="accent4">
                <a:lumMod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B0826A7F-5D5E-2540-9B5F-FAF57B7CFE97}"/>
              </a:ext>
            </a:extLst>
          </p:cNvPr>
          <p:cNvSpPr txBox="1"/>
          <p:nvPr/>
        </p:nvSpPr>
        <p:spPr>
          <a:xfrm rot="20702518">
            <a:off x="3222613" y="4167985"/>
            <a:ext cx="733602" cy="215444"/>
          </a:xfrm>
          <a:prstGeom prst="rect">
            <a:avLst/>
          </a:prstGeom>
          <a:noFill/>
        </p:spPr>
        <p:txBody>
          <a:bodyPr wrap="square" lIns="36000" tIns="0" rIns="0" bIns="0" rtlCol="0">
            <a:spAutoFit/>
          </a:bodyPr>
          <a:lstStyle/>
          <a:p>
            <a:pPr algn="ctr"/>
            <a:r>
              <a:rPr lang="en-GB" sz="1400" b="1" dirty="0">
                <a:solidFill>
                  <a:schemeClr val="accent4">
                    <a:lumMod val="50000"/>
                  </a:schemeClr>
                </a:solidFill>
              </a:rPr>
              <a:t>Length</a:t>
            </a:r>
          </a:p>
        </p:txBody>
      </p:sp>
      <p:pic>
        <p:nvPicPr>
          <p:cNvPr id="22" name="Picture 21">
            <a:extLst>
              <a:ext uri="{FF2B5EF4-FFF2-40B4-BE49-F238E27FC236}">
                <a16:creationId xmlns:a16="http://schemas.microsoft.com/office/drawing/2014/main" id="{776E6D99-A5F1-6040-94CE-E75B440AE5A9}"/>
              </a:ext>
            </a:extLst>
          </p:cNvPr>
          <p:cNvPicPr>
            <a:picLocks noChangeAspect="1"/>
          </p:cNvPicPr>
          <p:nvPr/>
        </p:nvPicPr>
        <p:blipFill>
          <a:blip r:embed="rId10"/>
          <a:stretch>
            <a:fillRect/>
          </a:stretch>
        </p:blipFill>
        <p:spPr>
          <a:xfrm flipH="1">
            <a:off x="3782916" y="1950547"/>
            <a:ext cx="2133668" cy="1357454"/>
          </a:xfrm>
          <a:prstGeom prst="rect">
            <a:avLst/>
          </a:prstGeom>
        </p:spPr>
      </p:pic>
      <p:cxnSp>
        <p:nvCxnSpPr>
          <p:cNvPr id="23" name="Straight Connector 22">
            <a:extLst>
              <a:ext uri="{FF2B5EF4-FFF2-40B4-BE49-F238E27FC236}">
                <a16:creationId xmlns:a16="http://schemas.microsoft.com/office/drawing/2014/main" id="{976F5743-A303-0140-B4D1-63AFD062FFF4}"/>
              </a:ext>
            </a:extLst>
          </p:cNvPr>
          <p:cNvCxnSpPr>
            <a:cxnSpLocks/>
          </p:cNvCxnSpPr>
          <p:nvPr/>
        </p:nvCxnSpPr>
        <p:spPr>
          <a:xfrm>
            <a:off x="3861266" y="2926935"/>
            <a:ext cx="1044575" cy="279400"/>
          </a:xfrm>
          <a:prstGeom prst="line">
            <a:avLst/>
          </a:prstGeom>
          <a:ln w="19050">
            <a:solidFill>
              <a:schemeClr val="bg2">
                <a:lumMod val="25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3A1E2412-6FD1-3242-B28B-E0E5C4298167}"/>
              </a:ext>
            </a:extLst>
          </p:cNvPr>
          <p:cNvSpPr txBox="1"/>
          <p:nvPr/>
        </p:nvSpPr>
        <p:spPr>
          <a:xfrm rot="897482" flipH="1">
            <a:off x="3952144" y="3038014"/>
            <a:ext cx="733602" cy="215444"/>
          </a:xfrm>
          <a:prstGeom prst="rect">
            <a:avLst/>
          </a:prstGeom>
          <a:noFill/>
        </p:spPr>
        <p:txBody>
          <a:bodyPr wrap="square" lIns="36000" tIns="0" rIns="0" bIns="0" rtlCol="0">
            <a:spAutoFit/>
          </a:bodyPr>
          <a:lstStyle/>
          <a:p>
            <a:pPr algn="ctr"/>
            <a:r>
              <a:rPr lang="en-GB" sz="1400" b="1" dirty="0">
                <a:solidFill>
                  <a:schemeClr val="bg2">
                    <a:lumMod val="25000"/>
                  </a:schemeClr>
                </a:solidFill>
              </a:rPr>
              <a:t>Length</a:t>
            </a:r>
          </a:p>
        </p:txBody>
      </p:sp>
      <p:pic>
        <p:nvPicPr>
          <p:cNvPr id="32" name="Picture 31">
            <a:extLst>
              <a:ext uri="{FF2B5EF4-FFF2-40B4-BE49-F238E27FC236}">
                <a16:creationId xmlns:a16="http://schemas.microsoft.com/office/drawing/2014/main" id="{768C2E91-7E92-BD41-8BD8-104523A3FC97}"/>
              </a:ext>
            </a:extLst>
          </p:cNvPr>
          <p:cNvPicPr>
            <a:picLocks noChangeAspect="1"/>
          </p:cNvPicPr>
          <p:nvPr/>
        </p:nvPicPr>
        <p:blipFill>
          <a:blip r:embed="rId11"/>
          <a:stretch>
            <a:fillRect/>
          </a:stretch>
        </p:blipFill>
        <p:spPr>
          <a:xfrm rot="900000">
            <a:off x="4955878" y="2956542"/>
            <a:ext cx="2347035" cy="1493199"/>
          </a:xfrm>
          <a:prstGeom prst="rect">
            <a:avLst/>
          </a:prstGeom>
        </p:spPr>
      </p:pic>
      <p:cxnSp>
        <p:nvCxnSpPr>
          <p:cNvPr id="29" name="Straight Connector 28">
            <a:extLst>
              <a:ext uri="{FF2B5EF4-FFF2-40B4-BE49-F238E27FC236}">
                <a16:creationId xmlns:a16="http://schemas.microsoft.com/office/drawing/2014/main" id="{6C576FA4-E38B-BD4B-8522-AE282081A864}"/>
              </a:ext>
            </a:extLst>
          </p:cNvPr>
          <p:cNvCxnSpPr>
            <a:cxnSpLocks/>
          </p:cNvCxnSpPr>
          <p:nvPr/>
        </p:nvCxnSpPr>
        <p:spPr>
          <a:xfrm flipV="1">
            <a:off x="5884347" y="4251278"/>
            <a:ext cx="1201798" cy="10581"/>
          </a:xfrm>
          <a:prstGeom prst="line">
            <a:avLst/>
          </a:prstGeom>
          <a:ln w="19050">
            <a:solidFill>
              <a:srgbClr val="0070C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4CEE517B-DB9C-634C-8066-7E0E0A4F4D15}"/>
              </a:ext>
            </a:extLst>
          </p:cNvPr>
          <p:cNvSpPr txBox="1"/>
          <p:nvPr/>
        </p:nvSpPr>
        <p:spPr>
          <a:xfrm>
            <a:off x="6127428" y="4248775"/>
            <a:ext cx="733602" cy="215444"/>
          </a:xfrm>
          <a:prstGeom prst="rect">
            <a:avLst/>
          </a:prstGeom>
          <a:noFill/>
        </p:spPr>
        <p:txBody>
          <a:bodyPr wrap="square" lIns="36000" tIns="0" rIns="0" bIns="0" rtlCol="0">
            <a:spAutoFit/>
          </a:bodyPr>
          <a:lstStyle/>
          <a:p>
            <a:pPr algn="ctr"/>
            <a:r>
              <a:rPr lang="en-GB" sz="1400" b="1" dirty="0">
                <a:solidFill>
                  <a:srgbClr val="0070C0"/>
                </a:solidFill>
              </a:rPr>
              <a:t>Length</a:t>
            </a:r>
          </a:p>
        </p:txBody>
      </p:sp>
      <p:pic>
        <p:nvPicPr>
          <p:cNvPr id="35" name="Picture 34">
            <a:extLst>
              <a:ext uri="{FF2B5EF4-FFF2-40B4-BE49-F238E27FC236}">
                <a16:creationId xmlns:a16="http://schemas.microsoft.com/office/drawing/2014/main" id="{110A8CE5-C236-2F4C-9FA0-EADAD93C44DE}"/>
              </a:ext>
            </a:extLst>
          </p:cNvPr>
          <p:cNvPicPr>
            <a:picLocks noChangeAspect="1"/>
          </p:cNvPicPr>
          <p:nvPr/>
        </p:nvPicPr>
        <p:blipFill>
          <a:blip r:embed="rId12"/>
          <a:stretch>
            <a:fillRect/>
          </a:stretch>
        </p:blipFill>
        <p:spPr>
          <a:xfrm rot="5400000">
            <a:off x="6536230" y="2317186"/>
            <a:ext cx="2839910" cy="1806770"/>
          </a:xfrm>
          <a:prstGeom prst="rect">
            <a:avLst/>
          </a:prstGeom>
        </p:spPr>
      </p:pic>
      <p:cxnSp>
        <p:nvCxnSpPr>
          <p:cNvPr id="36" name="Straight Connector 35">
            <a:extLst>
              <a:ext uri="{FF2B5EF4-FFF2-40B4-BE49-F238E27FC236}">
                <a16:creationId xmlns:a16="http://schemas.microsoft.com/office/drawing/2014/main" id="{D96D75B0-BE6E-4F4F-B3C3-0ECE0495C27F}"/>
              </a:ext>
            </a:extLst>
          </p:cNvPr>
          <p:cNvCxnSpPr>
            <a:cxnSpLocks/>
          </p:cNvCxnSpPr>
          <p:nvPr/>
        </p:nvCxnSpPr>
        <p:spPr>
          <a:xfrm>
            <a:off x="8550485" y="2465408"/>
            <a:ext cx="0" cy="1500850"/>
          </a:xfrm>
          <a:prstGeom prst="line">
            <a:avLst/>
          </a:prstGeom>
          <a:ln w="19050">
            <a:solidFill>
              <a:srgbClr val="AA342F"/>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CD0A6514-6E97-4845-93A9-7B552FFD85E8}"/>
              </a:ext>
            </a:extLst>
          </p:cNvPr>
          <p:cNvSpPr txBox="1"/>
          <p:nvPr/>
        </p:nvSpPr>
        <p:spPr>
          <a:xfrm>
            <a:off x="8523411" y="3108111"/>
            <a:ext cx="606283" cy="215444"/>
          </a:xfrm>
          <a:prstGeom prst="rect">
            <a:avLst/>
          </a:prstGeom>
          <a:noFill/>
        </p:spPr>
        <p:txBody>
          <a:bodyPr wrap="square" lIns="36000" tIns="0" rIns="0" bIns="0" rtlCol="0">
            <a:spAutoFit/>
          </a:bodyPr>
          <a:lstStyle/>
          <a:p>
            <a:pPr algn="ctr"/>
            <a:r>
              <a:rPr lang="en-GB" sz="1400" b="1" dirty="0">
                <a:solidFill>
                  <a:srgbClr val="AA342F"/>
                </a:solidFill>
              </a:rPr>
              <a:t>Length</a:t>
            </a:r>
          </a:p>
        </p:txBody>
      </p:sp>
    </p:spTree>
    <p:extLst>
      <p:ext uri="{BB962C8B-B14F-4D97-AF65-F5344CB8AC3E}">
        <p14:creationId xmlns:p14="http://schemas.microsoft.com/office/powerpoint/2010/main" val="3773910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dissolve">
                                      <p:cBhvr>
                                        <p:cTn id="7" dur="500"/>
                                        <p:tgtEl>
                                          <p:spTgt spid="27"/>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dissolve">
                                      <p:cBhvr>
                                        <p:cTn id="10" dur="500"/>
                                        <p:tgtEl>
                                          <p:spTgt spid="28"/>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dissolve">
                                      <p:cBhvr>
                                        <p:cTn id="13" dur="500"/>
                                        <p:tgtEl>
                                          <p:spTgt spid="14"/>
                                        </p:tgtEl>
                                      </p:cBhvr>
                                    </p:animEffect>
                                  </p:childTnLst>
                                </p:cTn>
                              </p:par>
                              <p:par>
                                <p:cTn id="14" presetID="9" presetClass="entr" presetSubtype="0" fill="hold" nodeType="with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dissolve">
                                      <p:cBhvr>
                                        <p:cTn id="16" dur="500"/>
                                        <p:tgtEl>
                                          <p:spTgt spid="31"/>
                                        </p:tgtEl>
                                      </p:cBhvr>
                                    </p:animEffect>
                                  </p:childTnLst>
                                </p:cTn>
                              </p:par>
                              <p:par>
                                <p:cTn id="17" presetID="9" presetClass="entr" presetSubtype="0" fill="hold" nodeType="with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dissolve">
                                      <p:cBhvr>
                                        <p:cTn id="19" dur="500"/>
                                        <p:tgtEl>
                                          <p:spTgt spid="34"/>
                                        </p:tgtEl>
                                      </p:cBhvr>
                                    </p:animEffect>
                                  </p:childTnLst>
                                </p:cTn>
                              </p:par>
                              <p:par>
                                <p:cTn id="20" presetID="9" presetClass="entr" presetSubtype="0"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dissolve">
                                      <p:cBhvr>
                                        <p:cTn id="22" dur="500"/>
                                        <p:tgtEl>
                                          <p:spTgt spid="10"/>
                                        </p:tgtEl>
                                      </p:cBhvr>
                                    </p:animEffect>
                                  </p:childTnLst>
                                </p:cTn>
                              </p:par>
                              <p:par>
                                <p:cTn id="23" presetID="9"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dissolve">
                                      <p:cBhvr>
                                        <p:cTn id="25" dur="500"/>
                                        <p:tgtEl>
                                          <p:spTgt spid="8"/>
                                        </p:tgtEl>
                                      </p:cBhvr>
                                    </p:animEffect>
                                  </p:childTnLst>
                                </p:cTn>
                              </p:par>
                              <p:par>
                                <p:cTn id="26" presetID="9" presetClass="entr" presetSubtype="0"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dissolve">
                                      <p:cBhvr>
                                        <p:cTn id="28" dur="50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dissolve">
                                      <p:cBhvr>
                                        <p:cTn id="33" dur="500"/>
                                        <p:tgtEl>
                                          <p:spTgt spid="15"/>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nodeType="clickEffect">
                                  <p:stCondLst>
                                    <p:cond delay="0"/>
                                  </p:stCondLst>
                                  <p:childTnLst>
                                    <p:set>
                                      <p:cBhvr>
                                        <p:cTn id="37" dur="1" fill="hold">
                                          <p:stCondLst>
                                            <p:cond delay="0"/>
                                          </p:stCondLst>
                                        </p:cTn>
                                        <p:tgtEl>
                                          <p:spTgt spid="5"/>
                                        </p:tgtEl>
                                        <p:attrNameLst>
                                          <p:attrName>style.visibility</p:attrName>
                                        </p:attrNameLst>
                                      </p:cBhvr>
                                      <p:to>
                                        <p:strVal val="visible"/>
                                      </p:to>
                                    </p:set>
                                    <p:animEffect transition="in" filter="dissolve">
                                      <p:cBhvr>
                                        <p:cTn id="38" dur="500"/>
                                        <p:tgtEl>
                                          <p:spTgt spid="5"/>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dissolve">
                                      <p:cBhvr>
                                        <p:cTn id="41" dur="500"/>
                                        <p:tgtEl>
                                          <p:spTgt spid="19"/>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nodeType="click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dissolve">
                                      <p:cBhvr>
                                        <p:cTn id="46" dur="500"/>
                                        <p:tgtEl>
                                          <p:spTgt spid="17"/>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nodeType="click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dissolve">
                                      <p:cBhvr>
                                        <p:cTn id="51" dur="500"/>
                                        <p:tgtEl>
                                          <p:spTgt spid="18"/>
                                        </p:tgtEl>
                                      </p:cBhvr>
                                    </p:animEffect>
                                  </p:childTnLst>
                                </p:cTn>
                              </p:par>
                              <p:par>
                                <p:cTn id="52" presetID="9" presetClass="entr" presetSubtype="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dissolve">
                                      <p:cBhvr>
                                        <p:cTn id="54" dur="500"/>
                                        <p:tgtEl>
                                          <p:spTgt spid="20"/>
                                        </p:tgtEl>
                                      </p:cBhvr>
                                    </p:animEffect>
                                  </p:childTnLst>
                                </p:cTn>
                              </p:par>
                            </p:childTnLst>
                          </p:cTn>
                        </p:par>
                      </p:childTnLst>
                    </p:cTn>
                  </p:par>
                  <p:par>
                    <p:cTn id="55" fill="hold">
                      <p:stCondLst>
                        <p:cond delay="indefinite"/>
                      </p:stCondLst>
                      <p:childTnLst>
                        <p:par>
                          <p:cTn id="56" fill="hold">
                            <p:stCondLst>
                              <p:cond delay="0"/>
                            </p:stCondLst>
                            <p:childTnLst>
                              <p:par>
                                <p:cTn id="57" presetID="9" presetClass="entr" presetSubtype="0" fill="hold" nodeType="click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dissolve">
                                      <p:cBhvr>
                                        <p:cTn id="59" dur="500"/>
                                        <p:tgtEl>
                                          <p:spTgt spid="22"/>
                                        </p:tgtEl>
                                      </p:cBhvr>
                                    </p:animEffect>
                                  </p:childTnLst>
                                </p:cTn>
                              </p:par>
                            </p:childTnLst>
                          </p:cTn>
                        </p:par>
                      </p:childTnLst>
                    </p:cTn>
                  </p:par>
                  <p:par>
                    <p:cTn id="60" fill="hold">
                      <p:stCondLst>
                        <p:cond delay="indefinite"/>
                      </p:stCondLst>
                      <p:childTnLst>
                        <p:par>
                          <p:cTn id="61" fill="hold">
                            <p:stCondLst>
                              <p:cond delay="0"/>
                            </p:stCondLst>
                            <p:childTnLst>
                              <p:par>
                                <p:cTn id="62" presetID="9" presetClass="entr" presetSubtype="0" fill="hold" nodeType="click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dissolve">
                                      <p:cBhvr>
                                        <p:cTn id="64" dur="500"/>
                                        <p:tgtEl>
                                          <p:spTgt spid="23"/>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dissolve">
                                      <p:cBhvr>
                                        <p:cTn id="67" dur="500"/>
                                        <p:tgtEl>
                                          <p:spTgt spid="24"/>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nodeType="clickEffect">
                                  <p:stCondLst>
                                    <p:cond delay="0"/>
                                  </p:stCondLst>
                                  <p:childTnLst>
                                    <p:set>
                                      <p:cBhvr>
                                        <p:cTn id="71" dur="1" fill="hold">
                                          <p:stCondLst>
                                            <p:cond delay="0"/>
                                          </p:stCondLst>
                                        </p:cTn>
                                        <p:tgtEl>
                                          <p:spTgt spid="32"/>
                                        </p:tgtEl>
                                        <p:attrNameLst>
                                          <p:attrName>style.visibility</p:attrName>
                                        </p:attrNameLst>
                                      </p:cBhvr>
                                      <p:to>
                                        <p:strVal val="visible"/>
                                      </p:to>
                                    </p:set>
                                    <p:animEffect transition="in" filter="dissolve">
                                      <p:cBhvr>
                                        <p:cTn id="72" dur="500"/>
                                        <p:tgtEl>
                                          <p:spTgt spid="32"/>
                                        </p:tgtEl>
                                      </p:cBhvr>
                                    </p:animEffect>
                                  </p:childTnLst>
                                </p:cTn>
                              </p:par>
                            </p:childTnLst>
                          </p:cTn>
                        </p:par>
                      </p:childTnLst>
                    </p:cTn>
                  </p:par>
                  <p:par>
                    <p:cTn id="73" fill="hold">
                      <p:stCondLst>
                        <p:cond delay="indefinite"/>
                      </p:stCondLst>
                      <p:childTnLst>
                        <p:par>
                          <p:cTn id="74" fill="hold">
                            <p:stCondLst>
                              <p:cond delay="0"/>
                            </p:stCondLst>
                            <p:childTnLst>
                              <p:par>
                                <p:cTn id="75" presetID="9" presetClass="entr" presetSubtype="0" fill="hold" nodeType="click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dissolve">
                                      <p:cBhvr>
                                        <p:cTn id="77" dur="500"/>
                                        <p:tgtEl>
                                          <p:spTgt spid="29"/>
                                        </p:tgtEl>
                                      </p:cBhvr>
                                    </p:animEffect>
                                  </p:childTnLst>
                                </p:cTn>
                              </p:par>
                              <p:par>
                                <p:cTn id="78" presetID="9" presetClass="entr" presetSubtype="0" fill="hold" grpId="0" nodeType="withEffect">
                                  <p:stCondLst>
                                    <p:cond delay="0"/>
                                  </p:stCondLst>
                                  <p:childTnLst>
                                    <p:set>
                                      <p:cBhvr>
                                        <p:cTn id="79" dur="1" fill="hold">
                                          <p:stCondLst>
                                            <p:cond delay="0"/>
                                          </p:stCondLst>
                                        </p:cTn>
                                        <p:tgtEl>
                                          <p:spTgt spid="30"/>
                                        </p:tgtEl>
                                        <p:attrNameLst>
                                          <p:attrName>style.visibility</p:attrName>
                                        </p:attrNameLst>
                                      </p:cBhvr>
                                      <p:to>
                                        <p:strVal val="visible"/>
                                      </p:to>
                                    </p:set>
                                    <p:animEffect transition="in" filter="dissolve">
                                      <p:cBhvr>
                                        <p:cTn id="80" dur="500"/>
                                        <p:tgtEl>
                                          <p:spTgt spid="30"/>
                                        </p:tgtEl>
                                      </p:cBhvr>
                                    </p:animEffect>
                                  </p:childTnLst>
                                </p:cTn>
                              </p:par>
                            </p:childTnLst>
                          </p:cTn>
                        </p:par>
                      </p:childTnLst>
                    </p:cTn>
                  </p:par>
                  <p:par>
                    <p:cTn id="81" fill="hold">
                      <p:stCondLst>
                        <p:cond delay="indefinite"/>
                      </p:stCondLst>
                      <p:childTnLst>
                        <p:par>
                          <p:cTn id="82" fill="hold">
                            <p:stCondLst>
                              <p:cond delay="0"/>
                            </p:stCondLst>
                            <p:childTnLst>
                              <p:par>
                                <p:cTn id="83" presetID="9" presetClass="entr" presetSubtype="0" fill="hold" nodeType="clickEffect">
                                  <p:stCondLst>
                                    <p:cond delay="0"/>
                                  </p:stCondLst>
                                  <p:childTnLst>
                                    <p:set>
                                      <p:cBhvr>
                                        <p:cTn id="84" dur="1" fill="hold">
                                          <p:stCondLst>
                                            <p:cond delay="0"/>
                                          </p:stCondLst>
                                        </p:cTn>
                                        <p:tgtEl>
                                          <p:spTgt spid="35"/>
                                        </p:tgtEl>
                                        <p:attrNameLst>
                                          <p:attrName>style.visibility</p:attrName>
                                        </p:attrNameLst>
                                      </p:cBhvr>
                                      <p:to>
                                        <p:strVal val="visible"/>
                                      </p:to>
                                    </p:set>
                                    <p:animEffect transition="in" filter="dissolve">
                                      <p:cBhvr>
                                        <p:cTn id="85" dur="500"/>
                                        <p:tgtEl>
                                          <p:spTgt spid="35"/>
                                        </p:tgtEl>
                                      </p:cBhvr>
                                    </p:animEffect>
                                  </p:childTnLst>
                                </p:cTn>
                              </p:par>
                            </p:childTnLst>
                          </p:cTn>
                        </p:par>
                      </p:childTnLst>
                    </p:cTn>
                  </p:par>
                  <p:par>
                    <p:cTn id="86" fill="hold">
                      <p:stCondLst>
                        <p:cond delay="indefinite"/>
                      </p:stCondLst>
                      <p:childTnLst>
                        <p:par>
                          <p:cTn id="87" fill="hold">
                            <p:stCondLst>
                              <p:cond delay="0"/>
                            </p:stCondLst>
                            <p:childTnLst>
                              <p:par>
                                <p:cTn id="88" presetID="9" presetClass="entr" presetSubtype="0" fill="hold" nodeType="clickEffect">
                                  <p:stCondLst>
                                    <p:cond delay="0"/>
                                  </p:stCondLst>
                                  <p:childTnLst>
                                    <p:set>
                                      <p:cBhvr>
                                        <p:cTn id="89" dur="1" fill="hold">
                                          <p:stCondLst>
                                            <p:cond delay="0"/>
                                          </p:stCondLst>
                                        </p:cTn>
                                        <p:tgtEl>
                                          <p:spTgt spid="36"/>
                                        </p:tgtEl>
                                        <p:attrNameLst>
                                          <p:attrName>style.visibility</p:attrName>
                                        </p:attrNameLst>
                                      </p:cBhvr>
                                      <p:to>
                                        <p:strVal val="visible"/>
                                      </p:to>
                                    </p:set>
                                    <p:animEffect transition="in" filter="dissolve">
                                      <p:cBhvr>
                                        <p:cTn id="90" dur="500"/>
                                        <p:tgtEl>
                                          <p:spTgt spid="36"/>
                                        </p:tgtEl>
                                      </p:cBhvr>
                                    </p:animEffect>
                                  </p:childTnLst>
                                </p:cTn>
                              </p:par>
                              <p:par>
                                <p:cTn id="91" presetID="9" presetClass="entr" presetSubtype="0" fill="hold" grpId="0" nodeType="withEffect">
                                  <p:stCondLst>
                                    <p:cond delay="0"/>
                                  </p:stCondLst>
                                  <p:childTnLst>
                                    <p:set>
                                      <p:cBhvr>
                                        <p:cTn id="92" dur="1" fill="hold">
                                          <p:stCondLst>
                                            <p:cond delay="0"/>
                                          </p:stCondLst>
                                        </p:cTn>
                                        <p:tgtEl>
                                          <p:spTgt spid="37"/>
                                        </p:tgtEl>
                                        <p:attrNameLst>
                                          <p:attrName>style.visibility</p:attrName>
                                        </p:attrNameLst>
                                      </p:cBhvr>
                                      <p:to>
                                        <p:strVal val="visible"/>
                                      </p:to>
                                    </p:set>
                                    <p:animEffect transition="in" filter="dissolve">
                                      <p:cBhvr>
                                        <p:cTn id="93"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14" grpId="0" animBg="1"/>
      <p:bldP spid="19" grpId="0"/>
      <p:bldP spid="20" grpId="0"/>
      <p:bldP spid="24" grpId="0"/>
      <p:bldP spid="30" grpId="0"/>
      <p:bldP spid="37" grpId="0"/>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3460283A-0C1A-264A-A04F-B4E5787CBDB9}"/>
              </a:ext>
            </a:extLst>
          </p:cNvPr>
          <p:cNvSpPr/>
          <p:nvPr/>
        </p:nvSpPr>
        <p:spPr>
          <a:xfrm>
            <a:off x="5299710" y="1267458"/>
            <a:ext cx="834390" cy="27485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573026D6-BEA6-3745-9D38-7269927C6F45}"/>
              </a:ext>
            </a:extLst>
          </p:cNvPr>
          <p:cNvSpPr/>
          <p:nvPr/>
        </p:nvSpPr>
        <p:spPr>
          <a:xfrm>
            <a:off x="3036570" y="1267458"/>
            <a:ext cx="1464172" cy="27485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1E65D392-F73E-7346-A8A4-6A3239EBF383}"/>
              </a:ext>
            </a:extLst>
          </p:cNvPr>
          <p:cNvSpPr txBox="1"/>
          <p:nvPr/>
        </p:nvSpPr>
        <p:spPr>
          <a:xfrm>
            <a:off x="42604" y="946677"/>
            <a:ext cx="9058792" cy="615553"/>
          </a:xfrm>
          <a:prstGeom prst="rect">
            <a:avLst/>
          </a:prstGeom>
          <a:noFill/>
        </p:spPr>
        <p:txBody>
          <a:bodyPr wrap="square" lIns="36000" tIns="0" rIns="0" bIns="0" rtlCol="0">
            <a:spAutoFit/>
          </a:bodyPr>
          <a:lstStyle/>
          <a:p>
            <a:pPr algn="ctr">
              <a:defRPr/>
            </a:pPr>
            <a:r>
              <a:rPr lang="en-GB" altLang="en-US" sz="2000" dirty="0"/>
              <a:t>Before finding the volume of a prism, you first have to identify its</a:t>
            </a:r>
            <a:br>
              <a:rPr lang="en-GB" altLang="en-US" sz="2000" dirty="0"/>
            </a:br>
            <a:r>
              <a:rPr lang="en-GB" altLang="en-US" sz="2000" b="1" dirty="0"/>
              <a:t>cross-section</a:t>
            </a:r>
            <a:r>
              <a:rPr lang="en-GB" altLang="en-US" sz="2000" dirty="0"/>
              <a:t>  and its  </a:t>
            </a:r>
            <a:r>
              <a:rPr lang="en-GB" altLang="en-US" sz="2000" b="1" dirty="0"/>
              <a:t>length</a:t>
            </a:r>
            <a:r>
              <a:rPr lang="en-GB" altLang="en-US" sz="2000" dirty="0"/>
              <a:t>.</a:t>
            </a:r>
          </a:p>
        </p:txBody>
      </p:sp>
      <p:cxnSp>
        <p:nvCxnSpPr>
          <p:cNvPr id="26" name="Straight Connector 25">
            <a:extLst>
              <a:ext uri="{FF2B5EF4-FFF2-40B4-BE49-F238E27FC236}">
                <a16:creationId xmlns:a16="http://schemas.microsoft.com/office/drawing/2014/main" id="{BC3DB859-FD85-944D-9E1E-5D67D668F491}"/>
              </a:ext>
            </a:extLst>
          </p:cNvPr>
          <p:cNvCxnSpPr>
            <a:cxnSpLocks/>
          </p:cNvCxnSpPr>
          <p:nvPr/>
        </p:nvCxnSpPr>
        <p:spPr>
          <a:xfrm flipH="1">
            <a:off x="0" y="1642092"/>
            <a:ext cx="9144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8523C3CA-037A-6345-98C1-86DD82942402}"/>
              </a:ext>
            </a:extLst>
          </p:cNvPr>
          <p:cNvSpPr txBox="1"/>
          <p:nvPr/>
        </p:nvSpPr>
        <p:spPr>
          <a:xfrm>
            <a:off x="20022" y="1662114"/>
            <a:ext cx="513302" cy="276999"/>
          </a:xfrm>
          <a:prstGeom prst="rect">
            <a:avLst/>
          </a:prstGeom>
          <a:noFill/>
        </p:spPr>
        <p:txBody>
          <a:bodyPr wrap="square" lIns="36000" tIns="0" rIns="0" bIns="0" rtlCol="0">
            <a:spAutoFit/>
          </a:bodyPr>
          <a:lstStyle/>
          <a:p>
            <a:r>
              <a:rPr lang="en-GB" sz="1800" b="1" dirty="0"/>
              <a:t>Ex1</a:t>
            </a:r>
          </a:p>
        </p:txBody>
      </p:sp>
      <p:sp>
        <p:nvSpPr>
          <p:cNvPr id="28" name="TextBox 27">
            <a:extLst>
              <a:ext uri="{FF2B5EF4-FFF2-40B4-BE49-F238E27FC236}">
                <a16:creationId xmlns:a16="http://schemas.microsoft.com/office/drawing/2014/main" id="{521E5250-9FD5-FE4E-9F9C-B8D2735D9437}"/>
              </a:ext>
            </a:extLst>
          </p:cNvPr>
          <p:cNvSpPr txBox="1"/>
          <p:nvPr/>
        </p:nvSpPr>
        <p:spPr>
          <a:xfrm>
            <a:off x="456051" y="1662114"/>
            <a:ext cx="7466524" cy="276999"/>
          </a:xfrm>
          <a:prstGeom prst="rect">
            <a:avLst/>
          </a:prstGeom>
          <a:noFill/>
        </p:spPr>
        <p:txBody>
          <a:bodyPr wrap="square" lIns="36000" tIns="0" rIns="0" bIns="0" rtlCol="0">
            <a:spAutoFit/>
          </a:bodyPr>
          <a:lstStyle/>
          <a:p>
            <a:pPr>
              <a:defRPr/>
            </a:pPr>
            <a:r>
              <a:rPr lang="en-GB" altLang="en-US" sz="1800" dirty="0"/>
              <a:t>Shade the cross section and label the length for each of the following prisms.</a:t>
            </a:r>
            <a:endParaRPr lang="en-GB" altLang="en-US" sz="1800" baseline="30000" dirty="0"/>
          </a:p>
        </p:txBody>
      </p:sp>
      <p:pic>
        <p:nvPicPr>
          <p:cNvPr id="8" name="Picture 7">
            <a:extLst>
              <a:ext uri="{FF2B5EF4-FFF2-40B4-BE49-F238E27FC236}">
                <a16:creationId xmlns:a16="http://schemas.microsoft.com/office/drawing/2014/main" id="{096B5CEF-A901-AC4C-865C-16B3C56C1387}"/>
              </a:ext>
            </a:extLst>
          </p:cNvPr>
          <p:cNvPicPr>
            <a:picLocks noChangeAspect="1"/>
          </p:cNvPicPr>
          <p:nvPr/>
        </p:nvPicPr>
        <p:blipFill>
          <a:blip r:embed="rId3"/>
          <a:stretch>
            <a:fillRect/>
          </a:stretch>
        </p:blipFill>
        <p:spPr>
          <a:xfrm rot="900000">
            <a:off x="4955878" y="2956542"/>
            <a:ext cx="2347035" cy="1493200"/>
          </a:xfrm>
          <a:prstGeom prst="rect">
            <a:avLst/>
          </a:prstGeom>
        </p:spPr>
      </p:pic>
      <p:pic>
        <p:nvPicPr>
          <p:cNvPr id="10" name="Picture 9">
            <a:extLst>
              <a:ext uri="{FF2B5EF4-FFF2-40B4-BE49-F238E27FC236}">
                <a16:creationId xmlns:a16="http://schemas.microsoft.com/office/drawing/2014/main" id="{13A92C5B-E00A-C341-ADE3-5359122E5B21}"/>
              </a:ext>
            </a:extLst>
          </p:cNvPr>
          <p:cNvPicPr>
            <a:picLocks noChangeAspect="1"/>
          </p:cNvPicPr>
          <p:nvPr/>
        </p:nvPicPr>
        <p:blipFill>
          <a:blip r:embed="rId4"/>
          <a:stretch>
            <a:fillRect/>
          </a:stretch>
        </p:blipFill>
        <p:spPr>
          <a:xfrm flipH="1">
            <a:off x="3782916" y="1950547"/>
            <a:ext cx="2133668" cy="1357455"/>
          </a:xfrm>
          <a:prstGeom prst="rect">
            <a:avLst/>
          </a:prstGeom>
        </p:spPr>
      </p:pic>
      <p:pic>
        <p:nvPicPr>
          <p:cNvPr id="31" name="Picture 30">
            <a:extLst>
              <a:ext uri="{FF2B5EF4-FFF2-40B4-BE49-F238E27FC236}">
                <a16:creationId xmlns:a16="http://schemas.microsoft.com/office/drawing/2014/main" id="{516DEF1C-3A0B-344F-ABEE-3A302BAD269F}"/>
              </a:ext>
            </a:extLst>
          </p:cNvPr>
          <p:cNvPicPr>
            <a:picLocks noChangeAspect="1"/>
          </p:cNvPicPr>
          <p:nvPr/>
        </p:nvPicPr>
        <p:blipFill>
          <a:blip r:embed="rId5"/>
          <a:stretch>
            <a:fillRect/>
          </a:stretch>
        </p:blipFill>
        <p:spPr>
          <a:xfrm rot="900000">
            <a:off x="425719" y="1816655"/>
            <a:ext cx="2133668" cy="1357455"/>
          </a:xfrm>
          <a:prstGeom prst="rect">
            <a:avLst/>
          </a:prstGeom>
        </p:spPr>
      </p:pic>
      <p:pic>
        <p:nvPicPr>
          <p:cNvPr id="34" name="Picture 33">
            <a:extLst>
              <a:ext uri="{FF2B5EF4-FFF2-40B4-BE49-F238E27FC236}">
                <a16:creationId xmlns:a16="http://schemas.microsoft.com/office/drawing/2014/main" id="{1DF2F292-9F68-A34A-88CB-53F4F513858A}"/>
              </a:ext>
            </a:extLst>
          </p:cNvPr>
          <p:cNvPicPr>
            <a:picLocks noChangeAspect="1"/>
          </p:cNvPicPr>
          <p:nvPr/>
        </p:nvPicPr>
        <p:blipFill>
          <a:blip r:embed="rId6"/>
          <a:stretch>
            <a:fillRect/>
          </a:stretch>
        </p:blipFill>
        <p:spPr>
          <a:xfrm>
            <a:off x="1992347" y="3029354"/>
            <a:ext cx="2133668" cy="1357454"/>
          </a:xfrm>
          <a:prstGeom prst="rect">
            <a:avLst/>
          </a:prstGeom>
        </p:spPr>
      </p:pic>
      <p:pic>
        <p:nvPicPr>
          <p:cNvPr id="12" name="Picture 11">
            <a:extLst>
              <a:ext uri="{FF2B5EF4-FFF2-40B4-BE49-F238E27FC236}">
                <a16:creationId xmlns:a16="http://schemas.microsoft.com/office/drawing/2014/main" id="{7606DED2-E303-4B4D-954F-D5409B4840F5}"/>
              </a:ext>
            </a:extLst>
          </p:cNvPr>
          <p:cNvPicPr>
            <a:picLocks noChangeAspect="1"/>
          </p:cNvPicPr>
          <p:nvPr/>
        </p:nvPicPr>
        <p:blipFill>
          <a:blip r:embed="rId7"/>
          <a:stretch>
            <a:fillRect/>
          </a:stretch>
        </p:blipFill>
        <p:spPr>
          <a:xfrm rot="5400000">
            <a:off x="6536231" y="2317185"/>
            <a:ext cx="2839910" cy="1806771"/>
          </a:xfrm>
          <a:prstGeom prst="rect">
            <a:avLst/>
          </a:prstGeom>
        </p:spPr>
      </p:pic>
      <p:sp>
        <p:nvSpPr>
          <p:cNvPr id="14" name="Rectangle 13">
            <a:extLst>
              <a:ext uri="{FF2B5EF4-FFF2-40B4-BE49-F238E27FC236}">
                <a16:creationId xmlns:a16="http://schemas.microsoft.com/office/drawing/2014/main" id="{512C520C-0069-A942-BF9A-A7A61BA2C2DF}"/>
              </a:ext>
            </a:extLst>
          </p:cNvPr>
          <p:cNvSpPr/>
          <p:nvPr/>
        </p:nvSpPr>
        <p:spPr>
          <a:xfrm rot="16200000">
            <a:off x="-122567" y="2173428"/>
            <a:ext cx="683202" cy="202298"/>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dirty="0">
                <a:solidFill>
                  <a:schemeClr val="tx1"/>
                </a:solidFill>
              </a:rPr>
              <a:t>Solution</a:t>
            </a:r>
          </a:p>
        </p:txBody>
      </p:sp>
    </p:spTree>
    <p:extLst>
      <p:ext uri="{BB962C8B-B14F-4D97-AF65-F5344CB8AC3E}">
        <p14:creationId xmlns:p14="http://schemas.microsoft.com/office/powerpoint/2010/main" val="1684144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dissolve">
                                      <p:cBhvr>
                                        <p:cTn id="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B6673DE7-06BA-F547-8CFA-9E58606F4C31}"/>
              </a:ext>
            </a:extLst>
          </p:cNvPr>
          <p:cNvSpPr/>
          <p:nvPr/>
        </p:nvSpPr>
        <p:spPr>
          <a:xfrm>
            <a:off x="7795212" y="3682729"/>
            <a:ext cx="582987" cy="210412"/>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21">
            <a:extLst>
              <a:ext uri="{FF2B5EF4-FFF2-40B4-BE49-F238E27FC236}">
                <a16:creationId xmlns:a16="http://schemas.microsoft.com/office/drawing/2014/main" id="{1D4B8619-2716-2945-A01A-8F7BFAADAF10}"/>
              </a:ext>
            </a:extLst>
          </p:cNvPr>
          <p:cNvSpPr/>
          <p:nvPr/>
        </p:nvSpPr>
        <p:spPr>
          <a:xfrm>
            <a:off x="2439261" y="4067456"/>
            <a:ext cx="582987" cy="2104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1E65D392-F73E-7346-A8A4-6A3239EBF383}"/>
              </a:ext>
            </a:extLst>
          </p:cNvPr>
          <p:cNvSpPr txBox="1"/>
          <p:nvPr/>
        </p:nvSpPr>
        <p:spPr>
          <a:xfrm>
            <a:off x="42604" y="953351"/>
            <a:ext cx="9058792" cy="307777"/>
          </a:xfrm>
          <a:prstGeom prst="rect">
            <a:avLst/>
          </a:prstGeom>
          <a:noFill/>
        </p:spPr>
        <p:txBody>
          <a:bodyPr wrap="square" lIns="36000" tIns="0" rIns="0" bIns="0" rtlCol="0">
            <a:spAutoFit/>
          </a:bodyPr>
          <a:lstStyle/>
          <a:p>
            <a:pPr algn="ctr">
              <a:defRPr/>
            </a:pPr>
            <a:r>
              <a:rPr lang="en-GB" altLang="en-US" sz="2000" dirty="0"/>
              <a:t>Once you identify the </a:t>
            </a:r>
            <a:r>
              <a:rPr lang="en-GB" altLang="en-US" sz="2000" b="1" dirty="0"/>
              <a:t>cross-section </a:t>
            </a:r>
            <a:r>
              <a:rPr lang="en-GB" altLang="en-US" sz="2000" dirty="0"/>
              <a:t>and </a:t>
            </a:r>
            <a:r>
              <a:rPr lang="en-GB" altLang="en-US" sz="2000" b="1" dirty="0"/>
              <a:t>length</a:t>
            </a:r>
            <a:r>
              <a:rPr lang="en-GB" altLang="en-US" sz="2000" dirty="0"/>
              <a:t> find the </a:t>
            </a:r>
            <a:r>
              <a:rPr lang="en-GB" altLang="en-US" sz="2000" b="1" dirty="0"/>
              <a:t>volume</a:t>
            </a:r>
            <a:r>
              <a:rPr lang="en-GB" altLang="en-US" sz="2000" dirty="0"/>
              <a:t> by…</a:t>
            </a:r>
          </a:p>
        </p:txBody>
      </p:sp>
      <p:cxnSp>
        <p:nvCxnSpPr>
          <p:cNvPr id="12" name="Straight Connector 11">
            <a:extLst>
              <a:ext uri="{FF2B5EF4-FFF2-40B4-BE49-F238E27FC236}">
                <a16:creationId xmlns:a16="http://schemas.microsoft.com/office/drawing/2014/main" id="{14CFDB6D-BA7D-FF4A-9461-8AE352764DA6}"/>
              </a:ext>
            </a:extLst>
          </p:cNvPr>
          <p:cNvCxnSpPr>
            <a:cxnSpLocks/>
          </p:cNvCxnSpPr>
          <p:nvPr/>
        </p:nvCxnSpPr>
        <p:spPr>
          <a:xfrm flipH="1">
            <a:off x="0" y="1702162"/>
            <a:ext cx="9144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3" name="TextBox 122">
            <a:extLst>
              <a:ext uri="{FF2B5EF4-FFF2-40B4-BE49-F238E27FC236}">
                <a16:creationId xmlns:a16="http://schemas.microsoft.com/office/drawing/2014/main" id="{88F68324-D1E7-FF4C-BFB3-656F3A5B7B9C}"/>
              </a:ext>
            </a:extLst>
          </p:cNvPr>
          <p:cNvSpPr txBox="1"/>
          <p:nvPr/>
        </p:nvSpPr>
        <p:spPr>
          <a:xfrm>
            <a:off x="45916" y="1773749"/>
            <a:ext cx="513302" cy="276999"/>
          </a:xfrm>
          <a:prstGeom prst="rect">
            <a:avLst/>
          </a:prstGeom>
          <a:noFill/>
        </p:spPr>
        <p:txBody>
          <a:bodyPr wrap="square" lIns="36000" tIns="0" rIns="0" bIns="0" rtlCol="0">
            <a:spAutoFit/>
          </a:bodyPr>
          <a:lstStyle/>
          <a:p>
            <a:r>
              <a:rPr lang="en-GB" sz="1800" b="1" dirty="0"/>
              <a:t>Ex2</a:t>
            </a:r>
          </a:p>
        </p:txBody>
      </p:sp>
      <p:sp>
        <p:nvSpPr>
          <p:cNvPr id="124" name="TextBox 123">
            <a:extLst>
              <a:ext uri="{FF2B5EF4-FFF2-40B4-BE49-F238E27FC236}">
                <a16:creationId xmlns:a16="http://schemas.microsoft.com/office/drawing/2014/main" id="{C55FC62E-F3FD-BC4E-8178-09A71A901A90}"/>
              </a:ext>
            </a:extLst>
          </p:cNvPr>
          <p:cNvSpPr txBox="1"/>
          <p:nvPr/>
        </p:nvSpPr>
        <p:spPr>
          <a:xfrm>
            <a:off x="481945" y="1773749"/>
            <a:ext cx="3907175" cy="276999"/>
          </a:xfrm>
          <a:prstGeom prst="rect">
            <a:avLst/>
          </a:prstGeom>
          <a:noFill/>
        </p:spPr>
        <p:txBody>
          <a:bodyPr wrap="square" lIns="36000" tIns="0" rIns="0" bIns="0" rtlCol="0">
            <a:spAutoFit/>
          </a:bodyPr>
          <a:lstStyle/>
          <a:p>
            <a:pPr>
              <a:defRPr/>
            </a:pPr>
            <a:r>
              <a:rPr lang="en-GB" altLang="en-US" sz="1800" dirty="0"/>
              <a:t>Find the volume of the pentagonal prism.</a:t>
            </a:r>
            <a:endParaRPr lang="en-GB" altLang="en-US" sz="1800" baseline="30000" dirty="0"/>
          </a:p>
        </p:txBody>
      </p:sp>
      <p:cxnSp>
        <p:nvCxnSpPr>
          <p:cNvPr id="7" name="Straight Connector 6">
            <a:extLst>
              <a:ext uri="{FF2B5EF4-FFF2-40B4-BE49-F238E27FC236}">
                <a16:creationId xmlns:a16="http://schemas.microsoft.com/office/drawing/2014/main" id="{E958C6B4-897E-C347-8CAD-D11A3B1A9F2E}"/>
              </a:ext>
            </a:extLst>
          </p:cNvPr>
          <p:cNvCxnSpPr>
            <a:cxnSpLocks/>
          </p:cNvCxnSpPr>
          <p:nvPr/>
        </p:nvCxnSpPr>
        <p:spPr>
          <a:xfrm flipV="1">
            <a:off x="4572000" y="1709532"/>
            <a:ext cx="0" cy="27960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AC59B68E-EC19-0C42-8D64-0516AC96CDE9}"/>
              </a:ext>
            </a:extLst>
          </p:cNvPr>
          <p:cNvSpPr txBox="1"/>
          <p:nvPr/>
        </p:nvSpPr>
        <p:spPr>
          <a:xfrm>
            <a:off x="4617916" y="1773749"/>
            <a:ext cx="513302" cy="276999"/>
          </a:xfrm>
          <a:prstGeom prst="rect">
            <a:avLst/>
          </a:prstGeom>
          <a:noFill/>
        </p:spPr>
        <p:txBody>
          <a:bodyPr wrap="square" lIns="36000" tIns="0" rIns="0" bIns="0" rtlCol="0">
            <a:spAutoFit/>
          </a:bodyPr>
          <a:lstStyle/>
          <a:p>
            <a:r>
              <a:rPr lang="en-GB" sz="1800" b="1" dirty="0"/>
              <a:t>Ex3</a:t>
            </a:r>
          </a:p>
        </p:txBody>
      </p:sp>
      <p:sp>
        <p:nvSpPr>
          <p:cNvPr id="42" name="TextBox 41">
            <a:extLst>
              <a:ext uri="{FF2B5EF4-FFF2-40B4-BE49-F238E27FC236}">
                <a16:creationId xmlns:a16="http://schemas.microsoft.com/office/drawing/2014/main" id="{232C7569-A076-C74B-B318-15B76D50E606}"/>
              </a:ext>
            </a:extLst>
          </p:cNvPr>
          <p:cNvSpPr txBox="1"/>
          <p:nvPr/>
        </p:nvSpPr>
        <p:spPr>
          <a:xfrm>
            <a:off x="5053945" y="1773749"/>
            <a:ext cx="3907175" cy="276999"/>
          </a:xfrm>
          <a:prstGeom prst="rect">
            <a:avLst/>
          </a:prstGeom>
          <a:noFill/>
        </p:spPr>
        <p:txBody>
          <a:bodyPr wrap="square" lIns="36000" tIns="0" rIns="0" bIns="0" rtlCol="0">
            <a:spAutoFit/>
          </a:bodyPr>
          <a:lstStyle/>
          <a:p>
            <a:pPr>
              <a:defRPr/>
            </a:pPr>
            <a:r>
              <a:rPr lang="en-GB" altLang="en-US" sz="1800" dirty="0"/>
              <a:t>Find the volume of the triangular prism.</a:t>
            </a:r>
            <a:endParaRPr lang="en-GB" altLang="en-US" sz="1800" baseline="30000"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6D7E265-EDC6-654C-9877-EA9FD6B2B1CC}"/>
                  </a:ext>
                </a:extLst>
              </p:cNvPr>
              <p:cNvSpPr txBox="1"/>
              <p:nvPr/>
            </p:nvSpPr>
            <p:spPr>
              <a:xfrm>
                <a:off x="1782866" y="1294164"/>
                <a:ext cx="5578269" cy="307777"/>
              </a:xfrm>
              <a:prstGeom prst="rect">
                <a:avLst/>
              </a:prstGeom>
              <a:solidFill>
                <a:schemeClr val="accent3"/>
              </a:solidFill>
            </p:spPr>
            <p:txBody>
              <a:bodyPr wrap="square" lIns="36000" tIns="0" rIns="0" bIns="0" rtlCol="0">
                <a:spAutoFit/>
              </a:bodyPr>
              <a:lstStyle/>
              <a:p>
                <a:pPr algn="ctr">
                  <a:defRPr/>
                </a:pPr>
                <a:r>
                  <a:rPr lang="en-GB" altLang="en-US" sz="2000" b="1" dirty="0"/>
                  <a:t>Volume of a prism </a:t>
                </a:r>
                <a14:m>
                  <m:oMath xmlns:m="http://schemas.openxmlformats.org/officeDocument/2006/math">
                    <m:r>
                      <a:rPr lang="en-GB" altLang="en-US" sz="2000" b="1" i="1" smtClean="0">
                        <a:latin typeface="Cambria Math" panose="02040503050406030204" pitchFamily="18" charset="0"/>
                      </a:rPr>
                      <m:t>=</m:t>
                    </m:r>
                  </m:oMath>
                </a14:m>
                <a:r>
                  <a:rPr lang="en-GB" altLang="en-US" sz="2000" b="1" dirty="0"/>
                  <a:t> Area of cross-section </a:t>
                </a:r>
                <a14:m>
                  <m:oMath xmlns:m="http://schemas.openxmlformats.org/officeDocument/2006/math">
                    <m:r>
                      <a:rPr lang="en-GB" altLang="en-US" sz="2000" b="1" i="1" smtClean="0">
                        <a:latin typeface="Cambria Math" panose="02040503050406030204" pitchFamily="18" charset="0"/>
                      </a:rPr>
                      <m:t>×</m:t>
                    </m:r>
                  </m:oMath>
                </a14:m>
                <a:r>
                  <a:rPr lang="en-GB" altLang="en-US" sz="2000" b="1" dirty="0"/>
                  <a:t> length</a:t>
                </a:r>
              </a:p>
            </p:txBody>
          </p:sp>
        </mc:Choice>
        <mc:Fallback xmlns="">
          <p:sp>
            <p:nvSpPr>
              <p:cNvPr id="19" name="TextBox 18">
                <a:extLst>
                  <a:ext uri="{FF2B5EF4-FFF2-40B4-BE49-F238E27FC236}">
                    <a16:creationId xmlns:a16="http://schemas.microsoft.com/office/drawing/2014/main" id="{06D7E265-EDC6-654C-9877-EA9FD6B2B1CC}"/>
                  </a:ext>
                </a:extLst>
              </p:cNvPr>
              <p:cNvSpPr txBox="1">
                <a:spLocks noRot="1" noChangeAspect="1" noMove="1" noResize="1" noEditPoints="1" noAdjustHandles="1" noChangeArrowheads="1" noChangeShapeType="1" noTextEdit="1"/>
              </p:cNvSpPr>
              <p:nvPr/>
            </p:nvSpPr>
            <p:spPr>
              <a:xfrm>
                <a:off x="1782866" y="1294164"/>
                <a:ext cx="5578269" cy="307777"/>
              </a:xfrm>
              <a:prstGeom prst="rect">
                <a:avLst/>
              </a:prstGeom>
              <a:blipFill>
                <a:blip r:embed="rId3"/>
                <a:stretch>
                  <a:fillRect l="-454" t="-24000" r="-1134" b="-48000"/>
                </a:stretch>
              </a:blipFill>
            </p:spPr>
            <p:txBody>
              <a:bodyPr/>
              <a:lstStyle/>
              <a:p>
                <a:r>
                  <a:rPr lang="en-GB">
                    <a:noFill/>
                  </a:rPr>
                  <a:t> </a:t>
                </a:r>
              </a:p>
            </p:txBody>
          </p:sp>
        </mc:Fallback>
      </mc:AlternateContent>
      <p:sp>
        <p:nvSpPr>
          <p:cNvPr id="3" name="Rectangle 2">
            <a:extLst>
              <a:ext uri="{FF2B5EF4-FFF2-40B4-BE49-F238E27FC236}">
                <a16:creationId xmlns:a16="http://schemas.microsoft.com/office/drawing/2014/main" id="{09ACBAEE-0480-B343-9158-340D1DB76133}"/>
              </a:ext>
            </a:extLst>
          </p:cNvPr>
          <p:cNvSpPr/>
          <p:nvPr/>
        </p:nvSpPr>
        <p:spPr>
          <a:xfrm>
            <a:off x="4126669" y="1335006"/>
            <a:ext cx="3234466" cy="25459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0BB4AC7E-89D2-0B47-8B00-E3C205C996C4}"/>
              </a:ext>
            </a:extLst>
          </p:cNvPr>
          <p:cNvSpPr/>
          <p:nvPr/>
        </p:nvSpPr>
        <p:spPr>
          <a:xfrm rot="16200000">
            <a:off x="-96068" y="2291200"/>
            <a:ext cx="683202" cy="202298"/>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dirty="0">
                <a:solidFill>
                  <a:schemeClr val="tx1"/>
                </a:solidFill>
              </a:rPr>
              <a:t>Solution</a:t>
            </a:r>
          </a:p>
        </p:txBody>
      </p:sp>
      <p:pic>
        <p:nvPicPr>
          <p:cNvPr id="13" name="Picture 12">
            <a:extLst>
              <a:ext uri="{FF2B5EF4-FFF2-40B4-BE49-F238E27FC236}">
                <a16:creationId xmlns:a16="http://schemas.microsoft.com/office/drawing/2014/main" id="{ABB29EBA-6305-0F4B-9209-EB96692703B6}"/>
              </a:ext>
            </a:extLst>
          </p:cNvPr>
          <p:cNvPicPr>
            <a:picLocks noChangeAspect="1"/>
          </p:cNvPicPr>
          <p:nvPr/>
        </p:nvPicPr>
        <p:blipFill>
          <a:blip r:embed="rId4"/>
          <a:stretch>
            <a:fillRect/>
          </a:stretch>
        </p:blipFill>
        <p:spPr>
          <a:xfrm>
            <a:off x="1262016" y="2122334"/>
            <a:ext cx="2347035" cy="1493199"/>
          </a:xfrm>
          <a:prstGeom prst="rect">
            <a:avLst/>
          </a:prstGeom>
        </p:spPr>
      </p:pic>
      <p:pic>
        <p:nvPicPr>
          <p:cNvPr id="15" name="Picture 14">
            <a:extLst>
              <a:ext uri="{FF2B5EF4-FFF2-40B4-BE49-F238E27FC236}">
                <a16:creationId xmlns:a16="http://schemas.microsoft.com/office/drawing/2014/main" id="{F1F47118-E281-5B47-A226-C2FD5C075B9F}"/>
              </a:ext>
            </a:extLst>
          </p:cNvPr>
          <p:cNvPicPr>
            <a:picLocks noChangeAspect="1"/>
          </p:cNvPicPr>
          <p:nvPr/>
        </p:nvPicPr>
        <p:blipFill>
          <a:blip r:embed="rId5"/>
          <a:stretch>
            <a:fillRect/>
          </a:stretch>
        </p:blipFill>
        <p:spPr>
          <a:xfrm>
            <a:off x="1262019" y="2122334"/>
            <a:ext cx="2347032" cy="1493197"/>
          </a:xfrm>
          <a:prstGeom prst="rect">
            <a:avLst/>
          </a:prstGeom>
        </p:spPr>
      </p:pic>
      <p:sp>
        <p:nvSpPr>
          <p:cNvPr id="16" name="Rectangle 15">
            <a:extLst>
              <a:ext uri="{FF2B5EF4-FFF2-40B4-BE49-F238E27FC236}">
                <a16:creationId xmlns:a16="http://schemas.microsoft.com/office/drawing/2014/main" id="{827DF7C0-66B3-C44D-84F6-8FEEA928B278}"/>
              </a:ext>
            </a:extLst>
          </p:cNvPr>
          <p:cNvSpPr/>
          <p:nvPr/>
        </p:nvSpPr>
        <p:spPr>
          <a:xfrm rot="16200000">
            <a:off x="4475933" y="2291200"/>
            <a:ext cx="683202" cy="202298"/>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dirty="0">
                <a:solidFill>
                  <a:schemeClr val="tx1"/>
                </a:solidFill>
              </a:rPr>
              <a:t>Solution</a:t>
            </a:r>
          </a:p>
        </p:txBody>
      </p:sp>
      <p:sp>
        <p:nvSpPr>
          <p:cNvPr id="17" name="TextBox 16">
            <a:extLst>
              <a:ext uri="{FF2B5EF4-FFF2-40B4-BE49-F238E27FC236}">
                <a16:creationId xmlns:a16="http://schemas.microsoft.com/office/drawing/2014/main" id="{D83C3884-9ADB-9F4B-A3E0-6A641288427B}"/>
              </a:ext>
            </a:extLst>
          </p:cNvPr>
          <p:cNvSpPr txBox="1"/>
          <p:nvPr/>
        </p:nvSpPr>
        <p:spPr>
          <a:xfrm>
            <a:off x="1404810" y="2868933"/>
            <a:ext cx="910822" cy="492443"/>
          </a:xfrm>
          <a:prstGeom prst="rect">
            <a:avLst/>
          </a:prstGeom>
          <a:noFill/>
        </p:spPr>
        <p:txBody>
          <a:bodyPr wrap="square" lIns="0" tIns="0" rIns="0" bIns="0" rtlCol="0" anchor="ctr" anchorCtr="0">
            <a:spAutoFit/>
          </a:bodyPr>
          <a:lstStyle/>
          <a:p>
            <a:pPr algn="ctr">
              <a:defRPr/>
            </a:pPr>
            <a:r>
              <a:rPr lang="en-GB" altLang="en-US" sz="1600" b="1" dirty="0"/>
              <a:t>Area </a:t>
            </a:r>
          </a:p>
          <a:p>
            <a:pPr algn="ctr">
              <a:defRPr/>
            </a:pPr>
            <a:r>
              <a:rPr lang="en-GB" altLang="en-US" sz="1600" dirty="0"/>
              <a:t>12cm</a:t>
            </a:r>
            <a:r>
              <a:rPr lang="en-GB" altLang="en-US" sz="1600" baseline="30000" dirty="0"/>
              <a:t>2</a:t>
            </a:r>
          </a:p>
        </p:txBody>
      </p:sp>
      <p:sp>
        <p:nvSpPr>
          <p:cNvPr id="18" name="TextBox 17">
            <a:extLst>
              <a:ext uri="{FF2B5EF4-FFF2-40B4-BE49-F238E27FC236}">
                <a16:creationId xmlns:a16="http://schemas.microsoft.com/office/drawing/2014/main" id="{B65E5F5A-1791-C14B-BC74-3A6FD499A306}"/>
              </a:ext>
            </a:extLst>
          </p:cNvPr>
          <p:cNvSpPr txBox="1"/>
          <p:nvPr/>
        </p:nvSpPr>
        <p:spPr>
          <a:xfrm>
            <a:off x="2483787" y="3414319"/>
            <a:ext cx="910822" cy="246221"/>
          </a:xfrm>
          <a:prstGeom prst="rect">
            <a:avLst/>
          </a:prstGeom>
          <a:noFill/>
        </p:spPr>
        <p:txBody>
          <a:bodyPr wrap="square" lIns="0" tIns="0" rIns="0" bIns="0" rtlCol="0" anchor="ctr" anchorCtr="0">
            <a:spAutoFit/>
          </a:bodyPr>
          <a:lstStyle/>
          <a:p>
            <a:pPr algn="ctr">
              <a:defRPr/>
            </a:pPr>
            <a:r>
              <a:rPr lang="en-GB" altLang="en-US" sz="1600" dirty="0"/>
              <a:t>7cm</a:t>
            </a:r>
            <a:endParaRPr lang="en-GB" altLang="en-US" sz="1600" baseline="30000" dirty="0"/>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4B31B70D-89F4-9548-AB51-41FF06834B2B}"/>
                  </a:ext>
                </a:extLst>
              </p:cNvPr>
              <p:cNvSpPr txBox="1"/>
              <p:nvPr/>
            </p:nvSpPr>
            <p:spPr>
              <a:xfrm>
                <a:off x="1572880" y="3786016"/>
                <a:ext cx="1606950" cy="246221"/>
              </a:xfrm>
              <a:prstGeom prst="rect">
                <a:avLst/>
              </a:prstGeom>
              <a:noFill/>
            </p:spPr>
            <p:txBody>
              <a:bodyPr wrap="square" lIns="0" tIns="0" rIns="0" bIns="0" rtlCol="0" anchor="ctr" anchorCtr="0">
                <a:spAutoFit/>
              </a:bodyPr>
              <a:lstStyle/>
              <a:p>
                <a:pPr>
                  <a:defRPr/>
                </a:pPr>
                <a:r>
                  <a:rPr lang="en-GB" altLang="en-US" sz="1600" b="1" dirty="0"/>
                  <a:t>Volume</a:t>
                </a:r>
                <a:r>
                  <a:rPr lang="en-GB" altLang="en-US" sz="1600" dirty="0"/>
                  <a:t> </a:t>
                </a:r>
                <a14:m>
                  <m:oMath xmlns:m="http://schemas.openxmlformats.org/officeDocument/2006/math">
                    <m:r>
                      <a:rPr lang="en-GB" altLang="en-US" sz="1600" b="0" i="1" smtClean="0">
                        <a:latin typeface="Cambria Math" panose="02040503050406030204" pitchFamily="18" charset="0"/>
                      </a:rPr>
                      <m:t>=</m:t>
                    </m:r>
                  </m:oMath>
                </a14:m>
                <a:r>
                  <a:rPr lang="en-GB" altLang="en-US" sz="1600" dirty="0"/>
                  <a:t> 12 </a:t>
                </a:r>
                <a14:m>
                  <m:oMath xmlns:m="http://schemas.openxmlformats.org/officeDocument/2006/math">
                    <m:r>
                      <a:rPr lang="en-GB" altLang="en-US" sz="1600" b="0" i="1" smtClean="0">
                        <a:latin typeface="Cambria Math" panose="02040503050406030204" pitchFamily="18" charset="0"/>
                      </a:rPr>
                      <m:t>×</m:t>
                    </m:r>
                  </m:oMath>
                </a14:m>
                <a:r>
                  <a:rPr lang="en-GB" altLang="en-US" sz="1600" dirty="0"/>
                  <a:t> 7</a:t>
                </a:r>
              </a:p>
            </p:txBody>
          </p:sp>
        </mc:Choice>
        <mc:Fallback xmlns="">
          <p:sp>
            <p:nvSpPr>
              <p:cNvPr id="20" name="TextBox 19">
                <a:extLst>
                  <a:ext uri="{FF2B5EF4-FFF2-40B4-BE49-F238E27FC236}">
                    <a16:creationId xmlns:a16="http://schemas.microsoft.com/office/drawing/2014/main" id="{4B31B70D-89F4-9548-AB51-41FF06834B2B}"/>
                  </a:ext>
                </a:extLst>
              </p:cNvPr>
              <p:cNvSpPr txBox="1">
                <a:spLocks noRot="1" noChangeAspect="1" noMove="1" noResize="1" noEditPoints="1" noAdjustHandles="1" noChangeArrowheads="1" noChangeShapeType="1" noTextEdit="1"/>
              </p:cNvSpPr>
              <p:nvPr/>
            </p:nvSpPr>
            <p:spPr>
              <a:xfrm>
                <a:off x="1572880" y="3786016"/>
                <a:ext cx="1606950" cy="246221"/>
              </a:xfrm>
              <a:prstGeom prst="rect">
                <a:avLst/>
              </a:prstGeom>
              <a:blipFill>
                <a:blip r:embed="rId6"/>
                <a:stretch>
                  <a:fillRect l="-7087" t="-20000" b="-4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5335125-169A-DC4B-A071-37D5CEDB7250}"/>
                  </a:ext>
                </a:extLst>
              </p:cNvPr>
              <p:cNvSpPr txBox="1"/>
              <p:nvPr/>
            </p:nvSpPr>
            <p:spPr>
              <a:xfrm>
                <a:off x="1572880" y="4051033"/>
                <a:ext cx="1606950" cy="246221"/>
              </a:xfrm>
              <a:prstGeom prst="rect">
                <a:avLst/>
              </a:prstGeom>
              <a:noFill/>
            </p:spPr>
            <p:txBody>
              <a:bodyPr wrap="square" lIns="0" tIns="0" rIns="0" bIns="0" rtlCol="0" anchor="ctr" anchorCtr="0">
                <a:spAutoFit/>
              </a:bodyPr>
              <a:lstStyle/>
              <a:p>
                <a:pPr>
                  <a:defRPr/>
                </a:pPr>
                <a:r>
                  <a:rPr lang="en-GB" altLang="en-US" sz="1600" b="1" dirty="0">
                    <a:solidFill>
                      <a:schemeClr val="bg1"/>
                    </a:solidFill>
                  </a:rPr>
                  <a:t>Volume</a:t>
                </a:r>
                <a:r>
                  <a:rPr lang="en-GB" altLang="en-US" sz="1600" dirty="0"/>
                  <a:t> </a:t>
                </a:r>
                <a14:m>
                  <m:oMath xmlns:m="http://schemas.openxmlformats.org/officeDocument/2006/math">
                    <m:r>
                      <a:rPr lang="en-GB" altLang="en-US" sz="1600" b="0" i="1" smtClean="0">
                        <a:latin typeface="Cambria Math" panose="02040503050406030204" pitchFamily="18" charset="0"/>
                      </a:rPr>
                      <m:t>=</m:t>
                    </m:r>
                  </m:oMath>
                </a14:m>
                <a:r>
                  <a:rPr lang="en-GB" altLang="en-US" sz="1600" dirty="0"/>
                  <a:t> </a:t>
                </a:r>
                <a:r>
                  <a:rPr lang="en-GB" altLang="en-US" sz="1600" b="1" dirty="0"/>
                  <a:t>84cm</a:t>
                </a:r>
                <a:r>
                  <a:rPr lang="en-GB" altLang="en-US" sz="1600" b="1" baseline="30000" dirty="0"/>
                  <a:t>3</a:t>
                </a:r>
              </a:p>
            </p:txBody>
          </p:sp>
        </mc:Choice>
        <mc:Fallback xmlns="">
          <p:sp>
            <p:nvSpPr>
              <p:cNvPr id="21" name="TextBox 20">
                <a:extLst>
                  <a:ext uri="{FF2B5EF4-FFF2-40B4-BE49-F238E27FC236}">
                    <a16:creationId xmlns:a16="http://schemas.microsoft.com/office/drawing/2014/main" id="{F5335125-169A-DC4B-A071-37D5CEDB7250}"/>
                  </a:ext>
                </a:extLst>
              </p:cNvPr>
              <p:cNvSpPr txBox="1">
                <a:spLocks noRot="1" noChangeAspect="1" noMove="1" noResize="1" noEditPoints="1" noAdjustHandles="1" noChangeArrowheads="1" noChangeShapeType="1" noTextEdit="1"/>
              </p:cNvSpPr>
              <p:nvPr/>
            </p:nvSpPr>
            <p:spPr>
              <a:xfrm>
                <a:off x="1572880" y="4051033"/>
                <a:ext cx="1606950" cy="246221"/>
              </a:xfrm>
              <a:prstGeom prst="rect">
                <a:avLst/>
              </a:prstGeom>
              <a:blipFill>
                <a:blip r:embed="rId7"/>
                <a:stretch>
                  <a:fillRect l="-7087" t="-25000" b="-50000"/>
                </a:stretch>
              </a:blipFill>
            </p:spPr>
            <p:txBody>
              <a:bodyPr/>
              <a:lstStyle/>
              <a:p>
                <a:r>
                  <a:rPr lang="en-GB">
                    <a:noFill/>
                  </a:rPr>
                  <a:t> </a:t>
                </a:r>
              </a:p>
            </p:txBody>
          </p:sp>
        </mc:Fallback>
      </mc:AlternateContent>
      <p:sp>
        <p:nvSpPr>
          <p:cNvPr id="24" name="Rectangle 23">
            <a:extLst>
              <a:ext uri="{FF2B5EF4-FFF2-40B4-BE49-F238E27FC236}">
                <a16:creationId xmlns:a16="http://schemas.microsoft.com/office/drawing/2014/main" id="{0C61C583-8A79-8249-834B-D41721FC17C6}"/>
              </a:ext>
            </a:extLst>
          </p:cNvPr>
          <p:cNvSpPr/>
          <p:nvPr/>
        </p:nvSpPr>
        <p:spPr>
          <a:xfrm>
            <a:off x="6017309" y="4118218"/>
            <a:ext cx="582987" cy="210412"/>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5" name="Picture 24">
            <a:extLst>
              <a:ext uri="{FF2B5EF4-FFF2-40B4-BE49-F238E27FC236}">
                <a16:creationId xmlns:a16="http://schemas.microsoft.com/office/drawing/2014/main" id="{24B54F08-3B66-D84B-983D-ABF893186EE2}"/>
              </a:ext>
            </a:extLst>
          </p:cNvPr>
          <p:cNvPicPr>
            <a:picLocks noChangeAspect="1"/>
          </p:cNvPicPr>
          <p:nvPr/>
        </p:nvPicPr>
        <p:blipFill>
          <a:blip r:embed="rId8"/>
          <a:stretch>
            <a:fillRect/>
          </a:stretch>
        </p:blipFill>
        <p:spPr>
          <a:xfrm>
            <a:off x="5818727" y="1982235"/>
            <a:ext cx="2451771" cy="1559834"/>
          </a:xfrm>
          <a:prstGeom prst="rect">
            <a:avLst/>
          </a:prstGeom>
        </p:spPr>
      </p:pic>
      <p:pic>
        <p:nvPicPr>
          <p:cNvPr id="26" name="Picture 25">
            <a:extLst>
              <a:ext uri="{FF2B5EF4-FFF2-40B4-BE49-F238E27FC236}">
                <a16:creationId xmlns:a16="http://schemas.microsoft.com/office/drawing/2014/main" id="{B22D353B-E592-7143-AC96-BFD888DCB57A}"/>
              </a:ext>
            </a:extLst>
          </p:cNvPr>
          <p:cNvPicPr>
            <a:picLocks noChangeAspect="1"/>
          </p:cNvPicPr>
          <p:nvPr/>
        </p:nvPicPr>
        <p:blipFill>
          <a:blip r:embed="rId9"/>
          <a:stretch>
            <a:fillRect/>
          </a:stretch>
        </p:blipFill>
        <p:spPr>
          <a:xfrm>
            <a:off x="5818730" y="1982235"/>
            <a:ext cx="2451768" cy="1559832"/>
          </a:xfrm>
          <a:prstGeom prst="rect">
            <a:avLst/>
          </a:prstGeom>
        </p:spPr>
      </p:pic>
      <p:sp>
        <p:nvSpPr>
          <p:cNvPr id="28" name="TextBox 27">
            <a:extLst>
              <a:ext uri="{FF2B5EF4-FFF2-40B4-BE49-F238E27FC236}">
                <a16:creationId xmlns:a16="http://schemas.microsoft.com/office/drawing/2014/main" id="{68BD37D9-9D00-A842-B44A-FA25B70FBEBE}"/>
              </a:ext>
            </a:extLst>
          </p:cNvPr>
          <p:cNvSpPr txBox="1"/>
          <p:nvPr/>
        </p:nvSpPr>
        <p:spPr>
          <a:xfrm>
            <a:off x="7302952" y="3217535"/>
            <a:ext cx="910822" cy="246221"/>
          </a:xfrm>
          <a:prstGeom prst="rect">
            <a:avLst/>
          </a:prstGeom>
          <a:noFill/>
        </p:spPr>
        <p:txBody>
          <a:bodyPr wrap="square" lIns="0" tIns="0" rIns="0" bIns="0" rtlCol="0" anchor="ctr" anchorCtr="0">
            <a:spAutoFit/>
          </a:bodyPr>
          <a:lstStyle/>
          <a:p>
            <a:pPr algn="ctr">
              <a:defRPr/>
            </a:pPr>
            <a:r>
              <a:rPr lang="en-GB" altLang="en-US" sz="1600" dirty="0"/>
              <a:t>14cm</a:t>
            </a:r>
            <a:endParaRPr lang="en-GB" altLang="en-US" sz="1600" baseline="30000" dirty="0"/>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E2F9B87F-AF92-A54F-A98E-21B319C4D65C}"/>
                  </a:ext>
                </a:extLst>
              </p:cNvPr>
              <p:cNvSpPr txBox="1"/>
              <p:nvPr/>
            </p:nvSpPr>
            <p:spPr>
              <a:xfrm>
                <a:off x="5015249" y="3661671"/>
                <a:ext cx="1606950" cy="246221"/>
              </a:xfrm>
              <a:prstGeom prst="rect">
                <a:avLst/>
              </a:prstGeom>
              <a:noFill/>
            </p:spPr>
            <p:txBody>
              <a:bodyPr wrap="square" lIns="0" tIns="0" rIns="0" bIns="0" rtlCol="0" anchor="ctr" anchorCtr="0">
                <a:spAutoFit/>
              </a:bodyPr>
              <a:lstStyle/>
              <a:p>
                <a:pPr>
                  <a:defRPr/>
                </a:pPr>
                <a:r>
                  <a:rPr lang="en-GB" altLang="en-US" sz="1600" b="1" dirty="0"/>
                  <a:t>Area of </a:t>
                </a:r>
                <a14:m>
                  <m:oMath xmlns:m="http://schemas.openxmlformats.org/officeDocument/2006/math">
                    <m:r>
                      <m:rPr>
                        <m:sty m:val="p"/>
                      </m:rPr>
                      <a:rPr lang="en-GB" altLang="en-US" sz="1600" b="0" i="0" smtClean="0">
                        <a:latin typeface="Cambria Math" panose="02040503050406030204" pitchFamily="18" charset="0"/>
                      </a:rPr>
                      <m:t>Δ</m:t>
                    </m:r>
                  </m:oMath>
                </a14:m>
                <a:r>
                  <a:rPr lang="en-GB" altLang="en-US" sz="1600" dirty="0"/>
                  <a:t> </a:t>
                </a:r>
                <a14:m>
                  <m:oMath xmlns:m="http://schemas.openxmlformats.org/officeDocument/2006/math">
                    <m:r>
                      <a:rPr lang="en-GB" altLang="en-US" sz="1600" b="0" i="1" smtClean="0">
                        <a:latin typeface="Cambria Math" panose="02040503050406030204" pitchFamily="18" charset="0"/>
                      </a:rPr>
                      <m:t>=</m:t>
                    </m:r>
                  </m:oMath>
                </a14:m>
                <a:r>
                  <a:rPr lang="en-GB" altLang="en-US" sz="1600" dirty="0"/>
                  <a:t> 5 </a:t>
                </a:r>
                <a14:m>
                  <m:oMath xmlns:m="http://schemas.openxmlformats.org/officeDocument/2006/math">
                    <m:r>
                      <a:rPr lang="en-GB" altLang="en-US" sz="1600" b="0" i="1" smtClean="0">
                        <a:latin typeface="Cambria Math" panose="02040503050406030204" pitchFamily="18" charset="0"/>
                      </a:rPr>
                      <m:t>×</m:t>
                    </m:r>
                  </m:oMath>
                </a14:m>
                <a:r>
                  <a:rPr lang="en-GB" altLang="en-US" sz="1600" dirty="0"/>
                  <a:t> 8</a:t>
                </a:r>
              </a:p>
            </p:txBody>
          </p:sp>
        </mc:Choice>
        <mc:Fallback xmlns="">
          <p:sp>
            <p:nvSpPr>
              <p:cNvPr id="29" name="TextBox 28">
                <a:extLst>
                  <a:ext uri="{FF2B5EF4-FFF2-40B4-BE49-F238E27FC236}">
                    <a16:creationId xmlns:a16="http://schemas.microsoft.com/office/drawing/2014/main" id="{E2F9B87F-AF92-A54F-A98E-21B319C4D65C}"/>
                  </a:ext>
                </a:extLst>
              </p:cNvPr>
              <p:cNvSpPr txBox="1">
                <a:spLocks noRot="1" noChangeAspect="1" noMove="1" noResize="1" noEditPoints="1" noAdjustHandles="1" noChangeArrowheads="1" noChangeShapeType="1" noTextEdit="1"/>
              </p:cNvSpPr>
              <p:nvPr/>
            </p:nvSpPr>
            <p:spPr>
              <a:xfrm>
                <a:off x="5015249" y="3661671"/>
                <a:ext cx="1606950" cy="246221"/>
              </a:xfrm>
              <a:prstGeom prst="rect">
                <a:avLst/>
              </a:prstGeom>
              <a:blipFill>
                <a:blip r:embed="rId10"/>
                <a:stretch>
                  <a:fillRect l="-7874" t="-25000" b="-4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64DF86AF-6A6F-194C-A4BD-C05FE494827F}"/>
                  </a:ext>
                </a:extLst>
              </p:cNvPr>
              <p:cNvSpPr txBox="1"/>
              <p:nvPr/>
            </p:nvSpPr>
            <p:spPr>
              <a:xfrm>
                <a:off x="5015249" y="4101795"/>
                <a:ext cx="1606950" cy="246221"/>
              </a:xfrm>
              <a:prstGeom prst="rect">
                <a:avLst/>
              </a:prstGeom>
              <a:noFill/>
            </p:spPr>
            <p:txBody>
              <a:bodyPr wrap="square" lIns="0" tIns="0" rIns="0" bIns="0" rtlCol="0" anchor="ctr" anchorCtr="0">
                <a:spAutoFit/>
              </a:bodyPr>
              <a:lstStyle/>
              <a:p>
                <a:pPr>
                  <a:defRPr/>
                </a:pPr>
                <a:r>
                  <a:rPr lang="en-GB" altLang="en-US" sz="1600" b="1" dirty="0">
                    <a:solidFill>
                      <a:schemeClr val="bg1"/>
                    </a:solidFill>
                  </a:rPr>
                  <a:t>Area of </a:t>
                </a:r>
                <a14:m>
                  <m:oMath xmlns:m="http://schemas.openxmlformats.org/officeDocument/2006/math">
                    <m:r>
                      <m:rPr>
                        <m:sty m:val="p"/>
                      </m:rPr>
                      <a:rPr lang="en-GB" altLang="en-US" sz="1600">
                        <a:solidFill>
                          <a:schemeClr val="bg1"/>
                        </a:solidFill>
                        <a:latin typeface="Cambria Math" panose="02040503050406030204" pitchFamily="18" charset="0"/>
                      </a:rPr>
                      <m:t>Δ</m:t>
                    </m:r>
                  </m:oMath>
                </a14:m>
                <a:r>
                  <a:rPr lang="en-GB" altLang="en-US" sz="1600" dirty="0"/>
                  <a:t> </a:t>
                </a:r>
                <a14:m>
                  <m:oMath xmlns:m="http://schemas.openxmlformats.org/officeDocument/2006/math">
                    <m:r>
                      <a:rPr lang="en-GB" altLang="en-US" sz="1600" b="0" i="1" smtClean="0">
                        <a:latin typeface="Cambria Math" panose="02040503050406030204" pitchFamily="18" charset="0"/>
                      </a:rPr>
                      <m:t>=</m:t>
                    </m:r>
                  </m:oMath>
                </a14:m>
                <a:r>
                  <a:rPr lang="en-GB" altLang="en-US" sz="1600" dirty="0"/>
                  <a:t> </a:t>
                </a:r>
                <a:r>
                  <a:rPr lang="en-GB" altLang="en-US" sz="1600" b="1" dirty="0"/>
                  <a:t>20cm</a:t>
                </a:r>
                <a:r>
                  <a:rPr lang="en-GB" altLang="en-US" sz="1600" b="1" baseline="30000" dirty="0"/>
                  <a:t>2</a:t>
                </a:r>
              </a:p>
            </p:txBody>
          </p:sp>
        </mc:Choice>
        <mc:Fallback xmlns="">
          <p:sp>
            <p:nvSpPr>
              <p:cNvPr id="30" name="TextBox 29">
                <a:extLst>
                  <a:ext uri="{FF2B5EF4-FFF2-40B4-BE49-F238E27FC236}">
                    <a16:creationId xmlns:a16="http://schemas.microsoft.com/office/drawing/2014/main" id="{64DF86AF-6A6F-194C-A4BD-C05FE494827F}"/>
                  </a:ext>
                </a:extLst>
              </p:cNvPr>
              <p:cNvSpPr txBox="1">
                <a:spLocks noRot="1" noChangeAspect="1" noMove="1" noResize="1" noEditPoints="1" noAdjustHandles="1" noChangeArrowheads="1" noChangeShapeType="1" noTextEdit="1"/>
              </p:cNvSpPr>
              <p:nvPr/>
            </p:nvSpPr>
            <p:spPr>
              <a:xfrm>
                <a:off x="5015249" y="4101795"/>
                <a:ext cx="1606950" cy="246221"/>
              </a:xfrm>
              <a:prstGeom prst="rect">
                <a:avLst/>
              </a:prstGeom>
              <a:blipFill>
                <a:blip r:embed="rId11"/>
                <a:stretch>
                  <a:fillRect l="-7874" t="-20000" r="-2362" b="-45000"/>
                </a:stretch>
              </a:blipFill>
            </p:spPr>
            <p:txBody>
              <a:bodyPr/>
              <a:lstStyle/>
              <a:p>
                <a:r>
                  <a:rPr lang="en-GB">
                    <a:noFill/>
                  </a:rPr>
                  <a:t> </a:t>
                </a:r>
              </a:p>
            </p:txBody>
          </p:sp>
        </mc:Fallback>
      </mc:AlternateContent>
      <p:cxnSp>
        <p:nvCxnSpPr>
          <p:cNvPr id="4" name="Straight Arrow Connector 3">
            <a:extLst>
              <a:ext uri="{FF2B5EF4-FFF2-40B4-BE49-F238E27FC236}">
                <a16:creationId xmlns:a16="http://schemas.microsoft.com/office/drawing/2014/main" id="{C0E3280A-AB8D-3445-882A-1549E0837C75}"/>
              </a:ext>
            </a:extLst>
          </p:cNvPr>
          <p:cNvCxnSpPr/>
          <p:nvPr/>
        </p:nvCxnSpPr>
        <p:spPr>
          <a:xfrm>
            <a:off x="5818726" y="2470179"/>
            <a:ext cx="0" cy="949069"/>
          </a:xfrm>
          <a:prstGeom prst="straightConnector1">
            <a:avLst/>
          </a:prstGeom>
          <a:ln w="19050">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8B73DDD5-2F81-8540-827D-F6C7830E67DB}"/>
              </a:ext>
            </a:extLst>
          </p:cNvPr>
          <p:cNvSpPr txBox="1"/>
          <p:nvPr/>
        </p:nvSpPr>
        <p:spPr>
          <a:xfrm>
            <a:off x="5388016" y="2829276"/>
            <a:ext cx="430708" cy="246221"/>
          </a:xfrm>
          <a:prstGeom prst="rect">
            <a:avLst/>
          </a:prstGeom>
          <a:noFill/>
        </p:spPr>
        <p:txBody>
          <a:bodyPr wrap="square" lIns="0" tIns="0" rIns="0" bIns="0" rtlCol="0" anchor="ctr" anchorCtr="0">
            <a:spAutoFit/>
          </a:bodyPr>
          <a:lstStyle/>
          <a:p>
            <a:pPr algn="ctr">
              <a:defRPr/>
            </a:pPr>
            <a:r>
              <a:rPr lang="en-GB" altLang="en-US" sz="1600" dirty="0"/>
              <a:t>8cm</a:t>
            </a:r>
            <a:endParaRPr lang="en-GB" altLang="en-US" sz="1600" baseline="30000" dirty="0"/>
          </a:p>
        </p:txBody>
      </p:sp>
      <p:sp>
        <p:nvSpPr>
          <p:cNvPr id="32" name="TextBox 31">
            <a:extLst>
              <a:ext uri="{FF2B5EF4-FFF2-40B4-BE49-F238E27FC236}">
                <a16:creationId xmlns:a16="http://schemas.microsoft.com/office/drawing/2014/main" id="{1D1EE208-38A8-BB4E-8A4D-C1D0618A48D7}"/>
              </a:ext>
            </a:extLst>
          </p:cNvPr>
          <p:cNvSpPr txBox="1"/>
          <p:nvPr/>
        </p:nvSpPr>
        <p:spPr>
          <a:xfrm>
            <a:off x="6237411" y="3414319"/>
            <a:ext cx="430708" cy="246221"/>
          </a:xfrm>
          <a:prstGeom prst="rect">
            <a:avLst/>
          </a:prstGeom>
          <a:noFill/>
        </p:spPr>
        <p:txBody>
          <a:bodyPr wrap="square" lIns="0" tIns="0" rIns="0" bIns="0" rtlCol="0" anchor="ctr" anchorCtr="0">
            <a:spAutoFit/>
          </a:bodyPr>
          <a:lstStyle/>
          <a:p>
            <a:pPr algn="ctr">
              <a:defRPr/>
            </a:pPr>
            <a:r>
              <a:rPr lang="en-GB" altLang="en-US" sz="1600" dirty="0"/>
              <a:t>5cm</a:t>
            </a:r>
            <a:endParaRPr lang="en-GB" altLang="en-US" sz="1600" baseline="30000" dirty="0"/>
          </a:p>
        </p:txBody>
      </p:sp>
      <p:cxnSp>
        <p:nvCxnSpPr>
          <p:cNvPr id="33" name="Straight Arrow Connector 32">
            <a:extLst>
              <a:ext uri="{FF2B5EF4-FFF2-40B4-BE49-F238E27FC236}">
                <a16:creationId xmlns:a16="http://schemas.microsoft.com/office/drawing/2014/main" id="{630147A2-BDB7-CF45-85C8-7EC51DA94847}"/>
              </a:ext>
            </a:extLst>
          </p:cNvPr>
          <p:cNvCxnSpPr>
            <a:cxnSpLocks/>
          </p:cNvCxnSpPr>
          <p:nvPr/>
        </p:nvCxnSpPr>
        <p:spPr>
          <a:xfrm flipH="1">
            <a:off x="6029953" y="3886091"/>
            <a:ext cx="466309" cy="0"/>
          </a:xfrm>
          <a:prstGeom prst="straightConnector1">
            <a:avLst/>
          </a:prstGeom>
          <a:ln w="12700">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FB39588F-98F5-A44C-B37C-B418FFA5A940}"/>
              </a:ext>
            </a:extLst>
          </p:cNvPr>
          <p:cNvSpPr txBox="1"/>
          <p:nvPr/>
        </p:nvSpPr>
        <p:spPr>
          <a:xfrm>
            <a:off x="6183856" y="3859157"/>
            <a:ext cx="158502" cy="246221"/>
          </a:xfrm>
          <a:prstGeom prst="rect">
            <a:avLst/>
          </a:prstGeom>
          <a:noFill/>
        </p:spPr>
        <p:txBody>
          <a:bodyPr wrap="square" lIns="0" tIns="0" rIns="0" bIns="0" rtlCol="0" anchor="ctr" anchorCtr="0">
            <a:spAutoFit/>
          </a:bodyPr>
          <a:lstStyle/>
          <a:p>
            <a:pPr algn="ctr">
              <a:defRPr/>
            </a:pPr>
            <a:r>
              <a:rPr lang="en-GB" altLang="en-US" sz="1600" dirty="0"/>
              <a:t>2</a:t>
            </a:r>
          </a:p>
        </p:txBody>
      </p:sp>
      <p:sp>
        <p:nvSpPr>
          <p:cNvPr id="36" name="Rectangle 35">
            <a:extLst>
              <a:ext uri="{FF2B5EF4-FFF2-40B4-BE49-F238E27FC236}">
                <a16:creationId xmlns:a16="http://schemas.microsoft.com/office/drawing/2014/main" id="{72A099E8-ABF4-8C4B-9316-643CD5848632}"/>
              </a:ext>
            </a:extLst>
          </p:cNvPr>
          <p:cNvSpPr/>
          <p:nvPr/>
        </p:nvSpPr>
        <p:spPr>
          <a:xfrm>
            <a:off x="7799613" y="3941980"/>
            <a:ext cx="675356" cy="2104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CECC3BDE-1A51-C448-8BAA-54DBCD9D9FC9}"/>
                  </a:ext>
                </a:extLst>
              </p:cNvPr>
              <p:cNvSpPr txBox="1"/>
              <p:nvPr/>
            </p:nvSpPr>
            <p:spPr>
              <a:xfrm>
                <a:off x="6933231" y="3660540"/>
                <a:ext cx="1951389" cy="246221"/>
              </a:xfrm>
              <a:prstGeom prst="rect">
                <a:avLst/>
              </a:prstGeom>
              <a:noFill/>
            </p:spPr>
            <p:txBody>
              <a:bodyPr wrap="square" lIns="0" tIns="0" rIns="0" bIns="0" rtlCol="0" anchor="ctr" anchorCtr="0">
                <a:spAutoFit/>
              </a:bodyPr>
              <a:lstStyle/>
              <a:p>
                <a:pPr>
                  <a:defRPr/>
                </a:pPr>
                <a:r>
                  <a:rPr lang="en-GB" altLang="en-US" sz="1600" b="1" dirty="0"/>
                  <a:t>Volume</a:t>
                </a:r>
                <a:r>
                  <a:rPr lang="en-GB" altLang="en-US" sz="1600" dirty="0"/>
                  <a:t> </a:t>
                </a:r>
                <a14:m>
                  <m:oMath xmlns:m="http://schemas.openxmlformats.org/officeDocument/2006/math">
                    <m:r>
                      <a:rPr lang="en-GB" altLang="en-US" sz="1600" b="0" i="1" smtClean="0">
                        <a:latin typeface="Cambria Math" panose="02040503050406030204" pitchFamily="18" charset="0"/>
                      </a:rPr>
                      <m:t>=</m:t>
                    </m:r>
                  </m:oMath>
                </a14:m>
                <a:r>
                  <a:rPr lang="en-GB" altLang="en-US" sz="1600" dirty="0"/>
                  <a:t> </a:t>
                </a:r>
                <a:r>
                  <a:rPr lang="en-GB" altLang="en-US" sz="1600" b="1" dirty="0"/>
                  <a:t>20cm</a:t>
                </a:r>
                <a:r>
                  <a:rPr lang="en-GB" altLang="en-US" sz="1600" b="1" baseline="30000" dirty="0"/>
                  <a:t>2</a:t>
                </a:r>
                <a:r>
                  <a:rPr lang="en-GB" altLang="en-US" sz="1600" dirty="0"/>
                  <a:t> </a:t>
                </a:r>
                <a14:m>
                  <m:oMath xmlns:m="http://schemas.openxmlformats.org/officeDocument/2006/math">
                    <m:r>
                      <a:rPr lang="en-GB" altLang="en-US" sz="1600" b="0" i="1" smtClean="0">
                        <a:latin typeface="Cambria Math" panose="02040503050406030204" pitchFamily="18" charset="0"/>
                      </a:rPr>
                      <m:t>×</m:t>
                    </m:r>
                  </m:oMath>
                </a14:m>
                <a:r>
                  <a:rPr lang="en-GB" altLang="en-US" sz="1600" dirty="0"/>
                  <a:t> 14</a:t>
                </a:r>
              </a:p>
            </p:txBody>
          </p:sp>
        </mc:Choice>
        <mc:Fallback xmlns="">
          <p:sp>
            <p:nvSpPr>
              <p:cNvPr id="37" name="TextBox 36">
                <a:extLst>
                  <a:ext uri="{FF2B5EF4-FFF2-40B4-BE49-F238E27FC236}">
                    <a16:creationId xmlns:a16="http://schemas.microsoft.com/office/drawing/2014/main" id="{CECC3BDE-1A51-C448-8BAA-54DBCD9D9FC9}"/>
                  </a:ext>
                </a:extLst>
              </p:cNvPr>
              <p:cNvSpPr txBox="1">
                <a:spLocks noRot="1" noChangeAspect="1" noMove="1" noResize="1" noEditPoints="1" noAdjustHandles="1" noChangeArrowheads="1" noChangeShapeType="1" noTextEdit="1"/>
              </p:cNvSpPr>
              <p:nvPr/>
            </p:nvSpPr>
            <p:spPr>
              <a:xfrm>
                <a:off x="6933231" y="3660540"/>
                <a:ext cx="1951389" cy="246221"/>
              </a:xfrm>
              <a:prstGeom prst="rect">
                <a:avLst/>
              </a:prstGeom>
              <a:blipFill>
                <a:blip r:embed="rId12"/>
                <a:stretch>
                  <a:fillRect l="-5806" t="-25000" r="-1290" b="-4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0248B002-0E86-3F4F-A206-BCA81E820D9A}"/>
                  </a:ext>
                </a:extLst>
              </p:cNvPr>
              <p:cNvSpPr txBox="1"/>
              <p:nvPr/>
            </p:nvSpPr>
            <p:spPr>
              <a:xfrm>
                <a:off x="6933232" y="3925557"/>
                <a:ext cx="1606950" cy="246221"/>
              </a:xfrm>
              <a:prstGeom prst="rect">
                <a:avLst/>
              </a:prstGeom>
              <a:noFill/>
            </p:spPr>
            <p:txBody>
              <a:bodyPr wrap="square" lIns="0" tIns="0" rIns="0" bIns="0" rtlCol="0" anchor="ctr" anchorCtr="0">
                <a:spAutoFit/>
              </a:bodyPr>
              <a:lstStyle/>
              <a:p>
                <a:pPr>
                  <a:defRPr/>
                </a:pPr>
                <a:r>
                  <a:rPr lang="en-GB" altLang="en-US" sz="1600" b="1" dirty="0">
                    <a:solidFill>
                      <a:schemeClr val="bg1"/>
                    </a:solidFill>
                  </a:rPr>
                  <a:t>Volume</a:t>
                </a:r>
                <a:r>
                  <a:rPr lang="en-GB" altLang="en-US" sz="1600" dirty="0"/>
                  <a:t> </a:t>
                </a:r>
                <a14:m>
                  <m:oMath xmlns:m="http://schemas.openxmlformats.org/officeDocument/2006/math">
                    <m:r>
                      <a:rPr lang="en-GB" altLang="en-US" sz="1600" b="0" i="1" smtClean="0">
                        <a:latin typeface="Cambria Math" panose="02040503050406030204" pitchFamily="18" charset="0"/>
                      </a:rPr>
                      <m:t>=</m:t>
                    </m:r>
                  </m:oMath>
                </a14:m>
                <a:r>
                  <a:rPr lang="en-GB" altLang="en-US" sz="1600" dirty="0"/>
                  <a:t> </a:t>
                </a:r>
                <a:r>
                  <a:rPr lang="en-GB" altLang="en-US" sz="1600" b="1" dirty="0"/>
                  <a:t>280cm</a:t>
                </a:r>
                <a:r>
                  <a:rPr lang="en-GB" altLang="en-US" sz="1600" b="1" baseline="30000" dirty="0"/>
                  <a:t>3</a:t>
                </a:r>
              </a:p>
            </p:txBody>
          </p:sp>
        </mc:Choice>
        <mc:Fallback xmlns="">
          <p:sp>
            <p:nvSpPr>
              <p:cNvPr id="38" name="TextBox 37">
                <a:extLst>
                  <a:ext uri="{FF2B5EF4-FFF2-40B4-BE49-F238E27FC236}">
                    <a16:creationId xmlns:a16="http://schemas.microsoft.com/office/drawing/2014/main" id="{0248B002-0E86-3F4F-A206-BCA81E820D9A}"/>
                  </a:ext>
                </a:extLst>
              </p:cNvPr>
              <p:cNvSpPr txBox="1">
                <a:spLocks noRot="1" noChangeAspect="1" noMove="1" noResize="1" noEditPoints="1" noAdjustHandles="1" noChangeArrowheads="1" noChangeShapeType="1" noTextEdit="1"/>
              </p:cNvSpPr>
              <p:nvPr/>
            </p:nvSpPr>
            <p:spPr>
              <a:xfrm>
                <a:off x="6933232" y="3925557"/>
                <a:ext cx="1606950" cy="246221"/>
              </a:xfrm>
              <a:prstGeom prst="rect">
                <a:avLst/>
              </a:prstGeom>
              <a:blipFill>
                <a:blip r:embed="rId13"/>
                <a:stretch>
                  <a:fillRect l="-7087" t="-20000" b="-45000"/>
                </a:stretch>
              </a:blipFill>
            </p:spPr>
            <p:txBody>
              <a:bodyPr/>
              <a:lstStyle/>
              <a:p>
                <a:r>
                  <a:rPr lang="en-GB">
                    <a:noFill/>
                  </a:rPr>
                  <a:t> </a:t>
                </a:r>
              </a:p>
            </p:txBody>
          </p:sp>
        </mc:Fallback>
      </mc:AlternateContent>
      <p:sp>
        <p:nvSpPr>
          <p:cNvPr id="40" name="Rectangle 39">
            <a:extLst>
              <a:ext uri="{FF2B5EF4-FFF2-40B4-BE49-F238E27FC236}">
                <a16:creationId xmlns:a16="http://schemas.microsoft.com/office/drawing/2014/main" id="{8632579C-4BA8-CC40-B303-E5E85B6AFD51}"/>
              </a:ext>
            </a:extLst>
          </p:cNvPr>
          <p:cNvSpPr/>
          <p:nvPr/>
        </p:nvSpPr>
        <p:spPr>
          <a:xfrm>
            <a:off x="6004610" y="3676650"/>
            <a:ext cx="570816" cy="397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805030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3"/>
                                        </p:tgtEl>
                                        <p:attrNameLst>
                                          <p:attrName>style.visibility</p:attrName>
                                        </p:attrNameLst>
                                      </p:cBhvr>
                                      <p:to>
                                        <p:strVal val="visible"/>
                                      </p:to>
                                    </p:set>
                                    <p:animEffect transition="in" filter="dissolve">
                                      <p:cBhvr>
                                        <p:cTn id="12" dur="500"/>
                                        <p:tgtEl>
                                          <p:spTgt spid="123"/>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124"/>
                                        </p:tgtEl>
                                        <p:attrNameLst>
                                          <p:attrName>style.visibility</p:attrName>
                                        </p:attrNameLst>
                                      </p:cBhvr>
                                      <p:to>
                                        <p:strVal val="visible"/>
                                      </p:to>
                                    </p:set>
                                    <p:animEffect transition="in" filter="dissolve">
                                      <p:cBhvr>
                                        <p:cTn id="15" dur="500"/>
                                        <p:tgtEl>
                                          <p:spTgt spid="124"/>
                                        </p:tgtEl>
                                      </p:cBhvr>
                                    </p:animEffect>
                                  </p:childTnLst>
                                </p:cTn>
                              </p:par>
                              <p:par>
                                <p:cTn id="16" presetID="9"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dissolve">
                                      <p:cBhvr>
                                        <p:cTn id="18" dur="500"/>
                                        <p:tgtEl>
                                          <p:spTgt spid="13"/>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dissolve">
                                      <p:cBhvr>
                                        <p:cTn id="21" dur="500"/>
                                        <p:tgtEl>
                                          <p:spTgt spid="14"/>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dissolve">
                                      <p:cBhvr>
                                        <p:cTn id="24" dur="500"/>
                                        <p:tgtEl>
                                          <p:spTgt spid="17"/>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dissolve">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dissolve">
                                      <p:cBhvr>
                                        <p:cTn id="32" dur="5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dissolve">
                                      <p:cBhvr>
                                        <p:cTn id="37" dur="500"/>
                                        <p:tgtEl>
                                          <p:spTgt spid="20"/>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dissolve">
                                      <p:cBhvr>
                                        <p:cTn id="42" dur="500"/>
                                        <p:tgtEl>
                                          <p:spTgt spid="21"/>
                                        </p:tgtEl>
                                      </p:cBhvr>
                                    </p:animEffect>
                                  </p:childTnLst>
                                </p:cTn>
                              </p:par>
                              <p:par>
                                <p:cTn id="43" presetID="9" presetClass="entr" presetSubtype="0" fill="hold" grpId="1" nodeType="with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dissolve">
                                      <p:cBhvr>
                                        <p:cTn id="45" dur="500"/>
                                        <p:tgtEl>
                                          <p:spTgt spid="22"/>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nodeType="clickEffect">
                                  <p:stCondLst>
                                    <p:cond delay="0"/>
                                  </p:stCondLst>
                                  <p:childTnLst>
                                    <p:set>
                                      <p:cBhvr>
                                        <p:cTn id="49" dur="1" fill="hold">
                                          <p:stCondLst>
                                            <p:cond delay="0"/>
                                          </p:stCondLst>
                                        </p:cTn>
                                        <p:tgtEl>
                                          <p:spTgt spid="7"/>
                                        </p:tgtEl>
                                        <p:attrNameLst>
                                          <p:attrName>style.visibility</p:attrName>
                                        </p:attrNameLst>
                                      </p:cBhvr>
                                      <p:to>
                                        <p:strVal val="visible"/>
                                      </p:to>
                                    </p:set>
                                    <p:animEffect transition="in" filter="wipe(up)">
                                      <p:cBhvr>
                                        <p:cTn id="50" dur="500"/>
                                        <p:tgtEl>
                                          <p:spTgt spid="7"/>
                                        </p:tgtEl>
                                      </p:cBhvr>
                                    </p:animEffect>
                                  </p:childTnLst>
                                </p:cTn>
                              </p:par>
                              <p:par>
                                <p:cTn id="51" presetID="9" presetClass="entr" presetSubtype="0" fill="hold" grpId="0" nodeType="withEffect">
                                  <p:stCondLst>
                                    <p:cond delay="0"/>
                                  </p:stCondLst>
                                  <p:childTnLst>
                                    <p:set>
                                      <p:cBhvr>
                                        <p:cTn id="52" dur="1" fill="hold">
                                          <p:stCondLst>
                                            <p:cond delay="0"/>
                                          </p:stCondLst>
                                        </p:cTn>
                                        <p:tgtEl>
                                          <p:spTgt spid="41"/>
                                        </p:tgtEl>
                                        <p:attrNameLst>
                                          <p:attrName>style.visibility</p:attrName>
                                        </p:attrNameLst>
                                      </p:cBhvr>
                                      <p:to>
                                        <p:strVal val="visible"/>
                                      </p:to>
                                    </p:set>
                                    <p:animEffect transition="in" filter="dissolve">
                                      <p:cBhvr>
                                        <p:cTn id="53" dur="500"/>
                                        <p:tgtEl>
                                          <p:spTgt spid="41"/>
                                        </p:tgtEl>
                                      </p:cBhvr>
                                    </p:animEffect>
                                  </p:childTnLst>
                                </p:cTn>
                              </p:par>
                              <p:par>
                                <p:cTn id="54" presetID="9" presetClass="entr" presetSubtype="0" fill="hold" grpId="0" nodeType="withEffect">
                                  <p:stCondLst>
                                    <p:cond delay="0"/>
                                  </p:stCondLst>
                                  <p:childTnLst>
                                    <p:set>
                                      <p:cBhvr>
                                        <p:cTn id="55" dur="1" fill="hold">
                                          <p:stCondLst>
                                            <p:cond delay="0"/>
                                          </p:stCondLst>
                                        </p:cTn>
                                        <p:tgtEl>
                                          <p:spTgt spid="42"/>
                                        </p:tgtEl>
                                        <p:attrNameLst>
                                          <p:attrName>style.visibility</p:attrName>
                                        </p:attrNameLst>
                                      </p:cBhvr>
                                      <p:to>
                                        <p:strVal val="visible"/>
                                      </p:to>
                                    </p:set>
                                    <p:animEffect transition="in" filter="dissolve">
                                      <p:cBhvr>
                                        <p:cTn id="56" dur="500"/>
                                        <p:tgtEl>
                                          <p:spTgt spid="42"/>
                                        </p:tgtEl>
                                      </p:cBhvr>
                                    </p:animEffect>
                                  </p:childTnLst>
                                </p:cTn>
                              </p:par>
                              <p:par>
                                <p:cTn id="57" presetID="9" presetClass="entr" presetSubtype="0" fill="hold" grpId="0" nodeType="withEffect">
                                  <p:stCondLst>
                                    <p:cond delay="0"/>
                                  </p:stCondLst>
                                  <p:childTnLst>
                                    <p:set>
                                      <p:cBhvr>
                                        <p:cTn id="58" dur="1" fill="hold">
                                          <p:stCondLst>
                                            <p:cond delay="0"/>
                                          </p:stCondLst>
                                        </p:cTn>
                                        <p:tgtEl>
                                          <p:spTgt spid="16"/>
                                        </p:tgtEl>
                                        <p:attrNameLst>
                                          <p:attrName>style.visibility</p:attrName>
                                        </p:attrNameLst>
                                      </p:cBhvr>
                                      <p:to>
                                        <p:strVal val="visible"/>
                                      </p:to>
                                    </p:set>
                                    <p:animEffect transition="in" filter="dissolve">
                                      <p:cBhvr>
                                        <p:cTn id="59" dur="500"/>
                                        <p:tgtEl>
                                          <p:spTgt spid="16"/>
                                        </p:tgtEl>
                                      </p:cBhvr>
                                    </p:animEffect>
                                  </p:childTnLst>
                                </p:cTn>
                              </p:par>
                              <p:par>
                                <p:cTn id="60" presetID="9" presetClass="entr" presetSubtype="0" fill="hold"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dissolve">
                                      <p:cBhvr>
                                        <p:cTn id="62" dur="500"/>
                                        <p:tgtEl>
                                          <p:spTgt spid="25"/>
                                        </p:tgtEl>
                                      </p:cBhvr>
                                    </p:animEffect>
                                  </p:childTnLst>
                                </p:cTn>
                              </p:par>
                              <p:par>
                                <p:cTn id="63" presetID="9" presetClass="entr" presetSubtype="0" fill="hold" grpId="0" nodeType="with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dissolve">
                                      <p:cBhvr>
                                        <p:cTn id="65" dur="500"/>
                                        <p:tgtEl>
                                          <p:spTgt spid="28"/>
                                        </p:tgtEl>
                                      </p:cBhvr>
                                    </p:animEffect>
                                  </p:childTnLst>
                                </p:cTn>
                              </p:par>
                              <p:par>
                                <p:cTn id="66" presetID="9" presetClass="entr" presetSubtype="0" fill="hold" nodeType="withEffect">
                                  <p:stCondLst>
                                    <p:cond delay="0"/>
                                  </p:stCondLst>
                                  <p:childTnLst>
                                    <p:set>
                                      <p:cBhvr>
                                        <p:cTn id="67" dur="1" fill="hold">
                                          <p:stCondLst>
                                            <p:cond delay="0"/>
                                          </p:stCondLst>
                                        </p:cTn>
                                        <p:tgtEl>
                                          <p:spTgt spid="4"/>
                                        </p:tgtEl>
                                        <p:attrNameLst>
                                          <p:attrName>style.visibility</p:attrName>
                                        </p:attrNameLst>
                                      </p:cBhvr>
                                      <p:to>
                                        <p:strVal val="visible"/>
                                      </p:to>
                                    </p:set>
                                    <p:animEffect transition="in" filter="dissolve">
                                      <p:cBhvr>
                                        <p:cTn id="68" dur="500"/>
                                        <p:tgtEl>
                                          <p:spTgt spid="4"/>
                                        </p:tgtEl>
                                      </p:cBhvr>
                                    </p:animEffect>
                                  </p:childTnLst>
                                </p:cTn>
                              </p:par>
                              <p:par>
                                <p:cTn id="69" presetID="9" presetClass="entr" presetSubtype="0" fill="hold" grpId="0" nodeType="withEffect">
                                  <p:stCondLst>
                                    <p:cond delay="0"/>
                                  </p:stCondLst>
                                  <p:childTnLst>
                                    <p:set>
                                      <p:cBhvr>
                                        <p:cTn id="70" dur="1" fill="hold">
                                          <p:stCondLst>
                                            <p:cond delay="0"/>
                                          </p:stCondLst>
                                        </p:cTn>
                                        <p:tgtEl>
                                          <p:spTgt spid="31"/>
                                        </p:tgtEl>
                                        <p:attrNameLst>
                                          <p:attrName>style.visibility</p:attrName>
                                        </p:attrNameLst>
                                      </p:cBhvr>
                                      <p:to>
                                        <p:strVal val="visible"/>
                                      </p:to>
                                    </p:set>
                                    <p:animEffect transition="in" filter="dissolve">
                                      <p:cBhvr>
                                        <p:cTn id="71" dur="500"/>
                                        <p:tgtEl>
                                          <p:spTgt spid="31"/>
                                        </p:tgtEl>
                                      </p:cBhvr>
                                    </p:animEffect>
                                  </p:childTnLst>
                                </p:cTn>
                              </p:par>
                              <p:par>
                                <p:cTn id="72" presetID="9" presetClass="entr" presetSubtype="0" fill="hold" grpId="0" nodeType="withEffect">
                                  <p:stCondLst>
                                    <p:cond delay="0"/>
                                  </p:stCondLst>
                                  <p:childTnLst>
                                    <p:set>
                                      <p:cBhvr>
                                        <p:cTn id="73" dur="1" fill="hold">
                                          <p:stCondLst>
                                            <p:cond delay="0"/>
                                          </p:stCondLst>
                                        </p:cTn>
                                        <p:tgtEl>
                                          <p:spTgt spid="32"/>
                                        </p:tgtEl>
                                        <p:attrNameLst>
                                          <p:attrName>style.visibility</p:attrName>
                                        </p:attrNameLst>
                                      </p:cBhvr>
                                      <p:to>
                                        <p:strVal val="visible"/>
                                      </p:to>
                                    </p:set>
                                    <p:animEffect transition="in" filter="dissolve">
                                      <p:cBhvr>
                                        <p:cTn id="74" dur="500"/>
                                        <p:tgtEl>
                                          <p:spTgt spid="32"/>
                                        </p:tgtEl>
                                      </p:cBhvr>
                                    </p:animEffect>
                                  </p:childTnLst>
                                </p:cTn>
                              </p:par>
                            </p:childTnLst>
                          </p:cTn>
                        </p:par>
                      </p:childTnLst>
                    </p:cTn>
                  </p:par>
                  <p:par>
                    <p:cTn id="75" fill="hold">
                      <p:stCondLst>
                        <p:cond delay="indefinite"/>
                      </p:stCondLst>
                      <p:childTnLst>
                        <p:par>
                          <p:cTn id="76" fill="hold">
                            <p:stCondLst>
                              <p:cond delay="0"/>
                            </p:stCondLst>
                            <p:childTnLst>
                              <p:par>
                                <p:cTn id="77" presetID="9" presetClass="entr" presetSubtype="0" fill="hold" nodeType="clickEffect">
                                  <p:stCondLst>
                                    <p:cond delay="0"/>
                                  </p:stCondLst>
                                  <p:childTnLst>
                                    <p:set>
                                      <p:cBhvr>
                                        <p:cTn id="78" dur="1" fill="hold">
                                          <p:stCondLst>
                                            <p:cond delay="0"/>
                                          </p:stCondLst>
                                        </p:cTn>
                                        <p:tgtEl>
                                          <p:spTgt spid="26"/>
                                        </p:tgtEl>
                                        <p:attrNameLst>
                                          <p:attrName>style.visibility</p:attrName>
                                        </p:attrNameLst>
                                      </p:cBhvr>
                                      <p:to>
                                        <p:strVal val="visible"/>
                                      </p:to>
                                    </p:set>
                                    <p:animEffect transition="in" filter="dissolve">
                                      <p:cBhvr>
                                        <p:cTn id="79" dur="500"/>
                                        <p:tgtEl>
                                          <p:spTgt spid="26"/>
                                        </p:tgtEl>
                                      </p:cBhvr>
                                    </p:animEffect>
                                  </p:childTnLst>
                                </p:cTn>
                              </p:par>
                            </p:childTnLst>
                          </p:cTn>
                        </p:par>
                      </p:childTnLst>
                    </p:cTn>
                  </p:par>
                  <p:par>
                    <p:cTn id="80" fill="hold">
                      <p:stCondLst>
                        <p:cond delay="indefinite"/>
                      </p:stCondLst>
                      <p:childTnLst>
                        <p:par>
                          <p:cTn id="81" fill="hold">
                            <p:stCondLst>
                              <p:cond delay="0"/>
                            </p:stCondLst>
                            <p:childTnLst>
                              <p:par>
                                <p:cTn id="82" presetID="9" presetClass="entr" presetSubtype="0" fill="hold" grpId="0" nodeType="click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dissolve">
                                      <p:cBhvr>
                                        <p:cTn id="84" dur="500"/>
                                        <p:tgtEl>
                                          <p:spTgt spid="29"/>
                                        </p:tgtEl>
                                      </p:cBhvr>
                                    </p:animEffect>
                                  </p:childTnLst>
                                </p:cTn>
                              </p:par>
                              <p:par>
                                <p:cTn id="85" presetID="9" presetClass="entr" presetSubtype="0" fill="hold" nodeType="withEffect">
                                  <p:stCondLst>
                                    <p:cond delay="0"/>
                                  </p:stCondLst>
                                  <p:childTnLst>
                                    <p:set>
                                      <p:cBhvr>
                                        <p:cTn id="86" dur="1" fill="hold">
                                          <p:stCondLst>
                                            <p:cond delay="0"/>
                                          </p:stCondLst>
                                        </p:cTn>
                                        <p:tgtEl>
                                          <p:spTgt spid="33"/>
                                        </p:tgtEl>
                                        <p:attrNameLst>
                                          <p:attrName>style.visibility</p:attrName>
                                        </p:attrNameLst>
                                      </p:cBhvr>
                                      <p:to>
                                        <p:strVal val="visible"/>
                                      </p:to>
                                    </p:set>
                                    <p:animEffect transition="in" filter="dissolve">
                                      <p:cBhvr>
                                        <p:cTn id="87" dur="500"/>
                                        <p:tgtEl>
                                          <p:spTgt spid="33"/>
                                        </p:tgtEl>
                                      </p:cBhvr>
                                    </p:animEffect>
                                  </p:childTnLst>
                                </p:cTn>
                              </p:par>
                              <p:par>
                                <p:cTn id="88" presetID="9" presetClass="entr" presetSubtype="0" fill="hold" grpId="0" nodeType="withEffect">
                                  <p:stCondLst>
                                    <p:cond delay="0"/>
                                  </p:stCondLst>
                                  <p:childTnLst>
                                    <p:set>
                                      <p:cBhvr>
                                        <p:cTn id="89" dur="1" fill="hold">
                                          <p:stCondLst>
                                            <p:cond delay="0"/>
                                          </p:stCondLst>
                                        </p:cTn>
                                        <p:tgtEl>
                                          <p:spTgt spid="35"/>
                                        </p:tgtEl>
                                        <p:attrNameLst>
                                          <p:attrName>style.visibility</p:attrName>
                                        </p:attrNameLst>
                                      </p:cBhvr>
                                      <p:to>
                                        <p:strVal val="visible"/>
                                      </p:to>
                                    </p:set>
                                    <p:animEffect transition="in" filter="dissolve">
                                      <p:cBhvr>
                                        <p:cTn id="90" dur="500"/>
                                        <p:tgtEl>
                                          <p:spTgt spid="35"/>
                                        </p:tgtEl>
                                      </p:cBhvr>
                                    </p:animEffect>
                                  </p:childTnLst>
                                </p:cTn>
                              </p:par>
                            </p:childTnLst>
                          </p:cTn>
                        </p:par>
                      </p:childTnLst>
                    </p:cTn>
                  </p:par>
                  <p:par>
                    <p:cTn id="91" fill="hold">
                      <p:stCondLst>
                        <p:cond delay="indefinite"/>
                      </p:stCondLst>
                      <p:childTnLst>
                        <p:par>
                          <p:cTn id="92" fill="hold">
                            <p:stCondLst>
                              <p:cond delay="0"/>
                            </p:stCondLst>
                            <p:childTnLst>
                              <p:par>
                                <p:cTn id="93" presetID="9" presetClass="exit" presetSubtype="0" fill="hold" grpId="0" nodeType="clickEffect">
                                  <p:stCondLst>
                                    <p:cond delay="0"/>
                                  </p:stCondLst>
                                  <p:childTnLst>
                                    <p:animEffect transition="out" filter="dissolve">
                                      <p:cBhvr>
                                        <p:cTn id="94" dur="500"/>
                                        <p:tgtEl>
                                          <p:spTgt spid="40"/>
                                        </p:tgtEl>
                                      </p:cBhvr>
                                    </p:animEffect>
                                    <p:set>
                                      <p:cBhvr>
                                        <p:cTn id="95" dur="1" fill="hold">
                                          <p:stCondLst>
                                            <p:cond delay="499"/>
                                          </p:stCondLst>
                                        </p:cTn>
                                        <p:tgtEl>
                                          <p:spTgt spid="40"/>
                                        </p:tgtEl>
                                        <p:attrNameLst>
                                          <p:attrName>style.visibility</p:attrName>
                                        </p:attrNameLst>
                                      </p:cBhvr>
                                      <p:to>
                                        <p:strVal val="hidden"/>
                                      </p:to>
                                    </p:set>
                                  </p:childTnLst>
                                </p:cTn>
                              </p:par>
                            </p:childTnLst>
                          </p:cTn>
                        </p:par>
                      </p:childTnLst>
                    </p:cTn>
                  </p:par>
                  <p:par>
                    <p:cTn id="96" fill="hold">
                      <p:stCondLst>
                        <p:cond delay="indefinite"/>
                      </p:stCondLst>
                      <p:childTnLst>
                        <p:par>
                          <p:cTn id="97" fill="hold">
                            <p:stCondLst>
                              <p:cond delay="0"/>
                            </p:stCondLst>
                            <p:childTnLst>
                              <p:par>
                                <p:cTn id="98" presetID="9" presetClass="entr" presetSubtype="0" fill="hold" grpId="0" nodeType="clickEffect">
                                  <p:stCondLst>
                                    <p:cond delay="0"/>
                                  </p:stCondLst>
                                  <p:childTnLst>
                                    <p:set>
                                      <p:cBhvr>
                                        <p:cTn id="99" dur="1" fill="hold">
                                          <p:stCondLst>
                                            <p:cond delay="0"/>
                                          </p:stCondLst>
                                        </p:cTn>
                                        <p:tgtEl>
                                          <p:spTgt spid="30"/>
                                        </p:tgtEl>
                                        <p:attrNameLst>
                                          <p:attrName>style.visibility</p:attrName>
                                        </p:attrNameLst>
                                      </p:cBhvr>
                                      <p:to>
                                        <p:strVal val="visible"/>
                                      </p:to>
                                    </p:set>
                                    <p:animEffect transition="in" filter="dissolve">
                                      <p:cBhvr>
                                        <p:cTn id="100" dur="500"/>
                                        <p:tgtEl>
                                          <p:spTgt spid="30"/>
                                        </p:tgtEl>
                                      </p:cBhvr>
                                    </p:animEffect>
                                  </p:childTnLst>
                                </p:cTn>
                              </p:par>
                              <p:par>
                                <p:cTn id="101" presetID="9" presetClass="entr" presetSubtype="0" fill="hold" grpId="0" nodeType="withEffect">
                                  <p:stCondLst>
                                    <p:cond delay="0"/>
                                  </p:stCondLst>
                                  <p:childTnLst>
                                    <p:set>
                                      <p:cBhvr>
                                        <p:cTn id="102" dur="1" fill="hold">
                                          <p:stCondLst>
                                            <p:cond delay="0"/>
                                          </p:stCondLst>
                                        </p:cTn>
                                        <p:tgtEl>
                                          <p:spTgt spid="24"/>
                                        </p:tgtEl>
                                        <p:attrNameLst>
                                          <p:attrName>style.visibility</p:attrName>
                                        </p:attrNameLst>
                                      </p:cBhvr>
                                      <p:to>
                                        <p:strVal val="visible"/>
                                      </p:to>
                                    </p:set>
                                    <p:animEffect transition="in" filter="dissolve">
                                      <p:cBhvr>
                                        <p:cTn id="103" dur="500"/>
                                        <p:tgtEl>
                                          <p:spTgt spid="24"/>
                                        </p:tgtEl>
                                      </p:cBhvr>
                                    </p:animEffect>
                                  </p:childTnLst>
                                </p:cTn>
                              </p:par>
                            </p:childTnLst>
                          </p:cTn>
                        </p:par>
                      </p:childTnLst>
                    </p:cTn>
                  </p:par>
                  <p:par>
                    <p:cTn id="104" fill="hold">
                      <p:stCondLst>
                        <p:cond delay="indefinite"/>
                      </p:stCondLst>
                      <p:childTnLst>
                        <p:par>
                          <p:cTn id="105" fill="hold">
                            <p:stCondLst>
                              <p:cond delay="0"/>
                            </p:stCondLst>
                            <p:childTnLst>
                              <p:par>
                                <p:cTn id="106" presetID="9" presetClass="entr" presetSubtype="0" fill="hold" grpId="0" nodeType="clickEffect">
                                  <p:stCondLst>
                                    <p:cond delay="0"/>
                                  </p:stCondLst>
                                  <p:childTnLst>
                                    <p:set>
                                      <p:cBhvr>
                                        <p:cTn id="107" dur="1" fill="hold">
                                          <p:stCondLst>
                                            <p:cond delay="0"/>
                                          </p:stCondLst>
                                        </p:cTn>
                                        <p:tgtEl>
                                          <p:spTgt spid="37"/>
                                        </p:tgtEl>
                                        <p:attrNameLst>
                                          <p:attrName>style.visibility</p:attrName>
                                        </p:attrNameLst>
                                      </p:cBhvr>
                                      <p:to>
                                        <p:strVal val="visible"/>
                                      </p:to>
                                    </p:set>
                                    <p:animEffect transition="in" filter="dissolve">
                                      <p:cBhvr>
                                        <p:cTn id="108" dur="500"/>
                                        <p:tgtEl>
                                          <p:spTgt spid="37"/>
                                        </p:tgtEl>
                                      </p:cBhvr>
                                    </p:animEffect>
                                  </p:childTnLst>
                                </p:cTn>
                              </p:par>
                              <p:par>
                                <p:cTn id="109" presetID="9" presetClass="entr" presetSubtype="0" fill="hold" grpId="0" nodeType="withEffect">
                                  <p:stCondLst>
                                    <p:cond delay="0"/>
                                  </p:stCondLst>
                                  <p:childTnLst>
                                    <p:set>
                                      <p:cBhvr>
                                        <p:cTn id="110" dur="1" fill="hold">
                                          <p:stCondLst>
                                            <p:cond delay="0"/>
                                          </p:stCondLst>
                                        </p:cTn>
                                        <p:tgtEl>
                                          <p:spTgt spid="39"/>
                                        </p:tgtEl>
                                        <p:attrNameLst>
                                          <p:attrName>style.visibility</p:attrName>
                                        </p:attrNameLst>
                                      </p:cBhvr>
                                      <p:to>
                                        <p:strVal val="visible"/>
                                      </p:to>
                                    </p:set>
                                    <p:animEffect transition="in" filter="dissolve">
                                      <p:cBhvr>
                                        <p:cTn id="111" dur="500"/>
                                        <p:tgtEl>
                                          <p:spTgt spid="39"/>
                                        </p:tgtEl>
                                      </p:cBhvr>
                                    </p:animEffect>
                                  </p:childTnLst>
                                </p:cTn>
                              </p:par>
                            </p:childTnLst>
                          </p:cTn>
                        </p:par>
                      </p:childTnLst>
                    </p:cTn>
                  </p:par>
                  <p:par>
                    <p:cTn id="112" fill="hold">
                      <p:stCondLst>
                        <p:cond delay="indefinite"/>
                      </p:stCondLst>
                      <p:childTnLst>
                        <p:par>
                          <p:cTn id="113" fill="hold">
                            <p:stCondLst>
                              <p:cond delay="0"/>
                            </p:stCondLst>
                            <p:childTnLst>
                              <p:par>
                                <p:cTn id="114" presetID="9" presetClass="entr" presetSubtype="0" fill="hold" grpId="0" nodeType="clickEffect">
                                  <p:stCondLst>
                                    <p:cond delay="0"/>
                                  </p:stCondLst>
                                  <p:childTnLst>
                                    <p:set>
                                      <p:cBhvr>
                                        <p:cTn id="115" dur="1" fill="hold">
                                          <p:stCondLst>
                                            <p:cond delay="0"/>
                                          </p:stCondLst>
                                        </p:cTn>
                                        <p:tgtEl>
                                          <p:spTgt spid="38"/>
                                        </p:tgtEl>
                                        <p:attrNameLst>
                                          <p:attrName>style.visibility</p:attrName>
                                        </p:attrNameLst>
                                      </p:cBhvr>
                                      <p:to>
                                        <p:strVal val="visible"/>
                                      </p:to>
                                    </p:set>
                                    <p:animEffect transition="in" filter="dissolve">
                                      <p:cBhvr>
                                        <p:cTn id="116" dur="500"/>
                                        <p:tgtEl>
                                          <p:spTgt spid="38"/>
                                        </p:tgtEl>
                                      </p:cBhvr>
                                    </p:animEffect>
                                  </p:childTnLst>
                                </p:cTn>
                              </p:par>
                              <p:par>
                                <p:cTn id="117" presetID="9" presetClass="entr" presetSubtype="0" fill="hold" grpId="0" nodeType="withEffect">
                                  <p:stCondLst>
                                    <p:cond delay="0"/>
                                  </p:stCondLst>
                                  <p:childTnLst>
                                    <p:set>
                                      <p:cBhvr>
                                        <p:cTn id="118" dur="1" fill="hold">
                                          <p:stCondLst>
                                            <p:cond delay="0"/>
                                          </p:stCondLst>
                                        </p:cTn>
                                        <p:tgtEl>
                                          <p:spTgt spid="36"/>
                                        </p:tgtEl>
                                        <p:attrNameLst>
                                          <p:attrName>style.visibility</p:attrName>
                                        </p:attrNameLst>
                                      </p:cBhvr>
                                      <p:to>
                                        <p:strVal val="visible"/>
                                      </p:to>
                                    </p:set>
                                    <p:animEffect transition="in" filter="dissolve">
                                      <p:cBhvr>
                                        <p:cTn id="119"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22" grpId="1" animBg="1"/>
      <p:bldP spid="123" grpId="0"/>
      <p:bldP spid="124" grpId="0"/>
      <p:bldP spid="41" grpId="0"/>
      <p:bldP spid="42" grpId="0"/>
      <p:bldP spid="3" grpId="0" animBg="1"/>
      <p:bldP spid="14" grpId="0" animBg="1"/>
      <p:bldP spid="16" grpId="0" animBg="1"/>
      <p:bldP spid="17" grpId="0"/>
      <p:bldP spid="18" grpId="0"/>
      <p:bldP spid="20" grpId="0"/>
      <p:bldP spid="21" grpId="0"/>
      <p:bldP spid="24" grpId="0" animBg="1"/>
      <p:bldP spid="28" grpId="0"/>
      <p:bldP spid="29" grpId="0"/>
      <p:bldP spid="30" grpId="0"/>
      <p:bldP spid="31" grpId="0"/>
      <p:bldP spid="32" grpId="0"/>
      <p:bldP spid="35" grpId="0"/>
      <p:bldP spid="36" grpId="0" animBg="1"/>
      <p:bldP spid="37" grpId="0"/>
      <p:bldP spid="38" grpId="0"/>
      <p:bldP spid="40"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1E65D392-F73E-7346-A8A4-6A3239EBF383}"/>
              </a:ext>
            </a:extLst>
          </p:cNvPr>
          <p:cNvSpPr txBox="1"/>
          <p:nvPr/>
        </p:nvSpPr>
        <p:spPr>
          <a:xfrm>
            <a:off x="42604" y="953351"/>
            <a:ext cx="9058792" cy="307777"/>
          </a:xfrm>
          <a:prstGeom prst="rect">
            <a:avLst/>
          </a:prstGeom>
          <a:noFill/>
        </p:spPr>
        <p:txBody>
          <a:bodyPr wrap="square" lIns="36000" tIns="0" rIns="0" bIns="0" rtlCol="0">
            <a:spAutoFit/>
          </a:bodyPr>
          <a:lstStyle/>
          <a:p>
            <a:pPr algn="ctr">
              <a:defRPr/>
            </a:pPr>
            <a:r>
              <a:rPr lang="en-GB" altLang="en-US" sz="2000" dirty="0"/>
              <a:t>Once you identify the </a:t>
            </a:r>
            <a:r>
              <a:rPr lang="en-GB" altLang="en-US" sz="2000" b="1" dirty="0"/>
              <a:t>cross-section </a:t>
            </a:r>
            <a:r>
              <a:rPr lang="en-GB" altLang="en-US" sz="2000" dirty="0"/>
              <a:t>and </a:t>
            </a:r>
            <a:r>
              <a:rPr lang="en-GB" altLang="en-US" sz="2000" b="1" dirty="0"/>
              <a:t>length</a:t>
            </a:r>
            <a:r>
              <a:rPr lang="en-GB" altLang="en-US" sz="2000" dirty="0"/>
              <a:t> find the </a:t>
            </a:r>
            <a:r>
              <a:rPr lang="en-GB" altLang="en-US" sz="2000" b="1" dirty="0"/>
              <a:t>volume</a:t>
            </a:r>
            <a:r>
              <a:rPr lang="en-GB" altLang="en-US" sz="2000" dirty="0"/>
              <a:t> by…</a:t>
            </a:r>
          </a:p>
        </p:txBody>
      </p:sp>
      <p:cxnSp>
        <p:nvCxnSpPr>
          <p:cNvPr id="12" name="Straight Connector 11">
            <a:extLst>
              <a:ext uri="{FF2B5EF4-FFF2-40B4-BE49-F238E27FC236}">
                <a16:creationId xmlns:a16="http://schemas.microsoft.com/office/drawing/2014/main" id="{14CFDB6D-BA7D-FF4A-9461-8AE352764DA6}"/>
              </a:ext>
            </a:extLst>
          </p:cNvPr>
          <p:cNvCxnSpPr>
            <a:cxnSpLocks/>
          </p:cNvCxnSpPr>
          <p:nvPr/>
        </p:nvCxnSpPr>
        <p:spPr>
          <a:xfrm flipH="1">
            <a:off x="0" y="1702162"/>
            <a:ext cx="9144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3" name="TextBox 122">
            <a:extLst>
              <a:ext uri="{FF2B5EF4-FFF2-40B4-BE49-F238E27FC236}">
                <a16:creationId xmlns:a16="http://schemas.microsoft.com/office/drawing/2014/main" id="{88F68324-D1E7-FF4C-BFB3-656F3A5B7B9C}"/>
              </a:ext>
            </a:extLst>
          </p:cNvPr>
          <p:cNvSpPr txBox="1"/>
          <p:nvPr/>
        </p:nvSpPr>
        <p:spPr>
          <a:xfrm>
            <a:off x="45916" y="1773749"/>
            <a:ext cx="513302" cy="276999"/>
          </a:xfrm>
          <a:prstGeom prst="rect">
            <a:avLst/>
          </a:prstGeom>
          <a:noFill/>
        </p:spPr>
        <p:txBody>
          <a:bodyPr wrap="square" lIns="36000" tIns="0" rIns="0" bIns="0" rtlCol="0">
            <a:spAutoFit/>
          </a:bodyPr>
          <a:lstStyle/>
          <a:p>
            <a:r>
              <a:rPr lang="en-GB" sz="1800" b="1" dirty="0"/>
              <a:t>Ex2</a:t>
            </a:r>
          </a:p>
        </p:txBody>
      </p:sp>
      <p:sp>
        <p:nvSpPr>
          <p:cNvPr id="124" name="TextBox 123">
            <a:extLst>
              <a:ext uri="{FF2B5EF4-FFF2-40B4-BE49-F238E27FC236}">
                <a16:creationId xmlns:a16="http://schemas.microsoft.com/office/drawing/2014/main" id="{C55FC62E-F3FD-BC4E-8178-09A71A901A90}"/>
              </a:ext>
            </a:extLst>
          </p:cNvPr>
          <p:cNvSpPr txBox="1"/>
          <p:nvPr/>
        </p:nvSpPr>
        <p:spPr>
          <a:xfrm>
            <a:off x="481945" y="1773749"/>
            <a:ext cx="3907175" cy="276999"/>
          </a:xfrm>
          <a:prstGeom prst="rect">
            <a:avLst/>
          </a:prstGeom>
          <a:noFill/>
        </p:spPr>
        <p:txBody>
          <a:bodyPr wrap="square" lIns="36000" tIns="0" rIns="0" bIns="0" rtlCol="0">
            <a:spAutoFit/>
          </a:bodyPr>
          <a:lstStyle/>
          <a:p>
            <a:pPr>
              <a:defRPr/>
            </a:pPr>
            <a:r>
              <a:rPr lang="en-GB" altLang="en-US" sz="1800" dirty="0"/>
              <a:t>Find the volume of the pentagonal prism.</a:t>
            </a:r>
            <a:endParaRPr lang="en-GB" altLang="en-US" sz="1800" baseline="30000" dirty="0"/>
          </a:p>
        </p:txBody>
      </p:sp>
      <p:cxnSp>
        <p:nvCxnSpPr>
          <p:cNvPr id="7" name="Straight Connector 6">
            <a:extLst>
              <a:ext uri="{FF2B5EF4-FFF2-40B4-BE49-F238E27FC236}">
                <a16:creationId xmlns:a16="http://schemas.microsoft.com/office/drawing/2014/main" id="{E958C6B4-897E-C347-8CAD-D11A3B1A9F2E}"/>
              </a:ext>
            </a:extLst>
          </p:cNvPr>
          <p:cNvCxnSpPr>
            <a:cxnSpLocks/>
          </p:cNvCxnSpPr>
          <p:nvPr/>
        </p:nvCxnSpPr>
        <p:spPr>
          <a:xfrm flipV="1">
            <a:off x="4572000" y="1709532"/>
            <a:ext cx="0" cy="27960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AC59B68E-EC19-0C42-8D64-0516AC96CDE9}"/>
              </a:ext>
            </a:extLst>
          </p:cNvPr>
          <p:cNvSpPr txBox="1"/>
          <p:nvPr/>
        </p:nvSpPr>
        <p:spPr>
          <a:xfrm>
            <a:off x="4617916" y="1773749"/>
            <a:ext cx="513302" cy="276999"/>
          </a:xfrm>
          <a:prstGeom prst="rect">
            <a:avLst/>
          </a:prstGeom>
          <a:noFill/>
        </p:spPr>
        <p:txBody>
          <a:bodyPr wrap="square" lIns="36000" tIns="0" rIns="0" bIns="0" rtlCol="0">
            <a:spAutoFit/>
          </a:bodyPr>
          <a:lstStyle/>
          <a:p>
            <a:r>
              <a:rPr lang="en-GB" sz="1800" b="1" dirty="0"/>
              <a:t>Ex3</a:t>
            </a:r>
          </a:p>
        </p:txBody>
      </p:sp>
      <p:sp>
        <p:nvSpPr>
          <p:cNvPr id="42" name="TextBox 41">
            <a:extLst>
              <a:ext uri="{FF2B5EF4-FFF2-40B4-BE49-F238E27FC236}">
                <a16:creationId xmlns:a16="http://schemas.microsoft.com/office/drawing/2014/main" id="{232C7569-A076-C74B-B318-15B76D50E606}"/>
              </a:ext>
            </a:extLst>
          </p:cNvPr>
          <p:cNvSpPr txBox="1"/>
          <p:nvPr/>
        </p:nvSpPr>
        <p:spPr>
          <a:xfrm>
            <a:off x="5053945" y="1773749"/>
            <a:ext cx="3907175" cy="276999"/>
          </a:xfrm>
          <a:prstGeom prst="rect">
            <a:avLst/>
          </a:prstGeom>
          <a:noFill/>
        </p:spPr>
        <p:txBody>
          <a:bodyPr wrap="square" lIns="36000" tIns="0" rIns="0" bIns="0" rtlCol="0">
            <a:spAutoFit/>
          </a:bodyPr>
          <a:lstStyle/>
          <a:p>
            <a:pPr>
              <a:defRPr/>
            </a:pPr>
            <a:r>
              <a:rPr lang="en-GB" altLang="en-US" sz="1800" dirty="0"/>
              <a:t>Find the volume of the triangular prism.</a:t>
            </a:r>
            <a:endParaRPr lang="en-GB" altLang="en-US" sz="1800" baseline="30000"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6D7E265-EDC6-654C-9877-EA9FD6B2B1CC}"/>
                  </a:ext>
                </a:extLst>
              </p:cNvPr>
              <p:cNvSpPr txBox="1"/>
              <p:nvPr/>
            </p:nvSpPr>
            <p:spPr>
              <a:xfrm>
                <a:off x="1782866" y="1294164"/>
                <a:ext cx="5578269" cy="307777"/>
              </a:xfrm>
              <a:prstGeom prst="rect">
                <a:avLst/>
              </a:prstGeom>
              <a:solidFill>
                <a:schemeClr val="accent3"/>
              </a:solidFill>
            </p:spPr>
            <p:txBody>
              <a:bodyPr wrap="square" lIns="36000" tIns="0" rIns="0" bIns="0" rtlCol="0">
                <a:spAutoFit/>
              </a:bodyPr>
              <a:lstStyle/>
              <a:p>
                <a:pPr algn="ctr">
                  <a:defRPr/>
                </a:pPr>
                <a:r>
                  <a:rPr lang="en-GB" altLang="en-US" sz="2000" b="1" dirty="0"/>
                  <a:t>Volume of a prism </a:t>
                </a:r>
                <a14:m>
                  <m:oMath xmlns:m="http://schemas.openxmlformats.org/officeDocument/2006/math">
                    <m:r>
                      <a:rPr lang="en-GB" altLang="en-US" sz="2000" b="1" i="1" smtClean="0">
                        <a:latin typeface="Cambria Math" panose="02040503050406030204" pitchFamily="18" charset="0"/>
                      </a:rPr>
                      <m:t>=</m:t>
                    </m:r>
                  </m:oMath>
                </a14:m>
                <a:r>
                  <a:rPr lang="en-GB" altLang="en-US" sz="2000" b="1" dirty="0"/>
                  <a:t> Area of cross-section </a:t>
                </a:r>
                <a14:m>
                  <m:oMath xmlns:m="http://schemas.openxmlformats.org/officeDocument/2006/math">
                    <m:r>
                      <a:rPr lang="en-GB" altLang="en-US" sz="2000" b="1" i="1" smtClean="0">
                        <a:latin typeface="Cambria Math" panose="02040503050406030204" pitchFamily="18" charset="0"/>
                      </a:rPr>
                      <m:t>×</m:t>
                    </m:r>
                  </m:oMath>
                </a14:m>
                <a:r>
                  <a:rPr lang="en-GB" altLang="en-US" sz="2000" b="1" dirty="0"/>
                  <a:t> length</a:t>
                </a:r>
              </a:p>
            </p:txBody>
          </p:sp>
        </mc:Choice>
        <mc:Fallback xmlns="">
          <p:sp>
            <p:nvSpPr>
              <p:cNvPr id="19" name="TextBox 18">
                <a:extLst>
                  <a:ext uri="{FF2B5EF4-FFF2-40B4-BE49-F238E27FC236}">
                    <a16:creationId xmlns:a16="http://schemas.microsoft.com/office/drawing/2014/main" id="{06D7E265-EDC6-654C-9877-EA9FD6B2B1CC}"/>
                  </a:ext>
                </a:extLst>
              </p:cNvPr>
              <p:cNvSpPr txBox="1">
                <a:spLocks noRot="1" noChangeAspect="1" noMove="1" noResize="1" noEditPoints="1" noAdjustHandles="1" noChangeArrowheads="1" noChangeShapeType="1" noTextEdit="1"/>
              </p:cNvSpPr>
              <p:nvPr/>
            </p:nvSpPr>
            <p:spPr>
              <a:xfrm>
                <a:off x="1782866" y="1294164"/>
                <a:ext cx="5578269" cy="307777"/>
              </a:xfrm>
              <a:prstGeom prst="rect">
                <a:avLst/>
              </a:prstGeom>
              <a:blipFill>
                <a:blip r:embed="rId3"/>
                <a:stretch>
                  <a:fillRect l="-454" t="-24000" r="-1134" b="-48000"/>
                </a:stretch>
              </a:blipFill>
            </p:spPr>
            <p:txBody>
              <a:bodyPr/>
              <a:lstStyle/>
              <a:p>
                <a:r>
                  <a:rPr lang="en-GB">
                    <a:noFill/>
                  </a:rPr>
                  <a:t> </a:t>
                </a:r>
              </a:p>
            </p:txBody>
          </p:sp>
        </mc:Fallback>
      </mc:AlternateContent>
      <p:sp>
        <p:nvSpPr>
          <p:cNvPr id="3" name="Rectangle 2">
            <a:extLst>
              <a:ext uri="{FF2B5EF4-FFF2-40B4-BE49-F238E27FC236}">
                <a16:creationId xmlns:a16="http://schemas.microsoft.com/office/drawing/2014/main" id="{09ACBAEE-0480-B343-9158-340D1DB76133}"/>
              </a:ext>
            </a:extLst>
          </p:cNvPr>
          <p:cNvSpPr/>
          <p:nvPr/>
        </p:nvSpPr>
        <p:spPr>
          <a:xfrm>
            <a:off x="4036741" y="1242960"/>
            <a:ext cx="3449444" cy="44477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0BB4AC7E-89D2-0B47-8B00-E3C205C996C4}"/>
              </a:ext>
            </a:extLst>
          </p:cNvPr>
          <p:cNvSpPr/>
          <p:nvPr/>
        </p:nvSpPr>
        <p:spPr>
          <a:xfrm rot="16200000">
            <a:off x="-96068" y="2291200"/>
            <a:ext cx="683202" cy="202298"/>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dirty="0">
                <a:solidFill>
                  <a:schemeClr val="tx1"/>
                </a:solidFill>
              </a:rPr>
              <a:t>Solution</a:t>
            </a:r>
          </a:p>
        </p:txBody>
      </p:sp>
      <p:pic>
        <p:nvPicPr>
          <p:cNvPr id="13" name="Picture 12">
            <a:extLst>
              <a:ext uri="{FF2B5EF4-FFF2-40B4-BE49-F238E27FC236}">
                <a16:creationId xmlns:a16="http://schemas.microsoft.com/office/drawing/2014/main" id="{ABB29EBA-6305-0F4B-9209-EB96692703B6}"/>
              </a:ext>
            </a:extLst>
          </p:cNvPr>
          <p:cNvPicPr>
            <a:picLocks noChangeAspect="1"/>
          </p:cNvPicPr>
          <p:nvPr/>
        </p:nvPicPr>
        <p:blipFill>
          <a:blip r:embed="rId4"/>
          <a:stretch>
            <a:fillRect/>
          </a:stretch>
        </p:blipFill>
        <p:spPr>
          <a:xfrm>
            <a:off x="1262016" y="2122334"/>
            <a:ext cx="2347035" cy="1493199"/>
          </a:xfrm>
          <a:prstGeom prst="rect">
            <a:avLst/>
          </a:prstGeom>
        </p:spPr>
      </p:pic>
      <p:pic>
        <p:nvPicPr>
          <p:cNvPr id="15" name="Picture 14">
            <a:extLst>
              <a:ext uri="{FF2B5EF4-FFF2-40B4-BE49-F238E27FC236}">
                <a16:creationId xmlns:a16="http://schemas.microsoft.com/office/drawing/2014/main" id="{F1F47118-E281-5B47-A226-C2FD5C075B9F}"/>
              </a:ext>
            </a:extLst>
          </p:cNvPr>
          <p:cNvPicPr>
            <a:picLocks noChangeAspect="1"/>
          </p:cNvPicPr>
          <p:nvPr/>
        </p:nvPicPr>
        <p:blipFill>
          <a:blip r:embed="rId5"/>
          <a:stretch>
            <a:fillRect/>
          </a:stretch>
        </p:blipFill>
        <p:spPr>
          <a:xfrm>
            <a:off x="1262019" y="2122334"/>
            <a:ext cx="2347032" cy="1493197"/>
          </a:xfrm>
          <a:prstGeom prst="rect">
            <a:avLst/>
          </a:prstGeom>
        </p:spPr>
      </p:pic>
      <p:sp>
        <p:nvSpPr>
          <p:cNvPr id="16" name="Rectangle 15">
            <a:extLst>
              <a:ext uri="{FF2B5EF4-FFF2-40B4-BE49-F238E27FC236}">
                <a16:creationId xmlns:a16="http://schemas.microsoft.com/office/drawing/2014/main" id="{827DF7C0-66B3-C44D-84F6-8FEEA928B278}"/>
              </a:ext>
            </a:extLst>
          </p:cNvPr>
          <p:cNvSpPr/>
          <p:nvPr/>
        </p:nvSpPr>
        <p:spPr>
          <a:xfrm rot="16200000">
            <a:off x="4475933" y="2291200"/>
            <a:ext cx="683202" cy="202298"/>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dirty="0">
                <a:solidFill>
                  <a:schemeClr val="tx1"/>
                </a:solidFill>
              </a:rPr>
              <a:t>Solution</a:t>
            </a:r>
          </a:p>
        </p:txBody>
      </p:sp>
      <p:sp>
        <p:nvSpPr>
          <p:cNvPr id="17" name="TextBox 16">
            <a:extLst>
              <a:ext uri="{FF2B5EF4-FFF2-40B4-BE49-F238E27FC236}">
                <a16:creationId xmlns:a16="http://schemas.microsoft.com/office/drawing/2014/main" id="{D83C3884-9ADB-9F4B-A3E0-6A641288427B}"/>
              </a:ext>
            </a:extLst>
          </p:cNvPr>
          <p:cNvSpPr txBox="1"/>
          <p:nvPr/>
        </p:nvSpPr>
        <p:spPr>
          <a:xfrm>
            <a:off x="1404810" y="2868933"/>
            <a:ext cx="910822" cy="492443"/>
          </a:xfrm>
          <a:prstGeom prst="rect">
            <a:avLst/>
          </a:prstGeom>
          <a:noFill/>
        </p:spPr>
        <p:txBody>
          <a:bodyPr wrap="square" lIns="0" tIns="0" rIns="0" bIns="0" rtlCol="0" anchor="ctr" anchorCtr="0">
            <a:spAutoFit/>
          </a:bodyPr>
          <a:lstStyle/>
          <a:p>
            <a:pPr algn="ctr">
              <a:defRPr/>
            </a:pPr>
            <a:r>
              <a:rPr lang="en-GB" altLang="en-US" sz="1600" b="1" dirty="0"/>
              <a:t>Area </a:t>
            </a:r>
          </a:p>
          <a:p>
            <a:pPr algn="ctr">
              <a:defRPr/>
            </a:pPr>
            <a:r>
              <a:rPr lang="en-GB" altLang="en-US" sz="1600" dirty="0"/>
              <a:t>12cm</a:t>
            </a:r>
            <a:r>
              <a:rPr lang="en-GB" altLang="en-US" sz="1600" baseline="30000" dirty="0"/>
              <a:t>2</a:t>
            </a:r>
          </a:p>
        </p:txBody>
      </p:sp>
      <p:sp>
        <p:nvSpPr>
          <p:cNvPr id="18" name="TextBox 17">
            <a:extLst>
              <a:ext uri="{FF2B5EF4-FFF2-40B4-BE49-F238E27FC236}">
                <a16:creationId xmlns:a16="http://schemas.microsoft.com/office/drawing/2014/main" id="{B65E5F5A-1791-C14B-BC74-3A6FD499A306}"/>
              </a:ext>
            </a:extLst>
          </p:cNvPr>
          <p:cNvSpPr txBox="1"/>
          <p:nvPr/>
        </p:nvSpPr>
        <p:spPr>
          <a:xfrm>
            <a:off x="2483787" y="3414319"/>
            <a:ext cx="910822" cy="246221"/>
          </a:xfrm>
          <a:prstGeom prst="rect">
            <a:avLst/>
          </a:prstGeom>
          <a:noFill/>
        </p:spPr>
        <p:txBody>
          <a:bodyPr wrap="square" lIns="0" tIns="0" rIns="0" bIns="0" rtlCol="0" anchor="ctr" anchorCtr="0">
            <a:spAutoFit/>
          </a:bodyPr>
          <a:lstStyle/>
          <a:p>
            <a:pPr algn="ctr">
              <a:defRPr/>
            </a:pPr>
            <a:r>
              <a:rPr lang="en-GB" altLang="en-US" sz="1600" dirty="0"/>
              <a:t>7cm</a:t>
            </a:r>
            <a:endParaRPr lang="en-GB" altLang="en-US" sz="1600" baseline="30000" dirty="0"/>
          </a:p>
        </p:txBody>
      </p:sp>
      <p:pic>
        <p:nvPicPr>
          <p:cNvPr id="25" name="Picture 24">
            <a:extLst>
              <a:ext uri="{FF2B5EF4-FFF2-40B4-BE49-F238E27FC236}">
                <a16:creationId xmlns:a16="http://schemas.microsoft.com/office/drawing/2014/main" id="{24B54F08-3B66-D84B-983D-ABF893186EE2}"/>
              </a:ext>
            </a:extLst>
          </p:cNvPr>
          <p:cNvPicPr>
            <a:picLocks noChangeAspect="1"/>
          </p:cNvPicPr>
          <p:nvPr/>
        </p:nvPicPr>
        <p:blipFill>
          <a:blip r:embed="rId6"/>
          <a:stretch>
            <a:fillRect/>
          </a:stretch>
        </p:blipFill>
        <p:spPr>
          <a:xfrm>
            <a:off x="5818727" y="1982235"/>
            <a:ext cx="2451771" cy="1559834"/>
          </a:xfrm>
          <a:prstGeom prst="rect">
            <a:avLst/>
          </a:prstGeom>
        </p:spPr>
      </p:pic>
      <p:pic>
        <p:nvPicPr>
          <p:cNvPr id="26" name="Picture 25">
            <a:extLst>
              <a:ext uri="{FF2B5EF4-FFF2-40B4-BE49-F238E27FC236}">
                <a16:creationId xmlns:a16="http://schemas.microsoft.com/office/drawing/2014/main" id="{B22D353B-E592-7143-AC96-BFD888DCB57A}"/>
              </a:ext>
            </a:extLst>
          </p:cNvPr>
          <p:cNvPicPr>
            <a:picLocks noChangeAspect="1"/>
          </p:cNvPicPr>
          <p:nvPr/>
        </p:nvPicPr>
        <p:blipFill>
          <a:blip r:embed="rId7"/>
          <a:stretch>
            <a:fillRect/>
          </a:stretch>
        </p:blipFill>
        <p:spPr>
          <a:xfrm>
            <a:off x="5818730" y="1982235"/>
            <a:ext cx="2451768" cy="1559832"/>
          </a:xfrm>
          <a:prstGeom prst="rect">
            <a:avLst/>
          </a:prstGeom>
        </p:spPr>
      </p:pic>
      <p:sp>
        <p:nvSpPr>
          <p:cNvPr id="28" name="TextBox 27">
            <a:extLst>
              <a:ext uri="{FF2B5EF4-FFF2-40B4-BE49-F238E27FC236}">
                <a16:creationId xmlns:a16="http://schemas.microsoft.com/office/drawing/2014/main" id="{68BD37D9-9D00-A842-B44A-FA25B70FBEBE}"/>
              </a:ext>
            </a:extLst>
          </p:cNvPr>
          <p:cNvSpPr txBox="1"/>
          <p:nvPr/>
        </p:nvSpPr>
        <p:spPr>
          <a:xfrm>
            <a:off x="7302952" y="3217535"/>
            <a:ext cx="910822" cy="246221"/>
          </a:xfrm>
          <a:prstGeom prst="rect">
            <a:avLst/>
          </a:prstGeom>
          <a:noFill/>
        </p:spPr>
        <p:txBody>
          <a:bodyPr wrap="square" lIns="0" tIns="0" rIns="0" bIns="0" rtlCol="0" anchor="ctr" anchorCtr="0">
            <a:spAutoFit/>
          </a:bodyPr>
          <a:lstStyle/>
          <a:p>
            <a:pPr algn="ctr">
              <a:defRPr/>
            </a:pPr>
            <a:r>
              <a:rPr lang="en-GB" altLang="en-US" sz="1600" dirty="0"/>
              <a:t>14cm</a:t>
            </a:r>
            <a:endParaRPr lang="en-GB" altLang="en-US" sz="1600" baseline="30000" dirty="0"/>
          </a:p>
        </p:txBody>
      </p:sp>
      <p:cxnSp>
        <p:nvCxnSpPr>
          <p:cNvPr id="4" name="Straight Arrow Connector 3">
            <a:extLst>
              <a:ext uri="{FF2B5EF4-FFF2-40B4-BE49-F238E27FC236}">
                <a16:creationId xmlns:a16="http://schemas.microsoft.com/office/drawing/2014/main" id="{C0E3280A-AB8D-3445-882A-1549E0837C75}"/>
              </a:ext>
            </a:extLst>
          </p:cNvPr>
          <p:cNvCxnSpPr/>
          <p:nvPr/>
        </p:nvCxnSpPr>
        <p:spPr>
          <a:xfrm>
            <a:off x="5818726" y="2470179"/>
            <a:ext cx="0" cy="949069"/>
          </a:xfrm>
          <a:prstGeom prst="straightConnector1">
            <a:avLst/>
          </a:prstGeom>
          <a:ln w="19050">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8B73DDD5-2F81-8540-827D-F6C7830E67DB}"/>
              </a:ext>
            </a:extLst>
          </p:cNvPr>
          <p:cNvSpPr txBox="1"/>
          <p:nvPr/>
        </p:nvSpPr>
        <p:spPr>
          <a:xfrm>
            <a:off x="5388016" y="2829276"/>
            <a:ext cx="430708" cy="246221"/>
          </a:xfrm>
          <a:prstGeom prst="rect">
            <a:avLst/>
          </a:prstGeom>
          <a:noFill/>
        </p:spPr>
        <p:txBody>
          <a:bodyPr wrap="square" lIns="0" tIns="0" rIns="0" bIns="0" rtlCol="0" anchor="ctr" anchorCtr="0">
            <a:spAutoFit/>
          </a:bodyPr>
          <a:lstStyle/>
          <a:p>
            <a:pPr algn="ctr">
              <a:defRPr/>
            </a:pPr>
            <a:r>
              <a:rPr lang="en-GB" altLang="en-US" sz="1600" dirty="0"/>
              <a:t>8cm</a:t>
            </a:r>
            <a:endParaRPr lang="en-GB" altLang="en-US" sz="1600" baseline="30000" dirty="0"/>
          </a:p>
        </p:txBody>
      </p:sp>
      <p:sp>
        <p:nvSpPr>
          <p:cNvPr id="32" name="TextBox 31">
            <a:extLst>
              <a:ext uri="{FF2B5EF4-FFF2-40B4-BE49-F238E27FC236}">
                <a16:creationId xmlns:a16="http://schemas.microsoft.com/office/drawing/2014/main" id="{1D1EE208-38A8-BB4E-8A4D-C1D0618A48D7}"/>
              </a:ext>
            </a:extLst>
          </p:cNvPr>
          <p:cNvSpPr txBox="1"/>
          <p:nvPr/>
        </p:nvSpPr>
        <p:spPr>
          <a:xfrm>
            <a:off x="6237411" y="3414319"/>
            <a:ext cx="430708" cy="246221"/>
          </a:xfrm>
          <a:prstGeom prst="rect">
            <a:avLst/>
          </a:prstGeom>
          <a:noFill/>
        </p:spPr>
        <p:txBody>
          <a:bodyPr wrap="square" lIns="0" tIns="0" rIns="0" bIns="0" rtlCol="0" anchor="ctr" anchorCtr="0">
            <a:spAutoFit/>
          </a:bodyPr>
          <a:lstStyle/>
          <a:p>
            <a:pPr algn="ctr">
              <a:defRPr/>
            </a:pPr>
            <a:r>
              <a:rPr lang="en-GB" altLang="en-US" sz="1600" dirty="0"/>
              <a:t>5cm</a:t>
            </a:r>
            <a:endParaRPr lang="en-GB" altLang="en-US" sz="1600" baseline="30000" dirty="0"/>
          </a:p>
        </p:txBody>
      </p:sp>
      <p:cxnSp>
        <p:nvCxnSpPr>
          <p:cNvPr id="33" name="Straight Arrow Connector 32">
            <a:extLst>
              <a:ext uri="{FF2B5EF4-FFF2-40B4-BE49-F238E27FC236}">
                <a16:creationId xmlns:a16="http://schemas.microsoft.com/office/drawing/2014/main" id="{630147A2-BDB7-CF45-85C8-7EC51DA94847}"/>
              </a:ext>
            </a:extLst>
          </p:cNvPr>
          <p:cNvCxnSpPr>
            <a:cxnSpLocks/>
          </p:cNvCxnSpPr>
          <p:nvPr/>
        </p:nvCxnSpPr>
        <p:spPr>
          <a:xfrm flipH="1">
            <a:off x="6029953" y="3886091"/>
            <a:ext cx="466309" cy="0"/>
          </a:xfrm>
          <a:prstGeom prst="straightConnector1">
            <a:avLst/>
          </a:prstGeom>
          <a:ln w="12700">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FB39588F-98F5-A44C-B37C-B418FFA5A940}"/>
              </a:ext>
            </a:extLst>
          </p:cNvPr>
          <p:cNvSpPr txBox="1"/>
          <p:nvPr/>
        </p:nvSpPr>
        <p:spPr>
          <a:xfrm>
            <a:off x="6183856" y="3859157"/>
            <a:ext cx="158502" cy="246221"/>
          </a:xfrm>
          <a:prstGeom prst="rect">
            <a:avLst/>
          </a:prstGeom>
          <a:noFill/>
        </p:spPr>
        <p:txBody>
          <a:bodyPr wrap="square" lIns="0" tIns="0" rIns="0" bIns="0" rtlCol="0" anchor="ctr" anchorCtr="0">
            <a:spAutoFit/>
          </a:bodyPr>
          <a:lstStyle/>
          <a:p>
            <a:pPr algn="ctr">
              <a:defRPr/>
            </a:pPr>
            <a:r>
              <a:rPr lang="en-GB" altLang="en-US" sz="1600" dirty="0"/>
              <a:t>2</a:t>
            </a:r>
          </a:p>
        </p:txBody>
      </p:sp>
      <p:sp>
        <p:nvSpPr>
          <p:cNvPr id="40" name="Rectangle 39">
            <a:extLst>
              <a:ext uri="{FF2B5EF4-FFF2-40B4-BE49-F238E27FC236}">
                <a16:creationId xmlns:a16="http://schemas.microsoft.com/office/drawing/2014/main" id="{8632579C-4BA8-CC40-B303-E5E85B6AFD51}"/>
              </a:ext>
            </a:extLst>
          </p:cNvPr>
          <p:cNvSpPr/>
          <p:nvPr/>
        </p:nvSpPr>
        <p:spPr>
          <a:xfrm>
            <a:off x="6004610" y="3676650"/>
            <a:ext cx="570816" cy="397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41915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3"/>
                                        </p:tgtEl>
                                        <p:attrNameLst>
                                          <p:attrName>style.visibility</p:attrName>
                                        </p:attrNameLst>
                                      </p:cBhvr>
                                      <p:to>
                                        <p:strVal val="visible"/>
                                      </p:to>
                                    </p:set>
                                    <p:animEffect transition="in" filter="dissolve">
                                      <p:cBhvr>
                                        <p:cTn id="12" dur="500"/>
                                        <p:tgtEl>
                                          <p:spTgt spid="123"/>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124"/>
                                        </p:tgtEl>
                                        <p:attrNameLst>
                                          <p:attrName>style.visibility</p:attrName>
                                        </p:attrNameLst>
                                      </p:cBhvr>
                                      <p:to>
                                        <p:strVal val="visible"/>
                                      </p:to>
                                    </p:set>
                                    <p:animEffect transition="in" filter="dissolve">
                                      <p:cBhvr>
                                        <p:cTn id="15" dur="500"/>
                                        <p:tgtEl>
                                          <p:spTgt spid="124"/>
                                        </p:tgtEl>
                                      </p:cBhvr>
                                    </p:animEffect>
                                  </p:childTnLst>
                                </p:cTn>
                              </p:par>
                              <p:par>
                                <p:cTn id="16" presetID="9"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dissolve">
                                      <p:cBhvr>
                                        <p:cTn id="18" dur="500"/>
                                        <p:tgtEl>
                                          <p:spTgt spid="13"/>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dissolve">
                                      <p:cBhvr>
                                        <p:cTn id="21" dur="500"/>
                                        <p:tgtEl>
                                          <p:spTgt spid="14"/>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dissolve">
                                      <p:cBhvr>
                                        <p:cTn id="24" dur="500"/>
                                        <p:tgtEl>
                                          <p:spTgt spid="17"/>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dissolve">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dissolve">
                                      <p:cBhvr>
                                        <p:cTn id="32" dur="5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up)">
                                      <p:cBhvr>
                                        <p:cTn id="37" dur="500"/>
                                        <p:tgtEl>
                                          <p:spTgt spid="7"/>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41"/>
                                        </p:tgtEl>
                                        <p:attrNameLst>
                                          <p:attrName>style.visibility</p:attrName>
                                        </p:attrNameLst>
                                      </p:cBhvr>
                                      <p:to>
                                        <p:strVal val="visible"/>
                                      </p:to>
                                    </p:set>
                                    <p:animEffect transition="in" filter="dissolve">
                                      <p:cBhvr>
                                        <p:cTn id="40" dur="500"/>
                                        <p:tgtEl>
                                          <p:spTgt spid="41"/>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42"/>
                                        </p:tgtEl>
                                        <p:attrNameLst>
                                          <p:attrName>style.visibility</p:attrName>
                                        </p:attrNameLst>
                                      </p:cBhvr>
                                      <p:to>
                                        <p:strVal val="visible"/>
                                      </p:to>
                                    </p:set>
                                    <p:animEffect transition="in" filter="dissolve">
                                      <p:cBhvr>
                                        <p:cTn id="43" dur="500"/>
                                        <p:tgtEl>
                                          <p:spTgt spid="42"/>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dissolve">
                                      <p:cBhvr>
                                        <p:cTn id="46" dur="500"/>
                                        <p:tgtEl>
                                          <p:spTgt spid="16"/>
                                        </p:tgtEl>
                                      </p:cBhvr>
                                    </p:animEffect>
                                  </p:childTnLst>
                                </p:cTn>
                              </p:par>
                              <p:par>
                                <p:cTn id="47" presetID="9" presetClass="entr" presetSubtype="0" fill="hold" nodeType="with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dissolve">
                                      <p:cBhvr>
                                        <p:cTn id="49" dur="500"/>
                                        <p:tgtEl>
                                          <p:spTgt spid="25"/>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dissolve">
                                      <p:cBhvr>
                                        <p:cTn id="52" dur="500"/>
                                        <p:tgtEl>
                                          <p:spTgt spid="28"/>
                                        </p:tgtEl>
                                      </p:cBhvr>
                                    </p:animEffect>
                                  </p:childTnLst>
                                </p:cTn>
                              </p:par>
                              <p:par>
                                <p:cTn id="53" presetID="9" presetClass="entr" presetSubtype="0" fill="hold" nodeType="withEffect">
                                  <p:stCondLst>
                                    <p:cond delay="0"/>
                                  </p:stCondLst>
                                  <p:childTnLst>
                                    <p:set>
                                      <p:cBhvr>
                                        <p:cTn id="54" dur="1" fill="hold">
                                          <p:stCondLst>
                                            <p:cond delay="0"/>
                                          </p:stCondLst>
                                        </p:cTn>
                                        <p:tgtEl>
                                          <p:spTgt spid="4"/>
                                        </p:tgtEl>
                                        <p:attrNameLst>
                                          <p:attrName>style.visibility</p:attrName>
                                        </p:attrNameLst>
                                      </p:cBhvr>
                                      <p:to>
                                        <p:strVal val="visible"/>
                                      </p:to>
                                    </p:set>
                                    <p:animEffect transition="in" filter="dissolve">
                                      <p:cBhvr>
                                        <p:cTn id="55" dur="500"/>
                                        <p:tgtEl>
                                          <p:spTgt spid="4"/>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31"/>
                                        </p:tgtEl>
                                        <p:attrNameLst>
                                          <p:attrName>style.visibility</p:attrName>
                                        </p:attrNameLst>
                                      </p:cBhvr>
                                      <p:to>
                                        <p:strVal val="visible"/>
                                      </p:to>
                                    </p:set>
                                    <p:animEffect transition="in" filter="dissolve">
                                      <p:cBhvr>
                                        <p:cTn id="58" dur="500"/>
                                        <p:tgtEl>
                                          <p:spTgt spid="31"/>
                                        </p:tgtEl>
                                      </p:cBhvr>
                                    </p:animEffect>
                                  </p:childTnLst>
                                </p:cTn>
                              </p:par>
                              <p:par>
                                <p:cTn id="59" presetID="9" presetClass="entr" presetSubtype="0" fill="hold" grpId="0" nodeType="withEffect">
                                  <p:stCondLst>
                                    <p:cond delay="0"/>
                                  </p:stCondLst>
                                  <p:childTnLst>
                                    <p:set>
                                      <p:cBhvr>
                                        <p:cTn id="60" dur="1" fill="hold">
                                          <p:stCondLst>
                                            <p:cond delay="0"/>
                                          </p:stCondLst>
                                        </p:cTn>
                                        <p:tgtEl>
                                          <p:spTgt spid="32"/>
                                        </p:tgtEl>
                                        <p:attrNameLst>
                                          <p:attrName>style.visibility</p:attrName>
                                        </p:attrNameLst>
                                      </p:cBhvr>
                                      <p:to>
                                        <p:strVal val="visible"/>
                                      </p:to>
                                    </p:set>
                                    <p:animEffect transition="in" filter="dissolve">
                                      <p:cBhvr>
                                        <p:cTn id="61" dur="500"/>
                                        <p:tgtEl>
                                          <p:spTgt spid="32"/>
                                        </p:tgtEl>
                                      </p:cBhvr>
                                    </p:animEffect>
                                  </p:childTnLst>
                                </p:cTn>
                              </p:par>
                            </p:childTnLst>
                          </p:cTn>
                        </p:par>
                      </p:childTnLst>
                    </p:cTn>
                  </p:par>
                  <p:par>
                    <p:cTn id="62" fill="hold">
                      <p:stCondLst>
                        <p:cond delay="indefinite"/>
                      </p:stCondLst>
                      <p:childTnLst>
                        <p:par>
                          <p:cTn id="63" fill="hold">
                            <p:stCondLst>
                              <p:cond delay="0"/>
                            </p:stCondLst>
                            <p:childTnLst>
                              <p:par>
                                <p:cTn id="64" presetID="9" presetClass="entr" presetSubtype="0" fill="hold" nodeType="click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dissolve">
                                      <p:cBhvr>
                                        <p:cTn id="66" dur="500"/>
                                        <p:tgtEl>
                                          <p:spTgt spid="26"/>
                                        </p:tgtEl>
                                      </p:cBhvr>
                                    </p:animEffect>
                                  </p:childTnLst>
                                </p:cTn>
                              </p:par>
                              <p:par>
                                <p:cTn id="67" presetID="9" presetClass="entr" presetSubtype="0" fill="hold" nodeType="withEffect">
                                  <p:stCondLst>
                                    <p:cond delay="0"/>
                                  </p:stCondLst>
                                  <p:childTnLst>
                                    <p:set>
                                      <p:cBhvr>
                                        <p:cTn id="68" dur="1" fill="hold">
                                          <p:stCondLst>
                                            <p:cond delay="0"/>
                                          </p:stCondLst>
                                        </p:cTn>
                                        <p:tgtEl>
                                          <p:spTgt spid="33"/>
                                        </p:tgtEl>
                                        <p:attrNameLst>
                                          <p:attrName>style.visibility</p:attrName>
                                        </p:attrNameLst>
                                      </p:cBhvr>
                                      <p:to>
                                        <p:strVal val="visible"/>
                                      </p:to>
                                    </p:set>
                                    <p:animEffect transition="in" filter="dissolve">
                                      <p:cBhvr>
                                        <p:cTn id="69" dur="500"/>
                                        <p:tgtEl>
                                          <p:spTgt spid="33"/>
                                        </p:tgtEl>
                                      </p:cBhvr>
                                    </p:animEffect>
                                  </p:childTnLst>
                                </p:cTn>
                              </p:par>
                              <p:par>
                                <p:cTn id="70" presetID="9" presetClass="entr" presetSubtype="0" fill="hold" grpId="0" nodeType="withEffect">
                                  <p:stCondLst>
                                    <p:cond delay="0"/>
                                  </p:stCondLst>
                                  <p:childTnLst>
                                    <p:set>
                                      <p:cBhvr>
                                        <p:cTn id="71" dur="1" fill="hold">
                                          <p:stCondLst>
                                            <p:cond delay="0"/>
                                          </p:stCondLst>
                                        </p:cTn>
                                        <p:tgtEl>
                                          <p:spTgt spid="35"/>
                                        </p:tgtEl>
                                        <p:attrNameLst>
                                          <p:attrName>style.visibility</p:attrName>
                                        </p:attrNameLst>
                                      </p:cBhvr>
                                      <p:to>
                                        <p:strVal val="visible"/>
                                      </p:to>
                                    </p:set>
                                    <p:animEffect transition="in" filter="dissolve">
                                      <p:cBhvr>
                                        <p:cTn id="72" dur="500"/>
                                        <p:tgtEl>
                                          <p:spTgt spid="35"/>
                                        </p:tgtEl>
                                      </p:cBhvr>
                                    </p:animEffect>
                                  </p:childTnLst>
                                </p:cTn>
                              </p:par>
                            </p:childTnLst>
                          </p:cTn>
                        </p:par>
                      </p:childTnLst>
                    </p:cTn>
                  </p:par>
                  <p:par>
                    <p:cTn id="73" fill="hold">
                      <p:stCondLst>
                        <p:cond delay="indefinite"/>
                      </p:stCondLst>
                      <p:childTnLst>
                        <p:par>
                          <p:cTn id="74" fill="hold">
                            <p:stCondLst>
                              <p:cond delay="0"/>
                            </p:stCondLst>
                            <p:childTnLst>
                              <p:par>
                                <p:cTn id="75" presetID="9" presetClass="exit" presetSubtype="0" fill="hold" grpId="0" nodeType="clickEffect">
                                  <p:stCondLst>
                                    <p:cond delay="0"/>
                                  </p:stCondLst>
                                  <p:childTnLst>
                                    <p:animEffect transition="out" filter="dissolve">
                                      <p:cBhvr>
                                        <p:cTn id="76" dur="500"/>
                                        <p:tgtEl>
                                          <p:spTgt spid="40"/>
                                        </p:tgtEl>
                                      </p:cBhvr>
                                    </p:animEffect>
                                    <p:set>
                                      <p:cBhvr>
                                        <p:cTn id="77" dur="1" fill="hold">
                                          <p:stCondLst>
                                            <p:cond delay="499"/>
                                          </p:stCondLst>
                                        </p:cTn>
                                        <p:tgtEl>
                                          <p:spTgt spid="4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 grpId="0"/>
      <p:bldP spid="124" grpId="0"/>
      <p:bldP spid="41" grpId="0"/>
      <p:bldP spid="42" grpId="0"/>
      <p:bldP spid="3" grpId="0" animBg="1"/>
      <p:bldP spid="14" grpId="0" animBg="1"/>
      <p:bldP spid="16" grpId="0" animBg="1"/>
      <p:bldP spid="17" grpId="0"/>
      <p:bldP spid="18" grpId="0"/>
      <p:bldP spid="28" grpId="0"/>
      <p:bldP spid="31" grpId="0"/>
      <p:bldP spid="32" grpId="0"/>
      <p:bldP spid="35" grpId="0"/>
      <p:bldP spid="40"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2ABE230D-CE7A-5341-BB3E-18BF84C01947}"/>
              </a:ext>
            </a:extLst>
          </p:cNvPr>
          <p:cNvSpPr txBox="1"/>
          <p:nvPr/>
        </p:nvSpPr>
        <p:spPr>
          <a:xfrm>
            <a:off x="53020" y="971605"/>
            <a:ext cx="513302" cy="307777"/>
          </a:xfrm>
          <a:prstGeom prst="rect">
            <a:avLst/>
          </a:prstGeom>
          <a:noFill/>
        </p:spPr>
        <p:txBody>
          <a:bodyPr wrap="square" lIns="36000" tIns="0" rIns="0" bIns="0" rtlCol="0">
            <a:spAutoFit/>
          </a:bodyPr>
          <a:lstStyle/>
          <a:p>
            <a:r>
              <a:rPr lang="en-GB" sz="2000" b="1" dirty="0"/>
              <a:t>Q1</a:t>
            </a:r>
          </a:p>
        </p:txBody>
      </p:sp>
      <p:sp>
        <p:nvSpPr>
          <p:cNvPr id="14" name="TextBox 13">
            <a:extLst>
              <a:ext uri="{FF2B5EF4-FFF2-40B4-BE49-F238E27FC236}">
                <a16:creationId xmlns:a16="http://schemas.microsoft.com/office/drawing/2014/main" id="{EBD853E9-0DE5-F94D-9CB1-FE53B10735A5}"/>
              </a:ext>
            </a:extLst>
          </p:cNvPr>
          <p:cNvSpPr txBox="1"/>
          <p:nvPr/>
        </p:nvSpPr>
        <p:spPr>
          <a:xfrm>
            <a:off x="460174" y="971605"/>
            <a:ext cx="6915096" cy="307777"/>
          </a:xfrm>
          <a:prstGeom prst="rect">
            <a:avLst/>
          </a:prstGeom>
          <a:noFill/>
        </p:spPr>
        <p:txBody>
          <a:bodyPr wrap="square" lIns="36000" tIns="0" rIns="0" bIns="0" rtlCol="0">
            <a:spAutoFit/>
          </a:bodyPr>
          <a:lstStyle/>
          <a:p>
            <a:pPr>
              <a:defRPr/>
            </a:pPr>
            <a:r>
              <a:rPr lang="en-GB" altLang="en-US" sz="2000" dirty="0"/>
              <a:t>Work out the volume of each of the following prisms.</a:t>
            </a:r>
            <a:endParaRPr lang="en-GB" altLang="en-US" sz="2000" baseline="30000" dirty="0"/>
          </a:p>
        </p:txBody>
      </p:sp>
      <p:cxnSp>
        <p:nvCxnSpPr>
          <p:cNvPr id="101" name="Straight Connector 100">
            <a:extLst>
              <a:ext uri="{FF2B5EF4-FFF2-40B4-BE49-F238E27FC236}">
                <a16:creationId xmlns:a16="http://schemas.microsoft.com/office/drawing/2014/main" id="{AA4F1B57-B4BB-3944-B202-1A69886608EF}"/>
              </a:ext>
            </a:extLst>
          </p:cNvPr>
          <p:cNvCxnSpPr>
            <a:cxnSpLocks/>
          </p:cNvCxnSpPr>
          <p:nvPr/>
        </p:nvCxnSpPr>
        <p:spPr>
          <a:xfrm>
            <a:off x="3048000" y="1361287"/>
            <a:ext cx="0" cy="315257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533A7A0E-1FC0-2A49-A071-85C440DF4C28}"/>
              </a:ext>
            </a:extLst>
          </p:cNvPr>
          <p:cNvCxnSpPr>
            <a:cxnSpLocks/>
          </p:cNvCxnSpPr>
          <p:nvPr/>
        </p:nvCxnSpPr>
        <p:spPr>
          <a:xfrm>
            <a:off x="6096000" y="1361287"/>
            <a:ext cx="0" cy="315257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681DEFD9-5B0D-724C-B19D-A2DB7AA89A11}"/>
              </a:ext>
            </a:extLst>
          </p:cNvPr>
          <p:cNvCxnSpPr>
            <a:cxnSpLocks/>
          </p:cNvCxnSpPr>
          <p:nvPr/>
        </p:nvCxnSpPr>
        <p:spPr>
          <a:xfrm flipH="1">
            <a:off x="0" y="2937573"/>
            <a:ext cx="9144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04FB7BAC-D768-1541-BF01-438AD2F1D3D5}"/>
              </a:ext>
            </a:extLst>
          </p:cNvPr>
          <p:cNvCxnSpPr>
            <a:cxnSpLocks/>
          </p:cNvCxnSpPr>
          <p:nvPr/>
        </p:nvCxnSpPr>
        <p:spPr>
          <a:xfrm flipH="1">
            <a:off x="0" y="1361287"/>
            <a:ext cx="9144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6" name="TextBox 155">
            <a:extLst>
              <a:ext uri="{FF2B5EF4-FFF2-40B4-BE49-F238E27FC236}">
                <a16:creationId xmlns:a16="http://schemas.microsoft.com/office/drawing/2014/main" id="{E35F1BB6-D964-4F48-9C01-5B91B2C3DC48}"/>
              </a:ext>
            </a:extLst>
          </p:cNvPr>
          <p:cNvSpPr txBox="1"/>
          <p:nvPr/>
        </p:nvSpPr>
        <p:spPr>
          <a:xfrm>
            <a:off x="11769" y="1396994"/>
            <a:ext cx="513302" cy="246221"/>
          </a:xfrm>
          <a:prstGeom prst="rect">
            <a:avLst/>
          </a:prstGeom>
          <a:noFill/>
        </p:spPr>
        <p:txBody>
          <a:bodyPr wrap="square" lIns="36000" tIns="0" rIns="0" bIns="0" rtlCol="0">
            <a:spAutoFit/>
          </a:bodyPr>
          <a:lstStyle/>
          <a:p>
            <a:r>
              <a:rPr lang="en-GB" sz="1600" b="1" dirty="0"/>
              <a:t>[a]</a:t>
            </a:r>
          </a:p>
        </p:txBody>
      </p:sp>
      <p:sp>
        <p:nvSpPr>
          <p:cNvPr id="157" name="TextBox 156">
            <a:extLst>
              <a:ext uri="{FF2B5EF4-FFF2-40B4-BE49-F238E27FC236}">
                <a16:creationId xmlns:a16="http://schemas.microsoft.com/office/drawing/2014/main" id="{96CA28A0-2FD7-B24E-92A8-A4EF1F784C12}"/>
              </a:ext>
            </a:extLst>
          </p:cNvPr>
          <p:cNvSpPr txBox="1"/>
          <p:nvPr/>
        </p:nvSpPr>
        <p:spPr>
          <a:xfrm>
            <a:off x="3078103" y="1396994"/>
            <a:ext cx="513302" cy="246221"/>
          </a:xfrm>
          <a:prstGeom prst="rect">
            <a:avLst/>
          </a:prstGeom>
          <a:noFill/>
        </p:spPr>
        <p:txBody>
          <a:bodyPr wrap="square" lIns="36000" tIns="0" rIns="0" bIns="0" rtlCol="0">
            <a:spAutoFit/>
          </a:bodyPr>
          <a:lstStyle/>
          <a:p>
            <a:r>
              <a:rPr lang="en-GB" sz="1600" b="1" dirty="0"/>
              <a:t>[b]</a:t>
            </a:r>
          </a:p>
        </p:txBody>
      </p:sp>
      <p:sp>
        <p:nvSpPr>
          <p:cNvPr id="158" name="TextBox 157">
            <a:extLst>
              <a:ext uri="{FF2B5EF4-FFF2-40B4-BE49-F238E27FC236}">
                <a16:creationId xmlns:a16="http://schemas.microsoft.com/office/drawing/2014/main" id="{F51981B3-A242-E640-A21B-49A5D151D7D7}"/>
              </a:ext>
            </a:extLst>
          </p:cNvPr>
          <p:cNvSpPr txBox="1"/>
          <p:nvPr/>
        </p:nvSpPr>
        <p:spPr>
          <a:xfrm>
            <a:off x="6130686" y="1396994"/>
            <a:ext cx="513302" cy="246221"/>
          </a:xfrm>
          <a:prstGeom prst="rect">
            <a:avLst/>
          </a:prstGeom>
          <a:noFill/>
        </p:spPr>
        <p:txBody>
          <a:bodyPr wrap="square" lIns="36000" tIns="0" rIns="0" bIns="0" rtlCol="0">
            <a:spAutoFit/>
          </a:bodyPr>
          <a:lstStyle/>
          <a:p>
            <a:r>
              <a:rPr lang="en-GB" sz="1600" b="1" dirty="0"/>
              <a:t>[c]</a:t>
            </a:r>
          </a:p>
        </p:txBody>
      </p:sp>
      <p:sp>
        <p:nvSpPr>
          <p:cNvPr id="159" name="TextBox 158">
            <a:extLst>
              <a:ext uri="{FF2B5EF4-FFF2-40B4-BE49-F238E27FC236}">
                <a16:creationId xmlns:a16="http://schemas.microsoft.com/office/drawing/2014/main" id="{D719F4D0-A0F7-F74C-BB6A-36A71CD60751}"/>
              </a:ext>
            </a:extLst>
          </p:cNvPr>
          <p:cNvSpPr txBox="1"/>
          <p:nvPr/>
        </p:nvSpPr>
        <p:spPr>
          <a:xfrm>
            <a:off x="11769" y="2978231"/>
            <a:ext cx="513302" cy="246221"/>
          </a:xfrm>
          <a:prstGeom prst="rect">
            <a:avLst/>
          </a:prstGeom>
          <a:noFill/>
        </p:spPr>
        <p:txBody>
          <a:bodyPr wrap="square" lIns="36000" tIns="0" rIns="0" bIns="0" rtlCol="0">
            <a:spAutoFit/>
          </a:bodyPr>
          <a:lstStyle/>
          <a:p>
            <a:r>
              <a:rPr lang="en-GB" sz="1600" b="1" dirty="0"/>
              <a:t>[d]</a:t>
            </a:r>
          </a:p>
        </p:txBody>
      </p:sp>
      <p:sp>
        <p:nvSpPr>
          <p:cNvPr id="160" name="TextBox 159">
            <a:extLst>
              <a:ext uri="{FF2B5EF4-FFF2-40B4-BE49-F238E27FC236}">
                <a16:creationId xmlns:a16="http://schemas.microsoft.com/office/drawing/2014/main" id="{248E47D3-EEA0-384D-A4CE-805CD8A7E4F1}"/>
              </a:ext>
            </a:extLst>
          </p:cNvPr>
          <p:cNvSpPr txBox="1"/>
          <p:nvPr/>
        </p:nvSpPr>
        <p:spPr>
          <a:xfrm>
            <a:off x="3078103" y="2978231"/>
            <a:ext cx="513302" cy="246221"/>
          </a:xfrm>
          <a:prstGeom prst="rect">
            <a:avLst/>
          </a:prstGeom>
          <a:noFill/>
        </p:spPr>
        <p:txBody>
          <a:bodyPr wrap="square" lIns="36000" tIns="0" rIns="0" bIns="0" rtlCol="0">
            <a:spAutoFit/>
          </a:bodyPr>
          <a:lstStyle/>
          <a:p>
            <a:r>
              <a:rPr lang="en-GB" sz="1600" b="1" dirty="0"/>
              <a:t>[e]</a:t>
            </a:r>
          </a:p>
        </p:txBody>
      </p:sp>
      <p:sp>
        <p:nvSpPr>
          <p:cNvPr id="161" name="TextBox 160">
            <a:extLst>
              <a:ext uri="{FF2B5EF4-FFF2-40B4-BE49-F238E27FC236}">
                <a16:creationId xmlns:a16="http://schemas.microsoft.com/office/drawing/2014/main" id="{87C8DC32-CE1D-1A4A-8877-920228B081BB}"/>
              </a:ext>
            </a:extLst>
          </p:cNvPr>
          <p:cNvSpPr txBox="1"/>
          <p:nvPr/>
        </p:nvSpPr>
        <p:spPr>
          <a:xfrm>
            <a:off x="6130686" y="2978231"/>
            <a:ext cx="513302" cy="246221"/>
          </a:xfrm>
          <a:prstGeom prst="rect">
            <a:avLst/>
          </a:prstGeom>
          <a:noFill/>
        </p:spPr>
        <p:txBody>
          <a:bodyPr wrap="square" lIns="36000" tIns="0" rIns="0" bIns="0" rtlCol="0">
            <a:spAutoFit/>
          </a:bodyPr>
          <a:lstStyle/>
          <a:p>
            <a:r>
              <a:rPr lang="en-GB" sz="1600" b="1" dirty="0"/>
              <a:t>[f]</a:t>
            </a:r>
          </a:p>
        </p:txBody>
      </p:sp>
      <p:pic>
        <p:nvPicPr>
          <p:cNvPr id="4" name="Picture 3">
            <a:extLst>
              <a:ext uri="{FF2B5EF4-FFF2-40B4-BE49-F238E27FC236}">
                <a16:creationId xmlns:a16="http://schemas.microsoft.com/office/drawing/2014/main" id="{30CC45C9-50A4-A445-8A59-30FF057EBB8D}"/>
              </a:ext>
            </a:extLst>
          </p:cNvPr>
          <p:cNvPicPr>
            <a:picLocks noChangeAspect="1"/>
          </p:cNvPicPr>
          <p:nvPr/>
        </p:nvPicPr>
        <p:blipFill>
          <a:blip r:embed="rId3"/>
          <a:stretch>
            <a:fillRect/>
          </a:stretch>
        </p:blipFill>
        <p:spPr>
          <a:xfrm>
            <a:off x="344957" y="1403716"/>
            <a:ext cx="2347035" cy="1493200"/>
          </a:xfrm>
          <a:prstGeom prst="rect">
            <a:avLst/>
          </a:prstGeom>
        </p:spPr>
      </p:pic>
      <p:pic>
        <p:nvPicPr>
          <p:cNvPr id="220" name="Picture 219">
            <a:extLst>
              <a:ext uri="{FF2B5EF4-FFF2-40B4-BE49-F238E27FC236}">
                <a16:creationId xmlns:a16="http://schemas.microsoft.com/office/drawing/2014/main" id="{2ED9D0E1-94E9-DF49-87BA-CCE776A7BD14}"/>
              </a:ext>
            </a:extLst>
          </p:cNvPr>
          <p:cNvPicPr>
            <a:picLocks noChangeAspect="1"/>
          </p:cNvPicPr>
          <p:nvPr/>
        </p:nvPicPr>
        <p:blipFill>
          <a:blip r:embed="rId4"/>
          <a:stretch>
            <a:fillRect/>
          </a:stretch>
        </p:blipFill>
        <p:spPr>
          <a:xfrm>
            <a:off x="3436547" y="1403716"/>
            <a:ext cx="2347035" cy="1493199"/>
          </a:xfrm>
          <a:prstGeom prst="rect">
            <a:avLst/>
          </a:prstGeom>
        </p:spPr>
      </p:pic>
      <p:pic>
        <p:nvPicPr>
          <p:cNvPr id="221" name="Picture 220">
            <a:extLst>
              <a:ext uri="{FF2B5EF4-FFF2-40B4-BE49-F238E27FC236}">
                <a16:creationId xmlns:a16="http://schemas.microsoft.com/office/drawing/2014/main" id="{B254397B-4C8C-624A-8845-30E0E3B1E436}"/>
              </a:ext>
            </a:extLst>
          </p:cNvPr>
          <p:cNvPicPr>
            <a:picLocks noChangeAspect="1"/>
          </p:cNvPicPr>
          <p:nvPr/>
        </p:nvPicPr>
        <p:blipFill>
          <a:blip r:embed="rId5"/>
          <a:stretch>
            <a:fillRect/>
          </a:stretch>
        </p:blipFill>
        <p:spPr>
          <a:xfrm>
            <a:off x="6462605" y="1403716"/>
            <a:ext cx="2347033" cy="1493199"/>
          </a:xfrm>
          <a:prstGeom prst="rect">
            <a:avLst/>
          </a:prstGeom>
        </p:spPr>
      </p:pic>
      <p:sp>
        <p:nvSpPr>
          <p:cNvPr id="572" name="TextBox 571">
            <a:extLst>
              <a:ext uri="{FF2B5EF4-FFF2-40B4-BE49-F238E27FC236}">
                <a16:creationId xmlns:a16="http://schemas.microsoft.com/office/drawing/2014/main" id="{D65F1C6B-B8DD-E644-B080-B46C33FE2033}"/>
              </a:ext>
            </a:extLst>
          </p:cNvPr>
          <p:cNvSpPr txBox="1"/>
          <p:nvPr/>
        </p:nvSpPr>
        <p:spPr>
          <a:xfrm>
            <a:off x="3414605" y="1412234"/>
            <a:ext cx="636234" cy="228925"/>
          </a:xfrm>
          <a:prstGeom prst="rect">
            <a:avLst/>
          </a:prstGeom>
          <a:solidFill>
            <a:schemeClr val="accent3"/>
          </a:solidFill>
          <a:ln>
            <a:noFill/>
          </a:ln>
        </p:spPr>
        <p:txBody>
          <a:bodyPr wrap="square" lIns="0" tIns="0" rIns="0" bIns="0" rtlCol="0" anchor="ctr">
            <a:spAutoFit/>
          </a:bodyPr>
          <a:lstStyle/>
          <a:p>
            <a:pPr algn="ctr"/>
            <a:r>
              <a:rPr lang="en-GB" sz="1800" b="1" dirty="0"/>
              <a:t>121ft</a:t>
            </a:r>
            <a:r>
              <a:rPr lang="en-GB" sz="1800" b="1" baseline="30000" dirty="0"/>
              <a:t>3</a:t>
            </a:r>
          </a:p>
        </p:txBody>
      </p:sp>
      <p:sp>
        <p:nvSpPr>
          <p:cNvPr id="571" name="TextBox 570">
            <a:extLst>
              <a:ext uri="{FF2B5EF4-FFF2-40B4-BE49-F238E27FC236}">
                <a16:creationId xmlns:a16="http://schemas.microsoft.com/office/drawing/2014/main" id="{2D4ACAFF-D6B6-984F-8E46-B1A9FFC37115}"/>
              </a:ext>
            </a:extLst>
          </p:cNvPr>
          <p:cNvSpPr txBox="1"/>
          <p:nvPr/>
        </p:nvSpPr>
        <p:spPr>
          <a:xfrm>
            <a:off x="342345" y="1412234"/>
            <a:ext cx="795989" cy="228925"/>
          </a:xfrm>
          <a:prstGeom prst="rect">
            <a:avLst/>
          </a:prstGeom>
          <a:solidFill>
            <a:schemeClr val="accent3"/>
          </a:solidFill>
          <a:ln>
            <a:noFill/>
          </a:ln>
        </p:spPr>
        <p:txBody>
          <a:bodyPr wrap="square" lIns="0" tIns="0" rIns="0" bIns="0" rtlCol="0" anchor="ctr">
            <a:spAutoFit/>
          </a:bodyPr>
          <a:lstStyle/>
          <a:p>
            <a:pPr algn="ctr"/>
            <a:r>
              <a:rPr lang="en-GB" sz="1800" b="1" dirty="0"/>
              <a:t>120cm</a:t>
            </a:r>
            <a:r>
              <a:rPr lang="en-GB" sz="1800" b="1" baseline="30000" dirty="0"/>
              <a:t>3</a:t>
            </a:r>
          </a:p>
        </p:txBody>
      </p:sp>
      <p:pic>
        <p:nvPicPr>
          <p:cNvPr id="222" name="Picture 221">
            <a:extLst>
              <a:ext uri="{FF2B5EF4-FFF2-40B4-BE49-F238E27FC236}">
                <a16:creationId xmlns:a16="http://schemas.microsoft.com/office/drawing/2014/main" id="{3429039F-397D-344A-BC53-7E1B45CCF5EC}"/>
              </a:ext>
            </a:extLst>
          </p:cNvPr>
          <p:cNvPicPr>
            <a:picLocks noChangeAspect="1"/>
          </p:cNvPicPr>
          <p:nvPr/>
        </p:nvPicPr>
        <p:blipFill>
          <a:blip r:embed="rId6"/>
          <a:stretch>
            <a:fillRect/>
          </a:stretch>
        </p:blipFill>
        <p:spPr>
          <a:xfrm>
            <a:off x="227605" y="2912380"/>
            <a:ext cx="2581739" cy="1642519"/>
          </a:xfrm>
          <a:prstGeom prst="rect">
            <a:avLst/>
          </a:prstGeom>
        </p:spPr>
      </p:pic>
      <p:pic>
        <p:nvPicPr>
          <p:cNvPr id="223" name="Picture 222">
            <a:extLst>
              <a:ext uri="{FF2B5EF4-FFF2-40B4-BE49-F238E27FC236}">
                <a16:creationId xmlns:a16="http://schemas.microsoft.com/office/drawing/2014/main" id="{921C4ECE-DF5B-C947-B745-51935C175777}"/>
              </a:ext>
            </a:extLst>
          </p:cNvPr>
          <p:cNvPicPr>
            <a:picLocks noChangeAspect="1"/>
          </p:cNvPicPr>
          <p:nvPr/>
        </p:nvPicPr>
        <p:blipFill>
          <a:blip r:embed="rId7"/>
          <a:stretch>
            <a:fillRect/>
          </a:stretch>
        </p:blipFill>
        <p:spPr>
          <a:xfrm>
            <a:off x="3436548" y="2987040"/>
            <a:ext cx="2347033" cy="1493199"/>
          </a:xfrm>
          <a:prstGeom prst="rect">
            <a:avLst/>
          </a:prstGeom>
        </p:spPr>
      </p:pic>
      <p:pic>
        <p:nvPicPr>
          <p:cNvPr id="224" name="Picture 223">
            <a:extLst>
              <a:ext uri="{FF2B5EF4-FFF2-40B4-BE49-F238E27FC236}">
                <a16:creationId xmlns:a16="http://schemas.microsoft.com/office/drawing/2014/main" id="{7A1E4CFA-8448-7D4D-B4DF-E085D7922DCD}"/>
              </a:ext>
            </a:extLst>
          </p:cNvPr>
          <p:cNvPicPr>
            <a:picLocks noChangeAspect="1"/>
          </p:cNvPicPr>
          <p:nvPr/>
        </p:nvPicPr>
        <p:blipFill>
          <a:blip r:embed="rId8"/>
          <a:stretch>
            <a:fillRect/>
          </a:stretch>
        </p:blipFill>
        <p:spPr>
          <a:xfrm>
            <a:off x="6462605" y="2987040"/>
            <a:ext cx="2347033" cy="1493198"/>
          </a:xfrm>
          <a:prstGeom prst="rect">
            <a:avLst/>
          </a:prstGeom>
        </p:spPr>
      </p:pic>
      <p:sp>
        <p:nvSpPr>
          <p:cNvPr id="225" name="TextBox 224">
            <a:extLst>
              <a:ext uri="{FF2B5EF4-FFF2-40B4-BE49-F238E27FC236}">
                <a16:creationId xmlns:a16="http://schemas.microsoft.com/office/drawing/2014/main" id="{A7F4FA8D-6D15-9048-A0B7-9798D4631E22}"/>
              </a:ext>
            </a:extLst>
          </p:cNvPr>
          <p:cNvSpPr txBox="1"/>
          <p:nvPr/>
        </p:nvSpPr>
        <p:spPr>
          <a:xfrm>
            <a:off x="489625" y="2057155"/>
            <a:ext cx="910822" cy="492443"/>
          </a:xfrm>
          <a:prstGeom prst="rect">
            <a:avLst/>
          </a:prstGeom>
          <a:noFill/>
        </p:spPr>
        <p:txBody>
          <a:bodyPr wrap="square" lIns="0" tIns="0" rIns="0" bIns="0" rtlCol="0" anchor="ctr" anchorCtr="0">
            <a:spAutoFit/>
          </a:bodyPr>
          <a:lstStyle/>
          <a:p>
            <a:pPr algn="ctr">
              <a:defRPr/>
            </a:pPr>
            <a:r>
              <a:rPr lang="en-GB" altLang="en-US" sz="1600" b="1" dirty="0"/>
              <a:t>Area </a:t>
            </a:r>
          </a:p>
          <a:p>
            <a:pPr algn="ctr">
              <a:defRPr/>
            </a:pPr>
            <a:r>
              <a:rPr lang="en-GB" altLang="en-US" sz="1600" dirty="0"/>
              <a:t>15cm</a:t>
            </a:r>
            <a:r>
              <a:rPr lang="en-GB" altLang="en-US" sz="1600" baseline="30000" dirty="0"/>
              <a:t>2</a:t>
            </a:r>
          </a:p>
        </p:txBody>
      </p:sp>
      <p:sp>
        <p:nvSpPr>
          <p:cNvPr id="226" name="TextBox 225">
            <a:extLst>
              <a:ext uri="{FF2B5EF4-FFF2-40B4-BE49-F238E27FC236}">
                <a16:creationId xmlns:a16="http://schemas.microsoft.com/office/drawing/2014/main" id="{98CBB127-3C77-EF40-8ED7-FA0068E70D4E}"/>
              </a:ext>
            </a:extLst>
          </p:cNvPr>
          <p:cNvSpPr txBox="1"/>
          <p:nvPr/>
        </p:nvSpPr>
        <p:spPr>
          <a:xfrm>
            <a:off x="1441035" y="2584253"/>
            <a:ext cx="910822" cy="246221"/>
          </a:xfrm>
          <a:prstGeom prst="rect">
            <a:avLst/>
          </a:prstGeom>
          <a:noFill/>
        </p:spPr>
        <p:txBody>
          <a:bodyPr wrap="square" lIns="0" tIns="0" rIns="0" bIns="0" rtlCol="0" anchor="ctr" anchorCtr="0">
            <a:spAutoFit/>
          </a:bodyPr>
          <a:lstStyle/>
          <a:p>
            <a:pPr algn="ctr">
              <a:defRPr/>
            </a:pPr>
            <a:r>
              <a:rPr lang="en-GB" altLang="en-US" sz="1600" dirty="0"/>
              <a:t>8cm</a:t>
            </a:r>
            <a:endParaRPr lang="en-GB" altLang="en-US" sz="1600" baseline="30000" dirty="0"/>
          </a:p>
        </p:txBody>
      </p:sp>
      <p:sp>
        <p:nvSpPr>
          <p:cNvPr id="227" name="TextBox 226">
            <a:extLst>
              <a:ext uri="{FF2B5EF4-FFF2-40B4-BE49-F238E27FC236}">
                <a16:creationId xmlns:a16="http://schemas.microsoft.com/office/drawing/2014/main" id="{E1308533-6DD9-4E4A-B679-7C60EE3F45BA}"/>
              </a:ext>
            </a:extLst>
          </p:cNvPr>
          <p:cNvSpPr txBox="1"/>
          <p:nvPr/>
        </p:nvSpPr>
        <p:spPr>
          <a:xfrm>
            <a:off x="3576224" y="2448639"/>
            <a:ext cx="910822" cy="246221"/>
          </a:xfrm>
          <a:prstGeom prst="rect">
            <a:avLst/>
          </a:prstGeom>
          <a:noFill/>
        </p:spPr>
        <p:txBody>
          <a:bodyPr wrap="square" lIns="0" tIns="0" rIns="0" bIns="0" rtlCol="0" anchor="ctr" anchorCtr="0">
            <a:spAutoFit/>
          </a:bodyPr>
          <a:lstStyle/>
          <a:p>
            <a:pPr algn="ctr">
              <a:defRPr/>
            </a:pPr>
            <a:r>
              <a:rPr lang="en-GB" altLang="en-US" sz="1600" dirty="0"/>
              <a:t>11ft</a:t>
            </a:r>
            <a:r>
              <a:rPr lang="en-GB" altLang="en-US" sz="1600" baseline="30000" dirty="0"/>
              <a:t>2</a:t>
            </a:r>
          </a:p>
        </p:txBody>
      </p:sp>
      <p:sp>
        <p:nvSpPr>
          <p:cNvPr id="228" name="TextBox 227">
            <a:extLst>
              <a:ext uri="{FF2B5EF4-FFF2-40B4-BE49-F238E27FC236}">
                <a16:creationId xmlns:a16="http://schemas.microsoft.com/office/drawing/2014/main" id="{4BD55181-E90E-B544-B4EF-9A88C7C1F042}"/>
              </a:ext>
            </a:extLst>
          </p:cNvPr>
          <p:cNvSpPr txBox="1"/>
          <p:nvPr/>
        </p:nvSpPr>
        <p:spPr>
          <a:xfrm>
            <a:off x="4803526" y="2600962"/>
            <a:ext cx="910822" cy="246221"/>
          </a:xfrm>
          <a:prstGeom prst="rect">
            <a:avLst/>
          </a:prstGeom>
          <a:noFill/>
        </p:spPr>
        <p:txBody>
          <a:bodyPr wrap="square" lIns="0" tIns="0" rIns="0" bIns="0" rtlCol="0" anchor="ctr" anchorCtr="0">
            <a:spAutoFit/>
          </a:bodyPr>
          <a:lstStyle/>
          <a:p>
            <a:pPr algn="ctr">
              <a:defRPr/>
            </a:pPr>
            <a:r>
              <a:rPr lang="en-GB" altLang="en-US" sz="1600" dirty="0"/>
              <a:t>11ft</a:t>
            </a:r>
            <a:endParaRPr lang="en-GB" altLang="en-US" sz="1600" baseline="30000" dirty="0"/>
          </a:p>
        </p:txBody>
      </p:sp>
      <p:sp>
        <p:nvSpPr>
          <p:cNvPr id="229" name="TextBox 228">
            <a:extLst>
              <a:ext uri="{FF2B5EF4-FFF2-40B4-BE49-F238E27FC236}">
                <a16:creationId xmlns:a16="http://schemas.microsoft.com/office/drawing/2014/main" id="{5F8FDA43-9B54-6743-9B8C-69CDF574B6D6}"/>
              </a:ext>
            </a:extLst>
          </p:cNvPr>
          <p:cNvSpPr txBox="1"/>
          <p:nvPr/>
        </p:nvSpPr>
        <p:spPr>
          <a:xfrm>
            <a:off x="3360419" y="2183967"/>
            <a:ext cx="910822" cy="246221"/>
          </a:xfrm>
          <a:prstGeom prst="rect">
            <a:avLst/>
          </a:prstGeom>
          <a:noFill/>
        </p:spPr>
        <p:txBody>
          <a:bodyPr wrap="square" lIns="0" tIns="0" rIns="0" bIns="0" rtlCol="0" anchor="ctr" anchorCtr="0">
            <a:spAutoFit/>
          </a:bodyPr>
          <a:lstStyle/>
          <a:p>
            <a:pPr algn="ctr">
              <a:defRPr/>
            </a:pPr>
            <a:r>
              <a:rPr lang="en-GB" altLang="en-US" sz="1600" b="1" dirty="0"/>
              <a:t>Area</a:t>
            </a:r>
            <a:endParaRPr lang="en-GB" altLang="en-US" sz="1600" baseline="30000" dirty="0"/>
          </a:p>
        </p:txBody>
      </p:sp>
      <p:sp>
        <p:nvSpPr>
          <p:cNvPr id="230" name="TextBox 229">
            <a:extLst>
              <a:ext uri="{FF2B5EF4-FFF2-40B4-BE49-F238E27FC236}">
                <a16:creationId xmlns:a16="http://schemas.microsoft.com/office/drawing/2014/main" id="{FA5C9DD2-9235-1840-A776-4BCF3DABE9FC}"/>
              </a:ext>
            </a:extLst>
          </p:cNvPr>
          <p:cNvSpPr txBox="1"/>
          <p:nvPr/>
        </p:nvSpPr>
        <p:spPr>
          <a:xfrm>
            <a:off x="6595337" y="2117342"/>
            <a:ext cx="910822" cy="492443"/>
          </a:xfrm>
          <a:prstGeom prst="rect">
            <a:avLst/>
          </a:prstGeom>
          <a:noFill/>
        </p:spPr>
        <p:txBody>
          <a:bodyPr wrap="square" lIns="0" tIns="0" rIns="0" bIns="0" rtlCol="0" anchor="ctr" anchorCtr="0">
            <a:spAutoFit/>
          </a:bodyPr>
          <a:lstStyle/>
          <a:p>
            <a:pPr algn="ctr">
              <a:defRPr/>
            </a:pPr>
            <a:r>
              <a:rPr lang="en-GB" altLang="en-US" sz="1600" b="1" dirty="0"/>
              <a:t>Area </a:t>
            </a:r>
          </a:p>
          <a:p>
            <a:pPr algn="ctr">
              <a:defRPr/>
            </a:pPr>
            <a:r>
              <a:rPr lang="en-GB" altLang="en-US" sz="1600" dirty="0"/>
              <a:t>19m</a:t>
            </a:r>
            <a:r>
              <a:rPr lang="en-GB" altLang="en-US" sz="1600" baseline="30000" dirty="0"/>
              <a:t>2</a:t>
            </a:r>
          </a:p>
        </p:txBody>
      </p:sp>
      <p:sp>
        <p:nvSpPr>
          <p:cNvPr id="231" name="TextBox 230">
            <a:extLst>
              <a:ext uri="{FF2B5EF4-FFF2-40B4-BE49-F238E27FC236}">
                <a16:creationId xmlns:a16="http://schemas.microsoft.com/office/drawing/2014/main" id="{895366C8-DC4B-2849-95E5-B12676F8BC74}"/>
              </a:ext>
            </a:extLst>
          </p:cNvPr>
          <p:cNvSpPr txBox="1"/>
          <p:nvPr/>
        </p:nvSpPr>
        <p:spPr>
          <a:xfrm>
            <a:off x="7828665" y="2593421"/>
            <a:ext cx="910822" cy="246221"/>
          </a:xfrm>
          <a:prstGeom prst="rect">
            <a:avLst/>
          </a:prstGeom>
          <a:noFill/>
        </p:spPr>
        <p:txBody>
          <a:bodyPr wrap="square" lIns="0" tIns="0" rIns="0" bIns="0" rtlCol="0" anchor="ctr" anchorCtr="0">
            <a:spAutoFit/>
          </a:bodyPr>
          <a:lstStyle/>
          <a:p>
            <a:pPr algn="ctr">
              <a:defRPr/>
            </a:pPr>
            <a:r>
              <a:rPr lang="en-GB" altLang="en-US" sz="1600" dirty="0"/>
              <a:t>9m</a:t>
            </a:r>
            <a:endParaRPr lang="en-GB" altLang="en-US" sz="1600" baseline="30000" dirty="0"/>
          </a:p>
        </p:txBody>
      </p:sp>
      <p:sp>
        <p:nvSpPr>
          <p:cNvPr id="232" name="TextBox 231">
            <a:extLst>
              <a:ext uri="{FF2B5EF4-FFF2-40B4-BE49-F238E27FC236}">
                <a16:creationId xmlns:a16="http://schemas.microsoft.com/office/drawing/2014/main" id="{A61835B6-A291-FC43-AD12-4EEED6EEED60}"/>
              </a:ext>
            </a:extLst>
          </p:cNvPr>
          <p:cNvSpPr txBox="1"/>
          <p:nvPr/>
        </p:nvSpPr>
        <p:spPr>
          <a:xfrm>
            <a:off x="6424504" y="1412234"/>
            <a:ext cx="659341" cy="228925"/>
          </a:xfrm>
          <a:prstGeom prst="rect">
            <a:avLst/>
          </a:prstGeom>
          <a:solidFill>
            <a:schemeClr val="accent3"/>
          </a:solidFill>
          <a:ln>
            <a:noFill/>
          </a:ln>
        </p:spPr>
        <p:txBody>
          <a:bodyPr wrap="square" lIns="0" tIns="0" rIns="0" bIns="0" rtlCol="0" anchor="ctr">
            <a:spAutoFit/>
          </a:bodyPr>
          <a:lstStyle/>
          <a:p>
            <a:pPr algn="ctr"/>
            <a:r>
              <a:rPr lang="en-GB" sz="1800" b="1" dirty="0"/>
              <a:t>171m</a:t>
            </a:r>
            <a:r>
              <a:rPr lang="en-GB" sz="1800" b="1" baseline="30000" dirty="0"/>
              <a:t>3</a:t>
            </a:r>
          </a:p>
        </p:txBody>
      </p:sp>
      <p:sp>
        <p:nvSpPr>
          <p:cNvPr id="233" name="TextBox 232">
            <a:extLst>
              <a:ext uri="{FF2B5EF4-FFF2-40B4-BE49-F238E27FC236}">
                <a16:creationId xmlns:a16="http://schemas.microsoft.com/office/drawing/2014/main" id="{955B9289-141F-F348-B8DE-4A1E0CD9A9AD}"/>
              </a:ext>
            </a:extLst>
          </p:cNvPr>
          <p:cNvSpPr txBox="1"/>
          <p:nvPr/>
        </p:nvSpPr>
        <p:spPr>
          <a:xfrm>
            <a:off x="3414604" y="2997194"/>
            <a:ext cx="876465" cy="228925"/>
          </a:xfrm>
          <a:prstGeom prst="rect">
            <a:avLst/>
          </a:prstGeom>
          <a:solidFill>
            <a:schemeClr val="accent3"/>
          </a:solidFill>
          <a:ln>
            <a:noFill/>
          </a:ln>
        </p:spPr>
        <p:txBody>
          <a:bodyPr wrap="square" lIns="0" tIns="0" rIns="0" bIns="0" rtlCol="0" anchor="ctr">
            <a:spAutoFit/>
          </a:bodyPr>
          <a:lstStyle/>
          <a:p>
            <a:pPr algn="ctr"/>
            <a:r>
              <a:rPr lang="en-GB" sz="1800" b="1" dirty="0"/>
              <a:t>150mm</a:t>
            </a:r>
            <a:r>
              <a:rPr lang="en-GB" sz="1800" b="1" baseline="30000" dirty="0"/>
              <a:t>3</a:t>
            </a:r>
          </a:p>
        </p:txBody>
      </p:sp>
      <p:sp>
        <p:nvSpPr>
          <p:cNvPr id="234" name="TextBox 233">
            <a:extLst>
              <a:ext uri="{FF2B5EF4-FFF2-40B4-BE49-F238E27FC236}">
                <a16:creationId xmlns:a16="http://schemas.microsoft.com/office/drawing/2014/main" id="{8FEAC6E6-6210-9047-B82A-BBD6E96CDF31}"/>
              </a:ext>
            </a:extLst>
          </p:cNvPr>
          <p:cNvSpPr txBox="1"/>
          <p:nvPr/>
        </p:nvSpPr>
        <p:spPr>
          <a:xfrm>
            <a:off x="342345" y="2985748"/>
            <a:ext cx="737307" cy="251817"/>
          </a:xfrm>
          <a:prstGeom prst="rect">
            <a:avLst/>
          </a:prstGeom>
          <a:solidFill>
            <a:schemeClr val="accent3"/>
          </a:solidFill>
          <a:ln>
            <a:noFill/>
          </a:ln>
        </p:spPr>
        <p:txBody>
          <a:bodyPr wrap="square" lIns="0" tIns="0" rIns="0" bIns="0" rtlCol="0" anchor="ctr">
            <a:spAutoFit/>
          </a:bodyPr>
          <a:lstStyle/>
          <a:p>
            <a:pPr algn="ctr"/>
            <a:r>
              <a:rPr lang="en-GB" sz="1800" b="1" dirty="0"/>
              <a:t>182yd</a:t>
            </a:r>
            <a:r>
              <a:rPr lang="en-GB" sz="1800" b="1" baseline="30000" dirty="0"/>
              <a:t>3</a:t>
            </a:r>
          </a:p>
        </p:txBody>
      </p:sp>
      <p:sp>
        <p:nvSpPr>
          <p:cNvPr id="235" name="TextBox 234">
            <a:extLst>
              <a:ext uri="{FF2B5EF4-FFF2-40B4-BE49-F238E27FC236}">
                <a16:creationId xmlns:a16="http://schemas.microsoft.com/office/drawing/2014/main" id="{77C825D3-9E27-334E-8ABD-A5B62312C490}"/>
              </a:ext>
            </a:extLst>
          </p:cNvPr>
          <p:cNvSpPr txBox="1"/>
          <p:nvPr/>
        </p:nvSpPr>
        <p:spPr>
          <a:xfrm>
            <a:off x="6424505" y="2997194"/>
            <a:ext cx="650472" cy="228925"/>
          </a:xfrm>
          <a:prstGeom prst="rect">
            <a:avLst/>
          </a:prstGeom>
          <a:solidFill>
            <a:schemeClr val="accent3"/>
          </a:solidFill>
          <a:ln>
            <a:noFill/>
          </a:ln>
        </p:spPr>
        <p:txBody>
          <a:bodyPr wrap="square" lIns="0" tIns="0" rIns="0" bIns="0" rtlCol="0" anchor="ctr">
            <a:spAutoFit/>
          </a:bodyPr>
          <a:lstStyle/>
          <a:p>
            <a:pPr algn="ctr"/>
            <a:r>
              <a:rPr lang="en-GB" sz="1800" b="1" dirty="0"/>
              <a:t>434ft</a:t>
            </a:r>
            <a:r>
              <a:rPr lang="en-GB" sz="1800" b="1" baseline="30000" dirty="0"/>
              <a:t>3</a:t>
            </a:r>
          </a:p>
        </p:txBody>
      </p:sp>
      <p:sp>
        <p:nvSpPr>
          <p:cNvPr id="236" name="TextBox 235">
            <a:extLst>
              <a:ext uri="{FF2B5EF4-FFF2-40B4-BE49-F238E27FC236}">
                <a16:creationId xmlns:a16="http://schemas.microsoft.com/office/drawing/2014/main" id="{9011F194-CD27-F84D-BD1E-82C9F1830BE0}"/>
              </a:ext>
            </a:extLst>
          </p:cNvPr>
          <p:cNvSpPr txBox="1"/>
          <p:nvPr/>
        </p:nvSpPr>
        <p:spPr>
          <a:xfrm>
            <a:off x="473100" y="3748244"/>
            <a:ext cx="910822" cy="492443"/>
          </a:xfrm>
          <a:prstGeom prst="rect">
            <a:avLst/>
          </a:prstGeom>
          <a:noFill/>
        </p:spPr>
        <p:txBody>
          <a:bodyPr wrap="square" lIns="0" tIns="0" rIns="0" bIns="0" rtlCol="0" anchor="ctr" anchorCtr="0">
            <a:spAutoFit/>
          </a:bodyPr>
          <a:lstStyle/>
          <a:p>
            <a:pPr algn="ctr">
              <a:defRPr/>
            </a:pPr>
            <a:r>
              <a:rPr lang="en-GB" altLang="en-US" sz="1600" b="1" dirty="0"/>
              <a:t>Area </a:t>
            </a:r>
          </a:p>
          <a:p>
            <a:pPr algn="ctr">
              <a:defRPr/>
            </a:pPr>
            <a:r>
              <a:rPr lang="en-GB" altLang="en-US" sz="1600" dirty="0"/>
              <a:t>26yd</a:t>
            </a:r>
            <a:r>
              <a:rPr lang="en-GB" altLang="en-US" sz="1600" baseline="30000" dirty="0"/>
              <a:t>2</a:t>
            </a:r>
          </a:p>
        </p:txBody>
      </p:sp>
      <p:sp>
        <p:nvSpPr>
          <p:cNvPr id="237" name="TextBox 236">
            <a:extLst>
              <a:ext uri="{FF2B5EF4-FFF2-40B4-BE49-F238E27FC236}">
                <a16:creationId xmlns:a16="http://schemas.microsoft.com/office/drawing/2014/main" id="{827E9B60-1912-954E-8D70-DCD80F938CA2}"/>
              </a:ext>
            </a:extLst>
          </p:cNvPr>
          <p:cNvSpPr txBox="1"/>
          <p:nvPr/>
        </p:nvSpPr>
        <p:spPr>
          <a:xfrm>
            <a:off x="1739930" y="4154202"/>
            <a:ext cx="910822" cy="246221"/>
          </a:xfrm>
          <a:prstGeom prst="rect">
            <a:avLst/>
          </a:prstGeom>
          <a:noFill/>
        </p:spPr>
        <p:txBody>
          <a:bodyPr wrap="square" lIns="0" tIns="0" rIns="0" bIns="0" rtlCol="0" anchor="ctr" anchorCtr="0">
            <a:spAutoFit/>
          </a:bodyPr>
          <a:lstStyle/>
          <a:p>
            <a:pPr algn="ctr">
              <a:defRPr/>
            </a:pPr>
            <a:r>
              <a:rPr lang="en-GB" altLang="en-US" sz="1600" dirty="0"/>
              <a:t>7yd</a:t>
            </a:r>
            <a:endParaRPr lang="en-GB" altLang="en-US" sz="1600" baseline="30000" dirty="0"/>
          </a:p>
        </p:txBody>
      </p:sp>
      <p:sp>
        <p:nvSpPr>
          <p:cNvPr id="238" name="TextBox 237">
            <a:extLst>
              <a:ext uri="{FF2B5EF4-FFF2-40B4-BE49-F238E27FC236}">
                <a16:creationId xmlns:a16="http://schemas.microsoft.com/office/drawing/2014/main" id="{18C6492E-FE0A-EE45-B821-5E13184CCBD6}"/>
              </a:ext>
            </a:extLst>
          </p:cNvPr>
          <p:cNvSpPr txBox="1"/>
          <p:nvPr/>
        </p:nvSpPr>
        <p:spPr>
          <a:xfrm>
            <a:off x="3673502" y="3748244"/>
            <a:ext cx="910822" cy="492443"/>
          </a:xfrm>
          <a:prstGeom prst="rect">
            <a:avLst/>
          </a:prstGeom>
          <a:noFill/>
        </p:spPr>
        <p:txBody>
          <a:bodyPr wrap="square" lIns="0" tIns="0" rIns="0" bIns="0" rtlCol="0" anchor="ctr" anchorCtr="0">
            <a:spAutoFit/>
          </a:bodyPr>
          <a:lstStyle/>
          <a:p>
            <a:pPr algn="ctr">
              <a:defRPr/>
            </a:pPr>
            <a:r>
              <a:rPr lang="en-GB" altLang="en-US" sz="1600" b="1" dirty="0"/>
              <a:t>Area </a:t>
            </a:r>
          </a:p>
          <a:p>
            <a:pPr algn="ctr">
              <a:defRPr/>
            </a:pPr>
            <a:r>
              <a:rPr lang="en-GB" altLang="en-US" sz="1600" dirty="0"/>
              <a:t>25mm</a:t>
            </a:r>
            <a:r>
              <a:rPr lang="en-GB" altLang="en-US" sz="1600" baseline="30000" dirty="0"/>
              <a:t>2</a:t>
            </a:r>
          </a:p>
        </p:txBody>
      </p:sp>
      <p:sp>
        <p:nvSpPr>
          <p:cNvPr id="239" name="TextBox 238">
            <a:extLst>
              <a:ext uri="{FF2B5EF4-FFF2-40B4-BE49-F238E27FC236}">
                <a16:creationId xmlns:a16="http://schemas.microsoft.com/office/drawing/2014/main" id="{C21F7F19-D38E-2B47-924A-FB581A81B8FF}"/>
              </a:ext>
            </a:extLst>
          </p:cNvPr>
          <p:cNvSpPr txBox="1"/>
          <p:nvPr/>
        </p:nvSpPr>
        <p:spPr>
          <a:xfrm>
            <a:off x="4845213" y="4182096"/>
            <a:ext cx="910822" cy="246221"/>
          </a:xfrm>
          <a:prstGeom prst="rect">
            <a:avLst/>
          </a:prstGeom>
          <a:noFill/>
        </p:spPr>
        <p:txBody>
          <a:bodyPr wrap="square" lIns="0" tIns="0" rIns="0" bIns="0" rtlCol="0" anchor="ctr" anchorCtr="0">
            <a:spAutoFit/>
          </a:bodyPr>
          <a:lstStyle/>
          <a:p>
            <a:pPr algn="ctr">
              <a:defRPr/>
            </a:pPr>
            <a:r>
              <a:rPr lang="en-GB" altLang="en-US" sz="1600" dirty="0"/>
              <a:t>6mm</a:t>
            </a:r>
            <a:endParaRPr lang="en-GB" altLang="en-US" sz="1600" baseline="30000" dirty="0"/>
          </a:p>
        </p:txBody>
      </p:sp>
      <p:sp>
        <p:nvSpPr>
          <p:cNvPr id="240" name="TextBox 239">
            <a:extLst>
              <a:ext uri="{FF2B5EF4-FFF2-40B4-BE49-F238E27FC236}">
                <a16:creationId xmlns:a16="http://schemas.microsoft.com/office/drawing/2014/main" id="{2F04D206-90CB-2943-95F8-62C0169F56F5}"/>
              </a:ext>
            </a:extLst>
          </p:cNvPr>
          <p:cNvSpPr txBox="1"/>
          <p:nvPr/>
        </p:nvSpPr>
        <p:spPr>
          <a:xfrm>
            <a:off x="6602621" y="4070265"/>
            <a:ext cx="910822" cy="246221"/>
          </a:xfrm>
          <a:prstGeom prst="rect">
            <a:avLst/>
          </a:prstGeom>
          <a:noFill/>
        </p:spPr>
        <p:txBody>
          <a:bodyPr wrap="square" lIns="0" tIns="0" rIns="0" bIns="0" rtlCol="0" anchor="ctr" anchorCtr="0">
            <a:spAutoFit/>
          </a:bodyPr>
          <a:lstStyle/>
          <a:p>
            <a:pPr algn="ctr">
              <a:defRPr/>
            </a:pPr>
            <a:r>
              <a:rPr lang="en-GB" altLang="en-US" sz="1600" dirty="0"/>
              <a:t>31ft</a:t>
            </a:r>
            <a:r>
              <a:rPr lang="en-GB" altLang="en-US" sz="1600" baseline="30000" dirty="0"/>
              <a:t>2</a:t>
            </a:r>
          </a:p>
        </p:txBody>
      </p:sp>
      <p:sp>
        <p:nvSpPr>
          <p:cNvPr id="241" name="TextBox 240">
            <a:extLst>
              <a:ext uri="{FF2B5EF4-FFF2-40B4-BE49-F238E27FC236}">
                <a16:creationId xmlns:a16="http://schemas.microsoft.com/office/drawing/2014/main" id="{DBF0A402-8074-934A-829C-28B17F81150A}"/>
              </a:ext>
            </a:extLst>
          </p:cNvPr>
          <p:cNvSpPr txBox="1"/>
          <p:nvPr/>
        </p:nvSpPr>
        <p:spPr>
          <a:xfrm>
            <a:off x="6602621" y="3875058"/>
            <a:ext cx="910822" cy="246221"/>
          </a:xfrm>
          <a:prstGeom prst="rect">
            <a:avLst/>
          </a:prstGeom>
          <a:noFill/>
        </p:spPr>
        <p:txBody>
          <a:bodyPr wrap="square" lIns="0" tIns="0" rIns="0" bIns="0" rtlCol="0" anchor="ctr" anchorCtr="0">
            <a:spAutoFit/>
          </a:bodyPr>
          <a:lstStyle/>
          <a:p>
            <a:pPr algn="ctr">
              <a:defRPr/>
            </a:pPr>
            <a:r>
              <a:rPr lang="en-GB" altLang="en-US" sz="1600" b="1" dirty="0"/>
              <a:t>Area</a:t>
            </a:r>
            <a:endParaRPr lang="en-GB" altLang="en-US" sz="1600" baseline="30000" dirty="0"/>
          </a:p>
        </p:txBody>
      </p:sp>
      <p:sp>
        <p:nvSpPr>
          <p:cNvPr id="242" name="TextBox 241">
            <a:extLst>
              <a:ext uri="{FF2B5EF4-FFF2-40B4-BE49-F238E27FC236}">
                <a16:creationId xmlns:a16="http://schemas.microsoft.com/office/drawing/2014/main" id="{48334050-8FFB-464C-86EB-4EC9426BD311}"/>
              </a:ext>
            </a:extLst>
          </p:cNvPr>
          <p:cNvSpPr txBox="1"/>
          <p:nvPr/>
        </p:nvSpPr>
        <p:spPr>
          <a:xfrm>
            <a:off x="7853896" y="4127012"/>
            <a:ext cx="910822" cy="246221"/>
          </a:xfrm>
          <a:prstGeom prst="rect">
            <a:avLst/>
          </a:prstGeom>
          <a:noFill/>
        </p:spPr>
        <p:txBody>
          <a:bodyPr wrap="square" lIns="0" tIns="0" rIns="0" bIns="0" rtlCol="0" anchor="ctr" anchorCtr="0">
            <a:spAutoFit/>
          </a:bodyPr>
          <a:lstStyle/>
          <a:p>
            <a:pPr algn="ctr">
              <a:defRPr/>
            </a:pPr>
            <a:r>
              <a:rPr lang="en-GB" altLang="en-US" sz="1600" dirty="0"/>
              <a:t>14ft</a:t>
            </a:r>
            <a:endParaRPr lang="en-GB" altLang="en-US" sz="1600" baseline="30000" dirty="0"/>
          </a:p>
        </p:txBody>
      </p:sp>
    </p:spTree>
    <p:extLst>
      <p:ext uri="{BB962C8B-B14F-4D97-AF65-F5344CB8AC3E}">
        <p14:creationId xmlns:p14="http://schemas.microsoft.com/office/powerpoint/2010/main" val="3213632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71"/>
                                        </p:tgtEl>
                                        <p:attrNameLst>
                                          <p:attrName>style.visibility</p:attrName>
                                        </p:attrNameLst>
                                      </p:cBhvr>
                                      <p:to>
                                        <p:strVal val="visible"/>
                                      </p:to>
                                    </p:set>
                                    <p:animEffect transition="in" filter="dissolve">
                                      <p:cBhvr>
                                        <p:cTn id="7" dur="500"/>
                                        <p:tgtEl>
                                          <p:spTgt spid="57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72"/>
                                        </p:tgtEl>
                                        <p:attrNameLst>
                                          <p:attrName>style.visibility</p:attrName>
                                        </p:attrNameLst>
                                      </p:cBhvr>
                                      <p:to>
                                        <p:strVal val="visible"/>
                                      </p:to>
                                    </p:set>
                                    <p:animEffect transition="in" filter="dissolve">
                                      <p:cBhvr>
                                        <p:cTn id="12" dur="500"/>
                                        <p:tgtEl>
                                          <p:spTgt spid="57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32"/>
                                        </p:tgtEl>
                                        <p:attrNameLst>
                                          <p:attrName>style.visibility</p:attrName>
                                        </p:attrNameLst>
                                      </p:cBhvr>
                                      <p:to>
                                        <p:strVal val="visible"/>
                                      </p:to>
                                    </p:set>
                                    <p:animEffect transition="in" filter="dissolve">
                                      <p:cBhvr>
                                        <p:cTn id="17" dur="500"/>
                                        <p:tgtEl>
                                          <p:spTgt spid="23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34"/>
                                        </p:tgtEl>
                                        <p:attrNameLst>
                                          <p:attrName>style.visibility</p:attrName>
                                        </p:attrNameLst>
                                      </p:cBhvr>
                                      <p:to>
                                        <p:strVal val="visible"/>
                                      </p:to>
                                    </p:set>
                                    <p:animEffect transition="in" filter="dissolve">
                                      <p:cBhvr>
                                        <p:cTn id="22" dur="500"/>
                                        <p:tgtEl>
                                          <p:spTgt spid="23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33"/>
                                        </p:tgtEl>
                                        <p:attrNameLst>
                                          <p:attrName>style.visibility</p:attrName>
                                        </p:attrNameLst>
                                      </p:cBhvr>
                                      <p:to>
                                        <p:strVal val="visible"/>
                                      </p:to>
                                    </p:set>
                                    <p:animEffect transition="in" filter="dissolve">
                                      <p:cBhvr>
                                        <p:cTn id="27" dur="500"/>
                                        <p:tgtEl>
                                          <p:spTgt spid="233"/>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35"/>
                                        </p:tgtEl>
                                        <p:attrNameLst>
                                          <p:attrName>style.visibility</p:attrName>
                                        </p:attrNameLst>
                                      </p:cBhvr>
                                      <p:to>
                                        <p:strVal val="visible"/>
                                      </p:to>
                                    </p:set>
                                    <p:animEffect transition="in" filter="dissolve">
                                      <p:cBhvr>
                                        <p:cTn id="32" dur="500"/>
                                        <p:tgtEl>
                                          <p:spTgt spid="2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2" grpId="0" animBg="1"/>
      <p:bldP spid="571" grpId="0" animBg="1"/>
      <p:bldP spid="232" grpId="0" animBg="1"/>
      <p:bldP spid="233" grpId="0" animBg="1"/>
      <p:bldP spid="234" grpId="0" animBg="1"/>
      <p:bldP spid="235"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AC469326-4C0D-3145-BF8D-B6BC0ABE8351}"/>
              </a:ext>
            </a:extLst>
          </p:cNvPr>
          <p:cNvGrpSpPr/>
          <p:nvPr/>
        </p:nvGrpSpPr>
        <p:grpSpPr>
          <a:xfrm>
            <a:off x="3162849" y="2988854"/>
            <a:ext cx="2683139" cy="1490614"/>
            <a:chOff x="3131929" y="2988854"/>
            <a:chExt cx="2683139" cy="1490614"/>
          </a:xfrm>
        </p:grpSpPr>
        <p:pic>
          <p:nvPicPr>
            <p:cNvPr id="223" name="Picture 222">
              <a:extLst>
                <a:ext uri="{FF2B5EF4-FFF2-40B4-BE49-F238E27FC236}">
                  <a16:creationId xmlns:a16="http://schemas.microsoft.com/office/drawing/2014/main" id="{921C4ECE-DF5B-C947-B745-51935C175777}"/>
                </a:ext>
              </a:extLst>
            </p:cNvPr>
            <p:cNvPicPr>
              <a:picLocks noChangeAspect="1"/>
            </p:cNvPicPr>
            <p:nvPr/>
          </p:nvPicPr>
          <p:blipFill>
            <a:blip r:embed="rId3"/>
            <a:stretch>
              <a:fillRect/>
            </a:stretch>
          </p:blipFill>
          <p:spPr>
            <a:xfrm>
              <a:off x="3681402" y="2988854"/>
              <a:ext cx="2133666" cy="1357453"/>
            </a:xfrm>
            <a:prstGeom prst="rect">
              <a:avLst/>
            </a:prstGeom>
          </p:spPr>
        </p:pic>
        <p:sp>
          <p:nvSpPr>
            <p:cNvPr id="239" name="TextBox 238">
              <a:extLst>
                <a:ext uri="{FF2B5EF4-FFF2-40B4-BE49-F238E27FC236}">
                  <a16:creationId xmlns:a16="http://schemas.microsoft.com/office/drawing/2014/main" id="{C21F7F19-D38E-2B47-924A-FB581A81B8FF}"/>
                </a:ext>
              </a:extLst>
            </p:cNvPr>
            <p:cNvSpPr txBox="1"/>
            <p:nvPr/>
          </p:nvSpPr>
          <p:spPr>
            <a:xfrm>
              <a:off x="5079042" y="4056551"/>
              <a:ext cx="684314" cy="246221"/>
            </a:xfrm>
            <a:prstGeom prst="rect">
              <a:avLst/>
            </a:prstGeom>
            <a:noFill/>
          </p:spPr>
          <p:txBody>
            <a:bodyPr wrap="square" lIns="0" tIns="0" rIns="0" bIns="0" rtlCol="0" anchor="ctr" anchorCtr="0">
              <a:spAutoFit/>
            </a:bodyPr>
            <a:lstStyle/>
            <a:p>
              <a:pPr algn="ctr">
                <a:defRPr/>
              </a:pPr>
              <a:r>
                <a:rPr lang="en-GB" altLang="en-US" sz="1600" dirty="0"/>
                <a:t>8mm</a:t>
              </a:r>
              <a:endParaRPr lang="en-GB" altLang="en-US" sz="1600" baseline="30000" dirty="0"/>
            </a:p>
          </p:txBody>
        </p:sp>
        <p:cxnSp>
          <p:nvCxnSpPr>
            <p:cNvPr id="64" name="Straight Arrow Connector 63">
              <a:extLst>
                <a:ext uri="{FF2B5EF4-FFF2-40B4-BE49-F238E27FC236}">
                  <a16:creationId xmlns:a16="http://schemas.microsoft.com/office/drawing/2014/main" id="{2A68EB32-560F-4E44-B9F2-9677BE7E7DE7}"/>
                </a:ext>
              </a:extLst>
            </p:cNvPr>
            <p:cNvCxnSpPr>
              <a:cxnSpLocks/>
            </p:cNvCxnSpPr>
            <p:nvPr/>
          </p:nvCxnSpPr>
          <p:spPr>
            <a:xfrm>
              <a:off x="3707722" y="3419263"/>
              <a:ext cx="0" cy="821635"/>
            </a:xfrm>
            <a:prstGeom prst="straightConnector1">
              <a:avLst/>
            </a:prstGeom>
            <a:ln w="19050">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61005A51-E78F-2844-A3CB-0A2C88DD05F4}"/>
                </a:ext>
              </a:extLst>
            </p:cNvPr>
            <p:cNvSpPr txBox="1"/>
            <p:nvPr/>
          </p:nvSpPr>
          <p:spPr>
            <a:xfrm>
              <a:off x="3877512" y="4233247"/>
              <a:ext cx="684314" cy="246221"/>
            </a:xfrm>
            <a:prstGeom prst="rect">
              <a:avLst/>
            </a:prstGeom>
            <a:noFill/>
          </p:spPr>
          <p:txBody>
            <a:bodyPr wrap="square" lIns="0" tIns="0" rIns="0" bIns="0" rtlCol="0" anchor="ctr" anchorCtr="0">
              <a:spAutoFit/>
            </a:bodyPr>
            <a:lstStyle/>
            <a:p>
              <a:pPr algn="ctr">
                <a:defRPr/>
              </a:pPr>
              <a:r>
                <a:rPr lang="en-GB" altLang="en-US" sz="1600" dirty="0"/>
                <a:t>6mm</a:t>
              </a:r>
              <a:endParaRPr lang="en-GB" altLang="en-US" sz="1600" baseline="30000" dirty="0"/>
            </a:p>
          </p:txBody>
        </p:sp>
        <p:sp>
          <p:nvSpPr>
            <p:cNvPr id="70" name="TextBox 69">
              <a:extLst>
                <a:ext uri="{FF2B5EF4-FFF2-40B4-BE49-F238E27FC236}">
                  <a16:creationId xmlns:a16="http://schemas.microsoft.com/office/drawing/2014/main" id="{5C94F37F-A9F2-0849-B993-DE2DC4529CFC}"/>
                </a:ext>
              </a:extLst>
            </p:cNvPr>
            <p:cNvSpPr txBox="1"/>
            <p:nvPr/>
          </p:nvSpPr>
          <p:spPr>
            <a:xfrm>
              <a:off x="3131929" y="3706970"/>
              <a:ext cx="514787" cy="246221"/>
            </a:xfrm>
            <a:prstGeom prst="rect">
              <a:avLst/>
            </a:prstGeom>
            <a:noFill/>
          </p:spPr>
          <p:txBody>
            <a:bodyPr wrap="square" lIns="0" tIns="0" rIns="0" bIns="0" rtlCol="0" anchor="ctr" anchorCtr="0">
              <a:spAutoFit/>
            </a:bodyPr>
            <a:lstStyle/>
            <a:p>
              <a:pPr algn="r">
                <a:defRPr/>
              </a:pPr>
              <a:r>
                <a:rPr lang="en-GB" altLang="en-US" sz="1600" dirty="0"/>
                <a:t>6mm</a:t>
              </a:r>
              <a:endParaRPr lang="en-GB" altLang="en-US" sz="1600" baseline="30000" dirty="0"/>
            </a:p>
          </p:txBody>
        </p:sp>
      </p:grpSp>
      <p:sp>
        <p:nvSpPr>
          <p:cNvPr id="13" name="TextBox 12">
            <a:extLst>
              <a:ext uri="{FF2B5EF4-FFF2-40B4-BE49-F238E27FC236}">
                <a16:creationId xmlns:a16="http://schemas.microsoft.com/office/drawing/2014/main" id="{2ABE230D-CE7A-5341-BB3E-18BF84C01947}"/>
              </a:ext>
            </a:extLst>
          </p:cNvPr>
          <p:cNvSpPr txBox="1"/>
          <p:nvPr/>
        </p:nvSpPr>
        <p:spPr>
          <a:xfrm>
            <a:off x="53020" y="971605"/>
            <a:ext cx="513302" cy="307777"/>
          </a:xfrm>
          <a:prstGeom prst="rect">
            <a:avLst/>
          </a:prstGeom>
          <a:noFill/>
        </p:spPr>
        <p:txBody>
          <a:bodyPr wrap="square" lIns="36000" tIns="0" rIns="0" bIns="0" rtlCol="0">
            <a:spAutoFit/>
          </a:bodyPr>
          <a:lstStyle/>
          <a:p>
            <a:r>
              <a:rPr lang="en-GB" sz="2000" b="1" dirty="0"/>
              <a:t>Q2</a:t>
            </a:r>
          </a:p>
        </p:txBody>
      </p:sp>
      <p:sp>
        <p:nvSpPr>
          <p:cNvPr id="14" name="TextBox 13">
            <a:extLst>
              <a:ext uri="{FF2B5EF4-FFF2-40B4-BE49-F238E27FC236}">
                <a16:creationId xmlns:a16="http://schemas.microsoft.com/office/drawing/2014/main" id="{EBD853E9-0DE5-F94D-9CB1-FE53B10735A5}"/>
              </a:ext>
            </a:extLst>
          </p:cNvPr>
          <p:cNvSpPr txBox="1"/>
          <p:nvPr/>
        </p:nvSpPr>
        <p:spPr>
          <a:xfrm>
            <a:off x="460174" y="971605"/>
            <a:ext cx="6915096" cy="307777"/>
          </a:xfrm>
          <a:prstGeom prst="rect">
            <a:avLst/>
          </a:prstGeom>
          <a:noFill/>
        </p:spPr>
        <p:txBody>
          <a:bodyPr wrap="square" lIns="36000" tIns="0" rIns="0" bIns="0" rtlCol="0">
            <a:spAutoFit/>
          </a:bodyPr>
          <a:lstStyle/>
          <a:p>
            <a:pPr>
              <a:defRPr/>
            </a:pPr>
            <a:r>
              <a:rPr lang="en-GB" altLang="en-US" sz="2000" dirty="0"/>
              <a:t>Calculate the volume of the following triangular prisms.</a:t>
            </a:r>
            <a:endParaRPr lang="en-GB" altLang="en-US" sz="2000" baseline="30000" dirty="0"/>
          </a:p>
        </p:txBody>
      </p:sp>
      <p:cxnSp>
        <p:nvCxnSpPr>
          <p:cNvPr id="101" name="Straight Connector 100">
            <a:extLst>
              <a:ext uri="{FF2B5EF4-FFF2-40B4-BE49-F238E27FC236}">
                <a16:creationId xmlns:a16="http://schemas.microsoft.com/office/drawing/2014/main" id="{AA4F1B57-B4BB-3944-B202-1A69886608EF}"/>
              </a:ext>
            </a:extLst>
          </p:cNvPr>
          <p:cNvCxnSpPr>
            <a:cxnSpLocks/>
          </p:cNvCxnSpPr>
          <p:nvPr/>
        </p:nvCxnSpPr>
        <p:spPr>
          <a:xfrm>
            <a:off x="3048000" y="1361287"/>
            <a:ext cx="0" cy="315257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533A7A0E-1FC0-2A49-A071-85C440DF4C28}"/>
              </a:ext>
            </a:extLst>
          </p:cNvPr>
          <p:cNvCxnSpPr>
            <a:cxnSpLocks/>
          </p:cNvCxnSpPr>
          <p:nvPr/>
        </p:nvCxnSpPr>
        <p:spPr>
          <a:xfrm>
            <a:off x="6096000" y="1361287"/>
            <a:ext cx="0" cy="315257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681DEFD9-5B0D-724C-B19D-A2DB7AA89A11}"/>
              </a:ext>
            </a:extLst>
          </p:cNvPr>
          <p:cNvCxnSpPr>
            <a:cxnSpLocks/>
          </p:cNvCxnSpPr>
          <p:nvPr/>
        </p:nvCxnSpPr>
        <p:spPr>
          <a:xfrm flipH="1">
            <a:off x="0" y="2937573"/>
            <a:ext cx="9144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04FB7BAC-D768-1541-BF01-438AD2F1D3D5}"/>
              </a:ext>
            </a:extLst>
          </p:cNvPr>
          <p:cNvCxnSpPr>
            <a:cxnSpLocks/>
          </p:cNvCxnSpPr>
          <p:nvPr/>
        </p:nvCxnSpPr>
        <p:spPr>
          <a:xfrm flipH="1">
            <a:off x="0" y="1361287"/>
            <a:ext cx="9144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6" name="TextBox 155">
            <a:extLst>
              <a:ext uri="{FF2B5EF4-FFF2-40B4-BE49-F238E27FC236}">
                <a16:creationId xmlns:a16="http://schemas.microsoft.com/office/drawing/2014/main" id="{E35F1BB6-D964-4F48-9C01-5B91B2C3DC48}"/>
              </a:ext>
            </a:extLst>
          </p:cNvPr>
          <p:cNvSpPr txBox="1"/>
          <p:nvPr/>
        </p:nvSpPr>
        <p:spPr>
          <a:xfrm>
            <a:off x="11769" y="1396994"/>
            <a:ext cx="513302" cy="246221"/>
          </a:xfrm>
          <a:prstGeom prst="rect">
            <a:avLst/>
          </a:prstGeom>
          <a:noFill/>
        </p:spPr>
        <p:txBody>
          <a:bodyPr wrap="square" lIns="36000" tIns="0" rIns="0" bIns="0" rtlCol="0">
            <a:spAutoFit/>
          </a:bodyPr>
          <a:lstStyle/>
          <a:p>
            <a:r>
              <a:rPr lang="en-GB" sz="1600" b="1" dirty="0"/>
              <a:t>[a]</a:t>
            </a:r>
          </a:p>
        </p:txBody>
      </p:sp>
      <p:sp>
        <p:nvSpPr>
          <p:cNvPr id="157" name="TextBox 156">
            <a:extLst>
              <a:ext uri="{FF2B5EF4-FFF2-40B4-BE49-F238E27FC236}">
                <a16:creationId xmlns:a16="http://schemas.microsoft.com/office/drawing/2014/main" id="{96CA28A0-2FD7-B24E-92A8-A4EF1F784C12}"/>
              </a:ext>
            </a:extLst>
          </p:cNvPr>
          <p:cNvSpPr txBox="1"/>
          <p:nvPr/>
        </p:nvSpPr>
        <p:spPr>
          <a:xfrm>
            <a:off x="3078103" y="1396994"/>
            <a:ext cx="513302" cy="246221"/>
          </a:xfrm>
          <a:prstGeom prst="rect">
            <a:avLst/>
          </a:prstGeom>
          <a:noFill/>
        </p:spPr>
        <p:txBody>
          <a:bodyPr wrap="square" lIns="36000" tIns="0" rIns="0" bIns="0" rtlCol="0">
            <a:spAutoFit/>
          </a:bodyPr>
          <a:lstStyle/>
          <a:p>
            <a:r>
              <a:rPr lang="en-GB" sz="1600" b="1" dirty="0"/>
              <a:t>[b]</a:t>
            </a:r>
          </a:p>
        </p:txBody>
      </p:sp>
      <p:sp>
        <p:nvSpPr>
          <p:cNvPr id="158" name="TextBox 157">
            <a:extLst>
              <a:ext uri="{FF2B5EF4-FFF2-40B4-BE49-F238E27FC236}">
                <a16:creationId xmlns:a16="http://schemas.microsoft.com/office/drawing/2014/main" id="{F51981B3-A242-E640-A21B-49A5D151D7D7}"/>
              </a:ext>
            </a:extLst>
          </p:cNvPr>
          <p:cNvSpPr txBox="1"/>
          <p:nvPr/>
        </p:nvSpPr>
        <p:spPr>
          <a:xfrm>
            <a:off x="6130686" y="1396994"/>
            <a:ext cx="513302" cy="246221"/>
          </a:xfrm>
          <a:prstGeom prst="rect">
            <a:avLst/>
          </a:prstGeom>
          <a:noFill/>
        </p:spPr>
        <p:txBody>
          <a:bodyPr wrap="square" lIns="36000" tIns="0" rIns="0" bIns="0" rtlCol="0">
            <a:spAutoFit/>
          </a:bodyPr>
          <a:lstStyle/>
          <a:p>
            <a:r>
              <a:rPr lang="en-GB" sz="1600" b="1" dirty="0"/>
              <a:t>[c]</a:t>
            </a:r>
          </a:p>
        </p:txBody>
      </p:sp>
      <p:sp>
        <p:nvSpPr>
          <p:cNvPr id="159" name="TextBox 158">
            <a:extLst>
              <a:ext uri="{FF2B5EF4-FFF2-40B4-BE49-F238E27FC236}">
                <a16:creationId xmlns:a16="http://schemas.microsoft.com/office/drawing/2014/main" id="{D719F4D0-A0F7-F74C-BB6A-36A71CD60751}"/>
              </a:ext>
            </a:extLst>
          </p:cNvPr>
          <p:cNvSpPr txBox="1"/>
          <p:nvPr/>
        </p:nvSpPr>
        <p:spPr>
          <a:xfrm>
            <a:off x="11769" y="2978231"/>
            <a:ext cx="513302" cy="246221"/>
          </a:xfrm>
          <a:prstGeom prst="rect">
            <a:avLst/>
          </a:prstGeom>
          <a:noFill/>
        </p:spPr>
        <p:txBody>
          <a:bodyPr wrap="square" lIns="36000" tIns="0" rIns="0" bIns="0" rtlCol="0">
            <a:spAutoFit/>
          </a:bodyPr>
          <a:lstStyle/>
          <a:p>
            <a:r>
              <a:rPr lang="en-GB" sz="1600" b="1" dirty="0"/>
              <a:t>[d]</a:t>
            </a:r>
          </a:p>
        </p:txBody>
      </p:sp>
      <p:sp>
        <p:nvSpPr>
          <p:cNvPr id="160" name="TextBox 159">
            <a:extLst>
              <a:ext uri="{FF2B5EF4-FFF2-40B4-BE49-F238E27FC236}">
                <a16:creationId xmlns:a16="http://schemas.microsoft.com/office/drawing/2014/main" id="{248E47D3-EEA0-384D-A4CE-805CD8A7E4F1}"/>
              </a:ext>
            </a:extLst>
          </p:cNvPr>
          <p:cNvSpPr txBox="1"/>
          <p:nvPr/>
        </p:nvSpPr>
        <p:spPr>
          <a:xfrm>
            <a:off x="3078103" y="2978231"/>
            <a:ext cx="513302" cy="246221"/>
          </a:xfrm>
          <a:prstGeom prst="rect">
            <a:avLst/>
          </a:prstGeom>
          <a:noFill/>
        </p:spPr>
        <p:txBody>
          <a:bodyPr wrap="square" lIns="36000" tIns="0" rIns="0" bIns="0" rtlCol="0">
            <a:spAutoFit/>
          </a:bodyPr>
          <a:lstStyle/>
          <a:p>
            <a:r>
              <a:rPr lang="en-GB" sz="1600" b="1" dirty="0"/>
              <a:t>[e]</a:t>
            </a:r>
          </a:p>
        </p:txBody>
      </p:sp>
      <p:sp>
        <p:nvSpPr>
          <p:cNvPr id="161" name="TextBox 160">
            <a:extLst>
              <a:ext uri="{FF2B5EF4-FFF2-40B4-BE49-F238E27FC236}">
                <a16:creationId xmlns:a16="http://schemas.microsoft.com/office/drawing/2014/main" id="{87C8DC32-CE1D-1A4A-8877-920228B081BB}"/>
              </a:ext>
            </a:extLst>
          </p:cNvPr>
          <p:cNvSpPr txBox="1"/>
          <p:nvPr/>
        </p:nvSpPr>
        <p:spPr>
          <a:xfrm>
            <a:off x="6130686" y="2978231"/>
            <a:ext cx="513302" cy="246221"/>
          </a:xfrm>
          <a:prstGeom prst="rect">
            <a:avLst/>
          </a:prstGeom>
          <a:noFill/>
        </p:spPr>
        <p:txBody>
          <a:bodyPr wrap="square" lIns="36000" tIns="0" rIns="0" bIns="0" rtlCol="0">
            <a:spAutoFit/>
          </a:bodyPr>
          <a:lstStyle/>
          <a:p>
            <a:r>
              <a:rPr lang="en-GB" sz="1600" b="1" dirty="0"/>
              <a:t>[f]</a:t>
            </a:r>
          </a:p>
        </p:txBody>
      </p:sp>
      <p:sp>
        <p:nvSpPr>
          <p:cNvPr id="572" name="TextBox 571">
            <a:extLst>
              <a:ext uri="{FF2B5EF4-FFF2-40B4-BE49-F238E27FC236}">
                <a16:creationId xmlns:a16="http://schemas.microsoft.com/office/drawing/2014/main" id="{D65F1C6B-B8DD-E644-B080-B46C33FE2033}"/>
              </a:ext>
            </a:extLst>
          </p:cNvPr>
          <p:cNvSpPr txBox="1"/>
          <p:nvPr/>
        </p:nvSpPr>
        <p:spPr>
          <a:xfrm>
            <a:off x="3414605" y="1412234"/>
            <a:ext cx="636234" cy="228925"/>
          </a:xfrm>
          <a:prstGeom prst="rect">
            <a:avLst/>
          </a:prstGeom>
          <a:solidFill>
            <a:schemeClr val="accent3"/>
          </a:solidFill>
          <a:ln>
            <a:noFill/>
          </a:ln>
        </p:spPr>
        <p:txBody>
          <a:bodyPr wrap="square" lIns="0" tIns="0" rIns="0" bIns="0" rtlCol="0" anchor="ctr">
            <a:spAutoFit/>
          </a:bodyPr>
          <a:lstStyle/>
          <a:p>
            <a:pPr algn="ctr"/>
            <a:r>
              <a:rPr lang="en-GB" sz="1800" b="1" dirty="0"/>
              <a:t>396ft</a:t>
            </a:r>
            <a:r>
              <a:rPr lang="en-GB" sz="1800" b="1" baseline="30000" dirty="0"/>
              <a:t>3</a:t>
            </a:r>
          </a:p>
        </p:txBody>
      </p:sp>
      <p:sp>
        <p:nvSpPr>
          <p:cNvPr id="232" name="TextBox 231">
            <a:extLst>
              <a:ext uri="{FF2B5EF4-FFF2-40B4-BE49-F238E27FC236}">
                <a16:creationId xmlns:a16="http://schemas.microsoft.com/office/drawing/2014/main" id="{A61835B6-A291-FC43-AD12-4EEED6EEED60}"/>
              </a:ext>
            </a:extLst>
          </p:cNvPr>
          <p:cNvSpPr txBox="1"/>
          <p:nvPr/>
        </p:nvSpPr>
        <p:spPr>
          <a:xfrm>
            <a:off x="6424505" y="1412234"/>
            <a:ext cx="538156" cy="228925"/>
          </a:xfrm>
          <a:prstGeom prst="rect">
            <a:avLst/>
          </a:prstGeom>
          <a:solidFill>
            <a:schemeClr val="accent3"/>
          </a:solidFill>
          <a:ln>
            <a:noFill/>
          </a:ln>
        </p:spPr>
        <p:txBody>
          <a:bodyPr wrap="square" lIns="0" tIns="0" rIns="0" bIns="0" rtlCol="0" anchor="ctr">
            <a:spAutoFit/>
          </a:bodyPr>
          <a:lstStyle/>
          <a:p>
            <a:pPr algn="ctr"/>
            <a:r>
              <a:rPr lang="en-GB" sz="1800" b="1" dirty="0"/>
              <a:t>63m</a:t>
            </a:r>
            <a:r>
              <a:rPr lang="en-GB" sz="1800" b="1" baseline="30000" dirty="0"/>
              <a:t>3</a:t>
            </a:r>
          </a:p>
        </p:txBody>
      </p:sp>
      <p:sp>
        <p:nvSpPr>
          <p:cNvPr id="233" name="TextBox 232">
            <a:extLst>
              <a:ext uri="{FF2B5EF4-FFF2-40B4-BE49-F238E27FC236}">
                <a16:creationId xmlns:a16="http://schemas.microsoft.com/office/drawing/2014/main" id="{955B9289-141F-F348-B8DE-4A1E0CD9A9AD}"/>
              </a:ext>
            </a:extLst>
          </p:cNvPr>
          <p:cNvSpPr txBox="1"/>
          <p:nvPr/>
        </p:nvSpPr>
        <p:spPr>
          <a:xfrm>
            <a:off x="3414604" y="2997194"/>
            <a:ext cx="876465" cy="228925"/>
          </a:xfrm>
          <a:prstGeom prst="rect">
            <a:avLst/>
          </a:prstGeom>
          <a:solidFill>
            <a:schemeClr val="accent3"/>
          </a:solidFill>
          <a:ln>
            <a:noFill/>
          </a:ln>
        </p:spPr>
        <p:txBody>
          <a:bodyPr wrap="square" lIns="0" tIns="0" rIns="0" bIns="0" rtlCol="0" anchor="ctr">
            <a:spAutoFit/>
          </a:bodyPr>
          <a:lstStyle/>
          <a:p>
            <a:pPr algn="ctr"/>
            <a:r>
              <a:rPr lang="en-GB" sz="1800" b="1" dirty="0"/>
              <a:t>144mm</a:t>
            </a:r>
            <a:r>
              <a:rPr lang="en-GB" sz="1800" b="1" baseline="30000" dirty="0"/>
              <a:t>3</a:t>
            </a:r>
          </a:p>
        </p:txBody>
      </p:sp>
      <p:sp>
        <p:nvSpPr>
          <p:cNvPr id="234" name="TextBox 233">
            <a:extLst>
              <a:ext uri="{FF2B5EF4-FFF2-40B4-BE49-F238E27FC236}">
                <a16:creationId xmlns:a16="http://schemas.microsoft.com/office/drawing/2014/main" id="{8FEAC6E6-6210-9047-B82A-BBD6E96CDF31}"/>
              </a:ext>
            </a:extLst>
          </p:cNvPr>
          <p:cNvSpPr txBox="1"/>
          <p:nvPr/>
        </p:nvSpPr>
        <p:spPr>
          <a:xfrm>
            <a:off x="342346" y="2985748"/>
            <a:ext cx="708580" cy="251817"/>
          </a:xfrm>
          <a:prstGeom prst="rect">
            <a:avLst/>
          </a:prstGeom>
          <a:solidFill>
            <a:schemeClr val="accent3"/>
          </a:solidFill>
          <a:ln>
            <a:noFill/>
          </a:ln>
        </p:spPr>
        <p:txBody>
          <a:bodyPr wrap="square" lIns="0" tIns="0" rIns="0" bIns="0" rtlCol="0" anchor="ctr">
            <a:spAutoFit/>
          </a:bodyPr>
          <a:lstStyle/>
          <a:p>
            <a:pPr algn="ctr"/>
            <a:r>
              <a:rPr lang="en-GB" sz="1800" b="1" dirty="0"/>
              <a:t>105yd</a:t>
            </a:r>
            <a:r>
              <a:rPr lang="en-GB" sz="1800" b="1" baseline="30000" dirty="0"/>
              <a:t>3</a:t>
            </a:r>
          </a:p>
        </p:txBody>
      </p:sp>
      <p:sp>
        <p:nvSpPr>
          <p:cNvPr id="235" name="TextBox 234">
            <a:extLst>
              <a:ext uri="{FF2B5EF4-FFF2-40B4-BE49-F238E27FC236}">
                <a16:creationId xmlns:a16="http://schemas.microsoft.com/office/drawing/2014/main" id="{77C825D3-9E27-334E-8ABD-A5B62312C490}"/>
              </a:ext>
            </a:extLst>
          </p:cNvPr>
          <p:cNvSpPr txBox="1"/>
          <p:nvPr/>
        </p:nvSpPr>
        <p:spPr>
          <a:xfrm>
            <a:off x="6424504" y="2997194"/>
            <a:ext cx="791543" cy="228925"/>
          </a:xfrm>
          <a:prstGeom prst="rect">
            <a:avLst/>
          </a:prstGeom>
          <a:solidFill>
            <a:schemeClr val="accent3"/>
          </a:solidFill>
          <a:ln>
            <a:noFill/>
          </a:ln>
        </p:spPr>
        <p:txBody>
          <a:bodyPr wrap="square" lIns="0" tIns="0" rIns="0" bIns="0" rtlCol="0" anchor="ctr">
            <a:spAutoFit/>
          </a:bodyPr>
          <a:lstStyle/>
          <a:p>
            <a:pPr algn="ctr"/>
            <a:r>
              <a:rPr lang="en-GB" sz="1800" b="1" dirty="0"/>
              <a:t>336cm</a:t>
            </a:r>
            <a:r>
              <a:rPr lang="en-GB" sz="1800" b="1" baseline="30000" dirty="0"/>
              <a:t>3</a:t>
            </a:r>
          </a:p>
        </p:txBody>
      </p:sp>
      <p:grpSp>
        <p:nvGrpSpPr>
          <p:cNvPr id="5" name="Group 4">
            <a:extLst>
              <a:ext uri="{FF2B5EF4-FFF2-40B4-BE49-F238E27FC236}">
                <a16:creationId xmlns:a16="http://schemas.microsoft.com/office/drawing/2014/main" id="{FD793E71-A3FF-BF4F-84B0-834AFC9FD607}"/>
              </a:ext>
            </a:extLst>
          </p:cNvPr>
          <p:cNvGrpSpPr/>
          <p:nvPr/>
        </p:nvGrpSpPr>
        <p:grpSpPr>
          <a:xfrm>
            <a:off x="152316" y="1448184"/>
            <a:ext cx="2569270" cy="1369381"/>
            <a:chOff x="-1647" y="1448184"/>
            <a:chExt cx="2569270" cy="1369381"/>
          </a:xfrm>
        </p:grpSpPr>
        <p:pic>
          <p:nvPicPr>
            <p:cNvPr id="4" name="Picture 3">
              <a:extLst>
                <a:ext uri="{FF2B5EF4-FFF2-40B4-BE49-F238E27FC236}">
                  <a16:creationId xmlns:a16="http://schemas.microsoft.com/office/drawing/2014/main" id="{30CC45C9-50A4-A445-8A59-30FF057EBB8D}"/>
                </a:ext>
              </a:extLst>
            </p:cNvPr>
            <p:cNvPicPr>
              <a:picLocks noChangeAspect="1"/>
            </p:cNvPicPr>
            <p:nvPr/>
          </p:nvPicPr>
          <p:blipFill>
            <a:blip r:embed="rId4"/>
            <a:stretch>
              <a:fillRect/>
            </a:stretch>
          </p:blipFill>
          <p:spPr>
            <a:xfrm>
              <a:off x="548625" y="1448184"/>
              <a:ext cx="1939698" cy="1234049"/>
            </a:xfrm>
            <a:prstGeom prst="rect">
              <a:avLst/>
            </a:prstGeom>
          </p:spPr>
        </p:pic>
        <p:sp>
          <p:nvSpPr>
            <p:cNvPr id="226" name="TextBox 225">
              <a:extLst>
                <a:ext uri="{FF2B5EF4-FFF2-40B4-BE49-F238E27FC236}">
                  <a16:creationId xmlns:a16="http://schemas.microsoft.com/office/drawing/2014/main" id="{98CBB127-3C77-EF40-8ED7-FA0068E70D4E}"/>
                </a:ext>
              </a:extLst>
            </p:cNvPr>
            <p:cNvSpPr txBox="1"/>
            <p:nvPr/>
          </p:nvSpPr>
          <p:spPr>
            <a:xfrm>
              <a:off x="1656801" y="2417388"/>
              <a:ext cx="910822" cy="246221"/>
            </a:xfrm>
            <a:prstGeom prst="rect">
              <a:avLst/>
            </a:prstGeom>
            <a:noFill/>
          </p:spPr>
          <p:txBody>
            <a:bodyPr wrap="square" lIns="0" tIns="0" rIns="0" bIns="0" rtlCol="0" anchor="ctr" anchorCtr="0">
              <a:spAutoFit/>
            </a:bodyPr>
            <a:lstStyle/>
            <a:p>
              <a:pPr algn="ctr">
                <a:defRPr/>
              </a:pPr>
              <a:r>
                <a:rPr lang="en-GB" altLang="en-US" sz="1600" dirty="0"/>
                <a:t>8cm</a:t>
              </a:r>
              <a:endParaRPr lang="en-GB" altLang="en-US" sz="1600" baseline="30000" dirty="0"/>
            </a:p>
          </p:txBody>
        </p:sp>
        <p:sp>
          <p:nvSpPr>
            <p:cNvPr id="40" name="TextBox 39">
              <a:extLst>
                <a:ext uri="{FF2B5EF4-FFF2-40B4-BE49-F238E27FC236}">
                  <a16:creationId xmlns:a16="http://schemas.microsoft.com/office/drawing/2014/main" id="{5B5FFF29-220E-C046-A9E8-09D4E0F54676}"/>
                </a:ext>
              </a:extLst>
            </p:cNvPr>
            <p:cNvSpPr txBox="1"/>
            <p:nvPr/>
          </p:nvSpPr>
          <p:spPr>
            <a:xfrm>
              <a:off x="588446" y="2571344"/>
              <a:ext cx="910822" cy="246221"/>
            </a:xfrm>
            <a:prstGeom prst="rect">
              <a:avLst/>
            </a:prstGeom>
            <a:noFill/>
          </p:spPr>
          <p:txBody>
            <a:bodyPr wrap="square" lIns="0" tIns="0" rIns="0" bIns="0" rtlCol="0" anchor="ctr" anchorCtr="0">
              <a:spAutoFit/>
            </a:bodyPr>
            <a:lstStyle/>
            <a:p>
              <a:pPr algn="ctr">
                <a:defRPr/>
              </a:pPr>
              <a:r>
                <a:rPr lang="en-GB" altLang="en-US" sz="1600" dirty="0"/>
                <a:t>7cm</a:t>
              </a:r>
              <a:endParaRPr lang="en-GB" altLang="en-US" sz="1600" baseline="30000" dirty="0"/>
            </a:p>
          </p:txBody>
        </p:sp>
        <p:cxnSp>
          <p:nvCxnSpPr>
            <p:cNvPr id="41" name="Straight Arrow Connector 40">
              <a:extLst>
                <a:ext uri="{FF2B5EF4-FFF2-40B4-BE49-F238E27FC236}">
                  <a16:creationId xmlns:a16="http://schemas.microsoft.com/office/drawing/2014/main" id="{91F014F3-96FA-D648-BF72-3ED1E9F1D2E7}"/>
                </a:ext>
              </a:extLst>
            </p:cNvPr>
            <p:cNvCxnSpPr>
              <a:cxnSpLocks/>
            </p:cNvCxnSpPr>
            <p:nvPr/>
          </p:nvCxnSpPr>
          <p:spPr>
            <a:xfrm>
              <a:off x="562620" y="1847461"/>
              <a:ext cx="0" cy="746449"/>
            </a:xfrm>
            <a:prstGeom prst="straightConnector1">
              <a:avLst/>
            </a:prstGeom>
            <a:ln w="19050">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B9C25CDD-801B-C046-8E7A-D096DAAA767F}"/>
                </a:ext>
              </a:extLst>
            </p:cNvPr>
            <p:cNvSpPr txBox="1"/>
            <p:nvPr/>
          </p:nvSpPr>
          <p:spPr>
            <a:xfrm>
              <a:off x="-1647" y="2104814"/>
              <a:ext cx="514136" cy="246221"/>
            </a:xfrm>
            <a:prstGeom prst="rect">
              <a:avLst/>
            </a:prstGeom>
            <a:noFill/>
          </p:spPr>
          <p:txBody>
            <a:bodyPr wrap="square" lIns="0" tIns="0" rIns="0" bIns="0" rtlCol="0" anchor="ctr" anchorCtr="0">
              <a:spAutoFit/>
            </a:bodyPr>
            <a:lstStyle/>
            <a:p>
              <a:pPr algn="r">
                <a:defRPr/>
              </a:pPr>
              <a:r>
                <a:rPr lang="en-GB" altLang="en-US" sz="1600" dirty="0"/>
                <a:t>6cm</a:t>
              </a:r>
              <a:endParaRPr lang="en-GB" altLang="en-US" sz="1600" baseline="30000" dirty="0"/>
            </a:p>
          </p:txBody>
        </p:sp>
      </p:grpSp>
      <p:sp>
        <p:nvSpPr>
          <p:cNvPr id="571" name="TextBox 570">
            <a:extLst>
              <a:ext uri="{FF2B5EF4-FFF2-40B4-BE49-F238E27FC236}">
                <a16:creationId xmlns:a16="http://schemas.microsoft.com/office/drawing/2014/main" id="{2D4ACAFF-D6B6-984F-8E46-B1A9FFC37115}"/>
              </a:ext>
            </a:extLst>
          </p:cNvPr>
          <p:cNvSpPr txBox="1"/>
          <p:nvPr/>
        </p:nvSpPr>
        <p:spPr>
          <a:xfrm>
            <a:off x="342346" y="1412234"/>
            <a:ext cx="781994" cy="228925"/>
          </a:xfrm>
          <a:prstGeom prst="rect">
            <a:avLst/>
          </a:prstGeom>
          <a:solidFill>
            <a:schemeClr val="accent3"/>
          </a:solidFill>
          <a:ln>
            <a:noFill/>
          </a:ln>
        </p:spPr>
        <p:txBody>
          <a:bodyPr wrap="square" lIns="0" tIns="0" rIns="0" bIns="0" rtlCol="0" anchor="ctr">
            <a:spAutoFit/>
          </a:bodyPr>
          <a:lstStyle/>
          <a:p>
            <a:pPr algn="ctr"/>
            <a:r>
              <a:rPr lang="en-GB" sz="1800" b="1" dirty="0"/>
              <a:t>168cm</a:t>
            </a:r>
            <a:r>
              <a:rPr lang="en-GB" sz="1800" b="1" baseline="30000" dirty="0"/>
              <a:t>3</a:t>
            </a:r>
          </a:p>
        </p:txBody>
      </p:sp>
      <p:grpSp>
        <p:nvGrpSpPr>
          <p:cNvPr id="6" name="Group 5">
            <a:extLst>
              <a:ext uri="{FF2B5EF4-FFF2-40B4-BE49-F238E27FC236}">
                <a16:creationId xmlns:a16="http://schemas.microsoft.com/office/drawing/2014/main" id="{79FD6472-0E22-0142-A9A7-C3FC78A07C7D}"/>
              </a:ext>
            </a:extLst>
          </p:cNvPr>
          <p:cNvGrpSpPr/>
          <p:nvPr/>
        </p:nvGrpSpPr>
        <p:grpSpPr>
          <a:xfrm>
            <a:off x="3401984" y="1493336"/>
            <a:ext cx="2340033" cy="1356535"/>
            <a:chOff x="3102861" y="1471588"/>
            <a:chExt cx="2574036" cy="1492189"/>
          </a:xfrm>
        </p:grpSpPr>
        <p:pic>
          <p:nvPicPr>
            <p:cNvPr id="220" name="Picture 219">
              <a:extLst>
                <a:ext uri="{FF2B5EF4-FFF2-40B4-BE49-F238E27FC236}">
                  <a16:creationId xmlns:a16="http://schemas.microsoft.com/office/drawing/2014/main" id="{2ED9D0E1-94E9-DF49-87BA-CCE776A7BD14}"/>
                </a:ext>
              </a:extLst>
            </p:cNvPr>
            <p:cNvPicPr>
              <a:picLocks noChangeAspect="1"/>
            </p:cNvPicPr>
            <p:nvPr/>
          </p:nvPicPr>
          <p:blipFill>
            <a:blip r:embed="rId5"/>
            <a:stretch>
              <a:fillRect/>
            </a:stretch>
          </p:blipFill>
          <p:spPr>
            <a:xfrm>
              <a:off x="3543231" y="1471588"/>
              <a:ext cx="2133666" cy="1357454"/>
            </a:xfrm>
            <a:prstGeom prst="rect">
              <a:avLst/>
            </a:prstGeom>
          </p:spPr>
        </p:pic>
        <p:sp>
          <p:nvSpPr>
            <p:cNvPr id="228" name="TextBox 227">
              <a:extLst>
                <a:ext uri="{FF2B5EF4-FFF2-40B4-BE49-F238E27FC236}">
                  <a16:creationId xmlns:a16="http://schemas.microsoft.com/office/drawing/2014/main" id="{4BD55181-E90E-B544-B4EF-9A88C7C1F042}"/>
                </a:ext>
              </a:extLst>
            </p:cNvPr>
            <p:cNvSpPr txBox="1"/>
            <p:nvPr/>
          </p:nvSpPr>
          <p:spPr>
            <a:xfrm>
              <a:off x="4835091" y="2559122"/>
              <a:ext cx="622104" cy="246221"/>
            </a:xfrm>
            <a:prstGeom prst="rect">
              <a:avLst/>
            </a:prstGeom>
            <a:noFill/>
          </p:spPr>
          <p:txBody>
            <a:bodyPr wrap="square" lIns="0" tIns="0" rIns="0" bIns="0" rtlCol="0" anchor="ctr" anchorCtr="0">
              <a:spAutoFit/>
            </a:bodyPr>
            <a:lstStyle/>
            <a:p>
              <a:pPr algn="ctr">
                <a:defRPr/>
              </a:pPr>
              <a:r>
                <a:rPr lang="en-GB" altLang="en-US" sz="1600" dirty="0"/>
                <a:t>11ft</a:t>
              </a:r>
              <a:endParaRPr lang="en-GB" altLang="en-US" sz="1600" baseline="30000" dirty="0"/>
            </a:p>
          </p:txBody>
        </p:sp>
        <p:sp>
          <p:nvSpPr>
            <p:cNvPr id="48" name="TextBox 47">
              <a:extLst>
                <a:ext uri="{FF2B5EF4-FFF2-40B4-BE49-F238E27FC236}">
                  <a16:creationId xmlns:a16="http://schemas.microsoft.com/office/drawing/2014/main" id="{15F40E95-DD5B-A24C-8525-1EBC9FEF58CF}"/>
                </a:ext>
              </a:extLst>
            </p:cNvPr>
            <p:cNvSpPr txBox="1"/>
            <p:nvPr/>
          </p:nvSpPr>
          <p:spPr>
            <a:xfrm>
              <a:off x="3735796" y="2717556"/>
              <a:ext cx="684314" cy="246221"/>
            </a:xfrm>
            <a:prstGeom prst="rect">
              <a:avLst/>
            </a:prstGeom>
            <a:noFill/>
          </p:spPr>
          <p:txBody>
            <a:bodyPr wrap="square" lIns="0" tIns="0" rIns="0" bIns="0" rtlCol="0" anchor="ctr" anchorCtr="0">
              <a:spAutoFit/>
            </a:bodyPr>
            <a:lstStyle/>
            <a:p>
              <a:pPr algn="ctr">
                <a:defRPr/>
              </a:pPr>
              <a:r>
                <a:rPr lang="en-GB" altLang="en-US" sz="1600" dirty="0"/>
                <a:t>9ft</a:t>
              </a:r>
              <a:endParaRPr lang="en-GB" altLang="en-US" sz="1600" baseline="30000" dirty="0"/>
            </a:p>
          </p:txBody>
        </p:sp>
        <p:sp>
          <p:nvSpPr>
            <p:cNvPr id="49" name="TextBox 48">
              <a:extLst>
                <a:ext uri="{FF2B5EF4-FFF2-40B4-BE49-F238E27FC236}">
                  <a16:creationId xmlns:a16="http://schemas.microsoft.com/office/drawing/2014/main" id="{4594CB01-ED11-F941-822B-797540EEE59C}"/>
                </a:ext>
              </a:extLst>
            </p:cNvPr>
            <p:cNvSpPr txBox="1"/>
            <p:nvPr/>
          </p:nvSpPr>
          <p:spPr>
            <a:xfrm>
              <a:off x="3102861" y="2170769"/>
              <a:ext cx="514136" cy="270843"/>
            </a:xfrm>
            <a:prstGeom prst="rect">
              <a:avLst/>
            </a:prstGeom>
            <a:noFill/>
          </p:spPr>
          <p:txBody>
            <a:bodyPr wrap="square" lIns="0" tIns="0" rIns="0" bIns="0" rtlCol="0" anchor="ctr" anchorCtr="0">
              <a:spAutoFit/>
            </a:bodyPr>
            <a:lstStyle/>
            <a:p>
              <a:pPr algn="r">
                <a:defRPr/>
              </a:pPr>
              <a:r>
                <a:rPr lang="en-GB" altLang="en-US" sz="1600" dirty="0"/>
                <a:t>8ft</a:t>
              </a:r>
              <a:endParaRPr lang="en-GB" altLang="en-US" sz="1600" baseline="30000" dirty="0"/>
            </a:p>
          </p:txBody>
        </p:sp>
      </p:grpSp>
      <p:grpSp>
        <p:nvGrpSpPr>
          <p:cNvPr id="7" name="Group 6">
            <a:extLst>
              <a:ext uri="{FF2B5EF4-FFF2-40B4-BE49-F238E27FC236}">
                <a16:creationId xmlns:a16="http://schemas.microsoft.com/office/drawing/2014/main" id="{23A5A228-1126-C54D-B9C6-3B213F018D69}"/>
              </a:ext>
            </a:extLst>
          </p:cNvPr>
          <p:cNvGrpSpPr/>
          <p:nvPr/>
        </p:nvGrpSpPr>
        <p:grpSpPr>
          <a:xfrm>
            <a:off x="6664402" y="1407544"/>
            <a:ext cx="2231096" cy="1480563"/>
            <a:chOff x="6664402" y="1460112"/>
            <a:chExt cx="2231096" cy="1480563"/>
          </a:xfrm>
        </p:grpSpPr>
        <p:pic>
          <p:nvPicPr>
            <p:cNvPr id="221" name="Picture 220">
              <a:extLst>
                <a:ext uri="{FF2B5EF4-FFF2-40B4-BE49-F238E27FC236}">
                  <a16:creationId xmlns:a16="http://schemas.microsoft.com/office/drawing/2014/main" id="{B254397B-4C8C-624A-8845-30E0E3B1E436}"/>
                </a:ext>
              </a:extLst>
            </p:cNvPr>
            <p:cNvPicPr>
              <a:picLocks noChangeAspect="1"/>
            </p:cNvPicPr>
            <p:nvPr/>
          </p:nvPicPr>
          <p:blipFill>
            <a:blip r:embed="rId6"/>
            <a:stretch>
              <a:fillRect/>
            </a:stretch>
          </p:blipFill>
          <p:spPr>
            <a:xfrm>
              <a:off x="6761832" y="1460112"/>
              <a:ext cx="2133666" cy="1357453"/>
            </a:xfrm>
            <a:prstGeom prst="rect">
              <a:avLst/>
            </a:prstGeom>
          </p:spPr>
        </p:pic>
        <p:sp>
          <p:nvSpPr>
            <p:cNvPr id="231" name="TextBox 230">
              <a:extLst>
                <a:ext uri="{FF2B5EF4-FFF2-40B4-BE49-F238E27FC236}">
                  <a16:creationId xmlns:a16="http://schemas.microsoft.com/office/drawing/2014/main" id="{895366C8-DC4B-2849-95E5-B12676F8BC74}"/>
                </a:ext>
              </a:extLst>
            </p:cNvPr>
            <p:cNvSpPr txBox="1"/>
            <p:nvPr/>
          </p:nvSpPr>
          <p:spPr>
            <a:xfrm>
              <a:off x="7700790" y="2551778"/>
              <a:ext cx="910822" cy="246221"/>
            </a:xfrm>
            <a:prstGeom prst="rect">
              <a:avLst/>
            </a:prstGeom>
            <a:noFill/>
          </p:spPr>
          <p:txBody>
            <a:bodyPr wrap="square" lIns="0" tIns="0" rIns="0" bIns="0" rtlCol="0" anchor="ctr" anchorCtr="0">
              <a:spAutoFit/>
            </a:bodyPr>
            <a:lstStyle/>
            <a:p>
              <a:pPr algn="ctr">
                <a:defRPr/>
              </a:pPr>
              <a:r>
                <a:rPr lang="en-GB" altLang="en-US" sz="1600" dirty="0"/>
                <a:t>9m</a:t>
              </a:r>
              <a:endParaRPr lang="en-GB" altLang="en-US" sz="1600" baseline="30000" dirty="0"/>
            </a:p>
          </p:txBody>
        </p:sp>
        <p:sp>
          <p:nvSpPr>
            <p:cNvPr id="51" name="TextBox 50">
              <a:extLst>
                <a:ext uri="{FF2B5EF4-FFF2-40B4-BE49-F238E27FC236}">
                  <a16:creationId xmlns:a16="http://schemas.microsoft.com/office/drawing/2014/main" id="{674275FE-A8E8-3D4D-953E-5D425C148938}"/>
                </a:ext>
              </a:extLst>
            </p:cNvPr>
            <p:cNvSpPr txBox="1"/>
            <p:nvPr/>
          </p:nvSpPr>
          <p:spPr>
            <a:xfrm>
              <a:off x="7108752" y="2694454"/>
              <a:ext cx="386277" cy="246221"/>
            </a:xfrm>
            <a:prstGeom prst="rect">
              <a:avLst/>
            </a:prstGeom>
            <a:noFill/>
          </p:spPr>
          <p:txBody>
            <a:bodyPr wrap="square" lIns="0" tIns="0" rIns="0" bIns="0" rtlCol="0" anchor="ctr" anchorCtr="0">
              <a:spAutoFit/>
            </a:bodyPr>
            <a:lstStyle/>
            <a:p>
              <a:pPr algn="ctr">
                <a:defRPr/>
              </a:pPr>
              <a:r>
                <a:rPr lang="en-GB" altLang="en-US" sz="1600" dirty="0"/>
                <a:t>2m</a:t>
              </a:r>
              <a:endParaRPr lang="en-GB" altLang="en-US" sz="1600" baseline="30000" dirty="0"/>
            </a:p>
          </p:txBody>
        </p:sp>
        <p:sp>
          <p:nvSpPr>
            <p:cNvPr id="52" name="TextBox 51">
              <a:extLst>
                <a:ext uri="{FF2B5EF4-FFF2-40B4-BE49-F238E27FC236}">
                  <a16:creationId xmlns:a16="http://schemas.microsoft.com/office/drawing/2014/main" id="{1D274E67-4ED4-574D-89EA-C649A1F79A07}"/>
                </a:ext>
              </a:extLst>
            </p:cNvPr>
            <p:cNvSpPr txBox="1"/>
            <p:nvPr/>
          </p:nvSpPr>
          <p:spPr>
            <a:xfrm>
              <a:off x="6664402" y="2176659"/>
              <a:ext cx="386277" cy="246221"/>
            </a:xfrm>
            <a:prstGeom prst="rect">
              <a:avLst/>
            </a:prstGeom>
            <a:noFill/>
          </p:spPr>
          <p:txBody>
            <a:bodyPr wrap="square" lIns="0" tIns="0" rIns="0" bIns="0" rtlCol="0" anchor="ctr" anchorCtr="0">
              <a:spAutoFit/>
            </a:bodyPr>
            <a:lstStyle/>
            <a:p>
              <a:pPr algn="r">
                <a:defRPr/>
              </a:pPr>
              <a:r>
                <a:rPr lang="en-GB" altLang="en-US" sz="1600" dirty="0"/>
                <a:t>7m</a:t>
              </a:r>
              <a:endParaRPr lang="en-GB" altLang="en-US" sz="1600" baseline="30000" dirty="0"/>
            </a:p>
          </p:txBody>
        </p:sp>
      </p:grpSp>
      <p:grpSp>
        <p:nvGrpSpPr>
          <p:cNvPr id="15" name="Group 14">
            <a:extLst>
              <a:ext uri="{FF2B5EF4-FFF2-40B4-BE49-F238E27FC236}">
                <a16:creationId xmlns:a16="http://schemas.microsoft.com/office/drawing/2014/main" id="{0402254A-4F3E-7846-89A4-E3565A66CA55}"/>
              </a:ext>
            </a:extLst>
          </p:cNvPr>
          <p:cNvGrpSpPr/>
          <p:nvPr/>
        </p:nvGrpSpPr>
        <p:grpSpPr>
          <a:xfrm>
            <a:off x="150808" y="3096843"/>
            <a:ext cx="2515538" cy="1368979"/>
            <a:chOff x="199499" y="3116615"/>
            <a:chExt cx="2515538" cy="1368979"/>
          </a:xfrm>
        </p:grpSpPr>
        <p:grpSp>
          <p:nvGrpSpPr>
            <p:cNvPr id="10" name="Group 9">
              <a:extLst>
                <a:ext uri="{FF2B5EF4-FFF2-40B4-BE49-F238E27FC236}">
                  <a16:creationId xmlns:a16="http://schemas.microsoft.com/office/drawing/2014/main" id="{B5EBEC07-0150-A249-BE0D-DAEBCC3AABFE}"/>
                </a:ext>
              </a:extLst>
            </p:cNvPr>
            <p:cNvGrpSpPr/>
            <p:nvPr/>
          </p:nvGrpSpPr>
          <p:grpSpPr>
            <a:xfrm>
              <a:off x="775340" y="3116615"/>
              <a:ext cx="1939697" cy="1368979"/>
              <a:chOff x="775340" y="3116615"/>
              <a:chExt cx="1939697" cy="1368979"/>
            </a:xfrm>
          </p:grpSpPr>
          <p:pic>
            <p:nvPicPr>
              <p:cNvPr id="222" name="Picture 221">
                <a:extLst>
                  <a:ext uri="{FF2B5EF4-FFF2-40B4-BE49-F238E27FC236}">
                    <a16:creationId xmlns:a16="http://schemas.microsoft.com/office/drawing/2014/main" id="{3429039F-397D-344A-BC53-7E1B45CCF5EC}"/>
                  </a:ext>
                </a:extLst>
              </p:cNvPr>
              <p:cNvPicPr>
                <a:picLocks noChangeAspect="1"/>
              </p:cNvPicPr>
              <p:nvPr/>
            </p:nvPicPr>
            <p:blipFill>
              <a:blip r:embed="rId7"/>
              <a:stretch>
                <a:fillRect/>
              </a:stretch>
            </p:blipFill>
            <p:spPr>
              <a:xfrm>
                <a:off x="775340" y="3116615"/>
                <a:ext cx="1939697" cy="1234049"/>
              </a:xfrm>
              <a:prstGeom prst="rect">
                <a:avLst/>
              </a:prstGeom>
            </p:spPr>
          </p:pic>
          <p:sp>
            <p:nvSpPr>
              <p:cNvPr id="237" name="TextBox 236">
                <a:extLst>
                  <a:ext uri="{FF2B5EF4-FFF2-40B4-BE49-F238E27FC236}">
                    <a16:creationId xmlns:a16="http://schemas.microsoft.com/office/drawing/2014/main" id="{827E9B60-1912-954E-8D70-DCD80F938CA2}"/>
                  </a:ext>
                </a:extLst>
              </p:cNvPr>
              <p:cNvSpPr txBox="1"/>
              <p:nvPr/>
            </p:nvSpPr>
            <p:spPr>
              <a:xfrm>
                <a:off x="2091453" y="4093001"/>
                <a:ext cx="424905" cy="246221"/>
              </a:xfrm>
              <a:prstGeom prst="rect">
                <a:avLst/>
              </a:prstGeom>
              <a:noFill/>
            </p:spPr>
            <p:txBody>
              <a:bodyPr wrap="square" lIns="0" tIns="0" rIns="0" bIns="0" rtlCol="0" anchor="ctr" anchorCtr="0">
                <a:spAutoFit/>
              </a:bodyPr>
              <a:lstStyle/>
              <a:p>
                <a:pPr algn="ctr">
                  <a:defRPr/>
                </a:pPr>
                <a:r>
                  <a:rPr lang="en-GB" altLang="en-US" sz="1600" dirty="0"/>
                  <a:t>7yd</a:t>
                </a:r>
                <a:endParaRPr lang="en-GB" altLang="en-US" sz="1600" baseline="30000" dirty="0"/>
              </a:p>
            </p:txBody>
          </p:sp>
          <p:sp>
            <p:nvSpPr>
              <p:cNvPr id="54" name="TextBox 53">
                <a:extLst>
                  <a:ext uri="{FF2B5EF4-FFF2-40B4-BE49-F238E27FC236}">
                    <a16:creationId xmlns:a16="http://schemas.microsoft.com/office/drawing/2014/main" id="{8DF410B1-4E18-774A-AD60-3126A809254A}"/>
                  </a:ext>
                </a:extLst>
              </p:cNvPr>
              <p:cNvSpPr txBox="1"/>
              <p:nvPr/>
            </p:nvSpPr>
            <p:spPr>
              <a:xfrm>
                <a:off x="939602" y="4239373"/>
                <a:ext cx="622104" cy="246221"/>
              </a:xfrm>
              <a:prstGeom prst="rect">
                <a:avLst/>
              </a:prstGeom>
              <a:noFill/>
            </p:spPr>
            <p:txBody>
              <a:bodyPr wrap="square" lIns="0" tIns="0" rIns="0" bIns="0" rtlCol="0" anchor="ctr" anchorCtr="0">
                <a:spAutoFit/>
              </a:bodyPr>
              <a:lstStyle/>
              <a:p>
                <a:pPr algn="ctr">
                  <a:defRPr/>
                </a:pPr>
                <a:r>
                  <a:rPr lang="en-GB" altLang="en-US" sz="1600" dirty="0"/>
                  <a:t>6yd</a:t>
                </a:r>
                <a:endParaRPr lang="en-GB" altLang="en-US" sz="1600" baseline="30000" dirty="0"/>
              </a:p>
            </p:txBody>
          </p:sp>
          <p:cxnSp>
            <p:nvCxnSpPr>
              <p:cNvPr id="55" name="Straight Arrow Connector 54">
                <a:extLst>
                  <a:ext uri="{FF2B5EF4-FFF2-40B4-BE49-F238E27FC236}">
                    <a16:creationId xmlns:a16="http://schemas.microsoft.com/office/drawing/2014/main" id="{70452876-9DCB-C74C-8526-E29323225716}"/>
                  </a:ext>
                </a:extLst>
              </p:cNvPr>
              <p:cNvCxnSpPr>
                <a:cxnSpLocks/>
              </p:cNvCxnSpPr>
              <p:nvPr/>
            </p:nvCxnSpPr>
            <p:spPr>
              <a:xfrm>
                <a:off x="776428" y="3508375"/>
                <a:ext cx="0" cy="746125"/>
              </a:xfrm>
              <a:prstGeom prst="straightConnector1">
                <a:avLst/>
              </a:prstGeom>
              <a:ln w="19050">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56" name="TextBox 55">
              <a:extLst>
                <a:ext uri="{FF2B5EF4-FFF2-40B4-BE49-F238E27FC236}">
                  <a16:creationId xmlns:a16="http://schemas.microsoft.com/office/drawing/2014/main" id="{72F5B670-E23A-204D-A73C-D8316B8AE9FE}"/>
                </a:ext>
              </a:extLst>
            </p:cNvPr>
            <p:cNvSpPr txBox="1"/>
            <p:nvPr/>
          </p:nvSpPr>
          <p:spPr>
            <a:xfrm>
              <a:off x="199499" y="3764677"/>
              <a:ext cx="514136" cy="246221"/>
            </a:xfrm>
            <a:prstGeom prst="rect">
              <a:avLst/>
            </a:prstGeom>
            <a:noFill/>
          </p:spPr>
          <p:txBody>
            <a:bodyPr wrap="square" lIns="0" tIns="0" rIns="0" bIns="0" rtlCol="0" anchor="ctr" anchorCtr="0">
              <a:spAutoFit/>
            </a:bodyPr>
            <a:lstStyle/>
            <a:p>
              <a:pPr algn="r">
                <a:defRPr/>
              </a:pPr>
              <a:r>
                <a:rPr lang="en-GB" altLang="en-US" sz="1600" dirty="0"/>
                <a:t>5yd</a:t>
              </a:r>
              <a:endParaRPr lang="en-GB" altLang="en-US" sz="1600" baseline="30000" dirty="0"/>
            </a:p>
          </p:txBody>
        </p:sp>
      </p:grpSp>
      <p:grpSp>
        <p:nvGrpSpPr>
          <p:cNvPr id="23" name="Group 22">
            <a:extLst>
              <a:ext uri="{FF2B5EF4-FFF2-40B4-BE49-F238E27FC236}">
                <a16:creationId xmlns:a16="http://schemas.microsoft.com/office/drawing/2014/main" id="{5A277EF3-E4D3-B447-870E-92CCC5C69F5B}"/>
              </a:ext>
            </a:extLst>
          </p:cNvPr>
          <p:cNvGrpSpPr/>
          <p:nvPr/>
        </p:nvGrpSpPr>
        <p:grpSpPr>
          <a:xfrm>
            <a:off x="6331789" y="3031180"/>
            <a:ext cx="2508295" cy="1484096"/>
            <a:chOff x="6331789" y="3031180"/>
            <a:chExt cx="2508295" cy="1484096"/>
          </a:xfrm>
        </p:grpSpPr>
        <p:pic>
          <p:nvPicPr>
            <p:cNvPr id="224" name="Picture 223">
              <a:extLst>
                <a:ext uri="{FF2B5EF4-FFF2-40B4-BE49-F238E27FC236}">
                  <a16:creationId xmlns:a16="http://schemas.microsoft.com/office/drawing/2014/main" id="{7A1E4CFA-8448-7D4D-B4DF-E085D7922DCD}"/>
                </a:ext>
              </a:extLst>
            </p:cNvPr>
            <p:cNvPicPr>
              <a:picLocks noChangeAspect="1"/>
            </p:cNvPicPr>
            <p:nvPr/>
          </p:nvPicPr>
          <p:blipFill>
            <a:blip r:embed="rId8"/>
            <a:stretch>
              <a:fillRect/>
            </a:stretch>
          </p:blipFill>
          <p:spPr>
            <a:xfrm>
              <a:off x="6706419" y="3031180"/>
              <a:ext cx="2133665" cy="1357453"/>
            </a:xfrm>
            <a:prstGeom prst="rect">
              <a:avLst/>
            </a:prstGeom>
          </p:spPr>
        </p:pic>
        <p:sp>
          <p:nvSpPr>
            <p:cNvPr id="242" name="TextBox 241">
              <a:extLst>
                <a:ext uri="{FF2B5EF4-FFF2-40B4-BE49-F238E27FC236}">
                  <a16:creationId xmlns:a16="http://schemas.microsoft.com/office/drawing/2014/main" id="{48334050-8FFB-464C-86EB-4EC9426BD311}"/>
                </a:ext>
              </a:extLst>
            </p:cNvPr>
            <p:cNvSpPr txBox="1"/>
            <p:nvPr/>
          </p:nvSpPr>
          <p:spPr>
            <a:xfrm>
              <a:off x="7863835" y="4127012"/>
              <a:ext cx="910822" cy="246221"/>
            </a:xfrm>
            <a:prstGeom prst="rect">
              <a:avLst/>
            </a:prstGeom>
            <a:noFill/>
          </p:spPr>
          <p:txBody>
            <a:bodyPr wrap="square" lIns="0" tIns="0" rIns="0" bIns="0" rtlCol="0" anchor="ctr" anchorCtr="0">
              <a:spAutoFit/>
            </a:bodyPr>
            <a:lstStyle/>
            <a:p>
              <a:pPr algn="ctr">
                <a:defRPr/>
              </a:pPr>
              <a:r>
                <a:rPr lang="en-GB" altLang="en-US" sz="1600" dirty="0"/>
                <a:t>12cm</a:t>
              </a:r>
              <a:endParaRPr lang="en-GB" altLang="en-US" sz="1600" baseline="30000" dirty="0"/>
            </a:p>
          </p:txBody>
        </p:sp>
        <p:cxnSp>
          <p:nvCxnSpPr>
            <p:cNvPr id="72" name="Straight Arrow Connector 71">
              <a:extLst>
                <a:ext uri="{FF2B5EF4-FFF2-40B4-BE49-F238E27FC236}">
                  <a16:creationId xmlns:a16="http://schemas.microsoft.com/office/drawing/2014/main" id="{2C110C57-083A-9E45-ABFB-82F2E82392E8}"/>
                </a:ext>
              </a:extLst>
            </p:cNvPr>
            <p:cNvCxnSpPr>
              <a:cxnSpLocks/>
            </p:cNvCxnSpPr>
            <p:nvPr/>
          </p:nvCxnSpPr>
          <p:spPr>
            <a:xfrm>
              <a:off x="6834825" y="3470483"/>
              <a:ext cx="0" cy="815546"/>
            </a:xfrm>
            <a:prstGeom prst="straightConnector1">
              <a:avLst/>
            </a:prstGeom>
            <a:ln w="19050">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927B774E-E70E-EC42-B35E-893413A65F25}"/>
                </a:ext>
              </a:extLst>
            </p:cNvPr>
            <p:cNvSpPr txBox="1"/>
            <p:nvPr/>
          </p:nvSpPr>
          <p:spPr>
            <a:xfrm>
              <a:off x="6820709" y="4269055"/>
              <a:ext cx="910822" cy="246221"/>
            </a:xfrm>
            <a:prstGeom prst="rect">
              <a:avLst/>
            </a:prstGeom>
            <a:noFill/>
          </p:spPr>
          <p:txBody>
            <a:bodyPr wrap="square" lIns="0" tIns="0" rIns="0" bIns="0" rtlCol="0" anchor="ctr" anchorCtr="0">
              <a:spAutoFit/>
            </a:bodyPr>
            <a:lstStyle/>
            <a:p>
              <a:pPr algn="ctr">
                <a:defRPr/>
              </a:pPr>
              <a:r>
                <a:rPr lang="en-GB" altLang="en-US" sz="1600" dirty="0"/>
                <a:t>7cm</a:t>
              </a:r>
              <a:endParaRPr lang="en-GB" altLang="en-US" sz="1600" baseline="30000" dirty="0"/>
            </a:p>
          </p:txBody>
        </p:sp>
        <p:sp>
          <p:nvSpPr>
            <p:cNvPr id="77" name="TextBox 76">
              <a:extLst>
                <a:ext uri="{FF2B5EF4-FFF2-40B4-BE49-F238E27FC236}">
                  <a16:creationId xmlns:a16="http://schemas.microsoft.com/office/drawing/2014/main" id="{02650BD2-1CAE-F743-932A-C52F8C202FE5}"/>
                </a:ext>
              </a:extLst>
            </p:cNvPr>
            <p:cNvSpPr txBox="1"/>
            <p:nvPr/>
          </p:nvSpPr>
          <p:spPr>
            <a:xfrm>
              <a:off x="6331789" y="3755146"/>
              <a:ext cx="445238" cy="246221"/>
            </a:xfrm>
            <a:prstGeom prst="rect">
              <a:avLst/>
            </a:prstGeom>
            <a:noFill/>
          </p:spPr>
          <p:txBody>
            <a:bodyPr wrap="square" lIns="0" tIns="0" rIns="0" bIns="0" rtlCol="0" anchor="ctr" anchorCtr="0">
              <a:spAutoFit/>
            </a:bodyPr>
            <a:lstStyle/>
            <a:p>
              <a:pPr algn="r">
                <a:defRPr/>
              </a:pPr>
              <a:r>
                <a:rPr lang="en-GB" altLang="en-US" sz="1600" dirty="0"/>
                <a:t>8cm</a:t>
              </a:r>
              <a:endParaRPr lang="en-GB" altLang="en-US" sz="1600" baseline="30000" dirty="0"/>
            </a:p>
          </p:txBody>
        </p:sp>
      </p:grpSp>
    </p:spTree>
    <p:extLst>
      <p:ext uri="{BB962C8B-B14F-4D97-AF65-F5344CB8AC3E}">
        <p14:creationId xmlns:p14="http://schemas.microsoft.com/office/powerpoint/2010/main" val="320967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71"/>
                                        </p:tgtEl>
                                        <p:attrNameLst>
                                          <p:attrName>style.visibility</p:attrName>
                                        </p:attrNameLst>
                                      </p:cBhvr>
                                      <p:to>
                                        <p:strVal val="visible"/>
                                      </p:to>
                                    </p:set>
                                    <p:animEffect transition="in" filter="dissolve">
                                      <p:cBhvr>
                                        <p:cTn id="7" dur="500"/>
                                        <p:tgtEl>
                                          <p:spTgt spid="57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72"/>
                                        </p:tgtEl>
                                        <p:attrNameLst>
                                          <p:attrName>style.visibility</p:attrName>
                                        </p:attrNameLst>
                                      </p:cBhvr>
                                      <p:to>
                                        <p:strVal val="visible"/>
                                      </p:to>
                                    </p:set>
                                    <p:animEffect transition="in" filter="dissolve">
                                      <p:cBhvr>
                                        <p:cTn id="12" dur="500"/>
                                        <p:tgtEl>
                                          <p:spTgt spid="57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32"/>
                                        </p:tgtEl>
                                        <p:attrNameLst>
                                          <p:attrName>style.visibility</p:attrName>
                                        </p:attrNameLst>
                                      </p:cBhvr>
                                      <p:to>
                                        <p:strVal val="visible"/>
                                      </p:to>
                                    </p:set>
                                    <p:animEffect transition="in" filter="dissolve">
                                      <p:cBhvr>
                                        <p:cTn id="17" dur="500"/>
                                        <p:tgtEl>
                                          <p:spTgt spid="23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34"/>
                                        </p:tgtEl>
                                        <p:attrNameLst>
                                          <p:attrName>style.visibility</p:attrName>
                                        </p:attrNameLst>
                                      </p:cBhvr>
                                      <p:to>
                                        <p:strVal val="visible"/>
                                      </p:to>
                                    </p:set>
                                    <p:animEffect transition="in" filter="dissolve">
                                      <p:cBhvr>
                                        <p:cTn id="22" dur="500"/>
                                        <p:tgtEl>
                                          <p:spTgt spid="23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33"/>
                                        </p:tgtEl>
                                        <p:attrNameLst>
                                          <p:attrName>style.visibility</p:attrName>
                                        </p:attrNameLst>
                                      </p:cBhvr>
                                      <p:to>
                                        <p:strVal val="visible"/>
                                      </p:to>
                                    </p:set>
                                    <p:animEffect transition="in" filter="dissolve">
                                      <p:cBhvr>
                                        <p:cTn id="27" dur="500"/>
                                        <p:tgtEl>
                                          <p:spTgt spid="233"/>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35"/>
                                        </p:tgtEl>
                                        <p:attrNameLst>
                                          <p:attrName>style.visibility</p:attrName>
                                        </p:attrNameLst>
                                      </p:cBhvr>
                                      <p:to>
                                        <p:strVal val="visible"/>
                                      </p:to>
                                    </p:set>
                                    <p:animEffect transition="in" filter="dissolve">
                                      <p:cBhvr>
                                        <p:cTn id="32" dur="500"/>
                                        <p:tgtEl>
                                          <p:spTgt spid="2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2" grpId="0" animBg="1"/>
      <p:bldP spid="232" grpId="0" animBg="1"/>
      <p:bldP spid="233" grpId="0" animBg="1"/>
      <p:bldP spid="234" grpId="0" animBg="1"/>
      <p:bldP spid="235" grpId="0" animBg="1"/>
      <p:bldP spid="571"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2ABE230D-CE7A-5341-BB3E-18BF84C01947}"/>
              </a:ext>
            </a:extLst>
          </p:cNvPr>
          <p:cNvSpPr txBox="1"/>
          <p:nvPr/>
        </p:nvSpPr>
        <p:spPr>
          <a:xfrm>
            <a:off x="53020" y="971605"/>
            <a:ext cx="513302" cy="307777"/>
          </a:xfrm>
          <a:prstGeom prst="rect">
            <a:avLst/>
          </a:prstGeom>
          <a:noFill/>
        </p:spPr>
        <p:txBody>
          <a:bodyPr wrap="square" lIns="36000" tIns="0" rIns="0" bIns="0" rtlCol="0">
            <a:spAutoFit/>
          </a:bodyPr>
          <a:lstStyle/>
          <a:p>
            <a:r>
              <a:rPr lang="en-GB" sz="2000" b="1" dirty="0"/>
              <a:t>Q3</a:t>
            </a:r>
          </a:p>
        </p:txBody>
      </p:sp>
      <p:sp>
        <p:nvSpPr>
          <p:cNvPr id="14" name="TextBox 13">
            <a:extLst>
              <a:ext uri="{FF2B5EF4-FFF2-40B4-BE49-F238E27FC236}">
                <a16:creationId xmlns:a16="http://schemas.microsoft.com/office/drawing/2014/main" id="{EBD853E9-0DE5-F94D-9CB1-FE53B10735A5}"/>
              </a:ext>
            </a:extLst>
          </p:cNvPr>
          <p:cNvSpPr txBox="1"/>
          <p:nvPr/>
        </p:nvSpPr>
        <p:spPr>
          <a:xfrm>
            <a:off x="460174" y="971605"/>
            <a:ext cx="6915096" cy="307777"/>
          </a:xfrm>
          <a:prstGeom prst="rect">
            <a:avLst/>
          </a:prstGeom>
          <a:noFill/>
        </p:spPr>
        <p:txBody>
          <a:bodyPr wrap="square" lIns="36000" tIns="0" rIns="0" bIns="0" rtlCol="0">
            <a:spAutoFit/>
          </a:bodyPr>
          <a:lstStyle/>
          <a:p>
            <a:pPr>
              <a:defRPr/>
            </a:pPr>
            <a:r>
              <a:rPr lang="en-GB" altLang="en-US" sz="2000" dirty="0"/>
              <a:t>Calculate the volume of the following prisms.</a:t>
            </a:r>
            <a:endParaRPr lang="en-GB" altLang="en-US" sz="2000" baseline="30000" dirty="0"/>
          </a:p>
        </p:txBody>
      </p:sp>
      <p:cxnSp>
        <p:nvCxnSpPr>
          <p:cNvPr id="101" name="Straight Connector 100">
            <a:extLst>
              <a:ext uri="{FF2B5EF4-FFF2-40B4-BE49-F238E27FC236}">
                <a16:creationId xmlns:a16="http://schemas.microsoft.com/office/drawing/2014/main" id="{AA4F1B57-B4BB-3944-B202-1A69886608EF}"/>
              </a:ext>
            </a:extLst>
          </p:cNvPr>
          <p:cNvCxnSpPr>
            <a:cxnSpLocks/>
          </p:cNvCxnSpPr>
          <p:nvPr/>
        </p:nvCxnSpPr>
        <p:spPr>
          <a:xfrm>
            <a:off x="3048000" y="1361287"/>
            <a:ext cx="0" cy="315257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533A7A0E-1FC0-2A49-A071-85C440DF4C28}"/>
              </a:ext>
            </a:extLst>
          </p:cNvPr>
          <p:cNvCxnSpPr>
            <a:cxnSpLocks/>
          </p:cNvCxnSpPr>
          <p:nvPr/>
        </p:nvCxnSpPr>
        <p:spPr>
          <a:xfrm>
            <a:off x="6096000" y="1361287"/>
            <a:ext cx="0" cy="315257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681DEFD9-5B0D-724C-B19D-A2DB7AA89A11}"/>
              </a:ext>
            </a:extLst>
          </p:cNvPr>
          <p:cNvCxnSpPr>
            <a:cxnSpLocks/>
          </p:cNvCxnSpPr>
          <p:nvPr/>
        </p:nvCxnSpPr>
        <p:spPr>
          <a:xfrm flipH="1">
            <a:off x="0" y="2937573"/>
            <a:ext cx="9144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04FB7BAC-D768-1541-BF01-438AD2F1D3D5}"/>
              </a:ext>
            </a:extLst>
          </p:cNvPr>
          <p:cNvCxnSpPr>
            <a:cxnSpLocks/>
          </p:cNvCxnSpPr>
          <p:nvPr/>
        </p:nvCxnSpPr>
        <p:spPr>
          <a:xfrm flipH="1">
            <a:off x="0" y="1361287"/>
            <a:ext cx="9144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6" name="TextBox 155">
            <a:extLst>
              <a:ext uri="{FF2B5EF4-FFF2-40B4-BE49-F238E27FC236}">
                <a16:creationId xmlns:a16="http://schemas.microsoft.com/office/drawing/2014/main" id="{E35F1BB6-D964-4F48-9C01-5B91B2C3DC48}"/>
              </a:ext>
            </a:extLst>
          </p:cNvPr>
          <p:cNvSpPr txBox="1"/>
          <p:nvPr/>
        </p:nvSpPr>
        <p:spPr>
          <a:xfrm>
            <a:off x="11769" y="1396994"/>
            <a:ext cx="513302" cy="246221"/>
          </a:xfrm>
          <a:prstGeom prst="rect">
            <a:avLst/>
          </a:prstGeom>
          <a:noFill/>
        </p:spPr>
        <p:txBody>
          <a:bodyPr wrap="square" lIns="36000" tIns="0" rIns="0" bIns="0" rtlCol="0">
            <a:spAutoFit/>
          </a:bodyPr>
          <a:lstStyle/>
          <a:p>
            <a:r>
              <a:rPr lang="en-GB" sz="1600" b="1" dirty="0"/>
              <a:t>[a]</a:t>
            </a:r>
          </a:p>
        </p:txBody>
      </p:sp>
      <p:sp>
        <p:nvSpPr>
          <p:cNvPr id="157" name="TextBox 156">
            <a:extLst>
              <a:ext uri="{FF2B5EF4-FFF2-40B4-BE49-F238E27FC236}">
                <a16:creationId xmlns:a16="http://schemas.microsoft.com/office/drawing/2014/main" id="{96CA28A0-2FD7-B24E-92A8-A4EF1F784C12}"/>
              </a:ext>
            </a:extLst>
          </p:cNvPr>
          <p:cNvSpPr txBox="1"/>
          <p:nvPr/>
        </p:nvSpPr>
        <p:spPr>
          <a:xfrm>
            <a:off x="3078103" y="1396994"/>
            <a:ext cx="513302" cy="246221"/>
          </a:xfrm>
          <a:prstGeom prst="rect">
            <a:avLst/>
          </a:prstGeom>
          <a:noFill/>
        </p:spPr>
        <p:txBody>
          <a:bodyPr wrap="square" lIns="36000" tIns="0" rIns="0" bIns="0" rtlCol="0">
            <a:spAutoFit/>
          </a:bodyPr>
          <a:lstStyle/>
          <a:p>
            <a:r>
              <a:rPr lang="en-GB" sz="1600" b="1" dirty="0"/>
              <a:t>[b]</a:t>
            </a:r>
          </a:p>
        </p:txBody>
      </p:sp>
      <p:sp>
        <p:nvSpPr>
          <p:cNvPr id="158" name="TextBox 157">
            <a:extLst>
              <a:ext uri="{FF2B5EF4-FFF2-40B4-BE49-F238E27FC236}">
                <a16:creationId xmlns:a16="http://schemas.microsoft.com/office/drawing/2014/main" id="{F51981B3-A242-E640-A21B-49A5D151D7D7}"/>
              </a:ext>
            </a:extLst>
          </p:cNvPr>
          <p:cNvSpPr txBox="1"/>
          <p:nvPr/>
        </p:nvSpPr>
        <p:spPr>
          <a:xfrm>
            <a:off x="6130686" y="1396994"/>
            <a:ext cx="513302" cy="246221"/>
          </a:xfrm>
          <a:prstGeom prst="rect">
            <a:avLst/>
          </a:prstGeom>
          <a:noFill/>
        </p:spPr>
        <p:txBody>
          <a:bodyPr wrap="square" lIns="36000" tIns="0" rIns="0" bIns="0" rtlCol="0">
            <a:spAutoFit/>
          </a:bodyPr>
          <a:lstStyle/>
          <a:p>
            <a:r>
              <a:rPr lang="en-GB" sz="1600" b="1" dirty="0"/>
              <a:t>[c]</a:t>
            </a:r>
          </a:p>
        </p:txBody>
      </p:sp>
      <p:sp>
        <p:nvSpPr>
          <p:cNvPr id="159" name="TextBox 158">
            <a:extLst>
              <a:ext uri="{FF2B5EF4-FFF2-40B4-BE49-F238E27FC236}">
                <a16:creationId xmlns:a16="http://schemas.microsoft.com/office/drawing/2014/main" id="{D719F4D0-A0F7-F74C-BB6A-36A71CD60751}"/>
              </a:ext>
            </a:extLst>
          </p:cNvPr>
          <p:cNvSpPr txBox="1"/>
          <p:nvPr/>
        </p:nvSpPr>
        <p:spPr>
          <a:xfrm>
            <a:off x="11769" y="2978231"/>
            <a:ext cx="513302" cy="246221"/>
          </a:xfrm>
          <a:prstGeom prst="rect">
            <a:avLst/>
          </a:prstGeom>
          <a:noFill/>
        </p:spPr>
        <p:txBody>
          <a:bodyPr wrap="square" lIns="36000" tIns="0" rIns="0" bIns="0" rtlCol="0">
            <a:spAutoFit/>
          </a:bodyPr>
          <a:lstStyle/>
          <a:p>
            <a:r>
              <a:rPr lang="en-GB" sz="1600" b="1" dirty="0"/>
              <a:t>[d]</a:t>
            </a:r>
          </a:p>
        </p:txBody>
      </p:sp>
      <p:sp>
        <p:nvSpPr>
          <p:cNvPr id="160" name="TextBox 159">
            <a:extLst>
              <a:ext uri="{FF2B5EF4-FFF2-40B4-BE49-F238E27FC236}">
                <a16:creationId xmlns:a16="http://schemas.microsoft.com/office/drawing/2014/main" id="{248E47D3-EEA0-384D-A4CE-805CD8A7E4F1}"/>
              </a:ext>
            </a:extLst>
          </p:cNvPr>
          <p:cNvSpPr txBox="1"/>
          <p:nvPr/>
        </p:nvSpPr>
        <p:spPr>
          <a:xfrm>
            <a:off x="3078103" y="2978231"/>
            <a:ext cx="513302" cy="246221"/>
          </a:xfrm>
          <a:prstGeom prst="rect">
            <a:avLst/>
          </a:prstGeom>
          <a:noFill/>
        </p:spPr>
        <p:txBody>
          <a:bodyPr wrap="square" lIns="36000" tIns="0" rIns="0" bIns="0" rtlCol="0">
            <a:spAutoFit/>
          </a:bodyPr>
          <a:lstStyle/>
          <a:p>
            <a:r>
              <a:rPr lang="en-GB" sz="1600" b="1" dirty="0"/>
              <a:t>[e]</a:t>
            </a:r>
          </a:p>
        </p:txBody>
      </p:sp>
      <p:sp>
        <p:nvSpPr>
          <p:cNvPr id="161" name="TextBox 160">
            <a:extLst>
              <a:ext uri="{FF2B5EF4-FFF2-40B4-BE49-F238E27FC236}">
                <a16:creationId xmlns:a16="http://schemas.microsoft.com/office/drawing/2014/main" id="{87C8DC32-CE1D-1A4A-8877-920228B081BB}"/>
              </a:ext>
            </a:extLst>
          </p:cNvPr>
          <p:cNvSpPr txBox="1"/>
          <p:nvPr/>
        </p:nvSpPr>
        <p:spPr>
          <a:xfrm>
            <a:off x="6130686" y="2978231"/>
            <a:ext cx="513302" cy="246221"/>
          </a:xfrm>
          <a:prstGeom prst="rect">
            <a:avLst/>
          </a:prstGeom>
          <a:noFill/>
        </p:spPr>
        <p:txBody>
          <a:bodyPr wrap="square" lIns="36000" tIns="0" rIns="0" bIns="0" rtlCol="0">
            <a:spAutoFit/>
          </a:bodyPr>
          <a:lstStyle/>
          <a:p>
            <a:r>
              <a:rPr lang="en-GB" sz="1600" b="1" dirty="0"/>
              <a:t>[f]</a:t>
            </a:r>
          </a:p>
        </p:txBody>
      </p:sp>
      <p:sp>
        <p:nvSpPr>
          <p:cNvPr id="572" name="TextBox 571">
            <a:extLst>
              <a:ext uri="{FF2B5EF4-FFF2-40B4-BE49-F238E27FC236}">
                <a16:creationId xmlns:a16="http://schemas.microsoft.com/office/drawing/2014/main" id="{D65F1C6B-B8DD-E644-B080-B46C33FE2033}"/>
              </a:ext>
            </a:extLst>
          </p:cNvPr>
          <p:cNvSpPr txBox="1"/>
          <p:nvPr/>
        </p:nvSpPr>
        <p:spPr>
          <a:xfrm>
            <a:off x="3414605" y="1412234"/>
            <a:ext cx="663324" cy="228925"/>
          </a:xfrm>
          <a:prstGeom prst="rect">
            <a:avLst/>
          </a:prstGeom>
          <a:solidFill>
            <a:schemeClr val="accent3"/>
          </a:solidFill>
          <a:ln>
            <a:noFill/>
          </a:ln>
        </p:spPr>
        <p:txBody>
          <a:bodyPr wrap="square" lIns="0" tIns="0" rIns="0" bIns="0" rtlCol="0" anchor="ctr">
            <a:spAutoFit/>
          </a:bodyPr>
          <a:lstStyle/>
          <a:p>
            <a:pPr algn="ctr"/>
            <a:r>
              <a:rPr lang="en-GB" sz="1800" b="1" dirty="0"/>
              <a:t>160m</a:t>
            </a:r>
            <a:r>
              <a:rPr lang="en-GB" sz="1800" b="1" baseline="30000" dirty="0"/>
              <a:t>3</a:t>
            </a:r>
          </a:p>
        </p:txBody>
      </p:sp>
      <p:sp>
        <p:nvSpPr>
          <p:cNvPr id="232" name="TextBox 231">
            <a:extLst>
              <a:ext uri="{FF2B5EF4-FFF2-40B4-BE49-F238E27FC236}">
                <a16:creationId xmlns:a16="http://schemas.microsoft.com/office/drawing/2014/main" id="{A61835B6-A291-FC43-AD12-4EEED6EEED60}"/>
              </a:ext>
            </a:extLst>
          </p:cNvPr>
          <p:cNvSpPr txBox="1"/>
          <p:nvPr/>
        </p:nvSpPr>
        <p:spPr>
          <a:xfrm>
            <a:off x="6424504" y="1412234"/>
            <a:ext cx="649535" cy="228925"/>
          </a:xfrm>
          <a:prstGeom prst="rect">
            <a:avLst/>
          </a:prstGeom>
          <a:solidFill>
            <a:schemeClr val="accent3"/>
          </a:solidFill>
          <a:ln>
            <a:noFill/>
          </a:ln>
        </p:spPr>
        <p:txBody>
          <a:bodyPr wrap="square" lIns="0" tIns="0" rIns="0" bIns="0" rtlCol="0" anchor="ctr">
            <a:spAutoFit/>
          </a:bodyPr>
          <a:lstStyle/>
          <a:p>
            <a:pPr algn="ctr"/>
            <a:r>
              <a:rPr lang="en-GB" sz="1800" b="1" dirty="0"/>
              <a:t>672ft</a:t>
            </a:r>
            <a:r>
              <a:rPr lang="en-GB" sz="1800" b="1" baseline="30000" dirty="0"/>
              <a:t>3</a:t>
            </a:r>
          </a:p>
        </p:txBody>
      </p:sp>
      <p:sp>
        <p:nvSpPr>
          <p:cNvPr id="233" name="TextBox 232">
            <a:extLst>
              <a:ext uri="{FF2B5EF4-FFF2-40B4-BE49-F238E27FC236}">
                <a16:creationId xmlns:a16="http://schemas.microsoft.com/office/drawing/2014/main" id="{955B9289-141F-F348-B8DE-4A1E0CD9A9AD}"/>
              </a:ext>
            </a:extLst>
          </p:cNvPr>
          <p:cNvSpPr txBox="1"/>
          <p:nvPr/>
        </p:nvSpPr>
        <p:spPr>
          <a:xfrm>
            <a:off x="3414604" y="2997194"/>
            <a:ext cx="876465" cy="228925"/>
          </a:xfrm>
          <a:prstGeom prst="rect">
            <a:avLst/>
          </a:prstGeom>
          <a:solidFill>
            <a:schemeClr val="accent3"/>
          </a:solidFill>
          <a:ln>
            <a:noFill/>
          </a:ln>
        </p:spPr>
        <p:txBody>
          <a:bodyPr wrap="square" lIns="0" tIns="0" rIns="0" bIns="0" rtlCol="0" anchor="ctr">
            <a:spAutoFit/>
          </a:bodyPr>
          <a:lstStyle/>
          <a:p>
            <a:pPr algn="ctr"/>
            <a:r>
              <a:rPr lang="en-GB" sz="1800" b="1" dirty="0"/>
              <a:t>520mm</a:t>
            </a:r>
            <a:r>
              <a:rPr lang="en-GB" sz="1800" b="1" baseline="30000" dirty="0"/>
              <a:t>3</a:t>
            </a:r>
          </a:p>
        </p:txBody>
      </p:sp>
      <p:sp>
        <p:nvSpPr>
          <p:cNvPr id="234" name="TextBox 233">
            <a:extLst>
              <a:ext uri="{FF2B5EF4-FFF2-40B4-BE49-F238E27FC236}">
                <a16:creationId xmlns:a16="http://schemas.microsoft.com/office/drawing/2014/main" id="{8FEAC6E6-6210-9047-B82A-BBD6E96CDF31}"/>
              </a:ext>
            </a:extLst>
          </p:cNvPr>
          <p:cNvSpPr txBox="1"/>
          <p:nvPr/>
        </p:nvSpPr>
        <p:spPr>
          <a:xfrm>
            <a:off x="342346" y="2985747"/>
            <a:ext cx="708580" cy="251818"/>
          </a:xfrm>
          <a:prstGeom prst="rect">
            <a:avLst/>
          </a:prstGeom>
          <a:solidFill>
            <a:schemeClr val="accent3"/>
          </a:solidFill>
          <a:ln>
            <a:noFill/>
          </a:ln>
        </p:spPr>
        <p:txBody>
          <a:bodyPr wrap="square" lIns="0" tIns="0" rIns="0" bIns="0" rtlCol="0" anchor="ctr">
            <a:spAutoFit/>
          </a:bodyPr>
          <a:lstStyle/>
          <a:p>
            <a:pPr algn="ctr"/>
            <a:r>
              <a:rPr lang="en-GB" sz="1800" b="1" dirty="0"/>
              <a:t>756yd</a:t>
            </a:r>
            <a:r>
              <a:rPr lang="en-GB" sz="1800" b="1" baseline="30000" dirty="0"/>
              <a:t>3</a:t>
            </a:r>
          </a:p>
        </p:txBody>
      </p:sp>
      <p:sp>
        <p:nvSpPr>
          <p:cNvPr id="235" name="TextBox 234">
            <a:extLst>
              <a:ext uri="{FF2B5EF4-FFF2-40B4-BE49-F238E27FC236}">
                <a16:creationId xmlns:a16="http://schemas.microsoft.com/office/drawing/2014/main" id="{77C825D3-9E27-334E-8ABD-A5B62312C490}"/>
              </a:ext>
            </a:extLst>
          </p:cNvPr>
          <p:cNvSpPr txBox="1"/>
          <p:nvPr/>
        </p:nvSpPr>
        <p:spPr>
          <a:xfrm>
            <a:off x="6424504" y="2997194"/>
            <a:ext cx="791543" cy="228925"/>
          </a:xfrm>
          <a:prstGeom prst="rect">
            <a:avLst/>
          </a:prstGeom>
          <a:solidFill>
            <a:schemeClr val="accent3"/>
          </a:solidFill>
          <a:ln>
            <a:noFill/>
          </a:ln>
        </p:spPr>
        <p:txBody>
          <a:bodyPr wrap="square" lIns="0" tIns="0" rIns="0" bIns="0" rtlCol="0" anchor="ctr">
            <a:spAutoFit/>
          </a:bodyPr>
          <a:lstStyle/>
          <a:p>
            <a:pPr algn="ctr"/>
            <a:r>
              <a:rPr lang="en-GB" sz="1800" b="1" dirty="0"/>
              <a:t>1260in</a:t>
            </a:r>
            <a:r>
              <a:rPr lang="en-GB" sz="1800" b="1" baseline="30000" dirty="0"/>
              <a:t>3</a:t>
            </a:r>
          </a:p>
        </p:txBody>
      </p:sp>
      <p:sp>
        <p:nvSpPr>
          <p:cNvPr id="571" name="TextBox 570">
            <a:extLst>
              <a:ext uri="{FF2B5EF4-FFF2-40B4-BE49-F238E27FC236}">
                <a16:creationId xmlns:a16="http://schemas.microsoft.com/office/drawing/2014/main" id="{2D4ACAFF-D6B6-984F-8E46-B1A9FFC37115}"/>
              </a:ext>
            </a:extLst>
          </p:cNvPr>
          <p:cNvSpPr txBox="1"/>
          <p:nvPr/>
        </p:nvSpPr>
        <p:spPr>
          <a:xfrm>
            <a:off x="342346" y="1400788"/>
            <a:ext cx="781994" cy="251817"/>
          </a:xfrm>
          <a:prstGeom prst="rect">
            <a:avLst/>
          </a:prstGeom>
          <a:solidFill>
            <a:schemeClr val="accent3"/>
          </a:solidFill>
          <a:ln>
            <a:noFill/>
          </a:ln>
        </p:spPr>
        <p:txBody>
          <a:bodyPr wrap="square" lIns="0" tIns="0" rIns="0" bIns="0" rtlCol="0" anchor="ctr">
            <a:spAutoFit/>
          </a:bodyPr>
          <a:lstStyle/>
          <a:p>
            <a:pPr algn="ctr"/>
            <a:r>
              <a:rPr lang="en-GB" sz="1800" b="1" dirty="0"/>
              <a:t>528cm</a:t>
            </a:r>
            <a:r>
              <a:rPr lang="en-GB" sz="1800" b="1" baseline="30000" dirty="0"/>
              <a:t>3</a:t>
            </a:r>
          </a:p>
        </p:txBody>
      </p:sp>
      <p:grpSp>
        <p:nvGrpSpPr>
          <p:cNvPr id="3" name="Group 2">
            <a:extLst>
              <a:ext uri="{FF2B5EF4-FFF2-40B4-BE49-F238E27FC236}">
                <a16:creationId xmlns:a16="http://schemas.microsoft.com/office/drawing/2014/main" id="{291D18F0-F64F-E34D-A6D9-CAE04A8FCDBC}"/>
              </a:ext>
            </a:extLst>
          </p:cNvPr>
          <p:cNvGrpSpPr/>
          <p:nvPr/>
        </p:nvGrpSpPr>
        <p:grpSpPr>
          <a:xfrm>
            <a:off x="3276434" y="1471215"/>
            <a:ext cx="2414156" cy="1314655"/>
            <a:chOff x="3165844" y="1493337"/>
            <a:chExt cx="2414156" cy="1314655"/>
          </a:xfrm>
        </p:grpSpPr>
        <p:pic>
          <p:nvPicPr>
            <p:cNvPr id="220" name="Picture 219">
              <a:extLst>
                <a:ext uri="{FF2B5EF4-FFF2-40B4-BE49-F238E27FC236}">
                  <a16:creationId xmlns:a16="http://schemas.microsoft.com/office/drawing/2014/main" id="{2ED9D0E1-94E9-DF49-87BA-CCE776A7BD14}"/>
                </a:ext>
              </a:extLst>
            </p:cNvPr>
            <p:cNvPicPr>
              <a:picLocks noChangeAspect="1"/>
            </p:cNvPicPr>
            <p:nvPr/>
          </p:nvPicPr>
          <p:blipFill>
            <a:blip r:embed="rId3"/>
            <a:stretch>
              <a:fillRect/>
            </a:stretch>
          </p:blipFill>
          <p:spPr>
            <a:xfrm>
              <a:off x="3564000" y="1493337"/>
              <a:ext cx="2016000" cy="1282593"/>
            </a:xfrm>
            <a:prstGeom prst="rect">
              <a:avLst/>
            </a:prstGeom>
          </p:spPr>
        </p:pic>
        <p:sp>
          <p:nvSpPr>
            <p:cNvPr id="58" name="TextBox 57">
              <a:extLst>
                <a:ext uri="{FF2B5EF4-FFF2-40B4-BE49-F238E27FC236}">
                  <a16:creationId xmlns:a16="http://schemas.microsoft.com/office/drawing/2014/main" id="{F549E599-4E72-8D47-81F2-5D8113575EBB}"/>
                </a:ext>
              </a:extLst>
            </p:cNvPr>
            <p:cNvSpPr txBox="1"/>
            <p:nvPr/>
          </p:nvSpPr>
          <p:spPr>
            <a:xfrm>
              <a:off x="4852622" y="2429035"/>
              <a:ext cx="514135" cy="246221"/>
            </a:xfrm>
            <a:prstGeom prst="rect">
              <a:avLst/>
            </a:prstGeom>
            <a:noFill/>
          </p:spPr>
          <p:txBody>
            <a:bodyPr wrap="square" lIns="0" tIns="0" rIns="0" bIns="0" rtlCol="0" anchor="ctr" anchorCtr="0">
              <a:spAutoFit/>
            </a:bodyPr>
            <a:lstStyle/>
            <a:p>
              <a:pPr algn="ctr">
                <a:defRPr/>
              </a:pPr>
              <a:r>
                <a:rPr lang="en-GB" altLang="en-US" sz="1600" dirty="0"/>
                <a:t>8m</a:t>
              </a:r>
              <a:endParaRPr lang="en-GB" altLang="en-US" sz="1600" baseline="30000" dirty="0"/>
            </a:p>
          </p:txBody>
        </p:sp>
        <p:sp>
          <p:nvSpPr>
            <p:cNvPr id="59" name="TextBox 58">
              <a:extLst>
                <a:ext uri="{FF2B5EF4-FFF2-40B4-BE49-F238E27FC236}">
                  <a16:creationId xmlns:a16="http://schemas.microsoft.com/office/drawing/2014/main" id="{E6964450-716B-8044-AC4C-1DF9F124E42C}"/>
                </a:ext>
              </a:extLst>
            </p:cNvPr>
            <p:cNvSpPr txBox="1"/>
            <p:nvPr/>
          </p:nvSpPr>
          <p:spPr>
            <a:xfrm>
              <a:off x="3794528" y="2561771"/>
              <a:ext cx="565549" cy="246221"/>
            </a:xfrm>
            <a:prstGeom prst="rect">
              <a:avLst/>
            </a:prstGeom>
            <a:noFill/>
          </p:spPr>
          <p:txBody>
            <a:bodyPr wrap="square" lIns="0" tIns="0" rIns="0" bIns="0" rtlCol="0" anchor="ctr" anchorCtr="0">
              <a:spAutoFit/>
            </a:bodyPr>
            <a:lstStyle/>
            <a:p>
              <a:pPr algn="ctr">
                <a:defRPr/>
              </a:pPr>
              <a:r>
                <a:rPr lang="en-GB" altLang="en-US" sz="1600" dirty="0"/>
                <a:t>5m</a:t>
              </a:r>
              <a:endParaRPr lang="en-GB" altLang="en-US" sz="1600" baseline="30000" dirty="0"/>
            </a:p>
          </p:txBody>
        </p:sp>
        <p:sp>
          <p:nvSpPr>
            <p:cNvPr id="60" name="TextBox 59">
              <a:extLst>
                <a:ext uri="{FF2B5EF4-FFF2-40B4-BE49-F238E27FC236}">
                  <a16:creationId xmlns:a16="http://schemas.microsoft.com/office/drawing/2014/main" id="{F3835710-E345-5647-9497-7F7B95BA97CA}"/>
                </a:ext>
              </a:extLst>
            </p:cNvPr>
            <p:cNvSpPr txBox="1"/>
            <p:nvPr/>
          </p:nvSpPr>
          <p:spPr>
            <a:xfrm>
              <a:off x="3165844" y="2141442"/>
              <a:ext cx="462967" cy="246221"/>
            </a:xfrm>
            <a:prstGeom prst="rect">
              <a:avLst/>
            </a:prstGeom>
            <a:noFill/>
          </p:spPr>
          <p:txBody>
            <a:bodyPr wrap="square" lIns="0" tIns="0" rIns="0" bIns="0" rtlCol="0" anchor="ctr" anchorCtr="0">
              <a:spAutoFit/>
            </a:bodyPr>
            <a:lstStyle/>
            <a:p>
              <a:pPr algn="r">
                <a:defRPr/>
              </a:pPr>
              <a:r>
                <a:rPr lang="en-GB" altLang="en-US" sz="1600" dirty="0"/>
                <a:t>4m</a:t>
              </a:r>
              <a:endParaRPr lang="en-GB" altLang="en-US" sz="1600" baseline="30000" dirty="0"/>
            </a:p>
          </p:txBody>
        </p:sp>
      </p:grpSp>
      <p:grpSp>
        <p:nvGrpSpPr>
          <p:cNvPr id="2" name="Group 1">
            <a:extLst>
              <a:ext uri="{FF2B5EF4-FFF2-40B4-BE49-F238E27FC236}">
                <a16:creationId xmlns:a16="http://schemas.microsoft.com/office/drawing/2014/main" id="{5529C7EE-6656-FD46-93AB-FFEE803B1907}"/>
              </a:ext>
            </a:extLst>
          </p:cNvPr>
          <p:cNvGrpSpPr/>
          <p:nvPr/>
        </p:nvGrpSpPr>
        <p:grpSpPr>
          <a:xfrm>
            <a:off x="167219" y="1456515"/>
            <a:ext cx="2451450" cy="1417846"/>
            <a:chOff x="167219" y="1500759"/>
            <a:chExt cx="2451450" cy="1417846"/>
          </a:xfrm>
        </p:grpSpPr>
        <p:pic>
          <p:nvPicPr>
            <p:cNvPr id="4" name="Picture 3">
              <a:extLst>
                <a:ext uri="{FF2B5EF4-FFF2-40B4-BE49-F238E27FC236}">
                  <a16:creationId xmlns:a16="http://schemas.microsoft.com/office/drawing/2014/main" id="{30CC45C9-50A4-A445-8A59-30FF057EBB8D}"/>
                </a:ext>
              </a:extLst>
            </p:cNvPr>
            <p:cNvPicPr>
              <a:picLocks noChangeAspect="1"/>
            </p:cNvPicPr>
            <p:nvPr/>
          </p:nvPicPr>
          <p:blipFill>
            <a:blip r:embed="rId4"/>
            <a:stretch>
              <a:fillRect/>
            </a:stretch>
          </p:blipFill>
          <p:spPr>
            <a:xfrm>
              <a:off x="602669" y="1500759"/>
              <a:ext cx="2016000" cy="1282594"/>
            </a:xfrm>
            <a:prstGeom prst="rect">
              <a:avLst/>
            </a:prstGeom>
          </p:spPr>
        </p:pic>
        <p:sp>
          <p:nvSpPr>
            <p:cNvPr id="61" name="TextBox 60">
              <a:extLst>
                <a:ext uri="{FF2B5EF4-FFF2-40B4-BE49-F238E27FC236}">
                  <a16:creationId xmlns:a16="http://schemas.microsoft.com/office/drawing/2014/main" id="{00289D29-966C-0547-A5B7-9E721366D463}"/>
                </a:ext>
              </a:extLst>
            </p:cNvPr>
            <p:cNvSpPr txBox="1"/>
            <p:nvPr/>
          </p:nvSpPr>
          <p:spPr>
            <a:xfrm>
              <a:off x="822728" y="2672384"/>
              <a:ext cx="565549" cy="246221"/>
            </a:xfrm>
            <a:prstGeom prst="rect">
              <a:avLst/>
            </a:prstGeom>
            <a:noFill/>
          </p:spPr>
          <p:txBody>
            <a:bodyPr wrap="square" lIns="0" tIns="0" rIns="0" bIns="0" rtlCol="0" anchor="ctr" anchorCtr="0">
              <a:spAutoFit/>
            </a:bodyPr>
            <a:lstStyle/>
            <a:p>
              <a:pPr algn="ctr">
                <a:defRPr/>
              </a:pPr>
              <a:r>
                <a:rPr lang="en-GB" altLang="en-US" sz="1600" dirty="0"/>
                <a:t>6cm</a:t>
              </a:r>
              <a:endParaRPr lang="en-GB" altLang="en-US" sz="1600" baseline="30000" dirty="0"/>
            </a:p>
          </p:txBody>
        </p:sp>
        <p:sp>
          <p:nvSpPr>
            <p:cNvPr id="62" name="TextBox 61">
              <a:extLst>
                <a:ext uri="{FF2B5EF4-FFF2-40B4-BE49-F238E27FC236}">
                  <a16:creationId xmlns:a16="http://schemas.microsoft.com/office/drawing/2014/main" id="{9AE39DD1-E383-E645-ABF0-3B036FD8A00C}"/>
                </a:ext>
              </a:extLst>
            </p:cNvPr>
            <p:cNvSpPr txBox="1"/>
            <p:nvPr/>
          </p:nvSpPr>
          <p:spPr>
            <a:xfrm>
              <a:off x="167219" y="2170940"/>
              <a:ext cx="565549" cy="246221"/>
            </a:xfrm>
            <a:prstGeom prst="rect">
              <a:avLst/>
            </a:prstGeom>
            <a:noFill/>
          </p:spPr>
          <p:txBody>
            <a:bodyPr wrap="square" lIns="0" tIns="0" rIns="0" bIns="0" rtlCol="0" anchor="ctr" anchorCtr="0">
              <a:spAutoFit/>
            </a:bodyPr>
            <a:lstStyle/>
            <a:p>
              <a:pPr algn="r">
                <a:defRPr/>
              </a:pPr>
              <a:r>
                <a:rPr lang="en-GB" altLang="en-US" sz="1600" dirty="0"/>
                <a:t>8cm</a:t>
              </a:r>
            </a:p>
          </p:txBody>
        </p:sp>
        <p:sp>
          <p:nvSpPr>
            <p:cNvPr id="63" name="TextBox 62">
              <a:extLst>
                <a:ext uri="{FF2B5EF4-FFF2-40B4-BE49-F238E27FC236}">
                  <a16:creationId xmlns:a16="http://schemas.microsoft.com/office/drawing/2014/main" id="{EC113140-A1CE-1742-ABDA-A42D60C2AD42}"/>
                </a:ext>
              </a:extLst>
            </p:cNvPr>
            <p:cNvSpPr txBox="1"/>
            <p:nvPr/>
          </p:nvSpPr>
          <p:spPr>
            <a:xfrm>
              <a:off x="1759250" y="2539649"/>
              <a:ext cx="565549" cy="246221"/>
            </a:xfrm>
            <a:prstGeom prst="rect">
              <a:avLst/>
            </a:prstGeom>
            <a:noFill/>
          </p:spPr>
          <p:txBody>
            <a:bodyPr wrap="square" lIns="0" tIns="0" rIns="0" bIns="0" rtlCol="0" anchor="ctr" anchorCtr="0">
              <a:spAutoFit/>
            </a:bodyPr>
            <a:lstStyle/>
            <a:p>
              <a:pPr algn="ctr">
                <a:defRPr/>
              </a:pPr>
              <a:r>
                <a:rPr lang="en-GB" altLang="en-US" sz="1600" dirty="0"/>
                <a:t>11cm</a:t>
              </a:r>
              <a:endParaRPr lang="en-GB" altLang="en-US" sz="1600" baseline="30000" dirty="0"/>
            </a:p>
          </p:txBody>
        </p:sp>
      </p:grpSp>
      <p:grpSp>
        <p:nvGrpSpPr>
          <p:cNvPr id="11" name="Group 10">
            <a:extLst>
              <a:ext uri="{FF2B5EF4-FFF2-40B4-BE49-F238E27FC236}">
                <a16:creationId xmlns:a16="http://schemas.microsoft.com/office/drawing/2014/main" id="{F1269E52-9895-4F49-8AE1-035F47791FB3}"/>
              </a:ext>
            </a:extLst>
          </p:cNvPr>
          <p:cNvGrpSpPr/>
          <p:nvPr/>
        </p:nvGrpSpPr>
        <p:grpSpPr>
          <a:xfrm>
            <a:off x="6330461" y="1411221"/>
            <a:ext cx="2447371" cy="1407398"/>
            <a:chOff x="6330461" y="1411221"/>
            <a:chExt cx="2447371" cy="1407398"/>
          </a:xfrm>
        </p:grpSpPr>
        <p:pic>
          <p:nvPicPr>
            <p:cNvPr id="221" name="Picture 220">
              <a:extLst>
                <a:ext uri="{FF2B5EF4-FFF2-40B4-BE49-F238E27FC236}">
                  <a16:creationId xmlns:a16="http://schemas.microsoft.com/office/drawing/2014/main" id="{B254397B-4C8C-624A-8845-30E0E3B1E436}"/>
                </a:ext>
              </a:extLst>
            </p:cNvPr>
            <p:cNvPicPr>
              <a:picLocks noChangeAspect="1"/>
            </p:cNvPicPr>
            <p:nvPr/>
          </p:nvPicPr>
          <p:blipFill>
            <a:blip r:embed="rId5"/>
            <a:stretch>
              <a:fillRect/>
            </a:stretch>
          </p:blipFill>
          <p:spPr>
            <a:xfrm>
              <a:off x="6761832" y="1411221"/>
              <a:ext cx="2016000" cy="1282594"/>
            </a:xfrm>
            <a:prstGeom prst="rect">
              <a:avLst/>
            </a:prstGeom>
          </p:spPr>
        </p:pic>
        <p:sp>
          <p:nvSpPr>
            <p:cNvPr id="57" name="TextBox 56">
              <a:extLst>
                <a:ext uri="{FF2B5EF4-FFF2-40B4-BE49-F238E27FC236}">
                  <a16:creationId xmlns:a16="http://schemas.microsoft.com/office/drawing/2014/main" id="{7AE91387-43CF-3542-9315-EF4718A73B22}"/>
                </a:ext>
              </a:extLst>
            </p:cNvPr>
            <p:cNvSpPr txBox="1"/>
            <p:nvPr/>
          </p:nvSpPr>
          <p:spPr>
            <a:xfrm>
              <a:off x="7721334" y="2447594"/>
              <a:ext cx="910822" cy="246221"/>
            </a:xfrm>
            <a:prstGeom prst="rect">
              <a:avLst/>
            </a:prstGeom>
            <a:noFill/>
          </p:spPr>
          <p:txBody>
            <a:bodyPr wrap="square" lIns="0" tIns="0" rIns="0" bIns="0" rtlCol="0" anchor="ctr" anchorCtr="0">
              <a:spAutoFit/>
            </a:bodyPr>
            <a:lstStyle/>
            <a:p>
              <a:pPr algn="ctr">
                <a:defRPr/>
              </a:pPr>
              <a:r>
                <a:rPr lang="en-GB" altLang="en-US" sz="1600" dirty="0"/>
                <a:t>12ft</a:t>
              </a:r>
              <a:endParaRPr lang="en-GB" altLang="en-US" sz="1600" baseline="30000" dirty="0"/>
            </a:p>
          </p:txBody>
        </p:sp>
        <p:cxnSp>
          <p:nvCxnSpPr>
            <p:cNvPr id="65" name="Straight Arrow Connector 64">
              <a:extLst>
                <a:ext uri="{FF2B5EF4-FFF2-40B4-BE49-F238E27FC236}">
                  <a16:creationId xmlns:a16="http://schemas.microsoft.com/office/drawing/2014/main" id="{F239F961-D83F-2F4E-87B2-9D5316865624}"/>
                </a:ext>
              </a:extLst>
            </p:cNvPr>
            <p:cNvCxnSpPr>
              <a:cxnSpLocks/>
            </p:cNvCxnSpPr>
            <p:nvPr/>
          </p:nvCxnSpPr>
          <p:spPr>
            <a:xfrm>
              <a:off x="6771880" y="1788607"/>
              <a:ext cx="0" cy="803868"/>
            </a:xfrm>
            <a:prstGeom prst="straightConnector1">
              <a:avLst/>
            </a:prstGeom>
            <a:ln w="19050">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0CA0E40E-780F-6747-92CA-D9B1DD862B8E}"/>
                </a:ext>
              </a:extLst>
            </p:cNvPr>
            <p:cNvSpPr txBox="1"/>
            <p:nvPr/>
          </p:nvSpPr>
          <p:spPr>
            <a:xfrm>
              <a:off x="6719226" y="2572398"/>
              <a:ext cx="910822" cy="246221"/>
            </a:xfrm>
            <a:prstGeom prst="rect">
              <a:avLst/>
            </a:prstGeom>
            <a:noFill/>
          </p:spPr>
          <p:txBody>
            <a:bodyPr wrap="square" lIns="0" tIns="0" rIns="0" bIns="0" rtlCol="0" anchor="ctr" anchorCtr="0">
              <a:spAutoFit/>
            </a:bodyPr>
            <a:lstStyle/>
            <a:p>
              <a:pPr algn="ctr">
                <a:defRPr/>
              </a:pPr>
              <a:r>
                <a:rPr lang="en-GB" altLang="en-US" sz="1600" dirty="0"/>
                <a:t>7ft</a:t>
              </a:r>
              <a:endParaRPr lang="en-GB" altLang="en-US" sz="1600" baseline="30000" dirty="0"/>
            </a:p>
          </p:txBody>
        </p:sp>
        <p:sp>
          <p:nvSpPr>
            <p:cNvPr id="68" name="TextBox 67">
              <a:extLst>
                <a:ext uri="{FF2B5EF4-FFF2-40B4-BE49-F238E27FC236}">
                  <a16:creationId xmlns:a16="http://schemas.microsoft.com/office/drawing/2014/main" id="{EBA1DBF3-DCBE-6548-8427-BBA4EAF04FE9}"/>
                </a:ext>
              </a:extLst>
            </p:cNvPr>
            <p:cNvSpPr txBox="1"/>
            <p:nvPr/>
          </p:nvSpPr>
          <p:spPr>
            <a:xfrm>
              <a:off x="6330461" y="2067431"/>
              <a:ext cx="410067" cy="246221"/>
            </a:xfrm>
            <a:prstGeom prst="rect">
              <a:avLst/>
            </a:prstGeom>
            <a:noFill/>
          </p:spPr>
          <p:txBody>
            <a:bodyPr wrap="square" lIns="0" tIns="0" rIns="0" bIns="0" rtlCol="0" anchor="ctr" anchorCtr="0">
              <a:spAutoFit/>
            </a:bodyPr>
            <a:lstStyle/>
            <a:p>
              <a:pPr algn="r">
                <a:defRPr/>
              </a:pPr>
              <a:r>
                <a:rPr lang="en-GB" altLang="en-US" sz="1600" dirty="0"/>
                <a:t>8ft</a:t>
              </a:r>
              <a:endParaRPr lang="en-GB" altLang="en-US" sz="1600" baseline="30000" dirty="0"/>
            </a:p>
          </p:txBody>
        </p:sp>
      </p:grpSp>
      <p:grpSp>
        <p:nvGrpSpPr>
          <p:cNvPr id="5" name="Group 4">
            <a:extLst>
              <a:ext uri="{FF2B5EF4-FFF2-40B4-BE49-F238E27FC236}">
                <a16:creationId xmlns:a16="http://schemas.microsoft.com/office/drawing/2014/main" id="{52F6F4F7-01CE-F24B-88E3-2F2B1406FD39}"/>
              </a:ext>
            </a:extLst>
          </p:cNvPr>
          <p:cNvGrpSpPr/>
          <p:nvPr/>
        </p:nvGrpSpPr>
        <p:grpSpPr>
          <a:xfrm>
            <a:off x="263616" y="3100915"/>
            <a:ext cx="2479033" cy="1311426"/>
            <a:chOff x="263616" y="3100915"/>
            <a:chExt cx="2479033" cy="1311426"/>
          </a:xfrm>
        </p:grpSpPr>
        <p:pic>
          <p:nvPicPr>
            <p:cNvPr id="222" name="Picture 221">
              <a:extLst>
                <a:ext uri="{FF2B5EF4-FFF2-40B4-BE49-F238E27FC236}">
                  <a16:creationId xmlns:a16="http://schemas.microsoft.com/office/drawing/2014/main" id="{3429039F-397D-344A-BC53-7E1B45CCF5EC}"/>
                </a:ext>
              </a:extLst>
            </p:cNvPr>
            <p:cNvPicPr>
              <a:picLocks noChangeAspect="1"/>
            </p:cNvPicPr>
            <p:nvPr/>
          </p:nvPicPr>
          <p:blipFill>
            <a:blip r:embed="rId6"/>
            <a:stretch>
              <a:fillRect/>
            </a:stretch>
          </p:blipFill>
          <p:spPr>
            <a:xfrm>
              <a:off x="726649" y="3100915"/>
              <a:ext cx="2016000" cy="1282593"/>
            </a:xfrm>
            <a:prstGeom prst="rect">
              <a:avLst/>
            </a:prstGeom>
          </p:spPr>
        </p:pic>
        <p:sp>
          <p:nvSpPr>
            <p:cNvPr id="71" name="TextBox 70">
              <a:extLst>
                <a:ext uri="{FF2B5EF4-FFF2-40B4-BE49-F238E27FC236}">
                  <a16:creationId xmlns:a16="http://schemas.microsoft.com/office/drawing/2014/main" id="{B7357A60-85CE-9243-BBD5-DA3C3D48112B}"/>
                </a:ext>
              </a:extLst>
            </p:cNvPr>
            <p:cNvSpPr txBox="1"/>
            <p:nvPr/>
          </p:nvSpPr>
          <p:spPr>
            <a:xfrm>
              <a:off x="2080973" y="4021041"/>
              <a:ext cx="514135" cy="246221"/>
            </a:xfrm>
            <a:prstGeom prst="rect">
              <a:avLst/>
            </a:prstGeom>
            <a:noFill/>
          </p:spPr>
          <p:txBody>
            <a:bodyPr wrap="square" lIns="0" tIns="0" rIns="0" bIns="0" rtlCol="0" anchor="ctr" anchorCtr="0">
              <a:spAutoFit/>
            </a:bodyPr>
            <a:lstStyle/>
            <a:p>
              <a:pPr algn="ctr">
                <a:defRPr/>
              </a:pPr>
              <a:r>
                <a:rPr lang="en-GB" altLang="en-US" sz="1600" dirty="0"/>
                <a:t>14yd</a:t>
              </a:r>
              <a:endParaRPr lang="en-GB" altLang="en-US" sz="1600" baseline="30000" dirty="0"/>
            </a:p>
          </p:txBody>
        </p:sp>
        <p:cxnSp>
          <p:nvCxnSpPr>
            <p:cNvPr id="73" name="Straight Arrow Connector 72">
              <a:extLst>
                <a:ext uri="{FF2B5EF4-FFF2-40B4-BE49-F238E27FC236}">
                  <a16:creationId xmlns:a16="http://schemas.microsoft.com/office/drawing/2014/main" id="{DBB782AD-B526-6E4A-A0F6-6AA878A6A2BB}"/>
                </a:ext>
              </a:extLst>
            </p:cNvPr>
            <p:cNvCxnSpPr>
              <a:cxnSpLocks/>
            </p:cNvCxnSpPr>
            <p:nvPr/>
          </p:nvCxnSpPr>
          <p:spPr>
            <a:xfrm>
              <a:off x="735504" y="3574786"/>
              <a:ext cx="0" cy="600399"/>
            </a:xfrm>
            <a:prstGeom prst="straightConnector1">
              <a:avLst/>
            </a:prstGeom>
            <a:ln w="19050">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6637512E-3877-F443-A2B4-C7DF2B3C6E12}"/>
                </a:ext>
              </a:extLst>
            </p:cNvPr>
            <p:cNvSpPr txBox="1"/>
            <p:nvPr/>
          </p:nvSpPr>
          <p:spPr>
            <a:xfrm>
              <a:off x="1030715" y="4166120"/>
              <a:ext cx="622104" cy="246221"/>
            </a:xfrm>
            <a:prstGeom prst="rect">
              <a:avLst/>
            </a:prstGeom>
            <a:noFill/>
          </p:spPr>
          <p:txBody>
            <a:bodyPr wrap="square" lIns="0" tIns="0" rIns="0" bIns="0" rtlCol="0" anchor="ctr" anchorCtr="0">
              <a:spAutoFit/>
            </a:bodyPr>
            <a:lstStyle/>
            <a:p>
              <a:pPr algn="ctr">
                <a:defRPr/>
              </a:pPr>
              <a:r>
                <a:rPr lang="en-GB" altLang="en-US" sz="1600" dirty="0"/>
                <a:t>9yd</a:t>
              </a:r>
              <a:endParaRPr lang="en-GB" altLang="en-US" sz="1600" baseline="30000" dirty="0"/>
            </a:p>
          </p:txBody>
        </p:sp>
        <p:sp>
          <p:nvSpPr>
            <p:cNvPr id="75" name="TextBox 74">
              <a:extLst>
                <a:ext uri="{FF2B5EF4-FFF2-40B4-BE49-F238E27FC236}">
                  <a16:creationId xmlns:a16="http://schemas.microsoft.com/office/drawing/2014/main" id="{524244CE-E284-E54D-8A4B-E067844D5955}"/>
                </a:ext>
              </a:extLst>
            </p:cNvPr>
            <p:cNvSpPr txBox="1"/>
            <p:nvPr/>
          </p:nvSpPr>
          <p:spPr>
            <a:xfrm>
              <a:off x="263616" y="3751875"/>
              <a:ext cx="410067" cy="246221"/>
            </a:xfrm>
            <a:prstGeom prst="rect">
              <a:avLst/>
            </a:prstGeom>
            <a:noFill/>
          </p:spPr>
          <p:txBody>
            <a:bodyPr wrap="square" lIns="0" tIns="0" rIns="0" bIns="0" rtlCol="0" anchor="ctr" anchorCtr="0">
              <a:spAutoFit/>
            </a:bodyPr>
            <a:lstStyle/>
            <a:p>
              <a:pPr algn="r">
                <a:defRPr/>
              </a:pPr>
              <a:r>
                <a:rPr lang="en-GB" altLang="en-US" sz="1600" dirty="0"/>
                <a:t>6yd</a:t>
              </a:r>
              <a:endParaRPr lang="en-GB" altLang="en-US" sz="1600" baseline="30000" dirty="0"/>
            </a:p>
          </p:txBody>
        </p:sp>
      </p:grpSp>
      <p:grpSp>
        <p:nvGrpSpPr>
          <p:cNvPr id="17" name="Group 16">
            <a:extLst>
              <a:ext uri="{FF2B5EF4-FFF2-40B4-BE49-F238E27FC236}">
                <a16:creationId xmlns:a16="http://schemas.microsoft.com/office/drawing/2014/main" id="{AC71D6D8-92FA-1D4E-A9B3-C120C38AE20A}"/>
              </a:ext>
            </a:extLst>
          </p:cNvPr>
          <p:cNvGrpSpPr/>
          <p:nvPr/>
        </p:nvGrpSpPr>
        <p:grpSpPr>
          <a:xfrm>
            <a:off x="3302530" y="2997008"/>
            <a:ext cx="2405229" cy="1494236"/>
            <a:chOff x="3302530" y="2997008"/>
            <a:chExt cx="2405229" cy="1494236"/>
          </a:xfrm>
        </p:grpSpPr>
        <p:pic>
          <p:nvPicPr>
            <p:cNvPr id="223" name="Picture 222">
              <a:extLst>
                <a:ext uri="{FF2B5EF4-FFF2-40B4-BE49-F238E27FC236}">
                  <a16:creationId xmlns:a16="http://schemas.microsoft.com/office/drawing/2014/main" id="{921C4ECE-DF5B-C947-B745-51935C175777}"/>
                </a:ext>
              </a:extLst>
            </p:cNvPr>
            <p:cNvPicPr>
              <a:picLocks noChangeAspect="1"/>
            </p:cNvPicPr>
            <p:nvPr/>
          </p:nvPicPr>
          <p:blipFill>
            <a:blip r:embed="rId7"/>
            <a:stretch>
              <a:fillRect/>
            </a:stretch>
          </p:blipFill>
          <p:spPr>
            <a:xfrm>
              <a:off x="3784822" y="3143189"/>
              <a:ext cx="1891682" cy="1203503"/>
            </a:xfrm>
            <a:prstGeom prst="rect">
              <a:avLst/>
            </a:prstGeom>
          </p:spPr>
        </p:pic>
        <p:sp>
          <p:nvSpPr>
            <p:cNvPr id="78" name="TextBox 77">
              <a:extLst>
                <a:ext uri="{FF2B5EF4-FFF2-40B4-BE49-F238E27FC236}">
                  <a16:creationId xmlns:a16="http://schemas.microsoft.com/office/drawing/2014/main" id="{96EBC659-0330-EC43-9BFE-A2CBDBAFAFB1}"/>
                </a:ext>
              </a:extLst>
            </p:cNvPr>
            <p:cNvSpPr txBox="1"/>
            <p:nvPr/>
          </p:nvSpPr>
          <p:spPr>
            <a:xfrm>
              <a:off x="3996424" y="4245023"/>
              <a:ext cx="514135" cy="246221"/>
            </a:xfrm>
            <a:prstGeom prst="rect">
              <a:avLst/>
            </a:prstGeom>
            <a:noFill/>
          </p:spPr>
          <p:txBody>
            <a:bodyPr wrap="square" lIns="0" tIns="0" rIns="0" bIns="0" rtlCol="0" anchor="ctr" anchorCtr="0">
              <a:spAutoFit/>
            </a:bodyPr>
            <a:lstStyle/>
            <a:p>
              <a:pPr algn="ctr">
                <a:defRPr/>
              </a:pPr>
              <a:r>
                <a:rPr lang="en-GB" altLang="en-US" sz="1600" dirty="0"/>
                <a:t>8mm</a:t>
              </a:r>
              <a:endParaRPr lang="en-GB" altLang="en-US" sz="1600" baseline="30000" dirty="0"/>
            </a:p>
          </p:txBody>
        </p:sp>
        <p:sp>
          <p:nvSpPr>
            <p:cNvPr id="79" name="TextBox 78">
              <a:extLst>
                <a:ext uri="{FF2B5EF4-FFF2-40B4-BE49-F238E27FC236}">
                  <a16:creationId xmlns:a16="http://schemas.microsoft.com/office/drawing/2014/main" id="{C0E2DE80-6FA8-024B-8F79-65530DF49773}"/>
                </a:ext>
              </a:extLst>
            </p:cNvPr>
            <p:cNvSpPr txBox="1"/>
            <p:nvPr/>
          </p:nvSpPr>
          <p:spPr>
            <a:xfrm>
              <a:off x="3302530" y="3749772"/>
              <a:ext cx="514135" cy="246221"/>
            </a:xfrm>
            <a:prstGeom prst="rect">
              <a:avLst/>
            </a:prstGeom>
            <a:noFill/>
          </p:spPr>
          <p:txBody>
            <a:bodyPr wrap="square" lIns="0" tIns="0" rIns="0" bIns="0" rtlCol="0" anchor="ctr" anchorCtr="0">
              <a:spAutoFit/>
            </a:bodyPr>
            <a:lstStyle/>
            <a:p>
              <a:pPr algn="r">
                <a:defRPr/>
              </a:pPr>
              <a:r>
                <a:rPr lang="en-GB" altLang="en-US" sz="1600" dirty="0"/>
                <a:t>8mm</a:t>
              </a:r>
              <a:endParaRPr lang="en-GB" altLang="en-US" sz="1600" baseline="30000" dirty="0"/>
            </a:p>
          </p:txBody>
        </p:sp>
        <p:sp>
          <p:nvSpPr>
            <p:cNvPr id="80" name="TextBox 79">
              <a:extLst>
                <a:ext uri="{FF2B5EF4-FFF2-40B4-BE49-F238E27FC236}">
                  <a16:creationId xmlns:a16="http://schemas.microsoft.com/office/drawing/2014/main" id="{FD762DD1-5777-A149-9929-747E1A3B14A0}"/>
                </a:ext>
              </a:extLst>
            </p:cNvPr>
            <p:cNvSpPr txBox="1"/>
            <p:nvPr/>
          </p:nvSpPr>
          <p:spPr>
            <a:xfrm>
              <a:off x="5089764" y="4100754"/>
              <a:ext cx="617995" cy="246221"/>
            </a:xfrm>
            <a:prstGeom prst="rect">
              <a:avLst/>
            </a:prstGeom>
            <a:noFill/>
          </p:spPr>
          <p:txBody>
            <a:bodyPr wrap="square" lIns="0" tIns="0" rIns="0" bIns="0" rtlCol="0" anchor="ctr" anchorCtr="0">
              <a:spAutoFit/>
            </a:bodyPr>
            <a:lstStyle/>
            <a:p>
              <a:pPr algn="ctr">
                <a:defRPr/>
              </a:pPr>
              <a:r>
                <a:rPr lang="en-GB" altLang="en-US" sz="1600" dirty="0"/>
                <a:t>10mm</a:t>
              </a:r>
              <a:endParaRPr lang="en-GB" altLang="en-US" sz="1600" baseline="30000" dirty="0"/>
            </a:p>
          </p:txBody>
        </p:sp>
        <p:sp>
          <p:nvSpPr>
            <p:cNvPr id="81" name="TextBox 80">
              <a:extLst>
                <a:ext uri="{FF2B5EF4-FFF2-40B4-BE49-F238E27FC236}">
                  <a16:creationId xmlns:a16="http://schemas.microsoft.com/office/drawing/2014/main" id="{3E8F13FC-39C2-4A4F-B9D0-A8E6FDBE9CD5}"/>
                </a:ext>
              </a:extLst>
            </p:cNvPr>
            <p:cNvSpPr txBox="1"/>
            <p:nvPr/>
          </p:nvSpPr>
          <p:spPr>
            <a:xfrm>
              <a:off x="4761351" y="2997008"/>
              <a:ext cx="510740" cy="246221"/>
            </a:xfrm>
            <a:prstGeom prst="rect">
              <a:avLst/>
            </a:prstGeom>
            <a:noFill/>
          </p:spPr>
          <p:txBody>
            <a:bodyPr wrap="square" lIns="0" tIns="0" rIns="0" bIns="0" rtlCol="0" anchor="ctr" anchorCtr="0">
              <a:spAutoFit/>
            </a:bodyPr>
            <a:lstStyle/>
            <a:p>
              <a:pPr algn="ctr">
                <a:defRPr/>
              </a:pPr>
              <a:r>
                <a:rPr lang="en-GB" altLang="en-US" sz="1600" dirty="0"/>
                <a:t>5mm</a:t>
              </a:r>
              <a:endParaRPr lang="en-GB" altLang="en-US" sz="1600" baseline="30000" dirty="0"/>
            </a:p>
          </p:txBody>
        </p:sp>
      </p:grpSp>
      <p:grpSp>
        <p:nvGrpSpPr>
          <p:cNvPr id="6" name="Group 5">
            <a:extLst>
              <a:ext uri="{FF2B5EF4-FFF2-40B4-BE49-F238E27FC236}">
                <a16:creationId xmlns:a16="http://schemas.microsoft.com/office/drawing/2014/main" id="{5FAAA6AF-5136-A44A-A582-699F6CF99F8A}"/>
              </a:ext>
            </a:extLst>
          </p:cNvPr>
          <p:cNvGrpSpPr/>
          <p:nvPr/>
        </p:nvGrpSpPr>
        <p:grpSpPr>
          <a:xfrm>
            <a:off x="6158796" y="3029183"/>
            <a:ext cx="2563623" cy="1433093"/>
            <a:chOff x="6158796" y="3029183"/>
            <a:chExt cx="2563623" cy="1433093"/>
          </a:xfrm>
        </p:grpSpPr>
        <p:pic>
          <p:nvPicPr>
            <p:cNvPr id="224" name="Picture 223">
              <a:extLst>
                <a:ext uri="{FF2B5EF4-FFF2-40B4-BE49-F238E27FC236}">
                  <a16:creationId xmlns:a16="http://schemas.microsoft.com/office/drawing/2014/main" id="{7A1E4CFA-8448-7D4D-B4DF-E085D7922DCD}"/>
                </a:ext>
              </a:extLst>
            </p:cNvPr>
            <p:cNvPicPr>
              <a:picLocks noChangeAspect="1"/>
            </p:cNvPicPr>
            <p:nvPr/>
          </p:nvPicPr>
          <p:blipFill>
            <a:blip r:embed="rId8"/>
            <a:stretch>
              <a:fillRect/>
            </a:stretch>
          </p:blipFill>
          <p:spPr>
            <a:xfrm>
              <a:off x="6706419" y="3100915"/>
              <a:ext cx="2016000" cy="1282593"/>
            </a:xfrm>
            <a:prstGeom prst="rect">
              <a:avLst/>
            </a:prstGeom>
          </p:spPr>
        </p:pic>
        <p:sp>
          <p:nvSpPr>
            <p:cNvPr id="82" name="TextBox 81">
              <a:extLst>
                <a:ext uri="{FF2B5EF4-FFF2-40B4-BE49-F238E27FC236}">
                  <a16:creationId xmlns:a16="http://schemas.microsoft.com/office/drawing/2014/main" id="{8C9446DB-FBC4-1B4B-A924-6B398066E563}"/>
                </a:ext>
              </a:extLst>
            </p:cNvPr>
            <p:cNvSpPr txBox="1"/>
            <p:nvPr/>
          </p:nvSpPr>
          <p:spPr>
            <a:xfrm>
              <a:off x="8007933" y="3029183"/>
              <a:ext cx="510740" cy="246221"/>
            </a:xfrm>
            <a:prstGeom prst="rect">
              <a:avLst/>
            </a:prstGeom>
            <a:noFill/>
          </p:spPr>
          <p:txBody>
            <a:bodyPr wrap="square" lIns="0" tIns="0" rIns="0" bIns="0" rtlCol="0" anchor="ctr" anchorCtr="0">
              <a:spAutoFit/>
            </a:bodyPr>
            <a:lstStyle/>
            <a:p>
              <a:pPr algn="ctr">
                <a:defRPr/>
              </a:pPr>
              <a:r>
                <a:rPr lang="en-GB" altLang="en-US" sz="1600" dirty="0"/>
                <a:t>7in</a:t>
              </a:r>
              <a:endParaRPr lang="en-GB" altLang="en-US" sz="1600" baseline="30000" dirty="0"/>
            </a:p>
          </p:txBody>
        </p:sp>
        <p:sp>
          <p:nvSpPr>
            <p:cNvPr id="83" name="TextBox 82">
              <a:extLst>
                <a:ext uri="{FF2B5EF4-FFF2-40B4-BE49-F238E27FC236}">
                  <a16:creationId xmlns:a16="http://schemas.microsoft.com/office/drawing/2014/main" id="{D44D50D1-6B6C-F049-BF6C-09A28AE5B725}"/>
                </a:ext>
              </a:extLst>
            </p:cNvPr>
            <p:cNvSpPr txBox="1"/>
            <p:nvPr/>
          </p:nvSpPr>
          <p:spPr>
            <a:xfrm>
              <a:off x="6968842" y="4216055"/>
              <a:ext cx="510740" cy="246221"/>
            </a:xfrm>
            <a:prstGeom prst="rect">
              <a:avLst/>
            </a:prstGeom>
            <a:noFill/>
          </p:spPr>
          <p:txBody>
            <a:bodyPr wrap="square" lIns="0" tIns="0" rIns="0" bIns="0" rtlCol="0" anchor="ctr" anchorCtr="0">
              <a:spAutoFit/>
            </a:bodyPr>
            <a:lstStyle/>
            <a:p>
              <a:pPr algn="ctr">
                <a:defRPr/>
              </a:pPr>
              <a:r>
                <a:rPr lang="en-GB" altLang="en-US" sz="1600" dirty="0"/>
                <a:t>11in</a:t>
              </a:r>
              <a:endParaRPr lang="en-GB" altLang="en-US" sz="1600" baseline="30000" dirty="0"/>
            </a:p>
          </p:txBody>
        </p:sp>
        <p:sp>
          <p:nvSpPr>
            <p:cNvPr id="84" name="TextBox 83">
              <a:extLst>
                <a:ext uri="{FF2B5EF4-FFF2-40B4-BE49-F238E27FC236}">
                  <a16:creationId xmlns:a16="http://schemas.microsoft.com/office/drawing/2014/main" id="{7B73CD5D-79DB-8740-903B-284FE0413B2E}"/>
                </a:ext>
              </a:extLst>
            </p:cNvPr>
            <p:cNvSpPr txBox="1"/>
            <p:nvPr/>
          </p:nvSpPr>
          <p:spPr>
            <a:xfrm>
              <a:off x="8047628" y="4072288"/>
              <a:ext cx="510740" cy="246221"/>
            </a:xfrm>
            <a:prstGeom prst="rect">
              <a:avLst/>
            </a:prstGeom>
            <a:noFill/>
          </p:spPr>
          <p:txBody>
            <a:bodyPr wrap="square" lIns="0" tIns="0" rIns="0" bIns="0" rtlCol="0" anchor="ctr" anchorCtr="0">
              <a:spAutoFit/>
            </a:bodyPr>
            <a:lstStyle/>
            <a:p>
              <a:pPr algn="ctr">
                <a:defRPr/>
              </a:pPr>
              <a:r>
                <a:rPr lang="en-GB" altLang="en-US" sz="1600" dirty="0"/>
                <a:t>14in</a:t>
              </a:r>
              <a:endParaRPr lang="en-GB" altLang="en-US" sz="1600" baseline="30000" dirty="0"/>
            </a:p>
          </p:txBody>
        </p:sp>
        <p:cxnSp>
          <p:nvCxnSpPr>
            <p:cNvPr id="85" name="Straight Arrow Connector 84">
              <a:extLst>
                <a:ext uri="{FF2B5EF4-FFF2-40B4-BE49-F238E27FC236}">
                  <a16:creationId xmlns:a16="http://schemas.microsoft.com/office/drawing/2014/main" id="{F5A72A04-D37E-7949-B292-AA8C7CCCEFEB}"/>
                </a:ext>
              </a:extLst>
            </p:cNvPr>
            <p:cNvCxnSpPr>
              <a:cxnSpLocks/>
            </p:cNvCxnSpPr>
            <p:nvPr/>
          </p:nvCxnSpPr>
          <p:spPr>
            <a:xfrm>
              <a:off x="6726445" y="3523673"/>
              <a:ext cx="0" cy="706582"/>
            </a:xfrm>
            <a:prstGeom prst="straightConnector1">
              <a:avLst/>
            </a:prstGeom>
            <a:ln w="19050">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20262B33-3C16-7943-86F8-B2FE2205B5C2}"/>
                </a:ext>
              </a:extLst>
            </p:cNvPr>
            <p:cNvSpPr txBox="1"/>
            <p:nvPr/>
          </p:nvSpPr>
          <p:spPr>
            <a:xfrm>
              <a:off x="6158796" y="3753854"/>
              <a:ext cx="510740" cy="246221"/>
            </a:xfrm>
            <a:prstGeom prst="rect">
              <a:avLst/>
            </a:prstGeom>
            <a:noFill/>
          </p:spPr>
          <p:txBody>
            <a:bodyPr wrap="square" lIns="0" tIns="0" rIns="0" bIns="0" rtlCol="0" anchor="ctr" anchorCtr="0">
              <a:spAutoFit/>
            </a:bodyPr>
            <a:lstStyle/>
            <a:p>
              <a:pPr algn="r">
                <a:defRPr/>
              </a:pPr>
              <a:r>
                <a:rPr lang="en-GB" altLang="en-US" sz="1600" dirty="0"/>
                <a:t>10in</a:t>
              </a:r>
              <a:endParaRPr lang="en-GB" altLang="en-US" sz="1600" baseline="30000" dirty="0"/>
            </a:p>
          </p:txBody>
        </p:sp>
      </p:grpSp>
    </p:spTree>
    <p:extLst>
      <p:ext uri="{BB962C8B-B14F-4D97-AF65-F5344CB8AC3E}">
        <p14:creationId xmlns:p14="http://schemas.microsoft.com/office/powerpoint/2010/main" val="755707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71"/>
                                        </p:tgtEl>
                                        <p:attrNameLst>
                                          <p:attrName>style.visibility</p:attrName>
                                        </p:attrNameLst>
                                      </p:cBhvr>
                                      <p:to>
                                        <p:strVal val="visible"/>
                                      </p:to>
                                    </p:set>
                                    <p:animEffect transition="in" filter="dissolve">
                                      <p:cBhvr>
                                        <p:cTn id="7" dur="500"/>
                                        <p:tgtEl>
                                          <p:spTgt spid="57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72"/>
                                        </p:tgtEl>
                                        <p:attrNameLst>
                                          <p:attrName>style.visibility</p:attrName>
                                        </p:attrNameLst>
                                      </p:cBhvr>
                                      <p:to>
                                        <p:strVal val="visible"/>
                                      </p:to>
                                    </p:set>
                                    <p:animEffect transition="in" filter="dissolve">
                                      <p:cBhvr>
                                        <p:cTn id="12" dur="500"/>
                                        <p:tgtEl>
                                          <p:spTgt spid="57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32"/>
                                        </p:tgtEl>
                                        <p:attrNameLst>
                                          <p:attrName>style.visibility</p:attrName>
                                        </p:attrNameLst>
                                      </p:cBhvr>
                                      <p:to>
                                        <p:strVal val="visible"/>
                                      </p:to>
                                    </p:set>
                                    <p:animEffect transition="in" filter="dissolve">
                                      <p:cBhvr>
                                        <p:cTn id="17" dur="500"/>
                                        <p:tgtEl>
                                          <p:spTgt spid="23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34"/>
                                        </p:tgtEl>
                                        <p:attrNameLst>
                                          <p:attrName>style.visibility</p:attrName>
                                        </p:attrNameLst>
                                      </p:cBhvr>
                                      <p:to>
                                        <p:strVal val="visible"/>
                                      </p:to>
                                    </p:set>
                                    <p:animEffect transition="in" filter="dissolve">
                                      <p:cBhvr>
                                        <p:cTn id="22" dur="500"/>
                                        <p:tgtEl>
                                          <p:spTgt spid="23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33"/>
                                        </p:tgtEl>
                                        <p:attrNameLst>
                                          <p:attrName>style.visibility</p:attrName>
                                        </p:attrNameLst>
                                      </p:cBhvr>
                                      <p:to>
                                        <p:strVal val="visible"/>
                                      </p:to>
                                    </p:set>
                                    <p:animEffect transition="in" filter="dissolve">
                                      <p:cBhvr>
                                        <p:cTn id="27" dur="500"/>
                                        <p:tgtEl>
                                          <p:spTgt spid="233"/>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35"/>
                                        </p:tgtEl>
                                        <p:attrNameLst>
                                          <p:attrName>style.visibility</p:attrName>
                                        </p:attrNameLst>
                                      </p:cBhvr>
                                      <p:to>
                                        <p:strVal val="visible"/>
                                      </p:to>
                                    </p:set>
                                    <p:animEffect transition="in" filter="dissolve">
                                      <p:cBhvr>
                                        <p:cTn id="32" dur="500"/>
                                        <p:tgtEl>
                                          <p:spTgt spid="2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2" grpId="0" animBg="1"/>
      <p:bldP spid="232" grpId="0" animBg="1"/>
      <p:bldP spid="233" grpId="0" animBg="1"/>
      <p:bldP spid="234" grpId="0" animBg="1"/>
      <p:bldP spid="235" grpId="0" animBg="1"/>
      <p:bldP spid="571"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06468-A7EE-463A-B386-81C8FCB5FC6F}"/>
              </a:ext>
            </a:extLst>
          </p:cNvPr>
          <p:cNvSpPr>
            <a:spLocks noGrp="1"/>
          </p:cNvSpPr>
          <p:nvPr>
            <p:ph type="title"/>
          </p:nvPr>
        </p:nvSpPr>
        <p:spPr>
          <a:xfrm>
            <a:off x="0" y="-1"/>
            <a:ext cx="9144000" cy="992080"/>
          </a:xfrm>
        </p:spPr>
        <p:txBody>
          <a:bodyPr/>
          <a:lstStyle/>
          <a:p>
            <a:pPr algn="ctr"/>
            <a:r>
              <a:rPr lang="en-US" dirty="0"/>
              <a:t>Quick notes: composite prism </a:t>
            </a:r>
            <a:endParaRPr lang="en-AU" dirty="0"/>
          </a:p>
        </p:txBody>
      </p:sp>
      <p:sp>
        <p:nvSpPr>
          <p:cNvPr id="3" name="Content Placeholder 2">
            <a:extLst>
              <a:ext uri="{FF2B5EF4-FFF2-40B4-BE49-F238E27FC236}">
                <a16:creationId xmlns:a16="http://schemas.microsoft.com/office/drawing/2014/main" id="{C72E3833-BEFB-4903-8223-EEBCCFFF5A47}"/>
              </a:ext>
            </a:extLst>
          </p:cNvPr>
          <p:cNvSpPr>
            <a:spLocks noGrp="1"/>
          </p:cNvSpPr>
          <p:nvPr>
            <p:ph idx="1"/>
          </p:nvPr>
        </p:nvSpPr>
        <p:spPr>
          <a:xfrm>
            <a:off x="0" y="1464815"/>
            <a:ext cx="9144000" cy="3302448"/>
          </a:xfrm>
        </p:spPr>
        <p:txBody>
          <a:bodyPr/>
          <a:lstStyle/>
          <a:p>
            <a:pPr marL="385763" indent="-385763">
              <a:buAutoNum type="arabicPeriod"/>
            </a:pPr>
            <a:r>
              <a:rPr lang="en-US" sz="3000" dirty="0">
                <a:solidFill>
                  <a:srgbClr val="00B0F0"/>
                </a:solidFill>
              </a:rPr>
              <a:t>Identify individual prisms </a:t>
            </a:r>
          </a:p>
          <a:p>
            <a:pPr marL="385763" indent="-385763">
              <a:buAutoNum type="arabicPeriod"/>
            </a:pPr>
            <a:r>
              <a:rPr lang="en-US" sz="3000" dirty="0">
                <a:solidFill>
                  <a:srgbClr val="00B0F0"/>
                </a:solidFill>
              </a:rPr>
              <a:t>Calculate volume for each </a:t>
            </a:r>
          </a:p>
          <a:p>
            <a:pPr marL="385763" indent="-385763">
              <a:buAutoNum type="arabicPeriod"/>
            </a:pPr>
            <a:r>
              <a:rPr lang="en-US" sz="3000" dirty="0">
                <a:solidFill>
                  <a:srgbClr val="00B0F0"/>
                </a:solidFill>
              </a:rPr>
              <a:t>Combine (or subtract) volumes </a:t>
            </a:r>
            <a:endParaRPr lang="en-AU" sz="3000" dirty="0">
              <a:solidFill>
                <a:srgbClr val="00B0F0"/>
              </a:solidFill>
            </a:endParaRPr>
          </a:p>
          <a:p>
            <a:endParaRPr lang="en-AU" dirty="0"/>
          </a:p>
          <a:p>
            <a:pPr marL="0" indent="0" algn="ctr">
              <a:buNone/>
            </a:pPr>
            <a:r>
              <a:rPr lang="en-AU" dirty="0"/>
              <a:t>In notes page or exercise book.</a:t>
            </a:r>
          </a:p>
          <a:p>
            <a:pPr marL="0" indent="0" algn="ctr">
              <a:buNone/>
            </a:pPr>
            <a:endParaRPr lang="en-AU" dirty="0"/>
          </a:p>
        </p:txBody>
      </p:sp>
    </p:spTree>
    <p:extLst>
      <p:ext uri="{BB962C8B-B14F-4D97-AF65-F5344CB8AC3E}">
        <p14:creationId xmlns:p14="http://schemas.microsoft.com/office/powerpoint/2010/main" val="34049422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ADB66-7BA3-4351-B080-9B731AF8FF88}"/>
              </a:ext>
            </a:extLst>
          </p:cNvPr>
          <p:cNvSpPr>
            <a:spLocks noGrp="1"/>
          </p:cNvSpPr>
          <p:nvPr>
            <p:ph type="title"/>
          </p:nvPr>
        </p:nvSpPr>
        <p:spPr>
          <a:xfrm>
            <a:off x="0" y="0"/>
            <a:ext cx="9144000" cy="1005396"/>
          </a:xfrm>
        </p:spPr>
        <p:txBody>
          <a:bodyPr/>
          <a:lstStyle/>
          <a:p>
            <a:r>
              <a:rPr lang="en-US" dirty="0"/>
              <a:t>Compound prisms </a:t>
            </a:r>
            <a:endParaRPr lang="en-AU" dirty="0"/>
          </a:p>
        </p:txBody>
      </p:sp>
      <p:pic>
        <p:nvPicPr>
          <p:cNvPr id="1026" name="Picture 2" descr="Unit 15 Volume of Rectangular Prisms (composite shapes) (fractional  dimensions) Flashcards &amp; Practice Test | Quizlet">
            <a:extLst>
              <a:ext uri="{FF2B5EF4-FFF2-40B4-BE49-F238E27FC236}">
                <a16:creationId xmlns:a16="http://schemas.microsoft.com/office/drawing/2014/main" id="{FEA131E9-12D2-4AFF-8934-79CF722E6DB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9766" y="1272028"/>
            <a:ext cx="4143653" cy="2970921"/>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4A5C327C-BB6E-48F9-A97E-ABB4AA24469F}"/>
              </a:ext>
            </a:extLst>
          </p:cNvPr>
          <p:cNvCxnSpPr/>
          <p:nvPr/>
        </p:nvCxnSpPr>
        <p:spPr>
          <a:xfrm>
            <a:off x="1964186" y="2949606"/>
            <a:ext cx="0" cy="705775"/>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40E548C-4FB0-409F-B583-BBC219A890DB}"/>
              </a:ext>
            </a:extLst>
          </p:cNvPr>
          <p:cNvSpPr txBox="1"/>
          <p:nvPr/>
        </p:nvSpPr>
        <p:spPr>
          <a:xfrm>
            <a:off x="1597981" y="1324811"/>
            <a:ext cx="978763" cy="369332"/>
          </a:xfrm>
          <a:prstGeom prst="rect">
            <a:avLst/>
          </a:prstGeom>
          <a:noFill/>
        </p:spPr>
        <p:txBody>
          <a:bodyPr wrap="square" rtlCol="0">
            <a:spAutoFit/>
          </a:bodyPr>
          <a:lstStyle/>
          <a:p>
            <a:r>
              <a:rPr lang="en-US" sz="1800" b="1" dirty="0">
                <a:solidFill>
                  <a:prstClr val="black"/>
                </a:solidFill>
                <a:latin typeface="Calibri" panose="020F0502020204030204"/>
              </a:rPr>
              <a:t>4 mm</a:t>
            </a:r>
            <a:endParaRPr lang="en-AU" sz="1800" b="1" dirty="0">
              <a:solidFill>
                <a:prstClr val="black"/>
              </a:solidFill>
              <a:latin typeface="Calibri" panose="020F0502020204030204"/>
            </a:endParaRPr>
          </a:p>
        </p:txBody>
      </p:sp>
      <p:sp>
        <p:nvSpPr>
          <p:cNvPr id="8" name="TextBox 7">
            <a:extLst>
              <a:ext uri="{FF2B5EF4-FFF2-40B4-BE49-F238E27FC236}">
                <a16:creationId xmlns:a16="http://schemas.microsoft.com/office/drawing/2014/main" id="{3E1D9A51-AA46-4BEE-A941-EA12186E4A76}"/>
              </a:ext>
            </a:extLst>
          </p:cNvPr>
          <p:cNvSpPr txBox="1"/>
          <p:nvPr/>
        </p:nvSpPr>
        <p:spPr>
          <a:xfrm>
            <a:off x="1376247" y="2424556"/>
            <a:ext cx="978763" cy="461665"/>
          </a:xfrm>
          <a:prstGeom prst="rect">
            <a:avLst/>
          </a:prstGeom>
          <a:noFill/>
        </p:spPr>
        <p:txBody>
          <a:bodyPr wrap="square" rtlCol="0">
            <a:spAutoFit/>
          </a:bodyPr>
          <a:lstStyle/>
          <a:p>
            <a:r>
              <a:rPr lang="en-US" sz="2400" b="1" dirty="0">
                <a:solidFill>
                  <a:srgbClr val="FF0000"/>
                </a:solidFill>
                <a:latin typeface="Calibri" panose="020F0502020204030204"/>
              </a:rPr>
              <a:t>A</a:t>
            </a:r>
            <a:endParaRPr lang="en-AU" sz="2400" b="1" dirty="0">
              <a:solidFill>
                <a:srgbClr val="FF0000"/>
              </a:solidFill>
              <a:latin typeface="Calibri" panose="020F0502020204030204"/>
            </a:endParaRPr>
          </a:p>
        </p:txBody>
      </p:sp>
      <p:sp>
        <p:nvSpPr>
          <p:cNvPr id="9" name="TextBox 8">
            <a:extLst>
              <a:ext uri="{FF2B5EF4-FFF2-40B4-BE49-F238E27FC236}">
                <a16:creationId xmlns:a16="http://schemas.microsoft.com/office/drawing/2014/main" id="{A004CF07-41E3-46C9-85C8-A2D4FE270967}"/>
              </a:ext>
            </a:extLst>
          </p:cNvPr>
          <p:cNvSpPr txBox="1"/>
          <p:nvPr/>
        </p:nvSpPr>
        <p:spPr>
          <a:xfrm>
            <a:off x="2599843" y="3083202"/>
            <a:ext cx="978763" cy="461665"/>
          </a:xfrm>
          <a:prstGeom prst="rect">
            <a:avLst/>
          </a:prstGeom>
          <a:noFill/>
        </p:spPr>
        <p:txBody>
          <a:bodyPr wrap="square" rtlCol="0">
            <a:spAutoFit/>
          </a:bodyPr>
          <a:lstStyle/>
          <a:p>
            <a:r>
              <a:rPr lang="en-US" sz="2400" b="1" dirty="0">
                <a:solidFill>
                  <a:srgbClr val="FF0000"/>
                </a:solidFill>
                <a:latin typeface="Calibri" panose="020F0502020204030204"/>
              </a:rPr>
              <a:t>B</a:t>
            </a:r>
            <a:endParaRPr lang="en-AU" sz="2400" b="1" dirty="0">
              <a:solidFill>
                <a:srgbClr val="FF0000"/>
              </a:solidFill>
              <a:latin typeface="Calibri" panose="020F0502020204030204"/>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39E9435-4A88-4928-86F7-81BCEC5A3ED5}"/>
                  </a:ext>
                </a:extLst>
              </p:cNvPr>
              <p:cNvSpPr txBox="1"/>
              <p:nvPr/>
            </p:nvSpPr>
            <p:spPr>
              <a:xfrm>
                <a:off x="5606248" y="778335"/>
                <a:ext cx="2849732" cy="4084388"/>
              </a:xfrm>
              <a:prstGeom prst="rect">
                <a:avLst/>
              </a:prstGeom>
              <a:noFill/>
            </p:spPr>
            <p:txBody>
              <a:bodyPr wrap="square" rtlCol="0">
                <a:spAutoFit/>
              </a:bodyPr>
              <a:lstStyle/>
              <a:p>
                <a:r>
                  <a:rPr lang="en-US" dirty="0">
                    <a:solidFill>
                      <a:prstClr val="black"/>
                    </a:solidFill>
                    <a:latin typeface="Calibri" panose="020F0502020204030204"/>
                  </a:rPr>
                  <a:t>Volume of this shape will be the combination of volume A and B. </a:t>
                </a:r>
              </a:p>
              <a:p>
                <a:endParaRPr lang="en-US" sz="2100" b="1" dirty="0">
                  <a:solidFill>
                    <a:prstClr val="black"/>
                  </a:solidFill>
                  <a:latin typeface="Calibri" panose="020F0502020204030204"/>
                </a:endParaRPr>
              </a:p>
              <a:p>
                <a:pPr/>
                <a14:m>
                  <m:oMathPara xmlns:m="http://schemas.openxmlformats.org/officeDocument/2006/math">
                    <m:oMathParaPr>
                      <m:jc m:val="centerGroup"/>
                    </m:oMathParaPr>
                    <m:oMath xmlns:m="http://schemas.openxmlformats.org/officeDocument/2006/math">
                      <m:r>
                        <a:rPr lang="en-US" sz="2100" b="1" i="1">
                          <a:solidFill>
                            <a:prstClr val="black"/>
                          </a:solidFill>
                          <a:latin typeface="Cambria Math" panose="02040503050406030204" pitchFamily="18" charset="0"/>
                          <a:ea typeface="Cambria Math" panose="02040503050406030204" pitchFamily="18" charset="0"/>
                        </a:rPr>
                        <m:t>𝑽</m:t>
                      </m:r>
                      <m:r>
                        <a:rPr lang="en-US" sz="2100" b="1" i="1">
                          <a:solidFill>
                            <a:prstClr val="black"/>
                          </a:solidFill>
                          <a:latin typeface="Cambria Math" panose="02040503050406030204" pitchFamily="18" charset="0"/>
                          <a:ea typeface="Cambria Math" panose="02040503050406030204" pitchFamily="18" charset="0"/>
                        </a:rPr>
                        <m:t>=</m:t>
                      </m:r>
                      <m:r>
                        <a:rPr lang="en-US" sz="2100" b="1" i="1">
                          <a:solidFill>
                            <a:prstClr val="black"/>
                          </a:solidFill>
                          <a:latin typeface="Cambria Math" panose="02040503050406030204" pitchFamily="18" charset="0"/>
                          <a:ea typeface="Cambria Math" panose="02040503050406030204" pitchFamily="18" charset="0"/>
                        </a:rPr>
                        <m:t>𝒃</m:t>
                      </m:r>
                      <m:r>
                        <a:rPr lang="en-US" sz="2100" b="1" i="1">
                          <a:solidFill>
                            <a:prstClr val="black"/>
                          </a:solidFill>
                          <a:latin typeface="Cambria Math" panose="02040503050406030204" pitchFamily="18" charset="0"/>
                          <a:ea typeface="Cambria Math" panose="02040503050406030204" pitchFamily="18" charset="0"/>
                        </a:rPr>
                        <m:t> ×</m:t>
                      </m:r>
                      <m:r>
                        <a:rPr lang="en-US" sz="2100" b="1" i="1">
                          <a:solidFill>
                            <a:prstClr val="black"/>
                          </a:solidFill>
                          <a:latin typeface="Cambria Math" panose="02040503050406030204" pitchFamily="18" charset="0"/>
                          <a:ea typeface="Cambria Math" panose="02040503050406030204" pitchFamily="18" charset="0"/>
                        </a:rPr>
                        <m:t>𝒉</m:t>
                      </m:r>
                      <m:r>
                        <a:rPr lang="en-US" sz="2100" b="1" i="1">
                          <a:solidFill>
                            <a:prstClr val="black"/>
                          </a:solidFill>
                          <a:latin typeface="Cambria Math" panose="02040503050406030204" pitchFamily="18" charset="0"/>
                          <a:ea typeface="Cambria Math" panose="02040503050406030204" pitchFamily="18" charset="0"/>
                        </a:rPr>
                        <m:t> ×</m:t>
                      </m:r>
                      <m:r>
                        <a:rPr lang="en-US" sz="2100" b="1" i="1">
                          <a:solidFill>
                            <a:prstClr val="black"/>
                          </a:solidFill>
                          <a:latin typeface="Cambria Math" panose="02040503050406030204" pitchFamily="18" charset="0"/>
                          <a:ea typeface="Cambria Math" panose="02040503050406030204" pitchFamily="18" charset="0"/>
                        </a:rPr>
                        <m:t>𝒍</m:t>
                      </m:r>
                    </m:oMath>
                  </m:oMathPara>
                </a14:m>
                <a:endParaRPr lang="en-US" sz="2100" b="1" i="1" dirty="0">
                  <a:solidFill>
                    <a:prstClr val="black"/>
                  </a:solidFill>
                  <a:latin typeface="Cambria Math" panose="02040503050406030204" pitchFamily="18" charset="0"/>
                  <a:ea typeface="Cambria Math" panose="02040503050406030204" pitchFamily="18" charset="0"/>
                </a:endParaRPr>
              </a:p>
              <a:p>
                <a:endParaRPr lang="en-US" sz="2100" b="1" i="1" dirty="0">
                  <a:solidFill>
                    <a:prstClr val="black"/>
                  </a:solidFill>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sz="2100" b="1" i="1">
                              <a:solidFill>
                                <a:prstClr val="black"/>
                              </a:solidFill>
                              <a:latin typeface="Cambria Math" panose="02040503050406030204" pitchFamily="18" charset="0"/>
                              <a:ea typeface="Cambria Math" panose="02040503050406030204" pitchFamily="18" charset="0"/>
                            </a:rPr>
                          </m:ctrlPr>
                        </m:sSubPr>
                        <m:e>
                          <m:r>
                            <a:rPr lang="en-US" sz="2100" b="1" i="1">
                              <a:solidFill>
                                <a:prstClr val="black"/>
                              </a:solidFill>
                              <a:latin typeface="Cambria Math" panose="02040503050406030204" pitchFamily="18" charset="0"/>
                              <a:ea typeface="Cambria Math" panose="02040503050406030204" pitchFamily="18" charset="0"/>
                            </a:rPr>
                            <m:t>𝑽</m:t>
                          </m:r>
                        </m:e>
                        <m:sub>
                          <m:r>
                            <a:rPr lang="en-US" sz="2100" b="1" i="1">
                              <a:solidFill>
                                <a:prstClr val="black"/>
                              </a:solidFill>
                              <a:latin typeface="Cambria Math" panose="02040503050406030204" pitchFamily="18" charset="0"/>
                              <a:ea typeface="Cambria Math" panose="02040503050406030204" pitchFamily="18" charset="0"/>
                            </a:rPr>
                            <m:t>𝑨</m:t>
                          </m:r>
                          <m:r>
                            <a:rPr lang="en-US" sz="2100" b="1" i="1">
                              <a:solidFill>
                                <a:prstClr val="black"/>
                              </a:solidFill>
                              <a:latin typeface="Cambria Math" panose="02040503050406030204" pitchFamily="18" charset="0"/>
                              <a:ea typeface="Cambria Math" panose="02040503050406030204" pitchFamily="18" charset="0"/>
                            </a:rPr>
                            <m:t> </m:t>
                          </m:r>
                        </m:sub>
                      </m:sSub>
                      <m:r>
                        <a:rPr lang="en-US" sz="2100" b="1" i="1">
                          <a:solidFill>
                            <a:prstClr val="black"/>
                          </a:solidFill>
                          <a:latin typeface="Cambria Math" panose="02040503050406030204" pitchFamily="18" charset="0"/>
                          <a:ea typeface="Cambria Math" panose="02040503050406030204" pitchFamily="18" charset="0"/>
                        </a:rPr>
                        <m:t>=</m:t>
                      </m:r>
                      <m:r>
                        <a:rPr lang="en-US" sz="2100" b="1" i="1">
                          <a:solidFill>
                            <a:prstClr val="black"/>
                          </a:solidFill>
                          <a:latin typeface="Cambria Math" panose="02040503050406030204" pitchFamily="18" charset="0"/>
                          <a:ea typeface="Cambria Math" panose="02040503050406030204" pitchFamily="18" charset="0"/>
                        </a:rPr>
                        <m:t>𝟒</m:t>
                      </m:r>
                      <m:r>
                        <a:rPr lang="en-US" sz="2100" b="1" i="1">
                          <a:solidFill>
                            <a:prstClr val="black"/>
                          </a:solidFill>
                          <a:latin typeface="Cambria Math" panose="02040503050406030204" pitchFamily="18" charset="0"/>
                          <a:ea typeface="Cambria Math" panose="02040503050406030204" pitchFamily="18" charset="0"/>
                        </a:rPr>
                        <m:t> ×</m:t>
                      </m:r>
                      <m:r>
                        <a:rPr lang="en-US" sz="2100" b="1" i="1">
                          <a:solidFill>
                            <a:prstClr val="black"/>
                          </a:solidFill>
                          <a:latin typeface="Cambria Math" panose="02040503050406030204" pitchFamily="18" charset="0"/>
                          <a:ea typeface="Cambria Math" panose="02040503050406030204" pitchFamily="18" charset="0"/>
                        </a:rPr>
                        <m:t>𝟏𝟎</m:t>
                      </m:r>
                      <m:r>
                        <a:rPr lang="en-US" sz="2100" b="1" i="1">
                          <a:solidFill>
                            <a:prstClr val="black"/>
                          </a:solidFill>
                          <a:latin typeface="Cambria Math" panose="02040503050406030204" pitchFamily="18" charset="0"/>
                          <a:ea typeface="Cambria Math" panose="02040503050406030204" pitchFamily="18" charset="0"/>
                        </a:rPr>
                        <m:t> ×</m:t>
                      </m:r>
                      <m:r>
                        <a:rPr lang="en-US" sz="2100" b="1" i="1">
                          <a:solidFill>
                            <a:prstClr val="black"/>
                          </a:solidFill>
                          <a:latin typeface="Cambria Math" panose="02040503050406030204" pitchFamily="18" charset="0"/>
                          <a:ea typeface="Cambria Math" panose="02040503050406030204" pitchFamily="18" charset="0"/>
                        </a:rPr>
                        <m:t>𝟐</m:t>
                      </m:r>
                    </m:oMath>
                  </m:oMathPara>
                </a14:m>
                <a:endParaRPr lang="en-US" sz="2100" b="1" i="1" dirty="0">
                  <a:solidFill>
                    <a:prstClr val="black"/>
                  </a:solidFill>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sz="2100" b="1" i="1">
                              <a:solidFill>
                                <a:prstClr val="black"/>
                              </a:solidFill>
                              <a:latin typeface="Cambria Math" panose="02040503050406030204" pitchFamily="18" charset="0"/>
                              <a:ea typeface="Cambria Math" panose="02040503050406030204" pitchFamily="18" charset="0"/>
                            </a:rPr>
                          </m:ctrlPr>
                        </m:sSubPr>
                        <m:e>
                          <m:r>
                            <a:rPr lang="en-US" sz="2100" b="1" i="1">
                              <a:solidFill>
                                <a:prstClr val="black"/>
                              </a:solidFill>
                              <a:latin typeface="Cambria Math" panose="02040503050406030204" pitchFamily="18" charset="0"/>
                              <a:ea typeface="Cambria Math" panose="02040503050406030204" pitchFamily="18" charset="0"/>
                            </a:rPr>
                            <m:t>𝑽</m:t>
                          </m:r>
                        </m:e>
                        <m:sub>
                          <m:r>
                            <a:rPr lang="en-US" sz="2100" b="1" i="1">
                              <a:solidFill>
                                <a:prstClr val="black"/>
                              </a:solidFill>
                              <a:latin typeface="Cambria Math" panose="02040503050406030204" pitchFamily="18" charset="0"/>
                              <a:ea typeface="Cambria Math" panose="02040503050406030204" pitchFamily="18" charset="0"/>
                            </a:rPr>
                            <m:t>𝑨</m:t>
                          </m:r>
                          <m:r>
                            <a:rPr lang="en-US" sz="2100" b="1" i="1">
                              <a:solidFill>
                                <a:prstClr val="black"/>
                              </a:solidFill>
                              <a:latin typeface="Cambria Math" panose="02040503050406030204" pitchFamily="18" charset="0"/>
                              <a:ea typeface="Cambria Math" panose="02040503050406030204" pitchFamily="18" charset="0"/>
                            </a:rPr>
                            <m:t> </m:t>
                          </m:r>
                        </m:sub>
                      </m:sSub>
                      <m:r>
                        <a:rPr lang="en-US" sz="2100" b="1" i="1">
                          <a:solidFill>
                            <a:prstClr val="black"/>
                          </a:solidFill>
                          <a:latin typeface="Cambria Math" panose="02040503050406030204" pitchFamily="18" charset="0"/>
                          <a:ea typeface="Cambria Math" panose="02040503050406030204" pitchFamily="18" charset="0"/>
                        </a:rPr>
                        <m:t>=</m:t>
                      </m:r>
                      <m:r>
                        <a:rPr lang="en-US" sz="2100" b="1" i="1">
                          <a:solidFill>
                            <a:prstClr val="black"/>
                          </a:solidFill>
                          <a:latin typeface="Cambria Math" panose="02040503050406030204" pitchFamily="18" charset="0"/>
                          <a:ea typeface="Cambria Math" panose="02040503050406030204" pitchFamily="18" charset="0"/>
                        </a:rPr>
                        <m:t>𝟖𝟎</m:t>
                      </m:r>
                      <m:sSup>
                        <m:sSupPr>
                          <m:ctrlPr>
                            <a:rPr lang="en-US" sz="2100" b="1" i="1">
                              <a:solidFill>
                                <a:prstClr val="black"/>
                              </a:solidFill>
                              <a:latin typeface="Cambria Math" panose="02040503050406030204" pitchFamily="18" charset="0"/>
                              <a:ea typeface="Cambria Math" panose="02040503050406030204" pitchFamily="18" charset="0"/>
                            </a:rPr>
                          </m:ctrlPr>
                        </m:sSupPr>
                        <m:e>
                          <m:r>
                            <a:rPr lang="en-US" sz="2100" b="1" i="1">
                              <a:solidFill>
                                <a:prstClr val="black"/>
                              </a:solidFill>
                              <a:latin typeface="Cambria Math" panose="02040503050406030204" pitchFamily="18" charset="0"/>
                              <a:ea typeface="Cambria Math" panose="02040503050406030204" pitchFamily="18" charset="0"/>
                            </a:rPr>
                            <m:t>𝒎𝒎</m:t>
                          </m:r>
                        </m:e>
                        <m:sup>
                          <m:r>
                            <a:rPr lang="en-US" sz="2100" b="1" i="1">
                              <a:solidFill>
                                <a:prstClr val="black"/>
                              </a:solidFill>
                              <a:latin typeface="Cambria Math" panose="02040503050406030204" pitchFamily="18" charset="0"/>
                              <a:ea typeface="Cambria Math" panose="02040503050406030204" pitchFamily="18" charset="0"/>
                            </a:rPr>
                            <m:t>𝟑</m:t>
                          </m:r>
                        </m:sup>
                      </m:sSup>
                    </m:oMath>
                  </m:oMathPara>
                </a14:m>
                <a:endParaRPr lang="en-US" sz="2100" b="1" i="1" dirty="0">
                  <a:solidFill>
                    <a:prstClr val="black"/>
                  </a:solidFill>
                  <a:latin typeface="Cambria Math" panose="02040503050406030204" pitchFamily="18" charset="0"/>
                  <a:ea typeface="Cambria Math" panose="02040503050406030204" pitchFamily="18" charset="0"/>
                </a:endParaRPr>
              </a:p>
              <a:p>
                <a:endParaRPr lang="en-US" sz="2100" b="1" i="1" dirty="0">
                  <a:solidFill>
                    <a:prstClr val="black"/>
                  </a:solidFill>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sz="2100" b="1" i="1">
                              <a:solidFill>
                                <a:prstClr val="black"/>
                              </a:solidFill>
                              <a:latin typeface="Cambria Math" panose="02040503050406030204" pitchFamily="18" charset="0"/>
                              <a:ea typeface="Cambria Math" panose="02040503050406030204" pitchFamily="18" charset="0"/>
                            </a:rPr>
                          </m:ctrlPr>
                        </m:sSubPr>
                        <m:e>
                          <m:r>
                            <a:rPr lang="en-US" sz="2100" b="1" i="1">
                              <a:solidFill>
                                <a:prstClr val="black"/>
                              </a:solidFill>
                              <a:latin typeface="Cambria Math" panose="02040503050406030204" pitchFamily="18" charset="0"/>
                              <a:ea typeface="Cambria Math" panose="02040503050406030204" pitchFamily="18" charset="0"/>
                            </a:rPr>
                            <m:t>𝑽</m:t>
                          </m:r>
                        </m:e>
                        <m:sub>
                          <m:r>
                            <a:rPr lang="en-US" sz="2100" b="1" i="1">
                              <a:solidFill>
                                <a:prstClr val="black"/>
                              </a:solidFill>
                              <a:latin typeface="Cambria Math" panose="02040503050406030204" pitchFamily="18" charset="0"/>
                              <a:ea typeface="Cambria Math" panose="02040503050406030204" pitchFamily="18" charset="0"/>
                            </a:rPr>
                            <m:t>𝑩</m:t>
                          </m:r>
                        </m:sub>
                      </m:sSub>
                      <m:r>
                        <a:rPr lang="en-US" sz="2100" b="1" i="1">
                          <a:solidFill>
                            <a:prstClr val="black"/>
                          </a:solidFill>
                          <a:latin typeface="Cambria Math" panose="02040503050406030204" pitchFamily="18" charset="0"/>
                          <a:ea typeface="Cambria Math" panose="02040503050406030204" pitchFamily="18" charset="0"/>
                        </a:rPr>
                        <m:t>=</m:t>
                      </m:r>
                      <m:r>
                        <a:rPr lang="en-US" sz="2100" b="1" i="1">
                          <a:solidFill>
                            <a:prstClr val="black"/>
                          </a:solidFill>
                          <a:latin typeface="Cambria Math" panose="02040503050406030204" pitchFamily="18" charset="0"/>
                          <a:ea typeface="Cambria Math" panose="02040503050406030204" pitchFamily="18" charset="0"/>
                        </a:rPr>
                        <m:t>𝟖</m:t>
                      </m:r>
                      <m:r>
                        <a:rPr lang="en-US" sz="2100" b="1" i="1">
                          <a:solidFill>
                            <a:prstClr val="black"/>
                          </a:solidFill>
                          <a:latin typeface="Cambria Math" panose="02040503050406030204" pitchFamily="18" charset="0"/>
                          <a:ea typeface="Cambria Math" panose="02040503050406030204" pitchFamily="18" charset="0"/>
                        </a:rPr>
                        <m:t> ×</m:t>
                      </m:r>
                      <m:r>
                        <a:rPr lang="en-US" sz="2100" b="1" i="1">
                          <a:solidFill>
                            <a:prstClr val="black"/>
                          </a:solidFill>
                          <a:latin typeface="Cambria Math" panose="02040503050406030204" pitchFamily="18" charset="0"/>
                          <a:ea typeface="Cambria Math" panose="02040503050406030204" pitchFamily="18" charset="0"/>
                        </a:rPr>
                        <m:t>𝟑</m:t>
                      </m:r>
                      <m:r>
                        <a:rPr lang="en-US" sz="2100" b="1" i="1">
                          <a:solidFill>
                            <a:prstClr val="black"/>
                          </a:solidFill>
                          <a:latin typeface="Cambria Math" panose="02040503050406030204" pitchFamily="18" charset="0"/>
                          <a:ea typeface="Cambria Math" panose="02040503050406030204" pitchFamily="18" charset="0"/>
                        </a:rPr>
                        <m:t> ×</m:t>
                      </m:r>
                      <m:r>
                        <a:rPr lang="en-US" sz="2100" b="1" i="1">
                          <a:solidFill>
                            <a:prstClr val="black"/>
                          </a:solidFill>
                          <a:latin typeface="Cambria Math" panose="02040503050406030204" pitchFamily="18" charset="0"/>
                          <a:ea typeface="Cambria Math" panose="02040503050406030204" pitchFamily="18" charset="0"/>
                        </a:rPr>
                        <m:t>𝟐</m:t>
                      </m:r>
                      <m:r>
                        <a:rPr lang="en-US" sz="2100" b="1" i="1">
                          <a:solidFill>
                            <a:prstClr val="black"/>
                          </a:solidFill>
                          <a:latin typeface="Cambria Math" panose="02040503050406030204" pitchFamily="18" charset="0"/>
                          <a:ea typeface="Cambria Math" panose="02040503050406030204" pitchFamily="18" charset="0"/>
                        </a:rPr>
                        <m:t> </m:t>
                      </m:r>
                    </m:oMath>
                  </m:oMathPara>
                </a14:m>
                <a:endParaRPr lang="en-US" sz="2100" b="1" i="1" dirty="0">
                  <a:solidFill>
                    <a:prstClr val="black"/>
                  </a:solidFill>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sz="2100" b="1" i="1">
                              <a:solidFill>
                                <a:prstClr val="black"/>
                              </a:solidFill>
                              <a:latin typeface="Cambria Math" panose="02040503050406030204" pitchFamily="18" charset="0"/>
                              <a:ea typeface="Cambria Math" panose="02040503050406030204" pitchFamily="18" charset="0"/>
                            </a:rPr>
                          </m:ctrlPr>
                        </m:sSubPr>
                        <m:e>
                          <m:r>
                            <a:rPr lang="en-US" sz="2100" b="1" i="1">
                              <a:solidFill>
                                <a:prstClr val="black"/>
                              </a:solidFill>
                              <a:latin typeface="Cambria Math" panose="02040503050406030204" pitchFamily="18" charset="0"/>
                              <a:ea typeface="Cambria Math" panose="02040503050406030204" pitchFamily="18" charset="0"/>
                            </a:rPr>
                            <m:t>𝑽</m:t>
                          </m:r>
                        </m:e>
                        <m:sub>
                          <m:r>
                            <a:rPr lang="en-US" sz="2100" b="1" i="1">
                              <a:solidFill>
                                <a:prstClr val="black"/>
                              </a:solidFill>
                              <a:latin typeface="Cambria Math" panose="02040503050406030204" pitchFamily="18" charset="0"/>
                              <a:ea typeface="Cambria Math" panose="02040503050406030204" pitchFamily="18" charset="0"/>
                            </a:rPr>
                            <m:t>𝑩</m:t>
                          </m:r>
                        </m:sub>
                      </m:sSub>
                      <m:r>
                        <a:rPr lang="en-US" sz="2100" b="1" i="1">
                          <a:solidFill>
                            <a:prstClr val="black"/>
                          </a:solidFill>
                          <a:latin typeface="Cambria Math" panose="02040503050406030204" pitchFamily="18" charset="0"/>
                          <a:ea typeface="Cambria Math" panose="02040503050406030204" pitchFamily="18" charset="0"/>
                        </a:rPr>
                        <m:t>=</m:t>
                      </m:r>
                      <m:r>
                        <a:rPr lang="en-US" sz="2100" b="1" i="1">
                          <a:solidFill>
                            <a:prstClr val="black"/>
                          </a:solidFill>
                          <a:latin typeface="Cambria Math" panose="02040503050406030204" pitchFamily="18" charset="0"/>
                          <a:ea typeface="Cambria Math" panose="02040503050406030204" pitchFamily="18" charset="0"/>
                        </a:rPr>
                        <m:t>𝟒𝟖</m:t>
                      </m:r>
                      <m:sSup>
                        <m:sSupPr>
                          <m:ctrlPr>
                            <a:rPr lang="en-US" sz="2100" b="1" i="1">
                              <a:solidFill>
                                <a:prstClr val="black"/>
                              </a:solidFill>
                              <a:latin typeface="Cambria Math" panose="02040503050406030204" pitchFamily="18" charset="0"/>
                              <a:ea typeface="Cambria Math" panose="02040503050406030204" pitchFamily="18" charset="0"/>
                            </a:rPr>
                          </m:ctrlPr>
                        </m:sSupPr>
                        <m:e>
                          <m:r>
                            <a:rPr lang="en-US" sz="2100" b="1" i="1">
                              <a:solidFill>
                                <a:prstClr val="black"/>
                              </a:solidFill>
                              <a:latin typeface="Cambria Math" panose="02040503050406030204" pitchFamily="18" charset="0"/>
                              <a:ea typeface="Cambria Math" panose="02040503050406030204" pitchFamily="18" charset="0"/>
                            </a:rPr>
                            <m:t>𝒎𝒎</m:t>
                          </m:r>
                        </m:e>
                        <m:sup>
                          <m:r>
                            <a:rPr lang="en-US" sz="2100" b="1" i="1">
                              <a:solidFill>
                                <a:prstClr val="black"/>
                              </a:solidFill>
                              <a:latin typeface="Cambria Math" panose="02040503050406030204" pitchFamily="18" charset="0"/>
                              <a:ea typeface="Cambria Math" panose="02040503050406030204" pitchFamily="18" charset="0"/>
                            </a:rPr>
                            <m:t>𝟑</m:t>
                          </m:r>
                        </m:sup>
                      </m:sSup>
                      <m:r>
                        <a:rPr lang="en-US" sz="2100" b="1" i="1">
                          <a:solidFill>
                            <a:prstClr val="black"/>
                          </a:solidFill>
                          <a:latin typeface="Cambria Math" panose="02040503050406030204" pitchFamily="18" charset="0"/>
                          <a:ea typeface="Cambria Math" panose="02040503050406030204" pitchFamily="18" charset="0"/>
                        </a:rPr>
                        <m:t>  </m:t>
                      </m:r>
                    </m:oMath>
                  </m:oMathPara>
                </a14:m>
                <a:endParaRPr lang="en-AU" sz="2100" b="1" dirty="0">
                  <a:solidFill>
                    <a:prstClr val="black"/>
                  </a:solidFill>
                  <a:latin typeface="Calibri" panose="020F0502020204030204"/>
                </a:endParaRPr>
              </a:p>
              <a:p>
                <a:endParaRPr lang="en-AU" sz="2100" b="1" dirty="0">
                  <a:solidFill>
                    <a:prstClr val="black"/>
                  </a:solidFill>
                  <a:latin typeface="Calibri" panose="020F0502020204030204"/>
                </a:endParaRPr>
              </a:p>
              <a:p>
                <a:pPr/>
                <a14:m>
                  <m:oMathPara xmlns:m="http://schemas.openxmlformats.org/officeDocument/2006/math">
                    <m:oMathParaPr>
                      <m:jc m:val="centerGroup"/>
                    </m:oMathParaPr>
                    <m:oMath xmlns:m="http://schemas.openxmlformats.org/officeDocument/2006/math">
                      <m:r>
                        <a:rPr lang="en-US" sz="2100" b="1" i="1">
                          <a:solidFill>
                            <a:prstClr val="black"/>
                          </a:solidFill>
                          <a:latin typeface="Cambria Math" panose="02040503050406030204" pitchFamily="18" charset="0"/>
                        </a:rPr>
                        <m:t>𝑻𝒐𝒕𝒂𝒍</m:t>
                      </m:r>
                      <m:r>
                        <a:rPr lang="en-US" sz="2100" b="1" i="1">
                          <a:solidFill>
                            <a:prstClr val="black"/>
                          </a:solidFill>
                          <a:latin typeface="Cambria Math" panose="02040503050406030204" pitchFamily="18" charset="0"/>
                        </a:rPr>
                        <m:t> </m:t>
                      </m:r>
                      <m:r>
                        <a:rPr lang="en-US" sz="2100" b="1" i="1">
                          <a:solidFill>
                            <a:prstClr val="black"/>
                          </a:solidFill>
                          <a:latin typeface="Cambria Math" panose="02040503050406030204" pitchFamily="18" charset="0"/>
                        </a:rPr>
                        <m:t>𝑽</m:t>
                      </m:r>
                      <m:r>
                        <a:rPr lang="en-US" sz="2100" b="1" i="1">
                          <a:solidFill>
                            <a:prstClr val="black"/>
                          </a:solidFill>
                          <a:latin typeface="Cambria Math" panose="02040503050406030204" pitchFamily="18" charset="0"/>
                        </a:rPr>
                        <m:t>=</m:t>
                      </m:r>
                      <m:r>
                        <a:rPr lang="en-US" sz="2100" b="1" i="1">
                          <a:solidFill>
                            <a:prstClr val="black"/>
                          </a:solidFill>
                          <a:latin typeface="Cambria Math" panose="02040503050406030204" pitchFamily="18" charset="0"/>
                        </a:rPr>
                        <m:t>𝟒𝟖</m:t>
                      </m:r>
                      <m:r>
                        <a:rPr lang="en-US" sz="2100" b="1" i="1">
                          <a:solidFill>
                            <a:prstClr val="black"/>
                          </a:solidFill>
                          <a:latin typeface="Cambria Math" panose="02040503050406030204" pitchFamily="18" charset="0"/>
                        </a:rPr>
                        <m:t>+</m:t>
                      </m:r>
                      <m:r>
                        <a:rPr lang="en-US" sz="2100" b="1" i="1">
                          <a:solidFill>
                            <a:prstClr val="black"/>
                          </a:solidFill>
                          <a:latin typeface="Cambria Math" panose="02040503050406030204" pitchFamily="18" charset="0"/>
                        </a:rPr>
                        <m:t>𝟖𝟎</m:t>
                      </m:r>
                      <m:r>
                        <a:rPr lang="en-US" sz="2100" b="1" i="1">
                          <a:solidFill>
                            <a:prstClr val="black"/>
                          </a:solidFill>
                          <a:latin typeface="Cambria Math" panose="02040503050406030204" pitchFamily="18" charset="0"/>
                        </a:rPr>
                        <m:t> </m:t>
                      </m:r>
                    </m:oMath>
                  </m:oMathPara>
                </a14:m>
                <a:endParaRPr lang="en-US" sz="2100" b="1" dirty="0">
                  <a:solidFill>
                    <a:prstClr val="black"/>
                  </a:solidFill>
                  <a:latin typeface="Calibri" panose="020F0502020204030204"/>
                </a:endParaRPr>
              </a:p>
              <a:p>
                <a:pPr/>
                <a14:m>
                  <m:oMathPara xmlns:m="http://schemas.openxmlformats.org/officeDocument/2006/math">
                    <m:oMathParaPr>
                      <m:jc m:val="centerGroup"/>
                    </m:oMathParaPr>
                    <m:oMath xmlns:m="http://schemas.openxmlformats.org/officeDocument/2006/math">
                      <m:r>
                        <a:rPr lang="en-US" sz="2100" b="1" i="1">
                          <a:solidFill>
                            <a:prstClr val="black"/>
                          </a:solidFill>
                          <a:latin typeface="Cambria Math" panose="02040503050406030204" pitchFamily="18" charset="0"/>
                        </a:rPr>
                        <m:t>𝑻𝑽</m:t>
                      </m:r>
                      <m:r>
                        <a:rPr lang="en-US" sz="2100" b="1" i="1">
                          <a:solidFill>
                            <a:prstClr val="black"/>
                          </a:solidFill>
                          <a:latin typeface="Cambria Math" panose="02040503050406030204" pitchFamily="18" charset="0"/>
                        </a:rPr>
                        <m:t>= </m:t>
                      </m:r>
                      <m:sSup>
                        <m:sSupPr>
                          <m:ctrlPr>
                            <a:rPr lang="en-US" sz="2100" b="1" i="1">
                              <a:solidFill>
                                <a:prstClr val="black"/>
                              </a:solidFill>
                              <a:latin typeface="Cambria Math" panose="02040503050406030204" pitchFamily="18" charset="0"/>
                            </a:rPr>
                          </m:ctrlPr>
                        </m:sSupPr>
                        <m:e>
                          <m:r>
                            <a:rPr lang="en-US" sz="2100" b="1" i="1">
                              <a:solidFill>
                                <a:prstClr val="black"/>
                              </a:solidFill>
                              <a:latin typeface="Cambria Math" panose="02040503050406030204" pitchFamily="18" charset="0"/>
                            </a:rPr>
                            <m:t>𝟏𝟐𝟖</m:t>
                          </m:r>
                          <m:r>
                            <a:rPr lang="en-US" sz="2100" b="1" i="1">
                              <a:solidFill>
                                <a:prstClr val="black"/>
                              </a:solidFill>
                              <a:latin typeface="Cambria Math" panose="02040503050406030204" pitchFamily="18" charset="0"/>
                            </a:rPr>
                            <m:t>𝒎𝒎</m:t>
                          </m:r>
                        </m:e>
                        <m:sup>
                          <m:r>
                            <a:rPr lang="en-US" sz="2100" b="1" i="1">
                              <a:solidFill>
                                <a:prstClr val="black"/>
                              </a:solidFill>
                              <a:latin typeface="Cambria Math" panose="02040503050406030204" pitchFamily="18" charset="0"/>
                            </a:rPr>
                            <m:t>𝟑</m:t>
                          </m:r>
                        </m:sup>
                      </m:sSup>
                    </m:oMath>
                  </m:oMathPara>
                </a14:m>
                <a:endParaRPr lang="en-AU" sz="2100" b="1" dirty="0">
                  <a:solidFill>
                    <a:prstClr val="black"/>
                  </a:solidFill>
                  <a:latin typeface="Calibri" panose="020F0502020204030204"/>
                </a:endParaRPr>
              </a:p>
            </p:txBody>
          </p:sp>
        </mc:Choice>
        <mc:Fallback xmlns="">
          <p:sp>
            <p:nvSpPr>
              <p:cNvPr id="7" name="TextBox 6">
                <a:extLst>
                  <a:ext uri="{FF2B5EF4-FFF2-40B4-BE49-F238E27FC236}">
                    <a16:creationId xmlns:a16="http://schemas.microsoft.com/office/drawing/2014/main" id="{439E9435-4A88-4928-86F7-81BCEC5A3ED5}"/>
                  </a:ext>
                </a:extLst>
              </p:cNvPr>
              <p:cNvSpPr txBox="1">
                <a:spLocks noRot="1" noChangeAspect="1" noMove="1" noResize="1" noEditPoints="1" noAdjustHandles="1" noChangeArrowheads="1" noChangeShapeType="1" noTextEdit="1"/>
              </p:cNvSpPr>
              <p:nvPr/>
            </p:nvSpPr>
            <p:spPr>
              <a:xfrm>
                <a:off x="5606248" y="778335"/>
                <a:ext cx="2849732" cy="4084388"/>
              </a:xfrm>
              <a:prstGeom prst="rect">
                <a:avLst/>
              </a:prstGeom>
              <a:blipFill>
                <a:blip r:embed="rId3"/>
                <a:stretch>
                  <a:fillRect l="-642" t="-299"/>
                </a:stretch>
              </a:blipFill>
            </p:spPr>
            <p:txBody>
              <a:bodyPr/>
              <a:lstStyle/>
              <a:p>
                <a:r>
                  <a:rPr lang="en-AU">
                    <a:noFill/>
                  </a:rPr>
                  <a:t> </a:t>
                </a:r>
              </a:p>
            </p:txBody>
          </p:sp>
        </mc:Fallback>
      </mc:AlternateContent>
    </p:spTree>
    <p:extLst>
      <p:ext uri="{BB962C8B-B14F-4D97-AF65-F5344CB8AC3E}">
        <p14:creationId xmlns:p14="http://schemas.microsoft.com/office/powerpoint/2010/main" val="2851197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8C4CF-BE02-40BE-AB3B-DE2B8EA1EE06}"/>
              </a:ext>
            </a:extLst>
          </p:cNvPr>
          <p:cNvSpPr>
            <a:spLocks noGrp="1"/>
          </p:cNvSpPr>
          <p:nvPr>
            <p:ph type="title"/>
          </p:nvPr>
        </p:nvSpPr>
        <p:spPr>
          <a:xfrm>
            <a:off x="0" y="0"/>
            <a:ext cx="9144000" cy="710891"/>
          </a:xfrm>
        </p:spPr>
        <p:txBody>
          <a:bodyPr>
            <a:normAutofit/>
          </a:bodyPr>
          <a:lstStyle/>
          <a:p>
            <a:r>
              <a:rPr lang="en-AU" dirty="0"/>
              <a:t>Composite prisms </a:t>
            </a:r>
          </a:p>
        </p:txBody>
      </p:sp>
      <p:pic>
        <p:nvPicPr>
          <p:cNvPr id="4" name="Content Placeholder 3">
            <a:extLst>
              <a:ext uri="{FF2B5EF4-FFF2-40B4-BE49-F238E27FC236}">
                <a16:creationId xmlns:a16="http://schemas.microsoft.com/office/drawing/2014/main" id="{3E97FD8C-A300-48E8-BE12-16E8061EF9BA}"/>
              </a:ext>
            </a:extLst>
          </p:cNvPr>
          <p:cNvPicPr>
            <a:picLocks noGrp="1" noChangeAspect="1"/>
          </p:cNvPicPr>
          <p:nvPr>
            <p:ph idx="1"/>
          </p:nvPr>
        </p:nvPicPr>
        <p:blipFill>
          <a:blip r:embed="rId2"/>
          <a:stretch>
            <a:fillRect/>
          </a:stretch>
        </p:blipFill>
        <p:spPr>
          <a:xfrm>
            <a:off x="2251161" y="1105356"/>
            <a:ext cx="4767934" cy="2309931"/>
          </a:xfrm>
          <a:prstGeom prst="rect">
            <a:avLst/>
          </a:prstGeom>
        </p:spPr>
      </p:pic>
      <p:sp>
        <p:nvSpPr>
          <p:cNvPr id="5" name="TextBox 4">
            <a:extLst>
              <a:ext uri="{FF2B5EF4-FFF2-40B4-BE49-F238E27FC236}">
                <a16:creationId xmlns:a16="http://schemas.microsoft.com/office/drawing/2014/main" id="{F8FDD9D0-C1A5-42B7-BC6E-919610432638}"/>
              </a:ext>
            </a:extLst>
          </p:cNvPr>
          <p:cNvSpPr txBox="1"/>
          <p:nvPr/>
        </p:nvSpPr>
        <p:spPr>
          <a:xfrm>
            <a:off x="278859" y="966857"/>
            <a:ext cx="1735074" cy="2169825"/>
          </a:xfrm>
          <a:prstGeom prst="rect">
            <a:avLst/>
          </a:prstGeom>
          <a:noFill/>
        </p:spPr>
        <p:txBody>
          <a:bodyPr wrap="square" rtlCol="0">
            <a:spAutoFit/>
          </a:bodyPr>
          <a:lstStyle/>
          <a:p>
            <a:r>
              <a:rPr lang="en-AU" b="1" dirty="0">
                <a:solidFill>
                  <a:prstClr val="black"/>
                </a:solidFill>
                <a:latin typeface="Calibri" panose="020F0502020204030204"/>
              </a:rPr>
              <a:t>What prisms do can we identify? </a:t>
            </a:r>
          </a:p>
          <a:p>
            <a:endParaRPr lang="en-AU" b="1" dirty="0">
              <a:solidFill>
                <a:prstClr val="black"/>
              </a:solidFill>
              <a:latin typeface="Calibri" panose="020F0502020204030204"/>
            </a:endParaRPr>
          </a:p>
          <a:p>
            <a:r>
              <a:rPr lang="en-AU" b="1" dirty="0">
                <a:solidFill>
                  <a:prstClr val="black"/>
                </a:solidFill>
                <a:latin typeface="Calibri" panose="020F0502020204030204"/>
              </a:rPr>
              <a:t>Add or subtract? </a:t>
            </a:r>
          </a:p>
          <a:p>
            <a:endParaRPr lang="en-AU" b="1" dirty="0">
              <a:solidFill>
                <a:prstClr val="black"/>
              </a:solidFill>
              <a:latin typeface="Calibri" panose="020F0502020204030204"/>
            </a:endParaRPr>
          </a:p>
          <a:p>
            <a:pPr marL="257175" indent="-257175">
              <a:buFontTx/>
              <a:buAutoNum type="arabicPeriod"/>
            </a:pPr>
            <a:r>
              <a:rPr lang="en-AU" b="1" dirty="0">
                <a:solidFill>
                  <a:prstClr val="black"/>
                </a:solidFill>
                <a:latin typeface="Calibri" panose="020F0502020204030204"/>
              </a:rPr>
              <a:t>Determine V for main prism</a:t>
            </a:r>
          </a:p>
          <a:p>
            <a:pPr marL="257175" indent="-257175">
              <a:buFontTx/>
              <a:buAutoNum type="arabicPeriod"/>
            </a:pPr>
            <a:r>
              <a:rPr lang="en-AU" b="1" dirty="0">
                <a:solidFill>
                  <a:prstClr val="black"/>
                </a:solidFill>
                <a:latin typeface="Calibri" panose="020F0502020204030204"/>
              </a:rPr>
              <a:t>Determine V for 2</a:t>
            </a:r>
            <a:r>
              <a:rPr lang="en-AU" b="1" baseline="30000" dirty="0">
                <a:solidFill>
                  <a:prstClr val="black"/>
                </a:solidFill>
                <a:latin typeface="Calibri" panose="020F0502020204030204"/>
              </a:rPr>
              <a:t>nd</a:t>
            </a:r>
            <a:r>
              <a:rPr lang="en-AU" b="1" dirty="0">
                <a:solidFill>
                  <a:prstClr val="black"/>
                </a:solidFill>
                <a:latin typeface="Calibri" panose="020F0502020204030204"/>
              </a:rPr>
              <a:t> prims </a:t>
            </a:r>
          </a:p>
          <a:p>
            <a:pPr marL="257175" indent="-257175">
              <a:buFontTx/>
              <a:buAutoNum type="arabicPeriod"/>
            </a:pPr>
            <a:r>
              <a:rPr lang="en-AU" b="1" dirty="0">
                <a:solidFill>
                  <a:prstClr val="black"/>
                </a:solidFill>
                <a:latin typeface="Calibri" panose="020F0502020204030204"/>
              </a:rPr>
              <a:t>Add/subtract </a:t>
            </a:r>
          </a:p>
        </p:txBody>
      </p:sp>
      <p:sp>
        <p:nvSpPr>
          <p:cNvPr id="6" name="TextBox 5">
            <a:extLst>
              <a:ext uri="{FF2B5EF4-FFF2-40B4-BE49-F238E27FC236}">
                <a16:creationId xmlns:a16="http://schemas.microsoft.com/office/drawing/2014/main" id="{61395017-18DA-4C6C-A826-602D791A69F7}"/>
              </a:ext>
            </a:extLst>
          </p:cNvPr>
          <p:cNvSpPr txBox="1"/>
          <p:nvPr/>
        </p:nvSpPr>
        <p:spPr>
          <a:xfrm>
            <a:off x="4396033" y="828357"/>
            <a:ext cx="1735074" cy="300082"/>
          </a:xfrm>
          <a:prstGeom prst="rect">
            <a:avLst/>
          </a:prstGeom>
          <a:noFill/>
        </p:spPr>
        <p:txBody>
          <a:bodyPr wrap="square" rtlCol="0">
            <a:spAutoFit/>
          </a:bodyPr>
          <a:lstStyle/>
          <a:p>
            <a:r>
              <a:rPr lang="en-AU" b="1" dirty="0">
                <a:solidFill>
                  <a:prstClr val="black"/>
                </a:solidFill>
                <a:latin typeface="Calibri" panose="020F0502020204030204"/>
              </a:rPr>
              <a:t>OR</a:t>
            </a:r>
          </a:p>
        </p:txBody>
      </p:sp>
    </p:spTree>
    <p:extLst>
      <p:ext uri="{BB962C8B-B14F-4D97-AF65-F5344CB8AC3E}">
        <p14:creationId xmlns:p14="http://schemas.microsoft.com/office/powerpoint/2010/main" val="18461493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123" name="TextBox 122">
            <a:extLst>
              <a:ext uri="{FF2B5EF4-FFF2-40B4-BE49-F238E27FC236}">
                <a16:creationId xmlns:a16="http://schemas.microsoft.com/office/drawing/2014/main" id="{88F68324-D1E7-FF4C-BFB3-656F3A5B7B9C}"/>
              </a:ext>
            </a:extLst>
          </p:cNvPr>
          <p:cNvSpPr txBox="1"/>
          <p:nvPr/>
        </p:nvSpPr>
        <p:spPr>
          <a:xfrm>
            <a:off x="45916" y="958109"/>
            <a:ext cx="513302" cy="276999"/>
          </a:xfrm>
          <a:prstGeom prst="rect">
            <a:avLst/>
          </a:prstGeom>
          <a:noFill/>
          <a:ln>
            <a:noFill/>
          </a:ln>
        </p:spPr>
        <p:txBody>
          <a:bodyPr wrap="square" lIns="36000" tIns="0" rIns="0" bIns="0" rtlCol="0">
            <a:spAutoFit/>
          </a:bodyPr>
          <a:lstStyle/>
          <a:p>
            <a:r>
              <a:rPr lang="en-GB" sz="1800" b="1" dirty="0"/>
              <a:t>Q4</a:t>
            </a:r>
          </a:p>
        </p:txBody>
      </p:sp>
      <mc:AlternateContent xmlns:mc="http://schemas.openxmlformats.org/markup-compatibility/2006" xmlns:a14="http://schemas.microsoft.com/office/drawing/2010/main">
        <mc:Choice Requires="a14">
          <p:sp>
            <p:nvSpPr>
              <p:cNvPr id="124" name="TextBox 123">
                <a:extLst>
                  <a:ext uri="{FF2B5EF4-FFF2-40B4-BE49-F238E27FC236}">
                    <a16:creationId xmlns:a16="http://schemas.microsoft.com/office/drawing/2014/main" id="{C55FC62E-F3FD-BC4E-8178-09A71A901A90}"/>
                  </a:ext>
                </a:extLst>
              </p:cNvPr>
              <p:cNvSpPr txBox="1"/>
              <p:nvPr/>
            </p:nvSpPr>
            <p:spPr>
              <a:xfrm>
                <a:off x="481945" y="958109"/>
                <a:ext cx="3907175" cy="553998"/>
              </a:xfrm>
              <a:prstGeom prst="rect">
                <a:avLst/>
              </a:prstGeom>
              <a:noFill/>
            </p:spPr>
            <p:txBody>
              <a:bodyPr wrap="square" lIns="36000" tIns="0" rIns="0" bIns="0" rtlCol="0">
                <a:spAutoFit/>
              </a:bodyPr>
              <a:lstStyle/>
              <a:p>
                <a:pPr fontAlgn="base">
                  <a:spcBef>
                    <a:spcPct val="0"/>
                  </a:spcBef>
                  <a:spcAft>
                    <a:spcPts val="800"/>
                  </a:spcAft>
                </a:pPr>
                <a:r>
                  <a:rPr lang="en-GB" sz="1800" dirty="0">
                    <a:solidFill>
                      <a:srgbClr val="000000"/>
                    </a:solidFill>
                  </a:rPr>
                  <a:t>Each prism has a volume of 720cm</a:t>
                </a:r>
                <a:r>
                  <a:rPr lang="en-GB" sz="1800" baseline="30000" dirty="0">
                    <a:solidFill>
                      <a:srgbClr val="000000"/>
                    </a:solidFill>
                  </a:rPr>
                  <a:t>3</a:t>
                </a:r>
                <a:r>
                  <a:rPr lang="en-GB" sz="1800" dirty="0">
                    <a:solidFill>
                      <a:srgbClr val="000000"/>
                    </a:solidFill>
                  </a:rPr>
                  <a:t>.</a:t>
                </a:r>
                <a:br>
                  <a:rPr lang="en-GB" sz="1800" dirty="0">
                    <a:solidFill>
                      <a:srgbClr val="000000"/>
                    </a:solidFill>
                  </a:rPr>
                </a:br>
                <a:r>
                  <a:rPr lang="en-GB" sz="1800" dirty="0">
                    <a:solidFill>
                      <a:srgbClr val="000000"/>
                    </a:solidFill>
                  </a:rPr>
                  <a:t>Find the values of </a:t>
                </a:r>
                <a14:m>
                  <m:oMath xmlns:m="http://schemas.openxmlformats.org/officeDocument/2006/math">
                    <m:r>
                      <a:rPr lang="en-GB" sz="1800" b="0" i="1" smtClean="0">
                        <a:solidFill>
                          <a:srgbClr val="000000"/>
                        </a:solidFill>
                        <a:latin typeface="Cambria Math" panose="02040503050406030204" pitchFamily="18" charset="0"/>
                      </a:rPr>
                      <m:t>𝑎</m:t>
                    </m:r>
                  </m:oMath>
                </a14:m>
                <a:r>
                  <a:rPr lang="en-GB" sz="1800" dirty="0">
                    <a:solidFill>
                      <a:srgbClr val="000000"/>
                    </a:solidFill>
                  </a:rPr>
                  <a:t> and </a:t>
                </a:r>
                <a14:m>
                  <m:oMath xmlns:m="http://schemas.openxmlformats.org/officeDocument/2006/math">
                    <m:r>
                      <a:rPr lang="en-GB" sz="1800" b="0" i="1" smtClean="0">
                        <a:solidFill>
                          <a:srgbClr val="000000"/>
                        </a:solidFill>
                        <a:latin typeface="Cambria Math" panose="02040503050406030204" pitchFamily="18" charset="0"/>
                      </a:rPr>
                      <m:t>𝑏</m:t>
                    </m:r>
                  </m:oMath>
                </a14:m>
                <a:r>
                  <a:rPr lang="en-GB" sz="1800" dirty="0">
                    <a:solidFill>
                      <a:srgbClr val="000000"/>
                    </a:solidFill>
                  </a:rPr>
                  <a:t>.</a:t>
                </a:r>
              </a:p>
            </p:txBody>
          </p:sp>
        </mc:Choice>
        <mc:Fallback xmlns="">
          <p:sp>
            <p:nvSpPr>
              <p:cNvPr id="124" name="TextBox 123">
                <a:extLst>
                  <a:ext uri="{FF2B5EF4-FFF2-40B4-BE49-F238E27FC236}">
                    <a16:creationId xmlns:a16="http://schemas.microsoft.com/office/drawing/2014/main" id="{C55FC62E-F3FD-BC4E-8178-09A71A901A90}"/>
                  </a:ext>
                </a:extLst>
              </p:cNvPr>
              <p:cNvSpPr txBox="1">
                <a:spLocks noRot="1" noChangeAspect="1" noMove="1" noResize="1" noEditPoints="1" noAdjustHandles="1" noChangeArrowheads="1" noChangeShapeType="1" noTextEdit="1"/>
              </p:cNvSpPr>
              <p:nvPr/>
            </p:nvSpPr>
            <p:spPr>
              <a:xfrm>
                <a:off x="481945" y="958109"/>
                <a:ext cx="3907175" cy="553998"/>
              </a:xfrm>
              <a:prstGeom prst="rect">
                <a:avLst/>
              </a:prstGeom>
              <a:blipFill>
                <a:blip r:embed="rId3"/>
                <a:stretch>
                  <a:fillRect l="-2589" t="-11111" b="-24444"/>
                </a:stretch>
              </a:blipFill>
            </p:spPr>
            <p:txBody>
              <a:bodyPr/>
              <a:lstStyle/>
              <a:p>
                <a:r>
                  <a:rPr lang="en-GB">
                    <a:noFill/>
                  </a:rPr>
                  <a:t> </a:t>
                </a:r>
              </a:p>
            </p:txBody>
          </p:sp>
        </mc:Fallback>
      </mc:AlternateContent>
      <p:cxnSp>
        <p:nvCxnSpPr>
          <p:cNvPr id="7" name="Straight Connector 6">
            <a:extLst>
              <a:ext uri="{FF2B5EF4-FFF2-40B4-BE49-F238E27FC236}">
                <a16:creationId xmlns:a16="http://schemas.microsoft.com/office/drawing/2014/main" id="{E958C6B4-897E-C347-8CAD-D11A3B1A9F2E}"/>
              </a:ext>
            </a:extLst>
          </p:cNvPr>
          <p:cNvCxnSpPr>
            <a:cxnSpLocks/>
          </p:cNvCxnSpPr>
          <p:nvPr/>
        </p:nvCxnSpPr>
        <p:spPr>
          <a:xfrm flipV="1">
            <a:off x="4572000" y="893893"/>
            <a:ext cx="0" cy="36151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AC59B68E-EC19-0C42-8D64-0516AC96CDE9}"/>
              </a:ext>
            </a:extLst>
          </p:cNvPr>
          <p:cNvSpPr txBox="1"/>
          <p:nvPr/>
        </p:nvSpPr>
        <p:spPr>
          <a:xfrm>
            <a:off x="4617916" y="958109"/>
            <a:ext cx="513302" cy="276999"/>
          </a:xfrm>
          <a:prstGeom prst="rect">
            <a:avLst/>
          </a:prstGeom>
          <a:noFill/>
        </p:spPr>
        <p:txBody>
          <a:bodyPr wrap="square" lIns="36000" tIns="0" rIns="0" bIns="0" rtlCol="0">
            <a:spAutoFit/>
          </a:bodyPr>
          <a:lstStyle/>
          <a:p>
            <a:r>
              <a:rPr lang="en-GB" sz="1800" b="1" dirty="0"/>
              <a:t>Q5</a:t>
            </a:r>
          </a:p>
        </p:txBody>
      </p:sp>
      <p:sp>
        <p:nvSpPr>
          <p:cNvPr id="42" name="TextBox 41">
            <a:extLst>
              <a:ext uri="{FF2B5EF4-FFF2-40B4-BE49-F238E27FC236}">
                <a16:creationId xmlns:a16="http://schemas.microsoft.com/office/drawing/2014/main" id="{232C7569-A076-C74B-B318-15B76D50E606}"/>
              </a:ext>
            </a:extLst>
          </p:cNvPr>
          <p:cNvSpPr txBox="1"/>
          <p:nvPr/>
        </p:nvSpPr>
        <p:spPr>
          <a:xfrm>
            <a:off x="5084748" y="958109"/>
            <a:ext cx="3954220" cy="1107996"/>
          </a:xfrm>
          <a:prstGeom prst="rect">
            <a:avLst/>
          </a:prstGeom>
          <a:noFill/>
        </p:spPr>
        <p:txBody>
          <a:bodyPr wrap="square" lIns="36000" tIns="0" rIns="0" bIns="0" rtlCol="0">
            <a:spAutoFit/>
          </a:bodyPr>
          <a:lstStyle/>
          <a:p>
            <a:pPr>
              <a:defRPr/>
            </a:pPr>
            <a:r>
              <a:rPr lang="en-GB" altLang="en-US" sz="1800" dirty="0"/>
              <a:t>Find the ratio of the volume of the triangular prism to the volume of the parallelepiped.</a:t>
            </a:r>
            <a:br>
              <a:rPr lang="en-GB" altLang="en-US" sz="1800" dirty="0"/>
            </a:br>
            <a:r>
              <a:rPr lang="en-GB" altLang="en-US" sz="1800" dirty="0"/>
              <a:t>Give your answer in its simplest form.</a:t>
            </a:r>
            <a:endParaRPr lang="en-GB" altLang="en-US" sz="1800" baseline="30000" dirty="0"/>
          </a:p>
        </p:txBody>
      </p:sp>
      <p:sp>
        <p:nvSpPr>
          <p:cNvPr id="14" name="Rectangle 13">
            <a:extLst>
              <a:ext uri="{FF2B5EF4-FFF2-40B4-BE49-F238E27FC236}">
                <a16:creationId xmlns:a16="http://schemas.microsoft.com/office/drawing/2014/main" id="{0BB4AC7E-89D2-0B47-8B00-E3C205C996C4}"/>
              </a:ext>
            </a:extLst>
          </p:cNvPr>
          <p:cNvSpPr/>
          <p:nvPr/>
        </p:nvSpPr>
        <p:spPr>
          <a:xfrm rot="16200000">
            <a:off x="-120344" y="1475560"/>
            <a:ext cx="683202" cy="202298"/>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dirty="0">
                <a:solidFill>
                  <a:schemeClr val="tx1"/>
                </a:solidFill>
              </a:rPr>
              <a:t>Solution</a:t>
            </a:r>
          </a:p>
        </p:txBody>
      </p:sp>
      <p:sp>
        <p:nvSpPr>
          <p:cNvPr id="16" name="Rectangle 15">
            <a:extLst>
              <a:ext uri="{FF2B5EF4-FFF2-40B4-BE49-F238E27FC236}">
                <a16:creationId xmlns:a16="http://schemas.microsoft.com/office/drawing/2014/main" id="{827DF7C0-66B3-C44D-84F6-8FEEA928B278}"/>
              </a:ext>
            </a:extLst>
          </p:cNvPr>
          <p:cNvSpPr/>
          <p:nvPr/>
        </p:nvSpPr>
        <p:spPr>
          <a:xfrm rot="16200000">
            <a:off x="4450322" y="1475560"/>
            <a:ext cx="683202" cy="202298"/>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dirty="0">
                <a:solidFill>
                  <a:schemeClr val="tx1"/>
                </a:solidFill>
              </a:rPr>
              <a:t>Solution</a:t>
            </a:r>
          </a:p>
        </p:txBody>
      </p:sp>
      <p:grpSp>
        <p:nvGrpSpPr>
          <p:cNvPr id="33" name="Group 32">
            <a:extLst>
              <a:ext uri="{FF2B5EF4-FFF2-40B4-BE49-F238E27FC236}">
                <a16:creationId xmlns:a16="http://schemas.microsoft.com/office/drawing/2014/main" id="{D7B860E2-C8F2-8E47-B1C5-73157710C5D7}"/>
              </a:ext>
            </a:extLst>
          </p:cNvPr>
          <p:cNvGrpSpPr/>
          <p:nvPr/>
        </p:nvGrpSpPr>
        <p:grpSpPr>
          <a:xfrm>
            <a:off x="1158065" y="2630191"/>
            <a:ext cx="3246598" cy="1766501"/>
            <a:chOff x="3131929" y="2988854"/>
            <a:chExt cx="2683139" cy="1459918"/>
          </a:xfrm>
        </p:grpSpPr>
        <p:pic>
          <p:nvPicPr>
            <p:cNvPr id="34" name="Picture 33">
              <a:extLst>
                <a:ext uri="{FF2B5EF4-FFF2-40B4-BE49-F238E27FC236}">
                  <a16:creationId xmlns:a16="http://schemas.microsoft.com/office/drawing/2014/main" id="{EF23445A-F512-D443-AA88-A449273B0B12}"/>
                </a:ext>
              </a:extLst>
            </p:cNvPr>
            <p:cNvPicPr>
              <a:picLocks noChangeAspect="1"/>
            </p:cNvPicPr>
            <p:nvPr/>
          </p:nvPicPr>
          <p:blipFill>
            <a:blip r:embed="rId4"/>
            <a:stretch>
              <a:fillRect/>
            </a:stretch>
          </p:blipFill>
          <p:spPr>
            <a:xfrm>
              <a:off x="3681402" y="2988854"/>
              <a:ext cx="2133666" cy="1357453"/>
            </a:xfrm>
            <a:prstGeom prst="rect">
              <a:avLst/>
            </a:prstGeom>
          </p:spPr>
        </p:pic>
        <p:sp>
          <p:nvSpPr>
            <p:cNvPr id="35" name="TextBox 34">
              <a:extLst>
                <a:ext uri="{FF2B5EF4-FFF2-40B4-BE49-F238E27FC236}">
                  <a16:creationId xmlns:a16="http://schemas.microsoft.com/office/drawing/2014/main" id="{8A715B52-3F7D-834F-A433-F058BC2B4622}"/>
                </a:ext>
              </a:extLst>
            </p:cNvPr>
            <p:cNvSpPr txBox="1"/>
            <p:nvPr/>
          </p:nvSpPr>
          <p:spPr>
            <a:xfrm>
              <a:off x="5069713" y="4068588"/>
              <a:ext cx="684314" cy="203488"/>
            </a:xfrm>
            <a:prstGeom prst="rect">
              <a:avLst/>
            </a:prstGeom>
            <a:noFill/>
          </p:spPr>
          <p:txBody>
            <a:bodyPr wrap="square" lIns="0" tIns="0" rIns="0" bIns="0" rtlCol="0" anchor="ctr" anchorCtr="0">
              <a:spAutoFit/>
            </a:bodyPr>
            <a:lstStyle/>
            <a:p>
              <a:pPr algn="ctr">
                <a:defRPr/>
              </a:pPr>
              <a:r>
                <a:rPr lang="en-GB" altLang="en-US" sz="1600" dirty="0"/>
                <a:t>15cm</a:t>
              </a:r>
              <a:endParaRPr lang="en-GB" altLang="en-US" sz="1600" baseline="30000" dirty="0"/>
            </a:p>
          </p:txBody>
        </p:sp>
        <p:cxnSp>
          <p:nvCxnSpPr>
            <p:cNvPr id="36" name="Straight Arrow Connector 35">
              <a:extLst>
                <a:ext uri="{FF2B5EF4-FFF2-40B4-BE49-F238E27FC236}">
                  <a16:creationId xmlns:a16="http://schemas.microsoft.com/office/drawing/2014/main" id="{A1E7AFFB-E8F3-8D49-AEF0-4D2467936274}"/>
                </a:ext>
              </a:extLst>
            </p:cNvPr>
            <p:cNvCxnSpPr>
              <a:cxnSpLocks/>
            </p:cNvCxnSpPr>
            <p:nvPr/>
          </p:nvCxnSpPr>
          <p:spPr>
            <a:xfrm>
              <a:off x="3707722" y="3419263"/>
              <a:ext cx="0" cy="821635"/>
            </a:xfrm>
            <a:prstGeom prst="straightConnector1">
              <a:avLst/>
            </a:prstGeom>
            <a:ln w="19050">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4B602A50-E9B9-8142-A5BF-54510A40EED2}"/>
                </a:ext>
              </a:extLst>
            </p:cNvPr>
            <p:cNvSpPr txBox="1"/>
            <p:nvPr/>
          </p:nvSpPr>
          <p:spPr>
            <a:xfrm>
              <a:off x="3886841" y="4245284"/>
              <a:ext cx="684314" cy="203488"/>
            </a:xfrm>
            <a:prstGeom prst="rect">
              <a:avLst/>
            </a:prstGeom>
            <a:noFill/>
          </p:spPr>
          <p:txBody>
            <a:bodyPr wrap="square" lIns="0" tIns="0" rIns="0" bIns="0" rtlCol="0" anchor="ctr" anchorCtr="0">
              <a:spAutoFit/>
            </a:bodyPr>
            <a:lstStyle/>
            <a:p>
              <a:pPr algn="ctr">
                <a:defRPr/>
              </a:pPr>
              <a:r>
                <a:rPr lang="en-GB" altLang="en-US" sz="1600" dirty="0"/>
                <a:t>12cm</a:t>
              </a:r>
              <a:endParaRPr lang="en-GB" altLang="en-US" sz="1600" baseline="30000" dirty="0"/>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3F92656-76CF-F24B-8964-FE7B5D6E69D4}"/>
                    </a:ext>
                  </a:extLst>
                </p:cNvPr>
                <p:cNvSpPr txBox="1"/>
                <p:nvPr/>
              </p:nvSpPr>
              <p:spPr>
                <a:xfrm>
                  <a:off x="3131929" y="3728336"/>
                  <a:ext cx="514787" cy="203488"/>
                </a:xfrm>
                <a:prstGeom prst="rect">
                  <a:avLst/>
                </a:prstGeom>
                <a:noFill/>
              </p:spPr>
              <p:txBody>
                <a:bodyPr wrap="square" lIns="0" tIns="0" rIns="0" bIns="0" rtlCol="0" anchor="ctr" anchorCtr="0">
                  <a:spAutoFit/>
                </a:bodyPr>
                <a:lstStyle/>
                <a:p>
                  <a:pPr algn="r">
                    <a:defRPr/>
                  </a:pPr>
                  <a14:m>
                    <m:oMath xmlns:m="http://schemas.openxmlformats.org/officeDocument/2006/math">
                      <m:r>
                        <a:rPr lang="en-GB" altLang="en-US" sz="1600" b="0" i="1" smtClean="0">
                          <a:latin typeface="Cambria Math" panose="02040503050406030204" pitchFamily="18" charset="0"/>
                        </a:rPr>
                        <m:t>𝑏</m:t>
                      </m:r>
                    </m:oMath>
                  </a14:m>
                  <a:r>
                    <a:rPr lang="en-GB" altLang="en-US" sz="1600" dirty="0"/>
                    <a:t>cm</a:t>
                  </a:r>
                </a:p>
              </p:txBody>
            </p:sp>
          </mc:Choice>
          <mc:Fallback xmlns="">
            <p:sp>
              <p:nvSpPr>
                <p:cNvPr id="38" name="TextBox 37">
                  <a:extLst>
                    <a:ext uri="{FF2B5EF4-FFF2-40B4-BE49-F238E27FC236}">
                      <a16:creationId xmlns:a16="http://schemas.microsoft.com/office/drawing/2014/main" id="{E3F92656-76CF-F24B-8964-FE7B5D6E69D4}"/>
                    </a:ext>
                  </a:extLst>
                </p:cNvPr>
                <p:cNvSpPr txBox="1">
                  <a:spLocks noRot="1" noChangeAspect="1" noMove="1" noResize="1" noEditPoints="1" noAdjustHandles="1" noChangeArrowheads="1" noChangeShapeType="1" noTextEdit="1"/>
                </p:cNvSpPr>
                <p:nvPr/>
              </p:nvSpPr>
              <p:spPr>
                <a:xfrm>
                  <a:off x="3131929" y="3728336"/>
                  <a:ext cx="514787" cy="203488"/>
                </a:xfrm>
                <a:prstGeom prst="rect">
                  <a:avLst/>
                </a:prstGeom>
                <a:blipFill>
                  <a:blip r:embed="rId5"/>
                  <a:stretch>
                    <a:fillRect t="-25000" r="-18000" b="-45000"/>
                  </a:stretch>
                </a:blipFill>
              </p:spPr>
              <p:txBody>
                <a:bodyPr/>
                <a:lstStyle/>
                <a:p>
                  <a:r>
                    <a:rPr lang="en-GB">
                      <a:noFill/>
                    </a:rPr>
                    <a:t> </a:t>
                  </a:r>
                </a:p>
              </p:txBody>
            </p:sp>
          </mc:Fallback>
        </mc:AlternateContent>
      </p:grpSp>
      <p:grpSp>
        <p:nvGrpSpPr>
          <p:cNvPr id="5" name="Group 4">
            <a:extLst>
              <a:ext uri="{FF2B5EF4-FFF2-40B4-BE49-F238E27FC236}">
                <a16:creationId xmlns:a16="http://schemas.microsoft.com/office/drawing/2014/main" id="{7E890F8C-86C1-1B4F-BFD2-3DCABDC8B52D}"/>
              </a:ext>
            </a:extLst>
          </p:cNvPr>
          <p:cNvGrpSpPr/>
          <p:nvPr/>
        </p:nvGrpSpPr>
        <p:grpSpPr>
          <a:xfrm>
            <a:off x="299065" y="1422157"/>
            <a:ext cx="2581739" cy="1642519"/>
            <a:chOff x="299065" y="1475947"/>
            <a:chExt cx="2581739" cy="1642519"/>
          </a:xfrm>
        </p:grpSpPr>
        <p:pic>
          <p:nvPicPr>
            <p:cNvPr id="31" name="Picture 30">
              <a:extLst>
                <a:ext uri="{FF2B5EF4-FFF2-40B4-BE49-F238E27FC236}">
                  <a16:creationId xmlns:a16="http://schemas.microsoft.com/office/drawing/2014/main" id="{D531D7E9-66D4-7143-BC33-5D937A7D0F3F}"/>
                </a:ext>
              </a:extLst>
            </p:cNvPr>
            <p:cNvPicPr>
              <a:picLocks noChangeAspect="1"/>
            </p:cNvPicPr>
            <p:nvPr/>
          </p:nvPicPr>
          <p:blipFill>
            <a:blip r:embed="rId6"/>
            <a:stretch>
              <a:fillRect/>
            </a:stretch>
          </p:blipFill>
          <p:spPr>
            <a:xfrm>
              <a:off x="299065" y="1475947"/>
              <a:ext cx="2581739" cy="1642519"/>
            </a:xfrm>
            <a:prstGeom prst="rect">
              <a:avLst/>
            </a:prstGeom>
          </p:spPr>
        </p:pic>
        <p:sp>
          <p:nvSpPr>
            <p:cNvPr id="39" name="TextBox 38">
              <a:extLst>
                <a:ext uri="{FF2B5EF4-FFF2-40B4-BE49-F238E27FC236}">
                  <a16:creationId xmlns:a16="http://schemas.microsoft.com/office/drawing/2014/main" id="{135290FD-C070-604F-BAA6-E96C19092647}"/>
                </a:ext>
              </a:extLst>
            </p:cNvPr>
            <p:cNvSpPr txBox="1"/>
            <p:nvPr/>
          </p:nvSpPr>
          <p:spPr>
            <a:xfrm>
              <a:off x="533340" y="2293448"/>
              <a:ext cx="910822" cy="492443"/>
            </a:xfrm>
            <a:prstGeom prst="rect">
              <a:avLst/>
            </a:prstGeom>
            <a:noFill/>
          </p:spPr>
          <p:txBody>
            <a:bodyPr wrap="square" lIns="0" tIns="0" rIns="0" bIns="0" rtlCol="0" anchor="ctr" anchorCtr="0">
              <a:spAutoFit/>
            </a:bodyPr>
            <a:lstStyle/>
            <a:p>
              <a:pPr algn="ctr">
                <a:defRPr/>
              </a:pPr>
              <a:r>
                <a:rPr lang="en-GB" altLang="en-US" sz="1600" b="1" dirty="0"/>
                <a:t>Area </a:t>
              </a:r>
            </a:p>
            <a:p>
              <a:pPr algn="ctr">
                <a:defRPr/>
              </a:pPr>
              <a:r>
                <a:rPr lang="en-GB" altLang="en-US" sz="1600" dirty="0"/>
                <a:t>48cm</a:t>
              </a:r>
              <a:r>
                <a:rPr lang="en-GB" altLang="en-US" sz="1600" baseline="30000" dirty="0"/>
                <a:t>2</a:t>
              </a: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9B45FC53-8540-4E46-802C-A1C46A98865D}"/>
                    </a:ext>
                  </a:extLst>
                </p:cNvPr>
                <p:cNvSpPr txBox="1"/>
                <p:nvPr/>
              </p:nvSpPr>
              <p:spPr>
                <a:xfrm>
                  <a:off x="1800170" y="2699407"/>
                  <a:ext cx="910822" cy="246221"/>
                </a:xfrm>
                <a:prstGeom prst="rect">
                  <a:avLst/>
                </a:prstGeom>
                <a:noFill/>
              </p:spPr>
              <p:txBody>
                <a:bodyPr wrap="square" lIns="0" tIns="0" rIns="0" bIns="0" rtlCol="0" anchor="ctr" anchorCtr="0">
                  <a:spAutoFit/>
                </a:bodyPr>
                <a:lstStyle/>
                <a:p>
                  <a:pPr algn="ctr">
                    <a:defRPr/>
                  </a:pPr>
                  <a14:m>
                    <m:oMath xmlns:m="http://schemas.openxmlformats.org/officeDocument/2006/math">
                      <m:r>
                        <a:rPr lang="en-GB" altLang="en-US" sz="1600" b="0" i="1" dirty="0" smtClean="0">
                          <a:latin typeface="Cambria Math" panose="02040503050406030204" pitchFamily="18" charset="0"/>
                        </a:rPr>
                        <m:t>𝑎</m:t>
                      </m:r>
                    </m:oMath>
                  </a14:m>
                  <a:r>
                    <a:rPr lang="en-GB" altLang="en-US" sz="1600" dirty="0"/>
                    <a:t>cm</a:t>
                  </a:r>
                </a:p>
              </p:txBody>
            </p:sp>
          </mc:Choice>
          <mc:Fallback xmlns="">
            <p:sp>
              <p:nvSpPr>
                <p:cNvPr id="40" name="TextBox 39">
                  <a:extLst>
                    <a:ext uri="{FF2B5EF4-FFF2-40B4-BE49-F238E27FC236}">
                      <a16:creationId xmlns:a16="http://schemas.microsoft.com/office/drawing/2014/main" id="{9B45FC53-8540-4E46-802C-A1C46A98865D}"/>
                    </a:ext>
                  </a:extLst>
                </p:cNvPr>
                <p:cNvSpPr txBox="1">
                  <a:spLocks noRot="1" noChangeAspect="1" noMove="1" noResize="1" noEditPoints="1" noAdjustHandles="1" noChangeArrowheads="1" noChangeShapeType="1" noTextEdit="1"/>
                </p:cNvSpPr>
                <p:nvPr/>
              </p:nvSpPr>
              <p:spPr>
                <a:xfrm>
                  <a:off x="1800170" y="2699407"/>
                  <a:ext cx="910822" cy="246221"/>
                </a:xfrm>
                <a:prstGeom prst="rect">
                  <a:avLst/>
                </a:prstGeom>
                <a:blipFill>
                  <a:blip r:embed="rId7"/>
                  <a:stretch>
                    <a:fillRect t="-19048" b="-42857"/>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A71D11D3-90EE-524D-A8D1-275A12DD49C7}"/>
                  </a:ext>
                </a:extLst>
              </p:cNvPr>
              <p:cNvSpPr txBox="1"/>
              <p:nvPr/>
            </p:nvSpPr>
            <p:spPr>
              <a:xfrm>
                <a:off x="2003113" y="2636954"/>
                <a:ext cx="903776" cy="246221"/>
              </a:xfrm>
              <a:prstGeom prst="rect">
                <a:avLst/>
              </a:prstGeom>
              <a:solidFill>
                <a:schemeClr val="accent3"/>
              </a:solidFill>
              <a:ln>
                <a:noFill/>
              </a:ln>
            </p:spPr>
            <p:txBody>
              <a:bodyPr wrap="square" lIns="0" tIns="0" rIns="0" bIns="0" rtlCol="0" anchor="ctr">
                <a:spAutoFit/>
              </a:bodyPr>
              <a:lstStyle/>
              <a:p>
                <a:pPr algn="ctr"/>
                <a14:m>
                  <m:oMath xmlns:m="http://schemas.openxmlformats.org/officeDocument/2006/math">
                    <m:r>
                      <a:rPr lang="en-GB" sz="1600" b="1" i="1" smtClean="0">
                        <a:latin typeface="Cambria Math" panose="02040503050406030204" pitchFamily="18" charset="0"/>
                      </a:rPr>
                      <m:t>𝒂</m:t>
                    </m:r>
                    <m:r>
                      <a:rPr lang="en-GB" sz="1600" b="1" i="1" smtClean="0">
                        <a:latin typeface="Cambria Math" panose="02040503050406030204" pitchFamily="18" charset="0"/>
                      </a:rPr>
                      <m:t>=</m:t>
                    </m:r>
                  </m:oMath>
                </a14:m>
                <a:r>
                  <a:rPr lang="en-GB" sz="1600" b="1" dirty="0"/>
                  <a:t> 15cm</a:t>
                </a:r>
                <a:endParaRPr lang="en-GB" sz="1600" b="1" baseline="30000" dirty="0"/>
              </a:p>
            </p:txBody>
          </p:sp>
        </mc:Choice>
        <mc:Fallback xmlns="">
          <p:sp>
            <p:nvSpPr>
              <p:cNvPr id="43" name="TextBox 42">
                <a:extLst>
                  <a:ext uri="{FF2B5EF4-FFF2-40B4-BE49-F238E27FC236}">
                    <a16:creationId xmlns:a16="http://schemas.microsoft.com/office/drawing/2014/main" id="{A71D11D3-90EE-524D-A8D1-275A12DD49C7}"/>
                  </a:ext>
                </a:extLst>
              </p:cNvPr>
              <p:cNvSpPr txBox="1">
                <a:spLocks noRot="1" noChangeAspect="1" noMove="1" noResize="1" noEditPoints="1" noAdjustHandles="1" noChangeArrowheads="1" noChangeShapeType="1" noTextEdit="1"/>
              </p:cNvSpPr>
              <p:nvPr/>
            </p:nvSpPr>
            <p:spPr>
              <a:xfrm>
                <a:off x="2003113" y="2636954"/>
                <a:ext cx="903776" cy="246221"/>
              </a:xfrm>
              <a:prstGeom prst="rect">
                <a:avLst/>
              </a:prstGeom>
              <a:blipFill>
                <a:blip r:embed="rId8"/>
                <a:stretch>
                  <a:fillRect l="-1389" t="-25000" r="-9722" b="-45000"/>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04A24DC4-F7B3-5343-AE1D-85DAF3D0DB25}"/>
                  </a:ext>
                </a:extLst>
              </p:cNvPr>
              <p:cNvSpPr txBox="1"/>
              <p:nvPr/>
            </p:nvSpPr>
            <p:spPr>
              <a:xfrm>
                <a:off x="913270" y="3530608"/>
                <a:ext cx="903776" cy="246221"/>
              </a:xfrm>
              <a:prstGeom prst="rect">
                <a:avLst/>
              </a:prstGeom>
              <a:solidFill>
                <a:schemeClr val="accent3"/>
              </a:solidFill>
              <a:ln>
                <a:noFill/>
              </a:ln>
            </p:spPr>
            <p:txBody>
              <a:bodyPr wrap="square" lIns="0" tIns="0" rIns="0" bIns="0" rtlCol="0" anchor="ctr">
                <a:spAutoFit/>
              </a:bodyPr>
              <a:lstStyle/>
              <a:p>
                <a:pPr algn="ctr"/>
                <a14:m>
                  <m:oMath xmlns:m="http://schemas.openxmlformats.org/officeDocument/2006/math">
                    <m:r>
                      <a:rPr lang="en-GB" sz="1600" b="1" i="1" smtClean="0">
                        <a:latin typeface="Cambria Math" panose="02040503050406030204" pitchFamily="18" charset="0"/>
                      </a:rPr>
                      <m:t>𝒃</m:t>
                    </m:r>
                    <m:r>
                      <a:rPr lang="en-GB" sz="1600" b="1" i="1" smtClean="0">
                        <a:latin typeface="Cambria Math" panose="02040503050406030204" pitchFamily="18" charset="0"/>
                      </a:rPr>
                      <m:t>=</m:t>
                    </m:r>
                  </m:oMath>
                </a14:m>
                <a:r>
                  <a:rPr lang="en-GB" sz="1600" b="1" dirty="0"/>
                  <a:t> 8cm</a:t>
                </a:r>
                <a:endParaRPr lang="en-GB" sz="1600" b="1" baseline="30000" dirty="0"/>
              </a:p>
            </p:txBody>
          </p:sp>
        </mc:Choice>
        <mc:Fallback xmlns="">
          <p:sp>
            <p:nvSpPr>
              <p:cNvPr id="44" name="TextBox 43">
                <a:extLst>
                  <a:ext uri="{FF2B5EF4-FFF2-40B4-BE49-F238E27FC236}">
                    <a16:creationId xmlns:a16="http://schemas.microsoft.com/office/drawing/2014/main" id="{04A24DC4-F7B3-5343-AE1D-85DAF3D0DB25}"/>
                  </a:ext>
                </a:extLst>
              </p:cNvPr>
              <p:cNvSpPr txBox="1">
                <a:spLocks noRot="1" noChangeAspect="1" noMove="1" noResize="1" noEditPoints="1" noAdjustHandles="1" noChangeArrowheads="1" noChangeShapeType="1" noTextEdit="1"/>
              </p:cNvSpPr>
              <p:nvPr/>
            </p:nvSpPr>
            <p:spPr>
              <a:xfrm>
                <a:off x="913270" y="3530608"/>
                <a:ext cx="903776" cy="246221"/>
              </a:xfrm>
              <a:prstGeom prst="rect">
                <a:avLst/>
              </a:prstGeom>
              <a:blipFill>
                <a:blip r:embed="rId9"/>
                <a:stretch>
                  <a:fillRect t="-20000" r="-2817" b="-45000"/>
                </a:stretch>
              </a:blipFill>
              <a:ln>
                <a:noFill/>
              </a:ln>
            </p:spPr>
            <p:txBody>
              <a:bodyPr/>
              <a:lstStyle/>
              <a:p>
                <a:r>
                  <a:rPr lang="en-GB">
                    <a:noFill/>
                  </a:rPr>
                  <a:t> </a:t>
                </a:r>
              </a:p>
            </p:txBody>
          </p:sp>
        </mc:Fallback>
      </mc:AlternateContent>
      <p:grpSp>
        <p:nvGrpSpPr>
          <p:cNvPr id="45" name="Group 44">
            <a:extLst>
              <a:ext uri="{FF2B5EF4-FFF2-40B4-BE49-F238E27FC236}">
                <a16:creationId xmlns:a16="http://schemas.microsoft.com/office/drawing/2014/main" id="{047A3EBB-0105-4049-9CF4-BB30F8D3897A}"/>
              </a:ext>
            </a:extLst>
          </p:cNvPr>
          <p:cNvGrpSpPr/>
          <p:nvPr/>
        </p:nvGrpSpPr>
        <p:grpSpPr>
          <a:xfrm>
            <a:off x="6591151" y="1949570"/>
            <a:ext cx="2479033" cy="1311426"/>
            <a:chOff x="263616" y="3100915"/>
            <a:chExt cx="2479033" cy="1311426"/>
          </a:xfrm>
        </p:grpSpPr>
        <p:pic>
          <p:nvPicPr>
            <p:cNvPr id="46" name="Picture 45">
              <a:extLst>
                <a:ext uri="{FF2B5EF4-FFF2-40B4-BE49-F238E27FC236}">
                  <a16:creationId xmlns:a16="http://schemas.microsoft.com/office/drawing/2014/main" id="{BFDD2A14-50D5-F14A-9C80-82D5F6ECC210}"/>
                </a:ext>
              </a:extLst>
            </p:cNvPr>
            <p:cNvPicPr>
              <a:picLocks noChangeAspect="1"/>
            </p:cNvPicPr>
            <p:nvPr/>
          </p:nvPicPr>
          <p:blipFill>
            <a:blip r:embed="rId10"/>
            <a:stretch>
              <a:fillRect/>
            </a:stretch>
          </p:blipFill>
          <p:spPr>
            <a:xfrm>
              <a:off x="726649" y="3100915"/>
              <a:ext cx="2016000" cy="1282593"/>
            </a:xfrm>
            <a:prstGeom prst="rect">
              <a:avLst/>
            </a:prstGeom>
          </p:spPr>
        </p:pic>
        <p:sp>
          <p:nvSpPr>
            <p:cNvPr id="47" name="TextBox 46">
              <a:extLst>
                <a:ext uri="{FF2B5EF4-FFF2-40B4-BE49-F238E27FC236}">
                  <a16:creationId xmlns:a16="http://schemas.microsoft.com/office/drawing/2014/main" id="{233B81CC-034D-FA42-8F77-26BE0577CA2C}"/>
                </a:ext>
              </a:extLst>
            </p:cNvPr>
            <p:cNvSpPr txBox="1"/>
            <p:nvPr/>
          </p:nvSpPr>
          <p:spPr>
            <a:xfrm>
              <a:off x="2057738" y="4033483"/>
              <a:ext cx="514135" cy="246221"/>
            </a:xfrm>
            <a:prstGeom prst="rect">
              <a:avLst/>
            </a:prstGeom>
            <a:noFill/>
          </p:spPr>
          <p:txBody>
            <a:bodyPr wrap="square" lIns="0" tIns="0" rIns="0" bIns="0" rtlCol="0" anchor="ctr" anchorCtr="0">
              <a:spAutoFit/>
            </a:bodyPr>
            <a:lstStyle/>
            <a:p>
              <a:pPr algn="ctr">
                <a:defRPr/>
              </a:pPr>
              <a:r>
                <a:rPr lang="en-GB" altLang="en-US" sz="1600" dirty="0"/>
                <a:t>15ft</a:t>
              </a:r>
              <a:endParaRPr lang="en-GB" altLang="en-US" sz="1600" baseline="30000" dirty="0"/>
            </a:p>
          </p:txBody>
        </p:sp>
        <p:cxnSp>
          <p:nvCxnSpPr>
            <p:cNvPr id="48" name="Straight Arrow Connector 47">
              <a:extLst>
                <a:ext uri="{FF2B5EF4-FFF2-40B4-BE49-F238E27FC236}">
                  <a16:creationId xmlns:a16="http://schemas.microsoft.com/office/drawing/2014/main" id="{50F8B818-A37B-5440-8CE5-BF1923337509}"/>
                </a:ext>
              </a:extLst>
            </p:cNvPr>
            <p:cNvCxnSpPr>
              <a:cxnSpLocks/>
            </p:cNvCxnSpPr>
            <p:nvPr/>
          </p:nvCxnSpPr>
          <p:spPr>
            <a:xfrm>
              <a:off x="735504" y="3574786"/>
              <a:ext cx="0" cy="600399"/>
            </a:xfrm>
            <a:prstGeom prst="straightConnector1">
              <a:avLst/>
            </a:prstGeom>
            <a:ln w="19050">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3BBF97DF-3217-2941-9806-7D20E8D0BDD4}"/>
                </a:ext>
              </a:extLst>
            </p:cNvPr>
            <p:cNvSpPr txBox="1"/>
            <p:nvPr/>
          </p:nvSpPr>
          <p:spPr>
            <a:xfrm>
              <a:off x="1030715" y="4166120"/>
              <a:ext cx="622104" cy="246221"/>
            </a:xfrm>
            <a:prstGeom prst="rect">
              <a:avLst/>
            </a:prstGeom>
            <a:noFill/>
          </p:spPr>
          <p:txBody>
            <a:bodyPr wrap="square" lIns="0" tIns="0" rIns="0" bIns="0" rtlCol="0" anchor="ctr" anchorCtr="0">
              <a:spAutoFit/>
            </a:bodyPr>
            <a:lstStyle/>
            <a:p>
              <a:pPr algn="ctr">
                <a:defRPr/>
              </a:pPr>
              <a:r>
                <a:rPr lang="en-GB" altLang="en-US" sz="1600" dirty="0"/>
                <a:t>6ft</a:t>
              </a:r>
              <a:endParaRPr lang="en-GB" altLang="en-US" sz="1600" baseline="30000" dirty="0"/>
            </a:p>
          </p:txBody>
        </p:sp>
        <p:sp>
          <p:nvSpPr>
            <p:cNvPr id="50" name="TextBox 49">
              <a:extLst>
                <a:ext uri="{FF2B5EF4-FFF2-40B4-BE49-F238E27FC236}">
                  <a16:creationId xmlns:a16="http://schemas.microsoft.com/office/drawing/2014/main" id="{B9AFB904-7345-F64F-8BB4-2AE3E42ED064}"/>
                </a:ext>
              </a:extLst>
            </p:cNvPr>
            <p:cNvSpPr txBox="1"/>
            <p:nvPr/>
          </p:nvSpPr>
          <p:spPr>
            <a:xfrm>
              <a:off x="263616" y="3751875"/>
              <a:ext cx="410067" cy="246221"/>
            </a:xfrm>
            <a:prstGeom prst="rect">
              <a:avLst/>
            </a:prstGeom>
            <a:noFill/>
          </p:spPr>
          <p:txBody>
            <a:bodyPr wrap="square" lIns="0" tIns="0" rIns="0" bIns="0" rtlCol="0" anchor="ctr" anchorCtr="0">
              <a:spAutoFit/>
            </a:bodyPr>
            <a:lstStyle/>
            <a:p>
              <a:pPr algn="r">
                <a:defRPr/>
              </a:pPr>
              <a:r>
                <a:rPr lang="en-GB" altLang="en-US" sz="1600" dirty="0"/>
                <a:t>6ft</a:t>
              </a:r>
              <a:endParaRPr lang="en-GB" altLang="en-US" sz="1600" baseline="30000" dirty="0"/>
            </a:p>
          </p:txBody>
        </p:sp>
      </p:grpSp>
      <p:grpSp>
        <p:nvGrpSpPr>
          <p:cNvPr id="6" name="Group 5">
            <a:extLst>
              <a:ext uri="{FF2B5EF4-FFF2-40B4-BE49-F238E27FC236}">
                <a16:creationId xmlns:a16="http://schemas.microsoft.com/office/drawing/2014/main" id="{98F157AC-D391-D443-A76E-AF7F97AB545B}"/>
              </a:ext>
            </a:extLst>
          </p:cNvPr>
          <p:cNvGrpSpPr/>
          <p:nvPr/>
        </p:nvGrpSpPr>
        <p:grpSpPr>
          <a:xfrm>
            <a:off x="4863274" y="2829946"/>
            <a:ext cx="2391909" cy="1484096"/>
            <a:chOff x="4863274" y="2870290"/>
            <a:chExt cx="2391909" cy="1484096"/>
          </a:xfrm>
        </p:grpSpPr>
        <p:grpSp>
          <p:nvGrpSpPr>
            <p:cNvPr id="51" name="Group 50">
              <a:extLst>
                <a:ext uri="{FF2B5EF4-FFF2-40B4-BE49-F238E27FC236}">
                  <a16:creationId xmlns:a16="http://schemas.microsoft.com/office/drawing/2014/main" id="{83080804-21BF-7A44-BECD-D725541A642E}"/>
                </a:ext>
              </a:extLst>
            </p:cNvPr>
            <p:cNvGrpSpPr/>
            <p:nvPr/>
          </p:nvGrpSpPr>
          <p:grpSpPr>
            <a:xfrm>
              <a:off x="4863274" y="2870290"/>
              <a:ext cx="2391909" cy="1484096"/>
              <a:chOff x="6448175" y="3031180"/>
              <a:chExt cx="2391909" cy="1484096"/>
            </a:xfrm>
          </p:grpSpPr>
          <p:pic>
            <p:nvPicPr>
              <p:cNvPr id="52" name="Picture 51">
                <a:extLst>
                  <a:ext uri="{FF2B5EF4-FFF2-40B4-BE49-F238E27FC236}">
                    <a16:creationId xmlns:a16="http://schemas.microsoft.com/office/drawing/2014/main" id="{34654E2F-D785-A24C-B1BB-0165335EBC53}"/>
                  </a:ext>
                </a:extLst>
              </p:cNvPr>
              <p:cNvPicPr>
                <a:picLocks noChangeAspect="1"/>
              </p:cNvPicPr>
              <p:nvPr/>
            </p:nvPicPr>
            <p:blipFill>
              <a:blip r:embed="rId11"/>
              <a:stretch>
                <a:fillRect/>
              </a:stretch>
            </p:blipFill>
            <p:spPr>
              <a:xfrm>
                <a:off x="6706419" y="3031180"/>
                <a:ext cx="2133665" cy="1357453"/>
              </a:xfrm>
              <a:prstGeom prst="rect">
                <a:avLst/>
              </a:prstGeom>
            </p:spPr>
          </p:pic>
          <p:sp>
            <p:nvSpPr>
              <p:cNvPr id="53" name="TextBox 52">
                <a:extLst>
                  <a:ext uri="{FF2B5EF4-FFF2-40B4-BE49-F238E27FC236}">
                    <a16:creationId xmlns:a16="http://schemas.microsoft.com/office/drawing/2014/main" id="{316578C8-DF0A-8A4E-A888-A18436A59F75}"/>
                  </a:ext>
                </a:extLst>
              </p:cNvPr>
              <p:cNvSpPr txBox="1"/>
              <p:nvPr/>
            </p:nvSpPr>
            <p:spPr>
              <a:xfrm>
                <a:off x="7836395" y="4120040"/>
                <a:ext cx="910822" cy="246221"/>
              </a:xfrm>
              <a:prstGeom prst="rect">
                <a:avLst/>
              </a:prstGeom>
              <a:noFill/>
            </p:spPr>
            <p:txBody>
              <a:bodyPr wrap="square" lIns="0" tIns="0" rIns="0" bIns="0" rtlCol="0" anchor="ctr" anchorCtr="0">
                <a:spAutoFit/>
              </a:bodyPr>
              <a:lstStyle/>
              <a:p>
                <a:pPr algn="ctr">
                  <a:defRPr/>
                </a:pPr>
                <a:r>
                  <a:rPr lang="en-GB" altLang="en-US" sz="1600" dirty="0"/>
                  <a:t>20ft</a:t>
                </a:r>
                <a:endParaRPr lang="en-GB" altLang="en-US" sz="1600" baseline="30000" dirty="0"/>
              </a:p>
            </p:txBody>
          </p:sp>
          <p:sp>
            <p:nvSpPr>
              <p:cNvPr id="55" name="TextBox 54">
                <a:extLst>
                  <a:ext uri="{FF2B5EF4-FFF2-40B4-BE49-F238E27FC236}">
                    <a16:creationId xmlns:a16="http://schemas.microsoft.com/office/drawing/2014/main" id="{1B8EF702-AB62-B648-9B6B-F2CF50C27A33}"/>
                  </a:ext>
                </a:extLst>
              </p:cNvPr>
              <p:cNvSpPr txBox="1"/>
              <p:nvPr/>
            </p:nvSpPr>
            <p:spPr>
              <a:xfrm>
                <a:off x="6800114" y="4269055"/>
                <a:ext cx="910822" cy="246221"/>
              </a:xfrm>
              <a:prstGeom prst="rect">
                <a:avLst/>
              </a:prstGeom>
              <a:noFill/>
            </p:spPr>
            <p:txBody>
              <a:bodyPr wrap="square" lIns="0" tIns="0" rIns="0" bIns="0" rtlCol="0" anchor="ctr" anchorCtr="0">
                <a:spAutoFit/>
              </a:bodyPr>
              <a:lstStyle/>
              <a:p>
                <a:pPr algn="ctr">
                  <a:defRPr/>
                </a:pPr>
                <a:r>
                  <a:rPr lang="en-GB" altLang="en-US" sz="1600" dirty="0"/>
                  <a:t>10ft</a:t>
                </a:r>
                <a:endParaRPr lang="en-GB" altLang="en-US" sz="1600" baseline="30000" dirty="0"/>
              </a:p>
            </p:txBody>
          </p:sp>
          <p:sp>
            <p:nvSpPr>
              <p:cNvPr id="56" name="TextBox 55">
                <a:extLst>
                  <a:ext uri="{FF2B5EF4-FFF2-40B4-BE49-F238E27FC236}">
                    <a16:creationId xmlns:a16="http://schemas.microsoft.com/office/drawing/2014/main" id="{ECB8448F-CC44-9940-9F20-2D499161F709}"/>
                  </a:ext>
                </a:extLst>
              </p:cNvPr>
              <p:cNvSpPr txBox="1"/>
              <p:nvPr/>
            </p:nvSpPr>
            <p:spPr>
              <a:xfrm>
                <a:off x="6448175" y="3717093"/>
                <a:ext cx="544222" cy="246221"/>
              </a:xfrm>
              <a:prstGeom prst="rect">
                <a:avLst/>
              </a:prstGeom>
              <a:noFill/>
            </p:spPr>
            <p:txBody>
              <a:bodyPr wrap="square" lIns="0" tIns="0" rIns="0" bIns="0" rtlCol="0" anchor="ctr" anchorCtr="0">
                <a:spAutoFit/>
              </a:bodyPr>
              <a:lstStyle/>
              <a:p>
                <a:pPr algn="r">
                  <a:defRPr/>
                </a:pPr>
                <a:r>
                  <a:rPr lang="en-GB" altLang="en-US" sz="1600" dirty="0"/>
                  <a:t>13ft</a:t>
                </a:r>
                <a:endParaRPr lang="en-GB" altLang="en-US" sz="1600" baseline="30000" dirty="0"/>
              </a:p>
            </p:txBody>
          </p:sp>
        </p:grpSp>
        <p:cxnSp>
          <p:nvCxnSpPr>
            <p:cNvPr id="57" name="Straight Connector 56">
              <a:extLst>
                <a:ext uri="{FF2B5EF4-FFF2-40B4-BE49-F238E27FC236}">
                  <a16:creationId xmlns:a16="http://schemas.microsoft.com/office/drawing/2014/main" id="{9274A4B0-7B24-8242-A3D3-5409B42572FD}"/>
                </a:ext>
              </a:extLst>
            </p:cNvPr>
            <p:cNvCxnSpPr>
              <a:cxnSpLocks/>
            </p:cNvCxnSpPr>
            <p:nvPr/>
          </p:nvCxnSpPr>
          <p:spPr>
            <a:xfrm rot="9180000">
              <a:off x="5826147" y="3729152"/>
              <a:ext cx="60582" cy="0"/>
            </a:xfrm>
            <a:prstGeom prst="line">
              <a:avLst/>
            </a:prstGeom>
            <a:ln w="1905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438CDF87-6B70-6944-A645-91A780DDA24C}"/>
                </a:ext>
              </a:extLst>
            </p:cNvPr>
            <p:cNvCxnSpPr>
              <a:cxnSpLocks/>
            </p:cNvCxnSpPr>
            <p:nvPr/>
          </p:nvCxnSpPr>
          <p:spPr>
            <a:xfrm rot="12420000" flipH="1">
              <a:off x="5445146" y="3729152"/>
              <a:ext cx="60582" cy="0"/>
            </a:xfrm>
            <a:prstGeom prst="line">
              <a:avLst/>
            </a:prstGeom>
            <a:ln w="19050" cap="rnd">
              <a:solidFill>
                <a:schemeClr val="tx1"/>
              </a:solidFill>
              <a:round/>
            </a:ln>
          </p:spPr>
          <p:style>
            <a:lnRef idx="1">
              <a:schemeClr val="accent1"/>
            </a:lnRef>
            <a:fillRef idx="0">
              <a:schemeClr val="accent1"/>
            </a:fillRef>
            <a:effectRef idx="0">
              <a:schemeClr val="accent1"/>
            </a:effectRef>
            <a:fontRef idx="minor">
              <a:schemeClr val="tx1"/>
            </a:fontRef>
          </p:style>
        </p:cxnSp>
      </p:grpSp>
      <p:sp>
        <p:nvSpPr>
          <p:cNvPr id="59" name="TextBox 58">
            <a:extLst>
              <a:ext uri="{FF2B5EF4-FFF2-40B4-BE49-F238E27FC236}">
                <a16:creationId xmlns:a16="http://schemas.microsoft.com/office/drawing/2014/main" id="{C9AA263B-393C-A840-B973-F20F7502A6A6}"/>
              </a:ext>
            </a:extLst>
          </p:cNvPr>
          <p:cNvSpPr txBox="1"/>
          <p:nvPr/>
        </p:nvSpPr>
        <p:spPr>
          <a:xfrm>
            <a:off x="6538626" y="1518150"/>
            <a:ext cx="643711" cy="251818"/>
          </a:xfrm>
          <a:prstGeom prst="rect">
            <a:avLst/>
          </a:prstGeom>
          <a:solidFill>
            <a:schemeClr val="accent3"/>
          </a:solidFill>
          <a:ln>
            <a:noFill/>
          </a:ln>
        </p:spPr>
        <p:txBody>
          <a:bodyPr wrap="square" lIns="0" tIns="0" rIns="0" bIns="0" rtlCol="0" anchor="ctr">
            <a:spAutoFit/>
          </a:bodyPr>
          <a:lstStyle/>
          <a:p>
            <a:pPr algn="ctr"/>
            <a:r>
              <a:rPr lang="en-GB" sz="1800" b="1" dirty="0"/>
              <a:t>20 : 9</a:t>
            </a:r>
          </a:p>
        </p:txBody>
      </p:sp>
    </p:spTree>
    <p:extLst>
      <p:ext uri="{BB962C8B-B14F-4D97-AF65-F5344CB8AC3E}">
        <p14:creationId xmlns:p14="http://schemas.microsoft.com/office/powerpoint/2010/main" val="2481306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dissolve">
                                      <p:cBhvr>
                                        <p:cTn id="7" dur="500"/>
                                        <p:tgtEl>
                                          <p:spTgt spid="4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dissolve">
                                      <p:cBhvr>
                                        <p:cTn id="12" dur="500"/>
                                        <p:tgtEl>
                                          <p:spTgt spid="4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9"/>
                                        </p:tgtEl>
                                        <p:attrNameLst>
                                          <p:attrName>style.visibility</p:attrName>
                                        </p:attrNameLst>
                                      </p:cBhvr>
                                      <p:to>
                                        <p:strVal val="visible"/>
                                      </p:to>
                                    </p:set>
                                    <p:animEffect transition="in" filter="dissolve">
                                      <p:cBhvr>
                                        <p:cTn id="17"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4" grpId="0" animBg="1"/>
      <p:bldP spid="5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8BF23-3433-4390-B067-9ABDAE59017A}"/>
              </a:ext>
            </a:extLst>
          </p:cNvPr>
          <p:cNvSpPr>
            <a:spLocks noGrp="1"/>
          </p:cNvSpPr>
          <p:nvPr>
            <p:ph type="title"/>
          </p:nvPr>
        </p:nvSpPr>
        <p:spPr/>
        <p:txBody>
          <a:bodyPr/>
          <a:lstStyle/>
          <a:p>
            <a:pPr algn="ctr"/>
            <a:r>
              <a:rPr lang="en-US" dirty="0"/>
              <a:t>Individual tasks </a:t>
            </a:r>
            <a:endParaRPr lang="en-AU" dirty="0"/>
          </a:p>
        </p:txBody>
      </p:sp>
      <p:sp>
        <p:nvSpPr>
          <p:cNvPr id="4" name="Text Placeholder 3">
            <a:extLst>
              <a:ext uri="{FF2B5EF4-FFF2-40B4-BE49-F238E27FC236}">
                <a16:creationId xmlns:a16="http://schemas.microsoft.com/office/drawing/2014/main" id="{5DCC4FC6-9F7E-483B-979A-34A2CC85C7EB}"/>
              </a:ext>
            </a:extLst>
          </p:cNvPr>
          <p:cNvSpPr>
            <a:spLocks noGrp="1"/>
          </p:cNvSpPr>
          <p:nvPr>
            <p:ph type="body" idx="1"/>
          </p:nvPr>
        </p:nvSpPr>
        <p:spPr/>
        <p:txBody>
          <a:bodyPr/>
          <a:lstStyle/>
          <a:p>
            <a:pPr algn="ctr"/>
            <a:r>
              <a:rPr lang="en-US" dirty="0"/>
              <a:t>Compete the </a:t>
            </a:r>
            <a:r>
              <a:rPr lang="en-US"/>
              <a:t>task sheet provided. </a:t>
            </a:r>
            <a:endParaRPr lang="en-AU"/>
          </a:p>
        </p:txBody>
      </p:sp>
    </p:spTree>
    <p:extLst>
      <p:ext uri="{BB962C8B-B14F-4D97-AF65-F5344CB8AC3E}">
        <p14:creationId xmlns:p14="http://schemas.microsoft.com/office/powerpoint/2010/main" val="17965162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0B58862-D7E4-40C4-8C51-C10805446F3C}"/>
              </a:ext>
            </a:extLst>
          </p:cNvPr>
          <p:cNvSpPr>
            <a:spLocks noGrp="1"/>
          </p:cNvSpPr>
          <p:nvPr>
            <p:ph type="title"/>
          </p:nvPr>
        </p:nvSpPr>
        <p:spPr/>
        <p:txBody>
          <a:bodyPr/>
          <a:lstStyle/>
          <a:p>
            <a:pPr algn="ctr"/>
            <a:r>
              <a:rPr lang="en-US" dirty="0"/>
              <a:t>Lesson objective </a:t>
            </a:r>
            <a:endParaRPr lang="en-AU" dirty="0"/>
          </a:p>
        </p:txBody>
      </p:sp>
      <p:sp>
        <p:nvSpPr>
          <p:cNvPr id="5" name="Content Placeholder 4">
            <a:extLst>
              <a:ext uri="{FF2B5EF4-FFF2-40B4-BE49-F238E27FC236}">
                <a16:creationId xmlns:a16="http://schemas.microsoft.com/office/drawing/2014/main" id="{1EB8E7BA-62E0-4C81-895F-98FB4A8DC2BC}"/>
              </a:ext>
            </a:extLst>
          </p:cNvPr>
          <p:cNvSpPr>
            <a:spLocks noGrp="1"/>
          </p:cNvSpPr>
          <p:nvPr>
            <p:ph idx="1"/>
          </p:nvPr>
        </p:nvSpPr>
        <p:spPr/>
        <p:txBody>
          <a:bodyPr>
            <a:normAutofit lnSpcReduction="10000"/>
          </a:bodyPr>
          <a:lstStyle/>
          <a:p>
            <a:pPr marL="0" indent="0">
              <a:buNone/>
            </a:pPr>
            <a:r>
              <a:rPr lang="en-US" sz="2700" b="1" dirty="0"/>
              <a:t>Title: </a:t>
            </a:r>
            <a:r>
              <a:rPr lang="en-US" sz="2700" b="1" dirty="0">
                <a:solidFill>
                  <a:srgbClr val="00B0F0"/>
                </a:solidFill>
              </a:rPr>
              <a:t>Volume </a:t>
            </a:r>
          </a:p>
          <a:p>
            <a:pPr marL="0" indent="0">
              <a:buNone/>
            </a:pPr>
            <a:endParaRPr lang="en-US" sz="2700" b="1" dirty="0">
              <a:solidFill>
                <a:srgbClr val="00B0F0"/>
              </a:solidFill>
            </a:endParaRPr>
          </a:p>
          <a:p>
            <a:pPr marL="0" indent="0">
              <a:buNone/>
            </a:pPr>
            <a:r>
              <a:rPr lang="en-US" sz="2700" b="1" dirty="0">
                <a:solidFill>
                  <a:srgbClr val="00B0F0"/>
                </a:solidFill>
              </a:rPr>
              <a:t>Aim:</a:t>
            </a:r>
          </a:p>
          <a:p>
            <a:pPr>
              <a:buFont typeface="Wingdings" panose="05000000000000000000" pitchFamily="2" charset="2"/>
              <a:buChar char="q"/>
            </a:pPr>
            <a:r>
              <a:rPr lang="en-US" sz="2700" b="1" dirty="0">
                <a:solidFill>
                  <a:srgbClr val="00B0F0"/>
                </a:solidFill>
              </a:rPr>
              <a:t>Calculate volume of cuboids and composite prisms </a:t>
            </a:r>
          </a:p>
          <a:p>
            <a:pPr marL="0" indent="0">
              <a:buNone/>
            </a:pPr>
            <a:r>
              <a:rPr lang="en-US" sz="2700" b="1" dirty="0">
                <a:solidFill>
                  <a:srgbClr val="00B0F0"/>
                </a:solidFill>
              </a:rPr>
              <a:t>Plan:</a:t>
            </a:r>
          </a:p>
          <a:p>
            <a:pPr>
              <a:buFontTx/>
              <a:buChar char="-"/>
            </a:pPr>
            <a:r>
              <a:rPr lang="en-US" sz="2700" b="1" dirty="0">
                <a:solidFill>
                  <a:srgbClr val="00B0F0"/>
                </a:solidFill>
              </a:rPr>
              <a:t>Basic volume </a:t>
            </a:r>
          </a:p>
          <a:p>
            <a:pPr>
              <a:buFontTx/>
              <a:buChar char="-"/>
            </a:pPr>
            <a:r>
              <a:rPr lang="en-US" sz="2700" b="1" dirty="0">
                <a:solidFill>
                  <a:srgbClr val="00B0F0"/>
                </a:solidFill>
              </a:rPr>
              <a:t>Composite volume strategies </a:t>
            </a:r>
            <a:endParaRPr lang="en-AU" sz="2700" b="1" dirty="0">
              <a:solidFill>
                <a:srgbClr val="00B0F0"/>
              </a:solidFill>
            </a:endParaRPr>
          </a:p>
        </p:txBody>
      </p:sp>
    </p:spTree>
    <p:extLst>
      <p:ext uri="{BB962C8B-B14F-4D97-AF65-F5344CB8AC3E}">
        <p14:creationId xmlns:p14="http://schemas.microsoft.com/office/powerpoint/2010/main" val="414187214"/>
      </p:ext>
    </p:extLst>
  </p:cSld>
  <p:clrMapOvr>
    <a:masterClrMapping/>
  </p:clrMapOvr>
</p:sld>
</file>

<file path=ppt/theme/theme1.xml><?xml version="1.0" encoding="utf-8"?>
<a:theme xmlns:a="http://schemas.openxmlformats.org/drawingml/2006/main" name="Office Theme">
  <a:themeElements>
    <a:clrScheme name="CP3">
      <a:dk1>
        <a:srgbClr val="000000"/>
      </a:dk1>
      <a:lt1>
        <a:srgbClr val="FFFFFF"/>
      </a:lt1>
      <a:dk2>
        <a:srgbClr val="000000"/>
      </a:dk2>
      <a:lt2>
        <a:srgbClr val="FEFFFF"/>
      </a:lt2>
      <a:accent1>
        <a:srgbClr val="75D5FF"/>
      </a:accent1>
      <a:accent2>
        <a:srgbClr val="72FA78"/>
      </a:accent2>
      <a:accent3>
        <a:srgbClr val="FEFC78"/>
      </a:accent3>
      <a:accent4>
        <a:srgbClr val="FFD478"/>
      </a:accent4>
      <a:accent5>
        <a:srgbClr val="FF7D78"/>
      </a:accent5>
      <a:accent6>
        <a:srgbClr val="D783FF"/>
      </a:accent6>
      <a:hlink>
        <a:srgbClr val="0096FF"/>
      </a:hlink>
      <a:folHlink>
        <a:srgbClr val="FF2600"/>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5 Factorising to double brackets.potx" id="{2ABD0240-5869-D742-8569-1FD3318009AF}" vid="{BA2D123A-C9E9-3043-B567-4DED4C6E3B9E}"/>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28575">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7739</TotalTime>
  <Words>1020</Words>
  <Application>Microsoft Office PowerPoint</Application>
  <PresentationFormat>On-screen Show (16:9)</PresentationFormat>
  <Paragraphs>328</Paragraphs>
  <Slides>24</Slides>
  <Notes>13</Notes>
  <HiddenSlides>7</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24</vt:i4>
      </vt:variant>
    </vt:vector>
  </HeadingPairs>
  <TitlesOfParts>
    <vt:vector size="35" baseType="lpstr">
      <vt:lpstr>Arial</vt:lpstr>
      <vt:lpstr>Arial Black</vt:lpstr>
      <vt:lpstr>Calibri</vt:lpstr>
      <vt:lpstr>Calibri Light</vt:lpstr>
      <vt:lpstr>Cambria Math</vt:lpstr>
      <vt:lpstr>Times Bold</vt:lpstr>
      <vt:lpstr>Wingdings</vt:lpstr>
      <vt:lpstr>Office Theme</vt:lpstr>
      <vt:lpstr>1_Office Theme</vt:lpstr>
      <vt:lpstr>2_Office Theme</vt:lpstr>
      <vt:lpstr>3_Office Theme</vt:lpstr>
      <vt:lpstr>Lesson objective </vt:lpstr>
      <vt:lpstr>Dimensions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Quick notes: composite prism </vt:lpstr>
      <vt:lpstr>Compound prisms </vt:lpstr>
      <vt:lpstr>Composite prisms </vt:lpstr>
      <vt:lpstr>PowerPoint Presentation</vt:lpstr>
      <vt:lpstr>Individual tasks </vt:lpstr>
      <vt:lpstr>Lesson objective </vt:lpstr>
    </vt:vector>
  </TitlesOfParts>
  <Manager/>
  <Company>CP3</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Volume of a Prism</dc:title>
  <dc:subject>Mathematics</dc:subject>
  <dc:creator>CP3</dc:creator>
  <cp:keywords/>
  <dc:description/>
  <cp:lastModifiedBy>DAVIES Rhys [Busselton Senior High School]</cp:lastModifiedBy>
  <cp:revision>939</cp:revision>
  <cp:lastPrinted>2022-11-22T00:29:16Z</cp:lastPrinted>
  <dcterms:created xsi:type="dcterms:W3CDTF">2018-09-23T11:32:36Z</dcterms:created>
  <dcterms:modified xsi:type="dcterms:W3CDTF">2022-11-22T03:17:49Z</dcterms:modified>
  <cp:category/>
</cp:coreProperties>
</file>