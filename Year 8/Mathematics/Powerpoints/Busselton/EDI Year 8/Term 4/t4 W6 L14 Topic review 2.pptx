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78" r:id="rId4"/>
    <p:sldId id="280" r:id="rId5"/>
    <p:sldId id="281" r:id="rId6"/>
    <p:sldId id="282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23650-3C22-85DA-DB59-23C8438FF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A5F71-DA99-2EDD-0434-8D4ED86CC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E94D3-8E8C-8909-1B16-9337561C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9BFC-4294-F0AC-65F7-1FB1D318F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BD9BB-9301-D62D-A940-8F57B7F8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158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63E6-F9CF-86DC-A333-CD68740B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95B6-5DAE-AFDA-074B-44AA96A2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986A4-0DC8-8F39-A608-FD7E13C0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76E8E-C732-F533-9E61-9951C160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9FAD3-9506-05DD-A596-3CBB0DE6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131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C5AC-6960-130D-B572-F910D136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78DBA-9F6A-AC07-CD6B-09FAB599D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AC1D5-DF6C-96FA-DB43-5999D127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ADBAE-B268-44A3-D27E-9008476D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F1A6C-03B5-024C-3386-D6B71496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39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94A0-F6E0-62CB-6094-CCB793A8F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75CC5-923F-8EAB-3A00-329A7880E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E9C99-7D2F-CD07-1B13-0B339F046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C6755-645F-D07A-CE4A-3AF5D902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C483-94EE-364B-B0AF-487B40F3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1CFF5-3468-44BE-3081-26F66851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61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7E8B-D81E-3C84-0D82-6B897B37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05DF9-C198-089A-79E6-BDDCAC40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4C71F-623D-E84E-977D-8F4911A20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04845-2E52-EBA0-996F-08C12EB40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38F3D7-0A7B-51CB-EE01-77C121AD0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B336E-5A54-76B3-71B5-3F10F3E1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76D19-CBFE-BE62-14F7-B62A64DA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01E1A-7E0F-5B8E-60B4-EC464BA5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989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9C01-6DF0-EA79-A30F-8E697CFB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6B89DE-A0C6-93EE-7FBB-AA6A17BC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E2A68-C196-88CA-E53A-03A1E5D3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FC77B-1525-5383-0044-BF3EA7B1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5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BE438-6B44-1A30-0F5A-D2918E5A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1E08E-3E13-88EC-EB5A-D962AD44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5C57C-5054-16A9-9944-83049E61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375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5B19-1F55-3C05-90AB-A4ED88D3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18786-D509-E874-4FF5-90643B699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9367E-6889-FEA8-2E92-CFB6247E0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D1400-5D10-FE95-05B4-E3F40092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3F3C-D980-9E1D-DD58-BD4878BE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33FD2-EA2E-E7B8-CEC3-628EAEB4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52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DA3B-9D60-5DC2-F75A-B8B24244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32D59-75B3-4E52-A17D-7E499409E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9C39E-8ACB-3A2A-7948-96290FA1B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FFFB2-A24A-CA92-2F45-FA46CF79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D37F7-FDAA-6842-97D5-C70D2B19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52AE1-8136-2065-9D96-C8AF47F4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84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790E-C34B-0DD8-2E30-D53D5F92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793FC-4B49-F309-6387-EBB64F776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AC76C-EEC2-6F32-B932-852AFA97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7706B-7F44-9607-D344-ACC0FC5C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33049-4980-03A5-EE8C-54BE3978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461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FDD35-E9DD-06B8-442E-5DFFA3832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AE3C3-0B78-DDF2-676B-AEECCD2FB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4BD01-149F-9BF6-9E7E-44064BC2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DE834-62E6-8520-D510-7A807D40D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56960-B57D-6A29-908B-A388A3A5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902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DD8D3-A44A-E104-0DFF-81894342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2B80F-7C54-5C85-F8FB-8484B1F8D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71463-50D3-DDCD-5645-9F64154EA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A34C2-15E1-4551-81C9-87EDAD41334F}" type="datetimeFigureOut">
              <a:rPr lang="en-AU" smtClean="0"/>
              <a:t>16/11/2022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7948-20C7-730A-150E-A5ED8A9AA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33DB-C665-34AB-B3D3-2BC980010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2B3F4-E5F3-4A9E-AE74-702789CCE1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44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F01E30-8B6C-E369-FFD8-966C3ACD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EF2C54-F14C-5B5E-D131-E680945F0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Topic review 2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Aim-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Identify the requirements to set up a survey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Complete stratified sampling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Stratified sampling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Creating surveys </a:t>
            </a:r>
          </a:p>
        </p:txBody>
      </p:sp>
    </p:spTree>
    <p:extLst>
      <p:ext uri="{BB962C8B-B14F-4D97-AF65-F5344CB8AC3E}">
        <p14:creationId xmlns:p14="http://schemas.microsoft.com/office/powerpoint/2010/main" val="177737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47F0-BE98-0F6B-BEC4-3090263F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CC456-D7F5-E344-7011-BF46A7BEB429}"/>
              </a:ext>
            </a:extLst>
          </p:cNvPr>
          <p:cNvSpPr txBox="1"/>
          <p:nvPr/>
        </p:nvSpPr>
        <p:spPr>
          <a:xfrm>
            <a:off x="7022238" y="695325"/>
            <a:ext cx="48915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members by total population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to sample amount (total number in survey)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4AB5302-495A-D115-4D61-C3ED1927F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66" y="46863"/>
            <a:ext cx="6033857" cy="6645005"/>
          </a:xfrm>
        </p:spPr>
      </p:pic>
    </p:spTree>
    <p:extLst>
      <p:ext uri="{BB962C8B-B14F-4D97-AF65-F5344CB8AC3E}">
        <p14:creationId xmlns:p14="http://schemas.microsoft.com/office/powerpoint/2010/main" val="347819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47F0-BE98-0F6B-BEC4-3090263F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4A2CB-244A-16CB-9E12-4F5A96C11C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91" y="415691"/>
            <a:ext cx="6681684" cy="60266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CC456-D7F5-E344-7011-BF46A7BEB429}"/>
              </a:ext>
            </a:extLst>
          </p:cNvPr>
          <p:cNvSpPr txBox="1"/>
          <p:nvPr/>
        </p:nvSpPr>
        <p:spPr>
          <a:xfrm>
            <a:off x="7022238" y="695325"/>
            <a:ext cx="489159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Divide members by total population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to sample amount (total number in survey)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33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8026-C2EE-74C0-0251-79A551E9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 size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A7367-1CAE-D838-5744-2C3DDC4C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825625"/>
            <a:ext cx="1129239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 sample survey size must include </a:t>
            </a:r>
            <a:r>
              <a:rPr lang="en-US" b="1" dirty="0">
                <a:solidFill>
                  <a:srgbClr val="FF0000"/>
                </a:solidFill>
              </a:rPr>
              <a:t>10% </a:t>
            </a:r>
            <a:r>
              <a:rPr lang="en-US" dirty="0">
                <a:solidFill>
                  <a:srgbClr val="FF0000"/>
                </a:solidFill>
              </a:rPr>
              <a:t>or higher of the </a:t>
            </a:r>
            <a:r>
              <a:rPr lang="en-US" b="1" dirty="0">
                <a:solidFill>
                  <a:srgbClr val="FF0000"/>
                </a:solidFill>
              </a:rPr>
              <a:t>target population</a:t>
            </a:r>
            <a:r>
              <a:rPr lang="en-US" dirty="0">
                <a:solidFill>
                  <a:srgbClr val="FF0000"/>
                </a:solidFill>
              </a:rPr>
              <a:t>.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A sample survey size must include </a:t>
            </a:r>
            <a:r>
              <a:rPr lang="en-US" b="1" dirty="0"/>
              <a:t>____</a:t>
            </a:r>
            <a:r>
              <a:rPr lang="en-US" dirty="0"/>
              <a:t>or higher of the </a:t>
            </a:r>
            <a:r>
              <a:rPr lang="en-US" b="1" dirty="0"/>
              <a:t>target population</a:t>
            </a:r>
            <a:r>
              <a:rPr lang="en-US" dirty="0"/>
              <a:t>. </a:t>
            </a:r>
            <a:endParaRPr lang="en-A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sample survey size must include </a:t>
            </a:r>
            <a:r>
              <a:rPr lang="en-US" b="1" dirty="0"/>
              <a:t>____</a:t>
            </a:r>
            <a:r>
              <a:rPr lang="en-US" dirty="0"/>
              <a:t>or higher of the </a:t>
            </a:r>
            <a:r>
              <a:rPr lang="en-US" b="1" dirty="0"/>
              <a:t>______________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How many people should be in a sample survey?  </a:t>
            </a:r>
            <a:endParaRPr lang="en-AU" dirty="0"/>
          </a:p>
          <a:p>
            <a:pPr marL="0" indent="0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3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75D5-50B5-3BD3-54F1-A68AD2A6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 size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BE829-6479-1D43-E308-55336336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680 students in the school, if we did a sample survey what is the minimum number of students we should survey?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issue if we survey 10 of the year 7 students?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would happen if we get a larger sample? – what would happen if we did a census?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729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9ECE-9A1B-170D-C96D-D7EB916F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survey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C0998-50B6-E3AD-0249-5FB4755B0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we need: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Sample size (explain)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The question (unbiased – define question)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How will you select people?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How will you track the data? – why is that important? 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746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F6B0-593B-2C61-035C-5A5CB5A3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6F3B7-A826-1626-ED33-A4AFBAAF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Task: determine the </a:t>
            </a:r>
            <a:r>
              <a:rPr lang="en-US" dirty="0" err="1"/>
              <a:t>favourite</a:t>
            </a:r>
            <a:r>
              <a:rPr lang="en-US" dirty="0"/>
              <a:t> </a:t>
            </a:r>
            <a:r>
              <a:rPr lang="en-US" dirty="0" err="1"/>
              <a:t>colour</a:t>
            </a:r>
            <a:r>
              <a:rPr lang="en-US" dirty="0"/>
              <a:t> of the 150 year 8s at BSHS.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AD450-6FDF-EBA5-3482-33019D332C07}"/>
              </a:ext>
            </a:extLst>
          </p:cNvPr>
          <p:cNvSpPr txBox="1"/>
          <p:nvPr/>
        </p:nvSpPr>
        <p:spPr>
          <a:xfrm>
            <a:off x="5264458" y="213360"/>
            <a:ext cx="546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Sample size (explain)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The question (unbiased – define question)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How will you select people?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How will you track the data? – why is that important?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546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F6B0-593B-2C61-035C-5A5CB5A3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6F3B7-A826-1626-ED33-A4AFBAAF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Task: Determine the average height of 250 year 12s.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AD450-6FDF-EBA5-3482-33019D332C07}"/>
              </a:ext>
            </a:extLst>
          </p:cNvPr>
          <p:cNvSpPr txBox="1"/>
          <p:nvPr/>
        </p:nvSpPr>
        <p:spPr>
          <a:xfrm>
            <a:off x="5264458" y="213360"/>
            <a:ext cx="546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Sample size (explain)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The question (unbiased – define question)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How will you select people?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How will you track the data? – why is that important?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0297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F6B0-593B-2C61-035C-5A5CB5A3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– you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6F3B7-A826-1626-ED33-A4AFBAAF0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Task: . 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AD450-6FDF-EBA5-3482-33019D332C07}"/>
              </a:ext>
            </a:extLst>
          </p:cNvPr>
          <p:cNvSpPr txBox="1"/>
          <p:nvPr/>
        </p:nvSpPr>
        <p:spPr>
          <a:xfrm>
            <a:off x="5264458" y="213360"/>
            <a:ext cx="5468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Sample size (explain)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The question (unbiased – define question)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How will you select people? </a:t>
            </a:r>
          </a:p>
          <a:p>
            <a:pPr>
              <a:buFontTx/>
              <a:buChar char="-"/>
            </a:pPr>
            <a:r>
              <a:rPr lang="en-US" sz="1800" b="1" dirty="0">
                <a:solidFill>
                  <a:srgbClr val="00B0F0"/>
                </a:solidFill>
              </a:rPr>
              <a:t>How will you track the data? – why is that important?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588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345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Lesson objective </vt:lpstr>
      <vt:lpstr>PowerPoint Presentation</vt:lpstr>
      <vt:lpstr>PowerPoint Presentation</vt:lpstr>
      <vt:lpstr>Sample size </vt:lpstr>
      <vt:lpstr>Sample size </vt:lpstr>
      <vt:lpstr>Setting up a survey </vt:lpstr>
      <vt:lpstr>Survey </vt:lpstr>
      <vt:lpstr>Survey </vt:lpstr>
      <vt:lpstr>Survey – you 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3</cp:revision>
  <dcterms:created xsi:type="dcterms:W3CDTF">2022-11-15T23:57:26Z</dcterms:created>
  <dcterms:modified xsi:type="dcterms:W3CDTF">2022-11-16T00:15:33Z</dcterms:modified>
</cp:coreProperties>
</file>