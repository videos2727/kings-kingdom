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2D54-600C-4918-AE32-23253D887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B8C75-B401-4171-82A3-0F3A88A08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E322E-829F-4686-AB2E-122281F82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72B7E-8640-4D7A-BDAE-143ED8ACE489}" type="datetimeFigureOut">
              <a:rPr lang="en-AU" smtClean="0"/>
              <a:t>23/11/2022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27C61-89F9-4047-AFA8-0AC5D8EF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44352-EE54-4EEF-A530-39B7E86E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43EF2-2AD4-47B1-B88C-C7DA4D3D56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7618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93071-2D0F-42A0-B584-073AF732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EBFF9-9E78-4B77-AF24-25E23931C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5739E-0DE4-40FB-B9FD-6E368DAA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72B7E-8640-4D7A-BDAE-143ED8ACE489}" type="datetimeFigureOut">
              <a:rPr lang="en-AU" smtClean="0"/>
              <a:t>23/11/2022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8D2F6-7717-4A39-A8ED-FADD4BBC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4634A-1FA9-4BE3-BCEA-46DB16378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43EF2-2AD4-47B1-B88C-C7DA4D3D56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3347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54EF-D3F9-4029-9833-85FE8CF8A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63FDC-862A-4423-A9D5-2028D69F9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08D01-8D12-4775-B253-BB42A28C6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72B7E-8640-4D7A-BDAE-143ED8ACE489}" type="datetimeFigureOut">
              <a:rPr lang="en-AU" smtClean="0"/>
              <a:t>23/11/2022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A4141-73DD-488B-81F9-CA1DBA4B3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3FD28-7EBB-4315-AE17-94B5F6D4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43EF2-2AD4-47B1-B88C-C7DA4D3D56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7159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3B4A3-92DE-4E89-9B2F-F3993E093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C982B-D6DD-4A96-B5E4-81EF671B9C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BA48DD-8445-48A5-9D32-94EDADDE7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2BC36-0B12-4C50-AC5D-BAF2913E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72B7E-8640-4D7A-BDAE-143ED8ACE489}" type="datetimeFigureOut">
              <a:rPr lang="en-AU" smtClean="0"/>
              <a:t>23/11/2022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9D0B5-87A2-4727-B9C9-F4B0DFD35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4C982-C05E-4961-AB63-F6D3AD8F4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43EF2-2AD4-47B1-B88C-C7DA4D3D56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170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6ADA5-2D40-481C-9DC6-D2DB28C76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78403-2D70-40D5-BAD6-75137E637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B072C-19D9-49A3-8E0B-19044FFB9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C9C06-26F1-4795-8C17-D942934D7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978852-F65C-44D8-9BC6-9CB0E49720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F1F1E0-C4D0-4CC0-86D4-1579FCFCD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72B7E-8640-4D7A-BDAE-143ED8ACE489}" type="datetimeFigureOut">
              <a:rPr lang="en-AU" smtClean="0"/>
              <a:t>23/11/2022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ED717E-44F1-4FA2-BE1D-C81243B30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3750A7-7A1A-4373-A82E-BDEAF5ED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43EF2-2AD4-47B1-B88C-C7DA4D3D56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866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59AB-3ACD-4281-A04A-A1FE6A8F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8BBB60-DC9E-40DA-87FF-ED7EEC98E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72B7E-8640-4D7A-BDAE-143ED8ACE489}" type="datetimeFigureOut">
              <a:rPr lang="en-AU" smtClean="0"/>
              <a:t>23/11/2022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E6547-7530-45DF-8665-880DA0F3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F27B1-7A26-4856-85CD-0AF4613F1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43EF2-2AD4-47B1-B88C-C7DA4D3D56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8724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307EA-F5C5-4256-8815-85C654737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72B7E-8640-4D7A-BDAE-143ED8ACE489}" type="datetimeFigureOut">
              <a:rPr lang="en-AU" smtClean="0"/>
              <a:t>23/11/2022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3861B2-C26E-4CBC-B6CA-C011CAF09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2C71B-D4C2-4482-8992-3462E7D4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43EF2-2AD4-47B1-B88C-C7DA4D3D56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0110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CD9CC-81C1-4994-84C9-3C3C7E39B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E0A21-A83E-4D3C-BDF1-3E2087215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F3DA1-EA3F-4C27-BA18-7D56B9A37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BFA45-B672-4ED8-BB19-E72059B2F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72B7E-8640-4D7A-BDAE-143ED8ACE489}" type="datetimeFigureOut">
              <a:rPr lang="en-AU" smtClean="0"/>
              <a:t>23/11/2022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D4D06-C086-4C67-8967-4B5A7394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83061-A598-4227-936A-4397534D4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43EF2-2AD4-47B1-B88C-C7DA4D3D56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0339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8CEE9-9DCF-466F-8AAE-7410A1C80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EAA7A8-A9F6-462C-86BE-EF71068D0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7D295-DA1C-4B60-BC7A-07EB89CD2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7DE4A-D61C-4BEA-8DBB-8AB81B36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72B7E-8640-4D7A-BDAE-143ED8ACE489}" type="datetimeFigureOut">
              <a:rPr lang="en-AU" smtClean="0"/>
              <a:t>23/11/2022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17C32-9F6E-467C-92E9-C4095019C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131E9-E621-44FE-97F9-8ACEFCAA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43EF2-2AD4-47B1-B88C-C7DA4D3D56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745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B1B63-05EA-475C-8F77-587526988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7B18E-962B-4BC9-859C-AD014A088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06E3D-ACC8-4FF1-824A-2D28CD2F9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72B7E-8640-4D7A-BDAE-143ED8ACE489}" type="datetimeFigureOut">
              <a:rPr lang="en-AU" smtClean="0"/>
              <a:t>23/11/2022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F10C4-4E06-490C-998F-75EF8A65E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3F7CB-F7FF-4E98-A01C-66FCBF1A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43EF2-2AD4-47B1-B88C-C7DA4D3D56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090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8FDE08-A16C-4715-98B3-FB9C10797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7EE6F-A91E-4C8E-832A-6B226FD3B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688D-E3B1-40E8-A79C-19116BFE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72B7E-8640-4D7A-BDAE-143ED8ACE489}" type="datetimeFigureOut">
              <a:rPr lang="en-AU" smtClean="0"/>
              <a:t>23/11/2022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CC921-C68A-41D8-9F86-6CE3D606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8BB55-589E-45BC-AD51-ADF0E390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43EF2-2AD4-47B1-B88C-C7DA4D3D56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8288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6C757-1E28-4374-A220-DD5F1391F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A032E-7E89-48FA-A32B-F32F1293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F10CE-2A03-48D3-B97A-3E1D19A99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72B7E-8640-4D7A-BDAE-143ED8ACE489}" type="datetimeFigureOut">
              <a:rPr lang="en-AU" smtClean="0"/>
              <a:t>23/11/2022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6E357-FAB6-4553-BCF7-99E39C06C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DDD31-8C6C-4E82-AB9B-587CBB6F0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43EF2-2AD4-47B1-B88C-C7DA4D3D56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940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DA50A1-AB97-436F-94E3-DF9A666F3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52386" cy="1200330"/>
          </a:xfrm>
        </p:spPr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F261D4-2B85-4470-B054-1E572A563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Metric conversions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Be able to convert units involving capacity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Daily review: area formula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Key ideas: volume and capacity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Skills practice 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C73977-8BDB-5823-77C6-114FFC7E8D72}"/>
              </a:ext>
            </a:extLst>
          </p:cNvPr>
          <p:cNvSpPr txBox="1"/>
          <p:nvPr/>
        </p:nvSpPr>
        <p:spPr>
          <a:xfrm>
            <a:off x="8176335" y="220206"/>
            <a:ext cx="4176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highlight>
                  <a:srgbClr val="00FF00"/>
                </a:highlight>
              </a:rPr>
              <a:t>PBiS</a:t>
            </a:r>
            <a:r>
              <a:rPr lang="en-US" sz="2400" b="1" dirty="0">
                <a:highlight>
                  <a:srgbClr val="00FF00"/>
                </a:highlight>
              </a:rPr>
              <a:t> focus 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Respect – each other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Achieve – attempting all tasks</a:t>
            </a:r>
            <a:endParaRPr lang="en-AU" sz="24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03783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46E0-3ECC-44DE-8487-9FECB4E1B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6D579-8AA1-4CEE-B515-CDEA707FE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Formulas are like rules we can follow with numerous mathematical applications.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formula for the area of a rectangle is A = length x width </a:t>
            </a:r>
          </a:p>
          <a:p>
            <a:pPr marL="0" indent="0">
              <a:buNone/>
            </a:pPr>
            <a:r>
              <a:rPr lang="en-US" dirty="0"/>
              <a:t>What is the formula for the area of a triangle and </a:t>
            </a:r>
            <a:r>
              <a:rPr lang="en-US" b="1" u="sng" dirty="0"/>
              <a:t>why</a:t>
            </a:r>
            <a:r>
              <a:rPr lang="en-US" dirty="0"/>
              <a:t>? 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008E85-DC74-4515-AB68-D36E4FB9C980}"/>
              </a:ext>
            </a:extLst>
          </p:cNvPr>
          <p:cNvSpPr/>
          <p:nvPr/>
        </p:nvSpPr>
        <p:spPr>
          <a:xfrm>
            <a:off x="3568823" y="4500978"/>
            <a:ext cx="4509857" cy="208955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761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FAD8F-7A50-40F9-9509-F361BA31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Area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53C1B-04A4-4B99-BE64-FBB3EF1EA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Calculate </a:t>
            </a:r>
            <a:r>
              <a:rPr lang="en-US"/>
              <a:t>the area </a:t>
            </a:r>
            <a:r>
              <a:rPr lang="en-US" dirty="0"/>
              <a:t>of these shapes </a:t>
            </a:r>
            <a:r>
              <a:rPr lang="en-US" b="1" i="1" u="sng" dirty="0"/>
              <a:t>with out a calculator.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960736B-FA22-42D2-A763-658B6447BF97}"/>
              </a:ext>
            </a:extLst>
          </p:cNvPr>
          <p:cNvSpPr/>
          <p:nvPr/>
        </p:nvSpPr>
        <p:spPr>
          <a:xfrm>
            <a:off x="932155" y="3429000"/>
            <a:ext cx="2716567" cy="239697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49952-E147-4F52-9A0A-48A90E604C16}"/>
              </a:ext>
            </a:extLst>
          </p:cNvPr>
          <p:cNvSpPr/>
          <p:nvPr/>
        </p:nvSpPr>
        <p:spPr>
          <a:xfrm>
            <a:off x="4864963" y="3089429"/>
            <a:ext cx="1686757" cy="3087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BDB912-3CED-40AA-9A5E-453BF91A99F8}"/>
              </a:ext>
            </a:extLst>
          </p:cNvPr>
          <p:cNvSpPr/>
          <p:nvPr/>
        </p:nvSpPr>
        <p:spPr>
          <a:xfrm>
            <a:off x="8052047" y="4287915"/>
            <a:ext cx="3533312" cy="1325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AF9236-7800-49DD-9C7E-1C814ABE738F}"/>
              </a:ext>
            </a:extLst>
          </p:cNvPr>
          <p:cNvSpPr txBox="1"/>
          <p:nvPr/>
        </p:nvSpPr>
        <p:spPr>
          <a:xfrm>
            <a:off x="1855432" y="5947916"/>
            <a:ext cx="87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8cm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AA5809-E70D-498A-9786-A7FB50196DE2}"/>
              </a:ext>
            </a:extLst>
          </p:cNvPr>
          <p:cNvSpPr txBox="1"/>
          <p:nvPr/>
        </p:nvSpPr>
        <p:spPr>
          <a:xfrm>
            <a:off x="5443490" y="2625978"/>
            <a:ext cx="87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5cm</a:t>
            </a:r>
            <a:endParaRPr lang="en-AU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2F3D16-E24C-490B-854E-929A501437A6}"/>
              </a:ext>
            </a:extLst>
          </p:cNvPr>
          <p:cNvSpPr txBox="1"/>
          <p:nvPr/>
        </p:nvSpPr>
        <p:spPr>
          <a:xfrm>
            <a:off x="4091866" y="4396652"/>
            <a:ext cx="87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13cm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99B48-9A02-4F83-8129-EC29F3B8F653}"/>
              </a:ext>
            </a:extLst>
          </p:cNvPr>
          <p:cNvSpPr txBox="1"/>
          <p:nvPr/>
        </p:nvSpPr>
        <p:spPr>
          <a:xfrm>
            <a:off x="9500586" y="3826250"/>
            <a:ext cx="87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12m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EE58FB-B2C4-47D8-8871-B7652571D499}"/>
              </a:ext>
            </a:extLst>
          </p:cNvPr>
          <p:cNvSpPr txBox="1"/>
          <p:nvPr/>
        </p:nvSpPr>
        <p:spPr>
          <a:xfrm>
            <a:off x="7324817" y="4719863"/>
            <a:ext cx="87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5.5m</a:t>
            </a:r>
            <a:endParaRPr lang="en-AU" sz="2400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5D7E2C-425B-4181-9748-D11DD9015A75}"/>
              </a:ext>
            </a:extLst>
          </p:cNvPr>
          <p:cNvCxnSpPr/>
          <p:nvPr/>
        </p:nvCxnSpPr>
        <p:spPr>
          <a:xfrm flipV="1">
            <a:off x="594804" y="3429000"/>
            <a:ext cx="0" cy="239697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2D60F9C-EA2B-449A-B150-1083189436D9}"/>
              </a:ext>
            </a:extLst>
          </p:cNvPr>
          <p:cNvSpPr txBox="1"/>
          <p:nvPr/>
        </p:nvSpPr>
        <p:spPr>
          <a:xfrm>
            <a:off x="629204" y="3770461"/>
            <a:ext cx="87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8cm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855451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69B3-715A-4D60-91A1-640CDB8F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ideas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6EAEF1-EDA5-46F5-A37C-73D12932E9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254406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Volume is measured in cubic units (measured in 3 dimensions, meaning which is why we have the little 3 attached to our units: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b="0" dirty="0"/>
                  <a:t>)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b="0" dirty="0"/>
                  <a:t>COPY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6EAEF1-EDA5-46F5-A37C-73D12932E9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254406" cy="4351338"/>
              </a:xfrm>
              <a:blipFill>
                <a:blip r:embed="rId2"/>
                <a:stretch>
                  <a:fillRect l="-3940" t="-2241" r="-1876" b="-1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Converting Metric Units | Passy's World of Mathematics">
            <a:extLst>
              <a:ext uri="{FF2B5EF4-FFF2-40B4-BE49-F238E27FC236}">
                <a16:creationId xmlns:a16="http://schemas.microsoft.com/office/drawing/2014/main" id="{AC961BA5-DEF8-47FD-9016-654666318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925" y="1384917"/>
            <a:ext cx="7471062" cy="5221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8C83DD-7B15-40E3-A21E-714339D8025C}"/>
              </a:ext>
            </a:extLst>
          </p:cNvPr>
          <p:cNvSpPr/>
          <p:nvPr/>
        </p:nvSpPr>
        <p:spPr>
          <a:xfrm>
            <a:off x="4855346" y="2978142"/>
            <a:ext cx="6765524" cy="263222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919487-FA55-4F36-B83F-96016D0CCCE4}"/>
              </a:ext>
            </a:extLst>
          </p:cNvPr>
          <p:cNvCxnSpPr/>
          <p:nvPr/>
        </p:nvCxnSpPr>
        <p:spPr>
          <a:xfrm flipV="1">
            <a:off x="1837678" y="4589755"/>
            <a:ext cx="2774247" cy="112746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384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CF2B-4542-412F-B951-4AA37E4E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Conversions: I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C191C0-5B53-4DC9-8440-F0B0B714DA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/>
                  <a:t> </a:t>
                </a:r>
                <a:r>
                  <a:rPr lang="en-AU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𝐾𝑚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C191C0-5B53-4DC9-8440-F0B0B714D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0D56C9B-0D7B-4A82-AC50-519736E5C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432" y="1617400"/>
            <a:ext cx="694372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11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CF2B-4542-412F-B951-4AA37E4E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Conversions: We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C191C0-5B53-4DC9-8440-F0B0B714DA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/>
                  <a:t> </a:t>
                </a:r>
                <a:r>
                  <a:rPr lang="en-AU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5000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𝐾𝑚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C191C0-5B53-4DC9-8440-F0B0B714D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0D56C9B-0D7B-4A82-AC50-519736E5C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432" y="1617400"/>
            <a:ext cx="694372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968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CF2B-4542-412F-B951-4AA37E4E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Conversions: you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C191C0-5B53-4DC9-8440-F0B0B714DA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/>
                  <a:t> </a:t>
                </a:r>
                <a:r>
                  <a:rPr lang="en-AU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3000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𝐾𝑚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C191C0-5B53-4DC9-8440-F0B0B714D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0D56C9B-0D7B-4A82-AC50-519736E5C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432" y="1617400"/>
            <a:ext cx="694372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09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E4CB-128E-4597-942B-CAAE0B25BE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Skills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15364-9612-4F1E-BDE3-23B51C0409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“why did the worker get fired from her job in the mattress factory?</a:t>
            </a:r>
          </a:p>
          <a:p>
            <a:pPr marL="0" indent="0" algn="ctr">
              <a:buNone/>
            </a:pPr>
            <a:r>
              <a:rPr lang="en-US" dirty="0"/>
              <a:t>“Who sailed with </a:t>
            </a:r>
            <a:r>
              <a:rPr lang="en-US"/>
              <a:t>the ghostship?”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420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194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Daily review </vt:lpstr>
      <vt:lpstr>Area</vt:lpstr>
      <vt:lpstr>Key ideas </vt:lpstr>
      <vt:lpstr>Conversions: I do </vt:lpstr>
      <vt:lpstr>Conversions: We do </vt:lpstr>
      <vt:lpstr>Conversions: you do </vt:lpstr>
      <vt:lpstr>Skills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5</cp:revision>
  <dcterms:created xsi:type="dcterms:W3CDTF">2021-11-01T00:04:58Z</dcterms:created>
  <dcterms:modified xsi:type="dcterms:W3CDTF">2022-11-23T00:05:18Z</dcterms:modified>
</cp:coreProperties>
</file>