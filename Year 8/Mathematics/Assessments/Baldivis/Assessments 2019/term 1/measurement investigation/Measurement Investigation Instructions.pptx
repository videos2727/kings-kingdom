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3/12/2019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C6CA-6706-4A7E-97F5-4BDFCAD6E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Year 8 </a:t>
            </a:r>
            <a:br>
              <a:rPr lang="en-AU" dirty="0"/>
            </a:br>
            <a:r>
              <a:rPr lang="en-AU" dirty="0"/>
              <a:t>Measurement Investigation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ABBA5-0B6B-4BFD-8269-EEFCA38D6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Resources required: </a:t>
            </a:r>
          </a:p>
          <a:p>
            <a:r>
              <a:rPr lang="en-AU" dirty="0"/>
              <a:t>Ruler, pencil, graph paper, calculator, Investigation Sheet</a:t>
            </a:r>
          </a:p>
        </p:txBody>
      </p:sp>
    </p:spTree>
    <p:extLst>
      <p:ext uri="{BB962C8B-B14F-4D97-AF65-F5344CB8AC3E}">
        <p14:creationId xmlns:p14="http://schemas.microsoft.com/office/powerpoint/2010/main" val="105044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937F-4685-4BDB-A2A8-B9241904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There are two parts to this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66D5D-A774-48E2-8DB8-63F7E8311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343846"/>
            <a:ext cx="4439545" cy="3222453"/>
          </a:xfrm>
          <a:ln w="38100">
            <a:solidFill>
              <a:srgbClr val="7030A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AU" b="1" dirty="0"/>
              <a:t>Part 1 – Today</a:t>
            </a:r>
          </a:p>
          <a:p>
            <a:r>
              <a:rPr lang="en-AU" dirty="0"/>
              <a:t>You will be designing a field</a:t>
            </a:r>
          </a:p>
          <a:p>
            <a:r>
              <a:rPr lang="en-AU" dirty="0"/>
              <a:t>Ask questions of each other or the teacher</a:t>
            </a:r>
          </a:p>
          <a:p>
            <a:r>
              <a:rPr lang="en-AU" dirty="0"/>
              <a:t>Use your notes!!!</a:t>
            </a:r>
          </a:p>
          <a:p>
            <a:r>
              <a:rPr lang="en-AU" dirty="0"/>
              <a:t>Anything not completed in class will need to be completed at home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987A8B-08BB-403F-843D-57C569121051}"/>
              </a:ext>
            </a:extLst>
          </p:cNvPr>
          <p:cNvSpPr txBox="1">
            <a:spLocks/>
          </p:cNvSpPr>
          <p:nvPr/>
        </p:nvSpPr>
        <p:spPr>
          <a:xfrm>
            <a:off x="6805774" y="2343846"/>
            <a:ext cx="4877240" cy="3222453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/>
              <a:t>Part 2 – Tomorrow</a:t>
            </a:r>
          </a:p>
          <a:p>
            <a:r>
              <a:rPr lang="en-AU" dirty="0"/>
              <a:t>Use what you did in Part 1 to help you with Part 2 </a:t>
            </a:r>
          </a:p>
          <a:p>
            <a:r>
              <a:rPr lang="en-AU" dirty="0"/>
              <a:t>Help is not available (besides to understand the question)</a:t>
            </a:r>
          </a:p>
          <a:p>
            <a:r>
              <a:rPr lang="en-AU" dirty="0"/>
              <a:t>Individual work </a:t>
            </a:r>
          </a:p>
          <a:p>
            <a:r>
              <a:rPr lang="en-AU" dirty="0"/>
              <a:t>You will be able to use your PERSONAL NOTEBOOK  </a:t>
            </a:r>
          </a:p>
        </p:txBody>
      </p:sp>
    </p:spTree>
    <p:extLst>
      <p:ext uri="{BB962C8B-B14F-4D97-AF65-F5344CB8AC3E}">
        <p14:creationId xmlns:p14="http://schemas.microsoft.com/office/powerpoint/2010/main" val="359082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BB7B992D-2EE5-431A-908A-7E7D956F2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DF769-6850-4154-BAE6-24FEF784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401600"/>
            <a:ext cx="2974981" cy="80726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r>
              <a:rPr lang="en-AU">
                <a:solidFill>
                  <a:srgbClr val="262626"/>
                </a:solidFill>
              </a:rPr>
              <a:t>AFL Field Design</a:t>
            </a:r>
          </a:p>
        </p:txBody>
      </p:sp>
      <p:pic>
        <p:nvPicPr>
          <p:cNvPr id="2067" name="Picture 19" descr="Image result for afl mcg">
            <a:extLst>
              <a:ext uri="{FF2B5EF4-FFF2-40B4-BE49-F238E27FC236}">
                <a16:creationId xmlns:a16="http://schemas.microsoft.com/office/drawing/2014/main" id="{AD4B5BCB-6B11-4C54-B5B3-41393CF2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48" y="4326194"/>
            <a:ext cx="5397910" cy="25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83CB5-9FAF-4DB0-A3BB-02F63E4E9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060" y="3373412"/>
            <a:ext cx="6876940" cy="348458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sz="2400" dirty="0">
                <a:solidFill>
                  <a:srgbClr val="FFFFFF"/>
                </a:solidFill>
              </a:rPr>
              <a:t>In this investigation you are tasked with designing a new Australian rules football playing field.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sz="2400" dirty="0">
                <a:solidFill>
                  <a:srgbClr val="FFFFFF"/>
                </a:solidFill>
              </a:rPr>
              <a:t>The umpires are getting frustrated with the current designs because there are no fixed dimensions meaning that no two fields are the same.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sz="2400" dirty="0">
                <a:solidFill>
                  <a:srgbClr val="FFFFFF"/>
                </a:solidFill>
              </a:rPr>
              <a:t>The fields are typically between 135 -185 metres long goal-to-goal and 110-155 metres wide wing-to-wing.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sz="2400" dirty="0">
                <a:solidFill>
                  <a:srgbClr val="FFFFFF"/>
                </a:solidFill>
              </a:rPr>
              <a:t>The grounds can vary from long and narrow to almost circular, and are not necessarily symmetrical, depending upon how and where the field was constructed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A6E4D6-495A-4980-9A42-4682EBDC7C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45" t="50000" r="52177" b="22151"/>
          <a:stretch/>
        </p:blipFill>
        <p:spPr>
          <a:xfrm>
            <a:off x="3647491" y="0"/>
            <a:ext cx="8544509" cy="337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7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A44F-A24D-40B7-90A2-37138CB7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2" y="9533"/>
            <a:ext cx="2871019" cy="799399"/>
          </a:xfrm>
        </p:spPr>
        <p:txBody>
          <a:bodyPr/>
          <a:lstStyle/>
          <a:p>
            <a:r>
              <a:rPr lang="en-AU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6C53-F4CE-48E2-B0A2-4F6F2284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48" y="9533"/>
            <a:ext cx="5044087" cy="7070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Design your new playing field on a separate piece of graph paper. </a:t>
            </a:r>
            <a:endParaRPr lang="en-AU" sz="1600" dirty="0"/>
          </a:p>
          <a:p>
            <a:r>
              <a:rPr lang="en-AU" dirty="0"/>
              <a:t>Your new design must include the following:</a:t>
            </a:r>
            <a:endParaRPr lang="en-AU" sz="1600" dirty="0"/>
          </a:p>
          <a:p>
            <a:pPr lvl="0"/>
            <a:r>
              <a:rPr lang="en-AU" dirty="0"/>
              <a:t>The boundary must be a rectangle with a total area of between 15,000-25,000 m</a:t>
            </a:r>
            <a:r>
              <a:rPr lang="en-AU" baseline="30000" dirty="0"/>
              <a:t>2</a:t>
            </a:r>
            <a:endParaRPr lang="en-AU" sz="1600" dirty="0"/>
          </a:p>
          <a:p>
            <a:pPr lvl="0"/>
            <a:r>
              <a:rPr lang="en-AU" dirty="0"/>
              <a:t>At least three</a:t>
            </a:r>
            <a:r>
              <a:rPr lang="en-AU" b="1" dirty="0"/>
              <a:t> </a:t>
            </a:r>
            <a:r>
              <a:rPr lang="en-AU" dirty="0"/>
              <a:t>of the following shapes:</a:t>
            </a:r>
            <a:endParaRPr lang="en-AU" sz="1600" dirty="0"/>
          </a:p>
          <a:p>
            <a:pPr lvl="2"/>
            <a:r>
              <a:rPr lang="en-AU" dirty="0"/>
              <a:t>Triangle</a:t>
            </a:r>
            <a:endParaRPr lang="en-AU" sz="1400" dirty="0"/>
          </a:p>
          <a:p>
            <a:pPr lvl="2"/>
            <a:r>
              <a:rPr lang="en-AU" dirty="0"/>
              <a:t>Parallelogram</a:t>
            </a:r>
            <a:endParaRPr lang="en-AU" sz="1400" dirty="0"/>
          </a:p>
          <a:p>
            <a:pPr lvl="2"/>
            <a:r>
              <a:rPr lang="en-AU" dirty="0"/>
              <a:t>Trapezium</a:t>
            </a:r>
            <a:endParaRPr lang="en-AU" sz="1400" dirty="0"/>
          </a:p>
          <a:p>
            <a:pPr lvl="2"/>
            <a:r>
              <a:rPr lang="en-AU" dirty="0"/>
              <a:t>Kite</a:t>
            </a:r>
            <a:endParaRPr lang="en-AU" sz="1400" dirty="0"/>
          </a:p>
          <a:p>
            <a:pPr lvl="0"/>
            <a:r>
              <a:rPr lang="en-AU" dirty="0"/>
              <a:t>No curved lines or circles</a:t>
            </a:r>
            <a:endParaRPr lang="en-AU" sz="1600" dirty="0"/>
          </a:p>
          <a:p>
            <a:pPr lvl="0"/>
            <a:r>
              <a:rPr lang="en-AU" dirty="0"/>
              <a:t>‘Inner’ Centre area for the bounce down with an area between 100-300 m</a:t>
            </a:r>
            <a:r>
              <a:rPr lang="en-AU" baseline="30000" dirty="0"/>
              <a:t>2</a:t>
            </a:r>
            <a:endParaRPr lang="en-AU" sz="1600" dirty="0"/>
          </a:p>
          <a:p>
            <a:pPr lvl="0"/>
            <a:r>
              <a:rPr lang="en-AU" dirty="0"/>
              <a:t>‘Outer’ Centre area where the midfielders stand with an area between 1,000 and 3,000 m</a:t>
            </a:r>
            <a:r>
              <a:rPr lang="en-AU" baseline="30000" dirty="0"/>
              <a:t>2</a:t>
            </a:r>
            <a:endParaRPr lang="en-AU" sz="1600" dirty="0"/>
          </a:p>
          <a:p>
            <a:pPr lvl="0"/>
            <a:r>
              <a:rPr lang="en-AU" dirty="0"/>
              <a:t>A set of goal posts and 50 m line at each end of the field</a:t>
            </a:r>
            <a:endParaRPr lang="en-AU" sz="1600" dirty="0"/>
          </a:p>
          <a:p>
            <a:pPr lvl="0"/>
            <a:r>
              <a:rPr lang="en-AU" dirty="0"/>
              <a:t>With a goal area directly in front with an area between 200 and 400 m</a:t>
            </a:r>
            <a:r>
              <a:rPr lang="en-AU" baseline="30000" dirty="0"/>
              <a:t>2</a:t>
            </a:r>
            <a:endParaRPr lang="en-AU" sz="1600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299D4-57D8-4E34-81BE-6C062AC517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5" t="50000" r="52177" b="22151"/>
          <a:stretch/>
        </p:blipFill>
        <p:spPr>
          <a:xfrm>
            <a:off x="5161936" y="808932"/>
            <a:ext cx="7177548" cy="29421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FB38FC-99F3-4EEE-AC85-D3058175956C}"/>
              </a:ext>
            </a:extLst>
          </p:cNvPr>
          <p:cNvSpPr/>
          <p:nvPr/>
        </p:nvSpPr>
        <p:spPr>
          <a:xfrm>
            <a:off x="6557829" y="3751094"/>
            <a:ext cx="5634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Make sure all of the dimensions are labelled clearly</a:t>
            </a:r>
            <a:endParaRPr lang="en-AU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2ED4C-FCE5-44D5-B873-6F907290FA07}"/>
              </a:ext>
            </a:extLst>
          </p:cNvPr>
          <p:cNvSpPr txBox="1"/>
          <p:nvPr/>
        </p:nvSpPr>
        <p:spPr>
          <a:xfrm>
            <a:off x="8895426" y="5477522"/>
            <a:ext cx="2973542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You may need to make a draft and then a final copy of your design </a:t>
            </a:r>
          </a:p>
        </p:txBody>
      </p:sp>
    </p:spTree>
    <p:extLst>
      <p:ext uri="{BB962C8B-B14F-4D97-AF65-F5344CB8AC3E}">
        <p14:creationId xmlns:p14="http://schemas.microsoft.com/office/powerpoint/2010/main" val="163634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3FB5-5B95-4312-9E0E-99695EDD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2436"/>
            <a:ext cx="7729728" cy="1188720"/>
          </a:xfrm>
        </p:spPr>
        <p:txBody>
          <a:bodyPr/>
          <a:lstStyle/>
          <a:p>
            <a:r>
              <a:rPr lang="en-AU" dirty="0"/>
              <a:t>FOCUS on: CLEAR WORKING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7060-9805-4B12-BA01-A0F74964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28335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The clearer you are with your working out the less mistakes you will make.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D41489-1F9E-40F0-BF73-A9DA3D626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2" t="14767" r="11505" b="11971"/>
          <a:stretch/>
        </p:blipFill>
        <p:spPr bwMode="auto">
          <a:xfrm>
            <a:off x="2231136" y="1956619"/>
            <a:ext cx="7305368" cy="502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97F983-D421-42C2-BFF9-642BC932A54C}"/>
              </a:ext>
            </a:extLst>
          </p:cNvPr>
          <p:cNvSpPr txBox="1"/>
          <p:nvPr/>
        </p:nvSpPr>
        <p:spPr>
          <a:xfrm>
            <a:off x="9871587" y="2713703"/>
            <a:ext cx="22319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units</a:t>
            </a:r>
          </a:p>
          <a:p>
            <a:endParaRPr lang="en-AU" dirty="0"/>
          </a:p>
          <a:p>
            <a:r>
              <a:rPr lang="en-AU" dirty="0"/>
              <a:t>Write numbers clearly</a:t>
            </a:r>
          </a:p>
          <a:p>
            <a:endParaRPr lang="en-AU" dirty="0"/>
          </a:p>
          <a:p>
            <a:r>
              <a:rPr lang="en-AU" dirty="0"/>
              <a:t>Indicate answers (underline, circle, or highlight) </a:t>
            </a:r>
          </a:p>
          <a:p>
            <a:endParaRPr lang="en-AU" dirty="0"/>
          </a:p>
          <a:p>
            <a:r>
              <a:rPr lang="en-AU" dirty="0"/>
              <a:t>Label what you are doing</a:t>
            </a:r>
          </a:p>
        </p:txBody>
      </p:sp>
    </p:spTree>
    <p:extLst>
      <p:ext uri="{BB962C8B-B14F-4D97-AF65-F5344CB8AC3E}">
        <p14:creationId xmlns:p14="http://schemas.microsoft.com/office/powerpoint/2010/main" val="87951567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363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Year 8  Measurement Investigation</vt:lpstr>
      <vt:lpstr>There are two parts to this investigation</vt:lpstr>
      <vt:lpstr>AFL Field Design</vt:lpstr>
      <vt:lpstr>Design</vt:lpstr>
      <vt:lpstr>FOCUS on: CLEAR WORKING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8  Measurement Investigation</dc:title>
  <dc:creator>Alexandria Latham</dc:creator>
  <cp:lastModifiedBy>Alexandria Latham</cp:lastModifiedBy>
  <cp:revision>3</cp:revision>
  <dcterms:created xsi:type="dcterms:W3CDTF">2019-03-11T23:28:21Z</dcterms:created>
  <dcterms:modified xsi:type="dcterms:W3CDTF">2019-03-12T00:01:41Z</dcterms:modified>
</cp:coreProperties>
</file>