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</p:sldMasterIdLst>
  <p:notesMasterIdLst>
    <p:notesMasterId r:id="rId10"/>
  </p:notesMasterIdLst>
  <p:handoutMasterIdLst>
    <p:handoutMasterId r:id="rId11"/>
  </p:handoutMasterIdLst>
  <p:sldIdLst>
    <p:sldId id="258" r:id="rId2"/>
    <p:sldId id="279" r:id="rId3"/>
    <p:sldId id="275" r:id="rId4"/>
    <p:sldId id="277" r:id="rId5"/>
    <p:sldId id="276" r:id="rId6"/>
    <p:sldId id="260" r:id="rId7"/>
    <p:sldId id="272" r:id="rId8"/>
    <p:sldId id="27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UST Joanne [Baldivis Secondary College]" initials="RJ[SC" lastIdx="1" clrIdx="0">
    <p:extLst>
      <p:ext uri="{19B8F6BF-5375-455C-9EA6-DF929625EA0E}">
        <p15:presenceInfo xmlns:p15="http://schemas.microsoft.com/office/powerpoint/2012/main" userId="S-1-5-21-194833253-278120061-246367864-12210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66FF33"/>
    <a:srgbClr val="3333FF"/>
    <a:srgbClr val="FF0066"/>
    <a:srgbClr val="FCFCFC"/>
    <a:srgbClr val="1F7B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963" autoAdjust="0"/>
  </p:normalViewPr>
  <p:slideViewPr>
    <p:cSldViewPr snapToGrid="0">
      <p:cViewPr varScale="1">
        <p:scale>
          <a:sx n="83" d="100"/>
          <a:sy n="83" d="100"/>
        </p:scale>
        <p:origin x="6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10/23/2019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10/23/2019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Students</a:t>
            </a:r>
            <a:r>
              <a:rPr lang="en-AU" baseline="0" dirty="0" smtClean="0"/>
              <a:t> to work in groups </a:t>
            </a:r>
          </a:p>
          <a:p>
            <a:r>
              <a:rPr lang="en-AU" baseline="0" dirty="0" smtClean="0"/>
              <a:t>Resources: Butchers paper/ pens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65054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Students</a:t>
            </a:r>
            <a:r>
              <a:rPr lang="en-AU" baseline="0" dirty="0" smtClean="0"/>
              <a:t> to work in groups </a:t>
            </a:r>
          </a:p>
          <a:p>
            <a:r>
              <a:rPr lang="en-AU" baseline="0" dirty="0" smtClean="0"/>
              <a:t>Resources: Butchers paper/ pens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05816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9099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10/23/2019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813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10/23/2019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0284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10/23/2019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772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10/23/2019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2614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10/23/2019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689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10/23/2019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1981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10/23/2019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6038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10/23/2019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1258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10/23/2019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8030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10/23/2019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8615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10/23/2019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3193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10/23/2019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345344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10/23/2019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2892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10/23/2019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773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10/23/2019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8500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10/23/2019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9444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2CCFE9AC-F15C-4FA0-A6F1-298829FA691D}" type="datetimeFigureOut">
              <a:rPr lang="en-US" smtClean="0"/>
              <a:t>10/23/2019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0987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10/23/2019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4124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  <p:sldLayoutId id="2147483834" r:id="rId12"/>
    <p:sldLayoutId id="2147483835" r:id="rId13"/>
    <p:sldLayoutId id="2147483836" r:id="rId14"/>
    <p:sldLayoutId id="2147483837" r:id="rId15"/>
    <p:sldLayoutId id="2147483838" r:id="rId16"/>
    <p:sldLayoutId id="214748383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sz="4400" dirty="0" smtClean="0"/>
              <a:t>Linear Investigation</a:t>
            </a: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211" y="4394039"/>
            <a:ext cx="11930743" cy="1117687"/>
          </a:xfrm>
        </p:spPr>
        <p:txBody>
          <a:bodyPr/>
          <a:lstStyle/>
          <a:p>
            <a:pPr algn="l"/>
            <a:r>
              <a:rPr lang="en-US" dirty="0" smtClean="0"/>
              <a:t>EQ – Describe the steps for an investigation task.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061" y="1050408"/>
            <a:ext cx="9613861" cy="1080938"/>
          </a:xfrm>
        </p:spPr>
        <p:txBody>
          <a:bodyPr>
            <a:noAutofit/>
          </a:bodyPr>
          <a:lstStyle/>
          <a:p>
            <a:r>
              <a:rPr lang="en-AU" sz="2800" dirty="0" smtClean="0"/>
              <a:t>Linear Investigation</a:t>
            </a:r>
            <a:br>
              <a:rPr lang="en-AU" sz="2800" dirty="0" smtClean="0"/>
            </a:br>
            <a:r>
              <a:rPr lang="en-US" sz="2800" dirty="0"/>
              <a:t>EQ –  Describe the steps for an investigation task</a:t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AU" sz="2800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Investigate the following pattern 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7710" t="28496" r="30782" b="39504"/>
          <a:stretch/>
        </p:blipFill>
        <p:spPr>
          <a:xfrm>
            <a:off x="124061" y="3199278"/>
            <a:ext cx="6583680" cy="2607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321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061" y="1050408"/>
            <a:ext cx="9613861" cy="1080938"/>
          </a:xfrm>
        </p:spPr>
        <p:txBody>
          <a:bodyPr>
            <a:noAutofit/>
          </a:bodyPr>
          <a:lstStyle/>
          <a:p>
            <a:r>
              <a:rPr lang="en-AU" sz="2800" dirty="0" smtClean="0"/>
              <a:t>Linear Investigation</a:t>
            </a:r>
            <a:br>
              <a:rPr lang="en-AU" sz="2800" dirty="0" smtClean="0"/>
            </a:br>
            <a:r>
              <a:rPr lang="en-US" sz="2800" dirty="0"/>
              <a:t>EQ –  Describe the steps for an investigation task</a:t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AU" sz="2800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Investigate the following pattern 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7710" t="28496" r="30782" b="39504"/>
          <a:stretch/>
        </p:blipFill>
        <p:spPr>
          <a:xfrm>
            <a:off x="124061" y="3199278"/>
            <a:ext cx="6583680" cy="2607162"/>
          </a:xfrm>
          <a:prstGeom prst="rect">
            <a:avLst/>
          </a:prstGeom>
        </p:spPr>
      </p:pic>
      <p:sp>
        <p:nvSpPr>
          <p:cNvPr id="9" name="Content Placeholder 8"/>
          <p:cNvSpPr txBox="1">
            <a:spLocks/>
          </p:cNvSpPr>
          <p:nvPr/>
        </p:nvSpPr>
        <p:spPr>
          <a:xfrm>
            <a:off x="7331483" y="2199713"/>
            <a:ext cx="4700058" cy="35993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mtClean="0"/>
              <a:t>Hints</a:t>
            </a:r>
          </a:p>
          <a:p>
            <a:pPr lvl="1"/>
            <a:r>
              <a:rPr lang="en-AU" smtClean="0"/>
              <a:t>How many squares does each shape have?</a:t>
            </a:r>
          </a:p>
          <a:p>
            <a:pPr lvl="1"/>
            <a:r>
              <a:rPr lang="en-AU" smtClean="0"/>
              <a:t>What comes next?</a:t>
            </a:r>
          </a:p>
          <a:p>
            <a:pPr lvl="1"/>
            <a:r>
              <a:rPr lang="en-AU" smtClean="0"/>
              <a:t>What is the pattern?</a:t>
            </a:r>
          </a:p>
          <a:p>
            <a:pPr lvl="1"/>
            <a:r>
              <a:rPr lang="en-AU" smtClean="0"/>
              <a:t>Table of values</a:t>
            </a:r>
          </a:p>
          <a:p>
            <a:pPr lvl="1"/>
            <a:r>
              <a:rPr lang="en-AU" smtClean="0"/>
              <a:t>Can you find a rule?</a:t>
            </a:r>
          </a:p>
          <a:p>
            <a:pPr lvl="1"/>
            <a:r>
              <a:rPr lang="en-AU" smtClean="0"/>
              <a:t>Can you tell me how many squares in any of the shapes?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AU" smtClean="0"/>
          </a:p>
          <a:p>
            <a:pPr lvl="1"/>
            <a:endParaRPr lang="en-AU" smtClean="0"/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39448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061" y="1050408"/>
            <a:ext cx="9613861" cy="1080938"/>
          </a:xfrm>
        </p:spPr>
        <p:txBody>
          <a:bodyPr>
            <a:noAutofit/>
          </a:bodyPr>
          <a:lstStyle/>
          <a:p>
            <a:r>
              <a:rPr lang="en-AU" sz="2800" dirty="0" smtClean="0"/>
              <a:t>Linear Investigation</a:t>
            </a:r>
            <a:br>
              <a:rPr lang="en-AU" sz="2800" dirty="0" smtClean="0"/>
            </a:br>
            <a:r>
              <a:rPr lang="en-US" sz="2800" dirty="0"/>
              <a:t>EQ –  Describe the steps for an investigation task</a:t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AU" sz="2800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Investigate the following pattern - Solution</a:t>
            </a:r>
            <a:endParaRPr lang="en-AU" dirty="0"/>
          </a:p>
        </p:txBody>
      </p:sp>
      <p:sp>
        <p:nvSpPr>
          <p:cNvPr id="5" name="Content Placeholder 8"/>
          <p:cNvSpPr txBox="1">
            <a:spLocks/>
          </p:cNvSpPr>
          <p:nvPr/>
        </p:nvSpPr>
        <p:spPr>
          <a:xfrm>
            <a:off x="7241141" y="1991719"/>
            <a:ext cx="4700058" cy="35993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 smtClean="0"/>
              <a:t>Process</a:t>
            </a:r>
          </a:p>
          <a:p>
            <a:pPr lvl="1"/>
            <a:r>
              <a:rPr lang="en-AU" dirty="0" smtClean="0"/>
              <a:t>Describe in words the pattern. What comes next? Draw and identify the number of squares/area/perimeter/points matchsticks/lines. (There is more than one pattern) </a:t>
            </a:r>
          </a:p>
          <a:p>
            <a:pPr lvl="1"/>
            <a:r>
              <a:rPr lang="en-AU" dirty="0" smtClean="0"/>
              <a:t>Predict and check</a:t>
            </a:r>
          </a:p>
          <a:p>
            <a:pPr lvl="1"/>
            <a:r>
              <a:rPr lang="en-AU" dirty="0" smtClean="0"/>
              <a:t>Create a table of values</a:t>
            </a:r>
          </a:p>
          <a:p>
            <a:pPr lvl="1"/>
            <a:r>
              <a:rPr lang="en-AU" dirty="0" smtClean="0"/>
              <a:t>Describe the pattern in the table</a:t>
            </a:r>
          </a:p>
          <a:p>
            <a:pPr lvl="1"/>
            <a:r>
              <a:rPr lang="en-AU" dirty="0" smtClean="0"/>
              <a:t>Describe the rule using words and symbols. </a:t>
            </a:r>
          </a:p>
          <a:p>
            <a:pPr lvl="1"/>
            <a:r>
              <a:rPr lang="en-AU" dirty="0" smtClean="0"/>
              <a:t>Check your rule works</a:t>
            </a:r>
          </a:p>
          <a:p>
            <a:pPr lvl="1"/>
            <a:r>
              <a:rPr lang="en-AU" dirty="0" smtClean="0"/>
              <a:t>How could you use your rule? Example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AU" dirty="0" smtClean="0"/>
          </a:p>
          <a:p>
            <a:pPr lvl="1"/>
            <a:endParaRPr lang="en-AU" dirty="0" smtClean="0"/>
          </a:p>
          <a:p>
            <a:pPr lvl="1"/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7710" t="28496" r="30782" b="39504"/>
          <a:stretch/>
        </p:blipFill>
        <p:spPr>
          <a:xfrm>
            <a:off x="124061" y="3199278"/>
            <a:ext cx="6583680" cy="2607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800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sz="4400" dirty="0" smtClean="0"/>
              <a:t>Linear Investigation 2</a:t>
            </a: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211" y="4394039"/>
            <a:ext cx="11930743" cy="1117687"/>
          </a:xfrm>
        </p:spPr>
        <p:txBody>
          <a:bodyPr/>
          <a:lstStyle/>
          <a:p>
            <a:pPr algn="l"/>
            <a:r>
              <a:rPr lang="en-US" dirty="0" smtClean="0"/>
              <a:t>EQ – Describe the steps for an investigation task.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085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Objectives 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be identify patterns.</a:t>
            </a:r>
          </a:p>
          <a:p>
            <a:r>
              <a:rPr lang="en-US" dirty="0" smtClean="0"/>
              <a:t>To understand the investigative process</a:t>
            </a:r>
          </a:p>
          <a:p>
            <a:r>
              <a:rPr lang="en-US" dirty="0" smtClean="0"/>
              <a:t>To be able to explain reasoning and justify results 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35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AU" sz="2800" dirty="0" smtClean="0"/>
              <a:t>Linear Investigation 2</a:t>
            </a:r>
            <a:br>
              <a:rPr lang="en-AU" sz="2800" dirty="0" smtClean="0"/>
            </a:br>
            <a:r>
              <a:rPr lang="en-US" sz="2800" dirty="0"/>
              <a:t>EQ –  Describe the steps for an investigation task</a:t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AU" sz="2800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6840620" cy="3599316"/>
          </a:xfrm>
        </p:spPr>
        <p:txBody>
          <a:bodyPr/>
          <a:lstStyle/>
          <a:p>
            <a:r>
              <a:rPr lang="en-AU" dirty="0" smtClean="0"/>
              <a:t>Investigate the following pattern</a:t>
            </a:r>
            <a:endParaRPr lang="en-AU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/>
          <a:srcRect l="25454" t="61430" r="15171" b="20661"/>
          <a:stretch/>
        </p:blipFill>
        <p:spPr>
          <a:xfrm>
            <a:off x="351563" y="3193698"/>
            <a:ext cx="6979920" cy="1629761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4011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AU" sz="2800" dirty="0" smtClean="0"/>
              <a:t>Linear Investigation 2</a:t>
            </a:r>
            <a:br>
              <a:rPr lang="en-AU" sz="2800" dirty="0" smtClean="0"/>
            </a:br>
            <a:r>
              <a:rPr lang="en-US" sz="2800" dirty="0"/>
              <a:t>EQ –  Describe the steps for an investigation task</a:t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AU" sz="2800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6840620" cy="3599316"/>
          </a:xfrm>
        </p:spPr>
        <p:txBody>
          <a:bodyPr/>
          <a:lstStyle/>
          <a:p>
            <a:r>
              <a:rPr lang="en-AU" dirty="0" smtClean="0"/>
              <a:t>Investigate the following pattern</a:t>
            </a:r>
            <a:endParaRPr lang="en-AU" dirty="0"/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>
          <a:xfrm>
            <a:off x="7331483" y="2199713"/>
            <a:ext cx="4700058" cy="3599316"/>
          </a:xfrm>
        </p:spPr>
        <p:txBody>
          <a:bodyPr/>
          <a:lstStyle/>
          <a:p>
            <a:r>
              <a:rPr lang="en-AU" dirty="0" smtClean="0"/>
              <a:t>Hints</a:t>
            </a:r>
          </a:p>
          <a:p>
            <a:pPr lvl="1"/>
            <a:r>
              <a:rPr lang="en-AU" dirty="0" smtClean="0"/>
              <a:t>How many </a:t>
            </a:r>
            <a:r>
              <a:rPr lang="en-AU" dirty="0" smtClean="0"/>
              <a:t>triangles </a:t>
            </a:r>
            <a:r>
              <a:rPr lang="en-AU" dirty="0" smtClean="0"/>
              <a:t>does each shape have?</a:t>
            </a:r>
          </a:p>
          <a:p>
            <a:pPr lvl="1"/>
            <a:r>
              <a:rPr lang="en-AU" dirty="0" smtClean="0"/>
              <a:t>What comes next?</a:t>
            </a:r>
          </a:p>
          <a:p>
            <a:pPr lvl="1"/>
            <a:r>
              <a:rPr lang="en-AU" dirty="0" smtClean="0"/>
              <a:t>What is the pattern?</a:t>
            </a:r>
          </a:p>
          <a:p>
            <a:pPr lvl="1"/>
            <a:r>
              <a:rPr lang="en-AU" dirty="0" smtClean="0"/>
              <a:t>Table of values</a:t>
            </a:r>
          </a:p>
          <a:p>
            <a:pPr lvl="1"/>
            <a:r>
              <a:rPr lang="en-AU" dirty="0" smtClean="0"/>
              <a:t>Can you find a rule?</a:t>
            </a:r>
          </a:p>
          <a:p>
            <a:pPr lvl="1"/>
            <a:r>
              <a:rPr lang="en-AU" dirty="0" smtClean="0"/>
              <a:t>Can you tell me how </a:t>
            </a:r>
            <a:r>
              <a:rPr lang="en-AU" smtClean="0"/>
              <a:t>many </a:t>
            </a:r>
            <a:r>
              <a:rPr lang="en-AU" smtClean="0"/>
              <a:t>triangle</a:t>
            </a:r>
            <a:r>
              <a:rPr lang="en-AU" smtClean="0"/>
              <a:t> </a:t>
            </a:r>
            <a:r>
              <a:rPr lang="en-AU" dirty="0" smtClean="0"/>
              <a:t>in any of the shapes?</a:t>
            </a:r>
          </a:p>
          <a:p>
            <a:pPr marL="457200" lvl="1" indent="0">
              <a:buNone/>
            </a:pPr>
            <a:endParaRPr lang="en-AU" dirty="0" smtClean="0"/>
          </a:p>
          <a:p>
            <a:pPr lvl="1"/>
            <a:endParaRPr lang="en-AU" dirty="0" smtClean="0"/>
          </a:p>
          <a:p>
            <a:pPr lvl="1"/>
            <a:endParaRPr lang="en-AU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/>
          <a:srcRect l="25454" t="61430" r="15171" b="20661"/>
          <a:stretch/>
        </p:blipFill>
        <p:spPr>
          <a:xfrm>
            <a:off x="351563" y="3193698"/>
            <a:ext cx="6979920" cy="1629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310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erlin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2206</TotalTime>
  <Words>249</Words>
  <Application>Microsoft Office PowerPoint</Application>
  <PresentationFormat>Widescreen</PresentationFormat>
  <Paragraphs>51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Trebuchet MS</vt:lpstr>
      <vt:lpstr>Berlin</vt:lpstr>
      <vt:lpstr> Linear Investigation</vt:lpstr>
      <vt:lpstr>Linear Investigation EQ –  Describe the steps for an investigation task   </vt:lpstr>
      <vt:lpstr>Linear Investigation EQ –  Describe the steps for an investigation task   </vt:lpstr>
      <vt:lpstr>Linear Investigation EQ –  Describe the steps for an investigation task   </vt:lpstr>
      <vt:lpstr> Linear Investigation 2</vt:lpstr>
      <vt:lpstr>Learning Objectives </vt:lpstr>
      <vt:lpstr>Linear Investigation 2 EQ –  Describe the steps for an investigation task   </vt:lpstr>
      <vt:lpstr>Linear Investigation 2 EQ –  Describe the steps for an investigation task   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Revision of Area</dc:title>
  <dc:creator>RUST Joanne [Baldivis Secondary College]</dc:creator>
  <cp:lastModifiedBy>RUST Joanne [Baldivis Secondary College]</cp:lastModifiedBy>
  <cp:revision>70</cp:revision>
  <dcterms:created xsi:type="dcterms:W3CDTF">2019-03-18T23:45:29Z</dcterms:created>
  <dcterms:modified xsi:type="dcterms:W3CDTF">2019-10-23T12:37:08Z</dcterms:modified>
</cp:coreProperties>
</file>