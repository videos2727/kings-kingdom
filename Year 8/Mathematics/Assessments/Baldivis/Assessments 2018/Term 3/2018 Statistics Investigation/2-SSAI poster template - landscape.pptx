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1pPr>
    <a:lvl2pPr marL="1115385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2pPr>
    <a:lvl3pPr marL="2230770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3pPr>
    <a:lvl4pPr marL="3346155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4pPr>
    <a:lvl5pPr marL="4461540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5pPr>
    <a:lvl6pPr marL="5576926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6pPr>
    <a:lvl7pPr marL="6692311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7pPr>
    <a:lvl8pPr marL="7807696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8pPr>
    <a:lvl9pPr marL="8923081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4" autoAdjust="0"/>
    <p:restoredTop sz="94799" autoAdjust="0"/>
  </p:normalViewPr>
  <p:slideViewPr>
    <p:cSldViewPr snapToGrid="0">
      <p:cViewPr>
        <p:scale>
          <a:sx n="60" d="100"/>
          <a:sy n="60" d="100"/>
        </p:scale>
        <p:origin x="14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591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49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981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25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92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879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25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997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06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388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34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21EA0-B50A-481C-A1FE-1FB2EEE905D9}" type="datetimeFigureOut">
              <a:rPr lang="en-AU" smtClean="0"/>
              <a:t>18/8/17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10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079" y="372835"/>
            <a:ext cx="29300556" cy="130113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AU" sz="9600" dirty="0"/>
              <a:t> Title  - </a:t>
            </a:r>
            <a:r>
              <a:rPr lang="en-AU" sz="6000" dirty="0" smtClean="0"/>
              <a:t>.</a:t>
            </a:r>
            <a:endParaRPr lang="en-AU" sz="9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078" y="2109261"/>
            <a:ext cx="29300556" cy="107126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AU" sz="3200" b="1" dirty="0"/>
              <a:t>Aim / Hypothesis </a:t>
            </a:r>
            <a:r>
              <a:rPr lang="en-AU" sz="3200" dirty="0"/>
              <a:t>– What are you hoping to </a:t>
            </a:r>
            <a:r>
              <a:rPr lang="en-AU" sz="3200" dirty="0" smtClean="0"/>
              <a:t>prove? What is your BIG Question?</a:t>
            </a:r>
            <a:endParaRPr lang="en-AU" sz="3200" dirty="0"/>
          </a:p>
          <a:p>
            <a:endParaRPr lang="en-AU" sz="32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77079" y="6116710"/>
            <a:ext cx="29300556" cy="21924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b="1" dirty="0"/>
              <a:t>Method of Data Collection  </a:t>
            </a:r>
            <a:r>
              <a:rPr lang="en-AU" sz="3200" dirty="0"/>
              <a:t>– How will you collect your </a:t>
            </a:r>
            <a:r>
              <a:rPr lang="en-AU" sz="3200" dirty="0" smtClean="0"/>
              <a:t>data? </a:t>
            </a:r>
            <a:endParaRPr lang="en-AU" sz="3200" dirty="0"/>
          </a:p>
          <a:p>
            <a:endParaRPr lang="en-AU" sz="32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7079" y="8537098"/>
            <a:ext cx="9544443" cy="49258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/>
              <a:t>Summary</a:t>
            </a:r>
            <a:r>
              <a:rPr lang="en-AU" sz="3200" dirty="0"/>
              <a:t> Table of data collected 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0469437" y="8537098"/>
            <a:ext cx="9401205" cy="49258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/>
              <a:t>Results Chart 1 </a:t>
            </a:r>
            <a:r>
              <a:rPr lang="en-AU" sz="3200" dirty="0"/>
              <a:t>– Histogram, Dot plot, Box and whisker, Bar Graph, Pie Graph. 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77078" y="3538341"/>
            <a:ext cx="29300556" cy="23456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b="1" dirty="0"/>
              <a:t>Introduction / Background</a:t>
            </a:r>
            <a:r>
              <a:rPr lang="en-AU" sz="3200" dirty="0"/>
              <a:t>– What is the topic of the </a:t>
            </a:r>
            <a:r>
              <a:rPr lang="en-AU" sz="3200" dirty="0" smtClean="0"/>
              <a:t>study?</a:t>
            </a:r>
            <a:endParaRPr lang="en-AU" sz="3200" dirty="0"/>
          </a:p>
          <a:p>
            <a:endParaRPr lang="en-AU" sz="3200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318557" y="8537098"/>
            <a:ext cx="9459078" cy="49557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/>
              <a:t>Results Chart 2  </a:t>
            </a:r>
            <a:r>
              <a:rPr lang="en-AU" sz="3200" dirty="0"/>
              <a:t>- Histogram, Dot plot, Box and whisker, Bar Graph, Pie Graph. </a:t>
            </a:r>
          </a:p>
          <a:p>
            <a:endParaRPr lang="en-AU" sz="3200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477078" y="16613272"/>
            <a:ext cx="29300556" cy="31059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b="1" dirty="0"/>
              <a:t>Conclusion</a:t>
            </a:r>
            <a:r>
              <a:rPr lang="en-AU" sz="3200" dirty="0"/>
              <a:t> – Were you able to prove your hypothesis to be correct? Why or Why not?   What could you have done better 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498344" y="13720841"/>
            <a:ext cx="29300556" cy="27044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b="1" dirty="0"/>
              <a:t>Analysis </a:t>
            </a:r>
            <a:r>
              <a:rPr lang="en-AU" sz="3200" dirty="0"/>
              <a:t>– What does your </a:t>
            </a:r>
            <a:r>
              <a:rPr lang="en-AU" sz="3200"/>
              <a:t>data </a:t>
            </a:r>
            <a:r>
              <a:rPr lang="en-AU" sz="3200" smtClean="0"/>
              <a:t>show?</a:t>
            </a:r>
            <a:endParaRPr lang="en-AU" sz="3200" dirty="0"/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77078" y="19904765"/>
            <a:ext cx="29300556" cy="10790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2800" b="1" dirty="0"/>
              <a:t>Sources</a:t>
            </a:r>
            <a:r>
              <a:rPr lang="en-AU" sz="2800" dirty="0"/>
              <a:t> – reference any data sources or any additional information you used </a:t>
            </a:r>
          </a:p>
        </p:txBody>
      </p:sp>
    </p:spTree>
    <p:extLst>
      <p:ext uri="{BB962C8B-B14F-4D97-AF65-F5344CB8AC3E}">
        <p14:creationId xmlns:p14="http://schemas.microsoft.com/office/powerpoint/2010/main" val="2858229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132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Title  - .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E4007446</dc:creator>
  <cp:lastModifiedBy>Kath Farmer</cp:lastModifiedBy>
  <cp:revision>8</cp:revision>
  <cp:lastPrinted>2016-08-23T07:37:38Z</cp:lastPrinted>
  <dcterms:created xsi:type="dcterms:W3CDTF">2016-08-07T06:31:53Z</dcterms:created>
  <dcterms:modified xsi:type="dcterms:W3CDTF">2017-08-18T03:46:12Z</dcterms:modified>
</cp:coreProperties>
</file>