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9" r:id="rId5"/>
    <p:sldId id="310" r:id="rId6"/>
    <p:sldId id="311" r:id="rId7"/>
    <p:sldId id="312" r:id="rId8"/>
    <p:sldId id="313" r:id="rId9"/>
    <p:sldId id="314" r:id="rId10"/>
    <p:sldId id="308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803" autoAdjust="0"/>
  </p:normalViewPr>
  <p:slideViewPr>
    <p:cSldViewPr>
      <p:cViewPr varScale="1">
        <p:scale>
          <a:sx n="154" d="100"/>
          <a:sy n="154" d="100"/>
        </p:scale>
        <p:origin x="2002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: </a:t>
            </a:r>
          </a:p>
          <a:p>
            <a:pPr algn="l"/>
            <a:r>
              <a:rPr lang="en-AU" dirty="0" smtClean="0"/>
              <a:t>Class : </a:t>
            </a:r>
          </a:p>
          <a:p>
            <a:pPr algn="l"/>
            <a:r>
              <a:rPr lang="en-AU" dirty="0" smtClean="0"/>
              <a:t>Term 2 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use symbols to simplify problems with unknown values?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use symbols to simplify problems with unknown values?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766606"/>
                  </p:ext>
                </p:extLst>
              </p:nvPr>
            </p:nvGraphicFramePr>
            <p:xfrm>
              <a:off x="3048000" y="2060848"/>
              <a:ext cx="5700464" cy="22322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3766606"/>
                  </p:ext>
                </p:extLst>
              </p:nvPr>
            </p:nvGraphicFramePr>
            <p:xfrm>
              <a:off x="3048000" y="2060848"/>
              <a:ext cx="5700464" cy="22322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408197" r="-100000" b="-1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08197" r="-1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07504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use symbols to simplify problems with unknown values?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534168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534168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8197" r="-214" b="-5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108197" r="-214" b="-4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08197" r="-214" b="-3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308197" r="-214" b="-288525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49000" r="-100000" b="-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49000" r="-214" b="-76000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72131" r="-1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572131" r="-21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2867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use symbols to simplify problems with unknown values?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4988638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4988638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8197" r="-214" b="-5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108197" r="-214" b="-4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08197" r="-214" b="-3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308197" r="-214" b="-288525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49000" r="-100000" b="-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49000" r="-214" b="-76000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72131" r="-1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572131" r="-21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59832" y="4643844"/>
                <a:ext cx="4547079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an algebraic expression for the following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The sum of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AU" dirty="0" smtClean="0"/>
                  <a:t> and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b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Five more than double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 smtClean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Double the sum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and 5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The sum of the squares of</a:t>
                </a:r>
                <a:r>
                  <a:rPr lang="en-AU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e</a:t>
                </a:r>
                <a:r>
                  <a:rPr lang="en-AU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dirty="0" smtClean="0"/>
                  <a:t>and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f</a:t>
                </a:r>
                <a:endParaRPr lang="en-AU" i="1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4643844"/>
                <a:ext cx="4547079" cy="1477328"/>
              </a:xfrm>
              <a:prstGeom prst="rect">
                <a:avLst/>
              </a:prstGeom>
              <a:blipFill rotWithShape="1">
                <a:blip r:embed="rId3"/>
                <a:stretch>
                  <a:fillRect l="-1206" t="-2066" r="-402" b="-57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392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4469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Writing Algebraic Expressions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use symbols to simplify problems with unknown values?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626769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1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×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÷</m:t>
                                </m:r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reciprocal of</a:t>
                          </a:r>
                          <a:r>
                            <a:rPr lang="en-AU" baseline="0" dirty="0" smtClean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baseline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The square of </a:t>
                          </a:r>
                          <a14:m>
                            <m:oMath xmlns:m="http://schemas.openxmlformats.org/officeDocument/2006/math">
                              <m:r>
                                <a:rPr lang="en-AU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oMath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solidFill>
                                          <a:schemeClr val="tx1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0626769"/>
                  </p:ext>
                </p:extLst>
              </p:nvPr>
            </p:nvGraphicFramePr>
            <p:xfrm>
              <a:off x="3048000" y="2060848"/>
              <a:ext cx="5700464" cy="246701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50232"/>
                    <a:gridCol w="2850232"/>
                  </a:tblGrid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b="0" dirty="0" smtClean="0">
                              <a:solidFill>
                                <a:schemeClr val="tx1"/>
                              </a:solidFill>
                            </a:rPr>
                            <a:t>Sum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8197" r="-214" b="-5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Product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108197" r="-214" b="-4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Difference</a:t>
                          </a:r>
                          <a:endParaRPr lang="en-AU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08197" r="-214" b="-388525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r>
                            <a:rPr lang="en-AU" dirty="0" smtClean="0">
                              <a:solidFill>
                                <a:schemeClr val="tx1"/>
                              </a:solidFill>
                            </a:rPr>
                            <a:t>Quotient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308197" r="-214" b="-288525"/>
                          </a:stretch>
                        </a:blipFill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249000" r="-100000" b="-7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249000" r="-214" b="-76000"/>
                          </a:stretch>
                        </a:blipFill>
                      </a:tcPr>
                    </a:tc>
                  </a:tr>
                  <a:tr h="37204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t="-572131" r="-100000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100214" t="-572131" r="-214" b="-2459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055818" y="4602582"/>
                <a:ext cx="5934381" cy="1519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Write an algebraic expression for the following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The sum of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a</a:t>
                </a:r>
                <a:r>
                  <a:rPr lang="en-AU" dirty="0" smtClean="0"/>
                  <a:t> and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b	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 pitchFamily="18" charset="0"/>
                      </a:rPr>
                      <m:t>𝑎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 pitchFamily="18" charset="0"/>
                      </a:rPr>
                      <m:t>+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 pitchFamily="18" charset="0"/>
                      </a:rPr>
                      <m:t>𝑏</m:t>
                    </m:r>
                  </m:oMath>
                </a14:m>
                <a:endParaRPr lang="en-AU" i="1" dirty="0" smtClean="0">
                  <a:solidFill>
                    <a:srgbClr val="FF0000"/>
                  </a:solidFill>
                  <a:latin typeface="Cambria Math" pitchFamily="18" charset="0"/>
                  <a:ea typeface="Cambria Math" pitchFamily="18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Five more than double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	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+5</m:t>
                    </m:r>
                  </m:oMath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Double the sum of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 and 5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2(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𝑥</m:t>
                    </m:r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+5)</m:t>
                    </m:r>
                  </m:oMath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AU" dirty="0" smtClean="0"/>
                  <a:t>The difference between the squares of</a:t>
                </a:r>
                <a:r>
                  <a:rPr lang="en-AU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e</a:t>
                </a:r>
                <a:r>
                  <a:rPr lang="en-AU" dirty="0" smtClean="0">
                    <a:latin typeface="Cambria Math" pitchFamily="18" charset="0"/>
                    <a:ea typeface="Cambria Math" pitchFamily="18" charset="0"/>
                  </a:rPr>
                  <a:t> </a:t>
                </a:r>
                <a:r>
                  <a:rPr lang="en-AU" dirty="0" smtClean="0"/>
                  <a:t>and </a:t>
                </a:r>
                <a:r>
                  <a:rPr lang="en-AU" i="1" dirty="0" smtClean="0">
                    <a:latin typeface="Cambria Math" pitchFamily="18" charset="0"/>
                    <a:ea typeface="Cambria Math" pitchFamily="18" charset="0"/>
                  </a:rPr>
                  <a:t>f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  <m:t>𝑒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  <a:ea typeface="Cambria Math" pitchFamily="18" charset="0"/>
                      </a:rPr>
                      <m:t>−</m:t>
                    </m:r>
                    <m:sSup>
                      <m:sSupPr>
                        <m:ctrlPr>
                          <a:rPr lang="en-AU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  <m:t>𝑓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  <a:ea typeface="Cambria Math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i="1" dirty="0">
                  <a:latin typeface="Cambria Math" pitchFamily="18" charset="0"/>
                  <a:ea typeface="Cambria Math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818" y="4602582"/>
                <a:ext cx="5934381" cy="1519647"/>
              </a:xfrm>
              <a:prstGeom prst="rect">
                <a:avLst/>
              </a:prstGeom>
              <a:blipFill rotWithShape="1">
                <a:blip r:embed="rId3"/>
                <a:stretch>
                  <a:fillRect l="-821" t="-2008" b="-28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91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2" y="1196752"/>
            <a:ext cx="7875275" cy="47990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4362" y="5877272"/>
            <a:ext cx="797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Extn</a:t>
            </a:r>
            <a:r>
              <a:rPr lang="en-AU" dirty="0" smtClean="0"/>
              <a:t>: Page 268 question 10, 11, 12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9416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Fill in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315</Words>
  <Application>Microsoft Office PowerPoint</Application>
  <PresentationFormat>On-screen Show (4:3)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38</cp:revision>
  <dcterms:created xsi:type="dcterms:W3CDTF">2014-05-14T02:58:57Z</dcterms:created>
  <dcterms:modified xsi:type="dcterms:W3CDTF">2015-04-22T03:44:24Z</dcterms:modified>
</cp:coreProperties>
</file>