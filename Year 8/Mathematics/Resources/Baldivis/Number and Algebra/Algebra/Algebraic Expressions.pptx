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AD21-F36C-49C9-954E-20E644E5539E}" type="datetimeFigureOut">
              <a:rPr lang="en-AU" smtClean="0"/>
              <a:t>10/08/2015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1037-64C0-4631-AD88-D92B2D930C2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AD21-F36C-49C9-954E-20E644E5539E}" type="datetimeFigureOut">
              <a:rPr lang="en-AU" smtClean="0"/>
              <a:t>10/08/2015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1037-64C0-4631-AD88-D92B2D930C2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AD21-F36C-49C9-954E-20E644E5539E}" type="datetimeFigureOut">
              <a:rPr lang="en-AU" smtClean="0"/>
              <a:t>10/08/2015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1037-64C0-4631-AD88-D92B2D930C2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AD21-F36C-49C9-954E-20E644E5539E}" type="datetimeFigureOut">
              <a:rPr lang="en-AU" smtClean="0"/>
              <a:t>10/08/2015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1037-64C0-4631-AD88-D92B2D930C22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AD21-F36C-49C9-954E-20E644E5539E}" type="datetimeFigureOut">
              <a:rPr lang="en-AU" smtClean="0"/>
              <a:t>10/08/2015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1037-64C0-4631-AD88-D92B2D930C2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AD21-F36C-49C9-954E-20E644E5539E}" type="datetimeFigureOut">
              <a:rPr lang="en-AU" smtClean="0"/>
              <a:t>10/08/2015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1037-64C0-4631-AD88-D92B2D930C2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AD21-F36C-49C9-954E-20E644E5539E}" type="datetimeFigureOut">
              <a:rPr lang="en-AU" smtClean="0"/>
              <a:t>10/08/2015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1037-64C0-4631-AD88-D92B2D930C2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AD21-F36C-49C9-954E-20E644E5539E}" type="datetimeFigureOut">
              <a:rPr lang="en-AU" smtClean="0"/>
              <a:t>10/08/2015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611037-64C0-4631-AD88-D92B2D930C2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AD21-F36C-49C9-954E-20E644E5539E}" type="datetimeFigureOut">
              <a:rPr lang="en-AU" smtClean="0"/>
              <a:t>10/08/2015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1037-64C0-4631-AD88-D92B2D930C2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AD21-F36C-49C9-954E-20E644E5539E}" type="datetimeFigureOut">
              <a:rPr lang="en-AU" smtClean="0"/>
              <a:t>10/08/2015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1037-64C0-4631-AD88-D92B2D930C2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AD21-F36C-49C9-954E-20E644E5539E}" type="datetimeFigureOut">
              <a:rPr lang="en-AU" smtClean="0"/>
              <a:t>10/08/2015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1037-64C0-4631-AD88-D92B2D930C2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117AD21-F36C-49C9-954E-20E644E5539E}" type="datetimeFigureOut">
              <a:rPr lang="en-AU" smtClean="0"/>
              <a:t>10/08/2015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35611037-64C0-4631-AD88-D92B2D930C22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Algebraic Expressions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5305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7520940" cy="548640"/>
          </a:xfrm>
        </p:spPr>
        <p:txBody>
          <a:bodyPr>
            <a:noAutofit/>
          </a:bodyPr>
          <a:lstStyle/>
          <a:p>
            <a:r>
              <a:rPr lang="en-AU" sz="3200" dirty="0" smtClean="0"/>
              <a:t>EQ How do I write Algebraic Expressions and Equations and then solve them???</a:t>
            </a:r>
            <a:endParaRPr lang="en-AU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2132856"/>
            <a:ext cx="7520940" cy="3579849"/>
          </a:xfrm>
        </p:spPr>
        <p:txBody>
          <a:bodyPr>
            <a:normAutofit/>
          </a:bodyPr>
          <a:lstStyle/>
          <a:p>
            <a:r>
              <a:rPr lang="en-AU" sz="2400" dirty="0" smtClean="0"/>
              <a:t>Mr Hobbs is a Photographer. He is coming to my party and he says “Belinda I will charge you mates rates; $100 to attend plus $5.50 per photo”</a:t>
            </a:r>
          </a:p>
          <a:p>
            <a:r>
              <a:rPr lang="en-AU" sz="2400" dirty="0" smtClean="0"/>
              <a:t>I’m </a:t>
            </a:r>
            <a:r>
              <a:rPr lang="en-AU" sz="2400" dirty="0" err="1" smtClean="0"/>
              <a:t>sayin</a:t>
            </a:r>
            <a:r>
              <a:rPr lang="en-AU" sz="2400" dirty="0" smtClean="0"/>
              <a:t>’ HUH Help me to work it out…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88696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124744"/>
            <a:ext cx="7520940" cy="3579849"/>
          </a:xfrm>
        </p:spPr>
        <p:txBody>
          <a:bodyPr/>
          <a:lstStyle/>
          <a:p>
            <a:r>
              <a:rPr lang="en-AU" sz="2400" dirty="0" smtClean="0"/>
              <a:t>Cool that’s alright</a:t>
            </a:r>
          </a:p>
          <a:p>
            <a:r>
              <a:rPr lang="en-AU" sz="2400" dirty="0" smtClean="0"/>
              <a:t>After the Party Mr Hobbs gives me a bill for $265</a:t>
            </a:r>
          </a:p>
          <a:p>
            <a:r>
              <a:rPr lang="en-AU" sz="2400" dirty="0" smtClean="0"/>
              <a:t>How many photos did I buy?</a:t>
            </a:r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519194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EG 2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 think of a number, n double it  and then add 5. If the answer is 23 what was the number I thought of?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6086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 smtClean="0"/>
              <a:t>Eg</a:t>
            </a:r>
            <a:r>
              <a:rPr lang="en-AU" dirty="0" smtClean="0"/>
              <a:t> 3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 think of a number and  subtract 4. I then triple it . If  the correct answer is  27 what is the number I thought of?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7082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Your turn!!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62238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117</TotalTime>
  <Words>145</Words>
  <Application>Microsoft Office PowerPoint</Application>
  <PresentationFormat>On-screen Show (4:3)</PresentationFormat>
  <Paragraphs>12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Angles</vt:lpstr>
      <vt:lpstr>Algebraic Expressions</vt:lpstr>
      <vt:lpstr>EQ How do I write Algebraic Expressions and Equations and then solve them???</vt:lpstr>
      <vt:lpstr>PowerPoint Presentation</vt:lpstr>
      <vt:lpstr>EG 2</vt:lpstr>
      <vt:lpstr>Eg 3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Algebraic Expressions</dc:title>
  <dc:creator>MILLER Belinda</dc:creator>
  <cp:lastModifiedBy>MILLER Belinda</cp:lastModifiedBy>
  <cp:revision>5</cp:revision>
  <dcterms:created xsi:type="dcterms:W3CDTF">2015-08-10T03:59:23Z</dcterms:created>
  <dcterms:modified xsi:type="dcterms:W3CDTF">2015-08-10T07:12:37Z</dcterms:modified>
</cp:coreProperties>
</file>