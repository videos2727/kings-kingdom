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0" r:id="rId2"/>
    <p:sldId id="259" r:id="rId3"/>
    <p:sldId id="258" r:id="rId4"/>
    <p:sldId id="309" r:id="rId5"/>
    <p:sldId id="310" r:id="rId6"/>
    <p:sldId id="312" r:id="rId7"/>
    <p:sldId id="313" r:id="rId8"/>
    <p:sldId id="315" r:id="rId9"/>
    <p:sldId id="314" r:id="rId10"/>
    <p:sldId id="316" r:id="rId11"/>
    <p:sldId id="317" r:id="rId12"/>
    <p:sldId id="311" r:id="rId13"/>
    <p:sldId id="292" r:id="rId14"/>
    <p:sldId id="29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803" autoAdjust="0"/>
  </p:normalViewPr>
  <p:slideViewPr>
    <p:cSldViewPr>
      <p:cViewPr>
        <p:scale>
          <a:sx n="79" d="100"/>
          <a:sy n="79" d="100"/>
        </p:scale>
        <p:origin x="-1104" y="3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7/05/2015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7/05/2015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 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: </a:t>
            </a:r>
          </a:p>
          <a:p>
            <a:pPr algn="l"/>
            <a:r>
              <a:rPr lang="en-AU" dirty="0" smtClean="0"/>
              <a:t>Class : </a:t>
            </a:r>
          </a:p>
          <a:p>
            <a:pPr algn="l"/>
            <a:r>
              <a:rPr lang="en-AU" dirty="0" smtClean="0"/>
              <a:t>Term 2 Semester </a:t>
            </a:r>
            <a:r>
              <a:rPr lang="en-AU" dirty="0"/>
              <a:t>1</a:t>
            </a:r>
            <a:endParaRPr lang="en-AU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591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372200" y="153568"/>
            <a:ext cx="894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001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Brackets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</a:t>
            </a:r>
            <a:r>
              <a:rPr lang="en-AU" sz="2400" dirty="0" smtClean="0"/>
              <a:t>do I use the distributive law to expand expressions with brackets?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001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Brackets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</a:t>
            </a:r>
            <a:r>
              <a:rPr lang="en-AU" sz="2400" dirty="0" smtClean="0"/>
              <a:t>do I use the distributive law to expand expressions with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53045" y="1961233"/>
            <a:ext cx="2862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distributive law?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2582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001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Brackets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</a:t>
            </a:r>
            <a:r>
              <a:rPr lang="en-AU" sz="2400" dirty="0" smtClean="0"/>
              <a:t>do I use the distributive law to expand expressions with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53045" y="1961233"/>
            <a:ext cx="2862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distributive law?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𝑏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𝑐</m:t>
                      </m:r>
                    </m:oMath>
                  </m:oMathPara>
                </a14:m>
                <a:endParaRPr lang="en-AU" dirty="0" smtClean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981578" y="3573016"/>
            <a:ext cx="2601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expand Brackets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44696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001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Brackets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</a:t>
            </a:r>
            <a:r>
              <a:rPr lang="en-AU" sz="2400" dirty="0" smtClean="0"/>
              <a:t>do I use the distributive law to expand expressions with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53045" y="1961233"/>
            <a:ext cx="2862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distributive law?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𝑏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𝑐</m:t>
                      </m:r>
                    </m:oMath>
                  </m:oMathPara>
                </a14:m>
                <a:endParaRPr lang="en-AU" dirty="0" smtClean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6667" y="3203684"/>
            <a:ext cx="2709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expand Brackets?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92605" y="3211160"/>
                <a:ext cx="17802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2(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+1)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605" y="3211160"/>
                <a:ext cx="1780231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740" t="-8333" r="-685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2700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001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Brackets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</a:t>
            </a:r>
            <a:r>
              <a:rPr lang="en-AU" sz="2400" dirty="0" smtClean="0"/>
              <a:t>do I use the distributive law to expand expressions with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53045" y="1961233"/>
            <a:ext cx="2862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distributive law?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𝑏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𝑐</m:t>
                      </m:r>
                    </m:oMath>
                  </m:oMathPara>
                </a14:m>
                <a:endParaRPr lang="en-AU" dirty="0" smtClean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6667" y="3203684"/>
            <a:ext cx="2709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expand Brackets?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0111529"/>
                  </p:ext>
                </p:extLst>
              </p:nvPr>
            </p:nvGraphicFramePr>
            <p:xfrm>
              <a:off x="3779912" y="3789040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0111529"/>
                  </p:ext>
                </p:extLst>
              </p:nvPr>
            </p:nvGraphicFramePr>
            <p:xfrm>
              <a:off x="3779912" y="3789040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92605" y="3211160"/>
                <a:ext cx="17802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2(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+1)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605" y="3211160"/>
                <a:ext cx="1780231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2740" t="-8333" r="-685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5787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001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Brackets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</a:t>
            </a:r>
            <a:r>
              <a:rPr lang="en-AU" sz="2400" dirty="0" smtClean="0"/>
              <a:t>do I use the distributive law to expand expressions with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53045" y="1961233"/>
            <a:ext cx="2862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distributive law?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𝑏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𝑐</m:t>
                      </m:r>
                    </m:oMath>
                  </m:oMathPara>
                </a14:m>
                <a:endParaRPr lang="en-AU" dirty="0" smtClean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6667" y="3203684"/>
            <a:ext cx="2709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expand Brackets?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2253139"/>
                  </p:ext>
                </p:extLst>
              </p:nvPr>
            </p:nvGraphicFramePr>
            <p:xfrm>
              <a:off x="3779912" y="3789040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+2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2253139"/>
                  </p:ext>
                </p:extLst>
              </p:nvPr>
            </p:nvGraphicFramePr>
            <p:xfrm>
              <a:off x="3779912" y="3789040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108333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+2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92605" y="3211160"/>
                <a:ext cx="17794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+1</m:t>
                        </m:r>
                      </m:e>
                    </m:d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605" y="3211160"/>
                <a:ext cx="1779461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2740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2289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001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Brackets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</a:t>
            </a:r>
            <a:r>
              <a:rPr lang="en-AU" sz="2400" dirty="0" smtClean="0"/>
              <a:t>do I use the distributive law to expand expressions with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53045" y="1961233"/>
            <a:ext cx="2862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distributive law?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𝑏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𝑐</m:t>
                      </m:r>
                    </m:oMath>
                  </m:oMathPara>
                </a14:m>
                <a:endParaRPr lang="en-AU" dirty="0" smtClean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6667" y="3203684"/>
            <a:ext cx="2709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expand Brackets?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3673494"/>
                  </p:ext>
                </p:extLst>
              </p:nvPr>
            </p:nvGraphicFramePr>
            <p:xfrm>
              <a:off x="3779912" y="3789040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+2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3673494"/>
                  </p:ext>
                </p:extLst>
              </p:nvPr>
            </p:nvGraphicFramePr>
            <p:xfrm>
              <a:off x="3779912" y="3789040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108333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+2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92605" y="3211160"/>
                <a:ext cx="27434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+1</m:t>
                        </m:r>
                      </m:e>
                    </m:d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+2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605" y="3211160"/>
                <a:ext cx="274344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778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8343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001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Brackets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</a:t>
            </a:r>
            <a:r>
              <a:rPr lang="en-AU" sz="2400" dirty="0" smtClean="0"/>
              <a:t>do I use the distributive law to expand expressions with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53045" y="1961233"/>
            <a:ext cx="2862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distributive law?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𝑏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𝑐</m:t>
                      </m:r>
                    </m:oMath>
                  </m:oMathPara>
                </a14:m>
                <a:endParaRPr lang="en-AU" dirty="0" smtClean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6667" y="3203684"/>
            <a:ext cx="2709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expand Brackets?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413095"/>
                  </p:ext>
                </p:extLst>
              </p:nvPr>
            </p:nvGraphicFramePr>
            <p:xfrm>
              <a:off x="3779912" y="3789040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+2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413095"/>
                  </p:ext>
                </p:extLst>
              </p:nvPr>
            </p:nvGraphicFramePr>
            <p:xfrm>
              <a:off x="3779912" y="3789040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108333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+2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92605" y="3211160"/>
                <a:ext cx="27434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+1</m:t>
                        </m:r>
                      </m:e>
                    </m:d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+2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605" y="3211160"/>
                <a:ext cx="274344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778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385404" y="4972526"/>
                <a:ext cx="38853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+1</m:t>
                        </m:r>
                      </m:e>
                    </m:d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+2×1=2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+2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5404" y="4972526"/>
                <a:ext cx="3885359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254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6079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4205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1397</TotalTime>
  <Words>506</Words>
  <Application>Microsoft Office PowerPoint</Application>
  <PresentationFormat>On-screen Show (4:3)</PresentationFormat>
  <Paragraphs>132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My Algebra  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64</cp:revision>
  <dcterms:created xsi:type="dcterms:W3CDTF">2014-05-14T02:58:57Z</dcterms:created>
  <dcterms:modified xsi:type="dcterms:W3CDTF">2015-05-07T04:32:50Z</dcterms:modified>
</cp:coreProperties>
</file>