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9" r:id="rId5"/>
    <p:sldId id="308" r:id="rId6"/>
    <p:sldId id="292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13/08/2014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139952" y="1835296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1835296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86938" y="3861048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938" y="3861048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568019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3472" y="10912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smtClean="0"/>
              <a:t>EQ -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Fill in the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97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Fill in the 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LocalAdmin</cp:lastModifiedBy>
  <cp:revision>29</cp:revision>
  <dcterms:created xsi:type="dcterms:W3CDTF">2014-05-14T02:58:57Z</dcterms:created>
  <dcterms:modified xsi:type="dcterms:W3CDTF">2014-08-13T13:14:40Z</dcterms:modified>
</cp:coreProperties>
</file>