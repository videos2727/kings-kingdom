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03" r:id="rId5"/>
    <p:sldId id="304" r:id="rId6"/>
    <p:sldId id="305" r:id="rId7"/>
    <p:sldId id="306" r:id="rId8"/>
    <p:sldId id="301" r:id="rId9"/>
    <p:sldId id="292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BEE33-D4BC-4E2F-A944-851FF26EC518}" type="datetimeFigureOut">
              <a:rPr lang="en-AU" smtClean="0"/>
              <a:t>26/11/2014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4587A-04B1-4CF6-9181-927D48407F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848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26/11/2014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642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rules, Gradients and Intercepts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can I write a linear rule using the gradient and y-intercepts</a:t>
            </a:r>
            <a:r>
              <a:rPr lang="en-AU" sz="2400" dirty="0" smtClean="0"/>
              <a:t>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131840" y="2060848"/>
                <a:ext cx="6063776" cy="18802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Gradient is the steepness of the graph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𝑚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𝑟𝑖𝑠𝑒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𝑟𝑢𝑛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r>
                  <a:rPr lang="en-AU" dirty="0" smtClean="0"/>
                  <a:t>The y-intercept is the point where the graph crosses the y-axis.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060848"/>
                <a:ext cx="6063776" cy="1880258"/>
              </a:xfrm>
              <a:prstGeom prst="rect">
                <a:avLst/>
              </a:prstGeom>
              <a:blipFill rotWithShape="1">
                <a:blip r:embed="rId2"/>
                <a:stretch>
                  <a:fillRect l="-905" t="-1618" r="-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0478124"/>
                  </p:ext>
                </p:extLst>
              </p:nvPr>
            </p:nvGraphicFramePr>
            <p:xfrm>
              <a:off x="1475656" y="1628800"/>
              <a:ext cx="6096000" cy="45476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Gradient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Y-intercept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+3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−20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      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0478124"/>
                  </p:ext>
                </p:extLst>
              </p:nvPr>
            </p:nvGraphicFramePr>
            <p:xfrm>
              <a:off x="1475656" y="1628800"/>
              <a:ext cx="6096000" cy="45476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Gradient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Y-intercept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08197" r="-200601" b="-10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08197" r="-200601" b="-9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313333" r="-200601" b="-8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406557" r="-200601" b="-7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06557" r="-200601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606557" r="-200601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706557" r="-200601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06557" r="-20060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58586" r="-200601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50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658586" r="-200601" b="-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1.Copy the table onto your task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 flipV="1">
            <a:off x="457200" y="6126163"/>
            <a:ext cx="8229600" cy="327173"/>
          </a:xfrm>
        </p:spPr>
        <p:txBody>
          <a:bodyPr>
            <a:normAutofit fontScale="55000" lnSpcReduction="20000"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4423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735023"/>
                  </p:ext>
                </p:extLst>
              </p:nvPr>
            </p:nvGraphicFramePr>
            <p:xfrm>
              <a:off x="1475656" y="1628800"/>
              <a:ext cx="6096000" cy="45513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Gradient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Y-intercept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=9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=−6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0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=0.5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      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0735023"/>
                  </p:ext>
                </p:extLst>
              </p:nvPr>
            </p:nvGraphicFramePr>
            <p:xfrm>
              <a:off x="1475656" y="1628800"/>
              <a:ext cx="6096000" cy="45513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Gradient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Y-intercept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08197" r="-200601" b="-10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08197" r="-200601" b="-9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313333" r="-200601" b="-8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406557" r="-200601" b="-7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06557" r="-200601" b="-6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606557" r="-200601" b="-5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706557" r="-200601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06557" r="-200601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58586" r="-200601" b="-101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652000" r="-2006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2</a:t>
            </a:r>
            <a:r>
              <a:rPr lang="en-AU" dirty="0" smtClean="0"/>
              <a:t>.Copy the table onto your task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 flipV="1">
            <a:off x="457200" y="6126163"/>
            <a:ext cx="8229600" cy="327173"/>
          </a:xfrm>
        </p:spPr>
        <p:txBody>
          <a:bodyPr>
            <a:normAutofit fontScale="55000" lnSpcReduction="20000"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5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388693"/>
                  </p:ext>
                </p:extLst>
              </p:nvPr>
            </p:nvGraphicFramePr>
            <p:xfrm>
              <a:off x="1475656" y="1628800"/>
              <a:ext cx="6096000" cy="455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Gradient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Y-intercept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=7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=9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−12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=0.5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      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388693"/>
                  </p:ext>
                </p:extLst>
              </p:nvPr>
            </p:nvGraphicFramePr>
            <p:xfrm>
              <a:off x="1475656" y="1628800"/>
              <a:ext cx="6096000" cy="4556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Equation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Gradient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Y-intercept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108197" r="-200601" b="-10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08197" r="-200601" b="-9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313333" r="-200601" b="-84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406557" r="-200601" b="-7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06557" r="-200601" b="-6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606557" r="-200601" b="-5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706557" r="-200601" b="-4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806557" r="-200601" b="-327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58586" r="-200601" b="-10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123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645545" r="-2006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3.Copy the table onto your task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 flipV="1">
            <a:off x="457200" y="6126163"/>
            <a:ext cx="8229600" cy="327173"/>
          </a:xfrm>
        </p:spPr>
        <p:txBody>
          <a:bodyPr>
            <a:normAutofit fontScale="55000" lnSpcReduction="20000"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4345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364</Words>
  <Application>Microsoft Office PowerPoint</Application>
  <PresentationFormat>On-screen Show (4:3)</PresentationFormat>
  <Paragraphs>87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1.Copy the table onto your task page</vt:lpstr>
      <vt:lpstr>2.Copy the table onto your task page</vt:lpstr>
      <vt:lpstr>3.Copy the table onto your task page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50</cp:revision>
  <dcterms:created xsi:type="dcterms:W3CDTF">2014-05-14T02:58:57Z</dcterms:created>
  <dcterms:modified xsi:type="dcterms:W3CDTF">2014-11-26T02:11:11Z</dcterms:modified>
</cp:coreProperties>
</file>