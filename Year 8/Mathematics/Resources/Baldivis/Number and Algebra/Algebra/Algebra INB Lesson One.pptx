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08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iv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mtClean="0"/>
              <a:t>iv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mtClean="0"/>
              <a:t>iv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131840" y="2158201"/>
            <a:ext cx="462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 algebra we use letters to represent numbers.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755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131840" y="2158201"/>
            <a:ext cx="47927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 algebra we use letters to represent numbers.</a:t>
            </a:r>
          </a:p>
          <a:p>
            <a:endParaRPr lang="en-AU" dirty="0"/>
          </a:p>
          <a:p>
            <a:r>
              <a:rPr lang="en-AU" dirty="0" smtClean="0"/>
              <a:t>These letters are called </a:t>
            </a:r>
            <a:r>
              <a:rPr lang="en-AU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variables</a:t>
            </a:r>
            <a:r>
              <a:rPr lang="en-AU" dirty="0" smtClean="0"/>
              <a:t> or </a:t>
            </a:r>
            <a:r>
              <a:rPr lang="en-AU" b="1" u="sng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pronumerals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306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201"/>
                <a:ext cx="576064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1"/>
                <a:ext cx="5760640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952" t="-1319" b="-31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3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has 3 terms.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78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has 3 terms.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469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200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has 3 terms.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0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62495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744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199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199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62495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5150" y="5166187"/>
            <a:ext cx="566559" cy="351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2158199"/>
                <a:ext cx="5760640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199"/>
                <a:ext cx="5760640" cy="4801314"/>
              </a:xfrm>
              <a:prstGeom prst="rect">
                <a:avLst/>
              </a:prstGeom>
              <a:blipFill rotWithShape="1">
                <a:blip r:embed="rId2"/>
                <a:stretch>
                  <a:fillRect l="-952" t="-6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62495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5150" y="5166187"/>
            <a:ext cx="566559" cy="351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68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1967335"/>
                <a:ext cx="576064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coefficient</a:t>
                </a:r>
                <a:r>
                  <a:rPr lang="en-AU" dirty="0" smtClean="0"/>
                  <a:t> is the number being multiplied by the variable.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is 3	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1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967335"/>
                <a:ext cx="5760640" cy="5632311"/>
              </a:xfrm>
              <a:prstGeom prst="rect">
                <a:avLst/>
              </a:prstGeom>
              <a:blipFill rotWithShape="1">
                <a:blip r:embed="rId3"/>
                <a:stretch>
                  <a:fillRect l="-952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14946" y="387348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81505" y="386764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44655" y="3867646"/>
            <a:ext cx="566559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86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coefficient</a:t>
                </a:r>
                <a:r>
                  <a:rPr lang="en-AU" dirty="0" smtClean="0"/>
                  <a:t> is the number being multiplied by the variable.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is 3	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1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constant</a:t>
                </a:r>
                <a:r>
                  <a:rPr lang="en-AU" dirty="0" smtClean="0"/>
                  <a:t> term is the term without a variable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−4 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has a constant term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blipFill rotWithShape="1">
                <a:blip r:embed="rId3"/>
                <a:stretch>
                  <a:fillRect l="-952" t="-5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995935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72000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8559" y="2489976"/>
            <a:ext cx="566559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91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coefficient</a:t>
                </a:r>
                <a:r>
                  <a:rPr lang="en-AU" dirty="0" smtClean="0"/>
                  <a:t> is the number being multiplied by the variable.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is 3	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1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constant</a:t>
                </a:r>
                <a:r>
                  <a:rPr lang="en-AU" dirty="0" smtClean="0"/>
                  <a:t> term is the term without a variable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−4 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has a constant term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blipFill rotWithShape="1">
                <a:blip r:embed="rId3"/>
                <a:stretch>
                  <a:fillRect l="-952" t="-5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995935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72000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8559" y="2489976"/>
            <a:ext cx="566559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5138559" y="5805264"/>
            <a:ext cx="441554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7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For the expression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latin typeface="Cambria Math"/>
                      </a:rPr>
                      <m:t>−12</m:t>
                    </m:r>
                  </m:oMath>
                </a14:m>
                <a:endParaRPr lang="en-AU" dirty="0" smtClean="0"/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How many terms in the expression?</a:t>
                </a:r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What is the constant term?</a:t>
                </a:r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What is the coefficient of </a:t>
                </a:r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 smtClean="0"/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𝑥𝑦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Add the keywords and definitions to your glossary.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189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For the expression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latin typeface="Cambria Math"/>
                      </a:rPr>
                      <m:t>−12</m:t>
                    </m:r>
                  </m:oMath>
                </a14:m>
                <a:endParaRPr lang="en-AU" dirty="0" smtClean="0"/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How many terms in the expression?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4</a:t>
                </a:r>
                <a:endParaRPr lang="en-AU" dirty="0" smtClean="0"/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What is the constant term?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−12</m:t>
                    </m:r>
                  </m:oMath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What is the coefficient of </a:t>
                </a:r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 </m:t>
                    </m:r>
                  </m:oMath>
                </a14:m>
                <a:r>
                  <a:rPr lang="en-AU" i="1" dirty="0" smtClean="0">
                    <a:latin typeface="Cambria Math"/>
                  </a:rPr>
                  <a:t>	</a:t>
                </a:r>
                <a:r>
                  <a:rPr lang="en-AU" dirty="0" smtClean="0">
                    <a:solidFill>
                      <a:srgbClr val="FF0000"/>
                    </a:solidFill>
                    <a:latin typeface="Cambria Math"/>
                  </a:rPr>
                  <a:t>3</a:t>
                </a:r>
                <a:endParaRPr lang="en-AU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Add the keywords and definitions to your glossary.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1617" b="-24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205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Fill in the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</a:t>
            </a:r>
            <a:r>
              <a:rPr lang="en-AU" dirty="0" smtClean="0"/>
              <a:t>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682</Words>
  <Application>Microsoft Office PowerPoint</Application>
  <PresentationFormat>On-screen Show (4:3)</PresentationFormat>
  <Paragraphs>263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</vt:lpstr>
      <vt:lpstr>Task </vt:lpstr>
      <vt:lpstr>Fill in the 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34</cp:revision>
  <dcterms:created xsi:type="dcterms:W3CDTF">2014-05-14T02:58:57Z</dcterms:created>
  <dcterms:modified xsi:type="dcterms:W3CDTF">2015-04-20T05:55:48Z</dcterms:modified>
</cp:coreProperties>
</file>