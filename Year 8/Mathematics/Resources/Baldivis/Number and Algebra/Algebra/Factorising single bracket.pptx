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09" r:id="rId5"/>
    <p:sldId id="321" r:id="rId6"/>
    <p:sldId id="320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30" r:id="rId15"/>
    <p:sldId id="331" r:id="rId16"/>
    <p:sldId id="332" r:id="rId17"/>
    <p:sldId id="292" r:id="rId18"/>
    <p:sldId id="333" r:id="rId19"/>
    <p:sldId id="334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>
        <p:scale>
          <a:sx n="79" d="100"/>
          <a:sy n="79" d="100"/>
        </p:scale>
        <p:origin x="-1116" y="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Find the HCF of the following 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 and 4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10 and 15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</a:t>
            </a:r>
            <a:r>
              <a:rPr lang="en-AU" i="1" dirty="0" smtClean="0"/>
              <a:t>a</a:t>
            </a:r>
            <a:r>
              <a:rPr lang="en-AU" dirty="0" smtClean="0"/>
              <a:t> and 6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10</a:t>
            </a:r>
            <a:r>
              <a:rPr lang="en-AU" i="1" dirty="0" smtClean="0"/>
              <a:t>a</a:t>
            </a:r>
            <a:r>
              <a:rPr lang="en-AU" dirty="0" smtClean="0"/>
              <a:t> and 15</a:t>
            </a:r>
            <a:r>
              <a:rPr lang="en-AU" i="1" dirty="0" smtClean="0"/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</a:t>
            </a:r>
            <a:r>
              <a:rPr lang="en-AU" i="1" dirty="0" smtClean="0"/>
              <a:t>c</a:t>
            </a:r>
            <a:r>
              <a:rPr lang="en-AU" dirty="0" smtClean="0"/>
              <a:t> and </a:t>
            </a:r>
            <a:r>
              <a:rPr lang="en-AU" dirty="0" smtClean="0"/>
              <a:t>10</a:t>
            </a:r>
            <a:endParaRPr lang="en-AU" i="1" dirty="0" smtClean="0"/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 smtClean="0"/>
                  <a:t>10</a:t>
                </a:r>
                <a:r>
                  <a:rPr lang="en-AU" i="1" dirty="0" smtClean="0"/>
                  <a:t>e</a:t>
                </a:r>
                <a:r>
                  <a:rPr lang="en-AU" dirty="0" smtClean="0"/>
                  <a:t> and </a:t>
                </a:r>
                <a:r>
                  <a:rPr lang="en-AU" dirty="0" smtClean="0"/>
                  <a:t>25</a:t>
                </a:r>
                <a:endParaRPr lang="en-AU" i="1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 smtClean="0"/>
                  <a:t>21 and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6</m:t>
                    </m:r>
                    <m:r>
                      <a:rPr lang="en-AU" b="0" i="1" smtClean="0">
                        <a:latin typeface="Cambria Math"/>
                      </a:rPr>
                      <m:t>𝑓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endParaRPr lang="en-AU" b="0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and 4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b="0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</m:t>
                    </m:r>
                    <m:r>
                      <a:rPr lang="en-AU" b="0" i="1" dirty="0" smtClean="0">
                        <a:latin typeface="Cambria Math"/>
                      </a:rPr>
                      <m:t>0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</m:oMath>
                </a14:m>
                <a:r>
                  <a:rPr lang="en-AU" dirty="0"/>
                  <a:t>and </a:t>
                </a:r>
                <a:r>
                  <a:rPr lang="en-AU" dirty="0" smtClean="0"/>
                  <a:t>15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2"/>
                <a:stretch>
                  <a:fillRect l="-2413" t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88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327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09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5725528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5725528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667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1667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60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370657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370657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667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1667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83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171301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171301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667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1667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77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7288584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7288584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86940" y="3964414"/>
            <a:ext cx="3512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the expression using brackets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313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1602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1602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51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219141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219141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71794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71794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88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121405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121405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2470174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2470174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5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616788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616788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9093396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9093396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33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93214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93214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65819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65819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10</m:t>
                      </m:r>
                      <m:sSup>
                        <m:sSupPr>
                          <m:ctrlPr>
                            <a:rPr lang="en-AU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+15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15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Textbook page 300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49" y="1700808"/>
            <a:ext cx="8961383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11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98" y="1988840"/>
            <a:ext cx="5828002" cy="2225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654920"/>
            <a:ext cx="5256584" cy="75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040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908</Words>
  <Application>Microsoft Office PowerPoint</Application>
  <PresentationFormat>On-screen Show (4:3)</PresentationFormat>
  <Paragraphs>262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Textbook page 300</vt:lpstr>
      <vt:lpstr>PowerPoint Presentation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69</cp:revision>
  <dcterms:created xsi:type="dcterms:W3CDTF">2014-05-14T02:58:57Z</dcterms:created>
  <dcterms:modified xsi:type="dcterms:W3CDTF">2015-05-18T04:29:58Z</dcterms:modified>
</cp:coreProperties>
</file>