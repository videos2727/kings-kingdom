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0" r:id="rId2"/>
    <p:sldId id="259" r:id="rId3"/>
    <p:sldId id="258" r:id="rId4"/>
    <p:sldId id="320" r:id="rId5"/>
    <p:sldId id="325" r:id="rId6"/>
    <p:sldId id="324" r:id="rId7"/>
    <p:sldId id="323" r:id="rId8"/>
    <p:sldId id="322" r:id="rId9"/>
    <p:sldId id="321" r:id="rId10"/>
    <p:sldId id="319" r:id="rId11"/>
    <p:sldId id="311" r:id="rId12"/>
    <p:sldId id="317" r:id="rId13"/>
    <p:sldId id="316" r:id="rId14"/>
    <p:sldId id="315" r:id="rId15"/>
    <p:sldId id="314" r:id="rId16"/>
    <p:sldId id="313" r:id="rId17"/>
    <p:sldId id="312" r:id="rId18"/>
    <p:sldId id="309" r:id="rId19"/>
    <p:sldId id="308" r:id="rId20"/>
    <p:sldId id="310" r:id="rId21"/>
    <p:sldId id="329" r:id="rId22"/>
    <p:sldId id="326" r:id="rId23"/>
    <p:sldId id="328" r:id="rId24"/>
    <p:sldId id="327" r:id="rId25"/>
    <p:sldId id="292" r:id="rId26"/>
    <p:sldId id="29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03" autoAdjust="0"/>
  </p:normalViewPr>
  <p:slideViewPr>
    <p:cSldViewPr>
      <p:cViewPr varScale="1">
        <p:scale>
          <a:sx n="77" d="100"/>
          <a:sy n="77" d="100"/>
        </p:scale>
        <p:origin x="9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28/04/2015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1921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714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702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160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608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844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8503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398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111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182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090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403844" y="5643679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654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Only 1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5085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403844" y="5643679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500131" y="5719908"/>
            <a:ext cx="55049" cy="20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513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Only 1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5085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095240" y="5850576"/>
                <a:ext cx="17077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240" y="5850576"/>
                <a:ext cx="1707787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403844" y="5643679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500131" y="5719908"/>
            <a:ext cx="55049" cy="20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380312" y="5663824"/>
            <a:ext cx="339148" cy="198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350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if the terms are multiplied?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36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2388" y="2579296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Multiplication can be done </a:t>
            </a:r>
            <a:r>
              <a:rPr lang="en-AU" dirty="0" smtClean="0">
                <a:solidFill>
                  <a:srgbClr val="FF0000"/>
                </a:solidFill>
              </a:rPr>
              <a:t>in any order</a:t>
            </a:r>
            <a:r>
              <a:rPr lang="en-AU" dirty="0" smtClean="0"/>
              <a:t> and the answer will be the same.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1014" y="2585881"/>
            <a:ext cx="282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0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6" y="4205292"/>
                <a:ext cx="5760640" cy="646331"/>
              </a:xfrm>
              <a:prstGeom prst="rect">
                <a:avLst/>
              </a:prstGeom>
              <a:blipFill rotWithShape="0"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4878319"/>
                <a:ext cx="576064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84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5" y="5369076"/>
                <a:ext cx="589151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203848" y="6246604"/>
                <a:ext cx="5328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6246604"/>
                <a:ext cx="5328592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2=24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05" y="5850576"/>
                <a:ext cx="1441863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169" y="5850576"/>
                <a:ext cx="1284464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Only 1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120" y="5836378"/>
                <a:ext cx="108012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5085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095240" y="5850576"/>
                <a:ext cx="17077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240" y="5850576"/>
                <a:ext cx="1707787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4067944" y="5589240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403844" y="5643679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500131" y="5719908"/>
            <a:ext cx="55049" cy="20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380312" y="5663824"/>
            <a:ext cx="339148" cy="198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83568" y="2942802"/>
                <a:ext cx="7272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942802"/>
                <a:ext cx="727280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68"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88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83568" y="2942802"/>
                <a:ext cx="7272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942802"/>
                <a:ext cx="727280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68"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40363" y="4427249"/>
                <a:ext cx="7344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63" y="4427249"/>
                <a:ext cx="734481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18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340768"/>
            <a:ext cx="7704856" cy="8309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094215"/>
            <a:ext cx="8208746" cy="15121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37" y="3528634"/>
            <a:ext cx="7488832" cy="13675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37" y="4509120"/>
            <a:ext cx="7586601" cy="215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9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Enrichment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196752"/>
            <a:ext cx="7704856" cy="3757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157192"/>
            <a:ext cx="6336704" cy="105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77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1417638"/>
            <a:ext cx="6282885" cy="35202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937911"/>
            <a:ext cx="5544616" cy="6664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023" y="5733256"/>
            <a:ext cx="2276873" cy="34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6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1629</Words>
  <Application>Microsoft Office PowerPoint</Application>
  <PresentationFormat>On-screen Show (4:3)</PresentationFormat>
  <Paragraphs>285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 these together</vt:lpstr>
      <vt:lpstr>Let’s try these together</vt:lpstr>
      <vt:lpstr>Let’s try these together</vt:lpstr>
      <vt:lpstr>Task</vt:lpstr>
      <vt:lpstr>Enrichment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49</cp:revision>
  <dcterms:created xsi:type="dcterms:W3CDTF">2014-05-14T02:58:57Z</dcterms:created>
  <dcterms:modified xsi:type="dcterms:W3CDTF">2015-04-28T02:52:59Z</dcterms:modified>
</cp:coreProperties>
</file>