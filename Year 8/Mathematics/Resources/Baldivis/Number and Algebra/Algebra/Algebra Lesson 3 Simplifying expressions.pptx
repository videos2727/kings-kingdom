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18" r:id="rId6"/>
    <p:sldId id="317" r:id="rId7"/>
    <p:sldId id="316" r:id="rId8"/>
    <p:sldId id="315" r:id="rId9"/>
    <p:sldId id="314" r:id="rId10"/>
    <p:sldId id="312" r:id="rId11"/>
    <p:sldId id="313" r:id="rId12"/>
    <p:sldId id="311" r:id="rId13"/>
    <p:sldId id="310" r:id="rId14"/>
    <p:sldId id="308" r:id="rId15"/>
    <p:sldId id="319" r:id="rId16"/>
    <p:sldId id="320" r:id="rId17"/>
    <p:sldId id="321" r:id="rId18"/>
    <p:sldId id="322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553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052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334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0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05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867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17748" y="50851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about the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981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− 2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b="0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+7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944" t="-3289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7748" y="50851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about the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442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− 2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b="0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+7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944" t="-3289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4427984" y="5805264"/>
            <a:ext cx="576064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5004048" y="5805264"/>
            <a:ext cx="504056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80112" y="5546849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F0"/>
                </a:solidFill>
              </a:rPr>
              <a:t>The – sign stays with the term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748" y="50851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about the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023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22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55576" y="5013176"/>
                <a:ext cx="7704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013176"/>
                <a:ext cx="7704856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61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901" y="1268760"/>
            <a:ext cx="6258197" cy="503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587" y="2060848"/>
            <a:ext cx="734282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</a:t>
            </a:r>
            <a:r>
              <a:rPr lang="en-AU" dirty="0" smtClean="0"/>
              <a:t>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1056</Words>
  <Application>Microsoft Office PowerPoint</Application>
  <PresentationFormat>On-screen Show (4:3)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</vt:lpstr>
      <vt:lpstr>Let’s try these together</vt:lpstr>
      <vt:lpstr>Let’s try these together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44</cp:revision>
  <dcterms:created xsi:type="dcterms:W3CDTF">2014-05-14T02:58:57Z</dcterms:created>
  <dcterms:modified xsi:type="dcterms:W3CDTF">2015-04-24T08:10:20Z</dcterms:modified>
</cp:coreProperties>
</file>