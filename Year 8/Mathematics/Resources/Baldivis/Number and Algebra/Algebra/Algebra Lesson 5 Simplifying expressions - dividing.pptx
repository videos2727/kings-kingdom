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0" r:id="rId2"/>
    <p:sldId id="259" r:id="rId3"/>
    <p:sldId id="258" r:id="rId4"/>
    <p:sldId id="309" r:id="rId5"/>
    <p:sldId id="349" r:id="rId6"/>
    <p:sldId id="348" r:id="rId7"/>
    <p:sldId id="347" r:id="rId8"/>
    <p:sldId id="346" r:id="rId9"/>
    <p:sldId id="345" r:id="rId10"/>
    <p:sldId id="344" r:id="rId11"/>
    <p:sldId id="343" r:id="rId12"/>
    <p:sldId id="342" r:id="rId13"/>
    <p:sldId id="341" r:id="rId14"/>
    <p:sldId id="340" r:id="rId15"/>
    <p:sldId id="339" r:id="rId16"/>
    <p:sldId id="338" r:id="rId17"/>
    <p:sldId id="337" r:id="rId18"/>
    <p:sldId id="336" r:id="rId19"/>
    <p:sldId id="335" r:id="rId20"/>
    <p:sldId id="334" r:id="rId21"/>
    <p:sldId id="333" r:id="rId22"/>
    <p:sldId id="332" r:id="rId23"/>
    <p:sldId id="331" r:id="rId24"/>
    <p:sldId id="308" r:id="rId25"/>
    <p:sldId id="329" r:id="rId26"/>
    <p:sldId id="330" r:id="rId27"/>
    <p:sldId id="326" r:id="rId28"/>
    <p:sldId id="327" r:id="rId29"/>
    <p:sldId id="292" r:id="rId30"/>
    <p:sldId id="291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 varScale="1">
        <p:scale>
          <a:sx n="77" d="100"/>
          <a:sy n="77" d="100"/>
        </p:scale>
        <p:origin x="161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0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0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60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02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90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1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999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291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32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338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317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37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230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35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16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2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668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810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blipFill rotWithShape="0">
                <a:blip r:embed="rId15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blipFill rotWithShape="0">
                <a:blip r:embed="rId16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727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blipFill rotWithShape="0">
                <a:blip r:embed="rId15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blipFill rotWithShape="0">
                <a:blip r:embed="rId16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809317" y="481395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794006" y="514441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3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646331"/>
              </a:xfrm>
              <a:prstGeom prst="rect">
                <a:avLst/>
              </a:prstGeom>
              <a:blipFill rotWithShape="0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2579296"/>
                <a:ext cx="5832648" cy="508537"/>
              </a:xfrm>
              <a:prstGeom prst="rect">
                <a:avLst/>
              </a:prstGeom>
              <a:blipFill rotWithShape="0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79" y="3197819"/>
                <a:ext cx="1095107" cy="6182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5" y="2221164"/>
                <a:ext cx="297589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63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32336" y="31804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419872" y="328498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180409"/>
                <a:ext cx="273045" cy="369332"/>
              </a:xfrm>
              <a:prstGeom prst="rect">
                <a:avLst/>
              </a:prstGeom>
              <a:blipFill rotWithShape="0">
                <a:blip r:embed="rId6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463" y="3459759"/>
                <a:ext cx="273045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88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803662" y="32750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5" y="3175142"/>
                <a:ext cx="273045" cy="369332"/>
              </a:xfrm>
              <a:prstGeom prst="rect">
                <a:avLst/>
              </a:prstGeom>
              <a:blipFill rotWithShape="0">
                <a:blip r:embed="rId8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154" y="3456818"/>
                <a:ext cx="273045" cy="369332"/>
              </a:xfrm>
              <a:prstGeom prst="rect">
                <a:avLst/>
              </a:prstGeom>
              <a:blipFill rotWithShape="0">
                <a:blip r:embed="rId9"/>
                <a:stretch>
                  <a:fillRect r="-886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/>
          <p:cNvCxnSpPr>
            <a:endCxn id="12" idx="0"/>
          </p:cNvCxnSpPr>
          <p:nvPr/>
        </p:nvCxnSpPr>
        <p:spPr>
          <a:xfrm flipV="1">
            <a:off x="5643456" y="3197819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5669132" y="355521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903406" y="31836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94758" y="3571448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0129" y="2968110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5439537" y="365809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62" y="4030685"/>
                <a:ext cx="648072" cy="63478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𝑚𝑒𝑎𝑛𝑠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AU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1400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AU" sz="1400" dirty="0" smtClean="0">
                    <a:solidFill>
                      <a:srgbClr val="FF0000"/>
                    </a:solidFill>
                  </a:rPr>
                  <a:t>We don’t need to write the 1</a:t>
                </a:r>
                <a:endParaRPr lang="en-AU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2" y="3986014"/>
                <a:ext cx="2430828" cy="523220"/>
              </a:xfrm>
              <a:prstGeom prst="rect">
                <a:avLst/>
              </a:prstGeom>
              <a:blipFill rotWithShape="0">
                <a:blip r:embed="rId11"/>
                <a:stretch>
                  <a:fillRect b="-104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675" y="4799767"/>
                <a:ext cx="903914" cy="63478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3275856" y="4941168"/>
            <a:ext cx="127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Divide by 5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8" y="4799767"/>
                <a:ext cx="2730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47" y="5171693"/>
                <a:ext cx="273045" cy="369332"/>
              </a:xfrm>
              <a:prstGeom prst="rect">
                <a:avLst/>
              </a:prstGeom>
              <a:blipFill rotWithShape="0">
                <a:blip r:embed="rId14"/>
                <a:stretch>
                  <a:fillRect r="-9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6901814" y="488106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Cancel out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4793218"/>
                <a:ext cx="273045" cy="369332"/>
              </a:xfrm>
              <a:prstGeom prst="rect">
                <a:avLst/>
              </a:prstGeom>
              <a:blipFill rotWithShape="0">
                <a:blip r:embed="rId15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14" y="5094736"/>
                <a:ext cx="273045" cy="369332"/>
              </a:xfrm>
              <a:prstGeom prst="rect">
                <a:avLst/>
              </a:prstGeom>
              <a:blipFill rotWithShape="0">
                <a:blip r:embed="rId16"/>
                <a:stretch>
                  <a:fillRect r="-8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 flipV="1">
            <a:off x="5622645" y="483182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5606581" y="516339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809317" y="481395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794006" y="514441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12623" y="454477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58" name="TextBox 57"/>
          <p:cNvSpPr txBox="1"/>
          <p:nvPr/>
        </p:nvSpPr>
        <p:spPr>
          <a:xfrm>
            <a:off x="5463640" y="539418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932040" y="5763516"/>
                <a:ext cx="123327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5763516"/>
                <a:ext cx="1233274" cy="63478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87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𝑥𝑧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𝑥𝑧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3568" y="3429000"/>
                <a:ext cx="2880320" cy="66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429000"/>
                <a:ext cx="2880320" cy="6649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6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try these together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𝑥𝑧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36299"/>
                <a:ext cx="7560840" cy="7351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3568" y="3429000"/>
                <a:ext cx="2880320" cy="66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429000"/>
                <a:ext cx="2880320" cy="66499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08517" y="5229200"/>
                <a:ext cx="2520280" cy="665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17" y="5229200"/>
                <a:ext cx="2520280" cy="6656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65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1417638"/>
            <a:ext cx="7128792" cy="11095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22" y="2513559"/>
            <a:ext cx="7191470" cy="22115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5109586"/>
            <a:ext cx="7920880" cy="10144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8922" y="4581128"/>
            <a:ext cx="243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Enrichment: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059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772816"/>
            <a:ext cx="5705330" cy="6480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636912"/>
            <a:ext cx="5705330" cy="21614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4798406"/>
            <a:ext cx="3120237" cy="50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6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1274</Words>
  <Application>Microsoft Office PowerPoint</Application>
  <PresentationFormat>On-screen Show (4:3)</PresentationFormat>
  <Paragraphs>447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 these together</vt:lpstr>
      <vt:lpstr>Let’s try these together</vt:lpstr>
      <vt:lpstr>Let’s try these together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57</cp:revision>
  <dcterms:created xsi:type="dcterms:W3CDTF">2014-05-14T02:58:57Z</dcterms:created>
  <dcterms:modified xsi:type="dcterms:W3CDTF">2015-04-30T05:23:02Z</dcterms:modified>
</cp:coreProperties>
</file>