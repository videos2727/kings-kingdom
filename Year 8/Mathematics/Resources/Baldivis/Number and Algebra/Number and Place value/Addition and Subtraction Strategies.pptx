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304" r:id="rId3"/>
    <p:sldId id="259" r:id="rId4"/>
    <p:sldId id="258" r:id="rId5"/>
    <p:sldId id="303" r:id="rId6"/>
    <p:sldId id="352" r:id="rId7"/>
    <p:sldId id="353" r:id="rId8"/>
    <p:sldId id="354" r:id="rId9"/>
    <p:sldId id="355" r:id="rId10"/>
    <p:sldId id="356" r:id="rId11"/>
    <p:sldId id="345" r:id="rId12"/>
    <p:sldId id="349" r:id="rId13"/>
    <p:sldId id="350" r:id="rId14"/>
    <p:sldId id="351" r:id="rId15"/>
    <p:sldId id="292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61" d="100"/>
          <a:sy n="61" d="100"/>
        </p:scale>
        <p:origin x="143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17/02/2015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17/02/2015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346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Strategies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strategies </a:t>
            </a:r>
            <a:r>
              <a:rPr lang="en-AU" sz="2400" dirty="0" smtClean="0"/>
              <a:t>we can use to add and subtract </a:t>
            </a:r>
            <a:r>
              <a:rPr lang="en-AU" sz="2400" dirty="0" smtClean="0"/>
              <a:t>mentally?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346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Strategies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strategies </a:t>
            </a:r>
            <a:r>
              <a:rPr lang="en-AU" sz="2400" dirty="0" smtClean="0"/>
              <a:t>we can use to add and subtract </a:t>
            </a:r>
            <a:r>
              <a:rPr lang="en-AU" sz="2400" dirty="0" smtClean="0"/>
              <a:t>mentally?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132856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Numbers can be added in any order and the answer will always be the same. This is called the </a:t>
            </a:r>
            <a:r>
              <a:rPr lang="en-AU" dirty="0" smtClean="0">
                <a:solidFill>
                  <a:srgbClr val="FF0000"/>
                </a:solidFill>
              </a:rPr>
              <a:t>Commutative Law</a:t>
            </a:r>
            <a:r>
              <a:rPr lang="en-AU" dirty="0" smtClean="0"/>
              <a:t>.</a:t>
            </a:r>
          </a:p>
          <a:p>
            <a:r>
              <a:rPr lang="en-AU" dirty="0" smtClean="0"/>
              <a:t>This law does not hold for subtraction, and you shouldn’t forget about BIMDAS.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48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346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Strategies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strategies </a:t>
            </a:r>
            <a:r>
              <a:rPr lang="en-AU" sz="2400" dirty="0" smtClean="0"/>
              <a:t>we can use to add and subtract </a:t>
            </a:r>
            <a:r>
              <a:rPr lang="en-AU" sz="2400" dirty="0" smtClean="0"/>
              <a:t>mentally?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132856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Numbers can be added in any order and the answer will always be the same. This is called the </a:t>
            </a:r>
            <a:r>
              <a:rPr lang="en-AU" dirty="0" smtClean="0">
                <a:solidFill>
                  <a:srgbClr val="FF0000"/>
                </a:solidFill>
              </a:rPr>
              <a:t>Commutative Law</a:t>
            </a:r>
            <a:r>
              <a:rPr lang="en-AU" dirty="0" smtClean="0"/>
              <a:t>.</a:t>
            </a:r>
          </a:p>
          <a:p>
            <a:r>
              <a:rPr lang="en-AU" dirty="0" smtClean="0"/>
              <a:t>This law does not hold for subtraction, and you shouldn’t forget about BIMDAS.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227687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commutative law?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205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346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Strategies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strategies </a:t>
            </a:r>
            <a:r>
              <a:rPr lang="en-AU" sz="2400" dirty="0" smtClean="0"/>
              <a:t>we can use to add and subtract </a:t>
            </a:r>
            <a:r>
              <a:rPr lang="en-AU" sz="2400" dirty="0" smtClean="0"/>
              <a:t>mentally?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132856"/>
            <a:ext cx="583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Numbers can be added in any order and the answer will always be the same. This is called the </a:t>
            </a:r>
            <a:r>
              <a:rPr lang="en-AU" dirty="0" smtClean="0">
                <a:solidFill>
                  <a:srgbClr val="FF0000"/>
                </a:solidFill>
              </a:rPr>
              <a:t>Commutative Law</a:t>
            </a:r>
            <a:r>
              <a:rPr lang="en-AU" dirty="0" smtClean="0"/>
              <a:t>.</a:t>
            </a:r>
          </a:p>
          <a:p>
            <a:r>
              <a:rPr lang="en-AU" dirty="0" smtClean="0"/>
              <a:t>This law does not hold for subtraction, and you shouldn’t forget about BIMDAS.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227687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commutative law?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3573016"/>
                <a:ext cx="547260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e.g.    14  +  10  =  10  +  14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573016"/>
                <a:ext cx="5472608" cy="923330"/>
              </a:xfrm>
              <a:prstGeom prst="rect">
                <a:avLst/>
              </a:prstGeom>
              <a:blipFill rotWithShape="0">
                <a:blip r:embed="rId2"/>
                <a:stretch>
                  <a:fillRect l="-1003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131840" y="4797152"/>
                <a:ext cx="561662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−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−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</a:p>
              <a:p>
                <a:endParaRPr lang="en-AU" dirty="0" smtClean="0"/>
              </a:p>
              <a:p>
                <a:r>
                  <a:rPr lang="en-AU" dirty="0" smtClean="0"/>
                  <a:t>e.g.     14  -  10 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AU" dirty="0" smtClean="0"/>
                  <a:t>  10  -  14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797152"/>
                <a:ext cx="5616624" cy="923330"/>
              </a:xfrm>
              <a:prstGeom prst="rect">
                <a:avLst/>
              </a:prstGeom>
              <a:blipFill rotWithShape="0">
                <a:blip r:embed="rId3"/>
                <a:stretch>
                  <a:fillRect l="-977" t="-4636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71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346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Strategies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strategies </a:t>
            </a:r>
            <a:r>
              <a:rPr lang="en-AU" sz="2400" dirty="0" smtClean="0"/>
              <a:t>we can use to add and subtract </a:t>
            </a:r>
            <a:r>
              <a:rPr lang="en-AU" sz="2400" dirty="0" smtClean="0"/>
              <a:t>mentally?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71875" y="2204864"/>
            <a:ext cx="2592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Partitioning</a:t>
            </a:r>
          </a:p>
          <a:p>
            <a:endParaRPr lang="en-AU" dirty="0"/>
          </a:p>
          <a:p>
            <a:r>
              <a:rPr lang="en-AU" dirty="0" smtClean="0"/>
              <a:t>Compensating</a:t>
            </a:r>
          </a:p>
          <a:p>
            <a:endParaRPr lang="en-AU" dirty="0" smtClean="0"/>
          </a:p>
          <a:p>
            <a:r>
              <a:rPr lang="en-AU" dirty="0" smtClean="0"/>
              <a:t>Doubling or halving</a:t>
            </a:r>
            <a:endParaRPr lang="en-AU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5515" y="2045722"/>
            <a:ext cx="5995865" cy="181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99084" y="3870242"/>
            <a:ext cx="5995866" cy="1803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2927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346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Addition and Subtraction Strategies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strategies </a:t>
            </a:r>
            <a:r>
              <a:rPr lang="en-AU" sz="2400" dirty="0" smtClean="0"/>
              <a:t>we can use to add and subtract </a:t>
            </a:r>
            <a:r>
              <a:rPr lang="en-AU" sz="2400" dirty="0" smtClean="0"/>
              <a:t>mentally?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832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Discussion:</a:t>
            </a:r>
          </a:p>
          <a:p>
            <a:r>
              <a:rPr lang="en-AU" dirty="0" smtClean="0"/>
              <a:t>Can you think of and describe any more strategies that you use?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152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548680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59721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2924944"/>
            <a:ext cx="579120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548680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9675" y="1200150"/>
            <a:ext cx="672465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548680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4413" y="1357313"/>
            <a:ext cx="7115175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548680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340768"/>
            <a:ext cx="3822923" cy="4532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419</Words>
  <Application>Microsoft Office PowerPoint</Application>
  <PresentationFormat>On-screen Show (4:3)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 Math</vt:lpstr>
      <vt:lpstr>Office Theme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83</cp:revision>
  <dcterms:created xsi:type="dcterms:W3CDTF">2014-05-14T02:58:57Z</dcterms:created>
  <dcterms:modified xsi:type="dcterms:W3CDTF">2015-02-17T13:33:57Z</dcterms:modified>
</cp:coreProperties>
</file>