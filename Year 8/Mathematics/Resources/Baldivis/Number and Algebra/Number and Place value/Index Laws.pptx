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259" r:id="rId3"/>
    <p:sldId id="258" r:id="rId4"/>
    <p:sldId id="303" r:id="rId5"/>
    <p:sldId id="304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21" r:id="rId20"/>
    <p:sldId id="325" r:id="rId21"/>
    <p:sldId id="292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2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11/02/2015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1628800"/>
                <a:ext cx="8229600" cy="452596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0" indent="0" algn="r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628800"/>
                <a:ext cx="82296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7" y="3645024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1158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×3×3×3×3×3×3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12310" y="3501008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5176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7" y="3429000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0568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7" y="3284984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3635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39552" y="3429000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3144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4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32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36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084168" y="215751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724128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45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8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25390" y="32836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2836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9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6164" y="2038748"/>
            <a:ext cx="1564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One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7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0770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07706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04719" y="3666912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19" y="3666912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991272" y="3721389"/>
                <a:ext cx="29634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272" y="3721389"/>
                <a:ext cx="296344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4254670"/>
                <a:ext cx="2284856" cy="828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254670"/>
                <a:ext cx="2284856" cy="8289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7427" y="2975466"/>
            <a:ext cx="1562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</a:t>
            </a:r>
            <a:r>
              <a:rPr lang="en-AU" u="sng" dirty="0" smtClean="0"/>
              <a:t>Law Two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17801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0" b="43675"/>
          <a:stretch/>
        </p:blipFill>
        <p:spPr bwMode="auto">
          <a:xfrm>
            <a:off x="85305" y="1042274"/>
            <a:ext cx="8664996" cy="327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9" b="44802"/>
          <a:stretch/>
        </p:blipFill>
        <p:spPr bwMode="auto">
          <a:xfrm>
            <a:off x="1148197" y="1124743"/>
            <a:ext cx="6700404" cy="3040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880</Words>
  <Application>Microsoft Office PowerPoint</Application>
  <PresentationFormat>On-screen Show (4:3)</PresentationFormat>
  <Paragraphs>153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2015-02-11T13:44:45Z</dcterms:modified>
</cp:coreProperties>
</file>