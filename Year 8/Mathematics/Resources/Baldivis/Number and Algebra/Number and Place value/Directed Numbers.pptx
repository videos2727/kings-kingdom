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58" r:id="rId4"/>
    <p:sldId id="303" r:id="rId5"/>
    <p:sldId id="306" r:id="rId6"/>
    <p:sldId id="317" r:id="rId7"/>
    <p:sldId id="305" r:id="rId8"/>
    <p:sldId id="307" r:id="rId9"/>
    <p:sldId id="308" r:id="rId10"/>
    <p:sldId id="309" r:id="rId11"/>
    <p:sldId id="310" r:id="rId12"/>
    <p:sldId id="311" r:id="rId13"/>
    <p:sldId id="312" r:id="rId14"/>
    <p:sldId id="316" r:id="rId15"/>
    <p:sldId id="313" r:id="rId16"/>
    <p:sldId id="314" r:id="rId17"/>
    <p:sldId id="315" r:id="rId18"/>
    <p:sldId id="304" r:id="rId19"/>
    <p:sldId id="301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89165" autoAdjust="0"/>
  </p:normalViewPr>
  <p:slideViewPr>
    <p:cSldViewPr>
      <p:cViewPr varScale="1">
        <p:scale>
          <a:sx n="59" d="100"/>
          <a:sy n="59" d="100"/>
        </p:scale>
        <p:origin x="1486" y="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</a:t>
            </a:r>
            <a:r>
              <a:rPr lang="en-AU" dirty="0"/>
              <a:t> –</a:t>
            </a:r>
            <a:r>
              <a:rPr lang="en-AU" dirty="0" smtClean="0"/>
              <a:t> (-3) =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170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 smtClean="0"/>
              <a:t>2</a:t>
            </a:r>
            <a:r>
              <a:rPr lang="en-AU" dirty="0"/>
              <a:t> –</a:t>
            </a:r>
            <a:r>
              <a:rPr lang="en-AU" dirty="0" smtClean="0"/>
              <a:t> (-3) =</a:t>
            </a:r>
            <a:endParaRPr lang="en-AU" dirty="0"/>
          </a:p>
        </p:txBody>
      </p:sp>
      <p:pic>
        <p:nvPicPr>
          <p:cNvPr id="1032" name="Picture 8" descr="C:\Users\e4047095\AppData\Local\Microsoft\Windows\Temporary Internet Files\Content.IE5\FL99N31V\Figure_12_02_03a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700808"/>
            <a:ext cx="3962400" cy="462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14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387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599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40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63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89344" y="4678620"/>
                <a:ext cx="15456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−4+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−3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4678620"/>
                <a:ext cx="154561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32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89344" y="4678620"/>
                <a:ext cx="172156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4678620"/>
                <a:ext cx="1721562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4009510" y="4701060"/>
            <a:ext cx="562490" cy="262548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endCxn id="17" idx="0"/>
          </p:cNvCxnSpPr>
          <p:nvPr/>
        </p:nvCxnSpPr>
        <p:spPr>
          <a:xfrm flipH="1">
            <a:off x="4350125" y="4535254"/>
            <a:ext cx="860781" cy="1433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53278" y="4366665"/>
            <a:ext cx="153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Adjacent signs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117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adding and subtracting?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2204864"/>
            <a:ext cx="505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Replace two adjacent signs using the following rules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244251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44725" y="3658091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31202" y="3767844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89344" y="4678620"/>
                <a:ext cx="20072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−4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−4  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AU" b="0" i="1" smtClean="0">
                        <a:latin typeface="Cambria Math"/>
                      </a:rPr>
                      <m:t>  3  =−7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4678620"/>
                <a:ext cx="2007281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4166030" y="4701060"/>
            <a:ext cx="562490" cy="262548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350125" y="4535254"/>
            <a:ext cx="860781" cy="1433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53278" y="4366665"/>
            <a:ext cx="153067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Adjacent signs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858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Task-two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3=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5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6657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solve problems involving directed numbers?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e.g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−12</m:t>
                    </m:r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−30  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3  =10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225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194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187624" y="1628800"/>
            <a:ext cx="7056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Turn to page 29 in your text books.</a:t>
            </a:r>
          </a:p>
          <a:p>
            <a:endParaRPr lang="en-AU" sz="2000" dirty="0"/>
          </a:p>
          <a:p>
            <a:r>
              <a:rPr lang="en-AU" sz="2000" dirty="0" smtClean="0"/>
              <a:t>Complete Questions 4 to 12.</a:t>
            </a:r>
            <a:endParaRPr lang="en-A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187624" y="3861048"/>
            <a:ext cx="62646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Extension:</a:t>
            </a:r>
          </a:p>
          <a:p>
            <a:endParaRPr lang="en-AU" sz="2000" dirty="0"/>
          </a:p>
          <a:p>
            <a:r>
              <a:rPr lang="en-AU" sz="2000" dirty="0" smtClean="0"/>
              <a:t>Try question 16 or 17 on page 30.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03563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738</Words>
  <Application>Microsoft Office PowerPoint</Application>
  <PresentationFormat>On-screen Show (4:3)</PresentationFormat>
  <Paragraphs>225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Task One</vt:lpstr>
      <vt:lpstr>Task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Task-two</vt:lpstr>
      <vt:lpstr>PowerPoint Presentation</vt:lpstr>
      <vt:lpstr>PowerPoint Presentation</vt:lpstr>
      <vt:lpstr>PowerPoint Presentation</vt:lpstr>
      <vt:lpstr>Task 3 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60</cp:revision>
  <dcterms:created xsi:type="dcterms:W3CDTF">2014-05-14T02:58:57Z</dcterms:created>
  <dcterms:modified xsi:type="dcterms:W3CDTF">2015-02-21T10:57:52Z</dcterms:modified>
</cp:coreProperties>
</file>