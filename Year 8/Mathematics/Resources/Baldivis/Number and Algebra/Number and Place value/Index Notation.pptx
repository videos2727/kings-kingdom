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304" r:id="rId3"/>
    <p:sldId id="259" r:id="rId4"/>
    <p:sldId id="258" r:id="rId5"/>
    <p:sldId id="303" r:id="rId6"/>
    <p:sldId id="329" r:id="rId7"/>
    <p:sldId id="330" r:id="rId8"/>
    <p:sldId id="331" r:id="rId9"/>
    <p:sldId id="332" r:id="rId10"/>
    <p:sldId id="327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 varScale="1">
        <p:scale>
          <a:sx n="74" d="100"/>
          <a:sy n="74" d="100"/>
        </p:scale>
        <p:origin x="1054" y="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10/02/2015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smtClean="0"/>
              <a:t>Interactive Workbook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an integer to the power of a positive integer?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an integer to the power of a positive integer? 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index law 1?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dirty="0" smtClean="0"/>
                  <a:t>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63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an integer to the power of a positive integer? 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index law 1?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dirty="0" smtClean="0"/>
                  <a:t>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= 3x3x3  x  3x3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 smtClean="0"/>
                  <a:t>        or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3+2</m:t>
                        </m:r>
                      </m:sup>
                    </m:sSup>
                  </m:oMath>
                </a14:m>
                <a:r>
                  <a:rPr lang="en-AU" dirty="0" smtClean="0"/>
                  <a:t>  =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blipFill rotWithShape="0">
                <a:blip r:embed="rId3"/>
                <a:stretch>
                  <a:fillRect l="-978" t="-4545" b="-10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45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an integer to the power of a positive integer? 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index law 1?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dirty="0" smtClean="0"/>
                  <a:t>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= 3x3x3  x  3x3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 smtClean="0"/>
                  <a:t>        or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3+2</m:t>
                        </m:r>
                      </m:sup>
                    </m:sSup>
                  </m:oMath>
                </a14:m>
                <a:r>
                  <a:rPr lang="en-AU" dirty="0" smtClean="0"/>
                  <a:t>  =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blipFill rotWithShape="0">
                <a:blip r:embed="rId3"/>
                <a:stretch>
                  <a:fillRect l="-978" t="-4545" b="-10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51520" y="4221088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index law 2?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03848" y="4293096"/>
                <a:ext cx="352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 smtClean="0"/>
                  <a:t> ÷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dirty="0" smtClean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3528392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870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an integer to the power of a positive integer? 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93471" y="2204864"/>
            <a:ext cx="2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index law 1?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AU" dirty="0" smtClean="0"/>
                  <a:t> =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276872"/>
                <a:ext cx="5760640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= 3x3x3  x  3x3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 smtClean="0"/>
                  <a:t>        or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3+2</m:t>
                        </m:r>
                      </m:sup>
                    </m:sSup>
                  </m:oMath>
                </a14:m>
                <a:r>
                  <a:rPr lang="en-AU" dirty="0" smtClean="0"/>
                  <a:t>  =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780928"/>
                <a:ext cx="5608096" cy="669992"/>
              </a:xfrm>
              <a:prstGeom prst="rect">
                <a:avLst/>
              </a:prstGeom>
              <a:blipFill rotWithShape="0">
                <a:blip r:embed="rId3"/>
                <a:stretch>
                  <a:fillRect l="-978" t="-4545" b="-109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51520" y="4221088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index law 2?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03848" y="4293096"/>
                <a:ext cx="3528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 smtClean="0"/>
                  <a:t> ÷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AU" dirty="0" smtClean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3528392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3131840" y="4941168"/>
                <a:ext cx="5328592" cy="1206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e.g.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AU" dirty="0" smtClean="0"/>
                  <a:t>  </a:t>
                </a:r>
                <a:r>
                  <a:rPr lang="en-AU" dirty="0" smtClean="0"/>
                  <a:t>÷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 =   (3x3x3x3x3)  </a:t>
                </a:r>
                <a:r>
                  <a:rPr lang="en-AU" dirty="0"/>
                  <a:t>÷</a:t>
                </a:r>
                <a:r>
                  <a:rPr lang="en-AU" dirty="0" smtClean="0"/>
                  <a:t> </a:t>
                </a:r>
                <a:r>
                  <a:rPr lang="en-AU" dirty="0" smtClean="0"/>
                  <a:t>(3x3)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5−3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FF0000"/>
                    </a:solidFill>
                  </a:rPr>
                  <a:t>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941168"/>
                <a:ext cx="5328592" cy="1206484"/>
              </a:xfrm>
              <a:prstGeom prst="rect">
                <a:avLst/>
              </a:prstGeom>
              <a:blipFill rotWithShape="0">
                <a:blip r:embed="rId5"/>
                <a:stretch>
                  <a:fillRect l="-1030" t="-3046" b="-7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227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484784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smtClean="0"/>
              <a:t>Complete page 308 from your text books.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2420888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Extension:</a:t>
            </a:r>
          </a:p>
          <a:p>
            <a:r>
              <a:rPr lang="en-AU" dirty="0" smtClean="0"/>
              <a:t>Try question 16 on page 310.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936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292</Words>
  <Application>Microsoft Office PowerPoint</Application>
  <PresentationFormat>On-screen Show (4:3)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My Number Interactive Workbook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67</cp:revision>
  <dcterms:created xsi:type="dcterms:W3CDTF">2014-05-14T02:58:57Z</dcterms:created>
  <dcterms:modified xsi:type="dcterms:W3CDTF">2015-02-10T01:08:27Z</dcterms:modified>
</cp:coreProperties>
</file>