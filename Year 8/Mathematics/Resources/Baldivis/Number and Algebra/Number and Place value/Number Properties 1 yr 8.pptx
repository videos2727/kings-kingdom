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304" r:id="rId3"/>
    <p:sldId id="259" r:id="rId4"/>
    <p:sldId id="258" r:id="rId5"/>
    <p:sldId id="305" r:id="rId6"/>
    <p:sldId id="332" r:id="rId7"/>
    <p:sldId id="303" r:id="rId8"/>
    <p:sldId id="330" r:id="rId9"/>
    <p:sldId id="331" r:id="rId10"/>
    <p:sldId id="333" r:id="rId11"/>
    <p:sldId id="334" r:id="rId12"/>
    <p:sldId id="338" r:id="rId13"/>
    <p:sldId id="337" r:id="rId14"/>
    <p:sldId id="336" r:id="rId15"/>
    <p:sldId id="335" r:id="rId16"/>
    <p:sldId id="339" r:id="rId17"/>
    <p:sldId id="340" r:id="rId18"/>
    <p:sldId id="341" r:id="rId19"/>
    <p:sldId id="342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74" d="100"/>
          <a:sy n="74" d="100"/>
        </p:scale>
        <p:origin x="1058" y="2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4/02/2015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smtClean="0"/>
              <a:t>Interactive </a:t>
            </a:r>
            <a:r>
              <a:rPr lang="en-AU" smtClean="0"/>
              <a:t>Work</a:t>
            </a:r>
            <a:r>
              <a:rPr lang="en-AU" smtClean="0"/>
              <a:t>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 – Show me boards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60"/>
                <a:ext cx="8229600" cy="5328592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the factors of 8.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down the first 5 multiples of 7.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the HCF of 12 and 20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the LCM of 8 and 10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16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125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5328592"/>
              </a:xfrm>
              <a:blipFill rotWithShape="0">
                <a:blip r:embed="rId2"/>
                <a:stretch>
                  <a:fillRect l="-1778" t="-24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1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Two – Write a definition for the following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Integer</a:t>
            </a:r>
          </a:p>
          <a:p>
            <a:r>
              <a:rPr lang="en-AU" dirty="0" smtClean="0"/>
              <a:t>Factor </a:t>
            </a:r>
          </a:p>
          <a:p>
            <a:r>
              <a:rPr lang="en-AU" dirty="0" smtClean="0"/>
              <a:t>Multiple </a:t>
            </a:r>
          </a:p>
          <a:p>
            <a:r>
              <a:rPr lang="en-AU" dirty="0" smtClean="0"/>
              <a:t>Prime Number</a:t>
            </a:r>
          </a:p>
          <a:p>
            <a:r>
              <a:rPr lang="en-AU" dirty="0" smtClean="0"/>
              <a:t>Square Number </a:t>
            </a:r>
          </a:p>
          <a:p>
            <a:r>
              <a:rPr lang="en-AU" dirty="0" smtClean="0"/>
              <a:t>Cube Number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130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the difference between the HCF and LCM and how are both are calculated</a:t>
            </a:r>
            <a:r>
              <a:rPr lang="en-AU" sz="2400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99" y="2060848"/>
            <a:ext cx="2003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an integer?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611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544514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5445145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08" t="-3289" r="-112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08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544514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5445145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08" t="-3289" r="-112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6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884" t="-13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69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multiple?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884" t="-13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28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multiple?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884" t="-8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21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86140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multiple?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884" t="-8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65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86140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multiple?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4247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4247317"/>
              </a:xfrm>
              <a:prstGeom prst="rect">
                <a:avLst/>
              </a:prstGeom>
              <a:blipFill rotWithShape="1">
                <a:blip r:embed="rId2"/>
                <a:stretch>
                  <a:fillRect l="-884" t="-717" b="-1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7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80850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r>
              <a:rPr lang="en-AU" dirty="0" smtClean="0"/>
              <a:t>a factor?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a multiple?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square number?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139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139321"/>
              </a:xfrm>
              <a:prstGeom prst="rect">
                <a:avLst/>
              </a:prstGeom>
              <a:blipFill rotWithShape="1">
                <a:blip r:embed="rId2"/>
                <a:stretch>
                  <a:fillRect l="-884" t="-971" b="-21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36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94335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r>
              <a:rPr lang="en-AU" dirty="0" smtClean="0"/>
              <a:t>a factor?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a multiple?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a square number?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970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25 is a square number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=5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970318"/>
              </a:xfrm>
              <a:prstGeom prst="rect">
                <a:avLst/>
              </a:prstGeom>
              <a:blipFill rotWithShape="1">
                <a:blip r:embed="rId2"/>
                <a:stretch>
                  <a:fillRect l="-884" t="-768" b="-15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37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94335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r>
              <a:rPr lang="en-AU" dirty="0" smtClean="0"/>
              <a:t>a factor?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a multiple?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a square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square root?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970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25 is a square number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=5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970318"/>
              </a:xfrm>
              <a:prstGeom prst="rect">
                <a:avLst/>
              </a:prstGeom>
              <a:blipFill rotWithShape="1">
                <a:blip r:embed="rId2"/>
                <a:stretch>
                  <a:fillRect l="-884" t="-768" b="-15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43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94335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r>
              <a:rPr lang="en-AU" dirty="0" smtClean="0"/>
              <a:t>a factor?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a multiple?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a square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square root?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1964353"/>
                <a:ext cx="6206379" cy="48724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25 is a square number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=5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 smtClean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64353"/>
                <a:ext cx="6206379" cy="4872488"/>
              </a:xfrm>
              <a:prstGeom prst="rect">
                <a:avLst/>
              </a:prstGeom>
              <a:blipFill rotWithShape="1">
                <a:blip r:embed="rId2"/>
                <a:stretch>
                  <a:fillRect l="-884" t="-6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48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1528</Words>
  <Application>Microsoft Office PowerPoint</Application>
  <PresentationFormat>On-screen Show (4:3)</PresentationFormat>
  <Paragraphs>401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Office Theme</vt:lpstr>
      <vt:lpstr>My Number Interactive Workbook</vt:lpstr>
      <vt:lpstr>Create your own front page</vt:lpstr>
      <vt:lpstr>PowerPoint Presentation</vt:lpstr>
      <vt:lpstr>PowerPoint Presentation</vt:lpstr>
      <vt:lpstr>Task One – Show me boards</vt:lpstr>
      <vt:lpstr>Task Two – Write a definition for the following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72</cp:revision>
  <dcterms:created xsi:type="dcterms:W3CDTF">2014-05-14T02:58:57Z</dcterms:created>
  <dcterms:modified xsi:type="dcterms:W3CDTF">2015-02-04T04:08:34Z</dcterms:modified>
</cp:coreProperties>
</file>