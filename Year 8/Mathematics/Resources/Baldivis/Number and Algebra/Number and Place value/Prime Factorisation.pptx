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0" r:id="rId2"/>
    <p:sldId id="259" r:id="rId3"/>
    <p:sldId id="258" r:id="rId4"/>
    <p:sldId id="303" r:id="rId5"/>
    <p:sldId id="317" r:id="rId6"/>
    <p:sldId id="318" r:id="rId7"/>
    <p:sldId id="319" r:id="rId8"/>
    <p:sldId id="320" r:id="rId9"/>
    <p:sldId id="321" r:id="rId10"/>
    <p:sldId id="322" r:id="rId11"/>
    <p:sldId id="324" r:id="rId12"/>
    <p:sldId id="325" r:id="rId13"/>
    <p:sldId id="323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16" r:id="rId22"/>
    <p:sldId id="304" r:id="rId23"/>
    <p:sldId id="292" r:id="rId24"/>
    <p:sldId id="291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89165" autoAdjust="0"/>
  </p:normalViewPr>
  <p:slideViewPr>
    <p:cSldViewPr>
      <p:cViewPr varScale="1">
        <p:scale>
          <a:sx n="71" d="100"/>
          <a:sy n="71" d="100"/>
        </p:scale>
        <p:origin x="1138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Put your hand up to answer these questions:</a:t>
            </a:r>
          </a:p>
          <a:p>
            <a:pPr marL="0" indent="0">
              <a:buNone/>
            </a:pPr>
            <a:endParaRPr lang="en-AU" dirty="0" smtClean="0"/>
          </a:p>
          <a:p>
            <a:pPr marL="514350" indent="-514350">
              <a:buAutoNum type="arabicPeriod"/>
            </a:pPr>
            <a:r>
              <a:rPr lang="en-AU" dirty="0" smtClean="0"/>
              <a:t>What does product mean?</a:t>
            </a:r>
          </a:p>
          <a:p>
            <a:pPr marL="514350" indent="-514350">
              <a:buAutoNum type="arabicPeriod"/>
            </a:pPr>
            <a:r>
              <a:rPr lang="en-AU" dirty="0" smtClean="0"/>
              <a:t>What are prime numbers?</a:t>
            </a:r>
          </a:p>
          <a:p>
            <a:pPr marL="514350" indent="-514350">
              <a:buAutoNum type="arabicPeriod"/>
            </a:pPr>
            <a:r>
              <a:rPr lang="en-AU" dirty="0" smtClean="0"/>
              <a:t>What are factors?</a:t>
            </a:r>
          </a:p>
          <a:p>
            <a:pPr marL="514350" indent="-514350">
              <a:buAutoNum type="arabicPeriod"/>
            </a:pPr>
            <a:r>
              <a:rPr lang="en-AU" dirty="0" smtClean="0"/>
              <a:t>Is the number 1 prime?</a:t>
            </a:r>
            <a:endParaRPr lang="en-AU" dirty="0" smtClean="0"/>
          </a:p>
          <a:p>
            <a:pPr marL="0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95114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Every whole number greater than 1 can be written as a product of prime factors.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4108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Every whole number greater than 1 can be written as a product of prime factors.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817755"/>
            <a:ext cx="5256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Writing numbers as a product of its prime factors can help to simplify expressions and determine other properties of numbers or pairs of numbers.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016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Every whole number greater than 1 can be written as a product of prime factors.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817755"/>
            <a:ext cx="5256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Writing numbers as a product of its prime factors can help to simplify expressions and determine other properties of numbers or pairs of numbers.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203848" y="4005064"/>
            <a:ext cx="532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 Factorisation </a:t>
            </a:r>
            <a:r>
              <a:rPr lang="en-AU" dirty="0" smtClean="0"/>
              <a:t>involves writing numbers as a product of prime factors.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e.g. 12 =  2  x  2  x  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03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Every whole number greater than 1 can be written as a product of prime factors.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817755"/>
            <a:ext cx="5256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Writing numbers as a product of its prime factors can help to simplify expressions and determine other properties of numbers or pairs of numbers.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203848" y="4005064"/>
            <a:ext cx="532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 Factorisation </a:t>
            </a:r>
            <a:r>
              <a:rPr lang="en-AU" dirty="0" smtClean="0"/>
              <a:t>involves writing numbers as a product of prime factors.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e.g. 12 =  2  x  2  x  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275856" y="5229200"/>
                <a:ext cx="5328592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b="1" dirty="0" smtClean="0">
                    <a:solidFill>
                      <a:srgbClr val="0070C0"/>
                    </a:solidFill>
                  </a:rPr>
                  <a:t> x  3    </a:t>
                </a:r>
                <a:r>
                  <a:rPr lang="en-AU" dirty="0" smtClean="0"/>
                  <a:t>is the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prime factor form </a:t>
                </a:r>
                <a:r>
                  <a:rPr lang="en-AU" dirty="0" smtClean="0"/>
                  <a:t>of 12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5229200"/>
                <a:ext cx="5328592" cy="375552"/>
              </a:xfrm>
              <a:prstGeom prst="rect">
                <a:avLst/>
              </a:prstGeom>
              <a:blipFill rotWithShape="0">
                <a:blip r:embed="rId2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3838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Every whole number greater than 1 can be written as a product of prime factors.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817755"/>
            <a:ext cx="5256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Writing numbers as a product of its prime factors can help to simplify expressions and determine other properties of numbers or pairs of numbers.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203848" y="4005064"/>
            <a:ext cx="532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 Factorisation </a:t>
            </a:r>
            <a:r>
              <a:rPr lang="en-AU" dirty="0" smtClean="0"/>
              <a:t>involves writing numbers as a product of prime factors.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e.g. 12 =  2  x  2  x  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189265" y="5004597"/>
                <a:ext cx="5328592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b="1" dirty="0" smtClean="0">
                    <a:solidFill>
                      <a:srgbClr val="0070C0"/>
                    </a:solidFill>
                  </a:rPr>
                  <a:t> x  3    </a:t>
                </a:r>
                <a:r>
                  <a:rPr lang="en-AU" dirty="0" smtClean="0"/>
                  <a:t>is the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prime factor form </a:t>
                </a:r>
                <a:r>
                  <a:rPr lang="en-AU" dirty="0" smtClean="0"/>
                  <a:t>of 12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265" y="5004597"/>
                <a:ext cx="5328592" cy="375552"/>
              </a:xfrm>
              <a:prstGeom prst="rect">
                <a:avLst/>
              </a:prstGeom>
              <a:blipFill rotWithShape="0">
                <a:blip r:embed="rId2"/>
                <a:stretch>
                  <a:fillRect t="-8065" b="-24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79512" y="227687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prime factorisation?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597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Every whole number greater than 1 can be written as a product of prime factors.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817755"/>
            <a:ext cx="5256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Writing numbers as a product of its prime factors can help to simplify expressions and determine other properties of numbers or pairs of numbers.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203848" y="4005064"/>
            <a:ext cx="532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 Factorisation </a:t>
            </a:r>
            <a:r>
              <a:rPr lang="en-AU" dirty="0" smtClean="0"/>
              <a:t>involves writing numbers as a product of prime factors.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e.g. 12 =  2  x  2  x  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189265" y="5004597"/>
                <a:ext cx="5328592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b="1" dirty="0" smtClean="0">
                    <a:solidFill>
                      <a:srgbClr val="0070C0"/>
                    </a:solidFill>
                  </a:rPr>
                  <a:t> x  3    </a:t>
                </a:r>
                <a:r>
                  <a:rPr lang="en-AU" dirty="0" smtClean="0"/>
                  <a:t>is the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prime factor form </a:t>
                </a:r>
                <a:r>
                  <a:rPr lang="en-AU" dirty="0" smtClean="0"/>
                  <a:t>of 12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265" y="5004597"/>
                <a:ext cx="5328592" cy="375552"/>
              </a:xfrm>
              <a:prstGeom prst="rect">
                <a:avLst/>
              </a:prstGeom>
              <a:blipFill rotWithShape="0">
                <a:blip r:embed="rId2"/>
                <a:stretch>
                  <a:fillRect t="-8065" b="-24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79512" y="227687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prime factorisation?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89265" y="545635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prime factors are usually written in </a:t>
            </a:r>
            <a:r>
              <a:rPr lang="en-AU" b="1" dirty="0" smtClean="0">
                <a:solidFill>
                  <a:srgbClr val="FF0000"/>
                </a:solidFill>
              </a:rPr>
              <a:t>ascending order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382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Every whole number greater than 1 can be written as a product of prime factors.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817755"/>
            <a:ext cx="5256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Writing numbers as a product of its prime factors can help to simplify expressions and determine other properties of numbers or pairs of numbers.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203848" y="4005064"/>
            <a:ext cx="532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 Factorisation </a:t>
            </a:r>
            <a:r>
              <a:rPr lang="en-AU" dirty="0" smtClean="0"/>
              <a:t>involves writing numbers as a product of prime factors.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e.g. 12 =  2  x  2  x  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189265" y="5004597"/>
                <a:ext cx="5328592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b="1" dirty="0" smtClean="0">
                    <a:solidFill>
                      <a:srgbClr val="0070C0"/>
                    </a:solidFill>
                  </a:rPr>
                  <a:t> x  3    </a:t>
                </a:r>
                <a:r>
                  <a:rPr lang="en-AU" dirty="0" smtClean="0"/>
                  <a:t>is the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prime factor form </a:t>
                </a:r>
                <a:r>
                  <a:rPr lang="en-AU" dirty="0" smtClean="0"/>
                  <a:t>of 12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265" y="5004597"/>
                <a:ext cx="5328592" cy="375552"/>
              </a:xfrm>
              <a:prstGeom prst="rect">
                <a:avLst/>
              </a:prstGeom>
              <a:blipFill rotWithShape="0">
                <a:blip r:embed="rId2"/>
                <a:stretch>
                  <a:fillRect t="-8065" b="-24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79512" y="227687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prime factorisation?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53261" y="5462373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prime factors are usually written in </a:t>
            </a:r>
            <a:r>
              <a:rPr lang="en-AU" b="1" dirty="0" smtClean="0">
                <a:solidFill>
                  <a:srgbClr val="FF0000"/>
                </a:solidFill>
              </a:rPr>
              <a:t>ascending order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87523" y="5913929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</a:t>
            </a:r>
            <a:r>
              <a:rPr lang="en-AU" b="1" dirty="0" smtClean="0">
                <a:solidFill>
                  <a:srgbClr val="00B050"/>
                </a:solidFill>
              </a:rPr>
              <a:t>prime factor tree </a:t>
            </a:r>
            <a:r>
              <a:rPr lang="en-AU" dirty="0" smtClean="0"/>
              <a:t>can help to work out the prime factor form.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352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7083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95320" y="2483604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483604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the number into the product of any 2 factors.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3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483604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the number into the product of any 2 factors.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4806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0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483604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the number into the product of any 2 factors.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2277" y="3826785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Continue dividing until all factors are prime.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958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483604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the number into the product of any 2 factors.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TextBox 32"/>
          <p:cNvSpPr txBox="1"/>
          <p:nvPr/>
        </p:nvSpPr>
        <p:spPr>
          <a:xfrm>
            <a:off x="182277" y="3826785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Continue dividing until all factors are prime.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174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483604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the number into the product of any 2 factors.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TextBox 40"/>
          <p:cNvSpPr txBox="1"/>
          <p:nvPr/>
        </p:nvSpPr>
        <p:spPr>
          <a:xfrm>
            <a:off x="182277" y="3826785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Continue dividing until all factors are prime.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812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483604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the number into the product of any 2 factors.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1" name="Straight Connector 40"/>
          <p:cNvCxnSpPr/>
          <p:nvPr/>
        </p:nvCxnSpPr>
        <p:spPr>
          <a:xfrm>
            <a:off x="7127267" y="5402230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844441" y="5410130"/>
            <a:ext cx="222173" cy="41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50581" y="5759569"/>
            <a:ext cx="32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3" name="TextBox 42"/>
          <p:cNvSpPr txBox="1"/>
          <p:nvPr/>
        </p:nvSpPr>
        <p:spPr>
          <a:xfrm>
            <a:off x="7313431" y="5736245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4" name="TextBox 43"/>
          <p:cNvSpPr txBox="1"/>
          <p:nvPr/>
        </p:nvSpPr>
        <p:spPr>
          <a:xfrm>
            <a:off x="5936006" y="5736245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59699" y="571257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608416" y="5764710"/>
            <a:ext cx="376031" cy="3716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7293353" y="5773195"/>
            <a:ext cx="354913" cy="340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8" name="TextBox 47"/>
          <p:cNvSpPr txBox="1"/>
          <p:nvPr/>
        </p:nvSpPr>
        <p:spPr>
          <a:xfrm>
            <a:off x="182277" y="3826785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Continue dividing until all factors are prime.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9733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Why do we write numbers as products of prime factors?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483604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the number into the product of any 2 factors.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1" name="Straight Connector 40"/>
          <p:cNvCxnSpPr/>
          <p:nvPr/>
        </p:nvCxnSpPr>
        <p:spPr>
          <a:xfrm>
            <a:off x="7127267" y="5402230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844441" y="5410130"/>
            <a:ext cx="222173" cy="41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50581" y="5759569"/>
            <a:ext cx="32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3" name="TextBox 42"/>
          <p:cNvSpPr txBox="1"/>
          <p:nvPr/>
        </p:nvSpPr>
        <p:spPr>
          <a:xfrm>
            <a:off x="7313431" y="5736245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4" name="TextBox 43"/>
          <p:cNvSpPr txBox="1"/>
          <p:nvPr/>
        </p:nvSpPr>
        <p:spPr>
          <a:xfrm>
            <a:off x="5936006" y="5736245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59699" y="571257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608416" y="5764710"/>
            <a:ext cx="376031" cy="3716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7293353" y="5773195"/>
            <a:ext cx="354913" cy="340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987825" y="6026664"/>
                <a:ext cx="3066363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540 = 2  x  2  x  5  x  3  x  3  x  3</a:t>
                </a:r>
              </a:p>
              <a:p>
                <a:r>
                  <a:rPr lang="en-AU" dirty="0" smtClean="0"/>
                  <a:t>   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 x 5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5" y="6026664"/>
                <a:ext cx="3066363" cy="669992"/>
              </a:xfrm>
              <a:prstGeom prst="rect">
                <a:avLst/>
              </a:prstGeom>
              <a:blipFill rotWithShape="0">
                <a:blip r:embed="rId2"/>
                <a:stretch>
                  <a:fillRect l="-1590" t="-5455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182277" y="3826785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Continue dividing until all factors are prime.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254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Task-two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Let’s work through another example together.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Write 84 as a product of prime factors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768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3 - </a:t>
            </a:r>
            <a:r>
              <a:rPr lang="en-AU" dirty="0" smtClean="0"/>
              <a:t>Textbook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827584" y="2132856"/>
            <a:ext cx="7560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smtClean="0"/>
              <a:t>Complete questions 4 and 5 on page 21 of your text books.</a:t>
            </a:r>
            <a:endParaRPr lang="en-A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4149080"/>
            <a:ext cx="7344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Extension: </a:t>
            </a:r>
          </a:p>
          <a:p>
            <a:r>
              <a:rPr lang="en-AU" sz="2800" dirty="0" smtClean="0"/>
              <a:t>Page 22 question 14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03563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1205</TotalTime>
  <Words>1195</Words>
  <Application>Microsoft Office PowerPoint</Application>
  <PresentationFormat>On-screen Show (4:3)</PresentationFormat>
  <Paragraphs>294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PowerPoint Presentation</vt:lpstr>
      <vt:lpstr>Task 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Task-two</vt:lpstr>
      <vt:lpstr>Task 3 - Textbook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65</cp:revision>
  <dcterms:created xsi:type="dcterms:W3CDTF">2014-05-14T02:58:57Z</dcterms:created>
  <dcterms:modified xsi:type="dcterms:W3CDTF">2015-02-15T09:26:01Z</dcterms:modified>
</cp:coreProperties>
</file>