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9165" autoAdjust="0"/>
  </p:normalViewPr>
  <p:slideViewPr>
    <p:cSldViewPr>
      <p:cViewPr>
        <p:scale>
          <a:sx n="72" d="100"/>
          <a:sy n="72" d="100"/>
        </p:scale>
        <p:origin x="-132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19/02/2015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20608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2" y="2060848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406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174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1197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30304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0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0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7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its divisible by both 2 and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55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its divisible by both 2 and 3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>
                <a:solidFill>
                  <a:srgbClr val="00B050"/>
                </a:solidFill>
              </a:rPr>
              <a:t>I</a:t>
            </a:r>
            <a:r>
              <a:rPr lang="en-AU" dirty="0">
                <a:solidFill>
                  <a:srgbClr val="0070C0"/>
                </a:solidFill>
              </a:rPr>
              <a:t>f the number formed by the last </a:t>
            </a:r>
            <a:r>
              <a:rPr lang="en-AU" dirty="0" smtClean="0">
                <a:solidFill>
                  <a:srgbClr val="0070C0"/>
                </a:solidFill>
              </a:rPr>
              <a:t>3 </a:t>
            </a:r>
            <a:r>
              <a:rPr lang="en-AU" dirty="0">
                <a:solidFill>
                  <a:srgbClr val="0070C0"/>
                </a:solidFill>
              </a:rPr>
              <a:t>digits divisible by </a:t>
            </a:r>
            <a:r>
              <a:rPr lang="en-AU" dirty="0" smtClean="0">
                <a:solidFill>
                  <a:srgbClr val="0070C0"/>
                </a:solidFill>
              </a:rPr>
              <a:t>8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2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its divisible by both 2 and 3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>
                <a:solidFill>
                  <a:srgbClr val="00B050"/>
                </a:solidFill>
              </a:rPr>
              <a:t>I</a:t>
            </a:r>
            <a:r>
              <a:rPr lang="en-AU" dirty="0">
                <a:solidFill>
                  <a:srgbClr val="0070C0"/>
                </a:solidFill>
              </a:rPr>
              <a:t>f the number formed by the last </a:t>
            </a:r>
            <a:r>
              <a:rPr lang="en-AU" dirty="0" smtClean="0">
                <a:solidFill>
                  <a:srgbClr val="0070C0"/>
                </a:solidFill>
              </a:rPr>
              <a:t>3 </a:t>
            </a:r>
            <a:r>
              <a:rPr lang="en-AU" dirty="0">
                <a:solidFill>
                  <a:srgbClr val="0070C0"/>
                </a:solidFill>
              </a:rPr>
              <a:t>digits divisible by </a:t>
            </a:r>
            <a:r>
              <a:rPr lang="en-AU" dirty="0" smtClean="0">
                <a:solidFill>
                  <a:srgbClr val="0070C0"/>
                </a:solidFill>
              </a:rPr>
              <a:t>8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Sum of the digits divisible by 9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88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its divisible by both 2 and 3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>
                <a:solidFill>
                  <a:srgbClr val="00B050"/>
                </a:solidFill>
              </a:rPr>
              <a:t>I</a:t>
            </a:r>
            <a:r>
              <a:rPr lang="en-AU" dirty="0">
                <a:solidFill>
                  <a:srgbClr val="0070C0"/>
                </a:solidFill>
              </a:rPr>
              <a:t>f the number formed by the last </a:t>
            </a:r>
            <a:r>
              <a:rPr lang="en-AU" dirty="0" smtClean="0">
                <a:solidFill>
                  <a:srgbClr val="0070C0"/>
                </a:solidFill>
              </a:rPr>
              <a:t>3 </a:t>
            </a:r>
            <a:r>
              <a:rPr lang="en-AU" dirty="0">
                <a:solidFill>
                  <a:srgbClr val="0070C0"/>
                </a:solidFill>
              </a:rPr>
              <a:t>digits divisible by </a:t>
            </a:r>
            <a:r>
              <a:rPr lang="en-AU" dirty="0" smtClean="0">
                <a:solidFill>
                  <a:srgbClr val="0070C0"/>
                </a:solidFill>
              </a:rPr>
              <a:t>8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Sum of the digits divisible by 9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is 0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8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30937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62347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71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Divisibility Tests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divisibility tests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652" y="1693519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</a:t>
            </a:r>
            <a:r>
              <a:rPr lang="en-AU" dirty="0" smtClean="0"/>
              <a:t>divisibility?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1771" y="1708583"/>
            <a:ext cx="432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Divides a number exactly with no remainder.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-1711" y="2062851"/>
            <a:ext cx="2917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decide if a number is divisible by: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2?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3?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4?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5?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6?</a:t>
            </a:r>
          </a:p>
          <a:p>
            <a:endParaRPr lang="en-AU" dirty="0" smtClean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8?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9?</a:t>
            </a:r>
          </a:p>
          <a:p>
            <a:endParaRPr lang="en-AU" dirty="0" smtClean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10?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88276" y="2542983"/>
            <a:ext cx="523720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If it is even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Sum of the digits divisible by 3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the number formed by the last 2 digits divisible by 4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0 or 5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If its divisible by both 2 and 3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>
                <a:solidFill>
                  <a:srgbClr val="00B050"/>
                </a:solidFill>
              </a:rPr>
              <a:t>I</a:t>
            </a:r>
            <a:r>
              <a:rPr lang="en-AU" dirty="0">
                <a:solidFill>
                  <a:srgbClr val="0070C0"/>
                </a:solidFill>
              </a:rPr>
              <a:t>f the number formed by the last </a:t>
            </a:r>
            <a:r>
              <a:rPr lang="en-AU" dirty="0" smtClean="0">
                <a:solidFill>
                  <a:srgbClr val="0070C0"/>
                </a:solidFill>
              </a:rPr>
              <a:t>3 </a:t>
            </a:r>
            <a:r>
              <a:rPr lang="en-AU" dirty="0">
                <a:solidFill>
                  <a:srgbClr val="0070C0"/>
                </a:solidFill>
              </a:rPr>
              <a:t>digits divisible by </a:t>
            </a:r>
            <a:r>
              <a:rPr lang="en-AU" dirty="0" smtClean="0">
                <a:solidFill>
                  <a:srgbClr val="0070C0"/>
                </a:solidFill>
              </a:rPr>
              <a:t>8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Sum of the digits divisible by 9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dirty="0" smtClean="0">
                <a:solidFill>
                  <a:srgbClr val="0070C0"/>
                </a:solidFill>
              </a:rPr>
              <a:t>Last digit is 0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 smtClean="0">
              <a:solidFill>
                <a:srgbClr val="00B05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  <a:p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0361" y="4797152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No simple test for 7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6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1046</Words>
  <Application>Microsoft Office PowerPoint</Application>
  <PresentationFormat>On-screen Show (4:3)</PresentationFormat>
  <Paragraphs>403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2015-02-19T13:06:34Z</dcterms:modified>
</cp:coreProperties>
</file>