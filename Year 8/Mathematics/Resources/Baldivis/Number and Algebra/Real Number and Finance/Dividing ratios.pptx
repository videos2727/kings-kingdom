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11" r:id="rId5"/>
    <p:sldId id="307" r:id="rId6"/>
    <p:sldId id="313" r:id="rId7"/>
    <p:sldId id="314" r:id="rId8"/>
    <p:sldId id="315" r:id="rId9"/>
    <p:sldId id="312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 and Ratio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14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762301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Write down 5 ratios equivalent to 5:1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626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4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Dividing an amount into a given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30" y="1169092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are equivalent ratios used to divide an amount into a given ratio?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9832" y="2022143"/>
            <a:ext cx="362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- Divide $35 in a ratio of 2:5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8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4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Dividing an amount into a given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30" y="1169092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are equivalent ratios used to divide an amount into a given ratio?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9832" y="2022143"/>
            <a:ext cx="362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- Divide $35 in a ratio of 2:5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8388" y="2630851"/>
            <a:ext cx="301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total number of parts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6722825" y="2637698"/>
            <a:ext cx="200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7030A0"/>
                </a:solidFill>
              </a:rPr>
              <a:t>2 : 5  is 2+5=7 parts</a:t>
            </a:r>
            <a:endParaRPr lang="en-A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57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4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Dividing an amount into a given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30" y="1169092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are equivalent ratios used to divide an amount into a given ratio?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9832" y="2022143"/>
            <a:ext cx="362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- Divide $35 in a ratio of 2:5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8388" y="2630851"/>
            <a:ext cx="3016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total number of parts</a:t>
            </a:r>
          </a:p>
          <a:p>
            <a:endParaRPr lang="en-AU" dirty="0"/>
          </a:p>
          <a:p>
            <a:r>
              <a:rPr lang="en-AU" dirty="0" smtClean="0"/>
              <a:t>Divide the amount by the</a:t>
            </a:r>
          </a:p>
          <a:p>
            <a:r>
              <a:rPr lang="en-AU" dirty="0" smtClean="0"/>
              <a:t>number of parts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722825" y="2637698"/>
                <a:ext cx="200247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7030A0"/>
                    </a:solidFill>
                  </a:rPr>
                  <a:t>2 : 5  is 2+5=7 parts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35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7=5</m:t>
                    </m:r>
                  </m:oMath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825" y="2637698"/>
                <a:ext cx="2002471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2744" t="-3311" r="-1829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08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4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Dividing an amount into a given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30" y="1169092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are equivalent ratios used to divide an amount into a given ratio?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59832" y="2022143"/>
            <a:ext cx="362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- Divide $35 in a ratio of 2:5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8388" y="2630851"/>
            <a:ext cx="30169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total number of parts</a:t>
            </a:r>
          </a:p>
          <a:p>
            <a:endParaRPr lang="en-AU" dirty="0"/>
          </a:p>
          <a:p>
            <a:r>
              <a:rPr lang="en-AU" dirty="0" smtClean="0"/>
              <a:t>Divide the amount by the</a:t>
            </a:r>
          </a:p>
          <a:p>
            <a:r>
              <a:rPr lang="en-AU" dirty="0" smtClean="0"/>
              <a:t>number of parts</a:t>
            </a:r>
          </a:p>
          <a:p>
            <a:endParaRPr lang="en-AU" dirty="0"/>
          </a:p>
          <a:p>
            <a:r>
              <a:rPr lang="en-AU" dirty="0" smtClean="0"/>
              <a:t>This gives one part</a:t>
            </a:r>
          </a:p>
          <a:p>
            <a:endParaRPr lang="en-AU" dirty="0"/>
          </a:p>
          <a:p>
            <a:r>
              <a:rPr lang="en-AU" dirty="0" smtClean="0"/>
              <a:t>Then multiple each value</a:t>
            </a:r>
          </a:p>
          <a:p>
            <a:r>
              <a:rPr lang="en-AU" dirty="0" smtClean="0"/>
              <a:t>in the ratio by one part</a:t>
            </a:r>
          </a:p>
          <a:p>
            <a:endParaRPr lang="en-AU" dirty="0"/>
          </a:p>
          <a:p>
            <a:r>
              <a:rPr lang="en-AU" dirty="0" smtClean="0"/>
              <a:t>Answer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722825" y="2637698"/>
                <a:ext cx="2002471" cy="313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7030A0"/>
                    </a:solidFill>
                  </a:rPr>
                  <a:t>2 : 5  is 2+5=7 parts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35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</a:rPr>
                      <m:t>7=5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endParaRPr lang="en-AU" dirty="0" smtClean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One part = $5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2 x 5 = 10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5 x 5 = 25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$10 to $25</a:t>
                </a:r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825" y="2637698"/>
                <a:ext cx="2002471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2744" t="-971" r="-1829" b="-2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08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6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310</Words>
  <Application>Microsoft Office PowerPoint</Application>
  <PresentationFormat>On-screen Show (4:3)</PresentationFormat>
  <Paragraphs>99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Measurement and Ratio Interactive Notebook</vt:lpstr>
      <vt:lpstr>PowerPoint Presentation</vt:lpstr>
      <vt:lpstr>PowerPoint Presentation</vt:lpstr>
      <vt:lpstr>Write down 5 ratios equivalent to 5:1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38</cp:revision>
  <dcterms:created xsi:type="dcterms:W3CDTF">2014-05-14T02:58:57Z</dcterms:created>
  <dcterms:modified xsi:type="dcterms:W3CDTF">2014-10-27T00:20:11Z</dcterms:modified>
</cp:coreProperties>
</file>